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132"/>
  </p:notesMasterIdLst>
  <p:sldIdLst>
    <p:sldId id="256" r:id="rId2"/>
    <p:sldId id="259" r:id="rId3"/>
    <p:sldId id="360" r:id="rId4"/>
    <p:sldId id="310" r:id="rId5"/>
    <p:sldId id="257" r:id="rId6"/>
    <p:sldId id="308" r:id="rId7"/>
    <p:sldId id="309" r:id="rId8"/>
    <p:sldId id="312" r:id="rId9"/>
    <p:sldId id="318" r:id="rId10"/>
    <p:sldId id="322" r:id="rId11"/>
    <p:sldId id="311" r:id="rId12"/>
    <p:sldId id="320" r:id="rId13"/>
    <p:sldId id="319" r:id="rId14"/>
    <p:sldId id="321" r:id="rId15"/>
    <p:sldId id="323" r:id="rId16"/>
    <p:sldId id="258" r:id="rId17"/>
    <p:sldId id="313" r:id="rId18"/>
    <p:sldId id="359" r:id="rId19"/>
    <p:sldId id="361" r:id="rId20"/>
    <p:sldId id="362" r:id="rId21"/>
    <p:sldId id="363" r:id="rId22"/>
    <p:sldId id="364" r:id="rId23"/>
    <p:sldId id="365" r:id="rId24"/>
    <p:sldId id="366" r:id="rId25"/>
    <p:sldId id="367" r:id="rId26"/>
    <p:sldId id="326" r:id="rId27"/>
    <p:sldId id="368" r:id="rId28"/>
    <p:sldId id="369" r:id="rId29"/>
    <p:sldId id="325" r:id="rId30"/>
    <p:sldId id="333" r:id="rId31"/>
    <p:sldId id="328" r:id="rId32"/>
    <p:sldId id="327" r:id="rId33"/>
    <p:sldId id="329" r:id="rId34"/>
    <p:sldId id="331" r:id="rId35"/>
    <p:sldId id="332" r:id="rId36"/>
    <p:sldId id="334" r:id="rId37"/>
    <p:sldId id="339" r:id="rId38"/>
    <p:sldId id="338" r:id="rId39"/>
    <p:sldId id="337" r:id="rId40"/>
    <p:sldId id="341" r:id="rId41"/>
    <p:sldId id="340" r:id="rId42"/>
    <p:sldId id="335" r:id="rId43"/>
    <p:sldId id="343" r:id="rId44"/>
    <p:sldId id="344" r:id="rId45"/>
    <p:sldId id="348" r:id="rId46"/>
    <p:sldId id="346" r:id="rId47"/>
    <p:sldId id="351" r:id="rId48"/>
    <p:sldId id="357" r:id="rId49"/>
    <p:sldId id="358" r:id="rId50"/>
    <p:sldId id="352" r:id="rId51"/>
    <p:sldId id="347" r:id="rId52"/>
    <p:sldId id="353" r:id="rId53"/>
    <p:sldId id="370" r:id="rId54"/>
    <p:sldId id="371" r:id="rId55"/>
    <p:sldId id="372" r:id="rId56"/>
    <p:sldId id="373" r:id="rId57"/>
    <p:sldId id="374" r:id="rId58"/>
    <p:sldId id="261" r:id="rId59"/>
    <p:sldId id="375" r:id="rId60"/>
    <p:sldId id="376" r:id="rId61"/>
    <p:sldId id="377" r:id="rId62"/>
    <p:sldId id="378" r:id="rId63"/>
    <p:sldId id="379" r:id="rId64"/>
    <p:sldId id="380" r:id="rId65"/>
    <p:sldId id="381" r:id="rId66"/>
    <p:sldId id="382" r:id="rId67"/>
    <p:sldId id="383" r:id="rId68"/>
    <p:sldId id="384" r:id="rId69"/>
    <p:sldId id="385" r:id="rId70"/>
    <p:sldId id="386" r:id="rId71"/>
    <p:sldId id="387" r:id="rId72"/>
    <p:sldId id="388" r:id="rId73"/>
    <p:sldId id="389" r:id="rId74"/>
    <p:sldId id="390" r:id="rId75"/>
    <p:sldId id="391" r:id="rId76"/>
    <p:sldId id="392" r:id="rId77"/>
    <p:sldId id="393" r:id="rId78"/>
    <p:sldId id="394" r:id="rId79"/>
    <p:sldId id="402" r:id="rId80"/>
    <p:sldId id="401" r:id="rId81"/>
    <p:sldId id="404" r:id="rId82"/>
    <p:sldId id="403" r:id="rId83"/>
    <p:sldId id="292" r:id="rId84"/>
    <p:sldId id="398" r:id="rId85"/>
    <p:sldId id="399" r:id="rId86"/>
    <p:sldId id="400" r:id="rId87"/>
    <p:sldId id="262" r:id="rId88"/>
    <p:sldId id="263" r:id="rId89"/>
    <p:sldId id="264" r:id="rId90"/>
    <p:sldId id="266" r:id="rId91"/>
    <p:sldId id="405" r:id="rId92"/>
    <p:sldId id="406" r:id="rId93"/>
    <p:sldId id="407" r:id="rId94"/>
    <p:sldId id="408" r:id="rId95"/>
    <p:sldId id="267" r:id="rId96"/>
    <p:sldId id="272" r:id="rId97"/>
    <p:sldId id="278" r:id="rId98"/>
    <p:sldId id="279" r:id="rId99"/>
    <p:sldId id="280" r:id="rId100"/>
    <p:sldId id="281" r:id="rId101"/>
    <p:sldId id="282" r:id="rId102"/>
    <p:sldId id="283" r:id="rId103"/>
    <p:sldId id="284" r:id="rId104"/>
    <p:sldId id="285" r:id="rId105"/>
    <p:sldId id="286" r:id="rId106"/>
    <p:sldId id="288" r:id="rId107"/>
    <p:sldId id="289" r:id="rId108"/>
    <p:sldId id="290" r:id="rId109"/>
    <p:sldId id="409" r:id="rId110"/>
    <p:sldId id="410" r:id="rId111"/>
    <p:sldId id="411" r:id="rId112"/>
    <p:sldId id="415" r:id="rId113"/>
    <p:sldId id="416" r:id="rId114"/>
    <p:sldId id="265" r:id="rId115"/>
    <p:sldId id="276" r:id="rId116"/>
    <p:sldId id="277" r:id="rId117"/>
    <p:sldId id="422" r:id="rId118"/>
    <p:sldId id="424" r:id="rId119"/>
    <p:sldId id="425" r:id="rId120"/>
    <p:sldId id="428" r:id="rId121"/>
    <p:sldId id="431" r:id="rId122"/>
    <p:sldId id="432" r:id="rId123"/>
    <p:sldId id="433" r:id="rId124"/>
    <p:sldId id="293" r:id="rId125"/>
    <p:sldId id="296" r:id="rId126"/>
    <p:sldId id="302" r:id="rId127"/>
    <p:sldId id="304" r:id="rId128"/>
    <p:sldId id="297" r:id="rId129"/>
    <p:sldId id="307" r:id="rId130"/>
    <p:sldId id="260" r:id="rId131"/>
  </p:sldIdLst>
  <p:sldSz cx="9144000" cy="5143500" type="screen16x9"/>
  <p:notesSz cx="6858000" cy="9144000"/>
  <p:embeddedFontLst>
    <p:embeddedFont>
      <p:font typeface="Bookman Old Style" panose="02050604050505020204" pitchFamily="18" charset="0"/>
      <p:regular r:id="rId133"/>
      <p:bold r:id="rId134"/>
      <p:italic r:id="rId135"/>
      <p:boldItalic r:id="rId136"/>
    </p:embeddedFont>
    <p:embeddedFont>
      <p:font typeface="Libre Franklin" pitchFamily="2" charset="0"/>
      <p:regular r:id="rId137"/>
      <p:bold r:id="rId138"/>
      <p:italic r:id="rId139"/>
      <p:boldItalic r:id="rId140"/>
    </p:embeddedFont>
    <p:embeddedFont>
      <p:font typeface="Open Sans" panose="020B0606030504020204" pitchFamily="34" charset="0"/>
      <p:regular r:id="rId141"/>
      <p:bold r:id="rId142"/>
      <p:italic r:id="rId143"/>
      <p:boldItalic r:id="rId144"/>
    </p:embeddedFont>
    <p:embeddedFont>
      <p:font typeface="Oswald" panose="00000500000000000000" pitchFamily="2" charset="0"/>
      <p:regular r:id="rId145"/>
      <p:bold r:id="rId146"/>
    </p:embeddedFont>
    <p:embeddedFont>
      <p:font typeface="Roboto Condensed Light" panose="02000000000000000000" pitchFamily="2" charset="0"/>
      <p:regular r:id="rId147"/>
      <p:italic r:id="rId148"/>
    </p:embeddedFont>
    <p:embeddedFont>
      <p:font typeface="Work Sans" pitchFamily="2" charset="0"/>
      <p:regular r:id="rId149"/>
      <p:bold r:id="rId150"/>
      <p:italic r:id="rId151"/>
      <p:boldItalic r:id="rId1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64A89D-2B89-47D2-B4BD-FCBCA1180265}">
  <a:tblStyle styleId="{9164A89D-2B89-47D2-B4BD-FCBCA118026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74" autoAdjust="0"/>
    <p:restoredTop sz="84932" autoAdjust="0"/>
  </p:normalViewPr>
  <p:slideViewPr>
    <p:cSldViewPr snapToGrid="0">
      <p:cViewPr varScale="1">
        <p:scale>
          <a:sx n="72" d="100"/>
          <a:sy n="72" d="100"/>
        </p:scale>
        <p:origin x="124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6.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17.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2.fntdata"/><Relationship Id="rId139" Type="http://schemas.openxmlformats.org/officeDocument/2006/relationships/font" Target="fonts/font7.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18.fntdata"/><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8.fntdata"/><Relationship Id="rId145"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font" Target="fonts/font3.fntdata"/><Relationship Id="rId151" Type="http://schemas.openxmlformats.org/officeDocument/2006/relationships/font" Target="fonts/font19.fntdata"/><Relationship Id="rId156"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9.fntdata"/><Relationship Id="rId14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20.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0.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3"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1.fntdata"/><Relationship Id="rId148"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fntdata"/><Relationship Id="rId154"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2.fntdata"/><Relationship Id="rId90" Type="http://schemas.openxmlformats.org/officeDocument/2006/relationships/slide" Target="slides/slide89.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72D349-B0A9-4013-84CE-BB24E9F4EEB9}" type="doc">
      <dgm:prSet loTypeId="urn:microsoft.com/office/officeart/2005/8/layout/hierarchy4" loCatId="list" qsTypeId="urn:microsoft.com/office/officeart/2005/8/quickstyle/simple1" qsCatId="simple" csTypeId="urn:microsoft.com/office/officeart/2005/8/colors/colorful3" csCatId="colorful" phldr="1"/>
      <dgm:spPr/>
      <dgm:t>
        <a:bodyPr/>
        <a:lstStyle/>
        <a:p>
          <a:endParaRPr lang="es-ES"/>
        </a:p>
      </dgm:t>
    </dgm:pt>
    <dgm:pt modelId="{8971683C-76B3-4EAA-824A-42B14DE23F59}">
      <dgm:prSet phldrT="[Texto]"/>
      <dgm:spPr/>
      <dgm:t>
        <a:bodyPr/>
        <a:lstStyle/>
        <a:p>
          <a:r>
            <a:rPr lang="es-ES" dirty="0" err="1">
              <a:solidFill>
                <a:schemeClr val="tx1"/>
              </a:solidFill>
            </a:rPr>
            <a:t>Artrocentesis</a:t>
          </a:r>
          <a:endParaRPr lang="es-ES" dirty="0">
            <a:solidFill>
              <a:schemeClr val="tx1"/>
            </a:solidFill>
          </a:endParaRPr>
        </a:p>
      </dgm:t>
    </dgm:pt>
    <dgm:pt modelId="{C2570C75-538D-426C-8EF7-09A27A25DB4C}" type="parTrans" cxnId="{BCEE9951-8B14-4DED-9505-179505AF1ABC}">
      <dgm:prSet/>
      <dgm:spPr/>
      <dgm:t>
        <a:bodyPr/>
        <a:lstStyle/>
        <a:p>
          <a:endParaRPr lang="es-ES"/>
        </a:p>
      </dgm:t>
    </dgm:pt>
    <dgm:pt modelId="{26619344-518C-430B-AC49-D51B070B60E2}" type="sibTrans" cxnId="{BCEE9951-8B14-4DED-9505-179505AF1ABC}">
      <dgm:prSet/>
      <dgm:spPr/>
      <dgm:t>
        <a:bodyPr/>
        <a:lstStyle/>
        <a:p>
          <a:endParaRPr lang="es-ES"/>
        </a:p>
      </dgm:t>
    </dgm:pt>
    <dgm:pt modelId="{5B99F2C4-B4D7-4019-91B4-253FB3590119}">
      <dgm:prSet phldrT="[Texto]"/>
      <dgm:spPr/>
      <dgm:t>
        <a:bodyPr/>
        <a:lstStyle/>
        <a:p>
          <a:r>
            <a:rPr lang="es-ES" dirty="0">
              <a:solidFill>
                <a:schemeClr val="tx1"/>
              </a:solidFill>
            </a:rPr>
            <a:t>Test de Gram</a:t>
          </a:r>
        </a:p>
      </dgm:t>
    </dgm:pt>
    <dgm:pt modelId="{38B13F62-6ACF-439F-AEA5-3A962741E96C}" type="parTrans" cxnId="{282D6F67-BACE-4266-A0CE-928FFF85B6D9}">
      <dgm:prSet/>
      <dgm:spPr/>
      <dgm:t>
        <a:bodyPr/>
        <a:lstStyle/>
        <a:p>
          <a:endParaRPr lang="es-ES"/>
        </a:p>
      </dgm:t>
    </dgm:pt>
    <dgm:pt modelId="{24F46465-9B08-4BDC-8D1C-C7258B5EC3F9}" type="sibTrans" cxnId="{282D6F67-BACE-4266-A0CE-928FFF85B6D9}">
      <dgm:prSet/>
      <dgm:spPr/>
      <dgm:t>
        <a:bodyPr/>
        <a:lstStyle/>
        <a:p>
          <a:endParaRPr lang="es-ES"/>
        </a:p>
      </dgm:t>
    </dgm:pt>
    <dgm:pt modelId="{4BD58061-A047-44B5-911A-CFD88A530FF7}">
      <dgm:prSet phldrT="[Texto]"/>
      <dgm:spPr/>
      <dgm:t>
        <a:bodyPr/>
        <a:lstStyle/>
        <a:p>
          <a:r>
            <a:rPr lang="es-ES" b="1" dirty="0">
              <a:solidFill>
                <a:schemeClr val="tx1"/>
              </a:solidFill>
            </a:rPr>
            <a:t>(+) Artritis Séptica</a:t>
          </a:r>
        </a:p>
      </dgm:t>
    </dgm:pt>
    <dgm:pt modelId="{FCD0058B-CA09-4B8E-AAA8-C4208C5B9CF6}" type="parTrans" cxnId="{9BEDCC65-DCC9-43B9-9342-DC2C47E025EB}">
      <dgm:prSet/>
      <dgm:spPr/>
      <dgm:t>
        <a:bodyPr/>
        <a:lstStyle/>
        <a:p>
          <a:endParaRPr lang="es-ES"/>
        </a:p>
      </dgm:t>
    </dgm:pt>
    <dgm:pt modelId="{8CBBC51A-CAE2-43FE-A1DB-07EE870FED38}" type="sibTrans" cxnId="{9BEDCC65-DCC9-43B9-9342-DC2C47E025EB}">
      <dgm:prSet/>
      <dgm:spPr/>
      <dgm:t>
        <a:bodyPr/>
        <a:lstStyle/>
        <a:p>
          <a:endParaRPr lang="es-ES"/>
        </a:p>
      </dgm:t>
    </dgm:pt>
    <dgm:pt modelId="{5F17586E-FA3C-456C-8DEC-5D32B194E5FD}">
      <dgm:prSet phldrT="[Texto]"/>
      <dgm:spPr/>
      <dgm:t>
        <a:bodyPr/>
        <a:lstStyle/>
        <a:p>
          <a:r>
            <a:rPr lang="es-ES" b="1" dirty="0">
              <a:solidFill>
                <a:schemeClr val="tx1"/>
              </a:solidFill>
            </a:rPr>
            <a:t>(-) </a:t>
          </a:r>
          <a:r>
            <a:rPr lang="es-ES" b="1" dirty="0" err="1">
              <a:solidFill>
                <a:schemeClr val="tx1"/>
              </a:solidFill>
            </a:rPr>
            <a:t>Critálicas</a:t>
          </a:r>
          <a:endParaRPr lang="es-ES" b="1" dirty="0">
            <a:solidFill>
              <a:schemeClr val="tx1"/>
            </a:solidFill>
          </a:endParaRPr>
        </a:p>
        <a:p>
          <a:r>
            <a:rPr lang="es-ES" b="1" dirty="0">
              <a:solidFill>
                <a:schemeClr val="tx1"/>
              </a:solidFill>
            </a:rPr>
            <a:t>GOTA-</a:t>
          </a:r>
          <a:r>
            <a:rPr lang="es-ES" b="1" dirty="0" err="1">
              <a:solidFill>
                <a:schemeClr val="tx1"/>
              </a:solidFill>
            </a:rPr>
            <a:t>Pseudogota</a:t>
          </a:r>
          <a:endParaRPr lang="es-ES" b="1" dirty="0">
            <a:solidFill>
              <a:schemeClr val="tx1"/>
            </a:solidFill>
          </a:endParaRPr>
        </a:p>
        <a:p>
          <a:r>
            <a:rPr lang="es-ES" b="1" dirty="0">
              <a:solidFill>
                <a:schemeClr val="tx1"/>
              </a:solidFill>
            </a:rPr>
            <a:t> Inflamatorias</a:t>
          </a:r>
        </a:p>
      </dgm:t>
    </dgm:pt>
    <dgm:pt modelId="{D10C2682-B475-4F2F-83F9-F86890E0CAB6}" type="parTrans" cxnId="{9E8A113D-6F9D-49A2-9EA3-262382558E80}">
      <dgm:prSet/>
      <dgm:spPr/>
      <dgm:t>
        <a:bodyPr/>
        <a:lstStyle/>
        <a:p>
          <a:endParaRPr lang="es-ES"/>
        </a:p>
      </dgm:t>
    </dgm:pt>
    <dgm:pt modelId="{CD2D49E5-431C-4052-A2F1-E02B582FD1E7}" type="sibTrans" cxnId="{9E8A113D-6F9D-49A2-9EA3-262382558E80}">
      <dgm:prSet/>
      <dgm:spPr/>
      <dgm:t>
        <a:bodyPr/>
        <a:lstStyle/>
        <a:p>
          <a:endParaRPr lang="es-ES"/>
        </a:p>
      </dgm:t>
    </dgm:pt>
    <dgm:pt modelId="{ED42883D-3ED9-4EDA-8050-1056F4A920C5}">
      <dgm:prSet phldrT="[Texto]"/>
      <dgm:spPr/>
      <dgm:t>
        <a:bodyPr/>
        <a:lstStyle/>
        <a:p>
          <a:r>
            <a:rPr lang="es-ES" dirty="0">
              <a:solidFill>
                <a:schemeClr val="tx1"/>
              </a:solidFill>
            </a:rPr>
            <a:t>sangre</a:t>
          </a:r>
        </a:p>
      </dgm:t>
    </dgm:pt>
    <dgm:pt modelId="{B1C4EFAB-5450-4360-B6F5-82A1BB41A3A0}" type="parTrans" cxnId="{7A4CD770-97FF-40A6-9CA5-F54632E361BF}">
      <dgm:prSet/>
      <dgm:spPr/>
      <dgm:t>
        <a:bodyPr/>
        <a:lstStyle/>
        <a:p>
          <a:endParaRPr lang="es-ES"/>
        </a:p>
      </dgm:t>
    </dgm:pt>
    <dgm:pt modelId="{80DCDCD4-8F17-43AF-AF88-5965E2A8D345}" type="sibTrans" cxnId="{7A4CD770-97FF-40A6-9CA5-F54632E361BF}">
      <dgm:prSet/>
      <dgm:spPr/>
      <dgm:t>
        <a:bodyPr/>
        <a:lstStyle/>
        <a:p>
          <a:endParaRPr lang="es-ES"/>
        </a:p>
      </dgm:t>
    </dgm:pt>
    <dgm:pt modelId="{65274CAE-3C6A-4B9C-8316-252D69E49A67}">
      <dgm:prSet phldrT="[Texto]"/>
      <dgm:spPr/>
      <dgm:t>
        <a:bodyPr/>
        <a:lstStyle/>
        <a:p>
          <a:r>
            <a:rPr lang="es-ES" b="1" dirty="0">
              <a:solidFill>
                <a:schemeClr val="tx1"/>
              </a:solidFill>
            </a:rPr>
            <a:t>Hemofilia</a:t>
          </a:r>
        </a:p>
        <a:p>
          <a:r>
            <a:rPr lang="es-ES" b="1" dirty="0">
              <a:solidFill>
                <a:schemeClr val="tx1"/>
              </a:solidFill>
            </a:rPr>
            <a:t>Tumores</a:t>
          </a:r>
        </a:p>
        <a:p>
          <a:r>
            <a:rPr lang="es-ES" b="1" dirty="0">
              <a:solidFill>
                <a:schemeClr val="tx1"/>
              </a:solidFill>
            </a:rPr>
            <a:t>Traumatismos</a:t>
          </a:r>
        </a:p>
        <a:p>
          <a:r>
            <a:rPr lang="es-ES" b="1" dirty="0">
              <a:solidFill>
                <a:schemeClr val="tx1"/>
              </a:solidFill>
            </a:rPr>
            <a:t>SVP</a:t>
          </a:r>
        </a:p>
      </dgm:t>
    </dgm:pt>
    <dgm:pt modelId="{76B8B16E-2B5F-4E0C-BED7-87CCC2CE9B9B}" type="parTrans" cxnId="{D05911B3-1DE7-4DD0-9625-88CEB3DF4B60}">
      <dgm:prSet/>
      <dgm:spPr/>
      <dgm:t>
        <a:bodyPr/>
        <a:lstStyle/>
        <a:p>
          <a:endParaRPr lang="es-ES"/>
        </a:p>
      </dgm:t>
    </dgm:pt>
    <dgm:pt modelId="{01CF7AFE-030D-4F89-AE25-5CFC6372D29B}" type="sibTrans" cxnId="{D05911B3-1DE7-4DD0-9625-88CEB3DF4B60}">
      <dgm:prSet/>
      <dgm:spPr/>
      <dgm:t>
        <a:bodyPr/>
        <a:lstStyle/>
        <a:p>
          <a:endParaRPr lang="es-ES"/>
        </a:p>
      </dgm:t>
    </dgm:pt>
    <dgm:pt modelId="{3228E892-189F-45F7-8EF7-1FB9DB14AD26}" type="pres">
      <dgm:prSet presAssocID="{8472D349-B0A9-4013-84CE-BB24E9F4EEB9}" presName="Name0" presStyleCnt="0">
        <dgm:presLayoutVars>
          <dgm:chPref val="1"/>
          <dgm:dir/>
          <dgm:animOne val="branch"/>
          <dgm:animLvl val="lvl"/>
          <dgm:resizeHandles/>
        </dgm:presLayoutVars>
      </dgm:prSet>
      <dgm:spPr/>
    </dgm:pt>
    <dgm:pt modelId="{45EC8900-3555-4022-B71E-8BD21F6122E3}" type="pres">
      <dgm:prSet presAssocID="{8971683C-76B3-4EAA-824A-42B14DE23F59}" presName="vertOne" presStyleCnt="0"/>
      <dgm:spPr/>
    </dgm:pt>
    <dgm:pt modelId="{9292C384-7596-4A05-9FCB-663D67C21746}" type="pres">
      <dgm:prSet presAssocID="{8971683C-76B3-4EAA-824A-42B14DE23F59}" presName="txOne" presStyleLbl="node0" presStyleIdx="0" presStyleCnt="1">
        <dgm:presLayoutVars>
          <dgm:chPref val="3"/>
        </dgm:presLayoutVars>
      </dgm:prSet>
      <dgm:spPr/>
    </dgm:pt>
    <dgm:pt modelId="{6116C755-CE10-4E20-8144-CFBC43687E36}" type="pres">
      <dgm:prSet presAssocID="{8971683C-76B3-4EAA-824A-42B14DE23F59}" presName="parTransOne" presStyleCnt="0"/>
      <dgm:spPr/>
    </dgm:pt>
    <dgm:pt modelId="{A660B2E0-4499-41ED-BBD6-AD2D5C97EE81}" type="pres">
      <dgm:prSet presAssocID="{8971683C-76B3-4EAA-824A-42B14DE23F59}" presName="horzOne" presStyleCnt="0"/>
      <dgm:spPr/>
    </dgm:pt>
    <dgm:pt modelId="{DA9F027E-E00E-4F25-A38D-BD63253BF787}" type="pres">
      <dgm:prSet presAssocID="{5B99F2C4-B4D7-4019-91B4-253FB3590119}" presName="vertTwo" presStyleCnt="0"/>
      <dgm:spPr/>
    </dgm:pt>
    <dgm:pt modelId="{A97B938E-C56A-4BFC-800B-192473EE453C}" type="pres">
      <dgm:prSet presAssocID="{5B99F2C4-B4D7-4019-91B4-253FB3590119}" presName="txTwo" presStyleLbl="node2" presStyleIdx="0" presStyleCnt="2">
        <dgm:presLayoutVars>
          <dgm:chPref val="3"/>
        </dgm:presLayoutVars>
      </dgm:prSet>
      <dgm:spPr/>
    </dgm:pt>
    <dgm:pt modelId="{BBD96A71-2976-432E-844D-56B43FFE0CD9}" type="pres">
      <dgm:prSet presAssocID="{5B99F2C4-B4D7-4019-91B4-253FB3590119}" presName="parTransTwo" presStyleCnt="0"/>
      <dgm:spPr/>
    </dgm:pt>
    <dgm:pt modelId="{90E63DB0-ABCC-4E58-89F9-88F818AA2320}" type="pres">
      <dgm:prSet presAssocID="{5B99F2C4-B4D7-4019-91B4-253FB3590119}" presName="horzTwo" presStyleCnt="0"/>
      <dgm:spPr/>
    </dgm:pt>
    <dgm:pt modelId="{51F7250B-4253-4AC1-A3DA-9BCBCB34F1E9}" type="pres">
      <dgm:prSet presAssocID="{4BD58061-A047-44B5-911A-CFD88A530FF7}" presName="vertThree" presStyleCnt="0"/>
      <dgm:spPr/>
    </dgm:pt>
    <dgm:pt modelId="{FB9275BD-9B25-49C5-82C3-77017DC33866}" type="pres">
      <dgm:prSet presAssocID="{4BD58061-A047-44B5-911A-CFD88A530FF7}" presName="txThree" presStyleLbl="node3" presStyleIdx="0" presStyleCnt="3">
        <dgm:presLayoutVars>
          <dgm:chPref val="3"/>
        </dgm:presLayoutVars>
      </dgm:prSet>
      <dgm:spPr/>
    </dgm:pt>
    <dgm:pt modelId="{92A7C458-B3F2-4AAE-9519-989110F8C0B3}" type="pres">
      <dgm:prSet presAssocID="{4BD58061-A047-44B5-911A-CFD88A530FF7}" presName="horzThree" presStyleCnt="0"/>
      <dgm:spPr/>
    </dgm:pt>
    <dgm:pt modelId="{44CDDFAE-6BA0-4EA8-BDE6-747FC86D2493}" type="pres">
      <dgm:prSet presAssocID="{8CBBC51A-CAE2-43FE-A1DB-07EE870FED38}" presName="sibSpaceThree" presStyleCnt="0"/>
      <dgm:spPr/>
    </dgm:pt>
    <dgm:pt modelId="{EBB13E22-408F-4682-ABA4-FF20119EC471}" type="pres">
      <dgm:prSet presAssocID="{5F17586E-FA3C-456C-8DEC-5D32B194E5FD}" presName="vertThree" presStyleCnt="0"/>
      <dgm:spPr/>
    </dgm:pt>
    <dgm:pt modelId="{DADB7B76-A57A-47BA-9160-23EA04527D1F}" type="pres">
      <dgm:prSet presAssocID="{5F17586E-FA3C-456C-8DEC-5D32B194E5FD}" presName="txThree" presStyleLbl="node3" presStyleIdx="1" presStyleCnt="3">
        <dgm:presLayoutVars>
          <dgm:chPref val="3"/>
        </dgm:presLayoutVars>
      </dgm:prSet>
      <dgm:spPr/>
    </dgm:pt>
    <dgm:pt modelId="{3AAFE249-0CC7-4B30-85DE-E2C704F0CA69}" type="pres">
      <dgm:prSet presAssocID="{5F17586E-FA3C-456C-8DEC-5D32B194E5FD}" presName="horzThree" presStyleCnt="0"/>
      <dgm:spPr/>
    </dgm:pt>
    <dgm:pt modelId="{3221D952-86C1-4DC1-9CBB-E4641B1F08AD}" type="pres">
      <dgm:prSet presAssocID="{24F46465-9B08-4BDC-8D1C-C7258B5EC3F9}" presName="sibSpaceTwo" presStyleCnt="0"/>
      <dgm:spPr/>
    </dgm:pt>
    <dgm:pt modelId="{8AE69D6E-4AC8-42B1-97E8-5E557670637F}" type="pres">
      <dgm:prSet presAssocID="{ED42883D-3ED9-4EDA-8050-1056F4A920C5}" presName="vertTwo" presStyleCnt="0"/>
      <dgm:spPr/>
    </dgm:pt>
    <dgm:pt modelId="{B2DAB738-CC55-4A04-9EBA-FAC6BE063C93}" type="pres">
      <dgm:prSet presAssocID="{ED42883D-3ED9-4EDA-8050-1056F4A920C5}" presName="txTwo" presStyleLbl="node2" presStyleIdx="1" presStyleCnt="2">
        <dgm:presLayoutVars>
          <dgm:chPref val="3"/>
        </dgm:presLayoutVars>
      </dgm:prSet>
      <dgm:spPr/>
    </dgm:pt>
    <dgm:pt modelId="{8B25D29F-A293-4674-A7D1-6A7680378054}" type="pres">
      <dgm:prSet presAssocID="{ED42883D-3ED9-4EDA-8050-1056F4A920C5}" presName="parTransTwo" presStyleCnt="0"/>
      <dgm:spPr/>
    </dgm:pt>
    <dgm:pt modelId="{79516B2B-078D-4729-BA55-0463F85DD7E0}" type="pres">
      <dgm:prSet presAssocID="{ED42883D-3ED9-4EDA-8050-1056F4A920C5}" presName="horzTwo" presStyleCnt="0"/>
      <dgm:spPr/>
    </dgm:pt>
    <dgm:pt modelId="{9538D3F1-2176-43EF-8166-4439B4621EA8}" type="pres">
      <dgm:prSet presAssocID="{65274CAE-3C6A-4B9C-8316-252D69E49A67}" presName="vertThree" presStyleCnt="0"/>
      <dgm:spPr/>
    </dgm:pt>
    <dgm:pt modelId="{BFD1559B-D252-417C-B202-9FCB75DD422E}" type="pres">
      <dgm:prSet presAssocID="{65274CAE-3C6A-4B9C-8316-252D69E49A67}" presName="txThree" presStyleLbl="node3" presStyleIdx="2" presStyleCnt="3">
        <dgm:presLayoutVars>
          <dgm:chPref val="3"/>
        </dgm:presLayoutVars>
      </dgm:prSet>
      <dgm:spPr/>
    </dgm:pt>
    <dgm:pt modelId="{98C0F4C9-268A-4B06-8F8C-B373933DBB7C}" type="pres">
      <dgm:prSet presAssocID="{65274CAE-3C6A-4B9C-8316-252D69E49A67}" presName="horzThree" presStyleCnt="0"/>
      <dgm:spPr/>
    </dgm:pt>
  </dgm:ptLst>
  <dgm:cxnLst>
    <dgm:cxn modelId="{8D7A9F30-3448-4123-B3A8-D527AFFD1925}" type="presOf" srcId="{8971683C-76B3-4EAA-824A-42B14DE23F59}" destId="{9292C384-7596-4A05-9FCB-663D67C21746}" srcOrd="0" destOrd="0" presId="urn:microsoft.com/office/officeart/2005/8/layout/hierarchy4"/>
    <dgm:cxn modelId="{9E8A113D-6F9D-49A2-9EA3-262382558E80}" srcId="{5B99F2C4-B4D7-4019-91B4-253FB3590119}" destId="{5F17586E-FA3C-456C-8DEC-5D32B194E5FD}" srcOrd="1" destOrd="0" parTransId="{D10C2682-B475-4F2F-83F9-F86890E0CAB6}" sibTransId="{CD2D49E5-431C-4052-A2F1-E02B582FD1E7}"/>
    <dgm:cxn modelId="{9BEDCC65-DCC9-43B9-9342-DC2C47E025EB}" srcId="{5B99F2C4-B4D7-4019-91B4-253FB3590119}" destId="{4BD58061-A047-44B5-911A-CFD88A530FF7}" srcOrd="0" destOrd="0" parTransId="{FCD0058B-CA09-4B8E-AAA8-C4208C5B9CF6}" sibTransId="{8CBBC51A-CAE2-43FE-A1DB-07EE870FED38}"/>
    <dgm:cxn modelId="{282D6F67-BACE-4266-A0CE-928FFF85B6D9}" srcId="{8971683C-76B3-4EAA-824A-42B14DE23F59}" destId="{5B99F2C4-B4D7-4019-91B4-253FB3590119}" srcOrd="0" destOrd="0" parTransId="{38B13F62-6ACF-439F-AEA5-3A962741E96C}" sibTransId="{24F46465-9B08-4BDC-8D1C-C7258B5EC3F9}"/>
    <dgm:cxn modelId="{7A4CD770-97FF-40A6-9CA5-F54632E361BF}" srcId="{8971683C-76B3-4EAA-824A-42B14DE23F59}" destId="{ED42883D-3ED9-4EDA-8050-1056F4A920C5}" srcOrd="1" destOrd="0" parTransId="{B1C4EFAB-5450-4360-B6F5-82A1BB41A3A0}" sibTransId="{80DCDCD4-8F17-43AF-AF88-5965E2A8D345}"/>
    <dgm:cxn modelId="{BCEE9951-8B14-4DED-9505-179505AF1ABC}" srcId="{8472D349-B0A9-4013-84CE-BB24E9F4EEB9}" destId="{8971683C-76B3-4EAA-824A-42B14DE23F59}" srcOrd="0" destOrd="0" parTransId="{C2570C75-538D-426C-8EF7-09A27A25DB4C}" sibTransId="{26619344-518C-430B-AC49-D51B070B60E2}"/>
    <dgm:cxn modelId="{865EFC76-656B-45C2-9698-A2F25F3AEEA3}" type="presOf" srcId="{65274CAE-3C6A-4B9C-8316-252D69E49A67}" destId="{BFD1559B-D252-417C-B202-9FCB75DD422E}" srcOrd="0" destOrd="0" presId="urn:microsoft.com/office/officeart/2005/8/layout/hierarchy4"/>
    <dgm:cxn modelId="{7D61BCA1-B81F-4A06-A83D-9DFDA75BEEFB}" type="presOf" srcId="{8472D349-B0A9-4013-84CE-BB24E9F4EEB9}" destId="{3228E892-189F-45F7-8EF7-1FB9DB14AD26}" srcOrd="0" destOrd="0" presId="urn:microsoft.com/office/officeart/2005/8/layout/hierarchy4"/>
    <dgm:cxn modelId="{9D48DEAC-4655-41FC-B6C3-6258C2CC0694}" type="presOf" srcId="{4BD58061-A047-44B5-911A-CFD88A530FF7}" destId="{FB9275BD-9B25-49C5-82C3-77017DC33866}" srcOrd="0" destOrd="0" presId="urn:microsoft.com/office/officeart/2005/8/layout/hierarchy4"/>
    <dgm:cxn modelId="{9721BCAF-8451-47CC-9B70-6E81A264F39A}" type="presOf" srcId="{5F17586E-FA3C-456C-8DEC-5D32B194E5FD}" destId="{DADB7B76-A57A-47BA-9160-23EA04527D1F}" srcOrd="0" destOrd="0" presId="urn:microsoft.com/office/officeart/2005/8/layout/hierarchy4"/>
    <dgm:cxn modelId="{D05911B3-1DE7-4DD0-9625-88CEB3DF4B60}" srcId="{ED42883D-3ED9-4EDA-8050-1056F4A920C5}" destId="{65274CAE-3C6A-4B9C-8316-252D69E49A67}" srcOrd="0" destOrd="0" parTransId="{76B8B16E-2B5F-4E0C-BED7-87CCC2CE9B9B}" sibTransId="{01CF7AFE-030D-4F89-AE25-5CFC6372D29B}"/>
    <dgm:cxn modelId="{2B875CF1-81B9-4F63-AF64-2115E075F531}" type="presOf" srcId="{5B99F2C4-B4D7-4019-91B4-253FB3590119}" destId="{A97B938E-C56A-4BFC-800B-192473EE453C}" srcOrd="0" destOrd="0" presId="urn:microsoft.com/office/officeart/2005/8/layout/hierarchy4"/>
    <dgm:cxn modelId="{C00734F6-8D37-4F7C-84AA-428B67C7D183}" type="presOf" srcId="{ED42883D-3ED9-4EDA-8050-1056F4A920C5}" destId="{B2DAB738-CC55-4A04-9EBA-FAC6BE063C93}" srcOrd="0" destOrd="0" presId="urn:microsoft.com/office/officeart/2005/8/layout/hierarchy4"/>
    <dgm:cxn modelId="{6930FCCD-B8D9-4ECE-B032-B4F8C7869779}" type="presParOf" srcId="{3228E892-189F-45F7-8EF7-1FB9DB14AD26}" destId="{45EC8900-3555-4022-B71E-8BD21F6122E3}" srcOrd="0" destOrd="0" presId="urn:microsoft.com/office/officeart/2005/8/layout/hierarchy4"/>
    <dgm:cxn modelId="{39317D1B-9F97-42E7-A2A3-CD4A64FCE178}" type="presParOf" srcId="{45EC8900-3555-4022-B71E-8BD21F6122E3}" destId="{9292C384-7596-4A05-9FCB-663D67C21746}" srcOrd="0" destOrd="0" presId="urn:microsoft.com/office/officeart/2005/8/layout/hierarchy4"/>
    <dgm:cxn modelId="{FF975C53-8639-424C-9751-998032CA53E8}" type="presParOf" srcId="{45EC8900-3555-4022-B71E-8BD21F6122E3}" destId="{6116C755-CE10-4E20-8144-CFBC43687E36}" srcOrd="1" destOrd="0" presId="urn:microsoft.com/office/officeart/2005/8/layout/hierarchy4"/>
    <dgm:cxn modelId="{6F0D586A-10F2-4DAD-AEEC-F985B15A2899}" type="presParOf" srcId="{45EC8900-3555-4022-B71E-8BD21F6122E3}" destId="{A660B2E0-4499-41ED-BBD6-AD2D5C97EE81}" srcOrd="2" destOrd="0" presId="urn:microsoft.com/office/officeart/2005/8/layout/hierarchy4"/>
    <dgm:cxn modelId="{23E686D0-D9A9-48EA-97AA-23B43AB5D4A2}" type="presParOf" srcId="{A660B2E0-4499-41ED-BBD6-AD2D5C97EE81}" destId="{DA9F027E-E00E-4F25-A38D-BD63253BF787}" srcOrd="0" destOrd="0" presId="urn:microsoft.com/office/officeart/2005/8/layout/hierarchy4"/>
    <dgm:cxn modelId="{D88CFD84-A892-4A67-8C8D-46C4B648F9CA}" type="presParOf" srcId="{DA9F027E-E00E-4F25-A38D-BD63253BF787}" destId="{A97B938E-C56A-4BFC-800B-192473EE453C}" srcOrd="0" destOrd="0" presId="urn:microsoft.com/office/officeart/2005/8/layout/hierarchy4"/>
    <dgm:cxn modelId="{22F55B95-7EA9-4EEA-8681-31AD2569453E}" type="presParOf" srcId="{DA9F027E-E00E-4F25-A38D-BD63253BF787}" destId="{BBD96A71-2976-432E-844D-56B43FFE0CD9}" srcOrd="1" destOrd="0" presId="urn:microsoft.com/office/officeart/2005/8/layout/hierarchy4"/>
    <dgm:cxn modelId="{4A9203F6-6DF4-4B05-A946-57F81965D84F}" type="presParOf" srcId="{DA9F027E-E00E-4F25-A38D-BD63253BF787}" destId="{90E63DB0-ABCC-4E58-89F9-88F818AA2320}" srcOrd="2" destOrd="0" presId="urn:microsoft.com/office/officeart/2005/8/layout/hierarchy4"/>
    <dgm:cxn modelId="{90BB6C9A-D676-478D-AC4E-C9DC344B2DFD}" type="presParOf" srcId="{90E63DB0-ABCC-4E58-89F9-88F818AA2320}" destId="{51F7250B-4253-4AC1-A3DA-9BCBCB34F1E9}" srcOrd="0" destOrd="0" presId="urn:microsoft.com/office/officeart/2005/8/layout/hierarchy4"/>
    <dgm:cxn modelId="{67245296-E0B5-483F-A304-A38E3BA5DCD8}" type="presParOf" srcId="{51F7250B-4253-4AC1-A3DA-9BCBCB34F1E9}" destId="{FB9275BD-9B25-49C5-82C3-77017DC33866}" srcOrd="0" destOrd="0" presId="urn:microsoft.com/office/officeart/2005/8/layout/hierarchy4"/>
    <dgm:cxn modelId="{FE4ACF2B-8DC7-449D-99A8-3E44EE2DED08}" type="presParOf" srcId="{51F7250B-4253-4AC1-A3DA-9BCBCB34F1E9}" destId="{92A7C458-B3F2-4AAE-9519-989110F8C0B3}" srcOrd="1" destOrd="0" presId="urn:microsoft.com/office/officeart/2005/8/layout/hierarchy4"/>
    <dgm:cxn modelId="{7C41C1F5-E42D-4D76-8A88-A29692792E1A}" type="presParOf" srcId="{90E63DB0-ABCC-4E58-89F9-88F818AA2320}" destId="{44CDDFAE-6BA0-4EA8-BDE6-747FC86D2493}" srcOrd="1" destOrd="0" presId="urn:microsoft.com/office/officeart/2005/8/layout/hierarchy4"/>
    <dgm:cxn modelId="{C76347A5-90CE-483E-A844-4F56499D9C96}" type="presParOf" srcId="{90E63DB0-ABCC-4E58-89F9-88F818AA2320}" destId="{EBB13E22-408F-4682-ABA4-FF20119EC471}" srcOrd="2" destOrd="0" presId="urn:microsoft.com/office/officeart/2005/8/layout/hierarchy4"/>
    <dgm:cxn modelId="{DC8FBDBE-D798-4051-BA3D-D49AD39701F4}" type="presParOf" srcId="{EBB13E22-408F-4682-ABA4-FF20119EC471}" destId="{DADB7B76-A57A-47BA-9160-23EA04527D1F}" srcOrd="0" destOrd="0" presId="urn:microsoft.com/office/officeart/2005/8/layout/hierarchy4"/>
    <dgm:cxn modelId="{E38D570E-DF23-4331-8458-7B56900CD0D6}" type="presParOf" srcId="{EBB13E22-408F-4682-ABA4-FF20119EC471}" destId="{3AAFE249-0CC7-4B30-85DE-E2C704F0CA69}" srcOrd="1" destOrd="0" presId="urn:microsoft.com/office/officeart/2005/8/layout/hierarchy4"/>
    <dgm:cxn modelId="{4E282B38-D600-47A3-AA02-516DEB33B3CD}" type="presParOf" srcId="{A660B2E0-4499-41ED-BBD6-AD2D5C97EE81}" destId="{3221D952-86C1-4DC1-9CBB-E4641B1F08AD}" srcOrd="1" destOrd="0" presId="urn:microsoft.com/office/officeart/2005/8/layout/hierarchy4"/>
    <dgm:cxn modelId="{1B5327E3-0984-43F6-8513-E6B824D35141}" type="presParOf" srcId="{A660B2E0-4499-41ED-BBD6-AD2D5C97EE81}" destId="{8AE69D6E-4AC8-42B1-97E8-5E557670637F}" srcOrd="2" destOrd="0" presId="urn:microsoft.com/office/officeart/2005/8/layout/hierarchy4"/>
    <dgm:cxn modelId="{7902E30D-E781-444E-A11E-A0D2374B0094}" type="presParOf" srcId="{8AE69D6E-4AC8-42B1-97E8-5E557670637F}" destId="{B2DAB738-CC55-4A04-9EBA-FAC6BE063C93}" srcOrd="0" destOrd="0" presId="urn:microsoft.com/office/officeart/2005/8/layout/hierarchy4"/>
    <dgm:cxn modelId="{8BDCA6DE-F054-4308-AD30-9E7F431F280F}" type="presParOf" srcId="{8AE69D6E-4AC8-42B1-97E8-5E557670637F}" destId="{8B25D29F-A293-4674-A7D1-6A7680378054}" srcOrd="1" destOrd="0" presId="urn:microsoft.com/office/officeart/2005/8/layout/hierarchy4"/>
    <dgm:cxn modelId="{63684157-2B56-4B91-865C-5260696FF9A3}" type="presParOf" srcId="{8AE69D6E-4AC8-42B1-97E8-5E557670637F}" destId="{79516B2B-078D-4729-BA55-0463F85DD7E0}" srcOrd="2" destOrd="0" presId="urn:microsoft.com/office/officeart/2005/8/layout/hierarchy4"/>
    <dgm:cxn modelId="{DB727AB4-D213-4E08-9044-70FB87569F50}" type="presParOf" srcId="{79516B2B-078D-4729-BA55-0463F85DD7E0}" destId="{9538D3F1-2176-43EF-8166-4439B4621EA8}" srcOrd="0" destOrd="0" presId="urn:microsoft.com/office/officeart/2005/8/layout/hierarchy4"/>
    <dgm:cxn modelId="{941E53A3-75E9-4612-A836-39F005CFADB1}" type="presParOf" srcId="{9538D3F1-2176-43EF-8166-4439B4621EA8}" destId="{BFD1559B-D252-417C-B202-9FCB75DD422E}" srcOrd="0" destOrd="0" presId="urn:microsoft.com/office/officeart/2005/8/layout/hierarchy4"/>
    <dgm:cxn modelId="{8D85C09E-A95B-470F-9FBA-62100BDA917B}" type="presParOf" srcId="{9538D3F1-2176-43EF-8166-4439B4621EA8}" destId="{98C0F4C9-268A-4B06-8F8C-B373933DBB7C}"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7C04E8-6141-4841-962B-A9A48BB6E943}" type="doc">
      <dgm:prSet loTypeId="urn:microsoft.com/office/officeart/2005/8/layout/vList2" loCatId="list" qsTypeId="urn:microsoft.com/office/officeart/2005/8/quickstyle/simple3" qsCatId="simple" csTypeId="urn:microsoft.com/office/officeart/2005/8/colors/colorful3" csCatId="colorful" phldr="1"/>
      <dgm:spPr/>
      <dgm:t>
        <a:bodyPr/>
        <a:lstStyle/>
        <a:p>
          <a:endParaRPr lang="es-AR"/>
        </a:p>
      </dgm:t>
    </dgm:pt>
    <dgm:pt modelId="{53DD3222-50B8-455D-801F-7AFA7FE1B6EB}">
      <dgm:prSet/>
      <dgm:spPr/>
      <dgm:t>
        <a:bodyPr/>
        <a:lstStyle/>
        <a:p>
          <a:pPr rtl="0"/>
          <a:r>
            <a:rPr lang="es-AR" dirty="0"/>
            <a:t>En la AR y otras artropatías inflamatorias, se deben a extensión </a:t>
          </a:r>
          <a:r>
            <a:rPr lang="es-AR" dirty="0" err="1"/>
            <a:t>transcondral</a:t>
          </a:r>
          <a:r>
            <a:rPr lang="es-AR" dirty="0"/>
            <a:t> del </a:t>
          </a:r>
          <a:r>
            <a:rPr lang="es-AR" i="1" dirty="0" err="1"/>
            <a:t>pannus</a:t>
          </a:r>
          <a:endParaRPr lang="es-AR" dirty="0"/>
        </a:p>
      </dgm:t>
    </dgm:pt>
    <dgm:pt modelId="{63C2545E-3E59-4BE4-BB64-ABA7FFDE6F78}" type="parTrans" cxnId="{DEB43777-504D-4650-ADF8-87B8F23A70BB}">
      <dgm:prSet/>
      <dgm:spPr/>
      <dgm:t>
        <a:bodyPr/>
        <a:lstStyle/>
        <a:p>
          <a:endParaRPr lang="es-AR"/>
        </a:p>
      </dgm:t>
    </dgm:pt>
    <dgm:pt modelId="{DE91754C-1D8D-4BF1-AB55-64DF5E2CB5E2}" type="sibTrans" cxnId="{DEB43777-504D-4650-ADF8-87B8F23A70BB}">
      <dgm:prSet/>
      <dgm:spPr/>
      <dgm:t>
        <a:bodyPr/>
        <a:lstStyle/>
        <a:p>
          <a:endParaRPr lang="es-AR"/>
        </a:p>
      </dgm:t>
    </dgm:pt>
    <dgm:pt modelId="{A182DE26-39CB-41AE-B92C-5C2855900707}">
      <dgm:prSet/>
      <dgm:spPr/>
      <dgm:t>
        <a:bodyPr/>
        <a:lstStyle/>
        <a:p>
          <a:pPr rtl="0"/>
          <a:r>
            <a:rPr lang="es-AR" dirty="0"/>
            <a:t>En la OA, es frecuente la formación de quistes que aparecen por debajo de la zona de mayor desgaste del cartílago articular; suelen ser múltiples, afectan ambos lados de la articulación y se acompañan de esclerosis ósea y disminución del espacio articular</a:t>
          </a:r>
        </a:p>
      </dgm:t>
    </dgm:pt>
    <dgm:pt modelId="{6F2B1070-E707-47BC-A5BA-E0A8E26029BB}" type="parTrans" cxnId="{84A45394-5228-40A7-AB29-0675C6614D3D}">
      <dgm:prSet/>
      <dgm:spPr/>
      <dgm:t>
        <a:bodyPr/>
        <a:lstStyle/>
        <a:p>
          <a:endParaRPr lang="es-AR"/>
        </a:p>
      </dgm:t>
    </dgm:pt>
    <dgm:pt modelId="{FE5559C9-6B17-4EAF-8013-F22E95BCED3F}" type="sibTrans" cxnId="{84A45394-5228-40A7-AB29-0675C6614D3D}">
      <dgm:prSet/>
      <dgm:spPr/>
      <dgm:t>
        <a:bodyPr/>
        <a:lstStyle/>
        <a:p>
          <a:endParaRPr lang="es-AR"/>
        </a:p>
      </dgm:t>
    </dgm:pt>
    <dgm:pt modelId="{73846FEC-AC0B-4BC0-B0BC-9A7885E7A6CB}" type="pres">
      <dgm:prSet presAssocID="{DA7C04E8-6141-4841-962B-A9A48BB6E943}" presName="linear" presStyleCnt="0">
        <dgm:presLayoutVars>
          <dgm:animLvl val="lvl"/>
          <dgm:resizeHandles val="exact"/>
        </dgm:presLayoutVars>
      </dgm:prSet>
      <dgm:spPr/>
    </dgm:pt>
    <dgm:pt modelId="{BAC1229B-4E6C-4DB8-AF6B-6025E2145EEB}" type="pres">
      <dgm:prSet presAssocID="{53DD3222-50B8-455D-801F-7AFA7FE1B6EB}" presName="parentText" presStyleLbl="node1" presStyleIdx="0" presStyleCnt="2">
        <dgm:presLayoutVars>
          <dgm:chMax val="0"/>
          <dgm:bulletEnabled val="1"/>
        </dgm:presLayoutVars>
      </dgm:prSet>
      <dgm:spPr/>
    </dgm:pt>
    <dgm:pt modelId="{4FB614E0-D101-4FCC-9988-B18AA88A5B7D}" type="pres">
      <dgm:prSet presAssocID="{DE91754C-1D8D-4BF1-AB55-64DF5E2CB5E2}" presName="spacer" presStyleCnt="0"/>
      <dgm:spPr/>
    </dgm:pt>
    <dgm:pt modelId="{D98CE385-69BA-48C1-9B27-D6CEDEB0B321}" type="pres">
      <dgm:prSet presAssocID="{A182DE26-39CB-41AE-B92C-5C2855900707}" presName="parentText" presStyleLbl="node1" presStyleIdx="1" presStyleCnt="2">
        <dgm:presLayoutVars>
          <dgm:chMax val="0"/>
          <dgm:bulletEnabled val="1"/>
        </dgm:presLayoutVars>
      </dgm:prSet>
      <dgm:spPr/>
    </dgm:pt>
  </dgm:ptLst>
  <dgm:cxnLst>
    <dgm:cxn modelId="{AB5B2A11-7B62-4EB0-94CD-3FE01130A86F}" type="presOf" srcId="{A182DE26-39CB-41AE-B92C-5C2855900707}" destId="{D98CE385-69BA-48C1-9B27-D6CEDEB0B321}" srcOrd="0" destOrd="0" presId="urn:microsoft.com/office/officeart/2005/8/layout/vList2"/>
    <dgm:cxn modelId="{DEB43777-504D-4650-ADF8-87B8F23A70BB}" srcId="{DA7C04E8-6141-4841-962B-A9A48BB6E943}" destId="{53DD3222-50B8-455D-801F-7AFA7FE1B6EB}" srcOrd="0" destOrd="0" parTransId="{63C2545E-3E59-4BE4-BB64-ABA7FFDE6F78}" sibTransId="{DE91754C-1D8D-4BF1-AB55-64DF5E2CB5E2}"/>
    <dgm:cxn modelId="{84A45394-5228-40A7-AB29-0675C6614D3D}" srcId="{DA7C04E8-6141-4841-962B-A9A48BB6E943}" destId="{A182DE26-39CB-41AE-B92C-5C2855900707}" srcOrd="1" destOrd="0" parTransId="{6F2B1070-E707-47BC-A5BA-E0A8E26029BB}" sibTransId="{FE5559C9-6B17-4EAF-8013-F22E95BCED3F}"/>
    <dgm:cxn modelId="{F5EBDDB6-6AA4-498F-896A-9EFF6B7C2821}" type="presOf" srcId="{DA7C04E8-6141-4841-962B-A9A48BB6E943}" destId="{73846FEC-AC0B-4BC0-B0BC-9A7885E7A6CB}" srcOrd="0" destOrd="0" presId="urn:microsoft.com/office/officeart/2005/8/layout/vList2"/>
    <dgm:cxn modelId="{BD70C9D5-0A7E-490E-A55E-F04E59153247}" type="presOf" srcId="{53DD3222-50B8-455D-801F-7AFA7FE1B6EB}" destId="{BAC1229B-4E6C-4DB8-AF6B-6025E2145EEB}" srcOrd="0" destOrd="0" presId="urn:microsoft.com/office/officeart/2005/8/layout/vList2"/>
    <dgm:cxn modelId="{2AA5DE3C-81C6-4035-9574-E00E8A942AC0}" type="presParOf" srcId="{73846FEC-AC0B-4BC0-B0BC-9A7885E7A6CB}" destId="{BAC1229B-4E6C-4DB8-AF6B-6025E2145EEB}" srcOrd="0" destOrd="0" presId="urn:microsoft.com/office/officeart/2005/8/layout/vList2"/>
    <dgm:cxn modelId="{483373A4-1B9E-4FF9-926A-030224E9318C}" type="presParOf" srcId="{73846FEC-AC0B-4BC0-B0BC-9A7885E7A6CB}" destId="{4FB614E0-D101-4FCC-9988-B18AA88A5B7D}" srcOrd="1" destOrd="0" presId="urn:microsoft.com/office/officeart/2005/8/layout/vList2"/>
    <dgm:cxn modelId="{FF8C323B-7D68-4F3A-86CE-47C2788E4A18}" type="presParOf" srcId="{73846FEC-AC0B-4BC0-B0BC-9A7885E7A6CB}" destId="{D98CE385-69BA-48C1-9B27-D6CEDEB0B321}"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AACF335-721D-4C8C-A48F-9F00374D6F55}" type="doc">
      <dgm:prSet loTypeId="urn:microsoft.com/office/officeart/2005/8/layout/process1" loCatId="process" qsTypeId="urn:microsoft.com/office/officeart/2005/8/quickstyle/simple5" qsCatId="simple" csTypeId="urn:microsoft.com/office/officeart/2005/8/colors/colorful2" csCatId="colorful" phldr="1"/>
      <dgm:spPr/>
    </dgm:pt>
    <dgm:pt modelId="{5EC7E47C-D388-4769-BDC3-41FAD744F4A1}">
      <dgm:prSet phldrT="[Texto]"/>
      <dgm:spPr/>
      <dgm:t>
        <a:bodyPr/>
        <a:lstStyle/>
        <a:p>
          <a:pPr rtl="0"/>
          <a:r>
            <a:rPr lang="es-AR" i="1" dirty="0">
              <a:solidFill>
                <a:schemeClr val="tx1"/>
              </a:solidFill>
            </a:rPr>
            <a:t>Son lesiones </a:t>
          </a:r>
          <a:r>
            <a:rPr lang="es-AR" i="1" dirty="0" err="1">
              <a:solidFill>
                <a:schemeClr val="tx1"/>
              </a:solidFill>
            </a:rPr>
            <a:t>radiolúcidas</a:t>
          </a:r>
          <a:endParaRPr lang="es-AR" dirty="0">
            <a:solidFill>
              <a:schemeClr val="tx1"/>
            </a:solidFill>
          </a:endParaRPr>
        </a:p>
      </dgm:t>
    </dgm:pt>
    <dgm:pt modelId="{CFF27F9B-5150-4E1E-A4C7-B9465839C04E}" type="parTrans" cxnId="{648F234E-6BDA-4829-B584-2D9C35A5EFC9}">
      <dgm:prSet/>
      <dgm:spPr/>
      <dgm:t>
        <a:bodyPr/>
        <a:lstStyle/>
        <a:p>
          <a:endParaRPr lang="es-AR"/>
        </a:p>
      </dgm:t>
    </dgm:pt>
    <dgm:pt modelId="{9E5BB2B0-AE03-45F4-BD43-26479CBA20CD}" type="sibTrans" cxnId="{648F234E-6BDA-4829-B584-2D9C35A5EFC9}">
      <dgm:prSet/>
      <dgm:spPr/>
      <dgm:t>
        <a:bodyPr/>
        <a:lstStyle/>
        <a:p>
          <a:endParaRPr lang="es-AR"/>
        </a:p>
      </dgm:t>
    </dgm:pt>
    <dgm:pt modelId="{0E99E77C-563A-41F0-809F-39BDB52D7A2E}">
      <dgm:prSet phldrT="[Texto]"/>
      <dgm:spPr/>
      <dgm:t>
        <a:bodyPr/>
        <a:lstStyle/>
        <a:p>
          <a:pPr rtl="0"/>
          <a:r>
            <a:rPr lang="es-AR" i="1" dirty="0">
              <a:solidFill>
                <a:schemeClr val="tx1"/>
              </a:solidFill>
            </a:rPr>
            <a:t>Únicas </a:t>
          </a:r>
          <a:r>
            <a:rPr lang="es-AR" dirty="0">
              <a:solidFill>
                <a:schemeClr val="tx1"/>
              </a:solidFill>
            </a:rPr>
            <a:t>o múltiples</a:t>
          </a:r>
        </a:p>
      </dgm:t>
    </dgm:pt>
    <dgm:pt modelId="{533AE0B7-9291-4A32-B3A4-64A126F0904D}" type="parTrans" cxnId="{DB27A9FF-5676-4BEC-853D-8F01EF80D160}">
      <dgm:prSet/>
      <dgm:spPr/>
      <dgm:t>
        <a:bodyPr/>
        <a:lstStyle/>
        <a:p>
          <a:endParaRPr lang="es-AR"/>
        </a:p>
      </dgm:t>
    </dgm:pt>
    <dgm:pt modelId="{019E2A88-6181-4DA1-B727-AC244B39BD2F}" type="sibTrans" cxnId="{DB27A9FF-5676-4BEC-853D-8F01EF80D160}">
      <dgm:prSet/>
      <dgm:spPr/>
      <dgm:t>
        <a:bodyPr/>
        <a:lstStyle/>
        <a:p>
          <a:endParaRPr lang="es-AR"/>
        </a:p>
      </dgm:t>
    </dgm:pt>
    <dgm:pt modelId="{460D6D90-8812-4715-B5C4-5FD684FF3FFE}">
      <dgm:prSet phldrT="[Texto]"/>
      <dgm:spPr/>
      <dgm:t>
        <a:bodyPr/>
        <a:lstStyle/>
        <a:p>
          <a:pPr rtl="0"/>
          <a:r>
            <a:rPr lang="es-AR" dirty="0">
              <a:solidFill>
                <a:schemeClr val="tx1"/>
              </a:solidFill>
            </a:rPr>
            <a:t>Localizadas en las porciones </a:t>
          </a:r>
          <a:r>
            <a:rPr lang="es-AR" dirty="0" err="1">
              <a:solidFill>
                <a:schemeClr val="tx1"/>
              </a:solidFill>
            </a:rPr>
            <a:t>subcondrales</a:t>
          </a:r>
          <a:r>
            <a:rPr lang="es-AR" dirty="0">
              <a:solidFill>
                <a:schemeClr val="tx1"/>
              </a:solidFill>
            </a:rPr>
            <a:t> de las articulaciones</a:t>
          </a:r>
        </a:p>
      </dgm:t>
    </dgm:pt>
    <dgm:pt modelId="{AE1124D4-59A4-4A11-AEB9-CD3C5D4F3949}" type="parTrans" cxnId="{9D436079-ECF3-4E4E-9A95-F0AE9DFBF628}">
      <dgm:prSet/>
      <dgm:spPr/>
      <dgm:t>
        <a:bodyPr/>
        <a:lstStyle/>
        <a:p>
          <a:endParaRPr lang="es-AR"/>
        </a:p>
      </dgm:t>
    </dgm:pt>
    <dgm:pt modelId="{0989522D-4234-4A84-9550-0578C8F4D4AD}" type="sibTrans" cxnId="{9D436079-ECF3-4E4E-9A95-F0AE9DFBF628}">
      <dgm:prSet/>
      <dgm:spPr/>
      <dgm:t>
        <a:bodyPr/>
        <a:lstStyle/>
        <a:p>
          <a:endParaRPr lang="es-AR"/>
        </a:p>
      </dgm:t>
    </dgm:pt>
    <dgm:pt modelId="{0DE93B54-559B-48A2-9BFC-FB7E90DCC2B0}">
      <dgm:prSet phldrT="[Texto]"/>
      <dgm:spPr/>
      <dgm:t>
        <a:bodyPr/>
        <a:lstStyle/>
        <a:p>
          <a:pPr rtl="0"/>
          <a:r>
            <a:rPr lang="es-AR" dirty="0">
              <a:solidFill>
                <a:schemeClr val="tx1"/>
              </a:solidFill>
            </a:rPr>
            <a:t>Rodeadas por hueso de apariencia normal y debidas a una invaginación sinovial dentro del hueso</a:t>
          </a:r>
        </a:p>
      </dgm:t>
    </dgm:pt>
    <dgm:pt modelId="{CD2613FF-2ED7-4A29-89D5-00DB838DD8F6}" type="parTrans" cxnId="{EB4C164A-8C86-49B5-A584-C3A2FC0C132E}">
      <dgm:prSet/>
      <dgm:spPr/>
      <dgm:t>
        <a:bodyPr/>
        <a:lstStyle/>
        <a:p>
          <a:endParaRPr lang="es-AR"/>
        </a:p>
      </dgm:t>
    </dgm:pt>
    <dgm:pt modelId="{FD087C37-48E3-4378-A353-C462844CD822}" type="sibTrans" cxnId="{EB4C164A-8C86-49B5-A584-C3A2FC0C132E}">
      <dgm:prSet/>
      <dgm:spPr/>
      <dgm:t>
        <a:bodyPr/>
        <a:lstStyle/>
        <a:p>
          <a:endParaRPr lang="es-AR"/>
        </a:p>
      </dgm:t>
    </dgm:pt>
    <dgm:pt modelId="{FCB3FB08-A188-4D77-B50A-242E06B38CC0}" type="pres">
      <dgm:prSet presAssocID="{6AACF335-721D-4C8C-A48F-9F00374D6F55}" presName="Name0" presStyleCnt="0">
        <dgm:presLayoutVars>
          <dgm:dir/>
          <dgm:resizeHandles val="exact"/>
        </dgm:presLayoutVars>
      </dgm:prSet>
      <dgm:spPr/>
    </dgm:pt>
    <dgm:pt modelId="{0D4B74BB-FFF4-4491-B56A-DC4CFA49BB61}" type="pres">
      <dgm:prSet presAssocID="{5EC7E47C-D388-4769-BDC3-41FAD744F4A1}" presName="node" presStyleLbl="node1" presStyleIdx="0" presStyleCnt="4">
        <dgm:presLayoutVars>
          <dgm:bulletEnabled val="1"/>
        </dgm:presLayoutVars>
      </dgm:prSet>
      <dgm:spPr/>
    </dgm:pt>
    <dgm:pt modelId="{E4C9B7A4-4A98-4E87-9731-754894C19D8A}" type="pres">
      <dgm:prSet presAssocID="{9E5BB2B0-AE03-45F4-BD43-26479CBA20CD}" presName="sibTrans" presStyleLbl="sibTrans2D1" presStyleIdx="0" presStyleCnt="3"/>
      <dgm:spPr/>
    </dgm:pt>
    <dgm:pt modelId="{28FD971D-2199-4437-AE28-7B5D8DB38B77}" type="pres">
      <dgm:prSet presAssocID="{9E5BB2B0-AE03-45F4-BD43-26479CBA20CD}" presName="connectorText" presStyleLbl="sibTrans2D1" presStyleIdx="0" presStyleCnt="3"/>
      <dgm:spPr/>
    </dgm:pt>
    <dgm:pt modelId="{52250B65-32AA-488F-98FD-147EE7FB1881}" type="pres">
      <dgm:prSet presAssocID="{0E99E77C-563A-41F0-809F-39BDB52D7A2E}" presName="node" presStyleLbl="node1" presStyleIdx="1" presStyleCnt="4">
        <dgm:presLayoutVars>
          <dgm:bulletEnabled val="1"/>
        </dgm:presLayoutVars>
      </dgm:prSet>
      <dgm:spPr/>
    </dgm:pt>
    <dgm:pt modelId="{86C2C29A-18A5-4A59-A9D6-E20478B890D1}" type="pres">
      <dgm:prSet presAssocID="{019E2A88-6181-4DA1-B727-AC244B39BD2F}" presName="sibTrans" presStyleLbl="sibTrans2D1" presStyleIdx="1" presStyleCnt="3"/>
      <dgm:spPr/>
    </dgm:pt>
    <dgm:pt modelId="{F23F0F07-03EA-4C7A-A3A4-6D1682CFA014}" type="pres">
      <dgm:prSet presAssocID="{019E2A88-6181-4DA1-B727-AC244B39BD2F}" presName="connectorText" presStyleLbl="sibTrans2D1" presStyleIdx="1" presStyleCnt="3"/>
      <dgm:spPr/>
    </dgm:pt>
    <dgm:pt modelId="{D77C0DD6-A6B1-4863-8240-3AE80914B3B5}" type="pres">
      <dgm:prSet presAssocID="{460D6D90-8812-4715-B5C4-5FD684FF3FFE}" presName="node" presStyleLbl="node1" presStyleIdx="2" presStyleCnt="4">
        <dgm:presLayoutVars>
          <dgm:bulletEnabled val="1"/>
        </dgm:presLayoutVars>
      </dgm:prSet>
      <dgm:spPr/>
    </dgm:pt>
    <dgm:pt modelId="{CE60D83D-5F58-4DF0-8866-E3E50F910368}" type="pres">
      <dgm:prSet presAssocID="{0989522D-4234-4A84-9550-0578C8F4D4AD}" presName="sibTrans" presStyleLbl="sibTrans2D1" presStyleIdx="2" presStyleCnt="3"/>
      <dgm:spPr/>
    </dgm:pt>
    <dgm:pt modelId="{16826112-7315-4AB5-B8AE-D8E772B4D77F}" type="pres">
      <dgm:prSet presAssocID="{0989522D-4234-4A84-9550-0578C8F4D4AD}" presName="connectorText" presStyleLbl="sibTrans2D1" presStyleIdx="2" presStyleCnt="3"/>
      <dgm:spPr/>
    </dgm:pt>
    <dgm:pt modelId="{2E29B472-431D-419F-BFD5-E92AE4F3D027}" type="pres">
      <dgm:prSet presAssocID="{0DE93B54-559B-48A2-9BFC-FB7E90DCC2B0}" presName="node" presStyleLbl="node1" presStyleIdx="3" presStyleCnt="4">
        <dgm:presLayoutVars>
          <dgm:bulletEnabled val="1"/>
        </dgm:presLayoutVars>
      </dgm:prSet>
      <dgm:spPr/>
    </dgm:pt>
  </dgm:ptLst>
  <dgm:cxnLst>
    <dgm:cxn modelId="{34FFD466-FE5E-499B-BAC8-4B4BFAB4481B}" type="presOf" srcId="{0E99E77C-563A-41F0-809F-39BDB52D7A2E}" destId="{52250B65-32AA-488F-98FD-147EE7FB1881}" srcOrd="0" destOrd="0" presId="urn:microsoft.com/office/officeart/2005/8/layout/process1"/>
    <dgm:cxn modelId="{E1496469-AB38-48F2-91F6-117B7B0DDDC6}" type="presOf" srcId="{019E2A88-6181-4DA1-B727-AC244B39BD2F}" destId="{F23F0F07-03EA-4C7A-A3A4-6D1682CFA014}" srcOrd="1" destOrd="0" presId="urn:microsoft.com/office/officeart/2005/8/layout/process1"/>
    <dgm:cxn modelId="{EB4C164A-8C86-49B5-A584-C3A2FC0C132E}" srcId="{6AACF335-721D-4C8C-A48F-9F00374D6F55}" destId="{0DE93B54-559B-48A2-9BFC-FB7E90DCC2B0}" srcOrd="3" destOrd="0" parTransId="{CD2613FF-2ED7-4A29-89D5-00DB838DD8F6}" sibTransId="{FD087C37-48E3-4378-A353-C462844CD822}"/>
    <dgm:cxn modelId="{648F234E-6BDA-4829-B584-2D9C35A5EFC9}" srcId="{6AACF335-721D-4C8C-A48F-9F00374D6F55}" destId="{5EC7E47C-D388-4769-BDC3-41FAD744F4A1}" srcOrd="0" destOrd="0" parTransId="{CFF27F9B-5150-4E1E-A4C7-B9465839C04E}" sibTransId="{9E5BB2B0-AE03-45F4-BD43-26479CBA20CD}"/>
    <dgm:cxn modelId="{0D26624E-66A0-437A-8706-4640727DA9D2}" type="presOf" srcId="{0989522D-4234-4A84-9550-0578C8F4D4AD}" destId="{CE60D83D-5F58-4DF0-8866-E3E50F910368}" srcOrd="0" destOrd="0" presId="urn:microsoft.com/office/officeart/2005/8/layout/process1"/>
    <dgm:cxn modelId="{9D436079-ECF3-4E4E-9A95-F0AE9DFBF628}" srcId="{6AACF335-721D-4C8C-A48F-9F00374D6F55}" destId="{460D6D90-8812-4715-B5C4-5FD684FF3FFE}" srcOrd="2" destOrd="0" parTransId="{AE1124D4-59A4-4A11-AEB9-CD3C5D4F3949}" sibTransId="{0989522D-4234-4A84-9550-0578C8F4D4AD}"/>
    <dgm:cxn modelId="{7932ED5A-50EA-440F-95ED-BAECC6ADBE06}" type="presOf" srcId="{9E5BB2B0-AE03-45F4-BD43-26479CBA20CD}" destId="{28FD971D-2199-4437-AE28-7B5D8DB38B77}" srcOrd="1" destOrd="0" presId="urn:microsoft.com/office/officeart/2005/8/layout/process1"/>
    <dgm:cxn modelId="{D5DEEC81-EB71-4D97-AED4-F6F9049B8085}" type="presOf" srcId="{5EC7E47C-D388-4769-BDC3-41FAD744F4A1}" destId="{0D4B74BB-FFF4-4491-B56A-DC4CFA49BB61}" srcOrd="0" destOrd="0" presId="urn:microsoft.com/office/officeart/2005/8/layout/process1"/>
    <dgm:cxn modelId="{25BA2792-6CAA-4DCC-BF94-CD15BD100C9A}" type="presOf" srcId="{6AACF335-721D-4C8C-A48F-9F00374D6F55}" destId="{FCB3FB08-A188-4D77-B50A-242E06B38CC0}" srcOrd="0" destOrd="0" presId="urn:microsoft.com/office/officeart/2005/8/layout/process1"/>
    <dgm:cxn modelId="{D2FE8BA5-E2A4-4A4A-B32A-AFB56F2BAD9E}" type="presOf" srcId="{019E2A88-6181-4DA1-B727-AC244B39BD2F}" destId="{86C2C29A-18A5-4A59-A9D6-E20478B890D1}" srcOrd="0" destOrd="0" presId="urn:microsoft.com/office/officeart/2005/8/layout/process1"/>
    <dgm:cxn modelId="{070DA4A7-B564-4521-A3DC-3578B4441AD4}" type="presOf" srcId="{0989522D-4234-4A84-9550-0578C8F4D4AD}" destId="{16826112-7315-4AB5-B8AE-D8E772B4D77F}" srcOrd="1" destOrd="0" presId="urn:microsoft.com/office/officeart/2005/8/layout/process1"/>
    <dgm:cxn modelId="{2DB095B1-97BD-428D-BA19-85412EF8C4FF}" type="presOf" srcId="{460D6D90-8812-4715-B5C4-5FD684FF3FFE}" destId="{D77C0DD6-A6B1-4863-8240-3AE80914B3B5}" srcOrd="0" destOrd="0" presId="urn:microsoft.com/office/officeart/2005/8/layout/process1"/>
    <dgm:cxn modelId="{09F8FFC0-EA55-4052-9468-25C02353416B}" type="presOf" srcId="{0DE93B54-559B-48A2-9BFC-FB7E90DCC2B0}" destId="{2E29B472-431D-419F-BFD5-E92AE4F3D027}" srcOrd="0" destOrd="0" presId="urn:microsoft.com/office/officeart/2005/8/layout/process1"/>
    <dgm:cxn modelId="{634242F6-C1C6-48ED-898B-07ACEAA96479}" type="presOf" srcId="{9E5BB2B0-AE03-45F4-BD43-26479CBA20CD}" destId="{E4C9B7A4-4A98-4E87-9731-754894C19D8A}" srcOrd="0" destOrd="0" presId="urn:microsoft.com/office/officeart/2005/8/layout/process1"/>
    <dgm:cxn modelId="{DB27A9FF-5676-4BEC-853D-8F01EF80D160}" srcId="{6AACF335-721D-4C8C-A48F-9F00374D6F55}" destId="{0E99E77C-563A-41F0-809F-39BDB52D7A2E}" srcOrd="1" destOrd="0" parTransId="{533AE0B7-9291-4A32-B3A4-64A126F0904D}" sibTransId="{019E2A88-6181-4DA1-B727-AC244B39BD2F}"/>
    <dgm:cxn modelId="{AD644F60-1286-4B42-B261-EE82E2EBEC9D}" type="presParOf" srcId="{FCB3FB08-A188-4D77-B50A-242E06B38CC0}" destId="{0D4B74BB-FFF4-4491-B56A-DC4CFA49BB61}" srcOrd="0" destOrd="0" presId="urn:microsoft.com/office/officeart/2005/8/layout/process1"/>
    <dgm:cxn modelId="{CAA9A1DB-A071-4E16-986C-0ED46FC40C0B}" type="presParOf" srcId="{FCB3FB08-A188-4D77-B50A-242E06B38CC0}" destId="{E4C9B7A4-4A98-4E87-9731-754894C19D8A}" srcOrd="1" destOrd="0" presId="urn:microsoft.com/office/officeart/2005/8/layout/process1"/>
    <dgm:cxn modelId="{D1941E90-EC62-4E0F-94D6-28A5F1AA04EA}" type="presParOf" srcId="{E4C9B7A4-4A98-4E87-9731-754894C19D8A}" destId="{28FD971D-2199-4437-AE28-7B5D8DB38B77}" srcOrd="0" destOrd="0" presId="urn:microsoft.com/office/officeart/2005/8/layout/process1"/>
    <dgm:cxn modelId="{EE8DA7B4-89C1-4DE1-89C9-601426DC4284}" type="presParOf" srcId="{FCB3FB08-A188-4D77-B50A-242E06B38CC0}" destId="{52250B65-32AA-488F-98FD-147EE7FB1881}" srcOrd="2" destOrd="0" presId="urn:microsoft.com/office/officeart/2005/8/layout/process1"/>
    <dgm:cxn modelId="{83030F18-CE8D-4A66-A7D3-1120E08607BA}" type="presParOf" srcId="{FCB3FB08-A188-4D77-B50A-242E06B38CC0}" destId="{86C2C29A-18A5-4A59-A9D6-E20478B890D1}" srcOrd="3" destOrd="0" presId="urn:microsoft.com/office/officeart/2005/8/layout/process1"/>
    <dgm:cxn modelId="{7FFDD834-0D52-4616-A827-E2A2ADB894A9}" type="presParOf" srcId="{86C2C29A-18A5-4A59-A9D6-E20478B890D1}" destId="{F23F0F07-03EA-4C7A-A3A4-6D1682CFA014}" srcOrd="0" destOrd="0" presId="urn:microsoft.com/office/officeart/2005/8/layout/process1"/>
    <dgm:cxn modelId="{01415F0F-9B0D-47E8-936A-C69D75C68025}" type="presParOf" srcId="{FCB3FB08-A188-4D77-B50A-242E06B38CC0}" destId="{D77C0DD6-A6B1-4863-8240-3AE80914B3B5}" srcOrd="4" destOrd="0" presId="urn:microsoft.com/office/officeart/2005/8/layout/process1"/>
    <dgm:cxn modelId="{685DEDAC-F7C1-42BB-BE3D-535AC9A3B5D1}" type="presParOf" srcId="{FCB3FB08-A188-4D77-B50A-242E06B38CC0}" destId="{CE60D83D-5F58-4DF0-8866-E3E50F910368}" srcOrd="5" destOrd="0" presId="urn:microsoft.com/office/officeart/2005/8/layout/process1"/>
    <dgm:cxn modelId="{F7358DE0-9016-46F8-8B7B-86650D2115B9}" type="presParOf" srcId="{CE60D83D-5F58-4DF0-8866-E3E50F910368}" destId="{16826112-7315-4AB5-B8AE-D8E772B4D77F}" srcOrd="0" destOrd="0" presId="urn:microsoft.com/office/officeart/2005/8/layout/process1"/>
    <dgm:cxn modelId="{71388952-351A-42DF-A0BF-5880445AD907}" type="presParOf" srcId="{FCB3FB08-A188-4D77-B50A-242E06B38CC0}" destId="{2E29B472-431D-419F-BFD5-E92AE4F3D027}" srcOrd="6"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EE90FF8-8E1D-486D-B187-6C9873CD0734}" type="doc">
      <dgm:prSet loTypeId="urn:microsoft.com/office/officeart/2005/8/layout/hierarchy4" loCatId="list" qsTypeId="urn:microsoft.com/office/officeart/2005/8/quickstyle/simple3" qsCatId="simple" csTypeId="urn:microsoft.com/office/officeart/2005/8/colors/colorful3" csCatId="colorful" phldr="1"/>
      <dgm:spPr/>
      <dgm:t>
        <a:bodyPr/>
        <a:lstStyle/>
        <a:p>
          <a:endParaRPr lang="es-AR"/>
        </a:p>
      </dgm:t>
    </dgm:pt>
    <dgm:pt modelId="{E116D369-1528-47F4-BCB4-6FEB0B59D952}">
      <dgm:prSet/>
      <dgm:spPr/>
      <dgm:t>
        <a:bodyPr/>
        <a:lstStyle/>
        <a:p>
          <a:pPr rtl="0"/>
          <a:r>
            <a:rPr lang="es-ES" altLang="es-AR" b="1" u="sng" dirty="0">
              <a:latin typeface="Bookman Old Style" pitchFamily="18" charset="0"/>
            </a:rPr>
            <a:t>NEOFORMACIÓN</a:t>
          </a:r>
        </a:p>
      </dgm:t>
    </dgm:pt>
    <dgm:pt modelId="{922D7B21-ED55-409D-8F50-1CA4BB9C463D}" type="parTrans" cxnId="{36A4080E-5BE3-438E-A9E8-E088F6EFDB2E}">
      <dgm:prSet/>
      <dgm:spPr/>
      <dgm:t>
        <a:bodyPr/>
        <a:lstStyle/>
        <a:p>
          <a:endParaRPr lang="es-AR"/>
        </a:p>
      </dgm:t>
    </dgm:pt>
    <dgm:pt modelId="{14695FDA-FDC4-4AA0-9284-C2CDC687D603}" type="sibTrans" cxnId="{36A4080E-5BE3-438E-A9E8-E088F6EFDB2E}">
      <dgm:prSet/>
      <dgm:spPr/>
      <dgm:t>
        <a:bodyPr/>
        <a:lstStyle/>
        <a:p>
          <a:endParaRPr lang="es-AR"/>
        </a:p>
      </dgm:t>
    </dgm:pt>
    <dgm:pt modelId="{31DFC356-B8D5-45F7-A793-298D8F04F11F}">
      <dgm:prSet/>
      <dgm:spPr/>
      <dgm:t>
        <a:bodyPr/>
        <a:lstStyle/>
        <a:p>
          <a:pPr rtl="0"/>
          <a:r>
            <a:rPr lang="es-ES" i="1" dirty="0"/>
            <a:t>Periostitis</a:t>
          </a:r>
          <a:endParaRPr lang="es-ES" b="1" i="1" dirty="0"/>
        </a:p>
      </dgm:t>
    </dgm:pt>
    <dgm:pt modelId="{9D4E5842-8E9F-456F-AD5B-F06DC7404F32}" type="parTrans" cxnId="{ADF86C5E-BA4E-4760-8A5B-99497E6CEDA6}">
      <dgm:prSet/>
      <dgm:spPr/>
      <dgm:t>
        <a:bodyPr/>
        <a:lstStyle/>
        <a:p>
          <a:endParaRPr lang="es-AR"/>
        </a:p>
      </dgm:t>
    </dgm:pt>
    <dgm:pt modelId="{145552A5-6EE8-4C9D-92BB-60A84F79B2EA}" type="sibTrans" cxnId="{ADF86C5E-BA4E-4760-8A5B-99497E6CEDA6}">
      <dgm:prSet/>
      <dgm:spPr/>
      <dgm:t>
        <a:bodyPr/>
        <a:lstStyle/>
        <a:p>
          <a:endParaRPr lang="es-AR"/>
        </a:p>
      </dgm:t>
    </dgm:pt>
    <dgm:pt modelId="{864B64E3-5287-47D0-8D77-98ECBB296F1F}">
      <dgm:prSet/>
      <dgm:spPr/>
      <dgm:t>
        <a:bodyPr/>
        <a:lstStyle/>
        <a:p>
          <a:pPr rtl="0"/>
          <a:r>
            <a:rPr lang="es-ES" i="1" dirty="0" err="1"/>
            <a:t>Osteofitos</a:t>
          </a:r>
          <a:endParaRPr lang="es-ES" i="1" dirty="0"/>
        </a:p>
      </dgm:t>
    </dgm:pt>
    <dgm:pt modelId="{2F2A671B-D036-4999-ACA0-87158F822CFE}" type="parTrans" cxnId="{A74063E6-8CA7-41DC-BF94-7F41E0DB9E03}">
      <dgm:prSet/>
      <dgm:spPr/>
      <dgm:t>
        <a:bodyPr/>
        <a:lstStyle/>
        <a:p>
          <a:endParaRPr lang="es-AR"/>
        </a:p>
      </dgm:t>
    </dgm:pt>
    <dgm:pt modelId="{D697357E-91D1-41EE-9488-8790DE279DE7}" type="sibTrans" cxnId="{A74063E6-8CA7-41DC-BF94-7F41E0DB9E03}">
      <dgm:prSet/>
      <dgm:spPr/>
      <dgm:t>
        <a:bodyPr/>
        <a:lstStyle/>
        <a:p>
          <a:endParaRPr lang="es-AR"/>
        </a:p>
      </dgm:t>
    </dgm:pt>
    <dgm:pt modelId="{112885B7-4DEB-436E-897C-A2BD34CE17C8}">
      <dgm:prSet/>
      <dgm:spPr/>
      <dgm:t>
        <a:bodyPr/>
        <a:lstStyle/>
        <a:p>
          <a:pPr rtl="0"/>
          <a:r>
            <a:rPr lang="es-ES" i="1" dirty="0" err="1"/>
            <a:t>Sindesmofitos</a:t>
          </a:r>
          <a:endParaRPr lang="es-ES" i="1" dirty="0"/>
        </a:p>
      </dgm:t>
    </dgm:pt>
    <dgm:pt modelId="{DD91384C-54A0-46E4-94B0-CA24ACE6E049}" type="parTrans" cxnId="{00FAC3C8-5C4C-4225-8C52-D4794CE10912}">
      <dgm:prSet/>
      <dgm:spPr/>
      <dgm:t>
        <a:bodyPr/>
        <a:lstStyle/>
        <a:p>
          <a:endParaRPr lang="es-AR"/>
        </a:p>
      </dgm:t>
    </dgm:pt>
    <dgm:pt modelId="{C5FCE739-F842-4685-8D7A-1865C5D6D96A}" type="sibTrans" cxnId="{00FAC3C8-5C4C-4225-8C52-D4794CE10912}">
      <dgm:prSet/>
      <dgm:spPr/>
      <dgm:t>
        <a:bodyPr/>
        <a:lstStyle/>
        <a:p>
          <a:endParaRPr lang="es-AR"/>
        </a:p>
      </dgm:t>
    </dgm:pt>
    <dgm:pt modelId="{1BDAE02D-7AF2-4D11-AE1A-C8FD3F6BFD12}">
      <dgm:prSet/>
      <dgm:spPr/>
      <dgm:t>
        <a:bodyPr/>
        <a:lstStyle/>
        <a:p>
          <a:pPr rtl="0"/>
          <a:r>
            <a:rPr lang="es-ES" dirty="0"/>
            <a:t>Imagen de </a:t>
          </a:r>
          <a:r>
            <a:rPr lang="es-ES" dirty="0" err="1"/>
            <a:t>desflecamiento</a:t>
          </a:r>
          <a:r>
            <a:rPr lang="es-ES" dirty="0"/>
            <a:t> ósea</a:t>
          </a:r>
          <a:endParaRPr lang="es-ES" b="1" i="1" dirty="0"/>
        </a:p>
      </dgm:t>
    </dgm:pt>
    <dgm:pt modelId="{B2719D95-B562-46EC-A03E-C712CA97A6B0}" type="parTrans" cxnId="{B780639B-1FFD-4B83-880A-1965AA45CD98}">
      <dgm:prSet/>
      <dgm:spPr/>
      <dgm:t>
        <a:bodyPr/>
        <a:lstStyle/>
        <a:p>
          <a:endParaRPr lang="es-AR"/>
        </a:p>
      </dgm:t>
    </dgm:pt>
    <dgm:pt modelId="{EE00F573-9320-4F3C-BFB9-EBA4D2EAB6AF}" type="sibTrans" cxnId="{B780639B-1FFD-4B83-880A-1965AA45CD98}">
      <dgm:prSet/>
      <dgm:spPr/>
      <dgm:t>
        <a:bodyPr/>
        <a:lstStyle/>
        <a:p>
          <a:endParaRPr lang="es-AR"/>
        </a:p>
      </dgm:t>
    </dgm:pt>
    <dgm:pt modelId="{B5F9B592-28EF-441A-9E69-AF23E56810D4}">
      <dgm:prSet/>
      <dgm:spPr/>
      <dgm:t>
        <a:bodyPr/>
        <a:lstStyle/>
        <a:p>
          <a:pPr rtl="0"/>
          <a:r>
            <a:rPr lang="es-ES" dirty="0"/>
            <a:t>Proliferación ósea de crecimiento horizontal y de base ancha proximal</a:t>
          </a:r>
          <a:endParaRPr lang="es-ES" i="1" dirty="0"/>
        </a:p>
      </dgm:t>
    </dgm:pt>
    <dgm:pt modelId="{892EDE0D-D9EA-4F65-9868-0A86D9902216}" type="parTrans" cxnId="{C54A5799-DC4E-4FD2-987D-F9A9B7ADA37E}">
      <dgm:prSet/>
      <dgm:spPr/>
      <dgm:t>
        <a:bodyPr/>
        <a:lstStyle/>
        <a:p>
          <a:endParaRPr lang="es-AR"/>
        </a:p>
      </dgm:t>
    </dgm:pt>
    <dgm:pt modelId="{13C8E8F8-F830-46F1-B5A2-7A9A91E4566D}" type="sibTrans" cxnId="{C54A5799-DC4E-4FD2-987D-F9A9B7ADA37E}">
      <dgm:prSet/>
      <dgm:spPr/>
      <dgm:t>
        <a:bodyPr/>
        <a:lstStyle/>
        <a:p>
          <a:endParaRPr lang="es-AR"/>
        </a:p>
      </dgm:t>
    </dgm:pt>
    <dgm:pt modelId="{E4D05B60-BF04-4C76-B2D0-4AC6FBB26874}">
      <dgm:prSet/>
      <dgm:spPr/>
      <dgm:t>
        <a:bodyPr/>
        <a:lstStyle/>
        <a:p>
          <a:pPr rtl="0"/>
          <a:r>
            <a:rPr lang="es-ES" i="1" dirty="0"/>
            <a:t> P</a:t>
          </a:r>
          <a:r>
            <a:rPr lang="es-ES" dirty="0"/>
            <a:t>uente óseo ocasionado por la calcificación-osificación de la periferia de los discos intervertebrales</a:t>
          </a:r>
          <a:endParaRPr lang="es-ES" i="1" dirty="0"/>
        </a:p>
      </dgm:t>
    </dgm:pt>
    <dgm:pt modelId="{6D3A59E6-666F-4975-9154-1096C69B2524}" type="parTrans" cxnId="{049ABF14-72D4-405F-9C8D-55946F8E5CE1}">
      <dgm:prSet/>
      <dgm:spPr/>
      <dgm:t>
        <a:bodyPr/>
        <a:lstStyle/>
        <a:p>
          <a:endParaRPr lang="es-AR"/>
        </a:p>
      </dgm:t>
    </dgm:pt>
    <dgm:pt modelId="{D1209436-1DB5-4A8B-A2BF-D7F03978FE80}" type="sibTrans" cxnId="{049ABF14-72D4-405F-9C8D-55946F8E5CE1}">
      <dgm:prSet/>
      <dgm:spPr/>
      <dgm:t>
        <a:bodyPr/>
        <a:lstStyle/>
        <a:p>
          <a:endParaRPr lang="es-AR"/>
        </a:p>
      </dgm:t>
    </dgm:pt>
    <dgm:pt modelId="{273548C8-9D9D-48E2-908A-B6C95486AECA}">
      <dgm:prSet/>
      <dgm:spPr/>
      <dgm:t>
        <a:bodyPr/>
        <a:lstStyle/>
        <a:p>
          <a:pPr rtl="0"/>
          <a:r>
            <a:rPr kumimoji="0" lang="es-ES" altLang="es-AR" b="0" i="0" u="none" strike="noStrike" cap="none" normalizeH="0" baseline="0" dirty="0">
              <a:ln>
                <a:noFill/>
              </a:ln>
              <a:solidFill>
                <a:schemeClr val="tx1"/>
              </a:solidFill>
              <a:effectLst/>
              <a:latin typeface="Bookman Old Style" pitchFamily="18" charset="0"/>
              <a:cs typeface="Times New Roman" pitchFamily="18" charset="0"/>
            </a:rPr>
            <a:t>AR </a:t>
          </a:r>
          <a:r>
            <a:rPr kumimoji="0" lang="es-ES" altLang="es-AR" b="0" i="0" u="none" strike="noStrike" cap="none" normalizeH="0" baseline="0">
              <a:ln>
                <a:noFill/>
              </a:ln>
              <a:solidFill>
                <a:schemeClr val="tx1"/>
              </a:solidFill>
              <a:effectLst/>
              <a:latin typeface="Bookman Old Style" pitchFamily="18" charset="0"/>
              <a:cs typeface="Times New Roman" pitchFamily="18" charset="0"/>
            </a:rPr>
            <a:t>Juvenil Artritis </a:t>
          </a:r>
          <a:r>
            <a:rPr kumimoji="0" lang="es-ES" altLang="es-AR" b="0" i="0" u="none" strike="noStrike" cap="none" normalizeH="0" baseline="0" dirty="0">
              <a:ln>
                <a:noFill/>
              </a:ln>
              <a:solidFill>
                <a:schemeClr val="tx1"/>
              </a:solidFill>
              <a:effectLst/>
              <a:latin typeface="Bookman Old Style" pitchFamily="18" charset="0"/>
              <a:cs typeface="Times New Roman" pitchFamily="18" charset="0"/>
            </a:rPr>
            <a:t>Reactivas A </a:t>
          </a:r>
          <a:r>
            <a:rPr kumimoji="0" lang="es-ES" altLang="es-AR" b="0" i="0" u="none" strike="noStrike" cap="none" normalizeH="0" baseline="0" dirty="0" err="1">
              <a:ln>
                <a:noFill/>
              </a:ln>
              <a:solidFill>
                <a:schemeClr val="tx1"/>
              </a:solidFill>
              <a:effectLst/>
              <a:latin typeface="Bookman Old Style" pitchFamily="18" charset="0"/>
              <a:cs typeface="Times New Roman" pitchFamily="18" charset="0"/>
            </a:rPr>
            <a:t>Ps.</a:t>
          </a:r>
          <a:r>
            <a:rPr kumimoji="0" lang="es-ES" altLang="es-AR" b="0" i="0" u="none" strike="noStrike" cap="none" normalizeH="0" baseline="0" dirty="0">
              <a:ln>
                <a:noFill/>
              </a:ln>
              <a:solidFill>
                <a:schemeClr val="tx1"/>
              </a:solidFill>
              <a:effectLst/>
              <a:latin typeface="Bookman Old Style" pitchFamily="18" charset="0"/>
              <a:cs typeface="Times New Roman" pitchFamily="18" charset="0"/>
            </a:rPr>
            <a:t> Osteoartropatía </a:t>
          </a:r>
          <a:r>
            <a:rPr kumimoji="0" lang="es-ES" altLang="es-AR" b="0" i="0" u="none" strike="noStrike" cap="none" normalizeH="0" baseline="0" dirty="0" err="1">
              <a:ln>
                <a:noFill/>
              </a:ln>
              <a:solidFill>
                <a:schemeClr val="tx1"/>
              </a:solidFill>
              <a:effectLst/>
              <a:latin typeface="Bookman Old Style" pitchFamily="18" charset="0"/>
              <a:cs typeface="Times New Roman" pitchFamily="18" charset="0"/>
            </a:rPr>
            <a:t>hipertrofiante</a:t>
          </a:r>
          <a:r>
            <a:rPr kumimoji="0" lang="es-ES" altLang="es-AR" b="0" i="0" u="none" strike="noStrike" cap="none" normalizeH="0" baseline="0" dirty="0">
              <a:ln>
                <a:noFill/>
              </a:ln>
              <a:solidFill>
                <a:schemeClr val="tx1"/>
              </a:solidFill>
              <a:effectLst/>
              <a:latin typeface="Bookman Old Style" pitchFamily="18" charset="0"/>
              <a:cs typeface="Times New Roman" pitchFamily="18" charset="0"/>
            </a:rPr>
            <a:t> Acromegalia  Neoplasias Infecciones</a:t>
          </a:r>
          <a:endParaRPr lang="es-ES" b="1" i="1" dirty="0"/>
        </a:p>
      </dgm:t>
    </dgm:pt>
    <dgm:pt modelId="{B9417C5C-2E3E-4863-8F75-D686C4CA3186}" type="parTrans" cxnId="{76F8661C-782C-4062-84DE-C42D23F7A450}">
      <dgm:prSet/>
      <dgm:spPr/>
      <dgm:t>
        <a:bodyPr/>
        <a:lstStyle/>
        <a:p>
          <a:endParaRPr lang="es-AR"/>
        </a:p>
      </dgm:t>
    </dgm:pt>
    <dgm:pt modelId="{B941684E-BAA0-4353-88F4-B7A4D6801AA7}" type="sibTrans" cxnId="{76F8661C-782C-4062-84DE-C42D23F7A450}">
      <dgm:prSet/>
      <dgm:spPr/>
      <dgm:t>
        <a:bodyPr/>
        <a:lstStyle/>
        <a:p>
          <a:endParaRPr lang="es-AR"/>
        </a:p>
      </dgm:t>
    </dgm:pt>
    <dgm:pt modelId="{4838DC8F-5486-4D25-AAF7-C8BBA446E34F}">
      <dgm:prSet/>
      <dgm:spPr/>
      <dgm:t>
        <a:bodyPr/>
        <a:lstStyle/>
        <a:p>
          <a:pPr rtl="0"/>
          <a:r>
            <a:rPr kumimoji="0" lang="es-ES" altLang="es-AR" b="0" i="0" u="none" strike="noStrike" cap="none" normalizeH="0" baseline="0">
              <a:ln>
                <a:noFill/>
              </a:ln>
              <a:solidFill>
                <a:schemeClr val="tx1"/>
              </a:solidFill>
              <a:effectLst/>
              <a:latin typeface="Bookman Old Style" pitchFamily="18" charset="0"/>
              <a:cs typeface="Times New Roman" pitchFamily="18" charset="0"/>
            </a:rPr>
            <a:t>Osteoartritis </a:t>
          </a:r>
          <a:endParaRPr lang="es-ES" i="1" dirty="0"/>
        </a:p>
      </dgm:t>
    </dgm:pt>
    <dgm:pt modelId="{3CCCBCF2-0EB9-422B-918E-182A0A32B6C9}" type="parTrans" cxnId="{906C8320-679D-43E9-B299-61726384C542}">
      <dgm:prSet/>
      <dgm:spPr/>
      <dgm:t>
        <a:bodyPr/>
        <a:lstStyle/>
        <a:p>
          <a:endParaRPr lang="es-AR"/>
        </a:p>
      </dgm:t>
    </dgm:pt>
    <dgm:pt modelId="{D45940FF-F81C-4530-B739-EFB08AA157C1}" type="sibTrans" cxnId="{906C8320-679D-43E9-B299-61726384C542}">
      <dgm:prSet/>
      <dgm:spPr/>
      <dgm:t>
        <a:bodyPr/>
        <a:lstStyle/>
        <a:p>
          <a:endParaRPr lang="es-AR"/>
        </a:p>
      </dgm:t>
    </dgm:pt>
    <dgm:pt modelId="{9857E349-2941-4209-8823-108F7CBABCCA}">
      <dgm:prSet/>
      <dgm:spPr/>
      <dgm:t>
        <a:bodyPr/>
        <a:lstStyle/>
        <a:p>
          <a:pPr rtl="0"/>
          <a:r>
            <a:rPr kumimoji="0" lang="es-ES" altLang="es-AR" b="0" i="0" u="none" strike="noStrike" cap="none" normalizeH="0" baseline="0">
              <a:ln>
                <a:noFill/>
              </a:ln>
              <a:solidFill>
                <a:schemeClr val="tx1"/>
              </a:solidFill>
              <a:effectLst/>
              <a:latin typeface="Bookman Old Style" pitchFamily="18" charset="0"/>
              <a:cs typeface="Times New Roman" pitchFamily="18" charset="0"/>
            </a:rPr>
            <a:t>Espondiloartropatías seronegativas (EASN)</a:t>
          </a:r>
          <a:endParaRPr lang="es-ES" i="1" dirty="0"/>
        </a:p>
      </dgm:t>
    </dgm:pt>
    <dgm:pt modelId="{0E647F09-B752-444E-9E1E-4A309E32CD14}" type="parTrans" cxnId="{242FE488-CBE8-448C-946E-EAF1B13649AA}">
      <dgm:prSet/>
      <dgm:spPr/>
      <dgm:t>
        <a:bodyPr/>
        <a:lstStyle/>
        <a:p>
          <a:endParaRPr lang="es-AR"/>
        </a:p>
      </dgm:t>
    </dgm:pt>
    <dgm:pt modelId="{5F9628A1-7DFB-41F0-8744-BEA921F3104A}" type="sibTrans" cxnId="{242FE488-CBE8-448C-946E-EAF1B13649AA}">
      <dgm:prSet/>
      <dgm:spPr/>
      <dgm:t>
        <a:bodyPr/>
        <a:lstStyle/>
        <a:p>
          <a:endParaRPr lang="es-AR"/>
        </a:p>
      </dgm:t>
    </dgm:pt>
    <dgm:pt modelId="{4877807E-52BA-48C3-B353-DE85106E685D}" type="pres">
      <dgm:prSet presAssocID="{EEE90FF8-8E1D-486D-B187-6C9873CD0734}" presName="Name0" presStyleCnt="0">
        <dgm:presLayoutVars>
          <dgm:chPref val="1"/>
          <dgm:dir/>
          <dgm:animOne val="branch"/>
          <dgm:animLvl val="lvl"/>
          <dgm:resizeHandles/>
        </dgm:presLayoutVars>
      </dgm:prSet>
      <dgm:spPr/>
    </dgm:pt>
    <dgm:pt modelId="{33954EF1-E820-4F9A-8402-1243D6910599}" type="pres">
      <dgm:prSet presAssocID="{E116D369-1528-47F4-BCB4-6FEB0B59D952}" presName="vertOne" presStyleCnt="0"/>
      <dgm:spPr/>
    </dgm:pt>
    <dgm:pt modelId="{AD6D7DA6-FEDA-4377-B8BD-B8AF85A49165}" type="pres">
      <dgm:prSet presAssocID="{E116D369-1528-47F4-BCB4-6FEB0B59D952}" presName="txOne" presStyleLbl="node0" presStyleIdx="0" presStyleCnt="1">
        <dgm:presLayoutVars>
          <dgm:chPref val="3"/>
        </dgm:presLayoutVars>
      </dgm:prSet>
      <dgm:spPr/>
    </dgm:pt>
    <dgm:pt modelId="{59EDBB89-FDDB-4845-8BB8-F3D79BB4BE8B}" type="pres">
      <dgm:prSet presAssocID="{E116D369-1528-47F4-BCB4-6FEB0B59D952}" presName="parTransOne" presStyleCnt="0"/>
      <dgm:spPr/>
    </dgm:pt>
    <dgm:pt modelId="{E700F4C7-4306-40C7-8D65-DC46819E8B88}" type="pres">
      <dgm:prSet presAssocID="{E116D369-1528-47F4-BCB4-6FEB0B59D952}" presName="horzOne" presStyleCnt="0"/>
      <dgm:spPr/>
    </dgm:pt>
    <dgm:pt modelId="{579EE845-44A7-498B-B64F-6A76B4E6CEF9}" type="pres">
      <dgm:prSet presAssocID="{31DFC356-B8D5-45F7-A793-298D8F04F11F}" presName="vertTwo" presStyleCnt="0"/>
      <dgm:spPr/>
    </dgm:pt>
    <dgm:pt modelId="{F802CCF3-C532-4149-8532-405376F45912}" type="pres">
      <dgm:prSet presAssocID="{31DFC356-B8D5-45F7-A793-298D8F04F11F}" presName="txTwo" presStyleLbl="node2" presStyleIdx="0" presStyleCnt="3">
        <dgm:presLayoutVars>
          <dgm:chPref val="3"/>
        </dgm:presLayoutVars>
      </dgm:prSet>
      <dgm:spPr/>
    </dgm:pt>
    <dgm:pt modelId="{8A5BDF10-C6BA-4F6C-969B-B739FBA71780}" type="pres">
      <dgm:prSet presAssocID="{31DFC356-B8D5-45F7-A793-298D8F04F11F}" presName="parTransTwo" presStyleCnt="0"/>
      <dgm:spPr/>
    </dgm:pt>
    <dgm:pt modelId="{7147C129-07F3-439F-9480-66541ADAA45A}" type="pres">
      <dgm:prSet presAssocID="{31DFC356-B8D5-45F7-A793-298D8F04F11F}" presName="horzTwo" presStyleCnt="0"/>
      <dgm:spPr/>
    </dgm:pt>
    <dgm:pt modelId="{562FC391-86D6-4B91-B58F-EAB661D7BDD3}" type="pres">
      <dgm:prSet presAssocID="{1BDAE02D-7AF2-4D11-AE1A-C8FD3F6BFD12}" presName="vertThree" presStyleCnt="0"/>
      <dgm:spPr/>
    </dgm:pt>
    <dgm:pt modelId="{DE895DD2-73E4-4039-81B7-283995068C54}" type="pres">
      <dgm:prSet presAssocID="{1BDAE02D-7AF2-4D11-AE1A-C8FD3F6BFD12}" presName="txThree" presStyleLbl="node3" presStyleIdx="0" presStyleCnt="3">
        <dgm:presLayoutVars>
          <dgm:chPref val="3"/>
        </dgm:presLayoutVars>
      </dgm:prSet>
      <dgm:spPr/>
    </dgm:pt>
    <dgm:pt modelId="{D66C10F9-EC0D-4FCF-B386-5066E66A3C16}" type="pres">
      <dgm:prSet presAssocID="{1BDAE02D-7AF2-4D11-AE1A-C8FD3F6BFD12}" presName="parTransThree" presStyleCnt="0"/>
      <dgm:spPr/>
    </dgm:pt>
    <dgm:pt modelId="{DFD02C33-36F9-4651-95E8-E8385E65F54B}" type="pres">
      <dgm:prSet presAssocID="{1BDAE02D-7AF2-4D11-AE1A-C8FD3F6BFD12}" presName="horzThree" presStyleCnt="0"/>
      <dgm:spPr/>
    </dgm:pt>
    <dgm:pt modelId="{765668DF-CDEA-4BA5-80B1-B1FB3C31AE0D}" type="pres">
      <dgm:prSet presAssocID="{273548C8-9D9D-48E2-908A-B6C95486AECA}" presName="vertFour" presStyleCnt="0">
        <dgm:presLayoutVars>
          <dgm:chPref val="3"/>
        </dgm:presLayoutVars>
      </dgm:prSet>
      <dgm:spPr/>
    </dgm:pt>
    <dgm:pt modelId="{4796F0E4-A64B-4E1A-BC26-44C318CF6860}" type="pres">
      <dgm:prSet presAssocID="{273548C8-9D9D-48E2-908A-B6C95486AECA}" presName="txFour" presStyleLbl="node4" presStyleIdx="0" presStyleCnt="3">
        <dgm:presLayoutVars>
          <dgm:chPref val="3"/>
        </dgm:presLayoutVars>
      </dgm:prSet>
      <dgm:spPr/>
    </dgm:pt>
    <dgm:pt modelId="{70CE779D-702D-40E0-97FF-D777F44A5A44}" type="pres">
      <dgm:prSet presAssocID="{273548C8-9D9D-48E2-908A-B6C95486AECA}" presName="horzFour" presStyleCnt="0"/>
      <dgm:spPr/>
    </dgm:pt>
    <dgm:pt modelId="{F9339E24-A610-4D4B-BC99-38EA34F540B2}" type="pres">
      <dgm:prSet presAssocID="{145552A5-6EE8-4C9D-92BB-60A84F79B2EA}" presName="sibSpaceTwo" presStyleCnt="0"/>
      <dgm:spPr/>
    </dgm:pt>
    <dgm:pt modelId="{89DAC24E-F3C4-4F38-BD26-2440C3406161}" type="pres">
      <dgm:prSet presAssocID="{864B64E3-5287-47D0-8D77-98ECBB296F1F}" presName="vertTwo" presStyleCnt="0"/>
      <dgm:spPr/>
    </dgm:pt>
    <dgm:pt modelId="{7EB82DA9-1735-4459-A96E-DCEE449440F1}" type="pres">
      <dgm:prSet presAssocID="{864B64E3-5287-47D0-8D77-98ECBB296F1F}" presName="txTwo" presStyleLbl="node2" presStyleIdx="1" presStyleCnt="3">
        <dgm:presLayoutVars>
          <dgm:chPref val="3"/>
        </dgm:presLayoutVars>
      </dgm:prSet>
      <dgm:spPr/>
    </dgm:pt>
    <dgm:pt modelId="{7EDB48F6-95BD-48B5-AF35-A9642E4762B4}" type="pres">
      <dgm:prSet presAssocID="{864B64E3-5287-47D0-8D77-98ECBB296F1F}" presName="parTransTwo" presStyleCnt="0"/>
      <dgm:spPr/>
    </dgm:pt>
    <dgm:pt modelId="{D95D0ECE-02D8-45CC-ACF6-C895AA14E483}" type="pres">
      <dgm:prSet presAssocID="{864B64E3-5287-47D0-8D77-98ECBB296F1F}" presName="horzTwo" presStyleCnt="0"/>
      <dgm:spPr/>
    </dgm:pt>
    <dgm:pt modelId="{82FA9EF5-12BE-49AE-8E83-FB4B8C375A51}" type="pres">
      <dgm:prSet presAssocID="{B5F9B592-28EF-441A-9E69-AF23E56810D4}" presName="vertThree" presStyleCnt="0"/>
      <dgm:spPr/>
    </dgm:pt>
    <dgm:pt modelId="{3E089E7D-B1EA-4121-999C-7C0282FF06C4}" type="pres">
      <dgm:prSet presAssocID="{B5F9B592-28EF-441A-9E69-AF23E56810D4}" presName="txThree" presStyleLbl="node3" presStyleIdx="1" presStyleCnt="3">
        <dgm:presLayoutVars>
          <dgm:chPref val="3"/>
        </dgm:presLayoutVars>
      </dgm:prSet>
      <dgm:spPr/>
    </dgm:pt>
    <dgm:pt modelId="{A05E958B-6FA4-44FE-BC9B-71013EBB5C3A}" type="pres">
      <dgm:prSet presAssocID="{B5F9B592-28EF-441A-9E69-AF23E56810D4}" presName="parTransThree" presStyleCnt="0"/>
      <dgm:spPr/>
    </dgm:pt>
    <dgm:pt modelId="{9B6BE72F-FF1E-4DBD-A6E2-806398632749}" type="pres">
      <dgm:prSet presAssocID="{B5F9B592-28EF-441A-9E69-AF23E56810D4}" presName="horzThree" presStyleCnt="0"/>
      <dgm:spPr/>
    </dgm:pt>
    <dgm:pt modelId="{2506C52A-9FDA-43B7-860D-193750DF5ED7}" type="pres">
      <dgm:prSet presAssocID="{4838DC8F-5486-4D25-AAF7-C8BBA446E34F}" presName="vertFour" presStyleCnt="0">
        <dgm:presLayoutVars>
          <dgm:chPref val="3"/>
        </dgm:presLayoutVars>
      </dgm:prSet>
      <dgm:spPr/>
    </dgm:pt>
    <dgm:pt modelId="{D909E60F-4ECA-4ADE-9F53-7EB079FAF75F}" type="pres">
      <dgm:prSet presAssocID="{4838DC8F-5486-4D25-AAF7-C8BBA446E34F}" presName="txFour" presStyleLbl="node4" presStyleIdx="1" presStyleCnt="3">
        <dgm:presLayoutVars>
          <dgm:chPref val="3"/>
        </dgm:presLayoutVars>
      </dgm:prSet>
      <dgm:spPr/>
    </dgm:pt>
    <dgm:pt modelId="{F7DFF0AD-A0BB-4580-BF47-C06714BC1FB4}" type="pres">
      <dgm:prSet presAssocID="{4838DC8F-5486-4D25-AAF7-C8BBA446E34F}" presName="horzFour" presStyleCnt="0"/>
      <dgm:spPr/>
    </dgm:pt>
    <dgm:pt modelId="{095EA9A1-79FB-4249-8147-0365275CC8E0}" type="pres">
      <dgm:prSet presAssocID="{D697357E-91D1-41EE-9488-8790DE279DE7}" presName="sibSpaceTwo" presStyleCnt="0"/>
      <dgm:spPr/>
    </dgm:pt>
    <dgm:pt modelId="{8E0FA1AE-D471-4A8B-A36A-6F29C4765EAC}" type="pres">
      <dgm:prSet presAssocID="{112885B7-4DEB-436E-897C-A2BD34CE17C8}" presName="vertTwo" presStyleCnt="0"/>
      <dgm:spPr/>
    </dgm:pt>
    <dgm:pt modelId="{D3BEB282-7243-46E2-B3C4-8655DE7E9F1C}" type="pres">
      <dgm:prSet presAssocID="{112885B7-4DEB-436E-897C-A2BD34CE17C8}" presName="txTwo" presStyleLbl="node2" presStyleIdx="2" presStyleCnt="3">
        <dgm:presLayoutVars>
          <dgm:chPref val="3"/>
        </dgm:presLayoutVars>
      </dgm:prSet>
      <dgm:spPr/>
    </dgm:pt>
    <dgm:pt modelId="{E99B9747-124A-4780-A204-0EBBAED86B77}" type="pres">
      <dgm:prSet presAssocID="{112885B7-4DEB-436E-897C-A2BD34CE17C8}" presName="parTransTwo" presStyleCnt="0"/>
      <dgm:spPr/>
    </dgm:pt>
    <dgm:pt modelId="{D4A537A3-93E7-46B7-87E8-FB7E41E4652F}" type="pres">
      <dgm:prSet presAssocID="{112885B7-4DEB-436E-897C-A2BD34CE17C8}" presName="horzTwo" presStyleCnt="0"/>
      <dgm:spPr/>
    </dgm:pt>
    <dgm:pt modelId="{3C249C63-01B2-4679-863F-BCDCCB002B83}" type="pres">
      <dgm:prSet presAssocID="{E4D05B60-BF04-4C76-B2D0-4AC6FBB26874}" presName="vertThree" presStyleCnt="0"/>
      <dgm:spPr/>
    </dgm:pt>
    <dgm:pt modelId="{A08EE753-B53C-4EF8-B3CB-4B6FDE2C13EA}" type="pres">
      <dgm:prSet presAssocID="{E4D05B60-BF04-4C76-B2D0-4AC6FBB26874}" presName="txThree" presStyleLbl="node3" presStyleIdx="2" presStyleCnt="3">
        <dgm:presLayoutVars>
          <dgm:chPref val="3"/>
        </dgm:presLayoutVars>
      </dgm:prSet>
      <dgm:spPr/>
    </dgm:pt>
    <dgm:pt modelId="{6667F999-FD65-4E1E-B865-F55EDB28117B}" type="pres">
      <dgm:prSet presAssocID="{E4D05B60-BF04-4C76-B2D0-4AC6FBB26874}" presName="parTransThree" presStyleCnt="0"/>
      <dgm:spPr/>
    </dgm:pt>
    <dgm:pt modelId="{DB07C518-9EC2-4C66-B3AC-70E376DA97C3}" type="pres">
      <dgm:prSet presAssocID="{E4D05B60-BF04-4C76-B2D0-4AC6FBB26874}" presName="horzThree" presStyleCnt="0"/>
      <dgm:spPr/>
    </dgm:pt>
    <dgm:pt modelId="{54D31E6D-3B02-4441-8C5F-5880BA93DEAF}" type="pres">
      <dgm:prSet presAssocID="{9857E349-2941-4209-8823-108F7CBABCCA}" presName="vertFour" presStyleCnt="0">
        <dgm:presLayoutVars>
          <dgm:chPref val="3"/>
        </dgm:presLayoutVars>
      </dgm:prSet>
      <dgm:spPr/>
    </dgm:pt>
    <dgm:pt modelId="{2D4FCD48-5A2D-43AF-AE37-91AB1B2AF39C}" type="pres">
      <dgm:prSet presAssocID="{9857E349-2941-4209-8823-108F7CBABCCA}" presName="txFour" presStyleLbl="node4" presStyleIdx="2" presStyleCnt="3">
        <dgm:presLayoutVars>
          <dgm:chPref val="3"/>
        </dgm:presLayoutVars>
      </dgm:prSet>
      <dgm:spPr/>
    </dgm:pt>
    <dgm:pt modelId="{DD9D57FB-85E3-4F62-BC4C-8F0163ECD7AB}" type="pres">
      <dgm:prSet presAssocID="{9857E349-2941-4209-8823-108F7CBABCCA}" presName="horzFour" presStyleCnt="0"/>
      <dgm:spPr/>
    </dgm:pt>
  </dgm:ptLst>
  <dgm:cxnLst>
    <dgm:cxn modelId="{36A4080E-5BE3-438E-A9E8-E088F6EFDB2E}" srcId="{EEE90FF8-8E1D-486D-B187-6C9873CD0734}" destId="{E116D369-1528-47F4-BCB4-6FEB0B59D952}" srcOrd="0" destOrd="0" parTransId="{922D7B21-ED55-409D-8F50-1CA4BB9C463D}" sibTransId="{14695FDA-FDC4-4AA0-9284-C2CDC687D603}"/>
    <dgm:cxn modelId="{049ABF14-72D4-405F-9C8D-55946F8E5CE1}" srcId="{112885B7-4DEB-436E-897C-A2BD34CE17C8}" destId="{E4D05B60-BF04-4C76-B2D0-4AC6FBB26874}" srcOrd="0" destOrd="0" parTransId="{6D3A59E6-666F-4975-9154-1096C69B2524}" sibTransId="{D1209436-1DB5-4A8B-A2BF-D7F03978FE80}"/>
    <dgm:cxn modelId="{76F8661C-782C-4062-84DE-C42D23F7A450}" srcId="{1BDAE02D-7AF2-4D11-AE1A-C8FD3F6BFD12}" destId="{273548C8-9D9D-48E2-908A-B6C95486AECA}" srcOrd="0" destOrd="0" parTransId="{B9417C5C-2E3E-4863-8F75-D686C4CA3186}" sibTransId="{B941684E-BAA0-4353-88F4-B7A4D6801AA7}"/>
    <dgm:cxn modelId="{2D69A71D-5B8D-4B30-8DBB-9FAD5C1EC78C}" type="presOf" srcId="{273548C8-9D9D-48E2-908A-B6C95486AECA}" destId="{4796F0E4-A64B-4E1A-BC26-44C318CF6860}" srcOrd="0" destOrd="0" presId="urn:microsoft.com/office/officeart/2005/8/layout/hierarchy4"/>
    <dgm:cxn modelId="{906C8320-679D-43E9-B299-61726384C542}" srcId="{B5F9B592-28EF-441A-9E69-AF23E56810D4}" destId="{4838DC8F-5486-4D25-AAF7-C8BBA446E34F}" srcOrd="0" destOrd="0" parTransId="{3CCCBCF2-0EB9-422B-918E-182A0A32B6C9}" sibTransId="{D45940FF-F81C-4530-B739-EFB08AA157C1}"/>
    <dgm:cxn modelId="{83941329-9576-47D1-BCC3-A9BEF14694CA}" type="presOf" srcId="{112885B7-4DEB-436E-897C-A2BD34CE17C8}" destId="{D3BEB282-7243-46E2-B3C4-8655DE7E9F1C}" srcOrd="0" destOrd="0" presId="urn:microsoft.com/office/officeart/2005/8/layout/hierarchy4"/>
    <dgm:cxn modelId="{1CA90539-6E0B-47EA-BA63-7CE982569FE7}" type="presOf" srcId="{E116D369-1528-47F4-BCB4-6FEB0B59D952}" destId="{AD6D7DA6-FEDA-4377-B8BD-B8AF85A49165}" srcOrd="0" destOrd="0" presId="urn:microsoft.com/office/officeart/2005/8/layout/hierarchy4"/>
    <dgm:cxn modelId="{ADF86C5E-BA4E-4760-8A5B-99497E6CEDA6}" srcId="{E116D369-1528-47F4-BCB4-6FEB0B59D952}" destId="{31DFC356-B8D5-45F7-A793-298D8F04F11F}" srcOrd="0" destOrd="0" parTransId="{9D4E5842-8E9F-456F-AD5B-F06DC7404F32}" sibTransId="{145552A5-6EE8-4C9D-92BB-60A84F79B2EA}"/>
    <dgm:cxn modelId="{8AB6EE41-9D95-4E16-A870-85F8CBFC99B4}" type="presOf" srcId="{864B64E3-5287-47D0-8D77-98ECBB296F1F}" destId="{7EB82DA9-1735-4459-A96E-DCEE449440F1}" srcOrd="0" destOrd="0" presId="urn:microsoft.com/office/officeart/2005/8/layout/hierarchy4"/>
    <dgm:cxn modelId="{D7FDD380-92D9-44C3-99D9-789442C36D1B}" type="presOf" srcId="{31DFC356-B8D5-45F7-A793-298D8F04F11F}" destId="{F802CCF3-C532-4149-8532-405376F45912}" srcOrd="0" destOrd="0" presId="urn:microsoft.com/office/officeart/2005/8/layout/hierarchy4"/>
    <dgm:cxn modelId="{AC3FF887-05A0-4F90-BDB0-DD1ADED0DE7D}" type="presOf" srcId="{4838DC8F-5486-4D25-AAF7-C8BBA446E34F}" destId="{D909E60F-4ECA-4ADE-9F53-7EB079FAF75F}" srcOrd="0" destOrd="0" presId="urn:microsoft.com/office/officeart/2005/8/layout/hierarchy4"/>
    <dgm:cxn modelId="{242FE488-CBE8-448C-946E-EAF1B13649AA}" srcId="{E4D05B60-BF04-4C76-B2D0-4AC6FBB26874}" destId="{9857E349-2941-4209-8823-108F7CBABCCA}" srcOrd="0" destOrd="0" parTransId="{0E647F09-B752-444E-9E1E-4A309E32CD14}" sibTransId="{5F9628A1-7DFB-41F0-8744-BEA921F3104A}"/>
    <dgm:cxn modelId="{C54A5799-DC4E-4FD2-987D-F9A9B7ADA37E}" srcId="{864B64E3-5287-47D0-8D77-98ECBB296F1F}" destId="{B5F9B592-28EF-441A-9E69-AF23E56810D4}" srcOrd="0" destOrd="0" parTransId="{892EDE0D-D9EA-4F65-9868-0A86D9902216}" sibTransId="{13C8E8F8-F830-46F1-B5A2-7A9A91E4566D}"/>
    <dgm:cxn modelId="{B780639B-1FFD-4B83-880A-1965AA45CD98}" srcId="{31DFC356-B8D5-45F7-A793-298D8F04F11F}" destId="{1BDAE02D-7AF2-4D11-AE1A-C8FD3F6BFD12}" srcOrd="0" destOrd="0" parTransId="{B2719D95-B562-46EC-A03E-C712CA97A6B0}" sibTransId="{EE00F573-9320-4F3C-BFB9-EBA4D2EAB6AF}"/>
    <dgm:cxn modelId="{986DFA9B-78EC-487A-A758-209FCA95279E}" type="presOf" srcId="{B5F9B592-28EF-441A-9E69-AF23E56810D4}" destId="{3E089E7D-B1EA-4121-999C-7C0282FF06C4}" srcOrd="0" destOrd="0" presId="urn:microsoft.com/office/officeart/2005/8/layout/hierarchy4"/>
    <dgm:cxn modelId="{E39C6FA4-7F03-45B3-AC7C-EB74E26368A8}" type="presOf" srcId="{9857E349-2941-4209-8823-108F7CBABCCA}" destId="{2D4FCD48-5A2D-43AF-AE37-91AB1B2AF39C}" srcOrd="0" destOrd="0" presId="urn:microsoft.com/office/officeart/2005/8/layout/hierarchy4"/>
    <dgm:cxn modelId="{F4017DBC-95DF-4991-AC25-BA0880DF7A2B}" type="presOf" srcId="{E4D05B60-BF04-4C76-B2D0-4AC6FBB26874}" destId="{A08EE753-B53C-4EF8-B3CB-4B6FDE2C13EA}" srcOrd="0" destOrd="0" presId="urn:microsoft.com/office/officeart/2005/8/layout/hierarchy4"/>
    <dgm:cxn modelId="{29F578BD-25A7-4446-81B5-12BDA1D20340}" type="presOf" srcId="{EEE90FF8-8E1D-486D-B187-6C9873CD0734}" destId="{4877807E-52BA-48C3-B353-DE85106E685D}" srcOrd="0" destOrd="0" presId="urn:microsoft.com/office/officeart/2005/8/layout/hierarchy4"/>
    <dgm:cxn modelId="{00FAC3C8-5C4C-4225-8C52-D4794CE10912}" srcId="{E116D369-1528-47F4-BCB4-6FEB0B59D952}" destId="{112885B7-4DEB-436E-897C-A2BD34CE17C8}" srcOrd="2" destOrd="0" parTransId="{DD91384C-54A0-46E4-94B0-CA24ACE6E049}" sibTransId="{C5FCE739-F842-4685-8D7A-1865C5D6D96A}"/>
    <dgm:cxn modelId="{A74063E6-8CA7-41DC-BF94-7F41E0DB9E03}" srcId="{E116D369-1528-47F4-BCB4-6FEB0B59D952}" destId="{864B64E3-5287-47D0-8D77-98ECBB296F1F}" srcOrd="1" destOrd="0" parTransId="{2F2A671B-D036-4999-ACA0-87158F822CFE}" sibTransId="{D697357E-91D1-41EE-9488-8790DE279DE7}"/>
    <dgm:cxn modelId="{97EA4BED-D85F-450E-90D8-5847A965F4DA}" type="presOf" srcId="{1BDAE02D-7AF2-4D11-AE1A-C8FD3F6BFD12}" destId="{DE895DD2-73E4-4039-81B7-283995068C54}" srcOrd="0" destOrd="0" presId="urn:microsoft.com/office/officeart/2005/8/layout/hierarchy4"/>
    <dgm:cxn modelId="{74209C13-EE35-408B-B912-5923312F8B8E}" type="presParOf" srcId="{4877807E-52BA-48C3-B353-DE85106E685D}" destId="{33954EF1-E820-4F9A-8402-1243D6910599}" srcOrd="0" destOrd="0" presId="urn:microsoft.com/office/officeart/2005/8/layout/hierarchy4"/>
    <dgm:cxn modelId="{D313D4CF-FE31-4A82-A1F4-62A4CCCE13BC}" type="presParOf" srcId="{33954EF1-E820-4F9A-8402-1243D6910599}" destId="{AD6D7DA6-FEDA-4377-B8BD-B8AF85A49165}" srcOrd="0" destOrd="0" presId="urn:microsoft.com/office/officeart/2005/8/layout/hierarchy4"/>
    <dgm:cxn modelId="{B657D450-55D3-426D-A810-67E01316E6B2}" type="presParOf" srcId="{33954EF1-E820-4F9A-8402-1243D6910599}" destId="{59EDBB89-FDDB-4845-8BB8-F3D79BB4BE8B}" srcOrd="1" destOrd="0" presId="urn:microsoft.com/office/officeart/2005/8/layout/hierarchy4"/>
    <dgm:cxn modelId="{4FE2CF36-6E58-4259-A11A-E9D773175B9D}" type="presParOf" srcId="{33954EF1-E820-4F9A-8402-1243D6910599}" destId="{E700F4C7-4306-40C7-8D65-DC46819E8B88}" srcOrd="2" destOrd="0" presId="urn:microsoft.com/office/officeart/2005/8/layout/hierarchy4"/>
    <dgm:cxn modelId="{DC9D7541-161F-45FC-AAE7-E3381CB7D3F8}" type="presParOf" srcId="{E700F4C7-4306-40C7-8D65-DC46819E8B88}" destId="{579EE845-44A7-498B-B64F-6A76B4E6CEF9}" srcOrd="0" destOrd="0" presId="urn:microsoft.com/office/officeart/2005/8/layout/hierarchy4"/>
    <dgm:cxn modelId="{A8AC4B63-2BB9-4DFB-BB23-EFC73532CB47}" type="presParOf" srcId="{579EE845-44A7-498B-B64F-6A76B4E6CEF9}" destId="{F802CCF3-C532-4149-8532-405376F45912}" srcOrd="0" destOrd="0" presId="urn:microsoft.com/office/officeart/2005/8/layout/hierarchy4"/>
    <dgm:cxn modelId="{5E39612B-CD7E-48E5-8B26-2F57319C542F}" type="presParOf" srcId="{579EE845-44A7-498B-B64F-6A76B4E6CEF9}" destId="{8A5BDF10-C6BA-4F6C-969B-B739FBA71780}" srcOrd="1" destOrd="0" presId="urn:microsoft.com/office/officeart/2005/8/layout/hierarchy4"/>
    <dgm:cxn modelId="{2CC46336-29E7-40DE-9D33-119BBB591B29}" type="presParOf" srcId="{579EE845-44A7-498B-B64F-6A76B4E6CEF9}" destId="{7147C129-07F3-439F-9480-66541ADAA45A}" srcOrd="2" destOrd="0" presId="urn:microsoft.com/office/officeart/2005/8/layout/hierarchy4"/>
    <dgm:cxn modelId="{973B542F-8F52-4C6C-9249-4D451D38BA74}" type="presParOf" srcId="{7147C129-07F3-439F-9480-66541ADAA45A}" destId="{562FC391-86D6-4B91-B58F-EAB661D7BDD3}" srcOrd="0" destOrd="0" presId="urn:microsoft.com/office/officeart/2005/8/layout/hierarchy4"/>
    <dgm:cxn modelId="{41CE14FB-20E6-4DD5-BF52-0F2E2B48BC76}" type="presParOf" srcId="{562FC391-86D6-4B91-B58F-EAB661D7BDD3}" destId="{DE895DD2-73E4-4039-81B7-283995068C54}" srcOrd="0" destOrd="0" presId="urn:microsoft.com/office/officeart/2005/8/layout/hierarchy4"/>
    <dgm:cxn modelId="{D25D23C0-3968-4135-82E1-5494B2398B6A}" type="presParOf" srcId="{562FC391-86D6-4B91-B58F-EAB661D7BDD3}" destId="{D66C10F9-EC0D-4FCF-B386-5066E66A3C16}" srcOrd="1" destOrd="0" presId="urn:microsoft.com/office/officeart/2005/8/layout/hierarchy4"/>
    <dgm:cxn modelId="{C6958AB1-796B-4489-8A40-BB8AC3F042DD}" type="presParOf" srcId="{562FC391-86D6-4B91-B58F-EAB661D7BDD3}" destId="{DFD02C33-36F9-4651-95E8-E8385E65F54B}" srcOrd="2" destOrd="0" presId="urn:microsoft.com/office/officeart/2005/8/layout/hierarchy4"/>
    <dgm:cxn modelId="{3D029E9C-A77C-4CD5-8BAA-8B3DDBAB164F}" type="presParOf" srcId="{DFD02C33-36F9-4651-95E8-E8385E65F54B}" destId="{765668DF-CDEA-4BA5-80B1-B1FB3C31AE0D}" srcOrd="0" destOrd="0" presId="urn:microsoft.com/office/officeart/2005/8/layout/hierarchy4"/>
    <dgm:cxn modelId="{EDB8A72F-52B3-42C2-8ACD-3263DFF7DD12}" type="presParOf" srcId="{765668DF-CDEA-4BA5-80B1-B1FB3C31AE0D}" destId="{4796F0E4-A64B-4E1A-BC26-44C318CF6860}" srcOrd="0" destOrd="0" presId="urn:microsoft.com/office/officeart/2005/8/layout/hierarchy4"/>
    <dgm:cxn modelId="{6D0E8FA2-D5A7-4EBD-BEE5-205C39006915}" type="presParOf" srcId="{765668DF-CDEA-4BA5-80B1-B1FB3C31AE0D}" destId="{70CE779D-702D-40E0-97FF-D777F44A5A44}" srcOrd="1" destOrd="0" presId="urn:microsoft.com/office/officeart/2005/8/layout/hierarchy4"/>
    <dgm:cxn modelId="{F993E06F-0E33-4476-94E3-28790B1ACB98}" type="presParOf" srcId="{E700F4C7-4306-40C7-8D65-DC46819E8B88}" destId="{F9339E24-A610-4D4B-BC99-38EA34F540B2}" srcOrd="1" destOrd="0" presId="urn:microsoft.com/office/officeart/2005/8/layout/hierarchy4"/>
    <dgm:cxn modelId="{E4248395-3D6A-496D-9699-A6AE2A67E48F}" type="presParOf" srcId="{E700F4C7-4306-40C7-8D65-DC46819E8B88}" destId="{89DAC24E-F3C4-4F38-BD26-2440C3406161}" srcOrd="2" destOrd="0" presId="urn:microsoft.com/office/officeart/2005/8/layout/hierarchy4"/>
    <dgm:cxn modelId="{FBDD7FE2-89A7-4F36-BE53-26E704F2040A}" type="presParOf" srcId="{89DAC24E-F3C4-4F38-BD26-2440C3406161}" destId="{7EB82DA9-1735-4459-A96E-DCEE449440F1}" srcOrd="0" destOrd="0" presId="urn:microsoft.com/office/officeart/2005/8/layout/hierarchy4"/>
    <dgm:cxn modelId="{D41ABAFA-9898-4CFA-B910-BED97F137F1D}" type="presParOf" srcId="{89DAC24E-F3C4-4F38-BD26-2440C3406161}" destId="{7EDB48F6-95BD-48B5-AF35-A9642E4762B4}" srcOrd="1" destOrd="0" presId="urn:microsoft.com/office/officeart/2005/8/layout/hierarchy4"/>
    <dgm:cxn modelId="{C99CEA9A-B6D6-450A-9E36-A2E9BD7A7E3F}" type="presParOf" srcId="{89DAC24E-F3C4-4F38-BD26-2440C3406161}" destId="{D95D0ECE-02D8-45CC-ACF6-C895AA14E483}" srcOrd="2" destOrd="0" presId="urn:microsoft.com/office/officeart/2005/8/layout/hierarchy4"/>
    <dgm:cxn modelId="{26871AC9-631D-4796-8741-4B809360F5CE}" type="presParOf" srcId="{D95D0ECE-02D8-45CC-ACF6-C895AA14E483}" destId="{82FA9EF5-12BE-49AE-8E83-FB4B8C375A51}" srcOrd="0" destOrd="0" presId="urn:microsoft.com/office/officeart/2005/8/layout/hierarchy4"/>
    <dgm:cxn modelId="{32736B8E-CA2E-418E-B624-05CBED67D1E9}" type="presParOf" srcId="{82FA9EF5-12BE-49AE-8E83-FB4B8C375A51}" destId="{3E089E7D-B1EA-4121-999C-7C0282FF06C4}" srcOrd="0" destOrd="0" presId="urn:microsoft.com/office/officeart/2005/8/layout/hierarchy4"/>
    <dgm:cxn modelId="{6574E287-3259-4841-9CF1-FA3369603E09}" type="presParOf" srcId="{82FA9EF5-12BE-49AE-8E83-FB4B8C375A51}" destId="{A05E958B-6FA4-44FE-BC9B-71013EBB5C3A}" srcOrd="1" destOrd="0" presId="urn:microsoft.com/office/officeart/2005/8/layout/hierarchy4"/>
    <dgm:cxn modelId="{C3FED8D5-9FC6-48DD-ADDD-FEE85FF71770}" type="presParOf" srcId="{82FA9EF5-12BE-49AE-8E83-FB4B8C375A51}" destId="{9B6BE72F-FF1E-4DBD-A6E2-806398632749}" srcOrd="2" destOrd="0" presId="urn:microsoft.com/office/officeart/2005/8/layout/hierarchy4"/>
    <dgm:cxn modelId="{CB76AB7E-5872-47A6-9F32-B873EE81E7E0}" type="presParOf" srcId="{9B6BE72F-FF1E-4DBD-A6E2-806398632749}" destId="{2506C52A-9FDA-43B7-860D-193750DF5ED7}" srcOrd="0" destOrd="0" presId="urn:microsoft.com/office/officeart/2005/8/layout/hierarchy4"/>
    <dgm:cxn modelId="{C88CB8CB-EBBE-4ED9-86D3-2AD9BF4A31BA}" type="presParOf" srcId="{2506C52A-9FDA-43B7-860D-193750DF5ED7}" destId="{D909E60F-4ECA-4ADE-9F53-7EB079FAF75F}" srcOrd="0" destOrd="0" presId="urn:microsoft.com/office/officeart/2005/8/layout/hierarchy4"/>
    <dgm:cxn modelId="{0A972FBB-6CD3-4A63-8812-4356362358BA}" type="presParOf" srcId="{2506C52A-9FDA-43B7-860D-193750DF5ED7}" destId="{F7DFF0AD-A0BB-4580-BF47-C06714BC1FB4}" srcOrd="1" destOrd="0" presId="urn:microsoft.com/office/officeart/2005/8/layout/hierarchy4"/>
    <dgm:cxn modelId="{B7F02EC4-87F7-40B4-AFBA-1AD0B5741F21}" type="presParOf" srcId="{E700F4C7-4306-40C7-8D65-DC46819E8B88}" destId="{095EA9A1-79FB-4249-8147-0365275CC8E0}" srcOrd="3" destOrd="0" presId="urn:microsoft.com/office/officeart/2005/8/layout/hierarchy4"/>
    <dgm:cxn modelId="{6CE44B2C-A6D3-45BB-96BF-EC90A65AB85F}" type="presParOf" srcId="{E700F4C7-4306-40C7-8D65-DC46819E8B88}" destId="{8E0FA1AE-D471-4A8B-A36A-6F29C4765EAC}" srcOrd="4" destOrd="0" presId="urn:microsoft.com/office/officeart/2005/8/layout/hierarchy4"/>
    <dgm:cxn modelId="{2F473138-A792-4652-9E30-F6C6D8750849}" type="presParOf" srcId="{8E0FA1AE-D471-4A8B-A36A-6F29C4765EAC}" destId="{D3BEB282-7243-46E2-B3C4-8655DE7E9F1C}" srcOrd="0" destOrd="0" presId="urn:microsoft.com/office/officeart/2005/8/layout/hierarchy4"/>
    <dgm:cxn modelId="{D0602382-40AE-45B2-8171-78E2F7D5BCDC}" type="presParOf" srcId="{8E0FA1AE-D471-4A8B-A36A-6F29C4765EAC}" destId="{E99B9747-124A-4780-A204-0EBBAED86B77}" srcOrd="1" destOrd="0" presId="urn:microsoft.com/office/officeart/2005/8/layout/hierarchy4"/>
    <dgm:cxn modelId="{AD3CE675-84CA-4E2D-B396-FFA3B8D02A1F}" type="presParOf" srcId="{8E0FA1AE-D471-4A8B-A36A-6F29C4765EAC}" destId="{D4A537A3-93E7-46B7-87E8-FB7E41E4652F}" srcOrd="2" destOrd="0" presId="urn:microsoft.com/office/officeart/2005/8/layout/hierarchy4"/>
    <dgm:cxn modelId="{A4BE6AB6-A3A4-42FA-A689-CBCB1C57B0D2}" type="presParOf" srcId="{D4A537A3-93E7-46B7-87E8-FB7E41E4652F}" destId="{3C249C63-01B2-4679-863F-BCDCCB002B83}" srcOrd="0" destOrd="0" presId="urn:microsoft.com/office/officeart/2005/8/layout/hierarchy4"/>
    <dgm:cxn modelId="{EC774498-F96B-4505-83C8-3E78DA742226}" type="presParOf" srcId="{3C249C63-01B2-4679-863F-BCDCCB002B83}" destId="{A08EE753-B53C-4EF8-B3CB-4B6FDE2C13EA}" srcOrd="0" destOrd="0" presId="urn:microsoft.com/office/officeart/2005/8/layout/hierarchy4"/>
    <dgm:cxn modelId="{226C5381-DB0C-4C8F-84C6-699EB773A35B}" type="presParOf" srcId="{3C249C63-01B2-4679-863F-BCDCCB002B83}" destId="{6667F999-FD65-4E1E-B865-F55EDB28117B}" srcOrd="1" destOrd="0" presId="urn:microsoft.com/office/officeart/2005/8/layout/hierarchy4"/>
    <dgm:cxn modelId="{E9202342-BB94-457F-BEA7-3B9B75AAFDFA}" type="presParOf" srcId="{3C249C63-01B2-4679-863F-BCDCCB002B83}" destId="{DB07C518-9EC2-4C66-B3AC-70E376DA97C3}" srcOrd="2" destOrd="0" presId="urn:microsoft.com/office/officeart/2005/8/layout/hierarchy4"/>
    <dgm:cxn modelId="{8BD68242-2000-48A0-995F-119157EFD9C5}" type="presParOf" srcId="{DB07C518-9EC2-4C66-B3AC-70E376DA97C3}" destId="{54D31E6D-3B02-4441-8C5F-5880BA93DEAF}" srcOrd="0" destOrd="0" presId="urn:microsoft.com/office/officeart/2005/8/layout/hierarchy4"/>
    <dgm:cxn modelId="{468CE4AB-D65E-44B7-824E-C432C498EE77}" type="presParOf" srcId="{54D31E6D-3B02-4441-8C5F-5880BA93DEAF}" destId="{2D4FCD48-5A2D-43AF-AE37-91AB1B2AF39C}" srcOrd="0" destOrd="0" presId="urn:microsoft.com/office/officeart/2005/8/layout/hierarchy4"/>
    <dgm:cxn modelId="{D9753D57-14B7-475E-9A25-6BFFAA03A819}" type="presParOf" srcId="{54D31E6D-3B02-4441-8C5F-5880BA93DEAF}" destId="{DD9D57FB-85E3-4F62-BC4C-8F0163ECD7AB}"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968E019-B63A-4958-9DEE-3C7A5E050946}" type="doc">
      <dgm:prSet loTypeId="urn:microsoft.com/office/officeart/2005/8/layout/hierarchy4" loCatId="list" qsTypeId="urn:microsoft.com/office/officeart/2005/8/quickstyle/simple3" qsCatId="simple" csTypeId="urn:microsoft.com/office/officeart/2005/8/colors/colorful4" csCatId="colorful" phldr="1"/>
      <dgm:spPr/>
      <dgm:t>
        <a:bodyPr/>
        <a:lstStyle/>
        <a:p>
          <a:endParaRPr lang="es-AR"/>
        </a:p>
      </dgm:t>
    </dgm:pt>
    <dgm:pt modelId="{CBCBD2EC-8C52-4E72-890F-273FC1570E55}">
      <dgm:prSet phldrT="[Texto]"/>
      <dgm:spPr/>
      <dgm:t>
        <a:bodyPr/>
        <a:lstStyle/>
        <a:p>
          <a:pPr rtl="0"/>
          <a:r>
            <a:rPr kumimoji="0" lang="es-ES" b="0" i="0" u="none" strike="noStrike" cap="none" normalizeH="0" baseline="0" dirty="0">
              <a:ln/>
              <a:effectLst/>
              <a:latin typeface="Bookman Old Style" pitchFamily="18" charset="0"/>
              <a:cs typeface="Times New Roman" pitchFamily="18" charset="0"/>
            </a:rPr>
            <a:t>Aparición precoz de los núcleos de crecimiento (por hiperemia)</a:t>
          </a:r>
          <a:endParaRPr lang="es-AR" dirty="0"/>
        </a:p>
      </dgm:t>
    </dgm:pt>
    <dgm:pt modelId="{3F64CB8F-77AB-4F7F-9FEA-473518BCF305}" type="parTrans" cxnId="{8722AF77-8697-49A7-BA9E-48511D8D13C0}">
      <dgm:prSet/>
      <dgm:spPr/>
      <dgm:t>
        <a:bodyPr/>
        <a:lstStyle/>
        <a:p>
          <a:endParaRPr lang="es-AR"/>
        </a:p>
      </dgm:t>
    </dgm:pt>
    <dgm:pt modelId="{8F43F1B0-D783-4C00-A686-C0500AAA0D16}" type="sibTrans" cxnId="{8722AF77-8697-49A7-BA9E-48511D8D13C0}">
      <dgm:prSet/>
      <dgm:spPr/>
      <dgm:t>
        <a:bodyPr/>
        <a:lstStyle/>
        <a:p>
          <a:endParaRPr lang="es-AR"/>
        </a:p>
      </dgm:t>
    </dgm:pt>
    <dgm:pt modelId="{2E13D967-E010-48F4-8B03-D71704F0BF73}">
      <dgm:prSet phldrT="[Texto]"/>
      <dgm:spPr/>
      <dgm:t>
        <a:bodyPr/>
        <a:lstStyle/>
        <a:p>
          <a:r>
            <a:rPr lang="es-ES" altLang="es-AR" b="0" i="1" dirty="0">
              <a:latin typeface="Bookman Old Style" pitchFamily="18" charset="0"/>
            </a:rPr>
            <a:t>Se observa en patologías que se inician en niños, habitualmente antes de los 16 años.</a:t>
          </a:r>
          <a:r>
            <a:rPr lang="es-ES" altLang="es-AR" b="0" dirty="0">
              <a:latin typeface="Bookman Old Style" pitchFamily="18" charset="0"/>
            </a:rPr>
            <a:t> </a:t>
          </a:r>
          <a:endParaRPr lang="es-AR" b="0" u="none" dirty="0"/>
        </a:p>
      </dgm:t>
    </dgm:pt>
    <dgm:pt modelId="{DEE91C64-43D4-464B-BE97-C46591A2265B}" type="parTrans" cxnId="{9D1B7C1D-6F58-4DDB-BFA0-025D816F42C3}">
      <dgm:prSet/>
      <dgm:spPr/>
      <dgm:t>
        <a:bodyPr/>
        <a:lstStyle/>
        <a:p>
          <a:endParaRPr lang="es-AR"/>
        </a:p>
      </dgm:t>
    </dgm:pt>
    <dgm:pt modelId="{139DB65F-7274-453A-B1D9-78BE006CCDDA}" type="sibTrans" cxnId="{9D1B7C1D-6F58-4DDB-BFA0-025D816F42C3}">
      <dgm:prSet/>
      <dgm:spPr/>
      <dgm:t>
        <a:bodyPr/>
        <a:lstStyle/>
        <a:p>
          <a:endParaRPr lang="es-AR"/>
        </a:p>
      </dgm:t>
    </dgm:pt>
    <dgm:pt modelId="{CE40CBAC-3F6A-4336-9E4D-ED5BFBCE6532}">
      <dgm:prSet/>
      <dgm:spPr/>
      <dgm:t>
        <a:bodyPr/>
        <a:lstStyle/>
        <a:p>
          <a:pPr rtl="0"/>
          <a:r>
            <a:rPr kumimoji="0" lang="es-ES" b="0" i="0" u="none" strike="noStrike" cap="none" normalizeH="0" baseline="0" dirty="0">
              <a:ln/>
              <a:effectLst/>
              <a:latin typeface="Bookman Old Style" pitchFamily="18" charset="0"/>
              <a:cs typeface="Times New Roman" pitchFamily="18" charset="0"/>
            </a:rPr>
            <a:t>Crecimiento acelerado de los mismos</a:t>
          </a:r>
        </a:p>
      </dgm:t>
    </dgm:pt>
    <dgm:pt modelId="{B82667AB-2868-4134-AFBE-463438EAAA36}" type="parTrans" cxnId="{FEEE61D8-9800-4A24-816B-74A70F9E87EB}">
      <dgm:prSet/>
      <dgm:spPr/>
      <dgm:t>
        <a:bodyPr/>
        <a:lstStyle/>
        <a:p>
          <a:endParaRPr lang="es-AR"/>
        </a:p>
      </dgm:t>
    </dgm:pt>
    <dgm:pt modelId="{2AB9E269-8403-4DEE-A261-91772E2825BD}" type="sibTrans" cxnId="{FEEE61D8-9800-4A24-816B-74A70F9E87EB}">
      <dgm:prSet/>
      <dgm:spPr/>
      <dgm:t>
        <a:bodyPr/>
        <a:lstStyle/>
        <a:p>
          <a:endParaRPr lang="es-AR"/>
        </a:p>
      </dgm:t>
    </dgm:pt>
    <dgm:pt modelId="{8BB7779B-14E4-4690-8743-7CB2B50DDF24}">
      <dgm:prSet/>
      <dgm:spPr/>
      <dgm:t>
        <a:bodyPr/>
        <a:lstStyle/>
        <a:p>
          <a:pPr rtl="0"/>
          <a:r>
            <a:rPr kumimoji="0" lang="es-ES" b="0" i="0" u="none" strike="noStrike" cap="none" normalizeH="0" baseline="0" dirty="0">
              <a:ln/>
              <a:effectLst/>
              <a:latin typeface="Bookman Old Style" pitchFamily="18" charset="0"/>
              <a:cs typeface="Times New Roman" pitchFamily="18" charset="0"/>
            </a:rPr>
            <a:t>Fusión prematura de epífisis</a:t>
          </a:r>
        </a:p>
      </dgm:t>
    </dgm:pt>
    <dgm:pt modelId="{874B3F0E-B46A-41F1-BF5A-A4F912BFFAB3}" type="parTrans" cxnId="{94DE892A-81B5-4979-B580-B32278097EE9}">
      <dgm:prSet/>
      <dgm:spPr/>
      <dgm:t>
        <a:bodyPr/>
        <a:lstStyle/>
        <a:p>
          <a:endParaRPr lang="es-AR"/>
        </a:p>
      </dgm:t>
    </dgm:pt>
    <dgm:pt modelId="{6D48E894-2D7B-4115-815A-69292063BA78}" type="sibTrans" cxnId="{94DE892A-81B5-4979-B580-B32278097EE9}">
      <dgm:prSet/>
      <dgm:spPr/>
      <dgm:t>
        <a:bodyPr/>
        <a:lstStyle/>
        <a:p>
          <a:endParaRPr lang="es-AR"/>
        </a:p>
      </dgm:t>
    </dgm:pt>
    <dgm:pt modelId="{26A0461A-EDE1-4495-92E4-AAD16881916A}">
      <dgm:prSet/>
      <dgm:spPr/>
      <dgm:t>
        <a:bodyPr/>
        <a:lstStyle/>
        <a:p>
          <a:pPr rtl="0"/>
          <a:r>
            <a:rPr kumimoji="0" lang="es-ES" b="0" i="0" u="none" strike="noStrike" cap="none" normalizeH="0" baseline="0" dirty="0">
              <a:ln/>
              <a:effectLst/>
              <a:latin typeface="Bookman Old Style" pitchFamily="18" charset="0"/>
              <a:cs typeface="Times New Roman" pitchFamily="18" charset="0"/>
            </a:rPr>
            <a:t>Acortamientos/ hipoplasias</a:t>
          </a:r>
        </a:p>
      </dgm:t>
    </dgm:pt>
    <dgm:pt modelId="{ABEA3C45-ED4C-44B5-A691-ADD3FBD22440}" type="parTrans" cxnId="{A6B7476B-BE3A-4704-9911-FF6B43BCBB31}">
      <dgm:prSet/>
      <dgm:spPr/>
      <dgm:t>
        <a:bodyPr/>
        <a:lstStyle/>
        <a:p>
          <a:endParaRPr lang="es-AR"/>
        </a:p>
      </dgm:t>
    </dgm:pt>
    <dgm:pt modelId="{9FCCA6E3-4A1D-4D48-A407-83BBA96C2A9C}" type="sibTrans" cxnId="{A6B7476B-BE3A-4704-9911-FF6B43BCBB31}">
      <dgm:prSet/>
      <dgm:spPr/>
      <dgm:t>
        <a:bodyPr/>
        <a:lstStyle/>
        <a:p>
          <a:endParaRPr lang="es-AR"/>
        </a:p>
      </dgm:t>
    </dgm:pt>
    <dgm:pt modelId="{186383E5-4828-4A2D-AB07-A6D838EE1A18}" type="pres">
      <dgm:prSet presAssocID="{0968E019-B63A-4958-9DEE-3C7A5E050946}" presName="Name0" presStyleCnt="0">
        <dgm:presLayoutVars>
          <dgm:chPref val="1"/>
          <dgm:dir/>
          <dgm:animOne val="branch"/>
          <dgm:animLvl val="lvl"/>
          <dgm:resizeHandles/>
        </dgm:presLayoutVars>
      </dgm:prSet>
      <dgm:spPr/>
    </dgm:pt>
    <dgm:pt modelId="{CBCAED04-3D19-4DB5-81B7-3F66AD7A561A}" type="pres">
      <dgm:prSet presAssocID="{2E13D967-E010-48F4-8B03-D71704F0BF73}" presName="vertOne" presStyleCnt="0"/>
      <dgm:spPr/>
    </dgm:pt>
    <dgm:pt modelId="{4A52F738-5571-4D80-88FA-805C995F5D4F}" type="pres">
      <dgm:prSet presAssocID="{2E13D967-E010-48F4-8B03-D71704F0BF73}" presName="txOne" presStyleLbl="node0" presStyleIdx="0" presStyleCnt="1">
        <dgm:presLayoutVars>
          <dgm:chPref val="3"/>
        </dgm:presLayoutVars>
      </dgm:prSet>
      <dgm:spPr/>
    </dgm:pt>
    <dgm:pt modelId="{1F0468F6-435D-4042-B305-AA6E32AE96C7}" type="pres">
      <dgm:prSet presAssocID="{2E13D967-E010-48F4-8B03-D71704F0BF73}" presName="parTransOne" presStyleCnt="0"/>
      <dgm:spPr/>
    </dgm:pt>
    <dgm:pt modelId="{C8E2D3E8-C48B-4F88-B6A7-498086ABDD33}" type="pres">
      <dgm:prSet presAssocID="{2E13D967-E010-48F4-8B03-D71704F0BF73}" presName="horzOne" presStyleCnt="0"/>
      <dgm:spPr/>
    </dgm:pt>
    <dgm:pt modelId="{25A6888F-DCF3-45CC-B583-0CFBCF0D6E41}" type="pres">
      <dgm:prSet presAssocID="{CBCBD2EC-8C52-4E72-890F-273FC1570E55}" presName="vertTwo" presStyleCnt="0"/>
      <dgm:spPr/>
    </dgm:pt>
    <dgm:pt modelId="{835E76CC-D07F-44ED-9E29-FA75FDD8C716}" type="pres">
      <dgm:prSet presAssocID="{CBCBD2EC-8C52-4E72-890F-273FC1570E55}" presName="txTwo" presStyleLbl="node2" presStyleIdx="0" presStyleCnt="4">
        <dgm:presLayoutVars>
          <dgm:chPref val="3"/>
        </dgm:presLayoutVars>
      </dgm:prSet>
      <dgm:spPr/>
    </dgm:pt>
    <dgm:pt modelId="{C7E3FD47-AB4E-4EE9-BA86-52976D44136F}" type="pres">
      <dgm:prSet presAssocID="{CBCBD2EC-8C52-4E72-890F-273FC1570E55}" presName="horzTwo" presStyleCnt="0"/>
      <dgm:spPr/>
    </dgm:pt>
    <dgm:pt modelId="{D3C0CB9F-CC58-4AD7-B0FF-3FEEDA18CD72}" type="pres">
      <dgm:prSet presAssocID="{8F43F1B0-D783-4C00-A686-C0500AAA0D16}" presName="sibSpaceTwo" presStyleCnt="0"/>
      <dgm:spPr/>
    </dgm:pt>
    <dgm:pt modelId="{730C235F-352C-440D-A65E-AF87652D7221}" type="pres">
      <dgm:prSet presAssocID="{CE40CBAC-3F6A-4336-9E4D-ED5BFBCE6532}" presName="vertTwo" presStyleCnt="0"/>
      <dgm:spPr/>
    </dgm:pt>
    <dgm:pt modelId="{D0A4388A-28C2-4AE6-80AA-CE0303AE148A}" type="pres">
      <dgm:prSet presAssocID="{CE40CBAC-3F6A-4336-9E4D-ED5BFBCE6532}" presName="txTwo" presStyleLbl="node2" presStyleIdx="1" presStyleCnt="4">
        <dgm:presLayoutVars>
          <dgm:chPref val="3"/>
        </dgm:presLayoutVars>
      </dgm:prSet>
      <dgm:spPr/>
    </dgm:pt>
    <dgm:pt modelId="{D6CE9565-D271-49F7-9E15-626B1C71EC86}" type="pres">
      <dgm:prSet presAssocID="{CE40CBAC-3F6A-4336-9E4D-ED5BFBCE6532}" presName="horzTwo" presStyleCnt="0"/>
      <dgm:spPr/>
    </dgm:pt>
    <dgm:pt modelId="{1EC28DA8-2910-4660-B511-58ACCABF7558}" type="pres">
      <dgm:prSet presAssocID="{2AB9E269-8403-4DEE-A261-91772E2825BD}" presName="sibSpaceTwo" presStyleCnt="0"/>
      <dgm:spPr/>
    </dgm:pt>
    <dgm:pt modelId="{F50351FE-A8B6-4CC3-AB42-583B5B7EAC44}" type="pres">
      <dgm:prSet presAssocID="{8BB7779B-14E4-4690-8743-7CB2B50DDF24}" presName="vertTwo" presStyleCnt="0"/>
      <dgm:spPr/>
    </dgm:pt>
    <dgm:pt modelId="{FDA99591-DAE2-483D-8338-984C6488BAC1}" type="pres">
      <dgm:prSet presAssocID="{8BB7779B-14E4-4690-8743-7CB2B50DDF24}" presName="txTwo" presStyleLbl="node2" presStyleIdx="2" presStyleCnt="4">
        <dgm:presLayoutVars>
          <dgm:chPref val="3"/>
        </dgm:presLayoutVars>
      </dgm:prSet>
      <dgm:spPr/>
    </dgm:pt>
    <dgm:pt modelId="{2E455C52-712D-4D47-8456-AC8B5C63EC04}" type="pres">
      <dgm:prSet presAssocID="{8BB7779B-14E4-4690-8743-7CB2B50DDF24}" presName="horzTwo" presStyleCnt="0"/>
      <dgm:spPr/>
    </dgm:pt>
    <dgm:pt modelId="{D47B759E-718E-43FD-86B3-B44B9E0A574E}" type="pres">
      <dgm:prSet presAssocID="{6D48E894-2D7B-4115-815A-69292063BA78}" presName="sibSpaceTwo" presStyleCnt="0"/>
      <dgm:spPr/>
    </dgm:pt>
    <dgm:pt modelId="{C514A26A-CAF7-42A2-BAF2-7DAEB4C197F6}" type="pres">
      <dgm:prSet presAssocID="{26A0461A-EDE1-4495-92E4-AAD16881916A}" presName="vertTwo" presStyleCnt="0"/>
      <dgm:spPr/>
    </dgm:pt>
    <dgm:pt modelId="{BC753340-A089-4C7B-ACC3-2E2B74FBBF07}" type="pres">
      <dgm:prSet presAssocID="{26A0461A-EDE1-4495-92E4-AAD16881916A}" presName="txTwo" presStyleLbl="node2" presStyleIdx="3" presStyleCnt="4">
        <dgm:presLayoutVars>
          <dgm:chPref val="3"/>
        </dgm:presLayoutVars>
      </dgm:prSet>
      <dgm:spPr/>
    </dgm:pt>
    <dgm:pt modelId="{5613726E-3F70-4DDC-9126-9141CDE8D0E6}" type="pres">
      <dgm:prSet presAssocID="{26A0461A-EDE1-4495-92E4-AAD16881916A}" presName="horzTwo" presStyleCnt="0"/>
      <dgm:spPr/>
    </dgm:pt>
  </dgm:ptLst>
  <dgm:cxnLst>
    <dgm:cxn modelId="{9D1B7C1D-6F58-4DDB-BFA0-025D816F42C3}" srcId="{0968E019-B63A-4958-9DEE-3C7A5E050946}" destId="{2E13D967-E010-48F4-8B03-D71704F0BF73}" srcOrd="0" destOrd="0" parTransId="{DEE91C64-43D4-464B-BE97-C46591A2265B}" sibTransId="{139DB65F-7274-453A-B1D9-78BE006CCDDA}"/>
    <dgm:cxn modelId="{94DE892A-81B5-4979-B580-B32278097EE9}" srcId="{2E13D967-E010-48F4-8B03-D71704F0BF73}" destId="{8BB7779B-14E4-4690-8743-7CB2B50DDF24}" srcOrd="2" destOrd="0" parTransId="{874B3F0E-B46A-41F1-BF5A-A4F912BFFAB3}" sibTransId="{6D48E894-2D7B-4115-815A-69292063BA78}"/>
    <dgm:cxn modelId="{C3B4485B-1703-4AFE-8F05-8687AD503459}" type="presOf" srcId="{CE40CBAC-3F6A-4336-9E4D-ED5BFBCE6532}" destId="{D0A4388A-28C2-4AE6-80AA-CE0303AE148A}" srcOrd="0" destOrd="0" presId="urn:microsoft.com/office/officeart/2005/8/layout/hierarchy4"/>
    <dgm:cxn modelId="{A6B7476B-BE3A-4704-9911-FF6B43BCBB31}" srcId="{2E13D967-E010-48F4-8B03-D71704F0BF73}" destId="{26A0461A-EDE1-4495-92E4-AAD16881916A}" srcOrd="3" destOrd="0" parTransId="{ABEA3C45-ED4C-44B5-A691-ADD3FBD22440}" sibTransId="{9FCCA6E3-4A1D-4D48-A407-83BBA96C2A9C}"/>
    <dgm:cxn modelId="{90EC5B4D-4827-4C37-838E-67A0091F5FE7}" type="presOf" srcId="{8BB7779B-14E4-4690-8743-7CB2B50DDF24}" destId="{FDA99591-DAE2-483D-8338-984C6488BAC1}" srcOrd="0" destOrd="0" presId="urn:microsoft.com/office/officeart/2005/8/layout/hierarchy4"/>
    <dgm:cxn modelId="{C1F7C754-E148-42DD-8D7D-DF1288204729}" type="presOf" srcId="{2E13D967-E010-48F4-8B03-D71704F0BF73}" destId="{4A52F738-5571-4D80-88FA-805C995F5D4F}" srcOrd="0" destOrd="0" presId="urn:microsoft.com/office/officeart/2005/8/layout/hierarchy4"/>
    <dgm:cxn modelId="{23961977-DFD1-420C-9773-018C90E04922}" type="presOf" srcId="{0968E019-B63A-4958-9DEE-3C7A5E050946}" destId="{186383E5-4828-4A2D-AB07-A6D838EE1A18}" srcOrd="0" destOrd="0" presId="urn:microsoft.com/office/officeart/2005/8/layout/hierarchy4"/>
    <dgm:cxn modelId="{8722AF77-8697-49A7-BA9E-48511D8D13C0}" srcId="{2E13D967-E010-48F4-8B03-D71704F0BF73}" destId="{CBCBD2EC-8C52-4E72-890F-273FC1570E55}" srcOrd="0" destOrd="0" parTransId="{3F64CB8F-77AB-4F7F-9FEA-473518BCF305}" sibTransId="{8F43F1B0-D783-4C00-A686-C0500AAA0D16}"/>
    <dgm:cxn modelId="{90CC7B9B-48B2-4841-89B2-7056E8C42110}" type="presOf" srcId="{CBCBD2EC-8C52-4E72-890F-273FC1570E55}" destId="{835E76CC-D07F-44ED-9E29-FA75FDD8C716}" srcOrd="0" destOrd="0" presId="urn:microsoft.com/office/officeart/2005/8/layout/hierarchy4"/>
    <dgm:cxn modelId="{FEEE61D8-9800-4A24-816B-74A70F9E87EB}" srcId="{2E13D967-E010-48F4-8B03-D71704F0BF73}" destId="{CE40CBAC-3F6A-4336-9E4D-ED5BFBCE6532}" srcOrd="1" destOrd="0" parTransId="{B82667AB-2868-4134-AFBE-463438EAAA36}" sibTransId="{2AB9E269-8403-4DEE-A261-91772E2825BD}"/>
    <dgm:cxn modelId="{05B3D0E1-083A-42AB-870F-A816CAEC3952}" type="presOf" srcId="{26A0461A-EDE1-4495-92E4-AAD16881916A}" destId="{BC753340-A089-4C7B-ACC3-2E2B74FBBF07}" srcOrd="0" destOrd="0" presId="urn:microsoft.com/office/officeart/2005/8/layout/hierarchy4"/>
    <dgm:cxn modelId="{6D005FDD-0880-45D3-882C-C0EF66A9EC6C}" type="presParOf" srcId="{186383E5-4828-4A2D-AB07-A6D838EE1A18}" destId="{CBCAED04-3D19-4DB5-81B7-3F66AD7A561A}" srcOrd="0" destOrd="0" presId="urn:microsoft.com/office/officeart/2005/8/layout/hierarchy4"/>
    <dgm:cxn modelId="{A720F62A-100C-4C7F-9E54-E4C731F5BB4E}" type="presParOf" srcId="{CBCAED04-3D19-4DB5-81B7-3F66AD7A561A}" destId="{4A52F738-5571-4D80-88FA-805C995F5D4F}" srcOrd="0" destOrd="0" presId="urn:microsoft.com/office/officeart/2005/8/layout/hierarchy4"/>
    <dgm:cxn modelId="{9357A068-311E-4369-9BE7-BBB0B7F54B4D}" type="presParOf" srcId="{CBCAED04-3D19-4DB5-81B7-3F66AD7A561A}" destId="{1F0468F6-435D-4042-B305-AA6E32AE96C7}" srcOrd="1" destOrd="0" presId="urn:microsoft.com/office/officeart/2005/8/layout/hierarchy4"/>
    <dgm:cxn modelId="{58D35D76-F7A5-4459-95DD-01AC5FE94C62}" type="presParOf" srcId="{CBCAED04-3D19-4DB5-81B7-3F66AD7A561A}" destId="{C8E2D3E8-C48B-4F88-B6A7-498086ABDD33}" srcOrd="2" destOrd="0" presId="urn:microsoft.com/office/officeart/2005/8/layout/hierarchy4"/>
    <dgm:cxn modelId="{65537816-F9E7-407D-B066-A8FBAE73E0B1}" type="presParOf" srcId="{C8E2D3E8-C48B-4F88-B6A7-498086ABDD33}" destId="{25A6888F-DCF3-45CC-B583-0CFBCF0D6E41}" srcOrd="0" destOrd="0" presId="urn:microsoft.com/office/officeart/2005/8/layout/hierarchy4"/>
    <dgm:cxn modelId="{1B1F5B4F-7466-40AE-A2B7-C75974E646EE}" type="presParOf" srcId="{25A6888F-DCF3-45CC-B583-0CFBCF0D6E41}" destId="{835E76CC-D07F-44ED-9E29-FA75FDD8C716}" srcOrd="0" destOrd="0" presId="urn:microsoft.com/office/officeart/2005/8/layout/hierarchy4"/>
    <dgm:cxn modelId="{7E6B508E-AD13-43CF-AB75-81F4BD3E85D4}" type="presParOf" srcId="{25A6888F-DCF3-45CC-B583-0CFBCF0D6E41}" destId="{C7E3FD47-AB4E-4EE9-BA86-52976D44136F}" srcOrd="1" destOrd="0" presId="urn:microsoft.com/office/officeart/2005/8/layout/hierarchy4"/>
    <dgm:cxn modelId="{1C4C2158-FFCA-4E4A-A339-2A58D77E5616}" type="presParOf" srcId="{C8E2D3E8-C48B-4F88-B6A7-498086ABDD33}" destId="{D3C0CB9F-CC58-4AD7-B0FF-3FEEDA18CD72}" srcOrd="1" destOrd="0" presId="urn:microsoft.com/office/officeart/2005/8/layout/hierarchy4"/>
    <dgm:cxn modelId="{A000F2C1-C363-4FBA-8E0E-E2C2CB5838D3}" type="presParOf" srcId="{C8E2D3E8-C48B-4F88-B6A7-498086ABDD33}" destId="{730C235F-352C-440D-A65E-AF87652D7221}" srcOrd="2" destOrd="0" presId="urn:microsoft.com/office/officeart/2005/8/layout/hierarchy4"/>
    <dgm:cxn modelId="{A8EEC876-9263-4ADA-8FB6-816E315DA54E}" type="presParOf" srcId="{730C235F-352C-440D-A65E-AF87652D7221}" destId="{D0A4388A-28C2-4AE6-80AA-CE0303AE148A}" srcOrd="0" destOrd="0" presId="urn:microsoft.com/office/officeart/2005/8/layout/hierarchy4"/>
    <dgm:cxn modelId="{970354E5-0C38-4C5E-95D6-03A6C6B8F40C}" type="presParOf" srcId="{730C235F-352C-440D-A65E-AF87652D7221}" destId="{D6CE9565-D271-49F7-9E15-626B1C71EC86}" srcOrd="1" destOrd="0" presId="urn:microsoft.com/office/officeart/2005/8/layout/hierarchy4"/>
    <dgm:cxn modelId="{7B08A595-19E4-44BF-A3FC-DAB1A1A29C2B}" type="presParOf" srcId="{C8E2D3E8-C48B-4F88-B6A7-498086ABDD33}" destId="{1EC28DA8-2910-4660-B511-58ACCABF7558}" srcOrd="3" destOrd="0" presId="urn:microsoft.com/office/officeart/2005/8/layout/hierarchy4"/>
    <dgm:cxn modelId="{353712BD-53F0-4598-88DE-DA95C8D17753}" type="presParOf" srcId="{C8E2D3E8-C48B-4F88-B6A7-498086ABDD33}" destId="{F50351FE-A8B6-4CC3-AB42-583B5B7EAC44}" srcOrd="4" destOrd="0" presId="urn:microsoft.com/office/officeart/2005/8/layout/hierarchy4"/>
    <dgm:cxn modelId="{4D07610F-3EC8-4A0E-9EE6-B1BB1FCC99F5}" type="presParOf" srcId="{F50351FE-A8B6-4CC3-AB42-583B5B7EAC44}" destId="{FDA99591-DAE2-483D-8338-984C6488BAC1}" srcOrd="0" destOrd="0" presId="urn:microsoft.com/office/officeart/2005/8/layout/hierarchy4"/>
    <dgm:cxn modelId="{F4808C22-B26C-4D61-88B4-79C0D2C42321}" type="presParOf" srcId="{F50351FE-A8B6-4CC3-AB42-583B5B7EAC44}" destId="{2E455C52-712D-4D47-8456-AC8B5C63EC04}" srcOrd="1" destOrd="0" presId="urn:microsoft.com/office/officeart/2005/8/layout/hierarchy4"/>
    <dgm:cxn modelId="{9DE5D40A-DD8B-4959-AFAF-E2661312BF10}" type="presParOf" srcId="{C8E2D3E8-C48B-4F88-B6A7-498086ABDD33}" destId="{D47B759E-718E-43FD-86B3-B44B9E0A574E}" srcOrd="5" destOrd="0" presId="urn:microsoft.com/office/officeart/2005/8/layout/hierarchy4"/>
    <dgm:cxn modelId="{1CFFA2C9-1D90-4C68-AD1C-8DA5DF835E74}" type="presParOf" srcId="{C8E2D3E8-C48B-4F88-B6A7-498086ABDD33}" destId="{C514A26A-CAF7-42A2-BAF2-7DAEB4C197F6}" srcOrd="6" destOrd="0" presId="urn:microsoft.com/office/officeart/2005/8/layout/hierarchy4"/>
    <dgm:cxn modelId="{1AC7AF85-6702-4FD1-943C-68659D2C0B3B}" type="presParOf" srcId="{C514A26A-CAF7-42A2-BAF2-7DAEB4C197F6}" destId="{BC753340-A089-4C7B-ACC3-2E2B74FBBF07}" srcOrd="0" destOrd="0" presId="urn:microsoft.com/office/officeart/2005/8/layout/hierarchy4"/>
    <dgm:cxn modelId="{EA9D7EA9-10A9-4B65-8C13-B90909922F75}" type="presParOf" srcId="{C514A26A-CAF7-42A2-BAF2-7DAEB4C197F6}" destId="{5613726E-3F70-4DDC-9126-9141CDE8D0E6}"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0C26C15-7946-49A5-8CB9-C4CC3BD7C5C6}" type="doc">
      <dgm:prSet loTypeId="urn:microsoft.com/office/officeart/2005/8/layout/hierarchy4" loCatId="list" qsTypeId="urn:microsoft.com/office/officeart/2005/8/quickstyle/simple3" qsCatId="simple" csTypeId="urn:microsoft.com/office/officeart/2005/8/colors/colorful3" csCatId="colorful" phldr="1"/>
      <dgm:spPr/>
      <dgm:t>
        <a:bodyPr/>
        <a:lstStyle/>
        <a:p>
          <a:endParaRPr lang="es-AR"/>
        </a:p>
      </dgm:t>
    </dgm:pt>
    <dgm:pt modelId="{EF2041DB-AE87-4379-A519-D4FA8AFCFFFB}">
      <dgm:prSet phldrT="[Texto]"/>
      <dgm:spPr/>
      <dgm:t>
        <a:bodyPr/>
        <a:lstStyle/>
        <a:p>
          <a:pPr rtl="0"/>
          <a:r>
            <a:rPr kumimoji="0" lang="es-ES" b="1" i="0" u="none" strike="noStrike" cap="none" normalizeH="0" baseline="0" dirty="0">
              <a:ln/>
              <a:effectLst/>
              <a:latin typeface="Bookman Old Style" pitchFamily="18" charset="0"/>
              <a:cs typeface="Times New Roman" pitchFamily="18" charset="0"/>
            </a:rPr>
            <a:t>Deformidad en flexión</a:t>
          </a:r>
          <a:endParaRPr lang="es-AR" dirty="0"/>
        </a:p>
      </dgm:t>
    </dgm:pt>
    <dgm:pt modelId="{26FA9562-87BD-4F5D-8E4F-F7666DE99ABF}" type="parTrans" cxnId="{E08F5D67-86C3-4A0B-85DA-353F83418FE6}">
      <dgm:prSet/>
      <dgm:spPr/>
      <dgm:t>
        <a:bodyPr/>
        <a:lstStyle/>
        <a:p>
          <a:endParaRPr lang="es-AR"/>
        </a:p>
      </dgm:t>
    </dgm:pt>
    <dgm:pt modelId="{F10523D7-89CA-4DFE-BC30-F063AAAF9DC0}" type="sibTrans" cxnId="{E08F5D67-86C3-4A0B-85DA-353F83418FE6}">
      <dgm:prSet/>
      <dgm:spPr/>
      <dgm:t>
        <a:bodyPr/>
        <a:lstStyle/>
        <a:p>
          <a:endParaRPr lang="es-AR"/>
        </a:p>
      </dgm:t>
    </dgm:pt>
    <dgm:pt modelId="{952FD577-73A6-4EF1-8533-92B26C3D0737}">
      <dgm:prSet phldrT="[Texto]"/>
      <dgm:spPr/>
      <dgm:t>
        <a:bodyPr/>
        <a:lstStyle/>
        <a:p>
          <a:pPr rtl="0"/>
          <a:r>
            <a:rPr kumimoji="0" lang="es-ES" b="1" i="0" u="none" strike="noStrike" cap="none" normalizeH="0" baseline="0" dirty="0">
              <a:ln/>
              <a:effectLst/>
              <a:latin typeface="Bookman Old Style" pitchFamily="18" charset="0"/>
              <a:cs typeface="Times New Roman" pitchFamily="18" charset="0"/>
            </a:rPr>
            <a:t>Deformidad en extensión</a:t>
          </a:r>
          <a:endParaRPr lang="es-AR" dirty="0"/>
        </a:p>
      </dgm:t>
    </dgm:pt>
    <dgm:pt modelId="{41C16324-F4A4-4F21-AA54-8A0E31B65FBF}" type="parTrans" cxnId="{65D7A9BC-989D-487B-9DCA-930E70E18896}">
      <dgm:prSet/>
      <dgm:spPr/>
      <dgm:t>
        <a:bodyPr/>
        <a:lstStyle/>
        <a:p>
          <a:endParaRPr lang="es-AR"/>
        </a:p>
      </dgm:t>
    </dgm:pt>
    <dgm:pt modelId="{A339DFC8-1C22-45E4-B10D-FCABDE36CE2A}" type="sibTrans" cxnId="{65D7A9BC-989D-487B-9DCA-930E70E18896}">
      <dgm:prSet/>
      <dgm:spPr/>
      <dgm:t>
        <a:bodyPr/>
        <a:lstStyle/>
        <a:p>
          <a:endParaRPr lang="es-AR"/>
        </a:p>
      </dgm:t>
    </dgm:pt>
    <dgm:pt modelId="{50F274E8-A10A-4195-9907-4526765C486E}">
      <dgm:prSet phldrT="[Texto]"/>
      <dgm:spPr/>
      <dgm:t>
        <a:bodyPr/>
        <a:lstStyle/>
        <a:p>
          <a:pPr rtl="0"/>
          <a:r>
            <a:rPr kumimoji="0" lang="es-ES" b="1" i="1" u="sng" strike="noStrike" cap="none" normalizeH="0" baseline="0" dirty="0">
              <a:ln/>
              <a:effectLst/>
              <a:latin typeface="Bookman Old Style" pitchFamily="18" charset="0"/>
              <a:cs typeface="Times New Roman" pitchFamily="18" charset="0"/>
            </a:rPr>
            <a:t>Reducibles</a:t>
          </a:r>
          <a:r>
            <a:rPr kumimoji="0" lang="es-ES" b="0" i="0" u="none" strike="noStrike" cap="none" normalizeH="0" baseline="0" dirty="0">
              <a:ln/>
              <a:effectLst/>
              <a:latin typeface="Bookman Old Style" pitchFamily="18" charset="0"/>
              <a:cs typeface="Times New Roman" pitchFamily="18" charset="0"/>
            </a:rPr>
            <a:t>  (no erosivas):</a:t>
          </a:r>
          <a:endParaRPr lang="es-AR" dirty="0"/>
        </a:p>
      </dgm:t>
    </dgm:pt>
    <dgm:pt modelId="{5C9B5E41-1684-4637-B561-F470DE09AB74}" type="parTrans" cxnId="{8FBAF827-108C-4560-B21A-614EC5D28748}">
      <dgm:prSet/>
      <dgm:spPr/>
      <dgm:t>
        <a:bodyPr/>
        <a:lstStyle/>
        <a:p>
          <a:endParaRPr lang="es-AR"/>
        </a:p>
      </dgm:t>
    </dgm:pt>
    <dgm:pt modelId="{0AB9265D-4326-4EBD-8415-F877A6270EBA}" type="sibTrans" cxnId="{8FBAF827-108C-4560-B21A-614EC5D28748}">
      <dgm:prSet/>
      <dgm:spPr/>
      <dgm:t>
        <a:bodyPr/>
        <a:lstStyle/>
        <a:p>
          <a:endParaRPr lang="es-AR"/>
        </a:p>
      </dgm:t>
    </dgm:pt>
    <dgm:pt modelId="{1810AEFB-4BC2-4121-84C6-C81B1CD050AD}">
      <dgm:prSet phldrT="[Texto]"/>
      <dgm:spPr/>
      <dgm:t>
        <a:bodyPr/>
        <a:lstStyle/>
        <a:p>
          <a:pPr rtl="0"/>
          <a:r>
            <a:rPr kumimoji="0" lang="es-ES" b="1" i="0" u="none" strike="noStrike" cap="none" normalizeH="0" baseline="0" dirty="0">
              <a:ln/>
              <a:effectLst/>
              <a:latin typeface="Bookman Old Style" pitchFamily="18" charset="0"/>
              <a:cs typeface="Times New Roman" pitchFamily="18" charset="0"/>
            </a:rPr>
            <a:t>Desviación y subluxación</a:t>
          </a:r>
          <a:endParaRPr lang="es-AR" dirty="0"/>
        </a:p>
      </dgm:t>
    </dgm:pt>
    <dgm:pt modelId="{FAA8A75A-D0DE-45D4-92A0-5EC8F8A93808}" type="parTrans" cxnId="{BC70FC38-CD52-46F9-8F47-B1F6DF1F0A08}">
      <dgm:prSet/>
      <dgm:spPr/>
      <dgm:t>
        <a:bodyPr/>
        <a:lstStyle/>
        <a:p>
          <a:endParaRPr lang="es-AR"/>
        </a:p>
      </dgm:t>
    </dgm:pt>
    <dgm:pt modelId="{B418A1DF-9F45-430D-B67F-8AFCC6A04764}" type="sibTrans" cxnId="{BC70FC38-CD52-46F9-8F47-B1F6DF1F0A08}">
      <dgm:prSet/>
      <dgm:spPr/>
      <dgm:t>
        <a:bodyPr/>
        <a:lstStyle/>
        <a:p>
          <a:endParaRPr lang="es-AR"/>
        </a:p>
      </dgm:t>
    </dgm:pt>
    <dgm:pt modelId="{3A5DA998-FE41-47A4-BE2E-87F936ABF8E1}">
      <dgm:prSet/>
      <dgm:spPr/>
      <dgm:t>
        <a:bodyPr/>
        <a:lstStyle/>
        <a:p>
          <a:pPr rtl="0"/>
          <a:r>
            <a:rPr kumimoji="0" lang="es-ES" b="0" i="0" u="none" strike="noStrike" cap="none" normalizeH="0" baseline="0" dirty="0">
              <a:ln/>
              <a:effectLst/>
              <a:latin typeface="Bookman Old Style" pitchFamily="18" charset="0"/>
              <a:cs typeface="Times New Roman" pitchFamily="18" charset="0"/>
            </a:rPr>
            <a:t>Deformidad en </a:t>
          </a:r>
          <a:r>
            <a:rPr kumimoji="0" lang="es-ES" b="0" i="0" u="none" strike="noStrike" cap="none" normalizeH="0" baseline="0" dirty="0" err="1">
              <a:ln/>
              <a:effectLst/>
              <a:latin typeface="Bookman Old Style" pitchFamily="18" charset="0"/>
              <a:cs typeface="Times New Roman" pitchFamily="18" charset="0"/>
            </a:rPr>
            <a:t>boutonniere</a:t>
          </a:r>
          <a:r>
            <a:rPr kumimoji="0" lang="es-ES" b="0" i="0" u="none" strike="noStrike" cap="none" normalizeH="0" baseline="0" dirty="0">
              <a:ln/>
              <a:effectLst/>
              <a:latin typeface="Bookman Old Style" pitchFamily="18" charset="0"/>
              <a:cs typeface="Times New Roman" pitchFamily="18" charset="0"/>
            </a:rPr>
            <a:t> (PIF)</a:t>
          </a:r>
          <a:endParaRPr kumimoji="0" lang="es-ES" b="0" i="0" u="none" strike="noStrike" cap="none" normalizeH="0" baseline="0" dirty="0">
            <a:ln/>
            <a:effectLst/>
            <a:latin typeface="Bookman Old Style" pitchFamily="18" charset="0"/>
          </a:endParaRPr>
        </a:p>
      </dgm:t>
    </dgm:pt>
    <dgm:pt modelId="{D60BF028-0D50-4E58-AE9D-0EC87C38A06C}" type="parTrans" cxnId="{A49D9274-88CE-4A37-9C13-D00F45C82355}">
      <dgm:prSet/>
      <dgm:spPr/>
      <dgm:t>
        <a:bodyPr/>
        <a:lstStyle/>
        <a:p>
          <a:endParaRPr lang="es-AR"/>
        </a:p>
      </dgm:t>
    </dgm:pt>
    <dgm:pt modelId="{918ECD30-A0E6-43E2-9AE5-AAB2255E10E1}" type="sibTrans" cxnId="{A49D9274-88CE-4A37-9C13-D00F45C82355}">
      <dgm:prSet/>
      <dgm:spPr/>
      <dgm:t>
        <a:bodyPr/>
        <a:lstStyle/>
        <a:p>
          <a:endParaRPr lang="es-AR"/>
        </a:p>
      </dgm:t>
    </dgm:pt>
    <dgm:pt modelId="{0CDA4BBE-9E35-46EA-AEF3-2BCB4AF71E9F}">
      <dgm:prSet phldrT="[Texto]"/>
      <dgm:spPr/>
      <dgm:t>
        <a:bodyPr/>
        <a:lstStyle/>
        <a:p>
          <a:pPr rtl="0"/>
          <a:r>
            <a:rPr kumimoji="0" lang="es-ES" b="0" i="0" u="none" strike="noStrike" cap="none" normalizeH="0" baseline="0" dirty="0">
              <a:ln/>
              <a:effectLst/>
              <a:latin typeface="Bookman Old Style" pitchFamily="18" charset="0"/>
              <a:cs typeface="Times New Roman" pitchFamily="18" charset="0"/>
            </a:rPr>
            <a:t>Deformidad en cuello de cisne (PIF)</a:t>
          </a:r>
          <a:endParaRPr lang="es-AR" dirty="0"/>
        </a:p>
      </dgm:t>
    </dgm:pt>
    <dgm:pt modelId="{9E9DF3A3-5D52-46F1-9A60-1AAD1DDE6B00}" type="parTrans" cxnId="{FA1314DB-4DE8-43A5-896C-EB813278423C}">
      <dgm:prSet/>
      <dgm:spPr/>
      <dgm:t>
        <a:bodyPr/>
        <a:lstStyle/>
        <a:p>
          <a:endParaRPr lang="es-AR"/>
        </a:p>
      </dgm:t>
    </dgm:pt>
    <dgm:pt modelId="{F1578982-EC45-4A82-935C-9E9F1D55F651}" type="sibTrans" cxnId="{FA1314DB-4DE8-43A5-896C-EB813278423C}">
      <dgm:prSet/>
      <dgm:spPr/>
      <dgm:t>
        <a:bodyPr/>
        <a:lstStyle/>
        <a:p>
          <a:endParaRPr lang="es-AR"/>
        </a:p>
      </dgm:t>
    </dgm:pt>
    <dgm:pt modelId="{90A6AA5E-658D-4C6E-A0B9-DD50FB0E8B44}">
      <dgm:prSet/>
      <dgm:spPr/>
      <dgm:t>
        <a:bodyPr/>
        <a:lstStyle/>
        <a:p>
          <a:pPr rtl="0"/>
          <a:r>
            <a:rPr kumimoji="0" lang="es-ES" b="1" i="1" u="sng" strike="noStrike" cap="none" normalizeH="0" baseline="0" dirty="0">
              <a:ln/>
              <a:effectLst/>
              <a:latin typeface="Bookman Old Style" pitchFamily="18" charset="0"/>
              <a:cs typeface="Times New Roman" pitchFamily="18" charset="0"/>
            </a:rPr>
            <a:t>No reducibles</a:t>
          </a:r>
          <a:r>
            <a:rPr kumimoji="0" lang="es-ES" b="0" i="0" u="none" strike="noStrike" cap="none" normalizeH="0" baseline="0" dirty="0">
              <a:ln/>
              <a:effectLst/>
              <a:latin typeface="Bookman Old Style" pitchFamily="18" charset="0"/>
              <a:cs typeface="Times New Roman" pitchFamily="18" charset="0"/>
            </a:rPr>
            <a:t> (erosivas):</a:t>
          </a:r>
          <a:endParaRPr kumimoji="0" lang="es-ES" b="0" i="0" u="none" strike="noStrike" cap="none" normalizeH="0" baseline="0" dirty="0">
            <a:ln/>
            <a:effectLst/>
            <a:latin typeface="Bookman Old Style" pitchFamily="18" charset="0"/>
          </a:endParaRPr>
        </a:p>
      </dgm:t>
    </dgm:pt>
    <dgm:pt modelId="{954100DE-BA92-4510-8EBF-E5A167008999}" type="parTrans" cxnId="{B58D0378-0164-4025-B78B-0DE88CA3EA7A}">
      <dgm:prSet/>
      <dgm:spPr/>
      <dgm:t>
        <a:bodyPr/>
        <a:lstStyle/>
        <a:p>
          <a:endParaRPr lang="es-AR"/>
        </a:p>
      </dgm:t>
    </dgm:pt>
    <dgm:pt modelId="{4A5876A1-F9AD-494A-882D-790EFBCF6C11}" type="sibTrans" cxnId="{B58D0378-0164-4025-B78B-0DE88CA3EA7A}">
      <dgm:prSet/>
      <dgm:spPr/>
      <dgm:t>
        <a:bodyPr/>
        <a:lstStyle/>
        <a:p>
          <a:endParaRPr lang="es-AR"/>
        </a:p>
      </dgm:t>
    </dgm:pt>
    <dgm:pt modelId="{F6554876-974C-4129-8362-ABA5CAFA37CA}">
      <dgm:prSet phldrT="[Texto]"/>
      <dgm:spPr/>
      <dgm:t>
        <a:bodyPr/>
        <a:lstStyle/>
        <a:p>
          <a:pPr rtl="0"/>
          <a:r>
            <a:rPr kumimoji="0" lang="es-ES" b="0" i="0" u="none" strike="noStrike" cap="none" normalizeH="0" baseline="0" dirty="0">
              <a:ln/>
              <a:effectLst/>
              <a:latin typeface="Bookman Old Style" pitchFamily="18" charset="0"/>
              <a:cs typeface="Times New Roman" pitchFamily="18" charset="0"/>
            </a:rPr>
            <a:t>LES</a:t>
          </a:r>
          <a:endParaRPr lang="es-AR" dirty="0"/>
        </a:p>
      </dgm:t>
    </dgm:pt>
    <dgm:pt modelId="{AAA463E6-CFD6-4434-9EF1-44AE31C91C9B}" type="parTrans" cxnId="{B4E37700-E7AE-43E1-A4D8-F58A8B4006BF}">
      <dgm:prSet/>
      <dgm:spPr/>
      <dgm:t>
        <a:bodyPr/>
        <a:lstStyle/>
        <a:p>
          <a:endParaRPr lang="es-AR"/>
        </a:p>
      </dgm:t>
    </dgm:pt>
    <dgm:pt modelId="{CDA8CC00-4F45-4E5F-9756-67EAB4C6E03D}" type="sibTrans" cxnId="{B4E37700-E7AE-43E1-A4D8-F58A8B4006BF}">
      <dgm:prSet/>
      <dgm:spPr/>
      <dgm:t>
        <a:bodyPr/>
        <a:lstStyle/>
        <a:p>
          <a:endParaRPr lang="es-AR"/>
        </a:p>
      </dgm:t>
    </dgm:pt>
    <dgm:pt modelId="{11143B63-880D-4973-8D3D-945341BD65C0}">
      <dgm:prSet/>
      <dgm:spPr/>
      <dgm:t>
        <a:bodyPr/>
        <a:lstStyle/>
        <a:p>
          <a:pPr rtl="0"/>
          <a:r>
            <a:rPr kumimoji="0" lang="es-ES" b="0" i="0" u="none" strike="noStrike" cap="none" normalizeH="0" baseline="0" dirty="0">
              <a:ln/>
              <a:effectLst/>
              <a:latin typeface="Bookman Old Style" pitchFamily="18" charset="0"/>
              <a:cs typeface="Times New Roman" pitchFamily="18" charset="0"/>
            </a:rPr>
            <a:t>AR</a:t>
          </a:r>
          <a:endParaRPr kumimoji="0" lang="es-ES" b="0" i="0" u="none" strike="noStrike" cap="none" normalizeH="0" baseline="0" dirty="0">
            <a:ln/>
            <a:effectLst/>
            <a:latin typeface="Bookman Old Style" pitchFamily="18" charset="0"/>
          </a:endParaRPr>
        </a:p>
      </dgm:t>
    </dgm:pt>
    <dgm:pt modelId="{6EA7E622-C850-4E2E-9376-03C3E10C978D}" type="parTrans" cxnId="{F8ED3A2C-FCB8-4DB8-A92D-19DBF3EA635C}">
      <dgm:prSet/>
      <dgm:spPr/>
      <dgm:t>
        <a:bodyPr/>
        <a:lstStyle/>
        <a:p>
          <a:endParaRPr lang="es-AR"/>
        </a:p>
      </dgm:t>
    </dgm:pt>
    <dgm:pt modelId="{B7C7D7AC-7E84-4011-9D0C-D0447EC0E4E9}" type="sibTrans" cxnId="{F8ED3A2C-FCB8-4DB8-A92D-19DBF3EA635C}">
      <dgm:prSet/>
      <dgm:spPr/>
      <dgm:t>
        <a:bodyPr/>
        <a:lstStyle/>
        <a:p>
          <a:endParaRPr lang="es-AR"/>
        </a:p>
      </dgm:t>
    </dgm:pt>
    <dgm:pt modelId="{8EF9537C-96C9-4AB2-952B-C28D4E645956}">
      <dgm:prSet phldrT="[Texto]"/>
      <dgm:spPr/>
      <dgm:t>
        <a:bodyPr/>
        <a:lstStyle/>
        <a:p>
          <a:r>
            <a:rPr lang="es-ES" altLang="es-AR" b="0" u="none" dirty="0">
              <a:latin typeface="Bookman Old Style" pitchFamily="18" charset="0"/>
            </a:rPr>
            <a:t>ALTERACIONES DE LA ALINEACIÓN </a:t>
          </a:r>
          <a:endParaRPr lang="es-AR" b="0" u="none" dirty="0"/>
        </a:p>
      </dgm:t>
    </dgm:pt>
    <dgm:pt modelId="{9A472401-B1A4-457B-8DBD-F8C5BE5532D3}" type="sibTrans" cxnId="{BC4483D3-DBE6-4245-88D7-876AC84A78E2}">
      <dgm:prSet/>
      <dgm:spPr/>
      <dgm:t>
        <a:bodyPr/>
        <a:lstStyle/>
        <a:p>
          <a:endParaRPr lang="es-AR"/>
        </a:p>
      </dgm:t>
    </dgm:pt>
    <dgm:pt modelId="{B70FA19E-15A3-4C9E-B6E4-7A34AEB1D0A9}" type="parTrans" cxnId="{BC4483D3-DBE6-4245-88D7-876AC84A78E2}">
      <dgm:prSet/>
      <dgm:spPr/>
      <dgm:t>
        <a:bodyPr/>
        <a:lstStyle/>
        <a:p>
          <a:endParaRPr lang="es-AR"/>
        </a:p>
      </dgm:t>
    </dgm:pt>
    <dgm:pt modelId="{94D5D94D-D461-448F-ABEA-2FCF7916EEE0}" type="pres">
      <dgm:prSet presAssocID="{B0C26C15-7946-49A5-8CB9-C4CC3BD7C5C6}" presName="Name0" presStyleCnt="0">
        <dgm:presLayoutVars>
          <dgm:chPref val="1"/>
          <dgm:dir/>
          <dgm:animOne val="branch"/>
          <dgm:animLvl val="lvl"/>
          <dgm:resizeHandles/>
        </dgm:presLayoutVars>
      </dgm:prSet>
      <dgm:spPr/>
    </dgm:pt>
    <dgm:pt modelId="{1FFE69F6-8C4B-4866-B3D7-C74BA657F8F8}" type="pres">
      <dgm:prSet presAssocID="{8EF9537C-96C9-4AB2-952B-C28D4E645956}" presName="vertOne" presStyleCnt="0"/>
      <dgm:spPr/>
    </dgm:pt>
    <dgm:pt modelId="{A3781B34-E14C-471B-B562-673DEC8E7921}" type="pres">
      <dgm:prSet presAssocID="{8EF9537C-96C9-4AB2-952B-C28D4E645956}" presName="txOne" presStyleLbl="node0" presStyleIdx="0" presStyleCnt="1" custLinFactX="-24517" custLinFactY="-23565" custLinFactNeighborX="-100000" custLinFactNeighborY="-100000">
        <dgm:presLayoutVars>
          <dgm:chPref val="3"/>
        </dgm:presLayoutVars>
      </dgm:prSet>
      <dgm:spPr/>
    </dgm:pt>
    <dgm:pt modelId="{07ACCDC6-EDFE-4FC7-8EF6-A0253F97E071}" type="pres">
      <dgm:prSet presAssocID="{8EF9537C-96C9-4AB2-952B-C28D4E645956}" presName="parTransOne" presStyleCnt="0"/>
      <dgm:spPr/>
    </dgm:pt>
    <dgm:pt modelId="{D68D1C8A-AD96-4B3B-83FA-A3B3BDFB5FBD}" type="pres">
      <dgm:prSet presAssocID="{8EF9537C-96C9-4AB2-952B-C28D4E645956}" presName="horzOne" presStyleCnt="0"/>
      <dgm:spPr/>
    </dgm:pt>
    <dgm:pt modelId="{5596DE07-D9D9-4A83-AD8A-FFCBE81E78EB}" type="pres">
      <dgm:prSet presAssocID="{EF2041DB-AE87-4379-A519-D4FA8AFCFFFB}" presName="vertTwo" presStyleCnt="0"/>
      <dgm:spPr/>
    </dgm:pt>
    <dgm:pt modelId="{B20998DD-416D-452B-B53F-B3F96D95ED77}" type="pres">
      <dgm:prSet presAssocID="{EF2041DB-AE87-4379-A519-D4FA8AFCFFFB}" presName="txTwo" presStyleLbl="node2" presStyleIdx="0" presStyleCnt="3">
        <dgm:presLayoutVars>
          <dgm:chPref val="3"/>
        </dgm:presLayoutVars>
      </dgm:prSet>
      <dgm:spPr/>
    </dgm:pt>
    <dgm:pt modelId="{091792F0-D337-4A27-BB4C-14CA695C106C}" type="pres">
      <dgm:prSet presAssocID="{EF2041DB-AE87-4379-A519-D4FA8AFCFFFB}" presName="parTransTwo" presStyleCnt="0"/>
      <dgm:spPr/>
    </dgm:pt>
    <dgm:pt modelId="{47AACA90-1CCA-401A-8577-BFE9B204D8A5}" type="pres">
      <dgm:prSet presAssocID="{EF2041DB-AE87-4379-A519-D4FA8AFCFFFB}" presName="horzTwo" presStyleCnt="0"/>
      <dgm:spPr/>
    </dgm:pt>
    <dgm:pt modelId="{4B157D1D-5E6F-49E4-AB27-71A6BAD5C0CA}" type="pres">
      <dgm:prSet presAssocID="{3A5DA998-FE41-47A4-BE2E-87F936ABF8E1}" presName="vertThree" presStyleCnt="0"/>
      <dgm:spPr/>
    </dgm:pt>
    <dgm:pt modelId="{DD932626-4FB6-4D61-9066-2EA9D6670068}" type="pres">
      <dgm:prSet presAssocID="{3A5DA998-FE41-47A4-BE2E-87F936ABF8E1}" presName="txThree" presStyleLbl="node3" presStyleIdx="0" presStyleCnt="4">
        <dgm:presLayoutVars>
          <dgm:chPref val="3"/>
        </dgm:presLayoutVars>
      </dgm:prSet>
      <dgm:spPr/>
    </dgm:pt>
    <dgm:pt modelId="{8D81072A-4288-4628-8E0A-B110B540D168}" type="pres">
      <dgm:prSet presAssocID="{3A5DA998-FE41-47A4-BE2E-87F936ABF8E1}" presName="horzThree" presStyleCnt="0"/>
      <dgm:spPr/>
    </dgm:pt>
    <dgm:pt modelId="{C9D48E1D-2AED-4ADE-A8EF-EA628331EBC8}" type="pres">
      <dgm:prSet presAssocID="{F10523D7-89CA-4DFE-BC30-F063AAAF9DC0}" presName="sibSpaceTwo" presStyleCnt="0"/>
      <dgm:spPr/>
    </dgm:pt>
    <dgm:pt modelId="{C4C9F65E-7258-4684-98A4-D0DA90D53E1B}" type="pres">
      <dgm:prSet presAssocID="{952FD577-73A6-4EF1-8533-92B26C3D0737}" presName="vertTwo" presStyleCnt="0"/>
      <dgm:spPr/>
    </dgm:pt>
    <dgm:pt modelId="{9D7C498A-2A51-46F6-B834-8BFD31BC88C8}" type="pres">
      <dgm:prSet presAssocID="{952FD577-73A6-4EF1-8533-92B26C3D0737}" presName="txTwo" presStyleLbl="node2" presStyleIdx="1" presStyleCnt="3">
        <dgm:presLayoutVars>
          <dgm:chPref val="3"/>
        </dgm:presLayoutVars>
      </dgm:prSet>
      <dgm:spPr/>
    </dgm:pt>
    <dgm:pt modelId="{D74264D0-B02D-4303-957F-8BB81B427562}" type="pres">
      <dgm:prSet presAssocID="{952FD577-73A6-4EF1-8533-92B26C3D0737}" presName="parTransTwo" presStyleCnt="0"/>
      <dgm:spPr/>
    </dgm:pt>
    <dgm:pt modelId="{9F49ADA2-2038-4ACA-AE3B-08B6D9C61B36}" type="pres">
      <dgm:prSet presAssocID="{952FD577-73A6-4EF1-8533-92B26C3D0737}" presName="horzTwo" presStyleCnt="0"/>
      <dgm:spPr/>
    </dgm:pt>
    <dgm:pt modelId="{0FCE5D6C-F3CF-49B2-864E-C791A469479F}" type="pres">
      <dgm:prSet presAssocID="{0CDA4BBE-9E35-46EA-AEF3-2BCB4AF71E9F}" presName="vertThree" presStyleCnt="0"/>
      <dgm:spPr/>
    </dgm:pt>
    <dgm:pt modelId="{A753ABC7-8837-4699-940E-3D89E428C697}" type="pres">
      <dgm:prSet presAssocID="{0CDA4BBE-9E35-46EA-AEF3-2BCB4AF71E9F}" presName="txThree" presStyleLbl="node3" presStyleIdx="1" presStyleCnt="4">
        <dgm:presLayoutVars>
          <dgm:chPref val="3"/>
        </dgm:presLayoutVars>
      </dgm:prSet>
      <dgm:spPr/>
    </dgm:pt>
    <dgm:pt modelId="{6034A727-D03D-463A-A440-681AF99A00C3}" type="pres">
      <dgm:prSet presAssocID="{0CDA4BBE-9E35-46EA-AEF3-2BCB4AF71E9F}" presName="horzThree" presStyleCnt="0"/>
      <dgm:spPr/>
    </dgm:pt>
    <dgm:pt modelId="{D6757BB4-915C-4E37-9FF9-7067942D59DB}" type="pres">
      <dgm:prSet presAssocID="{A339DFC8-1C22-45E4-B10D-FCABDE36CE2A}" presName="sibSpaceTwo" presStyleCnt="0"/>
      <dgm:spPr/>
    </dgm:pt>
    <dgm:pt modelId="{DA3506B4-74FF-4EEC-BEB6-7D65F85D4B7F}" type="pres">
      <dgm:prSet presAssocID="{1810AEFB-4BC2-4121-84C6-C81B1CD050AD}" presName="vertTwo" presStyleCnt="0"/>
      <dgm:spPr/>
    </dgm:pt>
    <dgm:pt modelId="{7B1B8F33-C153-47DF-815D-FC57EE6B0766}" type="pres">
      <dgm:prSet presAssocID="{1810AEFB-4BC2-4121-84C6-C81B1CD050AD}" presName="txTwo" presStyleLbl="node2" presStyleIdx="2" presStyleCnt="3">
        <dgm:presLayoutVars>
          <dgm:chPref val="3"/>
        </dgm:presLayoutVars>
      </dgm:prSet>
      <dgm:spPr/>
    </dgm:pt>
    <dgm:pt modelId="{1EF17FBB-04C8-44A3-B8B8-FCE405F19673}" type="pres">
      <dgm:prSet presAssocID="{1810AEFB-4BC2-4121-84C6-C81B1CD050AD}" presName="parTransTwo" presStyleCnt="0"/>
      <dgm:spPr/>
    </dgm:pt>
    <dgm:pt modelId="{EA071B51-45CF-4E39-886C-8DC83B6BC67F}" type="pres">
      <dgm:prSet presAssocID="{1810AEFB-4BC2-4121-84C6-C81B1CD050AD}" presName="horzTwo" presStyleCnt="0"/>
      <dgm:spPr/>
    </dgm:pt>
    <dgm:pt modelId="{8272A084-6F00-4BC4-9961-C35BB5B73858}" type="pres">
      <dgm:prSet presAssocID="{50F274E8-A10A-4195-9907-4526765C486E}" presName="vertThree" presStyleCnt="0"/>
      <dgm:spPr/>
    </dgm:pt>
    <dgm:pt modelId="{D31ECE5E-E565-497D-B5AE-885FF1EA0C21}" type="pres">
      <dgm:prSet presAssocID="{50F274E8-A10A-4195-9907-4526765C486E}" presName="txThree" presStyleLbl="node3" presStyleIdx="2" presStyleCnt="4">
        <dgm:presLayoutVars>
          <dgm:chPref val="3"/>
        </dgm:presLayoutVars>
      </dgm:prSet>
      <dgm:spPr/>
    </dgm:pt>
    <dgm:pt modelId="{4E4FF92D-4730-4C22-A780-5094A13D3F15}" type="pres">
      <dgm:prSet presAssocID="{50F274E8-A10A-4195-9907-4526765C486E}" presName="parTransThree" presStyleCnt="0"/>
      <dgm:spPr/>
    </dgm:pt>
    <dgm:pt modelId="{19667372-49F0-45F3-A656-1AD3B39530E0}" type="pres">
      <dgm:prSet presAssocID="{50F274E8-A10A-4195-9907-4526765C486E}" presName="horzThree" presStyleCnt="0"/>
      <dgm:spPr/>
    </dgm:pt>
    <dgm:pt modelId="{4039A61F-1C55-4971-97EB-8FDBDF3621AF}" type="pres">
      <dgm:prSet presAssocID="{F6554876-974C-4129-8362-ABA5CAFA37CA}" presName="vertFour" presStyleCnt="0">
        <dgm:presLayoutVars>
          <dgm:chPref val="3"/>
        </dgm:presLayoutVars>
      </dgm:prSet>
      <dgm:spPr/>
    </dgm:pt>
    <dgm:pt modelId="{F132CD34-6418-4939-BBA0-DDC0E934742A}" type="pres">
      <dgm:prSet presAssocID="{F6554876-974C-4129-8362-ABA5CAFA37CA}" presName="txFour" presStyleLbl="node4" presStyleIdx="0" presStyleCnt="2" custScaleY="52153">
        <dgm:presLayoutVars>
          <dgm:chPref val="3"/>
        </dgm:presLayoutVars>
      </dgm:prSet>
      <dgm:spPr/>
    </dgm:pt>
    <dgm:pt modelId="{1FFFC61B-5E6B-4679-A9EE-FDAC958BD88D}" type="pres">
      <dgm:prSet presAssocID="{F6554876-974C-4129-8362-ABA5CAFA37CA}" presName="horzFour" presStyleCnt="0"/>
      <dgm:spPr/>
    </dgm:pt>
    <dgm:pt modelId="{00FF28CB-1F4A-4A24-828B-1BB247E4CA4A}" type="pres">
      <dgm:prSet presAssocID="{0AB9265D-4326-4EBD-8415-F877A6270EBA}" presName="sibSpaceThree" presStyleCnt="0"/>
      <dgm:spPr/>
    </dgm:pt>
    <dgm:pt modelId="{5EDA9188-1A52-498D-97B3-39678B96F87C}" type="pres">
      <dgm:prSet presAssocID="{90A6AA5E-658D-4C6E-A0B9-DD50FB0E8B44}" presName="vertThree" presStyleCnt="0"/>
      <dgm:spPr/>
    </dgm:pt>
    <dgm:pt modelId="{39F608F0-10FD-4586-8D94-371300AB670A}" type="pres">
      <dgm:prSet presAssocID="{90A6AA5E-658D-4C6E-A0B9-DD50FB0E8B44}" presName="txThree" presStyleLbl="node3" presStyleIdx="3" presStyleCnt="4">
        <dgm:presLayoutVars>
          <dgm:chPref val="3"/>
        </dgm:presLayoutVars>
      </dgm:prSet>
      <dgm:spPr/>
    </dgm:pt>
    <dgm:pt modelId="{827D3ECE-2139-4529-A360-4680900BAFD2}" type="pres">
      <dgm:prSet presAssocID="{90A6AA5E-658D-4C6E-A0B9-DD50FB0E8B44}" presName="parTransThree" presStyleCnt="0"/>
      <dgm:spPr/>
    </dgm:pt>
    <dgm:pt modelId="{9CCD7E42-73DD-4B1F-9E64-81AA6DB6A03D}" type="pres">
      <dgm:prSet presAssocID="{90A6AA5E-658D-4C6E-A0B9-DD50FB0E8B44}" presName="horzThree" presStyleCnt="0"/>
      <dgm:spPr/>
    </dgm:pt>
    <dgm:pt modelId="{EAEDA58A-5826-4AB9-B046-535BA81619BB}" type="pres">
      <dgm:prSet presAssocID="{11143B63-880D-4973-8D3D-945341BD65C0}" presName="vertFour" presStyleCnt="0">
        <dgm:presLayoutVars>
          <dgm:chPref val="3"/>
        </dgm:presLayoutVars>
      </dgm:prSet>
      <dgm:spPr/>
    </dgm:pt>
    <dgm:pt modelId="{4BCF530A-F1E2-4882-9F32-FF6B7719FF63}" type="pres">
      <dgm:prSet presAssocID="{11143B63-880D-4973-8D3D-945341BD65C0}" presName="txFour" presStyleLbl="node4" presStyleIdx="1" presStyleCnt="2" custScaleY="52153">
        <dgm:presLayoutVars>
          <dgm:chPref val="3"/>
        </dgm:presLayoutVars>
      </dgm:prSet>
      <dgm:spPr/>
    </dgm:pt>
    <dgm:pt modelId="{CF26BC92-F9E5-4C53-A80F-694E3A4B8564}" type="pres">
      <dgm:prSet presAssocID="{11143B63-880D-4973-8D3D-945341BD65C0}" presName="horzFour" presStyleCnt="0"/>
      <dgm:spPr/>
    </dgm:pt>
  </dgm:ptLst>
  <dgm:cxnLst>
    <dgm:cxn modelId="{B4E37700-E7AE-43E1-A4D8-F58A8B4006BF}" srcId="{50F274E8-A10A-4195-9907-4526765C486E}" destId="{F6554876-974C-4129-8362-ABA5CAFA37CA}" srcOrd="0" destOrd="0" parTransId="{AAA463E6-CFD6-4434-9EF1-44AE31C91C9B}" sibTransId="{CDA8CC00-4F45-4E5F-9756-67EAB4C6E03D}"/>
    <dgm:cxn modelId="{66669602-E1D1-444E-BA25-56FB06169F8F}" type="presOf" srcId="{50F274E8-A10A-4195-9907-4526765C486E}" destId="{D31ECE5E-E565-497D-B5AE-885FF1EA0C21}" srcOrd="0" destOrd="0" presId="urn:microsoft.com/office/officeart/2005/8/layout/hierarchy4"/>
    <dgm:cxn modelId="{8DBAC21C-5673-487D-B394-F25CF8633669}" type="presOf" srcId="{0CDA4BBE-9E35-46EA-AEF3-2BCB4AF71E9F}" destId="{A753ABC7-8837-4699-940E-3D89E428C697}" srcOrd="0" destOrd="0" presId="urn:microsoft.com/office/officeart/2005/8/layout/hierarchy4"/>
    <dgm:cxn modelId="{3677C220-CC89-4DC8-A643-7D087F9CD782}" type="presOf" srcId="{B0C26C15-7946-49A5-8CB9-C4CC3BD7C5C6}" destId="{94D5D94D-D461-448F-ABEA-2FCF7916EEE0}" srcOrd="0" destOrd="0" presId="urn:microsoft.com/office/officeart/2005/8/layout/hierarchy4"/>
    <dgm:cxn modelId="{8FBAF827-108C-4560-B21A-614EC5D28748}" srcId="{1810AEFB-4BC2-4121-84C6-C81B1CD050AD}" destId="{50F274E8-A10A-4195-9907-4526765C486E}" srcOrd="0" destOrd="0" parTransId="{5C9B5E41-1684-4637-B561-F470DE09AB74}" sibTransId="{0AB9265D-4326-4EBD-8415-F877A6270EBA}"/>
    <dgm:cxn modelId="{F8ED3A2C-FCB8-4DB8-A92D-19DBF3EA635C}" srcId="{90A6AA5E-658D-4C6E-A0B9-DD50FB0E8B44}" destId="{11143B63-880D-4973-8D3D-945341BD65C0}" srcOrd="0" destOrd="0" parTransId="{6EA7E622-C850-4E2E-9376-03C3E10C978D}" sibTransId="{B7C7D7AC-7E84-4011-9D0C-D0447EC0E4E9}"/>
    <dgm:cxn modelId="{BC70FC38-CD52-46F9-8F47-B1F6DF1F0A08}" srcId="{8EF9537C-96C9-4AB2-952B-C28D4E645956}" destId="{1810AEFB-4BC2-4121-84C6-C81B1CD050AD}" srcOrd="2" destOrd="0" parTransId="{FAA8A75A-D0DE-45D4-92A0-5EC8F8A93808}" sibTransId="{B418A1DF-9F45-430D-B67F-8AFCC6A04764}"/>
    <dgm:cxn modelId="{BD629664-C78F-4BF2-A17E-75D2BBF6B55E}" type="presOf" srcId="{8EF9537C-96C9-4AB2-952B-C28D4E645956}" destId="{A3781B34-E14C-471B-B562-673DEC8E7921}" srcOrd="0" destOrd="0" presId="urn:microsoft.com/office/officeart/2005/8/layout/hierarchy4"/>
    <dgm:cxn modelId="{E08F5D67-86C3-4A0B-85DA-353F83418FE6}" srcId="{8EF9537C-96C9-4AB2-952B-C28D4E645956}" destId="{EF2041DB-AE87-4379-A519-D4FA8AFCFFFB}" srcOrd="0" destOrd="0" parTransId="{26FA9562-87BD-4F5D-8E4F-F7666DE99ABF}" sibTransId="{F10523D7-89CA-4DFE-BC30-F063AAAF9DC0}"/>
    <dgm:cxn modelId="{78E2A548-89C1-492C-8AAF-10F5AEC0E8BF}" type="presOf" srcId="{952FD577-73A6-4EF1-8533-92B26C3D0737}" destId="{9D7C498A-2A51-46F6-B834-8BFD31BC88C8}" srcOrd="0" destOrd="0" presId="urn:microsoft.com/office/officeart/2005/8/layout/hierarchy4"/>
    <dgm:cxn modelId="{A49D9274-88CE-4A37-9C13-D00F45C82355}" srcId="{EF2041DB-AE87-4379-A519-D4FA8AFCFFFB}" destId="{3A5DA998-FE41-47A4-BE2E-87F936ABF8E1}" srcOrd="0" destOrd="0" parTransId="{D60BF028-0D50-4E58-AE9D-0EC87C38A06C}" sibTransId="{918ECD30-A0E6-43E2-9AE5-AAB2255E10E1}"/>
    <dgm:cxn modelId="{4F5FC175-3A7D-4F7F-8750-F5E5220602EB}" type="presOf" srcId="{EF2041DB-AE87-4379-A519-D4FA8AFCFFFB}" destId="{B20998DD-416D-452B-B53F-B3F96D95ED77}" srcOrd="0" destOrd="0" presId="urn:microsoft.com/office/officeart/2005/8/layout/hierarchy4"/>
    <dgm:cxn modelId="{B58D0378-0164-4025-B78B-0DE88CA3EA7A}" srcId="{1810AEFB-4BC2-4121-84C6-C81B1CD050AD}" destId="{90A6AA5E-658D-4C6E-A0B9-DD50FB0E8B44}" srcOrd="1" destOrd="0" parTransId="{954100DE-BA92-4510-8EBF-E5A167008999}" sibTransId="{4A5876A1-F9AD-494A-882D-790EFBCF6C11}"/>
    <dgm:cxn modelId="{F642F959-CA72-463C-AAA7-1BA19445CCC0}" type="presOf" srcId="{90A6AA5E-658D-4C6E-A0B9-DD50FB0E8B44}" destId="{39F608F0-10FD-4586-8D94-371300AB670A}" srcOrd="0" destOrd="0" presId="urn:microsoft.com/office/officeart/2005/8/layout/hierarchy4"/>
    <dgm:cxn modelId="{FD1C6195-0AF4-48F9-818C-7D8F88DD5564}" type="presOf" srcId="{1810AEFB-4BC2-4121-84C6-C81B1CD050AD}" destId="{7B1B8F33-C153-47DF-815D-FC57EE6B0766}" srcOrd="0" destOrd="0" presId="urn:microsoft.com/office/officeart/2005/8/layout/hierarchy4"/>
    <dgm:cxn modelId="{01E331B1-B28E-49D0-9A14-E1A871B9E809}" type="presOf" srcId="{11143B63-880D-4973-8D3D-945341BD65C0}" destId="{4BCF530A-F1E2-4882-9F32-FF6B7719FF63}" srcOrd="0" destOrd="0" presId="urn:microsoft.com/office/officeart/2005/8/layout/hierarchy4"/>
    <dgm:cxn modelId="{65D7A9BC-989D-487B-9DCA-930E70E18896}" srcId="{8EF9537C-96C9-4AB2-952B-C28D4E645956}" destId="{952FD577-73A6-4EF1-8533-92B26C3D0737}" srcOrd="1" destOrd="0" parTransId="{41C16324-F4A4-4F21-AA54-8A0E31B65FBF}" sibTransId="{A339DFC8-1C22-45E4-B10D-FCABDE36CE2A}"/>
    <dgm:cxn modelId="{BC4483D3-DBE6-4245-88D7-876AC84A78E2}" srcId="{B0C26C15-7946-49A5-8CB9-C4CC3BD7C5C6}" destId="{8EF9537C-96C9-4AB2-952B-C28D4E645956}" srcOrd="0" destOrd="0" parTransId="{B70FA19E-15A3-4C9E-B6E4-7A34AEB1D0A9}" sibTransId="{9A472401-B1A4-457B-8DBD-F8C5BE5532D3}"/>
    <dgm:cxn modelId="{72DAE0D8-27F0-471E-8AF7-01EE2789FA51}" type="presOf" srcId="{3A5DA998-FE41-47A4-BE2E-87F936ABF8E1}" destId="{DD932626-4FB6-4D61-9066-2EA9D6670068}" srcOrd="0" destOrd="0" presId="urn:microsoft.com/office/officeart/2005/8/layout/hierarchy4"/>
    <dgm:cxn modelId="{FA1314DB-4DE8-43A5-896C-EB813278423C}" srcId="{952FD577-73A6-4EF1-8533-92B26C3D0737}" destId="{0CDA4BBE-9E35-46EA-AEF3-2BCB4AF71E9F}" srcOrd="0" destOrd="0" parTransId="{9E9DF3A3-5D52-46F1-9A60-1AAD1DDE6B00}" sibTransId="{F1578982-EC45-4A82-935C-9E9F1D55F651}"/>
    <dgm:cxn modelId="{1D8629EC-FE26-43A9-919B-59E5784C3C94}" type="presOf" srcId="{F6554876-974C-4129-8362-ABA5CAFA37CA}" destId="{F132CD34-6418-4939-BBA0-DDC0E934742A}" srcOrd="0" destOrd="0" presId="urn:microsoft.com/office/officeart/2005/8/layout/hierarchy4"/>
    <dgm:cxn modelId="{8D88A0B6-D886-48E8-B606-2DB0A9EF04EB}" type="presParOf" srcId="{94D5D94D-D461-448F-ABEA-2FCF7916EEE0}" destId="{1FFE69F6-8C4B-4866-B3D7-C74BA657F8F8}" srcOrd="0" destOrd="0" presId="urn:microsoft.com/office/officeart/2005/8/layout/hierarchy4"/>
    <dgm:cxn modelId="{DE4EF941-6A4B-46E5-B4D2-D11FC329EDC0}" type="presParOf" srcId="{1FFE69F6-8C4B-4866-B3D7-C74BA657F8F8}" destId="{A3781B34-E14C-471B-B562-673DEC8E7921}" srcOrd="0" destOrd="0" presId="urn:microsoft.com/office/officeart/2005/8/layout/hierarchy4"/>
    <dgm:cxn modelId="{1D67E404-351D-4921-8F00-F058FBA08190}" type="presParOf" srcId="{1FFE69F6-8C4B-4866-B3D7-C74BA657F8F8}" destId="{07ACCDC6-EDFE-4FC7-8EF6-A0253F97E071}" srcOrd="1" destOrd="0" presId="urn:microsoft.com/office/officeart/2005/8/layout/hierarchy4"/>
    <dgm:cxn modelId="{E9F986C9-64B0-47D0-98FD-CB44B4185C13}" type="presParOf" srcId="{1FFE69F6-8C4B-4866-B3D7-C74BA657F8F8}" destId="{D68D1C8A-AD96-4B3B-83FA-A3B3BDFB5FBD}" srcOrd="2" destOrd="0" presId="urn:microsoft.com/office/officeart/2005/8/layout/hierarchy4"/>
    <dgm:cxn modelId="{620AC3D0-CF6A-49B7-9609-B64B40EC0F8E}" type="presParOf" srcId="{D68D1C8A-AD96-4B3B-83FA-A3B3BDFB5FBD}" destId="{5596DE07-D9D9-4A83-AD8A-FFCBE81E78EB}" srcOrd="0" destOrd="0" presId="urn:microsoft.com/office/officeart/2005/8/layout/hierarchy4"/>
    <dgm:cxn modelId="{CDA1B758-4C7C-44B4-8176-AD3B4F680672}" type="presParOf" srcId="{5596DE07-D9D9-4A83-AD8A-FFCBE81E78EB}" destId="{B20998DD-416D-452B-B53F-B3F96D95ED77}" srcOrd="0" destOrd="0" presId="urn:microsoft.com/office/officeart/2005/8/layout/hierarchy4"/>
    <dgm:cxn modelId="{4FB856B6-FE94-4D31-98AC-D00D4B023306}" type="presParOf" srcId="{5596DE07-D9D9-4A83-AD8A-FFCBE81E78EB}" destId="{091792F0-D337-4A27-BB4C-14CA695C106C}" srcOrd="1" destOrd="0" presId="urn:microsoft.com/office/officeart/2005/8/layout/hierarchy4"/>
    <dgm:cxn modelId="{5E665971-B439-4F86-8B2E-C19145CEF0D1}" type="presParOf" srcId="{5596DE07-D9D9-4A83-AD8A-FFCBE81E78EB}" destId="{47AACA90-1CCA-401A-8577-BFE9B204D8A5}" srcOrd="2" destOrd="0" presId="urn:microsoft.com/office/officeart/2005/8/layout/hierarchy4"/>
    <dgm:cxn modelId="{4B7EF843-3720-43DC-9839-67165BBDE186}" type="presParOf" srcId="{47AACA90-1CCA-401A-8577-BFE9B204D8A5}" destId="{4B157D1D-5E6F-49E4-AB27-71A6BAD5C0CA}" srcOrd="0" destOrd="0" presId="urn:microsoft.com/office/officeart/2005/8/layout/hierarchy4"/>
    <dgm:cxn modelId="{17F1635B-FB50-41F7-BF74-023355529E76}" type="presParOf" srcId="{4B157D1D-5E6F-49E4-AB27-71A6BAD5C0CA}" destId="{DD932626-4FB6-4D61-9066-2EA9D6670068}" srcOrd="0" destOrd="0" presId="urn:microsoft.com/office/officeart/2005/8/layout/hierarchy4"/>
    <dgm:cxn modelId="{29DE5671-8126-4A0B-A1BE-CB69C766F9A6}" type="presParOf" srcId="{4B157D1D-5E6F-49E4-AB27-71A6BAD5C0CA}" destId="{8D81072A-4288-4628-8E0A-B110B540D168}" srcOrd="1" destOrd="0" presId="urn:microsoft.com/office/officeart/2005/8/layout/hierarchy4"/>
    <dgm:cxn modelId="{04C492C5-6EA3-4A4C-8896-915ACBE9C61A}" type="presParOf" srcId="{D68D1C8A-AD96-4B3B-83FA-A3B3BDFB5FBD}" destId="{C9D48E1D-2AED-4ADE-A8EF-EA628331EBC8}" srcOrd="1" destOrd="0" presId="urn:microsoft.com/office/officeart/2005/8/layout/hierarchy4"/>
    <dgm:cxn modelId="{84F04397-DE6F-4DAE-9307-1FB7F9CD149C}" type="presParOf" srcId="{D68D1C8A-AD96-4B3B-83FA-A3B3BDFB5FBD}" destId="{C4C9F65E-7258-4684-98A4-D0DA90D53E1B}" srcOrd="2" destOrd="0" presId="urn:microsoft.com/office/officeart/2005/8/layout/hierarchy4"/>
    <dgm:cxn modelId="{B9415C7B-42A3-45DD-88EB-D79A23EDE1C9}" type="presParOf" srcId="{C4C9F65E-7258-4684-98A4-D0DA90D53E1B}" destId="{9D7C498A-2A51-46F6-B834-8BFD31BC88C8}" srcOrd="0" destOrd="0" presId="urn:microsoft.com/office/officeart/2005/8/layout/hierarchy4"/>
    <dgm:cxn modelId="{E1F57A75-2D36-472C-A24B-8A502D193C47}" type="presParOf" srcId="{C4C9F65E-7258-4684-98A4-D0DA90D53E1B}" destId="{D74264D0-B02D-4303-957F-8BB81B427562}" srcOrd="1" destOrd="0" presId="urn:microsoft.com/office/officeart/2005/8/layout/hierarchy4"/>
    <dgm:cxn modelId="{88E7E6E2-EFD5-4856-99C3-459BFD1F8AB6}" type="presParOf" srcId="{C4C9F65E-7258-4684-98A4-D0DA90D53E1B}" destId="{9F49ADA2-2038-4ACA-AE3B-08B6D9C61B36}" srcOrd="2" destOrd="0" presId="urn:microsoft.com/office/officeart/2005/8/layout/hierarchy4"/>
    <dgm:cxn modelId="{11400E37-8C65-4533-8823-5ABAEED47270}" type="presParOf" srcId="{9F49ADA2-2038-4ACA-AE3B-08B6D9C61B36}" destId="{0FCE5D6C-F3CF-49B2-864E-C791A469479F}" srcOrd="0" destOrd="0" presId="urn:microsoft.com/office/officeart/2005/8/layout/hierarchy4"/>
    <dgm:cxn modelId="{B8433BA4-7818-4004-88EE-1CCD855046DA}" type="presParOf" srcId="{0FCE5D6C-F3CF-49B2-864E-C791A469479F}" destId="{A753ABC7-8837-4699-940E-3D89E428C697}" srcOrd="0" destOrd="0" presId="urn:microsoft.com/office/officeart/2005/8/layout/hierarchy4"/>
    <dgm:cxn modelId="{F0E72528-F653-44F4-802F-7692F51D09E7}" type="presParOf" srcId="{0FCE5D6C-F3CF-49B2-864E-C791A469479F}" destId="{6034A727-D03D-463A-A440-681AF99A00C3}" srcOrd="1" destOrd="0" presId="urn:microsoft.com/office/officeart/2005/8/layout/hierarchy4"/>
    <dgm:cxn modelId="{616631F1-BAB6-48F1-B3F0-516ECE22E0AF}" type="presParOf" srcId="{D68D1C8A-AD96-4B3B-83FA-A3B3BDFB5FBD}" destId="{D6757BB4-915C-4E37-9FF9-7067942D59DB}" srcOrd="3" destOrd="0" presId="urn:microsoft.com/office/officeart/2005/8/layout/hierarchy4"/>
    <dgm:cxn modelId="{330E7915-8776-441D-8B80-0BAAC979158D}" type="presParOf" srcId="{D68D1C8A-AD96-4B3B-83FA-A3B3BDFB5FBD}" destId="{DA3506B4-74FF-4EEC-BEB6-7D65F85D4B7F}" srcOrd="4" destOrd="0" presId="urn:microsoft.com/office/officeart/2005/8/layout/hierarchy4"/>
    <dgm:cxn modelId="{2A815442-00FF-465C-BF67-5A614969CDE9}" type="presParOf" srcId="{DA3506B4-74FF-4EEC-BEB6-7D65F85D4B7F}" destId="{7B1B8F33-C153-47DF-815D-FC57EE6B0766}" srcOrd="0" destOrd="0" presId="urn:microsoft.com/office/officeart/2005/8/layout/hierarchy4"/>
    <dgm:cxn modelId="{81215071-836D-4A6B-9CFF-DA45FE4FB265}" type="presParOf" srcId="{DA3506B4-74FF-4EEC-BEB6-7D65F85D4B7F}" destId="{1EF17FBB-04C8-44A3-B8B8-FCE405F19673}" srcOrd="1" destOrd="0" presId="urn:microsoft.com/office/officeart/2005/8/layout/hierarchy4"/>
    <dgm:cxn modelId="{4310380B-FF6E-4190-A9D1-7ACE9BC57176}" type="presParOf" srcId="{DA3506B4-74FF-4EEC-BEB6-7D65F85D4B7F}" destId="{EA071B51-45CF-4E39-886C-8DC83B6BC67F}" srcOrd="2" destOrd="0" presId="urn:microsoft.com/office/officeart/2005/8/layout/hierarchy4"/>
    <dgm:cxn modelId="{F8F6B905-BCEE-46FD-8DCC-4C26D82946BE}" type="presParOf" srcId="{EA071B51-45CF-4E39-886C-8DC83B6BC67F}" destId="{8272A084-6F00-4BC4-9961-C35BB5B73858}" srcOrd="0" destOrd="0" presId="urn:microsoft.com/office/officeart/2005/8/layout/hierarchy4"/>
    <dgm:cxn modelId="{4B72ACD6-03A5-4CFF-BEA5-A7EF39100FF1}" type="presParOf" srcId="{8272A084-6F00-4BC4-9961-C35BB5B73858}" destId="{D31ECE5E-E565-497D-B5AE-885FF1EA0C21}" srcOrd="0" destOrd="0" presId="urn:microsoft.com/office/officeart/2005/8/layout/hierarchy4"/>
    <dgm:cxn modelId="{83EADD72-4E22-4854-BBC9-0ECDB61418C8}" type="presParOf" srcId="{8272A084-6F00-4BC4-9961-C35BB5B73858}" destId="{4E4FF92D-4730-4C22-A780-5094A13D3F15}" srcOrd="1" destOrd="0" presId="urn:microsoft.com/office/officeart/2005/8/layout/hierarchy4"/>
    <dgm:cxn modelId="{711FE83F-DE85-4862-AB73-CF553B023583}" type="presParOf" srcId="{8272A084-6F00-4BC4-9961-C35BB5B73858}" destId="{19667372-49F0-45F3-A656-1AD3B39530E0}" srcOrd="2" destOrd="0" presId="urn:microsoft.com/office/officeart/2005/8/layout/hierarchy4"/>
    <dgm:cxn modelId="{E0F8683E-467A-412D-91AF-EB888137685F}" type="presParOf" srcId="{19667372-49F0-45F3-A656-1AD3B39530E0}" destId="{4039A61F-1C55-4971-97EB-8FDBDF3621AF}" srcOrd="0" destOrd="0" presId="urn:microsoft.com/office/officeart/2005/8/layout/hierarchy4"/>
    <dgm:cxn modelId="{50B33566-874F-4EA2-9169-E2EFC038FF49}" type="presParOf" srcId="{4039A61F-1C55-4971-97EB-8FDBDF3621AF}" destId="{F132CD34-6418-4939-BBA0-DDC0E934742A}" srcOrd="0" destOrd="0" presId="urn:microsoft.com/office/officeart/2005/8/layout/hierarchy4"/>
    <dgm:cxn modelId="{CB223076-3EDD-4B35-B908-719C43A2F0D2}" type="presParOf" srcId="{4039A61F-1C55-4971-97EB-8FDBDF3621AF}" destId="{1FFFC61B-5E6B-4679-A9EE-FDAC958BD88D}" srcOrd="1" destOrd="0" presId="urn:microsoft.com/office/officeart/2005/8/layout/hierarchy4"/>
    <dgm:cxn modelId="{93C8D01D-ABE7-4453-B376-12431D671863}" type="presParOf" srcId="{EA071B51-45CF-4E39-886C-8DC83B6BC67F}" destId="{00FF28CB-1F4A-4A24-828B-1BB247E4CA4A}" srcOrd="1" destOrd="0" presId="urn:microsoft.com/office/officeart/2005/8/layout/hierarchy4"/>
    <dgm:cxn modelId="{9115BFF2-3A79-4B8C-B4CB-7C1FA8CEE317}" type="presParOf" srcId="{EA071B51-45CF-4E39-886C-8DC83B6BC67F}" destId="{5EDA9188-1A52-498D-97B3-39678B96F87C}" srcOrd="2" destOrd="0" presId="urn:microsoft.com/office/officeart/2005/8/layout/hierarchy4"/>
    <dgm:cxn modelId="{2C066685-84F1-4B03-A05C-37C8EE6CC21E}" type="presParOf" srcId="{5EDA9188-1A52-498D-97B3-39678B96F87C}" destId="{39F608F0-10FD-4586-8D94-371300AB670A}" srcOrd="0" destOrd="0" presId="urn:microsoft.com/office/officeart/2005/8/layout/hierarchy4"/>
    <dgm:cxn modelId="{E5A90208-A943-4CB9-B33E-F77659D85998}" type="presParOf" srcId="{5EDA9188-1A52-498D-97B3-39678B96F87C}" destId="{827D3ECE-2139-4529-A360-4680900BAFD2}" srcOrd="1" destOrd="0" presId="urn:microsoft.com/office/officeart/2005/8/layout/hierarchy4"/>
    <dgm:cxn modelId="{30438283-5FED-4D83-9BC8-2AC99594245D}" type="presParOf" srcId="{5EDA9188-1A52-498D-97B3-39678B96F87C}" destId="{9CCD7E42-73DD-4B1F-9E64-81AA6DB6A03D}" srcOrd="2" destOrd="0" presId="urn:microsoft.com/office/officeart/2005/8/layout/hierarchy4"/>
    <dgm:cxn modelId="{9C5FE053-7CB7-4ACC-9BA4-8426AF7DCFB1}" type="presParOf" srcId="{9CCD7E42-73DD-4B1F-9E64-81AA6DB6A03D}" destId="{EAEDA58A-5826-4AB9-B046-535BA81619BB}" srcOrd="0" destOrd="0" presId="urn:microsoft.com/office/officeart/2005/8/layout/hierarchy4"/>
    <dgm:cxn modelId="{7371D3D5-D795-4D8C-9197-5EEEE1E43600}" type="presParOf" srcId="{EAEDA58A-5826-4AB9-B046-535BA81619BB}" destId="{4BCF530A-F1E2-4882-9F32-FF6B7719FF63}" srcOrd="0" destOrd="0" presId="urn:microsoft.com/office/officeart/2005/8/layout/hierarchy4"/>
    <dgm:cxn modelId="{4FDB2571-1951-4863-ADE4-B2DFF8D6E760}" type="presParOf" srcId="{EAEDA58A-5826-4AB9-B046-535BA81619BB}" destId="{CF26BC92-F9E5-4C53-A80F-694E3A4B8564}"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4EB06DB-EFA8-4C6F-8A20-5CA7065431AC}" type="doc">
      <dgm:prSet loTypeId="urn:microsoft.com/office/officeart/2005/8/layout/hierarchy4" loCatId="list" qsTypeId="urn:microsoft.com/office/officeart/2005/8/quickstyle/simple3" qsCatId="simple" csTypeId="urn:microsoft.com/office/officeart/2005/8/colors/colorful5" csCatId="colorful" phldr="1"/>
      <dgm:spPr/>
      <dgm:t>
        <a:bodyPr/>
        <a:lstStyle/>
        <a:p>
          <a:endParaRPr lang="es-AR"/>
        </a:p>
      </dgm:t>
    </dgm:pt>
    <dgm:pt modelId="{39188998-525B-41A7-8F35-445788E9CE93}">
      <dgm:prSet phldrT="[Texto]"/>
      <dgm:spPr/>
      <dgm:t>
        <a:bodyPr/>
        <a:lstStyle/>
        <a:p>
          <a:r>
            <a:rPr lang="es-ES" altLang="es-AR" b="0" u="none" dirty="0">
              <a:latin typeface="Bookman Old Style" pitchFamily="18" charset="0"/>
            </a:rPr>
            <a:t>CALCIFICACIONES</a:t>
          </a:r>
          <a:endParaRPr lang="es-AR" b="0" u="none" dirty="0"/>
        </a:p>
      </dgm:t>
    </dgm:pt>
    <dgm:pt modelId="{B9E3FC0D-696F-45D6-A018-6B25718409DD}" type="parTrans" cxnId="{1627614D-FDF5-4AD9-A675-1C824013958A}">
      <dgm:prSet/>
      <dgm:spPr/>
      <dgm:t>
        <a:bodyPr/>
        <a:lstStyle/>
        <a:p>
          <a:endParaRPr lang="es-AR"/>
        </a:p>
      </dgm:t>
    </dgm:pt>
    <dgm:pt modelId="{7F926A96-A451-48EF-AD3A-14ABC948DA2D}" type="sibTrans" cxnId="{1627614D-FDF5-4AD9-A675-1C824013958A}">
      <dgm:prSet/>
      <dgm:spPr/>
      <dgm:t>
        <a:bodyPr/>
        <a:lstStyle/>
        <a:p>
          <a:endParaRPr lang="es-AR"/>
        </a:p>
      </dgm:t>
    </dgm:pt>
    <dgm:pt modelId="{1AD879A5-09B5-45CB-A580-E6A3909E467A}">
      <dgm:prSet phldrT="[Texto]"/>
      <dgm:spPr/>
      <dgm:t>
        <a:bodyPr/>
        <a:lstStyle/>
        <a:p>
          <a:r>
            <a:rPr kumimoji="0" lang="es-ES" b="1" i="0" u="none" strike="noStrike" cap="none" normalizeH="0" baseline="0" dirty="0" err="1">
              <a:ln/>
              <a:effectLst/>
              <a:latin typeface="Bookman Old Style" pitchFamily="18" charset="0"/>
              <a:cs typeface="Times New Roman" pitchFamily="18" charset="0"/>
            </a:rPr>
            <a:t>Intraarticulares</a:t>
          </a:r>
          <a:endParaRPr lang="es-AR" dirty="0"/>
        </a:p>
      </dgm:t>
    </dgm:pt>
    <dgm:pt modelId="{F2882515-0E4A-4AAD-B6E6-686E7FB190AA}" type="parTrans" cxnId="{2663175E-B20A-4546-9829-A436D232293B}">
      <dgm:prSet/>
      <dgm:spPr/>
      <dgm:t>
        <a:bodyPr/>
        <a:lstStyle/>
        <a:p>
          <a:endParaRPr lang="es-AR"/>
        </a:p>
      </dgm:t>
    </dgm:pt>
    <dgm:pt modelId="{576351AB-9E3B-4419-9F33-7A42BDED18FE}" type="sibTrans" cxnId="{2663175E-B20A-4546-9829-A436D232293B}">
      <dgm:prSet/>
      <dgm:spPr/>
      <dgm:t>
        <a:bodyPr/>
        <a:lstStyle/>
        <a:p>
          <a:endParaRPr lang="es-AR"/>
        </a:p>
      </dgm:t>
    </dgm:pt>
    <dgm:pt modelId="{B011B57F-66A2-46BD-ABC0-4A8E5DE8778F}">
      <dgm:prSet phldrT="[Texto]" custT="1"/>
      <dgm:spPr/>
      <dgm:t>
        <a:bodyPr/>
        <a:lstStyle/>
        <a:p>
          <a:pPr rtl="0"/>
          <a:r>
            <a:rPr kumimoji="0" lang="es-ES" sz="1400" b="0" i="1" u="none" strike="noStrike" cap="none" normalizeH="0" baseline="0" dirty="0">
              <a:ln/>
              <a:effectLst/>
              <a:latin typeface="Bookman Old Style" pitchFamily="18" charset="0"/>
              <a:cs typeface="Times New Roman" pitchFamily="18" charset="0"/>
            </a:rPr>
            <a:t>Sinovial</a:t>
          </a:r>
          <a:r>
            <a:rPr kumimoji="0" lang="es-ES" sz="1400" b="0" i="0" u="none" strike="noStrike" cap="none" normalizeH="0" baseline="0" dirty="0">
              <a:ln/>
              <a:effectLst/>
              <a:latin typeface="Bookman Old Style" pitchFamily="18" charset="0"/>
              <a:cs typeface="Times New Roman" pitchFamily="18" charset="0"/>
            </a:rPr>
            <a:t>:</a:t>
          </a:r>
          <a:endParaRPr lang="es-AR" sz="1400" dirty="0"/>
        </a:p>
      </dgm:t>
    </dgm:pt>
    <dgm:pt modelId="{DE4CBA69-529A-4B8C-A1BF-2F135ECA64EB}" type="parTrans" cxnId="{BBA4E3E9-B1BC-4E32-A0A4-F83A4D086BA0}">
      <dgm:prSet/>
      <dgm:spPr/>
      <dgm:t>
        <a:bodyPr/>
        <a:lstStyle/>
        <a:p>
          <a:endParaRPr lang="es-AR"/>
        </a:p>
      </dgm:t>
    </dgm:pt>
    <dgm:pt modelId="{5DD83A82-2E3F-44DE-BBF7-52F005472C0B}" type="sibTrans" cxnId="{BBA4E3E9-B1BC-4E32-A0A4-F83A4D086BA0}">
      <dgm:prSet/>
      <dgm:spPr/>
      <dgm:t>
        <a:bodyPr/>
        <a:lstStyle/>
        <a:p>
          <a:endParaRPr lang="es-AR"/>
        </a:p>
      </dgm:t>
    </dgm:pt>
    <dgm:pt modelId="{5B87F0BA-A67C-496D-BBDB-286F6CDE08DA}">
      <dgm:prSet phldrT="[Texto]" custT="1"/>
      <dgm:spPr/>
      <dgm:t>
        <a:bodyPr/>
        <a:lstStyle/>
        <a:p>
          <a:pPr rtl="0"/>
          <a:r>
            <a:rPr kumimoji="0" lang="es-ES" sz="1200" b="0" i="1" u="none" strike="noStrike" cap="none" normalizeH="0" baseline="0" dirty="0">
              <a:ln/>
              <a:effectLst/>
              <a:latin typeface="Bookman Old Style" pitchFamily="18" charset="0"/>
              <a:cs typeface="Times New Roman" pitchFamily="18" charset="0"/>
            </a:rPr>
            <a:t>Tejido celular subcutáneo</a:t>
          </a:r>
          <a:r>
            <a:rPr kumimoji="0" lang="es-ES" sz="1200" b="0" i="0" u="none" strike="noStrike" cap="none" normalizeH="0" baseline="0" dirty="0">
              <a:ln/>
              <a:effectLst/>
              <a:latin typeface="Bookman Old Style" pitchFamily="18" charset="0"/>
              <a:cs typeface="Times New Roman" pitchFamily="18" charset="0"/>
            </a:rPr>
            <a:t>:</a:t>
          </a:r>
          <a:endParaRPr lang="es-AR" sz="1200" dirty="0"/>
        </a:p>
      </dgm:t>
    </dgm:pt>
    <dgm:pt modelId="{714F94BA-88E2-45DC-8BB9-41333025EF3B}" type="parTrans" cxnId="{3296BDFF-D666-4292-AA73-AFB956847E82}">
      <dgm:prSet/>
      <dgm:spPr/>
      <dgm:t>
        <a:bodyPr/>
        <a:lstStyle/>
        <a:p>
          <a:endParaRPr lang="es-AR"/>
        </a:p>
      </dgm:t>
    </dgm:pt>
    <dgm:pt modelId="{294D0A47-6F18-410C-9323-C5E9DF16FB72}" type="sibTrans" cxnId="{3296BDFF-D666-4292-AA73-AFB956847E82}">
      <dgm:prSet/>
      <dgm:spPr/>
      <dgm:t>
        <a:bodyPr/>
        <a:lstStyle/>
        <a:p>
          <a:endParaRPr lang="es-AR"/>
        </a:p>
      </dgm:t>
    </dgm:pt>
    <dgm:pt modelId="{1CA20B09-1B20-4BBB-9A01-09170FCDD261}">
      <dgm:prSet custT="1"/>
      <dgm:spPr/>
      <dgm:t>
        <a:bodyPr/>
        <a:lstStyle/>
        <a:p>
          <a:pPr rtl="0"/>
          <a:r>
            <a:rPr kumimoji="0" lang="es-ES" sz="1200" b="0" i="1" u="none" strike="noStrike" cap="none" normalizeH="0" baseline="0" dirty="0">
              <a:ln/>
              <a:effectLst/>
              <a:latin typeface="Bookman Old Style" pitchFamily="18" charset="0"/>
              <a:cs typeface="Times New Roman" pitchFamily="18" charset="0"/>
            </a:rPr>
            <a:t>Cartílago </a:t>
          </a:r>
          <a:r>
            <a:rPr kumimoji="0" lang="es-ES" sz="1200" b="0" i="0" u="none" strike="noStrike" cap="none" normalizeH="0" baseline="0" dirty="0">
              <a:ln/>
              <a:effectLst/>
              <a:latin typeface="Bookman Old Style" pitchFamily="18" charset="0"/>
              <a:cs typeface="Times New Roman" pitchFamily="18" charset="0"/>
            </a:rPr>
            <a:t>(</a:t>
          </a:r>
          <a:r>
            <a:rPr kumimoji="0" lang="es-ES" sz="1200" b="0" i="0" u="none" strike="noStrike" cap="none" normalizeH="0" baseline="0" dirty="0" err="1">
              <a:ln/>
              <a:effectLst/>
              <a:latin typeface="Bookman Old Style" pitchFamily="18" charset="0"/>
              <a:cs typeface="Times New Roman" pitchFamily="18" charset="0"/>
            </a:rPr>
            <a:t>condrocalcinosis</a:t>
          </a:r>
          <a:r>
            <a:rPr kumimoji="0" lang="es-ES" sz="1200" b="0" i="0" u="none" strike="noStrike" cap="none" normalizeH="0" baseline="0" dirty="0">
              <a:ln/>
              <a:effectLst/>
              <a:latin typeface="Bookman Old Style" pitchFamily="18" charset="0"/>
              <a:cs typeface="Times New Roman" pitchFamily="18" charset="0"/>
            </a:rPr>
            <a:t>):</a:t>
          </a:r>
        </a:p>
      </dgm:t>
    </dgm:pt>
    <dgm:pt modelId="{08B4B022-1228-40B6-8C35-510DA88E9001}" type="parTrans" cxnId="{45C3B079-B426-4F0F-BD8C-41F5F4E65257}">
      <dgm:prSet/>
      <dgm:spPr/>
      <dgm:t>
        <a:bodyPr/>
        <a:lstStyle/>
        <a:p>
          <a:endParaRPr lang="es-AR"/>
        </a:p>
      </dgm:t>
    </dgm:pt>
    <dgm:pt modelId="{12FF9AFD-F951-4716-A0F5-AEBCB63A7F98}" type="sibTrans" cxnId="{45C3B079-B426-4F0F-BD8C-41F5F4E65257}">
      <dgm:prSet/>
      <dgm:spPr/>
      <dgm:t>
        <a:bodyPr/>
        <a:lstStyle/>
        <a:p>
          <a:endParaRPr lang="es-AR"/>
        </a:p>
      </dgm:t>
    </dgm:pt>
    <dgm:pt modelId="{7B9B005B-F589-4138-8FF9-790C6B507D70}">
      <dgm:prSet phldrT="[Texto]" custT="1"/>
      <dgm:spPr/>
      <dgm:t>
        <a:bodyPr/>
        <a:lstStyle/>
        <a:p>
          <a:pPr rtl="0"/>
          <a:r>
            <a:rPr kumimoji="0" lang="es-ES" sz="1000" b="0" i="0" u="none" strike="noStrike" cap="none" normalizeH="0" baseline="0" dirty="0" err="1">
              <a:ln/>
              <a:effectLst/>
              <a:latin typeface="Bookman Old Style" pitchFamily="18" charset="0"/>
              <a:cs typeface="Times New Roman" pitchFamily="18" charset="0"/>
            </a:rPr>
            <a:t>osteocondromatosis</a:t>
          </a:r>
          <a:r>
            <a:rPr kumimoji="0" lang="es-ES" sz="1000" b="0" i="0" u="none" strike="noStrike" cap="none" normalizeH="0" baseline="0" dirty="0">
              <a:ln/>
              <a:effectLst/>
              <a:latin typeface="Bookman Old Style" pitchFamily="18" charset="0"/>
              <a:cs typeface="Times New Roman" pitchFamily="18" charset="0"/>
            </a:rPr>
            <a:t> sinovial</a:t>
          </a:r>
          <a:endParaRPr lang="es-AR" sz="1000" dirty="0"/>
        </a:p>
      </dgm:t>
    </dgm:pt>
    <dgm:pt modelId="{5D927E8E-F50A-4671-87BD-4BB9F98EE3A2}" type="parTrans" cxnId="{6D4EEB23-6AAF-46ED-B86B-94FF62C5EEFD}">
      <dgm:prSet/>
      <dgm:spPr/>
      <dgm:t>
        <a:bodyPr/>
        <a:lstStyle/>
        <a:p>
          <a:endParaRPr lang="es-AR"/>
        </a:p>
      </dgm:t>
    </dgm:pt>
    <dgm:pt modelId="{72CD952F-A49E-44F6-839D-59D6CE519B00}" type="sibTrans" cxnId="{6D4EEB23-6AAF-46ED-B86B-94FF62C5EEFD}">
      <dgm:prSet/>
      <dgm:spPr/>
      <dgm:t>
        <a:bodyPr/>
        <a:lstStyle/>
        <a:p>
          <a:endParaRPr lang="es-AR"/>
        </a:p>
      </dgm:t>
    </dgm:pt>
    <dgm:pt modelId="{E0E267F7-39AB-45D6-A9C7-3BC9EC20A801}">
      <dgm:prSet custT="1"/>
      <dgm:spPr/>
      <dgm:t>
        <a:bodyPr/>
        <a:lstStyle/>
        <a:p>
          <a:pPr rtl="0"/>
          <a:r>
            <a:rPr kumimoji="0" lang="es-ES" sz="1000" b="0" i="0" u="none" strike="noStrike" cap="none" normalizeH="0" baseline="0" dirty="0">
              <a:ln/>
              <a:effectLst/>
              <a:latin typeface="Bookman Old Style" pitchFamily="18" charset="0"/>
              <a:cs typeface="Times New Roman" pitchFamily="18" charset="0"/>
            </a:rPr>
            <a:t>pirofosfato, </a:t>
          </a:r>
          <a:r>
            <a:rPr kumimoji="0" lang="es-ES" sz="1000" b="0" i="0" u="none" strike="noStrike" cap="none" normalizeH="0" baseline="0" dirty="0" err="1">
              <a:ln/>
              <a:effectLst/>
              <a:latin typeface="Bookman Old Style" pitchFamily="18" charset="0"/>
              <a:cs typeface="Times New Roman" pitchFamily="18" charset="0"/>
            </a:rPr>
            <a:t>hidroxiapatita</a:t>
          </a:r>
          <a:r>
            <a:rPr kumimoji="0" lang="es-ES" sz="1000" b="0" i="0" u="none" strike="noStrike" cap="none" normalizeH="0" baseline="0" dirty="0">
              <a:ln/>
              <a:effectLst/>
              <a:latin typeface="Bookman Old Style" pitchFamily="18" charset="0"/>
              <a:cs typeface="Times New Roman" pitchFamily="18" charset="0"/>
            </a:rPr>
            <a:t>, </a:t>
          </a:r>
          <a:r>
            <a:rPr kumimoji="0" lang="es-ES" sz="1000" b="0" i="0" u="none" strike="noStrike" cap="none" normalizeH="0" baseline="0" dirty="0" err="1">
              <a:ln/>
              <a:effectLst/>
              <a:latin typeface="Bookman Old Style" pitchFamily="18" charset="0"/>
              <a:cs typeface="Times New Roman" pitchFamily="18" charset="0"/>
            </a:rPr>
            <a:t>hiperparatiroidismo</a:t>
          </a:r>
          <a:endParaRPr kumimoji="0" lang="es-ES" sz="1000" b="0" i="0" u="none" strike="noStrike" cap="none" normalizeH="0" baseline="0" dirty="0">
            <a:ln/>
            <a:effectLst/>
            <a:latin typeface="Bookman Old Style" pitchFamily="18" charset="0"/>
            <a:cs typeface="Times New Roman" pitchFamily="18" charset="0"/>
          </a:endParaRPr>
        </a:p>
      </dgm:t>
    </dgm:pt>
    <dgm:pt modelId="{838A61B4-E7AD-4859-8E8E-DB6CEA5615EE}" type="parTrans" cxnId="{646DD5C7-DF62-41B7-8293-D57AF98ADA66}">
      <dgm:prSet/>
      <dgm:spPr/>
      <dgm:t>
        <a:bodyPr/>
        <a:lstStyle/>
        <a:p>
          <a:endParaRPr lang="es-AR"/>
        </a:p>
      </dgm:t>
    </dgm:pt>
    <dgm:pt modelId="{35BF80E5-60D1-40B9-B61A-D48E54A2C573}" type="sibTrans" cxnId="{646DD5C7-DF62-41B7-8293-D57AF98ADA66}">
      <dgm:prSet/>
      <dgm:spPr/>
      <dgm:t>
        <a:bodyPr/>
        <a:lstStyle/>
        <a:p>
          <a:endParaRPr lang="es-AR"/>
        </a:p>
      </dgm:t>
    </dgm:pt>
    <dgm:pt modelId="{CB420A57-8A60-41BB-A686-B7E23D2D6232}">
      <dgm:prSet phldrT="[Texto]"/>
      <dgm:spPr/>
      <dgm:t>
        <a:bodyPr/>
        <a:lstStyle/>
        <a:p>
          <a:pPr rtl="0"/>
          <a:r>
            <a:rPr kumimoji="0" lang="es-ES" b="1" i="0" u="none" strike="noStrike" cap="none" normalizeH="0" baseline="0" dirty="0" err="1">
              <a:ln/>
              <a:effectLst/>
              <a:latin typeface="Bookman Old Style" pitchFamily="18" charset="0"/>
              <a:cs typeface="Times New Roman" pitchFamily="18" charset="0"/>
            </a:rPr>
            <a:t>Extraarticulares</a:t>
          </a:r>
          <a:endParaRPr lang="es-AR" dirty="0"/>
        </a:p>
      </dgm:t>
    </dgm:pt>
    <dgm:pt modelId="{2E4788E3-B762-4001-8B1B-B40174638749}" type="sibTrans" cxnId="{C8D94BEB-B523-4ED5-A131-0F3206D51A72}">
      <dgm:prSet/>
      <dgm:spPr/>
      <dgm:t>
        <a:bodyPr/>
        <a:lstStyle/>
        <a:p>
          <a:endParaRPr lang="es-AR"/>
        </a:p>
      </dgm:t>
    </dgm:pt>
    <dgm:pt modelId="{671682E6-0DC5-4423-BB5A-86E7EDBCE2F0}" type="parTrans" cxnId="{C8D94BEB-B523-4ED5-A131-0F3206D51A72}">
      <dgm:prSet/>
      <dgm:spPr/>
      <dgm:t>
        <a:bodyPr/>
        <a:lstStyle/>
        <a:p>
          <a:endParaRPr lang="es-AR"/>
        </a:p>
      </dgm:t>
    </dgm:pt>
    <dgm:pt modelId="{2B3D9E00-A778-4010-A0B2-2A288F83ABDF}">
      <dgm:prSet/>
      <dgm:spPr/>
      <dgm:t>
        <a:bodyPr/>
        <a:lstStyle/>
        <a:p>
          <a:pPr rtl="0"/>
          <a:r>
            <a:rPr kumimoji="0" lang="es-ES" b="0" i="1" u="none" strike="noStrike" cap="none" normalizeH="0" baseline="0" dirty="0">
              <a:ln/>
              <a:effectLst/>
              <a:latin typeface="Bookman Old Style" pitchFamily="18" charset="0"/>
              <a:cs typeface="Times New Roman" pitchFamily="18" charset="0"/>
            </a:rPr>
            <a:t>Músculos</a:t>
          </a:r>
          <a:r>
            <a:rPr kumimoji="0" lang="es-ES" b="0" i="0" u="none" strike="noStrike" cap="none" normalizeH="0" baseline="0" dirty="0">
              <a:ln/>
              <a:effectLst/>
              <a:latin typeface="Bookman Old Style" pitchFamily="18" charset="0"/>
              <a:cs typeface="Times New Roman" pitchFamily="18" charset="0"/>
            </a:rPr>
            <a:t>:</a:t>
          </a:r>
        </a:p>
      </dgm:t>
    </dgm:pt>
    <dgm:pt modelId="{CC79AB05-79AA-4D81-BAB8-2CFC15EE6138}" type="parTrans" cxnId="{EFEDF44A-E71D-4146-B5E1-7DEC4148F59F}">
      <dgm:prSet/>
      <dgm:spPr/>
      <dgm:t>
        <a:bodyPr/>
        <a:lstStyle/>
        <a:p>
          <a:endParaRPr lang="es-AR"/>
        </a:p>
      </dgm:t>
    </dgm:pt>
    <dgm:pt modelId="{8D6D8FA3-E7D3-40AA-8675-4008EEC2F363}" type="sibTrans" cxnId="{EFEDF44A-E71D-4146-B5E1-7DEC4148F59F}">
      <dgm:prSet/>
      <dgm:spPr/>
      <dgm:t>
        <a:bodyPr/>
        <a:lstStyle/>
        <a:p>
          <a:endParaRPr lang="es-AR"/>
        </a:p>
      </dgm:t>
    </dgm:pt>
    <dgm:pt modelId="{0D2B798C-92B4-4C17-9449-2A1A7AFAF6F7}">
      <dgm:prSet/>
      <dgm:spPr/>
      <dgm:t>
        <a:bodyPr/>
        <a:lstStyle/>
        <a:p>
          <a:pPr rtl="0"/>
          <a:r>
            <a:rPr kumimoji="0" lang="es-ES" b="0" i="1" u="none" strike="noStrike" cap="none" normalizeH="0" baseline="0" dirty="0">
              <a:ln/>
              <a:effectLst/>
              <a:latin typeface="Bookman Old Style" pitchFamily="18" charset="0"/>
              <a:cs typeface="Times New Roman" pitchFamily="18" charset="0"/>
            </a:rPr>
            <a:t>Tendones, Ligamentos:</a:t>
          </a:r>
          <a:endParaRPr kumimoji="0" lang="es-ES" b="0" i="0" u="none" strike="noStrike" cap="none" normalizeH="0" baseline="0" dirty="0">
            <a:ln/>
            <a:effectLst/>
            <a:latin typeface="Bookman Old Style" pitchFamily="18" charset="0"/>
            <a:cs typeface="Times New Roman" pitchFamily="18" charset="0"/>
          </a:endParaRPr>
        </a:p>
      </dgm:t>
    </dgm:pt>
    <dgm:pt modelId="{610B4DA6-0E40-4212-BEAD-096029150406}" type="parTrans" cxnId="{C1B74140-5BEF-461C-A02E-9169E8372137}">
      <dgm:prSet/>
      <dgm:spPr/>
      <dgm:t>
        <a:bodyPr/>
        <a:lstStyle/>
        <a:p>
          <a:endParaRPr lang="es-AR"/>
        </a:p>
      </dgm:t>
    </dgm:pt>
    <dgm:pt modelId="{9408FCBA-1092-4925-9A61-FDF7BC6E229C}" type="sibTrans" cxnId="{C1B74140-5BEF-461C-A02E-9169E8372137}">
      <dgm:prSet/>
      <dgm:spPr/>
      <dgm:t>
        <a:bodyPr/>
        <a:lstStyle/>
        <a:p>
          <a:endParaRPr lang="es-AR"/>
        </a:p>
      </dgm:t>
    </dgm:pt>
    <dgm:pt modelId="{BAAEF8A7-3080-442D-9418-6764D3415A33}">
      <dgm:prSet/>
      <dgm:spPr/>
      <dgm:t>
        <a:bodyPr/>
        <a:lstStyle/>
        <a:p>
          <a:pPr rtl="0"/>
          <a:r>
            <a:rPr kumimoji="0" lang="es-ES" b="0" i="0" u="none" strike="noStrike" cap="none" normalizeH="0" baseline="0" dirty="0">
              <a:ln/>
              <a:effectLst/>
              <a:latin typeface="Bookman Old Style" pitchFamily="18" charset="0"/>
              <a:cs typeface="Times New Roman" pitchFamily="18" charset="0"/>
            </a:rPr>
            <a:t>DISH</a:t>
          </a:r>
        </a:p>
      </dgm:t>
    </dgm:pt>
    <dgm:pt modelId="{01E2B369-CCA0-4920-A261-056AE331C1ED}" type="parTrans" cxnId="{39EC5452-0040-4A75-B703-DAE8F54394C9}">
      <dgm:prSet/>
      <dgm:spPr/>
      <dgm:t>
        <a:bodyPr/>
        <a:lstStyle/>
        <a:p>
          <a:endParaRPr lang="es-AR"/>
        </a:p>
      </dgm:t>
    </dgm:pt>
    <dgm:pt modelId="{98DE2AE4-EF97-47E3-944C-5FEADEC47260}" type="sibTrans" cxnId="{39EC5452-0040-4A75-B703-DAE8F54394C9}">
      <dgm:prSet/>
      <dgm:spPr/>
      <dgm:t>
        <a:bodyPr/>
        <a:lstStyle/>
        <a:p>
          <a:endParaRPr lang="es-AR"/>
        </a:p>
      </dgm:t>
    </dgm:pt>
    <dgm:pt modelId="{74CD770D-4B48-4733-9422-463E2717DDB4}">
      <dgm:prSet phldrT="[Texto]" custT="1"/>
      <dgm:spPr/>
      <dgm:t>
        <a:bodyPr/>
        <a:lstStyle/>
        <a:p>
          <a:pPr rtl="0"/>
          <a:r>
            <a:rPr kumimoji="0" lang="es-ES" sz="1000" b="0" i="0" u="none" strike="noStrike" cap="none" normalizeH="0" baseline="0" dirty="0">
              <a:ln/>
              <a:effectLst/>
              <a:latin typeface="Bookman Old Style" pitchFamily="18" charset="0"/>
              <a:cs typeface="Times New Roman" pitchFamily="18" charset="0"/>
            </a:rPr>
            <a:t>esclerosis sistémica</a:t>
          </a:r>
          <a:endParaRPr lang="es-AR" sz="1000" dirty="0"/>
        </a:p>
      </dgm:t>
    </dgm:pt>
    <dgm:pt modelId="{18BA58F8-304C-4E4A-AFAF-54E053026AA9}" type="parTrans" cxnId="{E552FBA8-589B-4E47-BE86-049A5CE74802}">
      <dgm:prSet/>
      <dgm:spPr/>
      <dgm:t>
        <a:bodyPr/>
        <a:lstStyle/>
        <a:p>
          <a:endParaRPr lang="es-AR"/>
        </a:p>
      </dgm:t>
    </dgm:pt>
    <dgm:pt modelId="{34B7C111-AAF6-44D0-9380-CE4282859616}" type="sibTrans" cxnId="{E552FBA8-589B-4E47-BE86-049A5CE74802}">
      <dgm:prSet/>
      <dgm:spPr/>
      <dgm:t>
        <a:bodyPr/>
        <a:lstStyle/>
        <a:p>
          <a:endParaRPr lang="es-AR"/>
        </a:p>
      </dgm:t>
    </dgm:pt>
    <dgm:pt modelId="{4B9A96DD-79E9-457A-973A-4A831EA69ED3}">
      <dgm:prSet custT="1"/>
      <dgm:spPr/>
      <dgm:t>
        <a:bodyPr/>
        <a:lstStyle/>
        <a:p>
          <a:pPr rtl="0"/>
          <a:r>
            <a:rPr kumimoji="0" lang="es-ES" sz="1000" b="0" i="0" u="none" strike="noStrike" cap="none" normalizeH="0" baseline="0" dirty="0" err="1">
              <a:ln/>
              <a:effectLst/>
              <a:latin typeface="Bookman Old Style" pitchFamily="18" charset="0"/>
              <a:cs typeface="Times New Roman" pitchFamily="18" charset="0"/>
            </a:rPr>
            <a:t>dermatomiositis</a:t>
          </a:r>
          <a:r>
            <a:rPr kumimoji="0" lang="es-ES" sz="1000" b="0" i="0" u="none" strike="noStrike" cap="none" normalizeH="0" baseline="0" dirty="0">
              <a:ln/>
              <a:effectLst/>
              <a:latin typeface="Bookman Old Style" pitchFamily="18" charset="0"/>
              <a:cs typeface="Times New Roman" pitchFamily="18" charset="0"/>
            </a:rPr>
            <a:t>, </a:t>
          </a:r>
          <a:r>
            <a:rPr kumimoji="0" lang="es-ES" sz="1000" b="0" i="0" u="none" strike="noStrike" cap="none" normalizeH="0" baseline="0" dirty="0" err="1">
              <a:ln/>
              <a:effectLst/>
              <a:latin typeface="Bookman Old Style" pitchFamily="18" charset="0"/>
              <a:cs typeface="Times New Roman" pitchFamily="18" charset="0"/>
            </a:rPr>
            <a:t>supraespinoso</a:t>
          </a:r>
          <a:endParaRPr kumimoji="0" lang="es-ES" sz="1000" b="0" i="0" u="none" strike="noStrike" cap="none" normalizeH="0" baseline="0" dirty="0">
            <a:ln/>
            <a:effectLst/>
            <a:latin typeface="Bookman Old Style" pitchFamily="18" charset="0"/>
            <a:cs typeface="Times New Roman" pitchFamily="18" charset="0"/>
          </a:endParaRPr>
        </a:p>
      </dgm:t>
    </dgm:pt>
    <dgm:pt modelId="{01813D45-1C70-4105-87D8-D4370AA733B3}" type="parTrans" cxnId="{1704B307-C14C-4792-BD71-64E22392A909}">
      <dgm:prSet/>
      <dgm:spPr/>
      <dgm:t>
        <a:bodyPr/>
        <a:lstStyle/>
        <a:p>
          <a:endParaRPr lang="es-AR"/>
        </a:p>
      </dgm:t>
    </dgm:pt>
    <dgm:pt modelId="{165A74AC-ACD6-47C5-98C4-336A8A0E79C9}" type="sibTrans" cxnId="{1704B307-C14C-4792-BD71-64E22392A909}">
      <dgm:prSet/>
      <dgm:spPr/>
      <dgm:t>
        <a:bodyPr/>
        <a:lstStyle/>
        <a:p>
          <a:endParaRPr lang="es-AR"/>
        </a:p>
      </dgm:t>
    </dgm:pt>
    <dgm:pt modelId="{DED6E293-420E-43A3-9091-BA861C8CABA0}">
      <dgm:prSet custT="1"/>
      <dgm:spPr/>
      <dgm:t>
        <a:bodyPr/>
        <a:lstStyle/>
        <a:p>
          <a:pPr rtl="0"/>
          <a:r>
            <a:rPr kumimoji="0" lang="es-ES" sz="1000" b="0" i="0" u="none" strike="noStrike" cap="none" normalizeH="0" baseline="0" dirty="0">
              <a:ln/>
              <a:effectLst/>
              <a:latin typeface="Bookman Old Style" pitchFamily="18" charset="0"/>
              <a:cs typeface="Times New Roman" pitchFamily="18" charset="0"/>
            </a:rPr>
            <a:t> EASN </a:t>
          </a:r>
        </a:p>
      </dgm:t>
    </dgm:pt>
    <dgm:pt modelId="{6A320043-5C87-4D96-A46C-68534E72A4F2}" type="parTrans" cxnId="{A67B7F45-D79D-45D1-87FA-EFDA1ED81578}">
      <dgm:prSet/>
      <dgm:spPr/>
      <dgm:t>
        <a:bodyPr/>
        <a:lstStyle/>
        <a:p>
          <a:endParaRPr lang="es-AR"/>
        </a:p>
      </dgm:t>
    </dgm:pt>
    <dgm:pt modelId="{777A3CBF-72C6-47F7-97C9-B22CEBF21737}" type="sibTrans" cxnId="{A67B7F45-D79D-45D1-87FA-EFDA1ED81578}">
      <dgm:prSet/>
      <dgm:spPr/>
      <dgm:t>
        <a:bodyPr/>
        <a:lstStyle/>
        <a:p>
          <a:endParaRPr lang="es-AR"/>
        </a:p>
      </dgm:t>
    </dgm:pt>
    <dgm:pt modelId="{1AA8FBE1-BC57-4B09-A199-AF6D7C46C7ED}">
      <dgm:prSet custT="1"/>
      <dgm:spPr/>
      <dgm:t>
        <a:bodyPr/>
        <a:lstStyle/>
        <a:p>
          <a:pPr rtl="0"/>
          <a:r>
            <a:rPr kumimoji="0" lang="es-ES" sz="1000" b="0" i="0" u="none" strike="noStrike" cap="none" normalizeH="0" baseline="0" dirty="0">
              <a:ln/>
              <a:effectLst/>
              <a:latin typeface="Bookman Old Style" pitchFamily="18" charset="0"/>
              <a:cs typeface="Times New Roman" pitchFamily="18" charset="0"/>
            </a:rPr>
            <a:t>(enfermedad de </a:t>
          </a:r>
          <a:r>
            <a:rPr kumimoji="0" lang="es-ES" sz="1000" b="0" i="0" u="none" strike="noStrike" cap="none" normalizeH="0" baseline="0" dirty="0" err="1">
              <a:ln/>
              <a:effectLst/>
              <a:latin typeface="Bookman Old Style" pitchFamily="18" charset="0"/>
              <a:cs typeface="Times New Roman" pitchFamily="18" charset="0"/>
            </a:rPr>
            <a:t>Forestier</a:t>
          </a:r>
          <a:r>
            <a:rPr kumimoji="0" lang="es-ES" sz="1000" b="0" i="0" u="none" strike="noStrike" cap="none" normalizeH="0" baseline="0" dirty="0">
              <a:ln/>
              <a:effectLst/>
              <a:latin typeface="Bookman Old Style" pitchFamily="18" charset="0"/>
              <a:cs typeface="Times New Roman" pitchFamily="18" charset="0"/>
            </a:rPr>
            <a:t>)</a:t>
          </a:r>
        </a:p>
      </dgm:t>
    </dgm:pt>
    <dgm:pt modelId="{1EFF0966-0CC1-42D1-A639-797EDC0E2761}" type="parTrans" cxnId="{99FE6AF8-4A86-4FFB-9BCB-482E1F94F20B}">
      <dgm:prSet/>
      <dgm:spPr/>
      <dgm:t>
        <a:bodyPr/>
        <a:lstStyle/>
        <a:p>
          <a:endParaRPr lang="es-AR"/>
        </a:p>
      </dgm:t>
    </dgm:pt>
    <dgm:pt modelId="{D7CB673D-14EC-4684-A570-1107C1047E71}" type="sibTrans" cxnId="{99FE6AF8-4A86-4FFB-9BCB-482E1F94F20B}">
      <dgm:prSet/>
      <dgm:spPr/>
      <dgm:t>
        <a:bodyPr/>
        <a:lstStyle/>
        <a:p>
          <a:endParaRPr lang="es-AR"/>
        </a:p>
      </dgm:t>
    </dgm:pt>
    <dgm:pt modelId="{A37F8698-D843-4CE4-AB40-959E445ED738}" type="pres">
      <dgm:prSet presAssocID="{14EB06DB-EFA8-4C6F-8A20-5CA7065431AC}" presName="Name0" presStyleCnt="0">
        <dgm:presLayoutVars>
          <dgm:chPref val="1"/>
          <dgm:dir/>
          <dgm:animOne val="branch"/>
          <dgm:animLvl val="lvl"/>
          <dgm:resizeHandles/>
        </dgm:presLayoutVars>
      </dgm:prSet>
      <dgm:spPr/>
    </dgm:pt>
    <dgm:pt modelId="{1413852C-E521-4765-BA91-CC43F451522D}" type="pres">
      <dgm:prSet presAssocID="{39188998-525B-41A7-8F35-445788E9CE93}" presName="vertOne" presStyleCnt="0"/>
      <dgm:spPr/>
    </dgm:pt>
    <dgm:pt modelId="{F8F77AEB-2EC7-4BE9-B6A6-5DB4852F91A9}" type="pres">
      <dgm:prSet presAssocID="{39188998-525B-41A7-8F35-445788E9CE93}" presName="txOne" presStyleLbl="node0" presStyleIdx="0" presStyleCnt="1" custScaleY="64323">
        <dgm:presLayoutVars>
          <dgm:chPref val="3"/>
        </dgm:presLayoutVars>
      </dgm:prSet>
      <dgm:spPr/>
    </dgm:pt>
    <dgm:pt modelId="{28003D33-79E9-4870-8991-FFCD6A28ED21}" type="pres">
      <dgm:prSet presAssocID="{39188998-525B-41A7-8F35-445788E9CE93}" presName="parTransOne" presStyleCnt="0"/>
      <dgm:spPr/>
    </dgm:pt>
    <dgm:pt modelId="{5D3E5F38-D915-47A2-A5C3-3C44C9BD9A4D}" type="pres">
      <dgm:prSet presAssocID="{39188998-525B-41A7-8F35-445788E9CE93}" presName="horzOne" presStyleCnt="0"/>
      <dgm:spPr/>
    </dgm:pt>
    <dgm:pt modelId="{A7CD5FDE-1842-4F90-9E4D-5251D7081BD7}" type="pres">
      <dgm:prSet presAssocID="{1AD879A5-09B5-45CB-A580-E6A3909E467A}" presName="vertTwo" presStyleCnt="0"/>
      <dgm:spPr/>
    </dgm:pt>
    <dgm:pt modelId="{B02E0187-A4F1-4476-B816-D366D8D50D3E}" type="pres">
      <dgm:prSet presAssocID="{1AD879A5-09B5-45CB-A580-E6A3909E467A}" presName="txTwo" presStyleLbl="node2" presStyleIdx="0" presStyleCnt="2" custScaleY="69264">
        <dgm:presLayoutVars>
          <dgm:chPref val="3"/>
        </dgm:presLayoutVars>
      </dgm:prSet>
      <dgm:spPr/>
    </dgm:pt>
    <dgm:pt modelId="{9386EBC9-DC56-4B2E-9DD3-B5B5F2F90FC1}" type="pres">
      <dgm:prSet presAssocID="{1AD879A5-09B5-45CB-A580-E6A3909E467A}" presName="parTransTwo" presStyleCnt="0"/>
      <dgm:spPr/>
    </dgm:pt>
    <dgm:pt modelId="{DFAE9D87-0EE4-4359-BEE9-49093D2D2B85}" type="pres">
      <dgm:prSet presAssocID="{1AD879A5-09B5-45CB-A580-E6A3909E467A}" presName="horzTwo" presStyleCnt="0"/>
      <dgm:spPr/>
    </dgm:pt>
    <dgm:pt modelId="{D3BF18A1-FD3F-4CF1-8BFB-2679BC5EE4F1}" type="pres">
      <dgm:prSet presAssocID="{B011B57F-66A2-46BD-ABC0-4A8E5DE8778F}" presName="vertThree" presStyleCnt="0"/>
      <dgm:spPr/>
    </dgm:pt>
    <dgm:pt modelId="{0BD9C5A8-F2B3-4BB9-A03E-77EACA423A75}" type="pres">
      <dgm:prSet presAssocID="{B011B57F-66A2-46BD-ABC0-4A8E5DE8778F}" presName="txThree" presStyleLbl="node3" presStyleIdx="0" presStyleCnt="6">
        <dgm:presLayoutVars>
          <dgm:chPref val="3"/>
        </dgm:presLayoutVars>
      </dgm:prSet>
      <dgm:spPr/>
    </dgm:pt>
    <dgm:pt modelId="{25528EBF-3D8E-4FB7-8BC4-D7790D123BEA}" type="pres">
      <dgm:prSet presAssocID="{B011B57F-66A2-46BD-ABC0-4A8E5DE8778F}" presName="parTransThree" presStyleCnt="0"/>
      <dgm:spPr/>
    </dgm:pt>
    <dgm:pt modelId="{C142285B-D608-417D-84D8-695B0DB4A59B}" type="pres">
      <dgm:prSet presAssocID="{B011B57F-66A2-46BD-ABC0-4A8E5DE8778F}" presName="horzThree" presStyleCnt="0"/>
      <dgm:spPr/>
    </dgm:pt>
    <dgm:pt modelId="{844D410E-3CEE-4A06-ACF4-FFD0B6656A12}" type="pres">
      <dgm:prSet presAssocID="{7B9B005B-F589-4138-8FF9-790C6B507D70}" presName="vertFour" presStyleCnt="0">
        <dgm:presLayoutVars>
          <dgm:chPref val="3"/>
        </dgm:presLayoutVars>
      </dgm:prSet>
      <dgm:spPr/>
    </dgm:pt>
    <dgm:pt modelId="{A960BC5C-8A62-4787-ABD4-B2B059040C72}" type="pres">
      <dgm:prSet presAssocID="{7B9B005B-F589-4138-8FF9-790C6B507D70}" presName="txFour" presStyleLbl="node4" presStyleIdx="0" presStyleCnt="6">
        <dgm:presLayoutVars>
          <dgm:chPref val="3"/>
        </dgm:presLayoutVars>
      </dgm:prSet>
      <dgm:spPr/>
    </dgm:pt>
    <dgm:pt modelId="{6C9FA959-6404-493F-A781-6DBE979CBD04}" type="pres">
      <dgm:prSet presAssocID="{7B9B005B-F589-4138-8FF9-790C6B507D70}" presName="horzFour" presStyleCnt="0"/>
      <dgm:spPr/>
    </dgm:pt>
    <dgm:pt modelId="{BA9AC8AF-4F37-4893-AA0C-09424B1A54DB}" type="pres">
      <dgm:prSet presAssocID="{5DD83A82-2E3F-44DE-BBF7-52F005472C0B}" presName="sibSpaceThree" presStyleCnt="0"/>
      <dgm:spPr/>
    </dgm:pt>
    <dgm:pt modelId="{75498670-B989-4C9E-9176-388D5D69FCC6}" type="pres">
      <dgm:prSet presAssocID="{1CA20B09-1B20-4BBB-9A01-09170FCDD261}" presName="vertThree" presStyleCnt="0"/>
      <dgm:spPr/>
    </dgm:pt>
    <dgm:pt modelId="{6EED4B78-90D7-44FE-8F42-860662512A3A}" type="pres">
      <dgm:prSet presAssocID="{1CA20B09-1B20-4BBB-9A01-09170FCDD261}" presName="txThree" presStyleLbl="node3" presStyleIdx="1" presStyleCnt="6">
        <dgm:presLayoutVars>
          <dgm:chPref val="3"/>
        </dgm:presLayoutVars>
      </dgm:prSet>
      <dgm:spPr/>
    </dgm:pt>
    <dgm:pt modelId="{93753078-42D5-4636-9F62-C7D201054847}" type="pres">
      <dgm:prSet presAssocID="{1CA20B09-1B20-4BBB-9A01-09170FCDD261}" presName="parTransThree" presStyleCnt="0"/>
      <dgm:spPr/>
    </dgm:pt>
    <dgm:pt modelId="{8525FF69-F491-4983-9216-6BD86CA944E9}" type="pres">
      <dgm:prSet presAssocID="{1CA20B09-1B20-4BBB-9A01-09170FCDD261}" presName="horzThree" presStyleCnt="0"/>
      <dgm:spPr/>
    </dgm:pt>
    <dgm:pt modelId="{852FF6FF-F22D-4E10-8B11-FC2D92D4D926}" type="pres">
      <dgm:prSet presAssocID="{E0E267F7-39AB-45D6-A9C7-3BC9EC20A801}" presName="vertFour" presStyleCnt="0">
        <dgm:presLayoutVars>
          <dgm:chPref val="3"/>
        </dgm:presLayoutVars>
      </dgm:prSet>
      <dgm:spPr/>
    </dgm:pt>
    <dgm:pt modelId="{302CCB29-7D3B-4B6E-AE4F-3EC460A56143}" type="pres">
      <dgm:prSet presAssocID="{E0E267F7-39AB-45D6-A9C7-3BC9EC20A801}" presName="txFour" presStyleLbl="node4" presStyleIdx="1" presStyleCnt="6">
        <dgm:presLayoutVars>
          <dgm:chPref val="3"/>
        </dgm:presLayoutVars>
      </dgm:prSet>
      <dgm:spPr/>
    </dgm:pt>
    <dgm:pt modelId="{5397F85A-A59D-41DC-A2BB-D465B0C73478}" type="pres">
      <dgm:prSet presAssocID="{E0E267F7-39AB-45D6-A9C7-3BC9EC20A801}" presName="horzFour" presStyleCnt="0"/>
      <dgm:spPr/>
    </dgm:pt>
    <dgm:pt modelId="{BBE72CB9-2901-4E14-AB53-93949AAEE8A7}" type="pres">
      <dgm:prSet presAssocID="{576351AB-9E3B-4419-9F33-7A42BDED18FE}" presName="sibSpaceTwo" presStyleCnt="0"/>
      <dgm:spPr/>
    </dgm:pt>
    <dgm:pt modelId="{719111F3-F57F-4E5E-91F7-406F5717AB7A}" type="pres">
      <dgm:prSet presAssocID="{CB420A57-8A60-41BB-A686-B7E23D2D6232}" presName="vertTwo" presStyleCnt="0"/>
      <dgm:spPr/>
    </dgm:pt>
    <dgm:pt modelId="{1C1B4D3F-3000-482F-8FCA-EE68938016CA}" type="pres">
      <dgm:prSet presAssocID="{CB420A57-8A60-41BB-A686-B7E23D2D6232}" presName="txTwo" presStyleLbl="node2" presStyleIdx="1" presStyleCnt="2" custScaleY="67168">
        <dgm:presLayoutVars>
          <dgm:chPref val="3"/>
        </dgm:presLayoutVars>
      </dgm:prSet>
      <dgm:spPr/>
    </dgm:pt>
    <dgm:pt modelId="{32C9526F-621B-4E2C-B1F2-91727E95A95D}" type="pres">
      <dgm:prSet presAssocID="{CB420A57-8A60-41BB-A686-B7E23D2D6232}" presName="parTransTwo" presStyleCnt="0"/>
      <dgm:spPr/>
    </dgm:pt>
    <dgm:pt modelId="{C6C1C17C-9BF7-4BA1-B925-5A17B97FFD4F}" type="pres">
      <dgm:prSet presAssocID="{CB420A57-8A60-41BB-A686-B7E23D2D6232}" presName="horzTwo" presStyleCnt="0"/>
      <dgm:spPr/>
    </dgm:pt>
    <dgm:pt modelId="{01814571-488B-45A2-83C0-F89B957BBBE3}" type="pres">
      <dgm:prSet presAssocID="{5B87F0BA-A67C-496D-BBDB-286F6CDE08DA}" presName="vertThree" presStyleCnt="0"/>
      <dgm:spPr/>
    </dgm:pt>
    <dgm:pt modelId="{BF105A11-1F53-45A0-BF41-AAAC3DFE43F7}" type="pres">
      <dgm:prSet presAssocID="{5B87F0BA-A67C-496D-BBDB-286F6CDE08DA}" presName="txThree" presStyleLbl="node3" presStyleIdx="2" presStyleCnt="6">
        <dgm:presLayoutVars>
          <dgm:chPref val="3"/>
        </dgm:presLayoutVars>
      </dgm:prSet>
      <dgm:spPr/>
    </dgm:pt>
    <dgm:pt modelId="{D11A2FEC-E5A8-4233-9C4B-7CE11E29F8B0}" type="pres">
      <dgm:prSet presAssocID="{5B87F0BA-A67C-496D-BBDB-286F6CDE08DA}" presName="parTransThree" presStyleCnt="0"/>
      <dgm:spPr/>
    </dgm:pt>
    <dgm:pt modelId="{E1089E9E-B768-4E80-9C4F-ED02CC2F6B7D}" type="pres">
      <dgm:prSet presAssocID="{5B87F0BA-A67C-496D-BBDB-286F6CDE08DA}" presName="horzThree" presStyleCnt="0"/>
      <dgm:spPr/>
    </dgm:pt>
    <dgm:pt modelId="{C7C4B864-120E-44AB-9410-26EBF7D9457D}" type="pres">
      <dgm:prSet presAssocID="{74CD770D-4B48-4733-9422-463E2717DDB4}" presName="vertFour" presStyleCnt="0">
        <dgm:presLayoutVars>
          <dgm:chPref val="3"/>
        </dgm:presLayoutVars>
      </dgm:prSet>
      <dgm:spPr/>
    </dgm:pt>
    <dgm:pt modelId="{3F89AFD3-BB55-4279-996C-FEE4AB2CA645}" type="pres">
      <dgm:prSet presAssocID="{74CD770D-4B48-4733-9422-463E2717DDB4}" presName="txFour" presStyleLbl="node4" presStyleIdx="2" presStyleCnt="6">
        <dgm:presLayoutVars>
          <dgm:chPref val="3"/>
        </dgm:presLayoutVars>
      </dgm:prSet>
      <dgm:spPr/>
    </dgm:pt>
    <dgm:pt modelId="{F49B1A3D-E08B-462E-8F11-446D42319850}" type="pres">
      <dgm:prSet presAssocID="{74CD770D-4B48-4733-9422-463E2717DDB4}" presName="horzFour" presStyleCnt="0"/>
      <dgm:spPr/>
    </dgm:pt>
    <dgm:pt modelId="{AC4D2898-A590-4898-ABCD-A65CEB799125}" type="pres">
      <dgm:prSet presAssocID="{294D0A47-6F18-410C-9323-C5E9DF16FB72}" presName="sibSpaceThree" presStyleCnt="0"/>
      <dgm:spPr/>
    </dgm:pt>
    <dgm:pt modelId="{4F41141B-5CD1-4EA9-9A96-C9E4C87F1432}" type="pres">
      <dgm:prSet presAssocID="{2B3D9E00-A778-4010-A0B2-2A288F83ABDF}" presName="vertThree" presStyleCnt="0"/>
      <dgm:spPr/>
    </dgm:pt>
    <dgm:pt modelId="{D48E5FB8-D8E7-4AC4-B77B-48FAA7199D42}" type="pres">
      <dgm:prSet presAssocID="{2B3D9E00-A778-4010-A0B2-2A288F83ABDF}" presName="txThree" presStyleLbl="node3" presStyleIdx="3" presStyleCnt="6">
        <dgm:presLayoutVars>
          <dgm:chPref val="3"/>
        </dgm:presLayoutVars>
      </dgm:prSet>
      <dgm:spPr/>
    </dgm:pt>
    <dgm:pt modelId="{3888BC24-0390-4D04-9914-26F02B6708A5}" type="pres">
      <dgm:prSet presAssocID="{2B3D9E00-A778-4010-A0B2-2A288F83ABDF}" presName="parTransThree" presStyleCnt="0"/>
      <dgm:spPr/>
    </dgm:pt>
    <dgm:pt modelId="{FD6C07AC-FA16-49A1-8509-077E91F470EE}" type="pres">
      <dgm:prSet presAssocID="{2B3D9E00-A778-4010-A0B2-2A288F83ABDF}" presName="horzThree" presStyleCnt="0"/>
      <dgm:spPr/>
    </dgm:pt>
    <dgm:pt modelId="{92A0CCCC-1499-453A-93A2-B071DE3CAE7F}" type="pres">
      <dgm:prSet presAssocID="{4B9A96DD-79E9-457A-973A-4A831EA69ED3}" presName="vertFour" presStyleCnt="0">
        <dgm:presLayoutVars>
          <dgm:chPref val="3"/>
        </dgm:presLayoutVars>
      </dgm:prSet>
      <dgm:spPr/>
    </dgm:pt>
    <dgm:pt modelId="{5E74E0C9-945C-486F-8D43-53DA005AD119}" type="pres">
      <dgm:prSet presAssocID="{4B9A96DD-79E9-457A-973A-4A831EA69ED3}" presName="txFour" presStyleLbl="node4" presStyleIdx="3" presStyleCnt="6">
        <dgm:presLayoutVars>
          <dgm:chPref val="3"/>
        </dgm:presLayoutVars>
      </dgm:prSet>
      <dgm:spPr/>
    </dgm:pt>
    <dgm:pt modelId="{1CFC319C-B726-4E68-895D-6146825B2838}" type="pres">
      <dgm:prSet presAssocID="{4B9A96DD-79E9-457A-973A-4A831EA69ED3}" presName="horzFour" presStyleCnt="0"/>
      <dgm:spPr/>
    </dgm:pt>
    <dgm:pt modelId="{B046AF76-187F-417E-948D-70A73BA20F54}" type="pres">
      <dgm:prSet presAssocID="{8D6D8FA3-E7D3-40AA-8675-4008EEC2F363}" presName="sibSpaceThree" presStyleCnt="0"/>
      <dgm:spPr/>
    </dgm:pt>
    <dgm:pt modelId="{254A66A0-62D2-4B0A-A7AC-9DCD2F68BED0}" type="pres">
      <dgm:prSet presAssocID="{0D2B798C-92B4-4C17-9449-2A1A7AFAF6F7}" presName="vertThree" presStyleCnt="0"/>
      <dgm:spPr/>
    </dgm:pt>
    <dgm:pt modelId="{948C319A-1B65-4200-A7DE-811D1D191685}" type="pres">
      <dgm:prSet presAssocID="{0D2B798C-92B4-4C17-9449-2A1A7AFAF6F7}" presName="txThree" presStyleLbl="node3" presStyleIdx="4" presStyleCnt="6">
        <dgm:presLayoutVars>
          <dgm:chPref val="3"/>
        </dgm:presLayoutVars>
      </dgm:prSet>
      <dgm:spPr/>
    </dgm:pt>
    <dgm:pt modelId="{45825885-8C47-4234-A3A4-3A02C782C8C5}" type="pres">
      <dgm:prSet presAssocID="{0D2B798C-92B4-4C17-9449-2A1A7AFAF6F7}" presName="parTransThree" presStyleCnt="0"/>
      <dgm:spPr/>
    </dgm:pt>
    <dgm:pt modelId="{17A75CC8-CD62-4A90-A85F-D71FAA9B00FC}" type="pres">
      <dgm:prSet presAssocID="{0D2B798C-92B4-4C17-9449-2A1A7AFAF6F7}" presName="horzThree" presStyleCnt="0"/>
      <dgm:spPr/>
    </dgm:pt>
    <dgm:pt modelId="{940D78BA-ABE4-4852-B608-A8F0FB3A2572}" type="pres">
      <dgm:prSet presAssocID="{DED6E293-420E-43A3-9091-BA861C8CABA0}" presName="vertFour" presStyleCnt="0">
        <dgm:presLayoutVars>
          <dgm:chPref val="3"/>
        </dgm:presLayoutVars>
      </dgm:prSet>
      <dgm:spPr/>
    </dgm:pt>
    <dgm:pt modelId="{64913CB5-14BA-4CEB-B11D-1684B9B4570E}" type="pres">
      <dgm:prSet presAssocID="{DED6E293-420E-43A3-9091-BA861C8CABA0}" presName="txFour" presStyleLbl="node4" presStyleIdx="4" presStyleCnt="6">
        <dgm:presLayoutVars>
          <dgm:chPref val="3"/>
        </dgm:presLayoutVars>
      </dgm:prSet>
      <dgm:spPr/>
    </dgm:pt>
    <dgm:pt modelId="{40B57FE9-F4A3-4F60-A587-3478DD8D9601}" type="pres">
      <dgm:prSet presAssocID="{DED6E293-420E-43A3-9091-BA861C8CABA0}" presName="horzFour" presStyleCnt="0"/>
      <dgm:spPr/>
    </dgm:pt>
    <dgm:pt modelId="{9BAF07F8-71A0-4F9B-8BDF-D98EF6A1AD6F}" type="pres">
      <dgm:prSet presAssocID="{9408FCBA-1092-4925-9A61-FDF7BC6E229C}" presName="sibSpaceThree" presStyleCnt="0"/>
      <dgm:spPr/>
    </dgm:pt>
    <dgm:pt modelId="{CFE9C95B-349C-4709-8C81-21CB109C5D7B}" type="pres">
      <dgm:prSet presAssocID="{BAAEF8A7-3080-442D-9418-6764D3415A33}" presName="vertThree" presStyleCnt="0"/>
      <dgm:spPr/>
    </dgm:pt>
    <dgm:pt modelId="{7FC4794D-D11B-4CF9-9A9D-C7F5FAFCA1EF}" type="pres">
      <dgm:prSet presAssocID="{BAAEF8A7-3080-442D-9418-6764D3415A33}" presName="txThree" presStyleLbl="node3" presStyleIdx="5" presStyleCnt="6">
        <dgm:presLayoutVars>
          <dgm:chPref val="3"/>
        </dgm:presLayoutVars>
      </dgm:prSet>
      <dgm:spPr/>
    </dgm:pt>
    <dgm:pt modelId="{7BA8D3B4-CA1C-40E9-B33F-6EE722D00B3D}" type="pres">
      <dgm:prSet presAssocID="{BAAEF8A7-3080-442D-9418-6764D3415A33}" presName="parTransThree" presStyleCnt="0"/>
      <dgm:spPr/>
    </dgm:pt>
    <dgm:pt modelId="{B4A9775E-2908-43E8-81C3-599233964FAF}" type="pres">
      <dgm:prSet presAssocID="{BAAEF8A7-3080-442D-9418-6764D3415A33}" presName="horzThree" presStyleCnt="0"/>
      <dgm:spPr/>
    </dgm:pt>
    <dgm:pt modelId="{DF2E230A-341E-47DA-9183-F71847A24676}" type="pres">
      <dgm:prSet presAssocID="{1AA8FBE1-BC57-4B09-A199-AF6D7C46C7ED}" presName="vertFour" presStyleCnt="0">
        <dgm:presLayoutVars>
          <dgm:chPref val="3"/>
        </dgm:presLayoutVars>
      </dgm:prSet>
      <dgm:spPr/>
    </dgm:pt>
    <dgm:pt modelId="{682B3340-E1DD-4499-9BE0-1A0BBF8598CA}" type="pres">
      <dgm:prSet presAssocID="{1AA8FBE1-BC57-4B09-A199-AF6D7C46C7ED}" presName="txFour" presStyleLbl="node4" presStyleIdx="5" presStyleCnt="6">
        <dgm:presLayoutVars>
          <dgm:chPref val="3"/>
        </dgm:presLayoutVars>
      </dgm:prSet>
      <dgm:spPr/>
    </dgm:pt>
    <dgm:pt modelId="{D5B87C1F-1FF1-4B44-B6B4-47B0895CC53E}" type="pres">
      <dgm:prSet presAssocID="{1AA8FBE1-BC57-4B09-A199-AF6D7C46C7ED}" presName="horzFour" presStyleCnt="0"/>
      <dgm:spPr/>
    </dgm:pt>
  </dgm:ptLst>
  <dgm:cxnLst>
    <dgm:cxn modelId="{1704B307-C14C-4792-BD71-64E22392A909}" srcId="{2B3D9E00-A778-4010-A0B2-2A288F83ABDF}" destId="{4B9A96DD-79E9-457A-973A-4A831EA69ED3}" srcOrd="0" destOrd="0" parTransId="{01813D45-1C70-4105-87D8-D4370AA733B3}" sibTransId="{165A74AC-ACD6-47C5-98C4-336A8A0E79C9}"/>
    <dgm:cxn modelId="{35282C1D-2CC9-40E6-971D-C4F0DB87B235}" type="presOf" srcId="{2B3D9E00-A778-4010-A0B2-2A288F83ABDF}" destId="{D48E5FB8-D8E7-4AC4-B77B-48FAA7199D42}" srcOrd="0" destOrd="0" presId="urn:microsoft.com/office/officeart/2005/8/layout/hierarchy4"/>
    <dgm:cxn modelId="{A976A021-E452-4171-8D8F-74E6E99C9B1A}" type="presOf" srcId="{1AA8FBE1-BC57-4B09-A199-AF6D7C46C7ED}" destId="{682B3340-E1DD-4499-9BE0-1A0BBF8598CA}" srcOrd="0" destOrd="0" presId="urn:microsoft.com/office/officeart/2005/8/layout/hierarchy4"/>
    <dgm:cxn modelId="{6D4EEB23-6AAF-46ED-B86B-94FF62C5EEFD}" srcId="{B011B57F-66A2-46BD-ABC0-4A8E5DE8778F}" destId="{7B9B005B-F589-4138-8FF9-790C6B507D70}" srcOrd="0" destOrd="0" parTransId="{5D927E8E-F50A-4671-87BD-4BB9F98EE3A2}" sibTransId="{72CD952F-A49E-44F6-839D-59D6CE519B00}"/>
    <dgm:cxn modelId="{6925AD33-A195-4FBD-B62E-2009D8423901}" type="presOf" srcId="{1CA20B09-1B20-4BBB-9A01-09170FCDD261}" destId="{6EED4B78-90D7-44FE-8F42-860662512A3A}" srcOrd="0" destOrd="0" presId="urn:microsoft.com/office/officeart/2005/8/layout/hierarchy4"/>
    <dgm:cxn modelId="{C1B74140-5BEF-461C-A02E-9169E8372137}" srcId="{CB420A57-8A60-41BB-A686-B7E23D2D6232}" destId="{0D2B798C-92B4-4C17-9449-2A1A7AFAF6F7}" srcOrd="2" destOrd="0" parTransId="{610B4DA6-0E40-4212-BEAD-096029150406}" sibTransId="{9408FCBA-1092-4925-9A61-FDF7BC6E229C}"/>
    <dgm:cxn modelId="{2663175E-B20A-4546-9829-A436D232293B}" srcId="{39188998-525B-41A7-8F35-445788E9CE93}" destId="{1AD879A5-09B5-45CB-A580-E6A3909E467A}" srcOrd="0" destOrd="0" parTransId="{F2882515-0E4A-4AAD-B6E6-686E7FB190AA}" sibTransId="{576351AB-9E3B-4419-9F33-7A42BDED18FE}"/>
    <dgm:cxn modelId="{19B19460-B184-4B23-B439-07E1E5E015A8}" type="presOf" srcId="{DED6E293-420E-43A3-9091-BA861C8CABA0}" destId="{64913CB5-14BA-4CEB-B11D-1684B9B4570E}" srcOrd="0" destOrd="0" presId="urn:microsoft.com/office/officeart/2005/8/layout/hierarchy4"/>
    <dgm:cxn modelId="{A67B7F45-D79D-45D1-87FA-EFDA1ED81578}" srcId="{0D2B798C-92B4-4C17-9449-2A1A7AFAF6F7}" destId="{DED6E293-420E-43A3-9091-BA861C8CABA0}" srcOrd="0" destOrd="0" parTransId="{6A320043-5C87-4D96-A46C-68534E72A4F2}" sibTransId="{777A3CBF-72C6-47F7-97C9-B22CEBF21737}"/>
    <dgm:cxn modelId="{EFEDF44A-E71D-4146-B5E1-7DEC4148F59F}" srcId="{CB420A57-8A60-41BB-A686-B7E23D2D6232}" destId="{2B3D9E00-A778-4010-A0B2-2A288F83ABDF}" srcOrd="1" destOrd="0" parTransId="{CC79AB05-79AA-4D81-BAB8-2CFC15EE6138}" sibTransId="{8D6D8FA3-E7D3-40AA-8675-4008EEC2F363}"/>
    <dgm:cxn modelId="{1627614D-FDF5-4AD9-A675-1C824013958A}" srcId="{14EB06DB-EFA8-4C6F-8A20-5CA7065431AC}" destId="{39188998-525B-41A7-8F35-445788E9CE93}" srcOrd="0" destOrd="0" parTransId="{B9E3FC0D-696F-45D6-A018-6B25718409DD}" sibTransId="{7F926A96-A451-48EF-AD3A-14ABC948DA2D}"/>
    <dgm:cxn modelId="{6AC04870-A65D-437B-A246-4227CFD74550}" type="presOf" srcId="{74CD770D-4B48-4733-9422-463E2717DDB4}" destId="{3F89AFD3-BB55-4279-996C-FEE4AB2CA645}" srcOrd="0" destOrd="0" presId="urn:microsoft.com/office/officeart/2005/8/layout/hierarchy4"/>
    <dgm:cxn modelId="{9DD3A050-4D6E-4CB2-B22F-60C64E492298}" type="presOf" srcId="{E0E267F7-39AB-45D6-A9C7-3BC9EC20A801}" destId="{302CCB29-7D3B-4B6E-AE4F-3EC460A56143}" srcOrd="0" destOrd="0" presId="urn:microsoft.com/office/officeart/2005/8/layout/hierarchy4"/>
    <dgm:cxn modelId="{39EC5452-0040-4A75-B703-DAE8F54394C9}" srcId="{CB420A57-8A60-41BB-A686-B7E23D2D6232}" destId="{BAAEF8A7-3080-442D-9418-6764D3415A33}" srcOrd="3" destOrd="0" parTransId="{01E2B369-CCA0-4920-A261-056AE331C1ED}" sibTransId="{98DE2AE4-EF97-47E3-944C-5FEADEC47260}"/>
    <dgm:cxn modelId="{B503A072-5E2D-4492-9D17-1F8BB2CBDB1E}" type="presOf" srcId="{B011B57F-66A2-46BD-ABC0-4A8E5DE8778F}" destId="{0BD9C5A8-F2B3-4BB9-A03E-77EACA423A75}" srcOrd="0" destOrd="0" presId="urn:microsoft.com/office/officeart/2005/8/layout/hierarchy4"/>
    <dgm:cxn modelId="{45C3B079-B426-4F0F-BD8C-41F5F4E65257}" srcId="{1AD879A5-09B5-45CB-A580-E6A3909E467A}" destId="{1CA20B09-1B20-4BBB-9A01-09170FCDD261}" srcOrd="1" destOrd="0" parTransId="{08B4B022-1228-40B6-8C35-510DA88E9001}" sibTransId="{12FF9AFD-F951-4716-A0F5-AEBCB63A7F98}"/>
    <dgm:cxn modelId="{7F73557A-934A-406D-ACE1-53FC43D370D9}" type="presOf" srcId="{7B9B005B-F589-4138-8FF9-790C6B507D70}" destId="{A960BC5C-8A62-4787-ABD4-B2B059040C72}" srcOrd="0" destOrd="0" presId="urn:microsoft.com/office/officeart/2005/8/layout/hierarchy4"/>
    <dgm:cxn modelId="{E552FBA8-589B-4E47-BE86-049A5CE74802}" srcId="{5B87F0BA-A67C-496D-BBDB-286F6CDE08DA}" destId="{74CD770D-4B48-4733-9422-463E2717DDB4}" srcOrd="0" destOrd="0" parTransId="{18BA58F8-304C-4E4A-AFAF-54E053026AA9}" sibTransId="{34B7C111-AAF6-44D0-9380-CE4282859616}"/>
    <dgm:cxn modelId="{6D0FB1AF-BFCA-412A-9439-7259FC941812}" type="presOf" srcId="{0D2B798C-92B4-4C17-9449-2A1A7AFAF6F7}" destId="{948C319A-1B65-4200-A7DE-811D1D191685}" srcOrd="0" destOrd="0" presId="urn:microsoft.com/office/officeart/2005/8/layout/hierarchy4"/>
    <dgm:cxn modelId="{C0A7D0BC-A69B-4592-B740-829A2E122505}" type="presOf" srcId="{BAAEF8A7-3080-442D-9418-6764D3415A33}" destId="{7FC4794D-D11B-4CF9-9A9D-C7F5FAFCA1EF}" srcOrd="0" destOrd="0" presId="urn:microsoft.com/office/officeart/2005/8/layout/hierarchy4"/>
    <dgm:cxn modelId="{64162DBE-2166-481B-824F-86B6BEAA9EE6}" type="presOf" srcId="{5B87F0BA-A67C-496D-BBDB-286F6CDE08DA}" destId="{BF105A11-1F53-45A0-BF41-AAAC3DFE43F7}" srcOrd="0" destOrd="0" presId="urn:microsoft.com/office/officeart/2005/8/layout/hierarchy4"/>
    <dgm:cxn modelId="{4F33A1C3-9549-4CD0-8BAA-5C2091C6D752}" type="presOf" srcId="{14EB06DB-EFA8-4C6F-8A20-5CA7065431AC}" destId="{A37F8698-D843-4CE4-AB40-959E445ED738}" srcOrd="0" destOrd="0" presId="urn:microsoft.com/office/officeart/2005/8/layout/hierarchy4"/>
    <dgm:cxn modelId="{646DD5C7-DF62-41B7-8293-D57AF98ADA66}" srcId="{1CA20B09-1B20-4BBB-9A01-09170FCDD261}" destId="{E0E267F7-39AB-45D6-A9C7-3BC9EC20A801}" srcOrd="0" destOrd="0" parTransId="{838A61B4-E7AD-4859-8E8E-DB6CEA5615EE}" sibTransId="{35BF80E5-60D1-40B9-B61A-D48E54A2C573}"/>
    <dgm:cxn modelId="{D21CDECD-6E01-4B17-8447-2C5C2CB81F30}" type="presOf" srcId="{39188998-525B-41A7-8F35-445788E9CE93}" destId="{F8F77AEB-2EC7-4BE9-B6A6-5DB4852F91A9}" srcOrd="0" destOrd="0" presId="urn:microsoft.com/office/officeart/2005/8/layout/hierarchy4"/>
    <dgm:cxn modelId="{9461DCE6-C978-4095-8170-64C6A3420DF2}" type="presOf" srcId="{CB420A57-8A60-41BB-A686-B7E23D2D6232}" destId="{1C1B4D3F-3000-482F-8FCA-EE68938016CA}" srcOrd="0" destOrd="0" presId="urn:microsoft.com/office/officeart/2005/8/layout/hierarchy4"/>
    <dgm:cxn modelId="{BBA4E3E9-B1BC-4E32-A0A4-F83A4D086BA0}" srcId="{1AD879A5-09B5-45CB-A580-E6A3909E467A}" destId="{B011B57F-66A2-46BD-ABC0-4A8E5DE8778F}" srcOrd="0" destOrd="0" parTransId="{DE4CBA69-529A-4B8C-A1BF-2F135ECA64EB}" sibTransId="{5DD83A82-2E3F-44DE-BBF7-52F005472C0B}"/>
    <dgm:cxn modelId="{C8D94BEB-B523-4ED5-A131-0F3206D51A72}" srcId="{39188998-525B-41A7-8F35-445788E9CE93}" destId="{CB420A57-8A60-41BB-A686-B7E23D2D6232}" srcOrd="1" destOrd="0" parTransId="{671682E6-0DC5-4423-BB5A-86E7EDBCE2F0}" sibTransId="{2E4788E3-B762-4001-8B1B-B40174638749}"/>
    <dgm:cxn modelId="{BE4215F0-FD5E-49A6-BBFA-05B706E07DB3}" type="presOf" srcId="{1AD879A5-09B5-45CB-A580-E6A3909E467A}" destId="{B02E0187-A4F1-4476-B816-D366D8D50D3E}" srcOrd="0" destOrd="0" presId="urn:microsoft.com/office/officeart/2005/8/layout/hierarchy4"/>
    <dgm:cxn modelId="{99FE6AF8-4A86-4FFB-9BCB-482E1F94F20B}" srcId="{BAAEF8A7-3080-442D-9418-6764D3415A33}" destId="{1AA8FBE1-BC57-4B09-A199-AF6D7C46C7ED}" srcOrd="0" destOrd="0" parTransId="{1EFF0966-0CC1-42D1-A639-797EDC0E2761}" sibTransId="{D7CB673D-14EC-4684-A570-1107C1047E71}"/>
    <dgm:cxn modelId="{31A668FD-3606-49CF-9724-A512BDF99C95}" type="presOf" srcId="{4B9A96DD-79E9-457A-973A-4A831EA69ED3}" destId="{5E74E0C9-945C-486F-8D43-53DA005AD119}" srcOrd="0" destOrd="0" presId="urn:microsoft.com/office/officeart/2005/8/layout/hierarchy4"/>
    <dgm:cxn modelId="{3296BDFF-D666-4292-AA73-AFB956847E82}" srcId="{CB420A57-8A60-41BB-A686-B7E23D2D6232}" destId="{5B87F0BA-A67C-496D-BBDB-286F6CDE08DA}" srcOrd="0" destOrd="0" parTransId="{714F94BA-88E2-45DC-8BB9-41333025EF3B}" sibTransId="{294D0A47-6F18-410C-9323-C5E9DF16FB72}"/>
    <dgm:cxn modelId="{F279A3F5-B066-43C3-9181-574CC9CB8E0A}" type="presParOf" srcId="{A37F8698-D843-4CE4-AB40-959E445ED738}" destId="{1413852C-E521-4765-BA91-CC43F451522D}" srcOrd="0" destOrd="0" presId="urn:microsoft.com/office/officeart/2005/8/layout/hierarchy4"/>
    <dgm:cxn modelId="{7E8B1A0B-2776-4E5B-8692-FA67725E13C4}" type="presParOf" srcId="{1413852C-E521-4765-BA91-CC43F451522D}" destId="{F8F77AEB-2EC7-4BE9-B6A6-5DB4852F91A9}" srcOrd="0" destOrd="0" presId="urn:microsoft.com/office/officeart/2005/8/layout/hierarchy4"/>
    <dgm:cxn modelId="{F1A33791-E1B6-47EE-AD2A-DD17E8B7997A}" type="presParOf" srcId="{1413852C-E521-4765-BA91-CC43F451522D}" destId="{28003D33-79E9-4870-8991-FFCD6A28ED21}" srcOrd="1" destOrd="0" presId="urn:microsoft.com/office/officeart/2005/8/layout/hierarchy4"/>
    <dgm:cxn modelId="{22557C64-FF6D-409F-8D82-F329F00BD331}" type="presParOf" srcId="{1413852C-E521-4765-BA91-CC43F451522D}" destId="{5D3E5F38-D915-47A2-A5C3-3C44C9BD9A4D}" srcOrd="2" destOrd="0" presId="urn:microsoft.com/office/officeart/2005/8/layout/hierarchy4"/>
    <dgm:cxn modelId="{F16B3E7F-84CA-4825-9E5F-8D53A39D2B3B}" type="presParOf" srcId="{5D3E5F38-D915-47A2-A5C3-3C44C9BD9A4D}" destId="{A7CD5FDE-1842-4F90-9E4D-5251D7081BD7}" srcOrd="0" destOrd="0" presId="urn:microsoft.com/office/officeart/2005/8/layout/hierarchy4"/>
    <dgm:cxn modelId="{0AAC9BC5-5443-4500-A2DF-5EE68DF52500}" type="presParOf" srcId="{A7CD5FDE-1842-4F90-9E4D-5251D7081BD7}" destId="{B02E0187-A4F1-4476-B816-D366D8D50D3E}" srcOrd="0" destOrd="0" presId="urn:microsoft.com/office/officeart/2005/8/layout/hierarchy4"/>
    <dgm:cxn modelId="{0D7E8097-7CE3-4F27-9C90-FB818A7184D7}" type="presParOf" srcId="{A7CD5FDE-1842-4F90-9E4D-5251D7081BD7}" destId="{9386EBC9-DC56-4B2E-9DD3-B5B5F2F90FC1}" srcOrd="1" destOrd="0" presId="urn:microsoft.com/office/officeart/2005/8/layout/hierarchy4"/>
    <dgm:cxn modelId="{8B67512E-B77F-4213-8894-F96F99A6C5B6}" type="presParOf" srcId="{A7CD5FDE-1842-4F90-9E4D-5251D7081BD7}" destId="{DFAE9D87-0EE4-4359-BEE9-49093D2D2B85}" srcOrd="2" destOrd="0" presId="urn:microsoft.com/office/officeart/2005/8/layout/hierarchy4"/>
    <dgm:cxn modelId="{2CD923E6-E317-4EE9-AE77-76841EAA43CE}" type="presParOf" srcId="{DFAE9D87-0EE4-4359-BEE9-49093D2D2B85}" destId="{D3BF18A1-FD3F-4CF1-8BFB-2679BC5EE4F1}" srcOrd="0" destOrd="0" presId="urn:microsoft.com/office/officeart/2005/8/layout/hierarchy4"/>
    <dgm:cxn modelId="{A9A82EAE-90C1-4167-A4B7-F12CDCFC119B}" type="presParOf" srcId="{D3BF18A1-FD3F-4CF1-8BFB-2679BC5EE4F1}" destId="{0BD9C5A8-F2B3-4BB9-A03E-77EACA423A75}" srcOrd="0" destOrd="0" presId="urn:microsoft.com/office/officeart/2005/8/layout/hierarchy4"/>
    <dgm:cxn modelId="{E9B1B50E-625C-44A9-A455-3988097F1F49}" type="presParOf" srcId="{D3BF18A1-FD3F-4CF1-8BFB-2679BC5EE4F1}" destId="{25528EBF-3D8E-4FB7-8BC4-D7790D123BEA}" srcOrd="1" destOrd="0" presId="urn:microsoft.com/office/officeart/2005/8/layout/hierarchy4"/>
    <dgm:cxn modelId="{931A92A6-5BE6-4EA4-BE46-10E63684D9D5}" type="presParOf" srcId="{D3BF18A1-FD3F-4CF1-8BFB-2679BC5EE4F1}" destId="{C142285B-D608-417D-84D8-695B0DB4A59B}" srcOrd="2" destOrd="0" presId="urn:microsoft.com/office/officeart/2005/8/layout/hierarchy4"/>
    <dgm:cxn modelId="{B4472058-3B81-4AAF-BEE3-4A6DEFDEE597}" type="presParOf" srcId="{C142285B-D608-417D-84D8-695B0DB4A59B}" destId="{844D410E-3CEE-4A06-ACF4-FFD0B6656A12}" srcOrd="0" destOrd="0" presId="urn:microsoft.com/office/officeart/2005/8/layout/hierarchy4"/>
    <dgm:cxn modelId="{8560C4D2-9BD9-4E9D-89CE-137B7D2D5358}" type="presParOf" srcId="{844D410E-3CEE-4A06-ACF4-FFD0B6656A12}" destId="{A960BC5C-8A62-4787-ABD4-B2B059040C72}" srcOrd="0" destOrd="0" presId="urn:microsoft.com/office/officeart/2005/8/layout/hierarchy4"/>
    <dgm:cxn modelId="{61B5E755-04EA-4891-B3A4-0C462DB3C2E3}" type="presParOf" srcId="{844D410E-3CEE-4A06-ACF4-FFD0B6656A12}" destId="{6C9FA959-6404-493F-A781-6DBE979CBD04}" srcOrd="1" destOrd="0" presId="urn:microsoft.com/office/officeart/2005/8/layout/hierarchy4"/>
    <dgm:cxn modelId="{26AA298A-DCD2-4DE2-B9CD-192D8FDF132C}" type="presParOf" srcId="{DFAE9D87-0EE4-4359-BEE9-49093D2D2B85}" destId="{BA9AC8AF-4F37-4893-AA0C-09424B1A54DB}" srcOrd="1" destOrd="0" presId="urn:microsoft.com/office/officeart/2005/8/layout/hierarchy4"/>
    <dgm:cxn modelId="{A4E072F3-B0B5-4C01-8B23-75C3BEE9894A}" type="presParOf" srcId="{DFAE9D87-0EE4-4359-BEE9-49093D2D2B85}" destId="{75498670-B989-4C9E-9176-388D5D69FCC6}" srcOrd="2" destOrd="0" presId="urn:microsoft.com/office/officeart/2005/8/layout/hierarchy4"/>
    <dgm:cxn modelId="{04EEEE64-6446-4312-A38E-B804EC642C39}" type="presParOf" srcId="{75498670-B989-4C9E-9176-388D5D69FCC6}" destId="{6EED4B78-90D7-44FE-8F42-860662512A3A}" srcOrd="0" destOrd="0" presId="urn:microsoft.com/office/officeart/2005/8/layout/hierarchy4"/>
    <dgm:cxn modelId="{FB1767E2-523E-42D1-924C-3620311829E8}" type="presParOf" srcId="{75498670-B989-4C9E-9176-388D5D69FCC6}" destId="{93753078-42D5-4636-9F62-C7D201054847}" srcOrd="1" destOrd="0" presId="urn:microsoft.com/office/officeart/2005/8/layout/hierarchy4"/>
    <dgm:cxn modelId="{395D5343-CAA9-4D8D-9545-AFC91008993E}" type="presParOf" srcId="{75498670-B989-4C9E-9176-388D5D69FCC6}" destId="{8525FF69-F491-4983-9216-6BD86CA944E9}" srcOrd="2" destOrd="0" presId="urn:microsoft.com/office/officeart/2005/8/layout/hierarchy4"/>
    <dgm:cxn modelId="{058A3FC3-B53F-4331-B886-FA2D61E707AC}" type="presParOf" srcId="{8525FF69-F491-4983-9216-6BD86CA944E9}" destId="{852FF6FF-F22D-4E10-8B11-FC2D92D4D926}" srcOrd="0" destOrd="0" presId="urn:microsoft.com/office/officeart/2005/8/layout/hierarchy4"/>
    <dgm:cxn modelId="{497104B9-1B24-44F1-90A6-2DB3BF904499}" type="presParOf" srcId="{852FF6FF-F22D-4E10-8B11-FC2D92D4D926}" destId="{302CCB29-7D3B-4B6E-AE4F-3EC460A56143}" srcOrd="0" destOrd="0" presId="urn:microsoft.com/office/officeart/2005/8/layout/hierarchy4"/>
    <dgm:cxn modelId="{4A1524E7-BB15-4FF6-9F1B-9C30D6600676}" type="presParOf" srcId="{852FF6FF-F22D-4E10-8B11-FC2D92D4D926}" destId="{5397F85A-A59D-41DC-A2BB-D465B0C73478}" srcOrd="1" destOrd="0" presId="urn:microsoft.com/office/officeart/2005/8/layout/hierarchy4"/>
    <dgm:cxn modelId="{22B14EDF-DE22-4C65-A152-761510E9FEBC}" type="presParOf" srcId="{5D3E5F38-D915-47A2-A5C3-3C44C9BD9A4D}" destId="{BBE72CB9-2901-4E14-AB53-93949AAEE8A7}" srcOrd="1" destOrd="0" presId="urn:microsoft.com/office/officeart/2005/8/layout/hierarchy4"/>
    <dgm:cxn modelId="{F8CAFE7A-4478-4372-B355-709A9436C66C}" type="presParOf" srcId="{5D3E5F38-D915-47A2-A5C3-3C44C9BD9A4D}" destId="{719111F3-F57F-4E5E-91F7-406F5717AB7A}" srcOrd="2" destOrd="0" presId="urn:microsoft.com/office/officeart/2005/8/layout/hierarchy4"/>
    <dgm:cxn modelId="{53E3B910-BCA1-4501-8144-E2CE4945F586}" type="presParOf" srcId="{719111F3-F57F-4E5E-91F7-406F5717AB7A}" destId="{1C1B4D3F-3000-482F-8FCA-EE68938016CA}" srcOrd="0" destOrd="0" presId="urn:microsoft.com/office/officeart/2005/8/layout/hierarchy4"/>
    <dgm:cxn modelId="{5BE989CA-CC9E-452F-8D7E-4A5D3A4BCC04}" type="presParOf" srcId="{719111F3-F57F-4E5E-91F7-406F5717AB7A}" destId="{32C9526F-621B-4E2C-B1F2-91727E95A95D}" srcOrd="1" destOrd="0" presId="urn:microsoft.com/office/officeart/2005/8/layout/hierarchy4"/>
    <dgm:cxn modelId="{513081F5-053E-4E8C-BAD9-3651BE2FA61C}" type="presParOf" srcId="{719111F3-F57F-4E5E-91F7-406F5717AB7A}" destId="{C6C1C17C-9BF7-4BA1-B925-5A17B97FFD4F}" srcOrd="2" destOrd="0" presId="urn:microsoft.com/office/officeart/2005/8/layout/hierarchy4"/>
    <dgm:cxn modelId="{CA74C2F3-53B1-4EEA-A2FD-26BC7A5E454D}" type="presParOf" srcId="{C6C1C17C-9BF7-4BA1-B925-5A17B97FFD4F}" destId="{01814571-488B-45A2-83C0-F89B957BBBE3}" srcOrd="0" destOrd="0" presId="urn:microsoft.com/office/officeart/2005/8/layout/hierarchy4"/>
    <dgm:cxn modelId="{7721DE07-FD2D-48FF-8B23-1502493776DB}" type="presParOf" srcId="{01814571-488B-45A2-83C0-F89B957BBBE3}" destId="{BF105A11-1F53-45A0-BF41-AAAC3DFE43F7}" srcOrd="0" destOrd="0" presId="urn:microsoft.com/office/officeart/2005/8/layout/hierarchy4"/>
    <dgm:cxn modelId="{A4278831-41F1-44FD-8A0D-AEBF5E2A06A8}" type="presParOf" srcId="{01814571-488B-45A2-83C0-F89B957BBBE3}" destId="{D11A2FEC-E5A8-4233-9C4B-7CE11E29F8B0}" srcOrd="1" destOrd="0" presId="urn:microsoft.com/office/officeart/2005/8/layout/hierarchy4"/>
    <dgm:cxn modelId="{BA79E1ED-66E2-4037-805F-A59E270A7EFB}" type="presParOf" srcId="{01814571-488B-45A2-83C0-F89B957BBBE3}" destId="{E1089E9E-B768-4E80-9C4F-ED02CC2F6B7D}" srcOrd="2" destOrd="0" presId="urn:microsoft.com/office/officeart/2005/8/layout/hierarchy4"/>
    <dgm:cxn modelId="{C3FD0BB6-7747-460B-A560-1BC03EB76ADE}" type="presParOf" srcId="{E1089E9E-B768-4E80-9C4F-ED02CC2F6B7D}" destId="{C7C4B864-120E-44AB-9410-26EBF7D9457D}" srcOrd="0" destOrd="0" presId="urn:microsoft.com/office/officeart/2005/8/layout/hierarchy4"/>
    <dgm:cxn modelId="{D1319284-C0DD-4415-8114-5895F937674E}" type="presParOf" srcId="{C7C4B864-120E-44AB-9410-26EBF7D9457D}" destId="{3F89AFD3-BB55-4279-996C-FEE4AB2CA645}" srcOrd="0" destOrd="0" presId="urn:microsoft.com/office/officeart/2005/8/layout/hierarchy4"/>
    <dgm:cxn modelId="{00CAC880-3815-4FE6-8A59-C1D9365F29FD}" type="presParOf" srcId="{C7C4B864-120E-44AB-9410-26EBF7D9457D}" destId="{F49B1A3D-E08B-462E-8F11-446D42319850}" srcOrd="1" destOrd="0" presId="urn:microsoft.com/office/officeart/2005/8/layout/hierarchy4"/>
    <dgm:cxn modelId="{58EC78D7-3227-4314-9260-D26FBCE81748}" type="presParOf" srcId="{C6C1C17C-9BF7-4BA1-B925-5A17B97FFD4F}" destId="{AC4D2898-A590-4898-ABCD-A65CEB799125}" srcOrd="1" destOrd="0" presId="urn:microsoft.com/office/officeart/2005/8/layout/hierarchy4"/>
    <dgm:cxn modelId="{D5538149-C639-467B-8347-1D545D1DB862}" type="presParOf" srcId="{C6C1C17C-9BF7-4BA1-B925-5A17B97FFD4F}" destId="{4F41141B-5CD1-4EA9-9A96-C9E4C87F1432}" srcOrd="2" destOrd="0" presId="urn:microsoft.com/office/officeart/2005/8/layout/hierarchy4"/>
    <dgm:cxn modelId="{6FC48370-F7D8-4582-8308-D25848146AAD}" type="presParOf" srcId="{4F41141B-5CD1-4EA9-9A96-C9E4C87F1432}" destId="{D48E5FB8-D8E7-4AC4-B77B-48FAA7199D42}" srcOrd="0" destOrd="0" presId="urn:microsoft.com/office/officeart/2005/8/layout/hierarchy4"/>
    <dgm:cxn modelId="{E7EF3DD6-1914-49ED-923D-1A9C198523BA}" type="presParOf" srcId="{4F41141B-5CD1-4EA9-9A96-C9E4C87F1432}" destId="{3888BC24-0390-4D04-9914-26F02B6708A5}" srcOrd="1" destOrd="0" presId="urn:microsoft.com/office/officeart/2005/8/layout/hierarchy4"/>
    <dgm:cxn modelId="{08BA218C-024A-477D-B997-6B1CAD8AA709}" type="presParOf" srcId="{4F41141B-5CD1-4EA9-9A96-C9E4C87F1432}" destId="{FD6C07AC-FA16-49A1-8509-077E91F470EE}" srcOrd="2" destOrd="0" presId="urn:microsoft.com/office/officeart/2005/8/layout/hierarchy4"/>
    <dgm:cxn modelId="{F4D1B4AD-BAA5-46EC-AAFB-F5345B7A0622}" type="presParOf" srcId="{FD6C07AC-FA16-49A1-8509-077E91F470EE}" destId="{92A0CCCC-1499-453A-93A2-B071DE3CAE7F}" srcOrd="0" destOrd="0" presId="urn:microsoft.com/office/officeart/2005/8/layout/hierarchy4"/>
    <dgm:cxn modelId="{29FCD47F-2915-4536-82E4-1DC7A9B8607D}" type="presParOf" srcId="{92A0CCCC-1499-453A-93A2-B071DE3CAE7F}" destId="{5E74E0C9-945C-486F-8D43-53DA005AD119}" srcOrd="0" destOrd="0" presId="urn:microsoft.com/office/officeart/2005/8/layout/hierarchy4"/>
    <dgm:cxn modelId="{5FFA4885-F473-4D13-A828-EC899A1D2280}" type="presParOf" srcId="{92A0CCCC-1499-453A-93A2-B071DE3CAE7F}" destId="{1CFC319C-B726-4E68-895D-6146825B2838}" srcOrd="1" destOrd="0" presId="urn:microsoft.com/office/officeart/2005/8/layout/hierarchy4"/>
    <dgm:cxn modelId="{A1717423-2F28-4FEF-A391-2541306D672D}" type="presParOf" srcId="{C6C1C17C-9BF7-4BA1-B925-5A17B97FFD4F}" destId="{B046AF76-187F-417E-948D-70A73BA20F54}" srcOrd="3" destOrd="0" presId="urn:microsoft.com/office/officeart/2005/8/layout/hierarchy4"/>
    <dgm:cxn modelId="{8EA837E4-6AB9-463C-9746-A45D070B0C20}" type="presParOf" srcId="{C6C1C17C-9BF7-4BA1-B925-5A17B97FFD4F}" destId="{254A66A0-62D2-4B0A-A7AC-9DCD2F68BED0}" srcOrd="4" destOrd="0" presId="urn:microsoft.com/office/officeart/2005/8/layout/hierarchy4"/>
    <dgm:cxn modelId="{288BA2ED-11FC-4542-9E80-11248C50964D}" type="presParOf" srcId="{254A66A0-62D2-4B0A-A7AC-9DCD2F68BED0}" destId="{948C319A-1B65-4200-A7DE-811D1D191685}" srcOrd="0" destOrd="0" presId="urn:microsoft.com/office/officeart/2005/8/layout/hierarchy4"/>
    <dgm:cxn modelId="{D4F60D6C-2378-4930-AC29-9E86991A800C}" type="presParOf" srcId="{254A66A0-62D2-4B0A-A7AC-9DCD2F68BED0}" destId="{45825885-8C47-4234-A3A4-3A02C782C8C5}" srcOrd="1" destOrd="0" presId="urn:microsoft.com/office/officeart/2005/8/layout/hierarchy4"/>
    <dgm:cxn modelId="{7229B810-2C1D-4784-8984-C2E5C5D84F30}" type="presParOf" srcId="{254A66A0-62D2-4B0A-A7AC-9DCD2F68BED0}" destId="{17A75CC8-CD62-4A90-A85F-D71FAA9B00FC}" srcOrd="2" destOrd="0" presId="urn:microsoft.com/office/officeart/2005/8/layout/hierarchy4"/>
    <dgm:cxn modelId="{5BEA9684-3237-4368-8747-B4B1519F8D71}" type="presParOf" srcId="{17A75CC8-CD62-4A90-A85F-D71FAA9B00FC}" destId="{940D78BA-ABE4-4852-B608-A8F0FB3A2572}" srcOrd="0" destOrd="0" presId="urn:microsoft.com/office/officeart/2005/8/layout/hierarchy4"/>
    <dgm:cxn modelId="{FAF9477D-75FD-4228-8055-A5B7E91B12C2}" type="presParOf" srcId="{940D78BA-ABE4-4852-B608-A8F0FB3A2572}" destId="{64913CB5-14BA-4CEB-B11D-1684B9B4570E}" srcOrd="0" destOrd="0" presId="urn:microsoft.com/office/officeart/2005/8/layout/hierarchy4"/>
    <dgm:cxn modelId="{DD98A92B-5E4E-4130-B47E-B5FA549A3338}" type="presParOf" srcId="{940D78BA-ABE4-4852-B608-A8F0FB3A2572}" destId="{40B57FE9-F4A3-4F60-A587-3478DD8D9601}" srcOrd="1" destOrd="0" presId="urn:microsoft.com/office/officeart/2005/8/layout/hierarchy4"/>
    <dgm:cxn modelId="{245BD8C8-0A31-4D97-8F3C-0395AFD0FDE5}" type="presParOf" srcId="{C6C1C17C-9BF7-4BA1-B925-5A17B97FFD4F}" destId="{9BAF07F8-71A0-4F9B-8BDF-D98EF6A1AD6F}" srcOrd="5" destOrd="0" presId="urn:microsoft.com/office/officeart/2005/8/layout/hierarchy4"/>
    <dgm:cxn modelId="{6F624C14-653D-44C0-BC97-55F85858D9AB}" type="presParOf" srcId="{C6C1C17C-9BF7-4BA1-B925-5A17B97FFD4F}" destId="{CFE9C95B-349C-4709-8C81-21CB109C5D7B}" srcOrd="6" destOrd="0" presId="urn:microsoft.com/office/officeart/2005/8/layout/hierarchy4"/>
    <dgm:cxn modelId="{FD538775-8318-4031-B26E-979D51AB346D}" type="presParOf" srcId="{CFE9C95B-349C-4709-8C81-21CB109C5D7B}" destId="{7FC4794D-D11B-4CF9-9A9D-C7F5FAFCA1EF}" srcOrd="0" destOrd="0" presId="urn:microsoft.com/office/officeart/2005/8/layout/hierarchy4"/>
    <dgm:cxn modelId="{9FB66EF2-EBC4-4EBD-8FF1-FA02BEBD3640}" type="presParOf" srcId="{CFE9C95B-349C-4709-8C81-21CB109C5D7B}" destId="{7BA8D3B4-CA1C-40E9-B33F-6EE722D00B3D}" srcOrd="1" destOrd="0" presId="urn:microsoft.com/office/officeart/2005/8/layout/hierarchy4"/>
    <dgm:cxn modelId="{9FAA3787-F99A-4278-979B-5275228009AF}" type="presParOf" srcId="{CFE9C95B-349C-4709-8C81-21CB109C5D7B}" destId="{B4A9775E-2908-43E8-81C3-599233964FAF}" srcOrd="2" destOrd="0" presId="urn:microsoft.com/office/officeart/2005/8/layout/hierarchy4"/>
    <dgm:cxn modelId="{82133FAD-4C9F-46CF-ABF6-4AC76DAA97C6}" type="presParOf" srcId="{B4A9775E-2908-43E8-81C3-599233964FAF}" destId="{DF2E230A-341E-47DA-9183-F71847A24676}" srcOrd="0" destOrd="0" presId="urn:microsoft.com/office/officeart/2005/8/layout/hierarchy4"/>
    <dgm:cxn modelId="{48B77D83-F73F-4355-A727-796FAF4D4BD7}" type="presParOf" srcId="{DF2E230A-341E-47DA-9183-F71847A24676}" destId="{682B3340-E1DD-4499-9BE0-1A0BBF8598CA}" srcOrd="0" destOrd="0" presId="urn:microsoft.com/office/officeart/2005/8/layout/hierarchy4"/>
    <dgm:cxn modelId="{FF5190EA-ADA6-4F14-B48A-21CABF6A78AD}" type="presParOf" srcId="{DF2E230A-341E-47DA-9183-F71847A24676}" destId="{D5B87C1F-1FF1-4B44-B6B4-47B0895CC53E}"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92C384-7596-4A05-9FCB-663D67C21746}">
      <dsp:nvSpPr>
        <dsp:cNvPr id="0" name=""/>
        <dsp:cNvSpPr/>
      </dsp:nvSpPr>
      <dsp:spPr>
        <a:xfrm>
          <a:off x="694" y="2084"/>
          <a:ext cx="6047283" cy="124163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2489200">
            <a:lnSpc>
              <a:spcPct val="90000"/>
            </a:lnSpc>
            <a:spcBef>
              <a:spcPct val="0"/>
            </a:spcBef>
            <a:spcAft>
              <a:spcPct val="35000"/>
            </a:spcAft>
            <a:buNone/>
          </a:pPr>
          <a:r>
            <a:rPr lang="es-ES" sz="5600" kern="1200" dirty="0" err="1">
              <a:solidFill>
                <a:schemeClr val="tx1"/>
              </a:solidFill>
            </a:rPr>
            <a:t>Artrocentesis</a:t>
          </a:r>
          <a:endParaRPr lang="es-ES" sz="5600" kern="1200" dirty="0">
            <a:solidFill>
              <a:schemeClr val="tx1"/>
            </a:solidFill>
          </a:endParaRPr>
        </a:p>
      </dsp:txBody>
      <dsp:txXfrm>
        <a:off x="37060" y="38450"/>
        <a:ext cx="5974551" cy="1168904"/>
      </dsp:txXfrm>
    </dsp:sp>
    <dsp:sp modelId="{A97B938E-C56A-4BFC-800B-192473EE453C}">
      <dsp:nvSpPr>
        <dsp:cNvPr id="0" name=""/>
        <dsp:cNvSpPr/>
      </dsp:nvSpPr>
      <dsp:spPr>
        <a:xfrm>
          <a:off x="694" y="1350400"/>
          <a:ext cx="3950273" cy="1241636"/>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s-ES" sz="3900" kern="1200" dirty="0">
              <a:solidFill>
                <a:schemeClr val="tx1"/>
              </a:solidFill>
            </a:rPr>
            <a:t>Test de Gram</a:t>
          </a:r>
        </a:p>
      </dsp:txBody>
      <dsp:txXfrm>
        <a:off x="37060" y="1386766"/>
        <a:ext cx="3877541" cy="1168904"/>
      </dsp:txXfrm>
    </dsp:sp>
    <dsp:sp modelId="{FB9275BD-9B25-49C5-82C3-77017DC33866}">
      <dsp:nvSpPr>
        <dsp:cNvPr id="0" name=""/>
        <dsp:cNvSpPr/>
      </dsp:nvSpPr>
      <dsp:spPr>
        <a:xfrm>
          <a:off x="694" y="2698716"/>
          <a:ext cx="1934511" cy="1241636"/>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ES" sz="1500" b="1" kern="1200" dirty="0">
              <a:solidFill>
                <a:schemeClr val="tx1"/>
              </a:solidFill>
            </a:rPr>
            <a:t>(+) Artritis Séptica</a:t>
          </a:r>
        </a:p>
      </dsp:txBody>
      <dsp:txXfrm>
        <a:off x="37060" y="2735082"/>
        <a:ext cx="1861779" cy="1168904"/>
      </dsp:txXfrm>
    </dsp:sp>
    <dsp:sp modelId="{DADB7B76-A57A-47BA-9160-23EA04527D1F}">
      <dsp:nvSpPr>
        <dsp:cNvPr id="0" name=""/>
        <dsp:cNvSpPr/>
      </dsp:nvSpPr>
      <dsp:spPr>
        <a:xfrm>
          <a:off x="2016455" y="2698716"/>
          <a:ext cx="1934511" cy="1241636"/>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ES" sz="1500" b="1" kern="1200" dirty="0">
              <a:solidFill>
                <a:schemeClr val="tx1"/>
              </a:solidFill>
            </a:rPr>
            <a:t>(-) </a:t>
          </a:r>
          <a:r>
            <a:rPr lang="es-ES" sz="1500" b="1" kern="1200" dirty="0" err="1">
              <a:solidFill>
                <a:schemeClr val="tx1"/>
              </a:solidFill>
            </a:rPr>
            <a:t>Critálicas</a:t>
          </a:r>
          <a:endParaRPr lang="es-ES" sz="1500" b="1" kern="1200" dirty="0">
            <a:solidFill>
              <a:schemeClr val="tx1"/>
            </a:solidFill>
          </a:endParaRPr>
        </a:p>
        <a:p>
          <a:pPr marL="0" lvl="0" indent="0" algn="ctr" defTabSz="666750">
            <a:lnSpc>
              <a:spcPct val="90000"/>
            </a:lnSpc>
            <a:spcBef>
              <a:spcPct val="0"/>
            </a:spcBef>
            <a:spcAft>
              <a:spcPct val="35000"/>
            </a:spcAft>
            <a:buNone/>
          </a:pPr>
          <a:r>
            <a:rPr lang="es-ES" sz="1500" b="1" kern="1200" dirty="0">
              <a:solidFill>
                <a:schemeClr val="tx1"/>
              </a:solidFill>
            </a:rPr>
            <a:t>GOTA-</a:t>
          </a:r>
          <a:r>
            <a:rPr lang="es-ES" sz="1500" b="1" kern="1200" dirty="0" err="1">
              <a:solidFill>
                <a:schemeClr val="tx1"/>
              </a:solidFill>
            </a:rPr>
            <a:t>Pseudogota</a:t>
          </a:r>
          <a:endParaRPr lang="es-ES" sz="1500" b="1" kern="1200" dirty="0">
            <a:solidFill>
              <a:schemeClr val="tx1"/>
            </a:solidFill>
          </a:endParaRPr>
        </a:p>
        <a:p>
          <a:pPr marL="0" lvl="0" indent="0" algn="ctr" defTabSz="666750">
            <a:lnSpc>
              <a:spcPct val="90000"/>
            </a:lnSpc>
            <a:spcBef>
              <a:spcPct val="0"/>
            </a:spcBef>
            <a:spcAft>
              <a:spcPct val="35000"/>
            </a:spcAft>
            <a:buNone/>
          </a:pPr>
          <a:r>
            <a:rPr lang="es-ES" sz="1500" b="1" kern="1200" dirty="0">
              <a:solidFill>
                <a:schemeClr val="tx1"/>
              </a:solidFill>
            </a:rPr>
            <a:t> Inflamatorias</a:t>
          </a:r>
        </a:p>
      </dsp:txBody>
      <dsp:txXfrm>
        <a:off x="2052821" y="2735082"/>
        <a:ext cx="1861779" cy="1168904"/>
      </dsp:txXfrm>
    </dsp:sp>
    <dsp:sp modelId="{B2DAB738-CC55-4A04-9EBA-FAC6BE063C93}">
      <dsp:nvSpPr>
        <dsp:cNvPr id="0" name=""/>
        <dsp:cNvSpPr/>
      </dsp:nvSpPr>
      <dsp:spPr>
        <a:xfrm>
          <a:off x="4113466" y="1350400"/>
          <a:ext cx="1934511" cy="1241636"/>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s-ES" sz="3900" kern="1200" dirty="0">
              <a:solidFill>
                <a:schemeClr val="tx1"/>
              </a:solidFill>
            </a:rPr>
            <a:t>sangre</a:t>
          </a:r>
        </a:p>
      </dsp:txBody>
      <dsp:txXfrm>
        <a:off x="4149832" y="1386766"/>
        <a:ext cx="1861779" cy="1168904"/>
      </dsp:txXfrm>
    </dsp:sp>
    <dsp:sp modelId="{BFD1559B-D252-417C-B202-9FCB75DD422E}">
      <dsp:nvSpPr>
        <dsp:cNvPr id="0" name=""/>
        <dsp:cNvSpPr/>
      </dsp:nvSpPr>
      <dsp:spPr>
        <a:xfrm>
          <a:off x="4113466" y="2698716"/>
          <a:ext cx="1934511" cy="1241636"/>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ES" sz="1500" b="1" kern="1200" dirty="0">
              <a:solidFill>
                <a:schemeClr val="tx1"/>
              </a:solidFill>
            </a:rPr>
            <a:t>Hemofilia</a:t>
          </a:r>
        </a:p>
        <a:p>
          <a:pPr marL="0" lvl="0" indent="0" algn="ctr" defTabSz="666750">
            <a:lnSpc>
              <a:spcPct val="90000"/>
            </a:lnSpc>
            <a:spcBef>
              <a:spcPct val="0"/>
            </a:spcBef>
            <a:spcAft>
              <a:spcPct val="35000"/>
            </a:spcAft>
            <a:buNone/>
          </a:pPr>
          <a:r>
            <a:rPr lang="es-ES" sz="1500" b="1" kern="1200" dirty="0">
              <a:solidFill>
                <a:schemeClr val="tx1"/>
              </a:solidFill>
            </a:rPr>
            <a:t>Tumores</a:t>
          </a:r>
        </a:p>
        <a:p>
          <a:pPr marL="0" lvl="0" indent="0" algn="ctr" defTabSz="666750">
            <a:lnSpc>
              <a:spcPct val="90000"/>
            </a:lnSpc>
            <a:spcBef>
              <a:spcPct val="0"/>
            </a:spcBef>
            <a:spcAft>
              <a:spcPct val="35000"/>
            </a:spcAft>
            <a:buNone/>
          </a:pPr>
          <a:r>
            <a:rPr lang="es-ES" sz="1500" b="1" kern="1200" dirty="0">
              <a:solidFill>
                <a:schemeClr val="tx1"/>
              </a:solidFill>
            </a:rPr>
            <a:t>Traumatismos</a:t>
          </a:r>
        </a:p>
        <a:p>
          <a:pPr marL="0" lvl="0" indent="0" algn="ctr" defTabSz="666750">
            <a:lnSpc>
              <a:spcPct val="90000"/>
            </a:lnSpc>
            <a:spcBef>
              <a:spcPct val="0"/>
            </a:spcBef>
            <a:spcAft>
              <a:spcPct val="35000"/>
            </a:spcAft>
            <a:buNone/>
          </a:pPr>
          <a:r>
            <a:rPr lang="es-ES" sz="1500" b="1" kern="1200" dirty="0">
              <a:solidFill>
                <a:schemeClr val="tx1"/>
              </a:solidFill>
            </a:rPr>
            <a:t>SVP</a:t>
          </a:r>
        </a:p>
      </dsp:txBody>
      <dsp:txXfrm>
        <a:off x="4149832" y="2735082"/>
        <a:ext cx="1861779" cy="11689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C1229B-4E6C-4DB8-AF6B-6025E2145EEB}">
      <dsp:nvSpPr>
        <dsp:cNvPr id="0" name=""/>
        <dsp:cNvSpPr/>
      </dsp:nvSpPr>
      <dsp:spPr>
        <a:xfrm>
          <a:off x="0" y="137059"/>
          <a:ext cx="6172199" cy="1013512"/>
        </a:xfrm>
        <a:prstGeom prst="round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s-AR" sz="1500" kern="1200" dirty="0"/>
            <a:t>En la AR y otras artropatías inflamatorias, se deben a extensión </a:t>
          </a:r>
          <a:r>
            <a:rPr lang="es-AR" sz="1500" kern="1200" dirty="0" err="1"/>
            <a:t>transcondral</a:t>
          </a:r>
          <a:r>
            <a:rPr lang="es-AR" sz="1500" kern="1200" dirty="0"/>
            <a:t> del </a:t>
          </a:r>
          <a:r>
            <a:rPr lang="es-AR" sz="1500" i="1" kern="1200" dirty="0" err="1"/>
            <a:t>pannus</a:t>
          </a:r>
          <a:endParaRPr lang="es-AR" sz="1500" kern="1200" dirty="0"/>
        </a:p>
      </dsp:txBody>
      <dsp:txXfrm>
        <a:off x="49476" y="186535"/>
        <a:ext cx="6073247" cy="914560"/>
      </dsp:txXfrm>
    </dsp:sp>
    <dsp:sp modelId="{D98CE385-69BA-48C1-9B27-D6CEDEB0B321}">
      <dsp:nvSpPr>
        <dsp:cNvPr id="0" name=""/>
        <dsp:cNvSpPr/>
      </dsp:nvSpPr>
      <dsp:spPr>
        <a:xfrm>
          <a:off x="0" y="1193771"/>
          <a:ext cx="6172199" cy="1013512"/>
        </a:xfrm>
        <a:prstGeom prst="roundRect">
          <a:avLst/>
        </a:prstGeom>
        <a:gradFill rotWithShape="0">
          <a:gsLst>
            <a:gs pos="0">
              <a:schemeClr val="accent3">
                <a:hueOff val="0"/>
                <a:satOff val="0"/>
                <a:lumOff val="-33725"/>
                <a:alphaOff val="0"/>
                <a:tint val="50000"/>
                <a:satMod val="300000"/>
              </a:schemeClr>
            </a:gs>
            <a:gs pos="35000">
              <a:schemeClr val="accent3">
                <a:hueOff val="0"/>
                <a:satOff val="0"/>
                <a:lumOff val="-33725"/>
                <a:alphaOff val="0"/>
                <a:tint val="37000"/>
                <a:satMod val="300000"/>
              </a:schemeClr>
            </a:gs>
            <a:gs pos="100000">
              <a:schemeClr val="accent3">
                <a:hueOff val="0"/>
                <a:satOff val="0"/>
                <a:lumOff val="-3372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s-AR" sz="1500" kern="1200" dirty="0"/>
            <a:t>En la OA, es frecuente la formación de quistes que aparecen por debajo de la zona de mayor desgaste del cartílago articular; suelen ser múltiples, afectan ambos lados de la articulación y se acompañan de esclerosis ósea y disminución del espacio articular</a:t>
          </a:r>
        </a:p>
      </dsp:txBody>
      <dsp:txXfrm>
        <a:off x="49476" y="1243247"/>
        <a:ext cx="6073247" cy="9145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4B74BB-FFF4-4491-B56A-DC4CFA49BB61}">
      <dsp:nvSpPr>
        <dsp:cNvPr id="0" name=""/>
        <dsp:cNvSpPr/>
      </dsp:nvSpPr>
      <dsp:spPr>
        <a:xfrm>
          <a:off x="2519" y="587494"/>
          <a:ext cx="1101511" cy="1313423"/>
        </a:xfrm>
        <a:prstGeom prst="roundRect">
          <a:avLst>
            <a:gd name="adj" fmla="val 10000"/>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s-AR" sz="1100" i="1" kern="1200" dirty="0">
              <a:solidFill>
                <a:schemeClr val="tx1"/>
              </a:solidFill>
            </a:rPr>
            <a:t>Son lesiones </a:t>
          </a:r>
          <a:r>
            <a:rPr lang="es-AR" sz="1100" i="1" kern="1200" dirty="0" err="1">
              <a:solidFill>
                <a:schemeClr val="tx1"/>
              </a:solidFill>
            </a:rPr>
            <a:t>radiolúcidas</a:t>
          </a:r>
          <a:endParaRPr lang="es-AR" sz="1100" kern="1200" dirty="0">
            <a:solidFill>
              <a:schemeClr val="tx1"/>
            </a:solidFill>
          </a:endParaRPr>
        </a:p>
      </dsp:txBody>
      <dsp:txXfrm>
        <a:off x="34781" y="619756"/>
        <a:ext cx="1036987" cy="1248899"/>
      </dsp:txXfrm>
    </dsp:sp>
    <dsp:sp modelId="{E4C9B7A4-4A98-4E87-9731-754894C19D8A}">
      <dsp:nvSpPr>
        <dsp:cNvPr id="0" name=""/>
        <dsp:cNvSpPr/>
      </dsp:nvSpPr>
      <dsp:spPr>
        <a:xfrm>
          <a:off x="1214182" y="1107619"/>
          <a:ext cx="233520" cy="273174"/>
        </a:xfrm>
        <a:prstGeom prst="rightArrow">
          <a:avLst>
            <a:gd name="adj1" fmla="val 60000"/>
            <a:gd name="adj2" fmla="val 50000"/>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AR" sz="900" kern="1200"/>
        </a:p>
      </dsp:txBody>
      <dsp:txXfrm>
        <a:off x="1214182" y="1162254"/>
        <a:ext cx="163464" cy="163904"/>
      </dsp:txXfrm>
    </dsp:sp>
    <dsp:sp modelId="{52250B65-32AA-488F-98FD-147EE7FB1881}">
      <dsp:nvSpPr>
        <dsp:cNvPr id="0" name=""/>
        <dsp:cNvSpPr/>
      </dsp:nvSpPr>
      <dsp:spPr>
        <a:xfrm>
          <a:off x="1544635" y="587494"/>
          <a:ext cx="1101511" cy="1313423"/>
        </a:xfrm>
        <a:prstGeom prst="roundRect">
          <a:avLst>
            <a:gd name="adj" fmla="val 10000"/>
          </a:avLst>
        </a:prstGeom>
        <a:gradFill rotWithShape="0">
          <a:gsLst>
            <a:gs pos="0">
              <a:schemeClr val="accent2">
                <a:hueOff val="-3839992"/>
                <a:satOff val="-1165"/>
                <a:lumOff val="1242"/>
                <a:alphaOff val="0"/>
                <a:tint val="100000"/>
                <a:shade val="100000"/>
                <a:satMod val="130000"/>
              </a:schemeClr>
            </a:gs>
            <a:gs pos="100000">
              <a:schemeClr val="accent2">
                <a:hueOff val="-3839992"/>
                <a:satOff val="-1165"/>
                <a:lumOff val="1242"/>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s-AR" sz="1100" i="1" kern="1200" dirty="0">
              <a:solidFill>
                <a:schemeClr val="tx1"/>
              </a:solidFill>
            </a:rPr>
            <a:t>Únicas </a:t>
          </a:r>
          <a:r>
            <a:rPr lang="es-AR" sz="1100" kern="1200" dirty="0">
              <a:solidFill>
                <a:schemeClr val="tx1"/>
              </a:solidFill>
            </a:rPr>
            <a:t>o múltiples</a:t>
          </a:r>
        </a:p>
      </dsp:txBody>
      <dsp:txXfrm>
        <a:off x="1576897" y="619756"/>
        <a:ext cx="1036987" cy="1248899"/>
      </dsp:txXfrm>
    </dsp:sp>
    <dsp:sp modelId="{86C2C29A-18A5-4A59-A9D6-E20478B890D1}">
      <dsp:nvSpPr>
        <dsp:cNvPr id="0" name=""/>
        <dsp:cNvSpPr/>
      </dsp:nvSpPr>
      <dsp:spPr>
        <a:xfrm>
          <a:off x="2756298" y="1107619"/>
          <a:ext cx="233520" cy="273174"/>
        </a:xfrm>
        <a:prstGeom prst="rightArrow">
          <a:avLst>
            <a:gd name="adj1" fmla="val 60000"/>
            <a:gd name="adj2" fmla="val 50000"/>
          </a:avLst>
        </a:prstGeom>
        <a:gradFill rotWithShape="0">
          <a:gsLst>
            <a:gs pos="0">
              <a:schemeClr val="accent2">
                <a:hueOff val="-5759988"/>
                <a:satOff val="-1748"/>
                <a:lumOff val="1863"/>
                <a:alphaOff val="0"/>
                <a:tint val="100000"/>
                <a:shade val="100000"/>
                <a:satMod val="130000"/>
              </a:schemeClr>
            </a:gs>
            <a:gs pos="100000">
              <a:schemeClr val="accent2">
                <a:hueOff val="-5759988"/>
                <a:satOff val="-1748"/>
                <a:lumOff val="1863"/>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AR" sz="900" kern="1200"/>
        </a:p>
      </dsp:txBody>
      <dsp:txXfrm>
        <a:off x="2756298" y="1162254"/>
        <a:ext cx="163464" cy="163904"/>
      </dsp:txXfrm>
    </dsp:sp>
    <dsp:sp modelId="{D77C0DD6-A6B1-4863-8240-3AE80914B3B5}">
      <dsp:nvSpPr>
        <dsp:cNvPr id="0" name=""/>
        <dsp:cNvSpPr/>
      </dsp:nvSpPr>
      <dsp:spPr>
        <a:xfrm>
          <a:off x="3086752" y="587494"/>
          <a:ext cx="1101511" cy="1313423"/>
        </a:xfrm>
        <a:prstGeom prst="roundRect">
          <a:avLst>
            <a:gd name="adj" fmla="val 10000"/>
          </a:avLst>
        </a:prstGeom>
        <a:gradFill rotWithShape="0">
          <a:gsLst>
            <a:gs pos="0">
              <a:schemeClr val="accent2">
                <a:hueOff val="-7679984"/>
                <a:satOff val="-2331"/>
                <a:lumOff val="2483"/>
                <a:alphaOff val="0"/>
                <a:tint val="100000"/>
                <a:shade val="100000"/>
                <a:satMod val="130000"/>
              </a:schemeClr>
            </a:gs>
            <a:gs pos="100000">
              <a:schemeClr val="accent2">
                <a:hueOff val="-7679984"/>
                <a:satOff val="-2331"/>
                <a:lumOff val="2483"/>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s-AR" sz="1100" kern="1200" dirty="0">
              <a:solidFill>
                <a:schemeClr val="tx1"/>
              </a:solidFill>
            </a:rPr>
            <a:t>Localizadas en las porciones </a:t>
          </a:r>
          <a:r>
            <a:rPr lang="es-AR" sz="1100" kern="1200" dirty="0" err="1">
              <a:solidFill>
                <a:schemeClr val="tx1"/>
              </a:solidFill>
            </a:rPr>
            <a:t>subcondrales</a:t>
          </a:r>
          <a:r>
            <a:rPr lang="es-AR" sz="1100" kern="1200" dirty="0">
              <a:solidFill>
                <a:schemeClr val="tx1"/>
              </a:solidFill>
            </a:rPr>
            <a:t> de las articulaciones</a:t>
          </a:r>
        </a:p>
      </dsp:txBody>
      <dsp:txXfrm>
        <a:off x="3119014" y="619756"/>
        <a:ext cx="1036987" cy="1248899"/>
      </dsp:txXfrm>
    </dsp:sp>
    <dsp:sp modelId="{CE60D83D-5F58-4DF0-8866-E3E50F910368}">
      <dsp:nvSpPr>
        <dsp:cNvPr id="0" name=""/>
        <dsp:cNvSpPr/>
      </dsp:nvSpPr>
      <dsp:spPr>
        <a:xfrm>
          <a:off x="4298415" y="1107619"/>
          <a:ext cx="233520" cy="273174"/>
        </a:xfrm>
        <a:prstGeom prst="rightArrow">
          <a:avLst>
            <a:gd name="adj1" fmla="val 60000"/>
            <a:gd name="adj2" fmla="val 50000"/>
          </a:avLst>
        </a:prstGeom>
        <a:gradFill rotWithShape="0">
          <a:gsLst>
            <a:gs pos="0">
              <a:schemeClr val="accent2">
                <a:hueOff val="-11519976"/>
                <a:satOff val="-3496"/>
                <a:lumOff val="3725"/>
                <a:alphaOff val="0"/>
                <a:tint val="100000"/>
                <a:shade val="100000"/>
                <a:satMod val="130000"/>
              </a:schemeClr>
            </a:gs>
            <a:gs pos="100000">
              <a:schemeClr val="accent2">
                <a:hueOff val="-11519976"/>
                <a:satOff val="-3496"/>
                <a:lumOff val="3725"/>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s-AR" sz="900" kern="1200"/>
        </a:p>
      </dsp:txBody>
      <dsp:txXfrm>
        <a:off x="4298415" y="1162254"/>
        <a:ext cx="163464" cy="163904"/>
      </dsp:txXfrm>
    </dsp:sp>
    <dsp:sp modelId="{2E29B472-431D-419F-BFD5-E92AE4F3D027}">
      <dsp:nvSpPr>
        <dsp:cNvPr id="0" name=""/>
        <dsp:cNvSpPr/>
      </dsp:nvSpPr>
      <dsp:spPr>
        <a:xfrm>
          <a:off x="4628868" y="587494"/>
          <a:ext cx="1101511" cy="1313423"/>
        </a:xfrm>
        <a:prstGeom prst="roundRect">
          <a:avLst>
            <a:gd name="adj" fmla="val 10000"/>
          </a:avLst>
        </a:prstGeom>
        <a:gradFill rotWithShape="0">
          <a:gsLst>
            <a:gs pos="0">
              <a:schemeClr val="accent2">
                <a:hueOff val="-11519976"/>
                <a:satOff val="-3496"/>
                <a:lumOff val="3725"/>
                <a:alphaOff val="0"/>
                <a:tint val="100000"/>
                <a:shade val="100000"/>
                <a:satMod val="130000"/>
              </a:schemeClr>
            </a:gs>
            <a:gs pos="100000">
              <a:schemeClr val="accent2">
                <a:hueOff val="-11519976"/>
                <a:satOff val="-3496"/>
                <a:lumOff val="3725"/>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s-AR" sz="1100" kern="1200" dirty="0">
              <a:solidFill>
                <a:schemeClr val="tx1"/>
              </a:solidFill>
            </a:rPr>
            <a:t>Rodeadas por hueso de apariencia normal y debidas a una invaginación sinovial dentro del hueso</a:t>
          </a:r>
        </a:p>
      </dsp:txBody>
      <dsp:txXfrm>
        <a:off x="4661130" y="619756"/>
        <a:ext cx="1036987" cy="12488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6D7DA6-FEDA-4377-B8BD-B8AF85A49165}">
      <dsp:nvSpPr>
        <dsp:cNvPr id="0" name=""/>
        <dsp:cNvSpPr/>
      </dsp:nvSpPr>
      <dsp:spPr>
        <a:xfrm>
          <a:off x="2273" y="1841"/>
          <a:ext cx="6322743" cy="965114"/>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3830" tIns="163830" rIns="163830" bIns="163830" numCol="1" spcCol="1270" anchor="ctr" anchorCtr="0">
          <a:noAutofit/>
        </a:bodyPr>
        <a:lstStyle/>
        <a:p>
          <a:pPr marL="0" lvl="0" indent="0" algn="ctr" defTabSz="1911350" rtl="0">
            <a:lnSpc>
              <a:spcPct val="90000"/>
            </a:lnSpc>
            <a:spcBef>
              <a:spcPct val="0"/>
            </a:spcBef>
            <a:spcAft>
              <a:spcPct val="35000"/>
            </a:spcAft>
            <a:buNone/>
          </a:pPr>
          <a:r>
            <a:rPr lang="es-ES" altLang="es-AR" sz="4300" b="1" u="sng" kern="1200" dirty="0">
              <a:latin typeface="Bookman Old Style" pitchFamily="18" charset="0"/>
            </a:rPr>
            <a:t>NEOFORMACIÓN</a:t>
          </a:r>
        </a:p>
      </dsp:txBody>
      <dsp:txXfrm>
        <a:off x="30540" y="30108"/>
        <a:ext cx="6266209" cy="908580"/>
      </dsp:txXfrm>
    </dsp:sp>
    <dsp:sp modelId="{F802CCF3-C532-4149-8532-405376F45912}">
      <dsp:nvSpPr>
        <dsp:cNvPr id="0" name=""/>
        <dsp:cNvSpPr/>
      </dsp:nvSpPr>
      <dsp:spPr>
        <a:xfrm>
          <a:off x="2273" y="1050088"/>
          <a:ext cx="1995815" cy="965114"/>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s-ES" sz="2100" i="1" kern="1200" dirty="0"/>
            <a:t>Periostitis</a:t>
          </a:r>
          <a:endParaRPr lang="es-ES" sz="2100" b="1" i="1" kern="1200" dirty="0"/>
        </a:p>
      </dsp:txBody>
      <dsp:txXfrm>
        <a:off x="30540" y="1078355"/>
        <a:ext cx="1939281" cy="908580"/>
      </dsp:txXfrm>
    </dsp:sp>
    <dsp:sp modelId="{DE895DD2-73E4-4039-81B7-283995068C54}">
      <dsp:nvSpPr>
        <dsp:cNvPr id="0" name=""/>
        <dsp:cNvSpPr/>
      </dsp:nvSpPr>
      <dsp:spPr>
        <a:xfrm>
          <a:off x="2273" y="2098335"/>
          <a:ext cx="1995815" cy="965114"/>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s-ES" sz="1200" kern="1200" dirty="0"/>
            <a:t>Imagen de </a:t>
          </a:r>
          <a:r>
            <a:rPr lang="es-ES" sz="1200" kern="1200" dirty="0" err="1"/>
            <a:t>desflecamiento</a:t>
          </a:r>
          <a:r>
            <a:rPr lang="es-ES" sz="1200" kern="1200" dirty="0"/>
            <a:t> ósea</a:t>
          </a:r>
          <a:endParaRPr lang="es-ES" sz="1200" b="1" i="1" kern="1200" dirty="0"/>
        </a:p>
      </dsp:txBody>
      <dsp:txXfrm>
        <a:off x="30540" y="2126602"/>
        <a:ext cx="1939281" cy="908580"/>
      </dsp:txXfrm>
    </dsp:sp>
    <dsp:sp modelId="{4796F0E4-A64B-4E1A-BC26-44C318CF6860}">
      <dsp:nvSpPr>
        <dsp:cNvPr id="0" name=""/>
        <dsp:cNvSpPr/>
      </dsp:nvSpPr>
      <dsp:spPr>
        <a:xfrm>
          <a:off x="2273" y="3146582"/>
          <a:ext cx="1995815" cy="965114"/>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kumimoji="0" lang="es-ES" altLang="es-AR" sz="1100" b="0" i="0" u="none" strike="noStrike" kern="1200" cap="none" normalizeH="0" baseline="0" dirty="0">
              <a:ln>
                <a:noFill/>
              </a:ln>
              <a:solidFill>
                <a:schemeClr val="tx1"/>
              </a:solidFill>
              <a:effectLst/>
              <a:latin typeface="Bookman Old Style" pitchFamily="18" charset="0"/>
              <a:cs typeface="Times New Roman" pitchFamily="18" charset="0"/>
            </a:rPr>
            <a:t>AR </a:t>
          </a:r>
          <a:r>
            <a:rPr kumimoji="0" lang="es-ES" altLang="es-AR" sz="1100" b="0" i="0" u="none" strike="noStrike" kern="1200" cap="none" normalizeH="0" baseline="0">
              <a:ln>
                <a:noFill/>
              </a:ln>
              <a:solidFill>
                <a:schemeClr val="tx1"/>
              </a:solidFill>
              <a:effectLst/>
              <a:latin typeface="Bookman Old Style" pitchFamily="18" charset="0"/>
              <a:cs typeface="Times New Roman" pitchFamily="18" charset="0"/>
            </a:rPr>
            <a:t>Juvenil Artritis </a:t>
          </a:r>
          <a:r>
            <a:rPr kumimoji="0" lang="es-ES" altLang="es-AR" sz="1100" b="0" i="0" u="none" strike="noStrike" kern="1200" cap="none" normalizeH="0" baseline="0" dirty="0">
              <a:ln>
                <a:noFill/>
              </a:ln>
              <a:solidFill>
                <a:schemeClr val="tx1"/>
              </a:solidFill>
              <a:effectLst/>
              <a:latin typeface="Bookman Old Style" pitchFamily="18" charset="0"/>
              <a:cs typeface="Times New Roman" pitchFamily="18" charset="0"/>
            </a:rPr>
            <a:t>Reactivas A </a:t>
          </a:r>
          <a:r>
            <a:rPr kumimoji="0" lang="es-ES" altLang="es-AR" sz="1100" b="0" i="0" u="none" strike="noStrike" kern="1200" cap="none" normalizeH="0" baseline="0" dirty="0" err="1">
              <a:ln>
                <a:noFill/>
              </a:ln>
              <a:solidFill>
                <a:schemeClr val="tx1"/>
              </a:solidFill>
              <a:effectLst/>
              <a:latin typeface="Bookman Old Style" pitchFamily="18" charset="0"/>
              <a:cs typeface="Times New Roman" pitchFamily="18" charset="0"/>
            </a:rPr>
            <a:t>Ps.</a:t>
          </a:r>
          <a:r>
            <a:rPr kumimoji="0" lang="es-ES" altLang="es-AR" sz="1100" b="0" i="0" u="none" strike="noStrike" kern="1200" cap="none" normalizeH="0" baseline="0" dirty="0">
              <a:ln>
                <a:noFill/>
              </a:ln>
              <a:solidFill>
                <a:schemeClr val="tx1"/>
              </a:solidFill>
              <a:effectLst/>
              <a:latin typeface="Bookman Old Style" pitchFamily="18" charset="0"/>
              <a:cs typeface="Times New Roman" pitchFamily="18" charset="0"/>
            </a:rPr>
            <a:t> Osteoartropatía </a:t>
          </a:r>
          <a:r>
            <a:rPr kumimoji="0" lang="es-ES" altLang="es-AR" sz="1100" b="0" i="0" u="none" strike="noStrike" kern="1200" cap="none" normalizeH="0" baseline="0" dirty="0" err="1">
              <a:ln>
                <a:noFill/>
              </a:ln>
              <a:solidFill>
                <a:schemeClr val="tx1"/>
              </a:solidFill>
              <a:effectLst/>
              <a:latin typeface="Bookman Old Style" pitchFamily="18" charset="0"/>
              <a:cs typeface="Times New Roman" pitchFamily="18" charset="0"/>
            </a:rPr>
            <a:t>hipertrofiante</a:t>
          </a:r>
          <a:r>
            <a:rPr kumimoji="0" lang="es-ES" altLang="es-AR" sz="1100" b="0" i="0" u="none" strike="noStrike" kern="1200" cap="none" normalizeH="0" baseline="0" dirty="0">
              <a:ln>
                <a:noFill/>
              </a:ln>
              <a:solidFill>
                <a:schemeClr val="tx1"/>
              </a:solidFill>
              <a:effectLst/>
              <a:latin typeface="Bookman Old Style" pitchFamily="18" charset="0"/>
              <a:cs typeface="Times New Roman" pitchFamily="18" charset="0"/>
            </a:rPr>
            <a:t> Acromegalia  Neoplasias Infecciones</a:t>
          </a:r>
          <a:endParaRPr lang="es-ES" sz="1100" b="1" i="1" kern="1200" dirty="0"/>
        </a:p>
      </dsp:txBody>
      <dsp:txXfrm>
        <a:off x="30540" y="3174849"/>
        <a:ext cx="1939281" cy="908580"/>
      </dsp:txXfrm>
    </dsp:sp>
    <dsp:sp modelId="{7EB82DA9-1735-4459-A96E-DCEE449440F1}">
      <dsp:nvSpPr>
        <dsp:cNvPr id="0" name=""/>
        <dsp:cNvSpPr/>
      </dsp:nvSpPr>
      <dsp:spPr>
        <a:xfrm>
          <a:off x="2165737" y="1050088"/>
          <a:ext cx="1995815" cy="965114"/>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s-ES" sz="2100" i="1" kern="1200" dirty="0" err="1"/>
            <a:t>Osteofitos</a:t>
          </a:r>
          <a:endParaRPr lang="es-ES" sz="2100" i="1" kern="1200" dirty="0"/>
        </a:p>
      </dsp:txBody>
      <dsp:txXfrm>
        <a:off x="2194004" y="1078355"/>
        <a:ext cx="1939281" cy="908580"/>
      </dsp:txXfrm>
    </dsp:sp>
    <dsp:sp modelId="{3E089E7D-B1EA-4121-999C-7C0282FF06C4}">
      <dsp:nvSpPr>
        <dsp:cNvPr id="0" name=""/>
        <dsp:cNvSpPr/>
      </dsp:nvSpPr>
      <dsp:spPr>
        <a:xfrm>
          <a:off x="2165737" y="2098335"/>
          <a:ext cx="1995815" cy="965114"/>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s-ES" sz="1200" kern="1200" dirty="0"/>
            <a:t>Proliferación ósea de crecimiento horizontal y de base ancha proximal</a:t>
          </a:r>
          <a:endParaRPr lang="es-ES" sz="1200" i="1" kern="1200" dirty="0"/>
        </a:p>
      </dsp:txBody>
      <dsp:txXfrm>
        <a:off x="2194004" y="2126602"/>
        <a:ext cx="1939281" cy="908580"/>
      </dsp:txXfrm>
    </dsp:sp>
    <dsp:sp modelId="{D909E60F-4ECA-4ADE-9F53-7EB079FAF75F}">
      <dsp:nvSpPr>
        <dsp:cNvPr id="0" name=""/>
        <dsp:cNvSpPr/>
      </dsp:nvSpPr>
      <dsp:spPr>
        <a:xfrm>
          <a:off x="2165737" y="3146582"/>
          <a:ext cx="1995815" cy="965114"/>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kumimoji="0" lang="es-ES" altLang="es-AR" sz="1100" b="0" i="0" u="none" strike="noStrike" kern="1200" cap="none" normalizeH="0" baseline="0">
              <a:ln>
                <a:noFill/>
              </a:ln>
              <a:solidFill>
                <a:schemeClr val="tx1"/>
              </a:solidFill>
              <a:effectLst/>
              <a:latin typeface="Bookman Old Style" pitchFamily="18" charset="0"/>
              <a:cs typeface="Times New Roman" pitchFamily="18" charset="0"/>
            </a:rPr>
            <a:t>Osteoartritis </a:t>
          </a:r>
          <a:endParaRPr lang="es-ES" sz="1100" i="1" kern="1200" dirty="0"/>
        </a:p>
      </dsp:txBody>
      <dsp:txXfrm>
        <a:off x="2194004" y="3174849"/>
        <a:ext cx="1939281" cy="908580"/>
      </dsp:txXfrm>
    </dsp:sp>
    <dsp:sp modelId="{D3BEB282-7243-46E2-B3C4-8655DE7E9F1C}">
      <dsp:nvSpPr>
        <dsp:cNvPr id="0" name=""/>
        <dsp:cNvSpPr/>
      </dsp:nvSpPr>
      <dsp:spPr>
        <a:xfrm>
          <a:off x="4329201" y="1050088"/>
          <a:ext cx="1995815" cy="965114"/>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es-ES" sz="2100" i="1" kern="1200" dirty="0" err="1"/>
            <a:t>Sindesmofitos</a:t>
          </a:r>
          <a:endParaRPr lang="es-ES" sz="2100" i="1" kern="1200" dirty="0"/>
        </a:p>
      </dsp:txBody>
      <dsp:txXfrm>
        <a:off x="4357468" y="1078355"/>
        <a:ext cx="1939281" cy="908580"/>
      </dsp:txXfrm>
    </dsp:sp>
    <dsp:sp modelId="{A08EE753-B53C-4EF8-B3CB-4B6FDE2C13EA}">
      <dsp:nvSpPr>
        <dsp:cNvPr id="0" name=""/>
        <dsp:cNvSpPr/>
      </dsp:nvSpPr>
      <dsp:spPr>
        <a:xfrm>
          <a:off x="4329201" y="2098335"/>
          <a:ext cx="1995815" cy="965114"/>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s-ES" sz="1200" i="1" kern="1200" dirty="0"/>
            <a:t> P</a:t>
          </a:r>
          <a:r>
            <a:rPr lang="es-ES" sz="1200" kern="1200" dirty="0"/>
            <a:t>uente óseo ocasionado por la calcificación-osificación de la periferia de los discos intervertebrales</a:t>
          </a:r>
          <a:endParaRPr lang="es-ES" sz="1200" i="1" kern="1200" dirty="0"/>
        </a:p>
      </dsp:txBody>
      <dsp:txXfrm>
        <a:off x="4357468" y="2126602"/>
        <a:ext cx="1939281" cy="908580"/>
      </dsp:txXfrm>
    </dsp:sp>
    <dsp:sp modelId="{2D4FCD48-5A2D-43AF-AE37-91AB1B2AF39C}">
      <dsp:nvSpPr>
        <dsp:cNvPr id="0" name=""/>
        <dsp:cNvSpPr/>
      </dsp:nvSpPr>
      <dsp:spPr>
        <a:xfrm>
          <a:off x="4329201" y="3146582"/>
          <a:ext cx="1995815" cy="965114"/>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kumimoji="0" lang="es-ES" altLang="es-AR" sz="1100" b="0" i="0" u="none" strike="noStrike" kern="1200" cap="none" normalizeH="0" baseline="0">
              <a:ln>
                <a:noFill/>
              </a:ln>
              <a:solidFill>
                <a:schemeClr val="tx1"/>
              </a:solidFill>
              <a:effectLst/>
              <a:latin typeface="Bookman Old Style" pitchFamily="18" charset="0"/>
              <a:cs typeface="Times New Roman" pitchFamily="18" charset="0"/>
            </a:rPr>
            <a:t>Espondiloartropatías seronegativas (EASN)</a:t>
          </a:r>
          <a:endParaRPr lang="es-ES" sz="1100" i="1" kern="1200" dirty="0"/>
        </a:p>
      </dsp:txBody>
      <dsp:txXfrm>
        <a:off x="4357468" y="3174849"/>
        <a:ext cx="1939281" cy="9085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52F738-5571-4D80-88FA-805C995F5D4F}">
      <dsp:nvSpPr>
        <dsp:cNvPr id="0" name=""/>
        <dsp:cNvSpPr/>
      </dsp:nvSpPr>
      <dsp:spPr>
        <a:xfrm>
          <a:off x="966" y="113"/>
          <a:ext cx="5975534" cy="1624138"/>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ES" altLang="es-AR" sz="2900" b="0" i="1" kern="1200" dirty="0">
              <a:latin typeface="Bookman Old Style" pitchFamily="18" charset="0"/>
            </a:rPr>
            <a:t>Se observa en patologías que se inician en niños, habitualmente antes de los 16 años.</a:t>
          </a:r>
          <a:r>
            <a:rPr lang="es-ES" altLang="es-AR" sz="2900" b="0" kern="1200" dirty="0">
              <a:latin typeface="Bookman Old Style" pitchFamily="18" charset="0"/>
            </a:rPr>
            <a:t> </a:t>
          </a:r>
          <a:endParaRPr lang="es-AR" sz="2900" b="0" u="none" kern="1200" dirty="0"/>
        </a:p>
      </dsp:txBody>
      <dsp:txXfrm>
        <a:off x="48535" y="47682"/>
        <a:ext cx="5880396" cy="1529000"/>
      </dsp:txXfrm>
    </dsp:sp>
    <dsp:sp modelId="{835E76CC-D07F-44ED-9E29-FA75FDD8C716}">
      <dsp:nvSpPr>
        <dsp:cNvPr id="0" name=""/>
        <dsp:cNvSpPr/>
      </dsp:nvSpPr>
      <dsp:spPr>
        <a:xfrm>
          <a:off x="966" y="1783775"/>
          <a:ext cx="1405346" cy="1624138"/>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kumimoji="0" lang="es-ES" sz="1200" b="0" i="0" u="none" strike="noStrike" kern="1200" cap="none" normalizeH="0" baseline="0" dirty="0">
              <a:ln/>
              <a:effectLst/>
              <a:latin typeface="Bookman Old Style" pitchFamily="18" charset="0"/>
              <a:cs typeface="Times New Roman" pitchFamily="18" charset="0"/>
            </a:rPr>
            <a:t>Aparición precoz de los núcleos de crecimiento (por hiperemia)</a:t>
          </a:r>
          <a:endParaRPr lang="es-AR" sz="1200" kern="1200" dirty="0"/>
        </a:p>
      </dsp:txBody>
      <dsp:txXfrm>
        <a:off x="42127" y="1824936"/>
        <a:ext cx="1323024" cy="1541816"/>
      </dsp:txXfrm>
    </dsp:sp>
    <dsp:sp modelId="{D0A4388A-28C2-4AE6-80AA-CE0303AE148A}">
      <dsp:nvSpPr>
        <dsp:cNvPr id="0" name=""/>
        <dsp:cNvSpPr/>
      </dsp:nvSpPr>
      <dsp:spPr>
        <a:xfrm>
          <a:off x="1524362" y="1783775"/>
          <a:ext cx="1405346" cy="1624138"/>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kumimoji="0" lang="es-ES" sz="1200" b="0" i="0" u="none" strike="noStrike" kern="1200" cap="none" normalizeH="0" baseline="0" dirty="0">
              <a:ln/>
              <a:effectLst/>
              <a:latin typeface="Bookman Old Style" pitchFamily="18" charset="0"/>
              <a:cs typeface="Times New Roman" pitchFamily="18" charset="0"/>
            </a:rPr>
            <a:t>Crecimiento acelerado de los mismos</a:t>
          </a:r>
        </a:p>
      </dsp:txBody>
      <dsp:txXfrm>
        <a:off x="1565523" y="1824936"/>
        <a:ext cx="1323024" cy="1541816"/>
      </dsp:txXfrm>
    </dsp:sp>
    <dsp:sp modelId="{FDA99591-DAE2-483D-8338-984C6488BAC1}">
      <dsp:nvSpPr>
        <dsp:cNvPr id="0" name=""/>
        <dsp:cNvSpPr/>
      </dsp:nvSpPr>
      <dsp:spPr>
        <a:xfrm>
          <a:off x="3047758" y="1783775"/>
          <a:ext cx="1405346" cy="1624138"/>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kumimoji="0" lang="es-ES" sz="1200" b="0" i="0" u="none" strike="noStrike" kern="1200" cap="none" normalizeH="0" baseline="0" dirty="0">
              <a:ln/>
              <a:effectLst/>
              <a:latin typeface="Bookman Old Style" pitchFamily="18" charset="0"/>
              <a:cs typeface="Times New Roman" pitchFamily="18" charset="0"/>
            </a:rPr>
            <a:t>Fusión prematura de epífisis</a:t>
          </a:r>
        </a:p>
      </dsp:txBody>
      <dsp:txXfrm>
        <a:off x="3088919" y="1824936"/>
        <a:ext cx="1323024" cy="1541816"/>
      </dsp:txXfrm>
    </dsp:sp>
    <dsp:sp modelId="{BC753340-A089-4C7B-ACC3-2E2B74FBBF07}">
      <dsp:nvSpPr>
        <dsp:cNvPr id="0" name=""/>
        <dsp:cNvSpPr/>
      </dsp:nvSpPr>
      <dsp:spPr>
        <a:xfrm>
          <a:off x="4571154" y="1783775"/>
          <a:ext cx="1405346" cy="1624138"/>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kumimoji="0" lang="es-ES" sz="1200" b="0" i="0" u="none" strike="noStrike" kern="1200" cap="none" normalizeH="0" baseline="0" dirty="0">
              <a:ln/>
              <a:effectLst/>
              <a:latin typeface="Bookman Old Style" pitchFamily="18" charset="0"/>
              <a:cs typeface="Times New Roman" pitchFamily="18" charset="0"/>
            </a:rPr>
            <a:t>Acortamientos/ hipoplasias</a:t>
          </a:r>
        </a:p>
      </dsp:txBody>
      <dsp:txXfrm>
        <a:off x="4612315" y="1824936"/>
        <a:ext cx="1323024" cy="15418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781B34-E14C-471B-B562-673DEC8E7921}">
      <dsp:nvSpPr>
        <dsp:cNvPr id="0" name=""/>
        <dsp:cNvSpPr/>
      </dsp:nvSpPr>
      <dsp:spPr>
        <a:xfrm>
          <a:off x="0" y="0"/>
          <a:ext cx="6377724" cy="1154265"/>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s-ES" altLang="es-AR" sz="3100" b="0" u="none" kern="1200" dirty="0">
              <a:latin typeface="Bookman Old Style" pitchFamily="18" charset="0"/>
            </a:rPr>
            <a:t>ALTERACIONES DE LA ALINEACIÓN </a:t>
          </a:r>
          <a:endParaRPr lang="es-AR" sz="3100" b="0" u="none" kern="1200" dirty="0"/>
        </a:p>
      </dsp:txBody>
      <dsp:txXfrm>
        <a:off x="33807" y="33807"/>
        <a:ext cx="6310110" cy="1086651"/>
      </dsp:txXfrm>
    </dsp:sp>
    <dsp:sp modelId="{B20998DD-416D-452B-B53F-B3F96D95ED77}">
      <dsp:nvSpPr>
        <dsp:cNvPr id="0" name=""/>
        <dsp:cNvSpPr/>
      </dsp:nvSpPr>
      <dsp:spPr>
        <a:xfrm>
          <a:off x="9373" y="1251217"/>
          <a:ext cx="1512000" cy="115426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kumimoji="0" lang="es-ES" sz="1600" b="1" i="0" u="none" strike="noStrike" kern="1200" cap="none" normalizeH="0" baseline="0" dirty="0">
              <a:ln/>
              <a:effectLst/>
              <a:latin typeface="Bookman Old Style" pitchFamily="18" charset="0"/>
              <a:cs typeface="Times New Roman" pitchFamily="18" charset="0"/>
            </a:rPr>
            <a:t>Deformidad en flexión</a:t>
          </a:r>
          <a:endParaRPr lang="es-AR" sz="1600" kern="1200" dirty="0"/>
        </a:p>
      </dsp:txBody>
      <dsp:txXfrm>
        <a:off x="43180" y="1285024"/>
        <a:ext cx="1444386" cy="1086651"/>
      </dsp:txXfrm>
    </dsp:sp>
    <dsp:sp modelId="{DD932626-4FB6-4D61-9066-2EA9D6670068}">
      <dsp:nvSpPr>
        <dsp:cNvPr id="0" name=""/>
        <dsp:cNvSpPr/>
      </dsp:nvSpPr>
      <dsp:spPr>
        <a:xfrm>
          <a:off x="9373" y="2500269"/>
          <a:ext cx="1512000" cy="1154265"/>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kumimoji="0" lang="es-ES" sz="1600" b="0" i="0" u="none" strike="noStrike" kern="1200" cap="none" normalizeH="0" baseline="0" dirty="0">
              <a:ln/>
              <a:effectLst/>
              <a:latin typeface="Bookman Old Style" pitchFamily="18" charset="0"/>
              <a:cs typeface="Times New Roman" pitchFamily="18" charset="0"/>
            </a:rPr>
            <a:t>Deformidad en </a:t>
          </a:r>
          <a:r>
            <a:rPr kumimoji="0" lang="es-ES" sz="1600" b="0" i="0" u="none" strike="noStrike" kern="1200" cap="none" normalizeH="0" baseline="0" dirty="0" err="1">
              <a:ln/>
              <a:effectLst/>
              <a:latin typeface="Bookman Old Style" pitchFamily="18" charset="0"/>
              <a:cs typeface="Times New Roman" pitchFamily="18" charset="0"/>
            </a:rPr>
            <a:t>boutonniere</a:t>
          </a:r>
          <a:r>
            <a:rPr kumimoji="0" lang="es-ES" sz="1600" b="0" i="0" u="none" strike="noStrike" kern="1200" cap="none" normalizeH="0" baseline="0" dirty="0">
              <a:ln/>
              <a:effectLst/>
              <a:latin typeface="Bookman Old Style" pitchFamily="18" charset="0"/>
              <a:cs typeface="Times New Roman" pitchFamily="18" charset="0"/>
            </a:rPr>
            <a:t> (PIF)</a:t>
          </a:r>
          <a:endParaRPr kumimoji="0" lang="es-ES" sz="1600" b="0" i="0" u="none" strike="noStrike" kern="1200" cap="none" normalizeH="0" baseline="0" dirty="0">
            <a:ln/>
            <a:effectLst/>
            <a:latin typeface="Bookman Old Style" pitchFamily="18" charset="0"/>
          </a:endParaRPr>
        </a:p>
      </dsp:txBody>
      <dsp:txXfrm>
        <a:off x="43180" y="2534076"/>
        <a:ext cx="1444386" cy="1086651"/>
      </dsp:txXfrm>
    </dsp:sp>
    <dsp:sp modelId="{9D7C498A-2A51-46F6-B834-8BFD31BC88C8}">
      <dsp:nvSpPr>
        <dsp:cNvPr id="0" name=""/>
        <dsp:cNvSpPr/>
      </dsp:nvSpPr>
      <dsp:spPr>
        <a:xfrm>
          <a:off x="1648257" y="1251217"/>
          <a:ext cx="1512000" cy="115426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kumimoji="0" lang="es-ES" sz="1600" b="1" i="0" u="none" strike="noStrike" kern="1200" cap="none" normalizeH="0" baseline="0" dirty="0">
              <a:ln/>
              <a:effectLst/>
              <a:latin typeface="Bookman Old Style" pitchFamily="18" charset="0"/>
              <a:cs typeface="Times New Roman" pitchFamily="18" charset="0"/>
            </a:rPr>
            <a:t>Deformidad en extensión</a:t>
          </a:r>
          <a:endParaRPr lang="es-AR" sz="1600" kern="1200" dirty="0"/>
        </a:p>
      </dsp:txBody>
      <dsp:txXfrm>
        <a:off x="1682064" y="1285024"/>
        <a:ext cx="1444386" cy="1086651"/>
      </dsp:txXfrm>
    </dsp:sp>
    <dsp:sp modelId="{A753ABC7-8837-4699-940E-3D89E428C697}">
      <dsp:nvSpPr>
        <dsp:cNvPr id="0" name=""/>
        <dsp:cNvSpPr/>
      </dsp:nvSpPr>
      <dsp:spPr>
        <a:xfrm>
          <a:off x="1648257" y="2500269"/>
          <a:ext cx="1512000" cy="1154265"/>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kumimoji="0" lang="es-ES" sz="1600" b="0" i="0" u="none" strike="noStrike" kern="1200" cap="none" normalizeH="0" baseline="0" dirty="0">
              <a:ln/>
              <a:effectLst/>
              <a:latin typeface="Bookman Old Style" pitchFamily="18" charset="0"/>
              <a:cs typeface="Times New Roman" pitchFamily="18" charset="0"/>
            </a:rPr>
            <a:t>Deformidad en cuello de cisne (PIF)</a:t>
          </a:r>
          <a:endParaRPr lang="es-AR" sz="1600" kern="1200" dirty="0"/>
        </a:p>
      </dsp:txBody>
      <dsp:txXfrm>
        <a:off x="1682064" y="2534076"/>
        <a:ext cx="1444386" cy="1086651"/>
      </dsp:txXfrm>
    </dsp:sp>
    <dsp:sp modelId="{7B1B8F33-C153-47DF-815D-FC57EE6B0766}">
      <dsp:nvSpPr>
        <dsp:cNvPr id="0" name=""/>
        <dsp:cNvSpPr/>
      </dsp:nvSpPr>
      <dsp:spPr>
        <a:xfrm>
          <a:off x="3287141" y="1251217"/>
          <a:ext cx="3087504" cy="115426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kumimoji="0" lang="es-ES" sz="1600" b="1" i="0" u="none" strike="noStrike" kern="1200" cap="none" normalizeH="0" baseline="0" dirty="0">
              <a:ln/>
              <a:effectLst/>
              <a:latin typeface="Bookman Old Style" pitchFamily="18" charset="0"/>
              <a:cs typeface="Times New Roman" pitchFamily="18" charset="0"/>
            </a:rPr>
            <a:t>Desviación y subluxación</a:t>
          </a:r>
          <a:endParaRPr lang="es-AR" sz="1600" kern="1200" dirty="0"/>
        </a:p>
      </dsp:txBody>
      <dsp:txXfrm>
        <a:off x="3320948" y="1285024"/>
        <a:ext cx="3019890" cy="1086651"/>
      </dsp:txXfrm>
    </dsp:sp>
    <dsp:sp modelId="{D31ECE5E-E565-497D-B5AE-885FF1EA0C21}">
      <dsp:nvSpPr>
        <dsp:cNvPr id="0" name=""/>
        <dsp:cNvSpPr/>
      </dsp:nvSpPr>
      <dsp:spPr>
        <a:xfrm>
          <a:off x="3293163" y="2500269"/>
          <a:ext cx="1506102" cy="1154265"/>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kumimoji="0" lang="es-ES" sz="1600" b="1" i="1" u="sng" strike="noStrike" kern="1200" cap="none" normalizeH="0" baseline="0" dirty="0">
              <a:ln/>
              <a:effectLst/>
              <a:latin typeface="Bookman Old Style" pitchFamily="18" charset="0"/>
              <a:cs typeface="Times New Roman" pitchFamily="18" charset="0"/>
            </a:rPr>
            <a:t>Reducibles</a:t>
          </a:r>
          <a:r>
            <a:rPr kumimoji="0" lang="es-ES" sz="1600" b="0" i="0" u="none" strike="noStrike" kern="1200" cap="none" normalizeH="0" baseline="0" dirty="0">
              <a:ln/>
              <a:effectLst/>
              <a:latin typeface="Bookman Old Style" pitchFamily="18" charset="0"/>
              <a:cs typeface="Times New Roman" pitchFamily="18" charset="0"/>
            </a:rPr>
            <a:t>  (no erosivas):</a:t>
          </a:r>
          <a:endParaRPr lang="es-AR" sz="1600" kern="1200" dirty="0"/>
        </a:p>
      </dsp:txBody>
      <dsp:txXfrm>
        <a:off x="3326970" y="2534076"/>
        <a:ext cx="1438488" cy="1086651"/>
      </dsp:txXfrm>
    </dsp:sp>
    <dsp:sp modelId="{F132CD34-6418-4939-BBA0-DDC0E934742A}">
      <dsp:nvSpPr>
        <dsp:cNvPr id="0" name=""/>
        <dsp:cNvSpPr/>
      </dsp:nvSpPr>
      <dsp:spPr>
        <a:xfrm>
          <a:off x="3293163" y="3749322"/>
          <a:ext cx="1506102" cy="601983"/>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kumimoji="0" lang="es-ES" sz="1600" b="0" i="0" u="none" strike="noStrike" kern="1200" cap="none" normalizeH="0" baseline="0" dirty="0">
              <a:ln/>
              <a:effectLst/>
              <a:latin typeface="Bookman Old Style" pitchFamily="18" charset="0"/>
              <a:cs typeface="Times New Roman" pitchFamily="18" charset="0"/>
            </a:rPr>
            <a:t>LES</a:t>
          </a:r>
          <a:endParaRPr lang="es-AR" sz="1600" kern="1200" dirty="0"/>
        </a:p>
      </dsp:txBody>
      <dsp:txXfrm>
        <a:off x="3310794" y="3766953"/>
        <a:ext cx="1470840" cy="566721"/>
      </dsp:txXfrm>
    </dsp:sp>
    <dsp:sp modelId="{39F608F0-10FD-4586-8D94-371300AB670A}">
      <dsp:nvSpPr>
        <dsp:cNvPr id="0" name=""/>
        <dsp:cNvSpPr/>
      </dsp:nvSpPr>
      <dsp:spPr>
        <a:xfrm>
          <a:off x="4862522" y="2500269"/>
          <a:ext cx="1506102" cy="1154265"/>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kumimoji="0" lang="es-ES" sz="1600" b="1" i="1" u="sng" strike="noStrike" kern="1200" cap="none" normalizeH="0" baseline="0" dirty="0">
              <a:ln/>
              <a:effectLst/>
              <a:latin typeface="Bookman Old Style" pitchFamily="18" charset="0"/>
              <a:cs typeface="Times New Roman" pitchFamily="18" charset="0"/>
            </a:rPr>
            <a:t>No reducibles</a:t>
          </a:r>
          <a:r>
            <a:rPr kumimoji="0" lang="es-ES" sz="1600" b="0" i="0" u="none" strike="noStrike" kern="1200" cap="none" normalizeH="0" baseline="0" dirty="0">
              <a:ln/>
              <a:effectLst/>
              <a:latin typeface="Bookman Old Style" pitchFamily="18" charset="0"/>
              <a:cs typeface="Times New Roman" pitchFamily="18" charset="0"/>
            </a:rPr>
            <a:t> (erosivas):</a:t>
          </a:r>
          <a:endParaRPr kumimoji="0" lang="es-ES" sz="1600" b="0" i="0" u="none" strike="noStrike" kern="1200" cap="none" normalizeH="0" baseline="0" dirty="0">
            <a:ln/>
            <a:effectLst/>
            <a:latin typeface="Bookman Old Style" pitchFamily="18" charset="0"/>
          </a:endParaRPr>
        </a:p>
      </dsp:txBody>
      <dsp:txXfrm>
        <a:off x="4896329" y="2534076"/>
        <a:ext cx="1438488" cy="1086651"/>
      </dsp:txXfrm>
    </dsp:sp>
    <dsp:sp modelId="{4BCF530A-F1E2-4882-9F32-FF6B7719FF63}">
      <dsp:nvSpPr>
        <dsp:cNvPr id="0" name=""/>
        <dsp:cNvSpPr/>
      </dsp:nvSpPr>
      <dsp:spPr>
        <a:xfrm>
          <a:off x="4862522" y="3749322"/>
          <a:ext cx="1506102" cy="601983"/>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kumimoji="0" lang="es-ES" sz="1600" b="0" i="0" u="none" strike="noStrike" kern="1200" cap="none" normalizeH="0" baseline="0" dirty="0">
              <a:ln/>
              <a:effectLst/>
              <a:latin typeface="Bookman Old Style" pitchFamily="18" charset="0"/>
              <a:cs typeface="Times New Roman" pitchFamily="18" charset="0"/>
            </a:rPr>
            <a:t>AR</a:t>
          </a:r>
          <a:endParaRPr kumimoji="0" lang="es-ES" sz="1600" b="0" i="0" u="none" strike="noStrike" kern="1200" cap="none" normalizeH="0" baseline="0" dirty="0">
            <a:ln/>
            <a:effectLst/>
            <a:latin typeface="Bookman Old Style" pitchFamily="18" charset="0"/>
          </a:endParaRPr>
        </a:p>
      </dsp:txBody>
      <dsp:txXfrm>
        <a:off x="4880153" y="3766953"/>
        <a:ext cx="1470840" cy="56672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F77AEB-2EC7-4BE9-B6A6-5DB4852F91A9}">
      <dsp:nvSpPr>
        <dsp:cNvPr id="0" name=""/>
        <dsp:cNvSpPr/>
      </dsp:nvSpPr>
      <dsp:spPr>
        <a:xfrm>
          <a:off x="750" y="1190"/>
          <a:ext cx="6535076" cy="859664"/>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s-ES" altLang="es-AR" sz="3800" b="0" u="none" kern="1200" dirty="0">
              <a:latin typeface="Bookman Old Style" pitchFamily="18" charset="0"/>
            </a:rPr>
            <a:t>CALCIFICACIONES</a:t>
          </a:r>
          <a:endParaRPr lang="es-AR" sz="3800" b="0" u="none" kern="1200" dirty="0"/>
        </a:p>
      </dsp:txBody>
      <dsp:txXfrm>
        <a:off x="25929" y="26369"/>
        <a:ext cx="6484718" cy="809306"/>
      </dsp:txXfrm>
    </dsp:sp>
    <dsp:sp modelId="{B02E0187-A4F1-4476-B816-D366D8D50D3E}">
      <dsp:nvSpPr>
        <dsp:cNvPr id="0" name=""/>
        <dsp:cNvSpPr/>
      </dsp:nvSpPr>
      <dsp:spPr>
        <a:xfrm>
          <a:off x="7128" y="963448"/>
          <a:ext cx="2130290" cy="925699"/>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0" lang="es-ES" sz="1800" b="1" i="0" u="none" strike="noStrike" kern="1200" cap="none" normalizeH="0" baseline="0" dirty="0" err="1">
              <a:ln/>
              <a:effectLst/>
              <a:latin typeface="Bookman Old Style" pitchFamily="18" charset="0"/>
              <a:cs typeface="Times New Roman" pitchFamily="18" charset="0"/>
            </a:rPr>
            <a:t>Intraarticulares</a:t>
          </a:r>
          <a:endParaRPr lang="es-AR" sz="1800" kern="1200" dirty="0"/>
        </a:p>
      </dsp:txBody>
      <dsp:txXfrm>
        <a:off x="34241" y="990561"/>
        <a:ext cx="2076064" cy="871473"/>
      </dsp:txXfrm>
    </dsp:sp>
    <dsp:sp modelId="{0BD9C5A8-F2B3-4BB9-A03E-77EACA423A75}">
      <dsp:nvSpPr>
        <dsp:cNvPr id="0" name=""/>
        <dsp:cNvSpPr/>
      </dsp:nvSpPr>
      <dsp:spPr>
        <a:xfrm>
          <a:off x="7128" y="1991741"/>
          <a:ext cx="1043237" cy="133648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kumimoji="0" lang="es-ES" sz="1400" b="0" i="1" u="none" strike="noStrike" kern="1200" cap="none" normalizeH="0" baseline="0" dirty="0">
              <a:ln/>
              <a:effectLst/>
              <a:latin typeface="Bookman Old Style" pitchFamily="18" charset="0"/>
              <a:cs typeface="Times New Roman" pitchFamily="18" charset="0"/>
            </a:rPr>
            <a:t>Sinovial</a:t>
          </a:r>
          <a:r>
            <a:rPr kumimoji="0" lang="es-ES" sz="1400" b="0" i="0" u="none" strike="noStrike" kern="1200" cap="none" normalizeH="0" baseline="0" dirty="0">
              <a:ln/>
              <a:effectLst/>
              <a:latin typeface="Bookman Old Style" pitchFamily="18" charset="0"/>
              <a:cs typeface="Times New Roman" pitchFamily="18" charset="0"/>
            </a:rPr>
            <a:t>:</a:t>
          </a:r>
          <a:endParaRPr lang="es-AR" sz="1400" kern="1200" dirty="0"/>
        </a:p>
      </dsp:txBody>
      <dsp:txXfrm>
        <a:off x="37683" y="2022296"/>
        <a:ext cx="982127" cy="1275370"/>
      </dsp:txXfrm>
    </dsp:sp>
    <dsp:sp modelId="{A960BC5C-8A62-4787-ABD4-B2B059040C72}">
      <dsp:nvSpPr>
        <dsp:cNvPr id="0" name=""/>
        <dsp:cNvSpPr/>
      </dsp:nvSpPr>
      <dsp:spPr>
        <a:xfrm>
          <a:off x="7128" y="3430815"/>
          <a:ext cx="1043237" cy="1336480"/>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kumimoji="0" lang="es-ES" sz="1000" b="0" i="0" u="none" strike="noStrike" kern="1200" cap="none" normalizeH="0" baseline="0" dirty="0" err="1">
              <a:ln/>
              <a:effectLst/>
              <a:latin typeface="Bookman Old Style" pitchFamily="18" charset="0"/>
              <a:cs typeface="Times New Roman" pitchFamily="18" charset="0"/>
            </a:rPr>
            <a:t>osteocondromatosis</a:t>
          </a:r>
          <a:r>
            <a:rPr kumimoji="0" lang="es-ES" sz="1000" b="0" i="0" u="none" strike="noStrike" kern="1200" cap="none" normalizeH="0" baseline="0" dirty="0">
              <a:ln/>
              <a:effectLst/>
              <a:latin typeface="Bookman Old Style" pitchFamily="18" charset="0"/>
              <a:cs typeface="Times New Roman" pitchFamily="18" charset="0"/>
            </a:rPr>
            <a:t> sinovial</a:t>
          </a:r>
          <a:endParaRPr lang="es-AR" sz="1000" kern="1200" dirty="0"/>
        </a:p>
      </dsp:txBody>
      <dsp:txXfrm>
        <a:off x="37683" y="3461370"/>
        <a:ext cx="982127" cy="1275370"/>
      </dsp:txXfrm>
    </dsp:sp>
    <dsp:sp modelId="{6EED4B78-90D7-44FE-8F42-860662512A3A}">
      <dsp:nvSpPr>
        <dsp:cNvPr id="0" name=""/>
        <dsp:cNvSpPr/>
      </dsp:nvSpPr>
      <dsp:spPr>
        <a:xfrm>
          <a:off x="1094182" y="1991741"/>
          <a:ext cx="1043237" cy="133648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kumimoji="0" lang="es-ES" sz="1200" b="0" i="1" u="none" strike="noStrike" kern="1200" cap="none" normalizeH="0" baseline="0" dirty="0">
              <a:ln/>
              <a:effectLst/>
              <a:latin typeface="Bookman Old Style" pitchFamily="18" charset="0"/>
              <a:cs typeface="Times New Roman" pitchFamily="18" charset="0"/>
            </a:rPr>
            <a:t>Cartílago </a:t>
          </a:r>
          <a:r>
            <a:rPr kumimoji="0" lang="es-ES" sz="1200" b="0" i="0" u="none" strike="noStrike" kern="1200" cap="none" normalizeH="0" baseline="0" dirty="0">
              <a:ln/>
              <a:effectLst/>
              <a:latin typeface="Bookman Old Style" pitchFamily="18" charset="0"/>
              <a:cs typeface="Times New Roman" pitchFamily="18" charset="0"/>
            </a:rPr>
            <a:t>(</a:t>
          </a:r>
          <a:r>
            <a:rPr kumimoji="0" lang="es-ES" sz="1200" b="0" i="0" u="none" strike="noStrike" kern="1200" cap="none" normalizeH="0" baseline="0" dirty="0" err="1">
              <a:ln/>
              <a:effectLst/>
              <a:latin typeface="Bookman Old Style" pitchFamily="18" charset="0"/>
              <a:cs typeface="Times New Roman" pitchFamily="18" charset="0"/>
            </a:rPr>
            <a:t>condrocalcinosis</a:t>
          </a:r>
          <a:r>
            <a:rPr kumimoji="0" lang="es-ES" sz="1200" b="0" i="0" u="none" strike="noStrike" kern="1200" cap="none" normalizeH="0" baseline="0" dirty="0">
              <a:ln/>
              <a:effectLst/>
              <a:latin typeface="Bookman Old Style" pitchFamily="18" charset="0"/>
              <a:cs typeface="Times New Roman" pitchFamily="18" charset="0"/>
            </a:rPr>
            <a:t>):</a:t>
          </a:r>
        </a:p>
      </dsp:txBody>
      <dsp:txXfrm>
        <a:off x="1124737" y="2022296"/>
        <a:ext cx="982127" cy="1275370"/>
      </dsp:txXfrm>
    </dsp:sp>
    <dsp:sp modelId="{302CCB29-7D3B-4B6E-AE4F-3EC460A56143}">
      <dsp:nvSpPr>
        <dsp:cNvPr id="0" name=""/>
        <dsp:cNvSpPr/>
      </dsp:nvSpPr>
      <dsp:spPr>
        <a:xfrm>
          <a:off x="1094182" y="3430815"/>
          <a:ext cx="1043237" cy="1336480"/>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kumimoji="0" lang="es-ES" sz="1000" b="0" i="0" u="none" strike="noStrike" kern="1200" cap="none" normalizeH="0" baseline="0" dirty="0">
              <a:ln/>
              <a:effectLst/>
              <a:latin typeface="Bookman Old Style" pitchFamily="18" charset="0"/>
              <a:cs typeface="Times New Roman" pitchFamily="18" charset="0"/>
            </a:rPr>
            <a:t>pirofosfato, </a:t>
          </a:r>
          <a:r>
            <a:rPr kumimoji="0" lang="es-ES" sz="1000" b="0" i="0" u="none" strike="noStrike" kern="1200" cap="none" normalizeH="0" baseline="0" dirty="0" err="1">
              <a:ln/>
              <a:effectLst/>
              <a:latin typeface="Bookman Old Style" pitchFamily="18" charset="0"/>
              <a:cs typeface="Times New Roman" pitchFamily="18" charset="0"/>
            </a:rPr>
            <a:t>hidroxiapatita</a:t>
          </a:r>
          <a:r>
            <a:rPr kumimoji="0" lang="es-ES" sz="1000" b="0" i="0" u="none" strike="noStrike" kern="1200" cap="none" normalizeH="0" baseline="0" dirty="0">
              <a:ln/>
              <a:effectLst/>
              <a:latin typeface="Bookman Old Style" pitchFamily="18" charset="0"/>
              <a:cs typeface="Times New Roman" pitchFamily="18" charset="0"/>
            </a:rPr>
            <a:t>, </a:t>
          </a:r>
          <a:r>
            <a:rPr kumimoji="0" lang="es-ES" sz="1000" b="0" i="0" u="none" strike="noStrike" kern="1200" cap="none" normalizeH="0" baseline="0" dirty="0" err="1">
              <a:ln/>
              <a:effectLst/>
              <a:latin typeface="Bookman Old Style" pitchFamily="18" charset="0"/>
              <a:cs typeface="Times New Roman" pitchFamily="18" charset="0"/>
            </a:rPr>
            <a:t>hiperparatiroidismo</a:t>
          </a:r>
          <a:endParaRPr kumimoji="0" lang="es-ES" sz="1000" b="0" i="0" u="none" strike="noStrike" kern="1200" cap="none" normalizeH="0" baseline="0" dirty="0">
            <a:ln/>
            <a:effectLst/>
            <a:latin typeface="Bookman Old Style" pitchFamily="18" charset="0"/>
            <a:cs typeface="Times New Roman" pitchFamily="18" charset="0"/>
          </a:endParaRPr>
        </a:p>
      </dsp:txBody>
      <dsp:txXfrm>
        <a:off x="1124737" y="3461370"/>
        <a:ext cx="982127" cy="1275370"/>
      </dsp:txXfrm>
    </dsp:sp>
    <dsp:sp modelId="{1C1B4D3F-3000-482F-8FCA-EE68938016CA}">
      <dsp:nvSpPr>
        <dsp:cNvPr id="0" name=""/>
        <dsp:cNvSpPr/>
      </dsp:nvSpPr>
      <dsp:spPr>
        <a:xfrm>
          <a:off x="2225051" y="963448"/>
          <a:ext cx="4304396" cy="897687"/>
        </a:xfrm>
        <a:prstGeom prst="roundRect">
          <a:avLst>
            <a:gd name="adj" fmla="val 10000"/>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kumimoji="0" lang="es-ES" sz="1800" b="1" i="0" u="none" strike="noStrike" kern="1200" cap="none" normalizeH="0" baseline="0" dirty="0" err="1">
              <a:ln/>
              <a:effectLst/>
              <a:latin typeface="Bookman Old Style" pitchFamily="18" charset="0"/>
              <a:cs typeface="Times New Roman" pitchFamily="18" charset="0"/>
            </a:rPr>
            <a:t>Extraarticulares</a:t>
          </a:r>
          <a:endParaRPr lang="es-AR" sz="1800" kern="1200" dirty="0"/>
        </a:p>
      </dsp:txBody>
      <dsp:txXfrm>
        <a:off x="2251343" y="989740"/>
        <a:ext cx="4251812" cy="845103"/>
      </dsp:txXfrm>
    </dsp:sp>
    <dsp:sp modelId="{BF105A11-1F53-45A0-BF41-AAAC3DFE43F7}">
      <dsp:nvSpPr>
        <dsp:cNvPr id="0" name=""/>
        <dsp:cNvSpPr/>
      </dsp:nvSpPr>
      <dsp:spPr>
        <a:xfrm>
          <a:off x="2225051" y="1963729"/>
          <a:ext cx="1043237" cy="133648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kumimoji="0" lang="es-ES" sz="1200" b="0" i="1" u="none" strike="noStrike" kern="1200" cap="none" normalizeH="0" baseline="0" dirty="0">
              <a:ln/>
              <a:effectLst/>
              <a:latin typeface="Bookman Old Style" pitchFamily="18" charset="0"/>
              <a:cs typeface="Times New Roman" pitchFamily="18" charset="0"/>
            </a:rPr>
            <a:t>Tejido celular subcutáneo</a:t>
          </a:r>
          <a:r>
            <a:rPr kumimoji="0" lang="es-ES" sz="1200" b="0" i="0" u="none" strike="noStrike" kern="1200" cap="none" normalizeH="0" baseline="0" dirty="0">
              <a:ln/>
              <a:effectLst/>
              <a:latin typeface="Bookman Old Style" pitchFamily="18" charset="0"/>
              <a:cs typeface="Times New Roman" pitchFamily="18" charset="0"/>
            </a:rPr>
            <a:t>:</a:t>
          </a:r>
          <a:endParaRPr lang="es-AR" sz="1200" kern="1200" dirty="0"/>
        </a:p>
      </dsp:txBody>
      <dsp:txXfrm>
        <a:off x="2255606" y="1994284"/>
        <a:ext cx="982127" cy="1275370"/>
      </dsp:txXfrm>
    </dsp:sp>
    <dsp:sp modelId="{3F89AFD3-BB55-4279-996C-FEE4AB2CA645}">
      <dsp:nvSpPr>
        <dsp:cNvPr id="0" name=""/>
        <dsp:cNvSpPr/>
      </dsp:nvSpPr>
      <dsp:spPr>
        <a:xfrm>
          <a:off x="2225051" y="3402803"/>
          <a:ext cx="1043237" cy="1336480"/>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kumimoji="0" lang="es-ES" sz="1000" b="0" i="0" u="none" strike="noStrike" kern="1200" cap="none" normalizeH="0" baseline="0" dirty="0">
              <a:ln/>
              <a:effectLst/>
              <a:latin typeface="Bookman Old Style" pitchFamily="18" charset="0"/>
              <a:cs typeface="Times New Roman" pitchFamily="18" charset="0"/>
            </a:rPr>
            <a:t>esclerosis sistémica</a:t>
          </a:r>
          <a:endParaRPr lang="es-AR" sz="1000" kern="1200" dirty="0"/>
        </a:p>
      </dsp:txBody>
      <dsp:txXfrm>
        <a:off x="2255606" y="3433358"/>
        <a:ext cx="982127" cy="1275370"/>
      </dsp:txXfrm>
    </dsp:sp>
    <dsp:sp modelId="{D48E5FB8-D8E7-4AC4-B77B-48FAA7199D42}">
      <dsp:nvSpPr>
        <dsp:cNvPr id="0" name=""/>
        <dsp:cNvSpPr/>
      </dsp:nvSpPr>
      <dsp:spPr>
        <a:xfrm>
          <a:off x="3312104" y="1963729"/>
          <a:ext cx="1043237" cy="133648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kumimoji="0" lang="es-ES" sz="1200" b="0" i="1" u="none" strike="noStrike" kern="1200" cap="none" normalizeH="0" baseline="0" dirty="0">
              <a:ln/>
              <a:effectLst/>
              <a:latin typeface="Bookman Old Style" pitchFamily="18" charset="0"/>
              <a:cs typeface="Times New Roman" pitchFamily="18" charset="0"/>
            </a:rPr>
            <a:t>Músculos</a:t>
          </a:r>
          <a:r>
            <a:rPr kumimoji="0" lang="es-ES" sz="1200" b="0" i="0" u="none" strike="noStrike" kern="1200" cap="none" normalizeH="0" baseline="0" dirty="0">
              <a:ln/>
              <a:effectLst/>
              <a:latin typeface="Bookman Old Style" pitchFamily="18" charset="0"/>
              <a:cs typeface="Times New Roman" pitchFamily="18" charset="0"/>
            </a:rPr>
            <a:t>:</a:t>
          </a:r>
        </a:p>
      </dsp:txBody>
      <dsp:txXfrm>
        <a:off x="3342659" y="1994284"/>
        <a:ext cx="982127" cy="1275370"/>
      </dsp:txXfrm>
    </dsp:sp>
    <dsp:sp modelId="{5E74E0C9-945C-486F-8D43-53DA005AD119}">
      <dsp:nvSpPr>
        <dsp:cNvPr id="0" name=""/>
        <dsp:cNvSpPr/>
      </dsp:nvSpPr>
      <dsp:spPr>
        <a:xfrm>
          <a:off x="3312104" y="3402803"/>
          <a:ext cx="1043237" cy="1336480"/>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kumimoji="0" lang="es-ES" sz="1000" b="0" i="0" u="none" strike="noStrike" kern="1200" cap="none" normalizeH="0" baseline="0" dirty="0" err="1">
              <a:ln/>
              <a:effectLst/>
              <a:latin typeface="Bookman Old Style" pitchFamily="18" charset="0"/>
              <a:cs typeface="Times New Roman" pitchFamily="18" charset="0"/>
            </a:rPr>
            <a:t>dermatomiositis</a:t>
          </a:r>
          <a:r>
            <a:rPr kumimoji="0" lang="es-ES" sz="1000" b="0" i="0" u="none" strike="noStrike" kern="1200" cap="none" normalizeH="0" baseline="0" dirty="0">
              <a:ln/>
              <a:effectLst/>
              <a:latin typeface="Bookman Old Style" pitchFamily="18" charset="0"/>
              <a:cs typeface="Times New Roman" pitchFamily="18" charset="0"/>
            </a:rPr>
            <a:t>, </a:t>
          </a:r>
          <a:r>
            <a:rPr kumimoji="0" lang="es-ES" sz="1000" b="0" i="0" u="none" strike="noStrike" kern="1200" cap="none" normalizeH="0" baseline="0" dirty="0" err="1">
              <a:ln/>
              <a:effectLst/>
              <a:latin typeface="Bookman Old Style" pitchFamily="18" charset="0"/>
              <a:cs typeface="Times New Roman" pitchFamily="18" charset="0"/>
            </a:rPr>
            <a:t>supraespinoso</a:t>
          </a:r>
          <a:endParaRPr kumimoji="0" lang="es-ES" sz="1000" b="0" i="0" u="none" strike="noStrike" kern="1200" cap="none" normalizeH="0" baseline="0" dirty="0">
            <a:ln/>
            <a:effectLst/>
            <a:latin typeface="Bookman Old Style" pitchFamily="18" charset="0"/>
            <a:cs typeface="Times New Roman" pitchFamily="18" charset="0"/>
          </a:endParaRPr>
        </a:p>
      </dsp:txBody>
      <dsp:txXfrm>
        <a:off x="3342659" y="3433358"/>
        <a:ext cx="982127" cy="1275370"/>
      </dsp:txXfrm>
    </dsp:sp>
    <dsp:sp modelId="{948C319A-1B65-4200-A7DE-811D1D191685}">
      <dsp:nvSpPr>
        <dsp:cNvPr id="0" name=""/>
        <dsp:cNvSpPr/>
      </dsp:nvSpPr>
      <dsp:spPr>
        <a:xfrm>
          <a:off x="4399157" y="1963729"/>
          <a:ext cx="1043237" cy="133648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kumimoji="0" lang="es-ES" sz="1200" b="0" i="1" u="none" strike="noStrike" kern="1200" cap="none" normalizeH="0" baseline="0" dirty="0">
              <a:ln/>
              <a:effectLst/>
              <a:latin typeface="Bookman Old Style" pitchFamily="18" charset="0"/>
              <a:cs typeface="Times New Roman" pitchFamily="18" charset="0"/>
            </a:rPr>
            <a:t>Tendones, Ligamentos:</a:t>
          </a:r>
          <a:endParaRPr kumimoji="0" lang="es-ES" sz="1200" b="0" i="0" u="none" strike="noStrike" kern="1200" cap="none" normalizeH="0" baseline="0" dirty="0">
            <a:ln/>
            <a:effectLst/>
            <a:latin typeface="Bookman Old Style" pitchFamily="18" charset="0"/>
            <a:cs typeface="Times New Roman" pitchFamily="18" charset="0"/>
          </a:endParaRPr>
        </a:p>
      </dsp:txBody>
      <dsp:txXfrm>
        <a:off x="4429712" y="1994284"/>
        <a:ext cx="982127" cy="1275370"/>
      </dsp:txXfrm>
    </dsp:sp>
    <dsp:sp modelId="{64913CB5-14BA-4CEB-B11D-1684B9B4570E}">
      <dsp:nvSpPr>
        <dsp:cNvPr id="0" name=""/>
        <dsp:cNvSpPr/>
      </dsp:nvSpPr>
      <dsp:spPr>
        <a:xfrm>
          <a:off x="4399157" y="3402803"/>
          <a:ext cx="1043237" cy="1336480"/>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kumimoji="0" lang="es-ES" sz="1000" b="0" i="0" u="none" strike="noStrike" kern="1200" cap="none" normalizeH="0" baseline="0" dirty="0">
              <a:ln/>
              <a:effectLst/>
              <a:latin typeface="Bookman Old Style" pitchFamily="18" charset="0"/>
              <a:cs typeface="Times New Roman" pitchFamily="18" charset="0"/>
            </a:rPr>
            <a:t> EASN </a:t>
          </a:r>
        </a:p>
      </dsp:txBody>
      <dsp:txXfrm>
        <a:off x="4429712" y="3433358"/>
        <a:ext cx="982127" cy="1275370"/>
      </dsp:txXfrm>
    </dsp:sp>
    <dsp:sp modelId="{7FC4794D-D11B-4CF9-9A9D-C7F5FAFCA1EF}">
      <dsp:nvSpPr>
        <dsp:cNvPr id="0" name=""/>
        <dsp:cNvSpPr/>
      </dsp:nvSpPr>
      <dsp:spPr>
        <a:xfrm>
          <a:off x="5486210" y="1963729"/>
          <a:ext cx="1043237" cy="133648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kumimoji="0" lang="es-ES" sz="1200" b="0" i="0" u="none" strike="noStrike" kern="1200" cap="none" normalizeH="0" baseline="0" dirty="0">
              <a:ln/>
              <a:effectLst/>
              <a:latin typeface="Bookman Old Style" pitchFamily="18" charset="0"/>
              <a:cs typeface="Times New Roman" pitchFamily="18" charset="0"/>
            </a:rPr>
            <a:t>DISH</a:t>
          </a:r>
        </a:p>
      </dsp:txBody>
      <dsp:txXfrm>
        <a:off x="5516765" y="1994284"/>
        <a:ext cx="982127" cy="1275370"/>
      </dsp:txXfrm>
    </dsp:sp>
    <dsp:sp modelId="{682B3340-E1DD-4499-9BE0-1A0BBF8598CA}">
      <dsp:nvSpPr>
        <dsp:cNvPr id="0" name=""/>
        <dsp:cNvSpPr/>
      </dsp:nvSpPr>
      <dsp:spPr>
        <a:xfrm>
          <a:off x="5486210" y="3402803"/>
          <a:ext cx="1043237" cy="1336480"/>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rtl="0">
            <a:lnSpc>
              <a:spcPct val="90000"/>
            </a:lnSpc>
            <a:spcBef>
              <a:spcPct val="0"/>
            </a:spcBef>
            <a:spcAft>
              <a:spcPct val="35000"/>
            </a:spcAft>
            <a:buNone/>
          </a:pPr>
          <a:r>
            <a:rPr kumimoji="0" lang="es-ES" sz="1000" b="0" i="0" u="none" strike="noStrike" kern="1200" cap="none" normalizeH="0" baseline="0" dirty="0">
              <a:ln/>
              <a:effectLst/>
              <a:latin typeface="Bookman Old Style" pitchFamily="18" charset="0"/>
              <a:cs typeface="Times New Roman" pitchFamily="18" charset="0"/>
            </a:rPr>
            <a:t>(enfermedad de </a:t>
          </a:r>
          <a:r>
            <a:rPr kumimoji="0" lang="es-ES" sz="1000" b="0" i="0" u="none" strike="noStrike" kern="1200" cap="none" normalizeH="0" baseline="0" dirty="0" err="1">
              <a:ln/>
              <a:effectLst/>
              <a:latin typeface="Bookman Old Style" pitchFamily="18" charset="0"/>
              <a:cs typeface="Times New Roman" pitchFamily="18" charset="0"/>
            </a:rPr>
            <a:t>Forestier</a:t>
          </a:r>
          <a:r>
            <a:rPr kumimoji="0" lang="es-ES" sz="1000" b="0" i="0" u="none" strike="noStrike" kern="1200" cap="none" normalizeH="0" baseline="0" dirty="0">
              <a:ln/>
              <a:effectLst/>
              <a:latin typeface="Bookman Old Style" pitchFamily="18" charset="0"/>
              <a:cs typeface="Times New Roman" pitchFamily="18" charset="0"/>
            </a:rPr>
            <a:t>)</a:t>
          </a:r>
        </a:p>
      </dsp:txBody>
      <dsp:txXfrm>
        <a:off x="5516765" y="3433358"/>
        <a:ext cx="982127" cy="127537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6T21:08:02.494"/>
    </inkml:context>
    <inkml:brush xml:id="br0">
      <inkml:brushProperty name="width" value="0.05" units="cm"/>
      <inkml:brushProperty name="height" value="0.05" units="cm"/>
      <inkml:brushProperty name="color" value="#FFFFFF"/>
    </inkml:brush>
  </inkml:definitions>
  <inkml:trace contextRef="#ctx0" brushRef="#br0">0 60 24575,'1'5'0,"1"0"0,0-1 0,0 1 0,0-1 0,0 1 0,1-1 0,-1 0 0,7 7 0,4 8 0,77 130 0,-38-67 0,55 119 0,-94-167 0,11 42 0,2 9 0,-26-84 0,0 0 0,1 0 0,-1 0 0,0 1 0,0-1 0,1 0 0,-1 0 0,1 0 0,-1-1 0,1 1 0,-1 0 0,1 0 0,0 0 0,-1 0 0,1 0 0,0-1 0,0 1 0,-1 0 0,1 0 0,0-1 0,0 1 0,0-1 0,1 1 0,-1-1 0,0-1 0,-1 0 0,1 0 0,0 1 0,-1-1 0,1 0 0,-1 0 0,1 0 0,-1 0 0,1 0 0,-1 0 0,0 0 0,1 0 0,-1 0 0,0 0 0,0 0 0,1-2 0,3-57 0,0 9 0,12-65 0,-6 51 0,-7 53 0,0 0 0,0-1 0,2 1 0,-1 1 0,2-1 0,-1 1 0,2 0 0,-1 0 0,16-19 0,8-5 0,47-42 0,-65 66 0,-4 1 0,1-1 0,-1 0 0,0 0 0,8-18 0,-13 21 0,1 1 0,0-1 0,0 1 0,1 0 0,-1 0 0,2 1 0,-1-1 0,1 1 0,-1 0 0,2 1 0,-1 0 0,1 0 0,-1 0 0,12-5 0,77-19-1365,-73 24-5461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6T21:08:06.408"/>
    </inkml:context>
    <inkml:brush xml:id="br0">
      <inkml:brushProperty name="width" value="0.05" units="cm"/>
      <inkml:brushProperty name="height" value="0.05" units="cm"/>
      <inkml:brushProperty name="color" value="#FFFFFF"/>
    </inkml:brush>
  </inkml:definitions>
  <inkml:trace contextRef="#ctx0" brushRef="#br0">0 208 24575,'5'0'0,"0"1"0,0 0 0,0 1 0,0-1 0,0 1 0,-1-1 0,1 2 0,-1-1 0,1 0 0,-1 1 0,0 0 0,0 0 0,0 0 0,0 0 0,-1 1 0,1-1 0,3 6 0,7 9 0,0 0 0,14 27 0,-27-43 0,212 323 0,-162-260 0,33 48 0,-83-110 0,0 0 0,1-1 0,0 1 0,-1-1 0,1 0 0,0 0 0,0 0 0,0 0 0,1 0 0,-1 0 0,0 0 0,5 2 0,-7-4 0,1 0 0,-1 0 0,1 0 0,-1 0 0,1 0 0,-1 0 0,1 0 0,-1 0 0,0 0 0,1 0 0,-1 0 0,1 0 0,-1-1 0,1 1 0,-1 0 0,0 0 0,1 0 0,-1 0 0,1-1 0,-1 1 0,0 0 0,1-1 0,-1 1 0,0 0 0,1-1 0,-1 1 0,0 0 0,1-1 0,6-25 0,-3-62 0,-4 61 0,1 0 0,2 0 0,0 1 0,10-37 0,3 14 0,28-108 0,-15 45 0,-16 68 0,-2 0 0,6-46 0,-7 25-1365,-3 44-5461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6T21:08:08.203"/>
    </inkml:context>
    <inkml:brush xml:id="br0">
      <inkml:brushProperty name="width" value="0.05" units="cm"/>
      <inkml:brushProperty name="height" value="0.05" units="cm"/>
      <inkml:brushProperty name="color" value="#FFFFFF"/>
    </inkml:brush>
  </inkml:definitions>
  <inkml:trace contextRef="#ctx0" brushRef="#br0">1 60 24575,'17'0'0,"0"0"0,0 1 0,-1 1 0,1 1 0,29 8 0,-39-8 0,1 1 0,0-1 0,-1 1 0,1 0 0,-1 1 0,-1 0 0,1 0 0,-1 0 0,1 1 0,-1 0 0,-1 0 0,1 1 0,6 11 0,28 45 0,147 210 0,-113-167 0,-74-106 0,0 0 0,0 0 0,0 0 0,0 0 0,0-1 0,0 1 0,0 0 0,0 0 0,0 0 0,0 0 0,1 0 0,-1 0 0,0 0 0,0-1 0,0 1 0,0 0 0,0 0 0,0 0 0,0 0 0,0 0 0,0 0 0,0 0 0,0 0 0,1 0 0,-1 0 0,0 0 0,0 0 0,0 0 0,0-1 0,0 1 0,0 0 0,0 0 0,0 0 0,1 0 0,-1 0 0,0 0 0,0 0 0,0 0 0,0 0 0,0 0 0,0 0 0,0 0 0,1 0 0,-1 0 0,0 1 0,0-1 0,0 0 0,0 0 0,0 0 0,0 0 0,0 0 0,0 0 0,1 0 0,-1 0 0,0 0 0,0 0 0,0 0 0,0 0 0,0 0 0,0 1 0,0-1 0,0 0 0,0 0 0,0 0 0,0 0 0,0 0 0,0 0 0,0 1 0,2-18 0,-3-25 0,1 39 0,-2-36 0,-2-51 0,7-104 0,-3 185-50,1-1-1,0 1 1,1-1-1,0 1 0,0-1 1,1 1-1,0 0 1,1 0-1,0 1 1,0-1-1,1 1 0,0 0 1,0 0-1,1 0 1,0 1-1,0 0 1,1 0-1,0 0 0,0 1 1,1 0-1,0 1 1,0 0-1,0 0 1,0 0-1,1 1 1,17-6-1,0 3-6775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2"/>
        <p:cNvGrpSpPr/>
        <p:nvPr/>
      </p:nvGrpSpPr>
      <p:grpSpPr>
        <a:xfrm>
          <a:off x="0" y="0"/>
          <a:ext cx="0" cy="0"/>
          <a:chOff x="0" y="0"/>
          <a:chExt cx="0" cy="0"/>
        </a:xfrm>
      </p:grpSpPr>
      <p:sp>
        <p:nvSpPr>
          <p:cNvPr id="13433" name="Google Shape;13433;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34" name="Google Shape;13434;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29"/>
        <p:cNvGrpSpPr/>
        <p:nvPr/>
      </p:nvGrpSpPr>
      <p:grpSpPr>
        <a:xfrm>
          <a:off x="0" y="0"/>
          <a:ext cx="0" cy="0"/>
          <a:chOff x="0" y="0"/>
          <a:chExt cx="0" cy="0"/>
        </a:xfrm>
      </p:grpSpPr>
      <p:sp>
        <p:nvSpPr>
          <p:cNvPr id="13630" name="Google Shape;13630;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31" name="Google Shape;13631;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3073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29"/>
        <p:cNvGrpSpPr/>
        <p:nvPr/>
      </p:nvGrpSpPr>
      <p:grpSpPr>
        <a:xfrm>
          <a:off x="0" y="0"/>
          <a:ext cx="0" cy="0"/>
          <a:chOff x="0" y="0"/>
          <a:chExt cx="0" cy="0"/>
        </a:xfrm>
      </p:grpSpPr>
      <p:sp>
        <p:nvSpPr>
          <p:cNvPr id="13630" name="Google Shape;13630;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31" name="Google Shape;13631;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3611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6794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1328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3555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71810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AR" dirty="0"/>
              <a:t>Mínimo </a:t>
            </a:r>
            <a:endParaRPr dirty="0"/>
          </a:p>
        </p:txBody>
      </p:sp>
    </p:spTree>
    <p:extLst>
      <p:ext uri="{BB962C8B-B14F-4D97-AF65-F5344CB8AC3E}">
        <p14:creationId xmlns:p14="http://schemas.microsoft.com/office/powerpoint/2010/main" val="1190045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369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793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3228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1558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4"/>
        <p:cNvGrpSpPr/>
        <p:nvPr/>
      </p:nvGrpSpPr>
      <p:grpSpPr>
        <a:xfrm>
          <a:off x="0" y="0"/>
          <a:ext cx="0" cy="0"/>
          <a:chOff x="0" y="0"/>
          <a:chExt cx="0" cy="0"/>
        </a:xfrm>
      </p:grpSpPr>
      <p:sp>
        <p:nvSpPr>
          <p:cNvPr id="13605" name="Google Shape;13605;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6" name="Google Shape;13606;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4"/>
        <p:cNvGrpSpPr/>
        <p:nvPr/>
      </p:nvGrpSpPr>
      <p:grpSpPr>
        <a:xfrm>
          <a:off x="0" y="0"/>
          <a:ext cx="0" cy="0"/>
          <a:chOff x="0" y="0"/>
          <a:chExt cx="0" cy="0"/>
        </a:xfrm>
      </p:grpSpPr>
      <p:sp>
        <p:nvSpPr>
          <p:cNvPr id="13605" name="Google Shape;13605;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6" name="Google Shape;13606;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5412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2"/>
        <p:cNvGrpSpPr/>
        <p:nvPr/>
      </p:nvGrpSpPr>
      <p:grpSpPr>
        <a:xfrm>
          <a:off x="0" y="0"/>
          <a:ext cx="0" cy="0"/>
          <a:chOff x="0" y="0"/>
          <a:chExt cx="0" cy="0"/>
        </a:xfrm>
      </p:grpSpPr>
      <p:sp>
        <p:nvSpPr>
          <p:cNvPr id="13433" name="Google Shape;13433;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34" name="Google Shape;13434;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2781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29"/>
        <p:cNvGrpSpPr/>
        <p:nvPr/>
      </p:nvGrpSpPr>
      <p:grpSpPr>
        <a:xfrm>
          <a:off x="0" y="0"/>
          <a:ext cx="0" cy="0"/>
          <a:chOff x="0" y="0"/>
          <a:chExt cx="0" cy="0"/>
        </a:xfrm>
      </p:grpSpPr>
      <p:sp>
        <p:nvSpPr>
          <p:cNvPr id="13630" name="Google Shape;13630;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31" name="Google Shape;13631;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81251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3940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3838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2163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52579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4783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2"/>
        <p:cNvGrpSpPr/>
        <p:nvPr/>
      </p:nvGrpSpPr>
      <p:grpSpPr>
        <a:xfrm>
          <a:off x="0" y="0"/>
          <a:ext cx="0" cy="0"/>
          <a:chOff x="0" y="0"/>
          <a:chExt cx="0" cy="0"/>
        </a:xfrm>
      </p:grpSpPr>
      <p:sp>
        <p:nvSpPr>
          <p:cNvPr id="13433" name="Google Shape;13433;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34" name="Google Shape;13434;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06775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5460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07754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48860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63656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5903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36791097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r>
              <a:rPr lang="es-AR" sz="1200" i="1" kern="1200" baseline="0" dirty="0">
                <a:solidFill>
                  <a:schemeClr val="tx1"/>
                </a:solidFill>
                <a:latin typeface="+mn-lt"/>
                <a:ea typeface="+mn-ea"/>
                <a:cs typeface="+mn-cs"/>
              </a:rPr>
              <a:t>Quistes </a:t>
            </a:r>
            <a:r>
              <a:rPr lang="es-AR" sz="1200" i="1" kern="1200" baseline="0" dirty="0" err="1">
                <a:solidFill>
                  <a:schemeClr val="tx1"/>
                </a:solidFill>
                <a:latin typeface="+mn-lt"/>
                <a:ea typeface="+mn-ea"/>
                <a:cs typeface="+mn-cs"/>
              </a:rPr>
              <a:t>subcondrales</a:t>
            </a:r>
            <a:r>
              <a:rPr lang="es-AR" sz="1200" i="1" kern="1200" baseline="0" dirty="0">
                <a:solidFill>
                  <a:schemeClr val="tx1"/>
                </a:solidFill>
                <a:latin typeface="+mn-lt"/>
                <a:ea typeface="+mn-ea"/>
                <a:cs typeface="+mn-cs"/>
              </a:rPr>
              <a:t>. Son lesiones </a:t>
            </a:r>
            <a:r>
              <a:rPr lang="es-AR" sz="1200" i="1" kern="1200" baseline="0" dirty="0" err="1">
                <a:solidFill>
                  <a:schemeClr val="tx1"/>
                </a:solidFill>
                <a:latin typeface="+mn-lt"/>
                <a:ea typeface="+mn-ea"/>
                <a:cs typeface="+mn-cs"/>
              </a:rPr>
              <a:t>radiolúcidas</a:t>
            </a:r>
            <a:r>
              <a:rPr lang="es-AR" sz="1200" i="1" kern="1200" baseline="0" dirty="0">
                <a:solidFill>
                  <a:schemeClr val="tx1"/>
                </a:solidFill>
                <a:latin typeface="+mn-lt"/>
                <a:ea typeface="+mn-ea"/>
                <a:cs typeface="+mn-cs"/>
              </a:rPr>
              <a:t>, únicas </a:t>
            </a:r>
            <a:r>
              <a:rPr lang="es-AR" sz="1200" kern="1200" baseline="0" dirty="0">
                <a:solidFill>
                  <a:schemeClr val="tx1"/>
                </a:solidFill>
                <a:latin typeface="+mn-lt"/>
                <a:ea typeface="+mn-ea"/>
                <a:cs typeface="+mn-cs"/>
              </a:rPr>
              <a:t>o múltiples, localizadas en las porciones </a:t>
            </a:r>
            <a:r>
              <a:rPr lang="es-AR" sz="1200" kern="1200" baseline="0" dirty="0" err="1">
                <a:solidFill>
                  <a:schemeClr val="tx1"/>
                </a:solidFill>
                <a:latin typeface="+mn-lt"/>
                <a:ea typeface="+mn-ea"/>
                <a:cs typeface="+mn-cs"/>
              </a:rPr>
              <a:t>subcondrales</a:t>
            </a:r>
            <a:r>
              <a:rPr lang="es-AR" sz="1200" kern="1200" baseline="0" dirty="0">
                <a:solidFill>
                  <a:schemeClr val="tx1"/>
                </a:solidFill>
                <a:latin typeface="+mn-lt"/>
                <a:ea typeface="+mn-ea"/>
                <a:cs typeface="+mn-cs"/>
              </a:rPr>
              <a:t> de las articulaciones, rodeadas por hueso de apariencia normal y debidas a una invaginación sinovial dentro del hueso; la artritis reumatoide y en otras artropatías inflamatorias, se deben a extensión </a:t>
            </a:r>
            <a:r>
              <a:rPr lang="es-AR" sz="1200" kern="1200" baseline="0" dirty="0" err="1">
                <a:solidFill>
                  <a:schemeClr val="tx1"/>
                </a:solidFill>
                <a:latin typeface="+mn-lt"/>
                <a:ea typeface="+mn-ea"/>
                <a:cs typeface="+mn-cs"/>
              </a:rPr>
              <a:t>transcondral</a:t>
            </a:r>
            <a:r>
              <a:rPr lang="es-AR" sz="1200" kern="1200" baseline="0" dirty="0">
                <a:solidFill>
                  <a:schemeClr val="tx1"/>
                </a:solidFill>
                <a:latin typeface="+mn-lt"/>
                <a:ea typeface="+mn-ea"/>
                <a:cs typeface="+mn-cs"/>
              </a:rPr>
              <a:t> del </a:t>
            </a:r>
            <a:r>
              <a:rPr lang="es-AR" sz="1200" i="1" kern="1200" baseline="0" dirty="0" err="1">
                <a:solidFill>
                  <a:schemeClr val="tx1"/>
                </a:solidFill>
                <a:latin typeface="+mn-lt"/>
                <a:ea typeface="+mn-ea"/>
                <a:cs typeface="+mn-cs"/>
              </a:rPr>
              <a:t>pannus</a:t>
            </a:r>
            <a:r>
              <a:rPr lang="es-AR" sz="1200" i="1" kern="1200" baseline="0" dirty="0">
                <a:solidFill>
                  <a:schemeClr val="tx1"/>
                </a:solidFill>
                <a:latin typeface="+mn-lt"/>
                <a:ea typeface="+mn-ea"/>
                <a:cs typeface="+mn-cs"/>
              </a:rPr>
              <a:t>; </a:t>
            </a:r>
            <a:r>
              <a:rPr lang="es-AR" sz="1200" kern="1200" baseline="0" dirty="0">
                <a:solidFill>
                  <a:schemeClr val="tx1"/>
                </a:solidFill>
                <a:latin typeface="+mn-lt"/>
                <a:ea typeface="+mn-ea"/>
                <a:cs typeface="+mn-cs"/>
              </a:rPr>
              <a:t>la osteoartritis, es frecuente la formación de quistes que aparecen por debajo de la zona de mayor desgaste del cartílago articular; suelen ser múltiples, afectan ambos lados de la articulación y se acompañan de esclerosis ósea y disminución del espacio articular. la necrosis ósea </a:t>
            </a:r>
            <a:r>
              <a:rPr lang="es-AR" sz="1200" kern="1200" baseline="0" dirty="0" err="1">
                <a:solidFill>
                  <a:schemeClr val="tx1"/>
                </a:solidFill>
                <a:latin typeface="+mn-lt"/>
                <a:ea typeface="+mn-ea"/>
                <a:cs typeface="+mn-cs"/>
              </a:rPr>
              <a:t>avascularquistes</a:t>
            </a:r>
            <a:r>
              <a:rPr lang="es-AR" sz="1200" kern="1200" baseline="0" dirty="0">
                <a:solidFill>
                  <a:schemeClr val="tx1"/>
                </a:solidFill>
                <a:latin typeface="+mn-lt"/>
                <a:ea typeface="+mn-ea"/>
                <a:cs typeface="+mn-cs"/>
              </a:rPr>
              <a:t> no se acompañan de disminución del espacio articular,</a:t>
            </a:r>
            <a:endParaRPr lang="es-AR" dirty="0"/>
          </a:p>
        </p:txBody>
      </p:sp>
      <p:sp>
        <p:nvSpPr>
          <p:cNvPr id="4" name="3 Marcador de número de diapositiva"/>
          <p:cNvSpPr>
            <a:spLocks noGrp="1"/>
          </p:cNvSpPr>
          <p:nvPr>
            <p:ph type="sldNum" sz="quarter" idx="10"/>
          </p:nvPr>
        </p:nvSpPr>
        <p:spPr/>
        <p:txBody>
          <a:bodyPr/>
          <a:lstStyle/>
          <a:p>
            <a:fld id="{E50E118D-C2F1-4721-B53A-8EB2F89139B2}" type="slidenum">
              <a:rPr lang="es-AR" smtClean="0">
                <a:solidFill>
                  <a:prstClr val="black"/>
                </a:solidFill>
              </a:rPr>
              <a:pPr/>
              <a:t>41</a:t>
            </a:fld>
            <a:endParaRPr lang="es-AR">
              <a:solidFill>
                <a:prstClr val="black"/>
              </a:solidFill>
            </a:endParaRPr>
          </a:p>
        </p:txBody>
      </p:sp>
    </p:spTree>
    <p:extLst>
      <p:ext uri="{BB962C8B-B14F-4D97-AF65-F5344CB8AC3E}">
        <p14:creationId xmlns:p14="http://schemas.microsoft.com/office/powerpoint/2010/main" val="20787609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82182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8"/>
        <p:cNvGrpSpPr/>
        <p:nvPr/>
      </p:nvGrpSpPr>
      <p:grpSpPr>
        <a:xfrm>
          <a:off x="0" y="0"/>
          <a:ext cx="0" cy="0"/>
          <a:chOff x="0" y="0"/>
          <a:chExt cx="0" cy="0"/>
        </a:xfrm>
      </p:grpSpPr>
      <p:sp>
        <p:nvSpPr>
          <p:cNvPr id="13599" name="Google Shape;13599;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0" name="Google Shape;13600;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575875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12587998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r>
              <a:rPr lang="es-AR" sz="1200" kern="1200" baseline="0" dirty="0">
                <a:solidFill>
                  <a:schemeClr val="tx1"/>
                </a:solidFill>
                <a:latin typeface="+mn-lt"/>
                <a:ea typeface="+mn-ea"/>
                <a:cs typeface="+mn-cs"/>
              </a:rPr>
              <a:t>1) Los depósitos cálcicos en los tejidos blandos pueden indicar la presencia de padecimientos sistémicos como esclerosis </a:t>
            </a:r>
            <a:r>
              <a:rPr lang="pt-BR" sz="1200" kern="1200" baseline="0" dirty="0" err="1">
                <a:solidFill>
                  <a:schemeClr val="tx1"/>
                </a:solidFill>
                <a:latin typeface="+mn-lt"/>
                <a:ea typeface="+mn-ea"/>
                <a:cs typeface="+mn-cs"/>
              </a:rPr>
              <a:t>sistémica</a:t>
            </a:r>
            <a:r>
              <a:rPr lang="pt-BR" sz="1200" kern="1200" baseline="0" dirty="0">
                <a:solidFill>
                  <a:schemeClr val="tx1"/>
                </a:solidFill>
                <a:latin typeface="+mn-lt"/>
                <a:ea typeface="+mn-ea"/>
                <a:cs typeface="+mn-cs"/>
              </a:rPr>
              <a:t> </a:t>
            </a:r>
            <a:r>
              <a:rPr lang="pt-BR" sz="1200" kern="1200" baseline="0" dirty="0" err="1">
                <a:solidFill>
                  <a:schemeClr val="tx1"/>
                </a:solidFill>
                <a:latin typeface="+mn-lt"/>
                <a:ea typeface="+mn-ea"/>
                <a:cs typeface="+mn-cs"/>
              </a:rPr>
              <a:t>progresiva</a:t>
            </a:r>
            <a:r>
              <a:rPr lang="pt-BR" sz="1200" kern="1200" baseline="0" dirty="0">
                <a:solidFill>
                  <a:schemeClr val="tx1"/>
                </a:solidFill>
                <a:latin typeface="+mn-lt"/>
                <a:ea typeface="+mn-ea"/>
                <a:cs typeface="+mn-cs"/>
              </a:rPr>
              <a:t>, síndrome de CREST, </a:t>
            </a:r>
            <a:r>
              <a:rPr lang="pt-BR" sz="1200" kern="1200" baseline="0" dirty="0" err="1">
                <a:solidFill>
                  <a:schemeClr val="tx1"/>
                </a:solidFill>
                <a:latin typeface="+mn-lt"/>
                <a:ea typeface="+mn-ea"/>
                <a:cs typeface="+mn-cs"/>
              </a:rPr>
              <a:t>lupus</a:t>
            </a:r>
            <a:r>
              <a:rPr lang="pt-BR" sz="1200" kern="1200" baseline="0" dirty="0">
                <a:solidFill>
                  <a:schemeClr val="tx1"/>
                </a:solidFill>
                <a:latin typeface="+mn-lt"/>
                <a:ea typeface="+mn-ea"/>
                <a:cs typeface="+mn-cs"/>
              </a:rPr>
              <a:t> </a:t>
            </a:r>
            <a:r>
              <a:rPr lang="es-AR" sz="1200" kern="1200" baseline="0" dirty="0">
                <a:solidFill>
                  <a:schemeClr val="tx1"/>
                </a:solidFill>
                <a:latin typeface="+mn-lt"/>
                <a:ea typeface="+mn-ea"/>
                <a:cs typeface="+mn-cs"/>
              </a:rPr>
              <a:t>eritematoso sistémico, </a:t>
            </a:r>
            <a:r>
              <a:rPr lang="es-AR" sz="1200" kern="1200" baseline="0" dirty="0" err="1">
                <a:solidFill>
                  <a:schemeClr val="tx1"/>
                </a:solidFill>
                <a:latin typeface="+mn-lt"/>
                <a:ea typeface="+mn-ea"/>
                <a:cs typeface="+mn-cs"/>
              </a:rPr>
              <a:t>dermatomiositis</a:t>
            </a:r>
            <a:r>
              <a:rPr lang="es-AR" sz="1200" kern="1200" baseline="0" dirty="0">
                <a:solidFill>
                  <a:schemeClr val="tx1"/>
                </a:solidFill>
                <a:latin typeface="+mn-lt"/>
                <a:ea typeface="+mn-ea"/>
                <a:cs typeface="+mn-cs"/>
              </a:rPr>
              <a:t>, </a:t>
            </a:r>
            <a:r>
              <a:rPr lang="es-AR" sz="1200" kern="1200" baseline="0" dirty="0" err="1">
                <a:solidFill>
                  <a:schemeClr val="tx1"/>
                </a:solidFill>
                <a:latin typeface="+mn-lt"/>
                <a:ea typeface="+mn-ea"/>
                <a:cs typeface="+mn-cs"/>
              </a:rPr>
              <a:t>hiperparatiroidismo</a:t>
            </a:r>
            <a:r>
              <a:rPr lang="es-AR" sz="1200" kern="1200" baseline="0" dirty="0">
                <a:solidFill>
                  <a:schemeClr val="tx1"/>
                </a:solidFill>
                <a:latin typeface="+mn-lt"/>
                <a:ea typeface="+mn-ea"/>
                <a:cs typeface="+mn-cs"/>
              </a:rPr>
              <a:t>, hipoparatiroidismo, hipervitaminosis D, </a:t>
            </a:r>
            <a:r>
              <a:rPr lang="es-AR" sz="1200" kern="1200" baseline="0" dirty="0" err="1">
                <a:solidFill>
                  <a:schemeClr val="tx1"/>
                </a:solidFill>
                <a:latin typeface="+mn-lt"/>
                <a:ea typeface="+mn-ea"/>
                <a:cs typeface="+mn-cs"/>
              </a:rPr>
              <a:t>pseudohipoparatiroidismo</a:t>
            </a:r>
            <a:r>
              <a:rPr lang="es-AR" sz="1200" kern="1200" baseline="0" dirty="0">
                <a:solidFill>
                  <a:schemeClr val="tx1"/>
                </a:solidFill>
                <a:latin typeface="+mn-lt"/>
                <a:ea typeface="+mn-ea"/>
                <a:cs typeface="+mn-cs"/>
              </a:rPr>
              <a:t>, etc. (figura 21.6). También ocurren en asociación con padecimientos que causan elasticidad anormal de los tejidos subcutáneos, como en el síndrome de </a:t>
            </a:r>
            <a:r>
              <a:rPr lang="es-AR" sz="1200" kern="1200" baseline="0" dirty="0" err="1">
                <a:solidFill>
                  <a:schemeClr val="tx1"/>
                </a:solidFill>
                <a:latin typeface="+mn-lt"/>
                <a:ea typeface="+mn-ea"/>
                <a:cs typeface="+mn-cs"/>
              </a:rPr>
              <a:t>Ehlers-Danlos</a:t>
            </a:r>
            <a:r>
              <a:rPr lang="es-AR" sz="1200" kern="1200" baseline="0" dirty="0">
                <a:solidFill>
                  <a:schemeClr val="tx1"/>
                </a:solidFill>
                <a:latin typeface="+mn-lt"/>
                <a:ea typeface="+mn-ea"/>
                <a:cs typeface="+mn-cs"/>
              </a:rPr>
              <a:t>. En otras ocasiones, la presencia de calcificaciones de los tejidos blandos puede ser secundaria a trauma, necrosis grasa o lesiones por agentes físicos como</a:t>
            </a:r>
          </a:p>
          <a:p>
            <a:r>
              <a:rPr lang="es-AR" sz="1200" kern="1200" baseline="0" dirty="0">
                <a:solidFill>
                  <a:schemeClr val="tx1"/>
                </a:solidFill>
                <a:latin typeface="+mn-lt"/>
                <a:ea typeface="+mn-ea"/>
                <a:cs typeface="+mn-cs"/>
              </a:rPr>
              <a:t>quemaduras, congelamiento, radiación, etc.</a:t>
            </a:r>
          </a:p>
          <a:p>
            <a:r>
              <a:rPr lang="es-AR" sz="1200" kern="1200" baseline="0" dirty="0">
                <a:solidFill>
                  <a:schemeClr val="tx1"/>
                </a:solidFill>
                <a:latin typeface="+mn-lt"/>
                <a:ea typeface="+mn-ea"/>
                <a:cs typeface="+mn-cs"/>
              </a:rPr>
              <a:t>2) Las calcificaciones dentro de la cápsula articular (</a:t>
            </a:r>
            <a:r>
              <a:rPr lang="es-AR" sz="1200" kern="1200" baseline="0" dirty="0" err="1">
                <a:solidFill>
                  <a:schemeClr val="tx1"/>
                </a:solidFill>
                <a:latin typeface="+mn-lt"/>
                <a:ea typeface="+mn-ea"/>
                <a:cs typeface="+mn-cs"/>
              </a:rPr>
              <a:t>intraarticulares</a:t>
            </a:r>
            <a:r>
              <a:rPr lang="es-AR" sz="1200" kern="1200" baseline="0" dirty="0">
                <a:solidFill>
                  <a:schemeClr val="tx1"/>
                </a:solidFill>
                <a:latin typeface="+mn-lt"/>
                <a:ea typeface="+mn-ea"/>
                <a:cs typeface="+mn-cs"/>
              </a:rPr>
              <a:t>) pueden estar representadas por depósitos cálcicos amorfos o, bien, estar localizadas </a:t>
            </a:r>
            <a:r>
              <a:rPr lang="es-AR" sz="1200" kern="1200" baseline="0" dirty="0" err="1">
                <a:solidFill>
                  <a:schemeClr val="tx1"/>
                </a:solidFill>
                <a:latin typeface="+mn-lt"/>
                <a:ea typeface="+mn-ea"/>
                <a:cs typeface="+mn-cs"/>
              </a:rPr>
              <a:t>dentrodel</a:t>
            </a:r>
            <a:r>
              <a:rPr lang="es-AR" sz="1200" kern="1200" baseline="0" dirty="0">
                <a:solidFill>
                  <a:schemeClr val="tx1"/>
                </a:solidFill>
                <a:latin typeface="+mn-lt"/>
                <a:ea typeface="+mn-ea"/>
                <a:cs typeface="+mn-cs"/>
              </a:rPr>
              <a:t> cartílago articular, en cuyo caso se denominan </a:t>
            </a:r>
            <a:r>
              <a:rPr lang="es-AR" sz="1200" kern="1200" baseline="0" dirty="0" err="1">
                <a:solidFill>
                  <a:schemeClr val="tx1"/>
                </a:solidFill>
                <a:latin typeface="+mn-lt"/>
                <a:ea typeface="+mn-ea"/>
                <a:cs typeface="+mn-cs"/>
              </a:rPr>
              <a:t>condrocalcinosis</a:t>
            </a:r>
            <a:r>
              <a:rPr lang="es-AR" sz="1200" kern="1200" baseline="0" dirty="0">
                <a:solidFill>
                  <a:schemeClr val="tx1"/>
                </a:solidFill>
                <a:latin typeface="+mn-lt"/>
                <a:ea typeface="+mn-ea"/>
                <a:cs typeface="+mn-cs"/>
              </a:rPr>
              <a:t>. Las calcificaciones del cartílago hialino o del fibrocartílago representan un signo radiográfico fundamental</a:t>
            </a:r>
          </a:p>
          <a:p>
            <a:r>
              <a:rPr lang="es-AR" sz="1200" kern="1200" baseline="0" dirty="0">
                <a:solidFill>
                  <a:schemeClr val="tx1"/>
                </a:solidFill>
                <a:latin typeface="+mn-lt"/>
                <a:ea typeface="+mn-ea"/>
                <a:cs typeface="+mn-cs"/>
              </a:rPr>
              <a:t>3) Las calcificaciones localizadas en los tendones son frecuentemente secundarias al depósito de </a:t>
            </a:r>
            <a:r>
              <a:rPr lang="es-AR" sz="1200" kern="1200" baseline="0" dirty="0" err="1">
                <a:solidFill>
                  <a:schemeClr val="tx1"/>
                </a:solidFill>
                <a:latin typeface="+mn-lt"/>
                <a:ea typeface="+mn-ea"/>
                <a:cs typeface="+mn-cs"/>
              </a:rPr>
              <a:t>cristalesde</a:t>
            </a:r>
            <a:r>
              <a:rPr lang="es-AR" sz="1200" kern="1200" baseline="0" dirty="0">
                <a:solidFill>
                  <a:schemeClr val="tx1"/>
                </a:solidFill>
                <a:latin typeface="+mn-lt"/>
                <a:ea typeface="+mn-ea"/>
                <a:cs typeface="+mn-cs"/>
              </a:rPr>
              <a:t> </a:t>
            </a:r>
            <a:r>
              <a:rPr lang="es-AR" sz="1200" kern="1200" baseline="0" dirty="0" err="1">
                <a:solidFill>
                  <a:schemeClr val="tx1"/>
                </a:solidFill>
                <a:latin typeface="+mn-lt"/>
                <a:ea typeface="+mn-ea"/>
                <a:cs typeface="+mn-cs"/>
              </a:rPr>
              <a:t>hidroxiapatita</a:t>
            </a:r>
            <a:r>
              <a:rPr lang="es-AR" sz="1200" kern="1200" baseline="0" dirty="0">
                <a:solidFill>
                  <a:schemeClr val="tx1"/>
                </a:solidFill>
                <a:latin typeface="+mn-lt"/>
                <a:ea typeface="+mn-ea"/>
                <a:cs typeface="+mn-cs"/>
              </a:rPr>
              <a:t> de calcio. </a:t>
            </a:r>
            <a:endParaRPr lang="es-AR" dirty="0"/>
          </a:p>
          <a:p>
            <a:endParaRPr lang="es-AR" dirty="0"/>
          </a:p>
        </p:txBody>
      </p:sp>
      <p:sp>
        <p:nvSpPr>
          <p:cNvPr id="4" name="3 Marcador de número de diapositiva"/>
          <p:cNvSpPr>
            <a:spLocks noGrp="1"/>
          </p:cNvSpPr>
          <p:nvPr>
            <p:ph type="sldNum" sz="quarter" idx="10"/>
          </p:nvPr>
        </p:nvSpPr>
        <p:spPr/>
        <p:txBody>
          <a:bodyPr/>
          <a:lstStyle/>
          <a:p>
            <a:fld id="{E50E118D-C2F1-4721-B53A-8EB2F89139B2}" type="slidenum">
              <a:rPr lang="es-AR" smtClean="0">
                <a:solidFill>
                  <a:prstClr val="black"/>
                </a:solidFill>
              </a:rPr>
              <a:pPr/>
              <a:t>50</a:t>
            </a:fld>
            <a:endParaRPr lang="es-AR">
              <a:solidFill>
                <a:prstClr val="black"/>
              </a:solidFill>
            </a:endParaRPr>
          </a:p>
        </p:txBody>
      </p:sp>
    </p:spTree>
    <p:extLst>
      <p:ext uri="{BB962C8B-B14F-4D97-AF65-F5344CB8AC3E}">
        <p14:creationId xmlns:p14="http://schemas.microsoft.com/office/powerpoint/2010/main" val="14391307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Supraespinoso: fosa supraespinosa &gt; troquiter (cara superior): rotación interna del brazo, inervado por el nervio supraescapular (plexo braquial)</a:t>
            </a:r>
            <a:endParaRPr/>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Infraespinoso: fosa infraespinosa &gt; troquiter (cara externa): rotación externa del brazo,  inervado por el nervio supraescapular.</a:t>
            </a:r>
            <a:endParaRPr/>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Redondo menor: cara posterior de la escapula en borde lateral de escapula (arriba) &gt; troquiter (cara post):rotación externa del brazo,  inervado por el N. circunflejo.</a:t>
            </a:r>
            <a:endParaRPr/>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Redondo mayor: cara posterior de la escapula en borde lateral de escapula (abajo) &gt; borde interno de la corredera bicipital (pasa hacia adelante el húmero): rotación interna. </a:t>
            </a:r>
            <a:endParaRPr/>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Porción larga del Triceps (músculo del brazo) se inserta en la rugosidad infraglenoidea, pasando entre medio del redondo mayor que queda por delante y el redondo menor que queda por detras. </a:t>
            </a:r>
            <a:endParaRPr/>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Subescapular: cara anterior de la escapula (fosa subescapular) &gt; troquin: rotación interna del brazo y aducción. Inervado por el N. Subescapular. </a:t>
            </a:r>
            <a:endParaRPr/>
          </a:p>
          <a:p>
            <a:pPr marL="0" lvl="0" indent="0" algn="l" rtl="0">
              <a:spcBef>
                <a:spcPts val="0"/>
              </a:spcBef>
              <a:spcAft>
                <a:spcPts val="0"/>
              </a:spcAft>
              <a:buNone/>
            </a:pPr>
            <a:br>
              <a:rPr lang="es-ES" b="0"/>
            </a:br>
            <a:br>
              <a:rPr lang="es-ES" b="0"/>
            </a:br>
            <a:r>
              <a:rPr lang="es-ES" sz="1200" b="0" i="0" u="none" strike="noStrike">
                <a:solidFill>
                  <a:schemeClr val="dk1"/>
                </a:solidFill>
                <a:latin typeface="Calibri"/>
                <a:ea typeface="Calibri"/>
                <a:cs typeface="Calibri"/>
                <a:sym typeface="Calibri"/>
              </a:rPr>
              <a:t>Grupo externo:</a:t>
            </a:r>
            <a:endParaRPr b="0"/>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Deltoides: de la V deltoidea (unión del ⅓ sup con el ⅓ medio del húmero) &gt; borde anterior de de la clavicula y labio inferior de la espina del omoplato: abducción del brazo. Inervado por el N. Circunflejo. </a:t>
            </a:r>
            <a:endParaRPr/>
          </a:p>
          <a:p>
            <a:pPr marL="0" lvl="0" indent="0" algn="l" rtl="0">
              <a:spcBef>
                <a:spcPts val="0"/>
              </a:spcBef>
              <a:spcAft>
                <a:spcPts val="0"/>
              </a:spcAft>
              <a:buNone/>
            </a:pPr>
            <a:br>
              <a:rPr lang="es-ES" b="0"/>
            </a:br>
            <a:r>
              <a:rPr lang="es-ES" sz="1200" b="0" i="0" u="none" strike="noStrike">
                <a:solidFill>
                  <a:schemeClr val="dk1"/>
                </a:solidFill>
                <a:latin typeface="Calibri"/>
                <a:ea typeface="Calibri"/>
                <a:cs typeface="Calibri"/>
                <a:sym typeface="Calibri"/>
              </a:rPr>
              <a:t>Grupo anterior:</a:t>
            </a:r>
            <a:endParaRPr b="0"/>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Superficial: pectoral mayor: inserción proximal: mitad interna del borde anterior de la clavicula, esternón, primeras 7 costillas, lleva el brazo hacia adelante y adentro, inervado por el pectoral mayor (plexo braquial). Junto con el deltoides delimitan el surco deltopectoral: por donde corre la vena cefálica.   </a:t>
            </a:r>
            <a:endParaRPr/>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Profundo: </a:t>
            </a:r>
            <a:endParaRPr/>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Pectoral menor: apof coracoides &gt; costillas 3,4 y5  (345): musculo inspirador</a:t>
            </a:r>
            <a:endParaRPr b="0"/>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Subclavio: cara inferior interna de la clavícula &gt; 1° costilla: descenso de la clavícula. Inervado por le N. subclavio.</a:t>
            </a:r>
            <a:endParaRPr b="0"/>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Aponeurosis clavipectoral de richet (entre subclavio y pectoral &lt;)</a:t>
            </a:r>
            <a:endParaRPr b="0"/>
          </a:p>
          <a:p>
            <a:pPr marL="0" lvl="0" indent="0" algn="l" rtl="0">
              <a:spcBef>
                <a:spcPts val="0"/>
              </a:spcBef>
              <a:spcAft>
                <a:spcPts val="0"/>
              </a:spcAft>
              <a:buNone/>
            </a:pPr>
            <a:br>
              <a:rPr lang="es-ES"/>
            </a:br>
            <a:endParaRPr/>
          </a:p>
        </p:txBody>
      </p:sp>
      <p:sp>
        <p:nvSpPr>
          <p:cNvPr id="131" name="Google Shape;13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55</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7" name="Google Shape;13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ES"/>
              <a:t>Impingment test: alivio del dolor al realizar abducción luego de inyectar 10 ml de lidocaína al 1% en la bursa subacromial.</a:t>
            </a:r>
            <a:endParaRPr/>
          </a:p>
          <a:p>
            <a:pPr marL="0" lvl="0" indent="0" algn="l" rtl="0">
              <a:spcBef>
                <a:spcPts val="0"/>
              </a:spcBef>
              <a:spcAft>
                <a:spcPts val="0"/>
              </a:spcAft>
              <a:buNone/>
            </a:pPr>
            <a:endParaRPr/>
          </a:p>
        </p:txBody>
      </p:sp>
      <p:sp>
        <p:nvSpPr>
          <p:cNvPr id="176" name="Google Shape;17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61</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6" name="Google Shape;23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sz="1200" b="1" i="1" u="sng">
                <a:solidFill>
                  <a:schemeClr val="lt1"/>
                </a:solidFill>
                <a:latin typeface="Calibri"/>
                <a:ea typeface="Calibri"/>
                <a:cs typeface="Calibri"/>
                <a:sym typeface="Calibri"/>
              </a:rPr>
              <a:t> </a:t>
            </a:r>
            <a:endParaRPr/>
          </a:p>
        </p:txBody>
      </p:sp>
      <p:sp>
        <p:nvSpPr>
          <p:cNvPr id="250" name="Google Shape;25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71</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sz="1200" b="1" i="1" u="sng">
                <a:solidFill>
                  <a:schemeClr val="dk1"/>
                </a:solidFill>
                <a:latin typeface="Calibri"/>
                <a:ea typeface="Calibri"/>
                <a:cs typeface="Calibri"/>
                <a:sym typeface="Calibri"/>
              </a:rPr>
              <a:t>ANTERIOR: TUNEL CARPIANO:</a:t>
            </a:r>
            <a:endParaRPr b="0"/>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Componente óseo: escafoides, grande, ganchoso,piramidal y pisiforme.</a:t>
            </a:r>
            <a:endParaRPr b="0"/>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Componen fibroso: ligamento anular anterior del carpo: desde el tuberculo del escafoides &gt; pisiforme, donde se divide en 2 hojas, formando el canal de Guyon junto al cubital anterior (donde pasa el paquete vasculo nervioso cubital). </a:t>
            </a:r>
            <a:endParaRPr b="0"/>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Contenido: </a:t>
            </a:r>
            <a:endParaRPr b="0"/>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El palmar mayor que pasa por un canal propio. </a:t>
            </a:r>
            <a:endParaRPr/>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Nervio mediano</a:t>
            </a:r>
            <a:endParaRPr/>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Flexores común superficial y profundo de los dedos</a:t>
            </a:r>
            <a:endParaRPr/>
          </a:p>
          <a:p>
            <a:pPr marL="0" lvl="0" indent="0" algn="l" rtl="0">
              <a:spcBef>
                <a:spcPts val="0"/>
              </a:spcBef>
              <a:spcAft>
                <a:spcPts val="0"/>
              </a:spcAft>
              <a:buNone/>
            </a:pPr>
            <a:r>
              <a:rPr lang="es-ES" sz="1200" b="0" i="0" u="none" strike="noStrike">
                <a:solidFill>
                  <a:schemeClr val="dk1"/>
                </a:solidFill>
                <a:latin typeface="Calibri"/>
                <a:ea typeface="Calibri"/>
                <a:cs typeface="Calibri"/>
                <a:sym typeface="Calibri"/>
              </a:rPr>
              <a:t>Flexor propio del pulgar</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4" name="Google Shape;26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73</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30B807FA-256C-D47F-C635-6E9C869356F7}"/>
            </a:ext>
          </a:extLst>
        </p:cNvPr>
        <p:cNvGrpSpPr/>
        <p:nvPr/>
      </p:nvGrpSpPr>
      <p:grpSpPr>
        <a:xfrm>
          <a:off x="0" y="0"/>
          <a:ext cx="0" cy="0"/>
          <a:chOff x="0" y="0"/>
          <a:chExt cx="0" cy="0"/>
        </a:xfrm>
      </p:grpSpPr>
      <p:sp>
        <p:nvSpPr>
          <p:cNvPr id="108" name="Google Shape;108;p1:notes">
            <a:extLst>
              <a:ext uri="{FF2B5EF4-FFF2-40B4-BE49-F238E27FC236}">
                <a16:creationId xmlns:a16="http://schemas.microsoft.com/office/drawing/2014/main" id="{2C9D50DF-89B2-3B0D-E559-233AC34F8E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1:notes">
            <a:extLst>
              <a:ext uri="{FF2B5EF4-FFF2-40B4-BE49-F238E27FC236}">
                <a16:creationId xmlns:a16="http://schemas.microsoft.com/office/drawing/2014/main" id="{85773A8F-F7A4-7D2F-DF51-64608DFF0E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744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10388-A713-54A2-807C-D6F7D891C3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08979E-15ED-ABE3-17C9-D91FFE4354B4}"/>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0F78C540-D9B1-27BE-B58A-1C60235B7BBA}"/>
              </a:ext>
            </a:extLst>
          </p:cNvPr>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20766820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5388225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D78D6-F440-B290-1E00-EDEFBD474F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8132517-5A7E-C649-4C1D-F11F9AE0EC79}"/>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4FB81B90-79F3-C861-D002-AD1A3680565A}"/>
              </a:ext>
            </a:extLst>
          </p:cNvPr>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347585368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C9D6A-6865-BD23-E7A3-6DE6561148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853BF9F-2E87-47E7-CF6E-705200ADB3F3}"/>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3299BA63-5619-2A5F-23E8-B2BAFC49FEBB}"/>
              </a:ext>
            </a:extLst>
          </p:cNvPr>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8151074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348549007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D5D22-2014-7379-455B-2D9E7FD31C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FF97F9-7BE8-2BE2-888A-1374209F0FAF}"/>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BF341401-C895-6725-2A6C-F432B713B36F}"/>
              </a:ext>
            </a:extLst>
          </p:cNvPr>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35480685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40BFF-9B4E-8F51-4745-9A419351E0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0CD7A4-A1CF-7EE7-5507-09EA3705B051}"/>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0DC3D46C-8624-C3F3-0BB4-7F021CE168C9}"/>
              </a:ext>
            </a:extLst>
          </p:cNvPr>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109255402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6401842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102696576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6CA91914-C26D-49AE-0B56-BFE4F7C6D2AC}"/>
            </a:ext>
          </a:extLst>
        </p:cNvPr>
        <p:cNvGrpSpPr/>
        <p:nvPr/>
      </p:nvGrpSpPr>
      <p:grpSpPr>
        <a:xfrm>
          <a:off x="0" y="0"/>
          <a:ext cx="0" cy="0"/>
          <a:chOff x="0" y="0"/>
          <a:chExt cx="0" cy="0"/>
        </a:xfrm>
      </p:grpSpPr>
      <p:sp>
        <p:nvSpPr>
          <p:cNvPr id="108" name="Google Shape;108;p1:notes">
            <a:extLst>
              <a:ext uri="{FF2B5EF4-FFF2-40B4-BE49-F238E27FC236}">
                <a16:creationId xmlns:a16="http://schemas.microsoft.com/office/drawing/2014/main" id="{ECCE6A68-69EB-913F-6A6B-FE758C0A131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1:notes">
            <a:extLst>
              <a:ext uri="{FF2B5EF4-FFF2-40B4-BE49-F238E27FC236}">
                <a16:creationId xmlns:a16="http://schemas.microsoft.com/office/drawing/2014/main" id="{099BF8FB-3AF3-834B-5FB1-278A984A32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903353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41fb743248_0_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41fb743248_0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4424d696ab_1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4424d696ab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El dolor de cuello tiene una prevalencia del 10-20%, similar a la de la lumbalgia; pero es poco frecuente la baja laboral por este motivo. La causa mas frecuente de cervic aguda y cronica son los cambios degenerativos tipo artrosis. Abordaremos la cervcialgia sin radiculopatia y sin atcd traumatico. La mayoria de los pacientes se recuperan con tto conservador indep de la causa. Sintomas graves o persistentes= desafio diagnostico terapeutico por variabilidad del dolor, por su manejo y la falta de especificidad del dx por imagen.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41fb743248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41fb743248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7 vertebras: atlas, axis, C3-C7. Musculos paravertebrales + trapecios → estabilidad, movimiento, proteccion SNC, alineacion de la cabeza y el cuello. Mayoria de cambios degenerativos de C4-C7. Normal: lordosis poco profunda, gracias a musculos del cuello. Si artrosis avanzada puede haber reversion de la lordosis, aunque no se asocian estas desalineaciones con dolor cervical.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4424d696ab_1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4424d696ab_1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SPURLING: cabaza neutral o extendida girada e inclinada hacia lado doloroso</a:t>
            </a:r>
            <a:endParaRPr/>
          </a:p>
          <a:p>
            <a:pPr marL="0" lvl="0" indent="0" algn="l" rtl="0">
              <a:spcBef>
                <a:spcPts val="0"/>
              </a:spcBef>
              <a:spcAft>
                <a:spcPts val="0"/>
              </a:spcAft>
              <a:buNone/>
            </a:pPr>
            <a:r>
              <a:rPr lang="es"/>
              <a:t>ELVEY como lasegue pero para MMSS</a:t>
            </a:r>
            <a:endParaRPr/>
          </a:p>
          <a:p>
            <a:pPr marL="0" lvl="0" indent="0" algn="l" rtl="0">
              <a:spcBef>
                <a:spcPts val="0"/>
              </a:spcBef>
              <a:spcAft>
                <a:spcPts val="0"/>
              </a:spcAft>
              <a:buNone/>
            </a:pPr>
            <a:r>
              <a:rPr lang="es"/>
              <a:t>Distraccion cervical deberia aliviar</a:t>
            </a:r>
            <a:endParaRPr/>
          </a:p>
          <a:p>
            <a:pPr marL="0" lvl="0" indent="0" algn="l" rtl="0">
              <a:spcBef>
                <a:spcPts val="0"/>
              </a:spcBef>
              <a:spcAft>
                <a:spcPts val="0"/>
              </a:spcAft>
              <a:buNone/>
            </a:pPr>
            <a:r>
              <a:rPr lang="es"/>
              <a:t>mayor sensibilidad si se usan juntos!!!</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4424d696ab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4424d696ab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4424d696ab_1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4424d696ab_1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41fb743248_0_4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41fb743248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4424d696ab_1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4424d696ab_1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4424d696ab_1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4424d696ab_1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41fb743248_0_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41fb743248_0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24424d696ab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24424d696a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La lumbalgia es un síntoma muy frecuente en las consultas de atención primaria y en urgencias, y una causa muy prevalente de bajas laborales.</a:t>
            </a:r>
            <a:endParaRPr/>
          </a:p>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24424d696ab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24424d696ab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Como decía, la primera causa de dolor lumbar es la lumbalgia simple, sin causa clara, probablemente de etiología musculoesquelética.</a:t>
            </a:r>
            <a:endParaRPr/>
          </a:p>
          <a:p>
            <a:pPr marL="0" lvl="0" indent="0" algn="l" rtl="0">
              <a:spcBef>
                <a:spcPts val="0"/>
              </a:spcBef>
              <a:spcAft>
                <a:spcPts val="0"/>
              </a:spcAft>
              <a:buNone/>
            </a:pPr>
            <a:r>
              <a:rPr lang="es"/>
              <a:t>Entre las causas  identificables, encontraríamos, el sdr de cauda equina o cola de caballo, en donde el dolor es el principal síntoma, pero suele estar acompañado de disfunción motora (debilidad) y disminución de la sensibilidad.</a:t>
            </a:r>
            <a:endParaRPr/>
          </a:p>
          <a:p>
            <a:pPr marL="0" lvl="0" indent="0" algn="l" rtl="0">
              <a:spcBef>
                <a:spcPts val="0"/>
              </a:spcBef>
              <a:spcAft>
                <a:spcPts val="0"/>
              </a:spcAft>
              <a:buNone/>
            </a:pPr>
            <a:r>
              <a:rPr lang="es"/>
              <a:t>En cuanto a las metástasis, una historia de cáncer nos tiene que hacer pensar en ella, el 80% serán tumores sólidos,entre los que se encuentran pulmón, mama, próstata, riñón y pueden manifestarse con dolor o con síntomas neurológicos derivados de la compresión medular…</a:t>
            </a:r>
            <a:endParaRPr/>
          </a:p>
          <a:p>
            <a:pPr marL="0" lvl="0" indent="0" algn="l" rtl="0">
              <a:spcBef>
                <a:spcPts val="0"/>
              </a:spcBef>
              <a:spcAft>
                <a:spcPts val="0"/>
              </a:spcAft>
              <a:buNone/>
            </a:pPr>
            <a:r>
              <a:rPr lang="es"/>
              <a:t>Entre etiologías menos graves, encontramos las fracturas, que tenemos que sospechar en la osteoporosis, edad avanzada o uso prolongado de corticodies, radiculopatías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4424d696ab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4424d696a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La exploración inicial en la lumbalgia debe incluir la anamnesis y examen físico, debemos evaluar signos y síntomas que indiquen necesidad de imágenes urgentes o pruebas adicionales. </a:t>
            </a:r>
            <a:endParaRPr/>
          </a:p>
          <a:p>
            <a:pPr marL="0" lvl="0" indent="0" algn="l" rtl="0">
              <a:spcBef>
                <a:spcPts val="0"/>
              </a:spcBef>
              <a:spcAft>
                <a:spcPts val="0"/>
              </a:spcAft>
              <a:buNone/>
            </a:pPr>
            <a:r>
              <a:rPr lang="es"/>
              <a:t>Es importante evaluar las posibles etiologías concretas para el dolor de espalda. </a:t>
            </a:r>
            <a:endParaRPr/>
          </a:p>
          <a:p>
            <a:pPr marL="0" lvl="0" indent="0" algn="l" rtl="0">
              <a:spcBef>
                <a:spcPts val="0"/>
              </a:spcBef>
              <a:spcAft>
                <a:spcPts val="0"/>
              </a:spcAft>
              <a:buNone/>
            </a:pPr>
            <a:r>
              <a:rPr lang="es"/>
              <a:t>Debemos fijarnos también en los signos de alarma como: </a:t>
            </a:r>
            <a:endParaRPr/>
          </a:p>
          <a:p>
            <a:pPr marL="0" lvl="0" indent="0" algn="l" rtl="0">
              <a:spcBef>
                <a:spcPts val="0"/>
              </a:spcBef>
              <a:spcAft>
                <a:spcPts val="0"/>
              </a:spcAft>
              <a:buNone/>
            </a:pPr>
            <a:r>
              <a:rPr lang="es"/>
              <a:t>Debemos preguntar por síntomas generales como pérdida de peso, dolor nocturno…</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24424d696ab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24424d696ab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Continuando con la pregunta anterior, los expertos recomiendan NO solicitar pruebas de imagen rutinariamente en pacientes con dolor lumbar inespecífico a no ser que sospechemos patología maligna o infección. </a:t>
            </a:r>
            <a:endParaRPr/>
          </a:p>
          <a:p>
            <a:pPr marL="0" lvl="0" indent="0" algn="l" rtl="0">
              <a:spcBef>
                <a:spcPts val="0"/>
              </a:spcBef>
              <a:spcAft>
                <a:spcPts val="0"/>
              </a:spcAft>
              <a:buNone/>
            </a:pPr>
            <a:r>
              <a:rPr lang="es"/>
              <a:t>Las pruebas a solicitar serían la Rx de columna AP y lateral, la oblicua no aporta más información, la solicitaríamos en caso de sospecha de fractura u osteoporosis.</a:t>
            </a:r>
            <a:endParaRPr/>
          </a:p>
          <a:p>
            <a:pPr marL="0" lvl="0" indent="0" algn="l" rtl="0">
              <a:spcBef>
                <a:spcPts val="0"/>
              </a:spcBef>
              <a:spcAft>
                <a:spcPts val="0"/>
              </a:spcAft>
              <a:buNone/>
            </a:pPr>
            <a:r>
              <a:rPr lang="es"/>
              <a:t>En cuanto a la RMN, la prueba más sensible y específica  para visualizar la columna y médula , se solicita de urgencia en caso de disfunción neurológica, sdr de cola de caballo, anestesia en silla de montar, incontinencia urinaria, perdida severa de movilidad…</a:t>
            </a:r>
            <a:endParaRPr/>
          </a:p>
          <a:p>
            <a:pPr marL="0" lvl="0" indent="0" algn="l" rtl="0">
              <a:spcBef>
                <a:spcPts val="0"/>
              </a:spcBef>
              <a:spcAft>
                <a:spcPts val="0"/>
              </a:spcAft>
              <a:buNone/>
            </a:pPr>
            <a:r>
              <a:rPr lang="es"/>
              <a:t>En la consulta de AP, habrá que seguir la evolución de estos pacientes, en esto no nos hemos metido pero a grandes rasgos, un paciente con lumbalgia inespecífica que no mejora en 4-6 semanas, habría que valorar solicitar una Rx y según la clínica, remitir a RHB o Trauma o solicitar RMN.</a:t>
            </a:r>
            <a:endParaRPr/>
          </a:p>
          <a:p>
            <a:pPr marL="0" lvl="0" indent="0" algn="l" rtl="0">
              <a:spcBef>
                <a:spcPts val="0"/>
              </a:spcBef>
              <a:spcAft>
                <a:spcPts val="0"/>
              </a:spcAft>
              <a:buNone/>
            </a:pPr>
            <a:r>
              <a:rPr lang="es"/>
              <a:t>En cuanto a los hallazgos en la RMN, comentar que no siempre los dolores lumbares o ciáticos corresponden a patologías de la columnay que en la RMN, se pueden observar hallazgos que no se correlacionan con la clínica, como nodulos de schmol, fisuras anulares o cambios degenerativos.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4424d696ab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4424d696ab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Este es un poco el algoritmo de tratamiento que hemos sacado como conclusión comparando lo que decían en uptodate con la guia terapética de semfyc.</a:t>
            </a:r>
            <a:endParaRPr dirty="0"/>
          </a:p>
          <a:p>
            <a:pPr marL="0" lvl="0" indent="0" algn="l" rtl="0">
              <a:spcBef>
                <a:spcPts val="0"/>
              </a:spcBef>
              <a:spcAft>
                <a:spcPts val="0"/>
              </a:spcAft>
              <a:buNone/>
            </a:pPr>
            <a:r>
              <a:rPr lang="es" dirty="0"/>
              <a:t>En el dolor lumbar agudo, el objetivo es reducir el dolor y probablemente disminuirá en 2 a 4 semanas. </a:t>
            </a:r>
            <a:endParaRPr dirty="0"/>
          </a:p>
          <a:p>
            <a:pPr marL="0" lvl="0" indent="0" algn="l" rtl="0">
              <a:spcBef>
                <a:spcPts val="0"/>
              </a:spcBef>
              <a:spcAft>
                <a:spcPts val="0"/>
              </a:spcAft>
              <a:buNone/>
            </a:pPr>
            <a:r>
              <a:rPr lang="es" dirty="0"/>
              <a:t>Son importantes las</a:t>
            </a:r>
            <a:r>
              <a:rPr lang="es" b="1" dirty="0"/>
              <a:t> medidas no farmacológicas</a:t>
            </a:r>
            <a:r>
              <a:rPr lang="es" dirty="0"/>
              <a:t>, entre las que encontramos el calor superficial (con evidencia moderada) y otras recomendaciones de ejercicio físico, masaje y acupuntura, que tienen una evidencia más baja. </a:t>
            </a:r>
            <a:r>
              <a:rPr lang="es" dirty="0">
                <a:highlight>
                  <a:srgbClr val="FFFF00"/>
                </a:highlight>
              </a:rPr>
              <a:t>Estas medidas no farmacológicas deben individualizarse en cada paciente.</a:t>
            </a:r>
            <a:r>
              <a:rPr lang="es" dirty="0"/>
              <a:t> </a:t>
            </a:r>
            <a:endParaRPr dirty="0"/>
          </a:p>
          <a:p>
            <a:pPr marL="0" lvl="0" indent="0" algn="l" rtl="0">
              <a:spcBef>
                <a:spcPts val="0"/>
              </a:spcBef>
              <a:spcAft>
                <a:spcPts val="0"/>
              </a:spcAft>
              <a:buNone/>
            </a:pPr>
            <a:r>
              <a:rPr lang="es" dirty="0"/>
              <a:t>Es muy importante también hacer énfasis en el paciente en la naturaleza benigna del dolor, el buen pronóstico, el mantenerse activo…</a:t>
            </a:r>
            <a:endParaRPr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4424d696a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4424d696a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el caso de la lumbalgia subaguda, el objetivo está en controlar los síntomas y sobretodo, identificar aquellos pacientes con alto riesgo de cronificar, como…. en los cuales hay que intensificar el manejo y las recomendaciones, derivarlos antes para otras intervenciones como programas de ejercicios supervisados…</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24424d696ab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24424d696ab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el caso del dolor crónico, debemos focalizarnos en el objetivo de controlar el dolor, aumentar la función, maximizar la capacidad de afrontamiento y reducir la discapacidad.</a:t>
            </a:r>
            <a:endParaRPr/>
          </a:p>
          <a:p>
            <a:pPr marL="0" lvl="0" indent="0" algn="l" rtl="0">
              <a:spcBef>
                <a:spcPts val="0"/>
              </a:spcBef>
              <a:spcAft>
                <a:spcPts val="0"/>
              </a:spcAft>
              <a:buNone/>
            </a:pPr>
            <a:r>
              <a:rPr lang="es"/>
              <a:t>Es importante hacer hincapié en las medidas no farmacológicas,en el autocuidado y realizar ejercicios, así como en la educación al paciente. Mantener el énfasis en la terapia activa, involucra al paciente en su atención , los hace partícipes y les ayuda a mejorar la función, no solo a reducir lel dolor. </a:t>
            </a:r>
            <a:endParaRPr/>
          </a:p>
          <a:p>
            <a:pPr marL="0" lvl="0" indent="0" algn="l" rtl="0">
              <a:spcBef>
                <a:spcPts val="0"/>
              </a:spcBef>
              <a:spcAft>
                <a:spcPts val="0"/>
              </a:spcAft>
              <a:buNone/>
            </a:pPr>
            <a:endParaRPr/>
          </a:p>
          <a:p>
            <a:pPr marL="0" lvl="0" indent="0" algn="l" rtl="0">
              <a:spcBef>
                <a:spcPts val="0"/>
              </a:spcBef>
              <a:spcAft>
                <a:spcPts val="0"/>
              </a:spcAft>
              <a:buNone/>
            </a:pPr>
            <a:r>
              <a:rPr lang="es"/>
              <a:t>Además,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24424d696ab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24424d696ab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685800" lvl="0" indent="0" algn="just" rtl="0">
              <a:lnSpc>
                <a:spcPct val="115000"/>
              </a:lnSpc>
              <a:spcBef>
                <a:spcPts val="1200"/>
              </a:spcBef>
              <a:spcAft>
                <a:spcPts val="1200"/>
              </a:spcAft>
              <a:buClr>
                <a:schemeClr val="dk1"/>
              </a:buClr>
              <a:buSzPts val="1100"/>
              <a:buFont typeface="Arial"/>
              <a:buNone/>
            </a:pPr>
            <a:r>
              <a:rPr lang="es">
                <a:solidFill>
                  <a:schemeClr val="dk1"/>
                </a:solidFill>
              </a:rPr>
              <a:t>Aunque algunos estudios muestran una limitada eficacia en la terapia física en casos seleccionados, revisiones sistemáticas consultadas no han demostrado claramente un beneficio del ejercicio generalizado en comparación con el tratamiento conservador con AINES u otros analgésicos, programas educativos o recomendaciones de permanecer activos.</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24424d696ab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24424d696ab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35"/>
        <p:cNvGrpSpPr/>
        <p:nvPr/>
      </p:nvGrpSpPr>
      <p:grpSpPr>
        <a:xfrm>
          <a:off x="0" y="0"/>
          <a:ext cx="0" cy="0"/>
          <a:chOff x="0" y="0"/>
          <a:chExt cx="0" cy="0"/>
        </a:xfrm>
      </p:grpSpPr>
      <p:sp>
        <p:nvSpPr>
          <p:cNvPr id="13636" name="Google Shape;1363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37" name="Google Shape;1363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45650" y="119725"/>
            <a:ext cx="8852700" cy="490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1592550" y="1011600"/>
            <a:ext cx="5958900" cy="186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5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80900" y="2950500"/>
            <a:ext cx="2782200" cy="672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dk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rot="-3463747">
            <a:off x="7331022" y="-2021127"/>
            <a:ext cx="1782737" cy="4456717"/>
            <a:chOff x="1094525" y="1997475"/>
            <a:chExt cx="357500" cy="893725"/>
          </a:xfrm>
        </p:grpSpPr>
        <p:sp>
          <p:nvSpPr>
            <p:cNvPr id="13" name="Google Shape;13;p2"/>
            <p:cNvSpPr/>
            <p:nvPr/>
          </p:nvSpPr>
          <p:spPr>
            <a:xfrm>
              <a:off x="1269650" y="2297175"/>
              <a:ext cx="49975" cy="48775"/>
            </a:xfrm>
            <a:custGeom>
              <a:avLst/>
              <a:gdLst/>
              <a:ahLst/>
              <a:cxnLst/>
              <a:rect l="l" t="t" r="r" b="b"/>
              <a:pathLst>
                <a:path w="1999" h="1951" extrusionOk="0">
                  <a:moveTo>
                    <a:pt x="1565" y="0"/>
                  </a:moveTo>
                  <a:lnTo>
                    <a:pt x="1493" y="24"/>
                  </a:lnTo>
                  <a:lnTo>
                    <a:pt x="1445" y="73"/>
                  </a:lnTo>
                  <a:lnTo>
                    <a:pt x="1349" y="217"/>
                  </a:lnTo>
                  <a:lnTo>
                    <a:pt x="1277" y="362"/>
                  </a:lnTo>
                  <a:lnTo>
                    <a:pt x="1156" y="602"/>
                  </a:lnTo>
                  <a:lnTo>
                    <a:pt x="1036" y="795"/>
                  </a:lnTo>
                  <a:lnTo>
                    <a:pt x="867" y="939"/>
                  </a:lnTo>
                  <a:lnTo>
                    <a:pt x="771" y="1011"/>
                  </a:lnTo>
                  <a:lnTo>
                    <a:pt x="651" y="1084"/>
                  </a:lnTo>
                  <a:lnTo>
                    <a:pt x="434" y="1204"/>
                  </a:lnTo>
                  <a:lnTo>
                    <a:pt x="193" y="1349"/>
                  </a:lnTo>
                  <a:lnTo>
                    <a:pt x="97" y="1445"/>
                  </a:lnTo>
                  <a:lnTo>
                    <a:pt x="25" y="1541"/>
                  </a:lnTo>
                  <a:lnTo>
                    <a:pt x="1" y="1686"/>
                  </a:lnTo>
                  <a:lnTo>
                    <a:pt x="49" y="1806"/>
                  </a:lnTo>
                  <a:lnTo>
                    <a:pt x="97" y="1878"/>
                  </a:lnTo>
                  <a:lnTo>
                    <a:pt x="145" y="1902"/>
                  </a:lnTo>
                  <a:lnTo>
                    <a:pt x="193" y="1926"/>
                  </a:lnTo>
                  <a:lnTo>
                    <a:pt x="241" y="1950"/>
                  </a:lnTo>
                  <a:lnTo>
                    <a:pt x="362" y="1926"/>
                  </a:lnTo>
                  <a:lnTo>
                    <a:pt x="482" y="1878"/>
                  </a:lnTo>
                  <a:lnTo>
                    <a:pt x="554" y="1902"/>
                  </a:lnTo>
                  <a:lnTo>
                    <a:pt x="602" y="1878"/>
                  </a:lnTo>
                  <a:lnTo>
                    <a:pt x="675" y="1854"/>
                  </a:lnTo>
                  <a:lnTo>
                    <a:pt x="699" y="1806"/>
                  </a:lnTo>
                  <a:lnTo>
                    <a:pt x="771" y="1710"/>
                  </a:lnTo>
                  <a:lnTo>
                    <a:pt x="843" y="1589"/>
                  </a:lnTo>
                  <a:lnTo>
                    <a:pt x="891" y="1493"/>
                  </a:lnTo>
                  <a:lnTo>
                    <a:pt x="964" y="1421"/>
                  </a:lnTo>
                  <a:lnTo>
                    <a:pt x="1060" y="1349"/>
                  </a:lnTo>
                  <a:lnTo>
                    <a:pt x="1156" y="1300"/>
                  </a:lnTo>
                  <a:lnTo>
                    <a:pt x="1373" y="1204"/>
                  </a:lnTo>
                  <a:lnTo>
                    <a:pt x="1589" y="1084"/>
                  </a:lnTo>
                  <a:lnTo>
                    <a:pt x="1758" y="939"/>
                  </a:lnTo>
                  <a:lnTo>
                    <a:pt x="1830" y="843"/>
                  </a:lnTo>
                  <a:lnTo>
                    <a:pt x="1902" y="747"/>
                  </a:lnTo>
                  <a:lnTo>
                    <a:pt x="1951" y="650"/>
                  </a:lnTo>
                  <a:lnTo>
                    <a:pt x="1975" y="530"/>
                  </a:lnTo>
                  <a:lnTo>
                    <a:pt x="1999" y="434"/>
                  </a:lnTo>
                  <a:lnTo>
                    <a:pt x="1975" y="313"/>
                  </a:lnTo>
                  <a:lnTo>
                    <a:pt x="1951" y="217"/>
                  </a:lnTo>
                  <a:lnTo>
                    <a:pt x="1902" y="145"/>
                  </a:lnTo>
                  <a:lnTo>
                    <a:pt x="1854" y="73"/>
                  </a:lnTo>
                  <a:lnTo>
                    <a:pt x="1782" y="24"/>
                  </a:lnTo>
                  <a:lnTo>
                    <a:pt x="166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213075" y="2269500"/>
              <a:ext cx="25300" cy="25900"/>
            </a:xfrm>
            <a:custGeom>
              <a:avLst/>
              <a:gdLst/>
              <a:ahLst/>
              <a:cxnLst/>
              <a:rect l="l" t="t" r="r" b="b"/>
              <a:pathLst>
                <a:path w="1012" h="1036" extrusionOk="0">
                  <a:moveTo>
                    <a:pt x="578" y="0"/>
                  </a:moveTo>
                  <a:lnTo>
                    <a:pt x="434" y="48"/>
                  </a:lnTo>
                  <a:lnTo>
                    <a:pt x="290" y="120"/>
                  </a:lnTo>
                  <a:lnTo>
                    <a:pt x="193" y="193"/>
                  </a:lnTo>
                  <a:lnTo>
                    <a:pt x="121" y="289"/>
                  </a:lnTo>
                  <a:lnTo>
                    <a:pt x="49" y="385"/>
                  </a:lnTo>
                  <a:lnTo>
                    <a:pt x="25" y="482"/>
                  </a:lnTo>
                  <a:lnTo>
                    <a:pt x="1" y="578"/>
                  </a:lnTo>
                  <a:lnTo>
                    <a:pt x="25" y="698"/>
                  </a:lnTo>
                  <a:lnTo>
                    <a:pt x="49" y="794"/>
                  </a:lnTo>
                  <a:lnTo>
                    <a:pt x="97" y="891"/>
                  </a:lnTo>
                  <a:lnTo>
                    <a:pt x="145" y="963"/>
                  </a:lnTo>
                  <a:lnTo>
                    <a:pt x="217" y="987"/>
                  </a:lnTo>
                  <a:lnTo>
                    <a:pt x="290" y="1011"/>
                  </a:lnTo>
                  <a:lnTo>
                    <a:pt x="362" y="1035"/>
                  </a:lnTo>
                  <a:lnTo>
                    <a:pt x="554" y="1011"/>
                  </a:lnTo>
                  <a:lnTo>
                    <a:pt x="675" y="963"/>
                  </a:lnTo>
                  <a:lnTo>
                    <a:pt x="771" y="915"/>
                  </a:lnTo>
                  <a:lnTo>
                    <a:pt x="843" y="843"/>
                  </a:lnTo>
                  <a:lnTo>
                    <a:pt x="916" y="746"/>
                  </a:lnTo>
                  <a:lnTo>
                    <a:pt x="988" y="650"/>
                  </a:lnTo>
                  <a:lnTo>
                    <a:pt x="1012" y="554"/>
                  </a:lnTo>
                  <a:lnTo>
                    <a:pt x="1012" y="457"/>
                  </a:lnTo>
                  <a:lnTo>
                    <a:pt x="1012" y="337"/>
                  </a:lnTo>
                  <a:lnTo>
                    <a:pt x="964" y="265"/>
                  </a:lnTo>
                  <a:lnTo>
                    <a:pt x="916" y="169"/>
                  </a:lnTo>
                  <a:lnTo>
                    <a:pt x="819" y="72"/>
                  </a:lnTo>
                  <a:lnTo>
                    <a:pt x="69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270250" y="2283925"/>
              <a:ext cx="19300" cy="21100"/>
            </a:xfrm>
            <a:custGeom>
              <a:avLst/>
              <a:gdLst/>
              <a:ahLst/>
              <a:cxnLst/>
              <a:rect l="l" t="t" r="r" b="b"/>
              <a:pathLst>
                <a:path w="772" h="844" extrusionOk="0">
                  <a:moveTo>
                    <a:pt x="434" y="1"/>
                  </a:moveTo>
                  <a:lnTo>
                    <a:pt x="241" y="25"/>
                  </a:lnTo>
                  <a:lnTo>
                    <a:pt x="121" y="73"/>
                  </a:lnTo>
                  <a:lnTo>
                    <a:pt x="25" y="145"/>
                  </a:lnTo>
                  <a:lnTo>
                    <a:pt x="1" y="193"/>
                  </a:lnTo>
                  <a:lnTo>
                    <a:pt x="1" y="242"/>
                  </a:lnTo>
                  <a:lnTo>
                    <a:pt x="1" y="314"/>
                  </a:lnTo>
                  <a:lnTo>
                    <a:pt x="25" y="386"/>
                  </a:lnTo>
                  <a:lnTo>
                    <a:pt x="97" y="554"/>
                  </a:lnTo>
                  <a:lnTo>
                    <a:pt x="193" y="723"/>
                  </a:lnTo>
                  <a:lnTo>
                    <a:pt x="266" y="771"/>
                  </a:lnTo>
                  <a:lnTo>
                    <a:pt x="362" y="819"/>
                  </a:lnTo>
                  <a:lnTo>
                    <a:pt x="434" y="843"/>
                  </a:lnTo>
                  <a:lnTo>
                    <a:pt x="554" y="843"/>
                  </a:lnTo>
                  <a:lnTo>
                    <a:pt x="627" y="819"/>
                  </a:lnTo>
                  <a:lnTo>
                    <a:pt x="675" y="771"/>
                  </a:lnTo>
                  <a:lnTo>
                    <a:pt x="723" y="723"/>
                  </a:lnTo>
                  <a:lnTo>
                    <a:pt x="747" y="651"/>
                  </a:lnTo>
                  <a:lnTo>
                    <a:pt x="771" y="506"/>
                  </a:lnTo>
                  <a:lnTo>
                    <a:pt x="747" y="338"/>
                  </a:lnTo>
                  <a:lnTo>
                    <a:pt x="723" y="242"/>
                  </a:lnTo>
                  <a:lnTo>
                    <a:pt x="699" y="169"/>
                  </a:lnTo>
                  <a:lnTo>
                    <a:pt x="651" y="97"/>
                  </a:lnTo>
                  <a:lnTo>
                    <a:pt x="578" y="49"/>
                  </a:lnTo>
                  <a:lnTo>
                    <a:pt x="506" y="25"/>
                  </a:lnTo>
                  <a:lnTo>
                    <a:pt x="43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403250" y="2264075"/>
              <a:ext cx="18700" cy="17475"/>
            </a:xfrm>
            <a:custGeom>
              <a:avLst/>
              <a:gdLst/>
              <a:ahLst/>
              <a:cxnLst/>
              <a:rect l="l" t="t" r="r" b="b"/>
              <a:pathLst>
                <a:path w="748" h="699" extrusionOk="0">
                  <a:moveTo>
                    <a:pt x="338" y="0"/>
                  </a:moveTo>
                  <a:lnTo>
                    <a:pt x="193" y="73"/>
                  </a:lnTo>
                  <a:lnTo>
                    <a:pt x="73" y="169"/>
                  </a:lnTo>
                  <a:lnTo>
                    <a:pt x="49" y="217"/>
                  </a:lnTo>
                  <a:lnTo>
                    <a:pt x="25" y="265"/>
                  </a:lnTo>
                  <a:lnTo>
                    <a:pt x="1" y="337"/>
                  </a:lnTo>
                  <a:lnTo>
                    <a:pt x="1" y="434"/>
                  </a:lnTo>
                  <a:lnTo>
                    <a:pt x="49" y="554"/>
                  </a:lnTo>
                  <a:lnTo>
                    <a:pt x="145" y="650"/>
                  </a:lnTo>
                  <a:lnTo>
                    <a:pt x="266" y="699"/>
                  </a:lnTo>
                  <a:lnTo>
                    <a:pt x="410" y="699"/>
                  </a:lnTo>
                  <a:lnTo>
                    <a:pt x="482" y="674"/>
                  </a:lnTo>
                  <a:lnTo>
                    <a:pt x="555" y="650"/>
                  </a:lnTo>
                  <a:lnTo>
                    <a:pt x="627" y="602"/>
                  </a:lnTo>
                  <a:lnTo>
                    <a:pt x="675" y="554"/>
                  </a:lnTo>
                  <a:lnTo>
                    <a:pt x="699" y="482"/>
                  </a:lnTo>
                  <a:lnTo>
                    <a:pt x="723" y="410"/>
                  </a:lnTo>
                  <a:lnTo>
                    <a:pt x="747" y="265"/>
                  </a:lnTo>
                  <a:lnTo>
                    <a:pt x="723" y="193"/>
                  </a:lnTo>
                  <a:lnTo>
                    <a:pt x="699" y="121"/>
                  </a:lnTo>
                  <a:lnTo>
                    <a:pt x="651" y="73"/>
                  </a:lnTo>
                  <a:lnTo>
                    <a:pt x="603" y="49"/>
                  </a:lnTo>
                  <a:lnTo>
                    <a:pt x="482" y="24"/>
                  </a:lnTo>
                  <a:lnTo>
                    <a:pt x="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150500" y="2347725"/>
              <a:ext cx="13250" cy="11450"/>
            </a:xfrm>
            <a:custGeom>
              <a:avLst/>
              <a:gdLst/>
              <a:ahLst/>
              <a:cxnLst/>
              <a:rect l="l" t="t" r="r" b="b"/>
              <a:pathLst>
                <a:path w="530" h="458" extrusionOk="0">
                  <a:moveTo>
                    <a:pt x="217" y="1"/>
                  </a:moveTo>
                  <a:lnTo>
                    <a:pt x="120" y="25"/>
                  </a:lnTo>
                  <a:lnTo>
                    <a:pt x="48" y="97"/>
                  </a:lnTo>
                  <a:lnTo>
                    <a:pt x="24" y="169"/>
                  </a:lnTo>
                  <a:lnTo>
                    <a:pt x="0" y="193"/>
                  </a:lnTo>
                  <a:lnTo>
                    <a:pt x="24" y="241"/>
                  </a:lnTo>
                  <a:lnTo>
                    <a:pt x="72" y="338"/>
                  </a:lnTo>
                  <a:lnTo>
                    <a:pt x="169" y="410"/>
                  </a:lnTo>
                  <a:lnTo>
                    <a:pt x="265" y="458"/>
                  </a:lnTo>
                  <a:lnTo>
                    <a:pt x="361" y="458"/>
                  </a:lnTo>
                  <a:lnTo>
                    <a:pt x="433" y="434"/>
                  </a:lnTo>
                  <a:lnTo>
                    <a:pt x="482" y="386"/>
                  </a:lnTo>
                  <a:lnTo>
                    <a:pt x="530" y="289"/>
                  </a:lnTo>
                  <a:lnTo>
                    <a:pt x="530" y="193"/>
                  </a:lnTo>
                  <a:lnTo>
                    <a:pt x="482" y="97"/>
                  </a:lnTo>
                  <a:lnTo>
                    <a:pt x="409" y="25"/>
                  </a:lnTo>
                  <a:lnTo>
                    <a:pt x="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094525" y="1997475"/>
              <a:ext cx="357500" cy="893725"/>
            </a:xfrm>
            <a:custGeom>
              <a:avLst/>
              <a:gdLst/>
              <a:ahLst/>
              <a:cxnLst/>
              <a:rect l="l" t="t" r="r" b="b"/>
              <a:pathLst>
                <a:path w="14300" h="35749" extrusionOk="0">
                  <a:moveTo>
                    <a:pt x="7343" y="0"/>
                  </a:moveTo>
                  <a:lnTo>
                    <a:pt x="6982" y="24"/>
                  </a:lnTo>
                  <a:lnTo>
                    <a:pt x="6620" y="72"/>
                  </a:lnTo>
                  <a:lnTo>
                    <a:pt x="6259" y="144"/>
                  </a:lnTo>
                  <a:lnTo>
                    <a:pt x="5922" y="217"/>
                  </a:lnTo>
                  <a:lnTo>
                    <a:pt x="5561" y="313"/>
                  </a:lnTo>
                  <a:lnTo>
                    <a:pt x="5224" y="433"/>
                  </a:lnTo>
                  <a:lnTo>
                    <a:pt x="4863" y="554"/>
                  </a:lnTo>
                  <a:lnTo>
                    <a:pt x="4526" y="698"/>
                  </a:lnTo>
                  <a:lnTo>
                    <a:pt x="4213" y="843"/>
                  </a:lnTo>
                  <a:lnTo>
                    <a:pt x="3876" y="1011"/>
                  </a:lnTo>
                  <a:lnTo>
                    <a:pt x="3563" y="1204"/>
                  </a:lnTo>
                  <a:lnTo>
                    <a:pt x="3250" y="1396"/>
                  </a:lnTo>
                  <a:lnTo>
                    <a:pt x="2937" y="1613"/>
                  </a:lnTo>
                  <a:lnTo>
                    <a:pt x="2648" y="1830"/>
                  </a:lnTo>
                  <a:lnTo>
                    <a:pt x="2359" y="2070"/>
                  </a:lnTo>
                  <a:lnTo>
                    <a:pt x="2095" y="2311"/>
                  </a:lnTo>
                  <a:lnTo>
                    <a:pt x="1830" y="2576"/>
                  </a:lnTo>
                  <a:lnTo>
                    <a:pt x="1589" y="2841"/>
                  </a:lnTo>
                  <a:lnTo>
                    <a:pt x="1348" y="3105"/>
                  </a:lnTo>
                  <a:lnTo>
                    <a:pt x="1132" y="3394"/>
                  </a:lnTo>
                  <a:lnTo>
                    <a:pt x="939" y="3683"/>
                  </a:lnTo>
                  <a:lnTo>
                    <a:pt x="747" y="3972"/>
                  </a:lnTo>
                  <a:lnTo>
                    <a:pt x="554" y="4285"/>
                  </a:lnTo>
                  <a:lnTo>
                    <a:pt x="410" y="4598"/>
                  </a:lnTo>
                  <a:lnTo>
                    <a:pt x="265" y="4935"/>
                  </a:lnTo>
                  <a:lnTo>
                    <a:pt x="169" y="5176"/>
                  </a:lnTo>
                  <a:lnTo>
                    <a:pt x="97" y="5441"/>
                  </a:lnTo>
                  <a:lnTo>
                    <a:pt x="24" y="5705"/>
                  </a:lnTo>
                  <a:lnTo>
                    <a:pt x="0" y="5946"/>
                  </a:lnTo>
                  <a:lnTo>
                    <a:pt x="24" y="6211"/>
                  </a:lnTo>
                  <a:lnTo>
                    <a:pt x="48" y="6452"/>
                  </a:lnTo>
                  <a:lnTo>
                    <a:pt x="121" y="6716"/>
                  </a:lnTo>
                  <a:lnTo>
                    <a:pt x="241" y="6981"/>
                  </a:lnTo>
                  <a:lnTo>
                    <a:pt x="313" y="7174"/>
                  </a:lnTo>
                  <a:lnTo>
                    <a:pt x="385" y="7366"/>
                  </a:lnTo>
                  <a:lnTo>
                    <a:pt x="482" y="7727"/>
                  </a:lnTo>
                  <a:lnTo>
                    <a:pt x="602" y="8065"/>
                  </a:lnTo>
                  <a:lnTo>
                    <a:pt x="747" y="8377"/>
                  </a:lnTo>
                  <a:lnTo>
                    <a:pt x="939" y="8690"/>
                  </a:lnTo>
                  <a:lnTo>
                    <a:pt x="1108" y="9003"/>
                  </a:lnTo>
                  <a:lnTo>
                    <a:pt x="1324" y="9292"/>
                  </a:lnTo>
                  <a:lnTo>
                    <a:pt x="1758" y="9870"/>
                  </a:lnTo>
                  <a:lnTo>
                    <a:pt x="1950" y="10111"/>
                  </a:lnTo>
                  <a:lnTo>
                    <a:pt x="2167" y="10327"/>
                  </a:lnTo>
                  <a:lnTo>
                    <a:pt x="2408" y="10520"/>
                  </a:lnTo>
                  <a:lnTo>
                    <a:pt x="2672" y="10688"/>
                  </a:lnTo>
                  <a:lnTo>
                    <a:pt x="3178" y="11025"/>
                  </a:lnTo>
                  <a:lnTo>
                    <a:pt x="3708" y="11338"/>
                  </a:lnTo>
                  <a:lnTo>
                    <a:pt x="4093" y="11603"/>
                  </a:lnTo>
                  <a:lnTo>
                    <a:pt x="4285" y="11748"/>
                  </a:lnTo>
                  <a:lnTo>
                    <a:pt x="4454" y="11916"/>
                  </a:lnTo>
                  <a:lnTo>
                    <a:pt x="4622" y="12085"/>
                  </a:lnTo>
                  <a:lnTo>
                    <a:pt x="4767" y="12277"/>
                  </a:lnTo>
                  <a:lnTo>
                    <a:pt x="4887" y="12470"/>
                  </a:lnTo>
                  <a:lnTo>
                    <a:pt x="5008" y="12711"/>
                  </a:lnTo>
                  <a:lnTo>
                    <a:pt x="5056" y="12879"/>
                  </a:lnTo>
                  <a:lnTo>
                    <a:pt x="5104" y="13072"/>
                  </a:lnTo>
                  <a:lnTo>
                    <a:pt x="5128" y="13240"/>
                  </a:lnTo>
                  <a:lnTo>
                    <a:pt x="5152" y="13409"/>
                  </a:lnTo>
                  <a:lnTo>
                    <a:pt x="5128" y="13553"/>
                  </a:lnTo>
                  <a:lnTo>
                    <a:pt x="5128" y="13722"/>
                  </a:lnTo>
                  <a:lnTo>
                    <a:pt x="5032" y="14011"/>
                  </a:lnTo>
                  <a:lnTo>
                    <a:pt x="4911" y="14299"/>
                  </a:lnTo>
                  <a:lnTo>
                    <a:pt x="4743" y="14564"/>
                  </a:lnTo>
                  <a:lnTo>
                    <a:pt x="4526" y="14829"/>
                  </a:lnTo>
                  <a:lnTo>
                    <a:pt x="4285" y="15094"/>
                  </a:lnTo>
                  <a:lnTo>
                    <a:pt x="3419" y="15864"/>
                  </a:lnTo>
                  <a:lnTo>
                    <a:pt x="2600" y="16635"/>
                  </a:lnTo>
                  <a:lnTo>
                    <a:pt x="2167" y="17020"/>
                  </a:lnTo>
                  <a:lnTo>
                    <a:pt x="1782" y="17429"/>
                  </a:lnTo>
                  <a:lnTo>
                    <a:pt x="1397" y="17862"/>
                  </a:lnTo>
                  <a:lnTo>
                    <a:pt x="1035" y="18320"/>
                  </a:lnTo>
                  <a:lnTo>
                    <a:pt x="819" y="18609"/>
                  </a:lnTo>
                  <a:lnTo>
                    <a:pt x="650" y="18921"/>
                  </a:lnTo>
                  <a:lnTo>
                    <a:pt x="530" y="19234"/>
                  </a:lnTo>
                  <a:lnTo>
                    <a:pt x="434" y="19571"/>
                  </a:lnTo>
                  <a:lnTo>
                    <a:pt x="385" y="19884"/>
                  </a:lnTo>
                  <a:lnTo>
                    <a:pt x="337" y="20221"/>
                  </a:lnTo>
                  <a:lnTo>
                    <a:pt x="361" y="20534"/>
                  </a:lnTo>
                  <a:lnTo>
                    <a:pt x="385" y="20871"/>
                  </a:lnTo>
                  <a:lnTo>
                    <a:pt x="434" y="21184"/>
                  </a:lnTo>
                  <a:lnTo>
                    <a:pt x="530" y="21497"/>
                  </a:lnTo>
                  <a:lnTo>
                    <a:pt x="626" y="21786"/>
                  </a:lnTo>
                  <a:lnTo>
                    <a:pt x="771" y="22075"/>
                  </a:lnTo>
                  <a:lnTo>
                    <a:pt x="915" y="22340"/>
                  </a:lnTo>
                  <a:lnTo>
                    <a:pt x="1084" y="22581"/>
                  </a:lnTo>
                  <a:lnTo>
                    <a:pt x="1276" y="22797"/>
                  </a:lnTo>
                  <a:lnTo>
                    <a:pt x="1493" y="22990"/>
                  </a:lnTo>
                  <a:lnTo>
                    <a:pt x="1854" y="23351"/>
                  </a:lnTo>
                  <a:lnTo>
                    <a:pt x="2215" y="23712"/>
                  </a:lnTo>
                  <a:lnTo>
                    <a:pt x="2552" y="24097"/>
                  </a:lnTo>
                  <a:lnTo>
                    <a:pt x="2865" y="24506"/>
                  </a:lnTo>
                  <a:lnTo>
                    <a:pt x="3467" y="25325"/>
                  </a:lnTo>
                  <a:lnTo>
                    <a:pt x="4045" y="26167"/>
                  </a:lnTo>
                  <a:lnTo>
                    <a:pt x="4213" y="26408"/>
                  </a:lnTo>
                  <a:lnTo>
                    <a:pt x="4382" y="26697"/>
                  </a:lnTo>
                  <a:lnTo>
                    <a:pt x="4526" y="26962"/>
                  </a:lnTo>
                  <a:lnTo>
                    <a:pt x="4574" y="27130"/>
                  </a:lnTo>
                  <a:lnTo>
                    <a:pt x="4598" y="27275"/>
                  </a:lnTo>
                  <a:lnTo>
                    <a:pt x="4671" y="27829"/>
                  </a:lnTo>
                  <a:lnTo>
                    <a:pt x="4743" y="28358"/>
                  </a:lnTo>
                  <a:lnTo>
                    <a:pt x="4791" y="28912"/>
                  </a:lnTo>
                  <a:lnTo>
                    <a:pt x="4791" y="29466"/>
                  </a:lnTo>
                  <a:lnTo>
                    <a:pt x="4767" y="30067"/>
                  </a:lnTo>
                  <a:lnTo>
                    <a:pt x="4767" y="30645"/>
                  </a:lnTo>
                  <a:lnTo>
                    <a:pt x="4767" y="31223"/>
                  </a:lnTo>
                  <a:lnTo>
                    <a:pt x="4815" y="31801"/>
                  </a:lnTo>
                  <a:lnTo>
                    <a:pt x="4887" y="32378"/>
                  </a:lnTo>
                  <a:lnTo>
                    <a:pt x="4983" y="32932"/>
                  </a:lnTo>
                  <a:lnTo>
                    <a:pt x="5128" y="33510"/>
                  </a:lnTo>
                  <a:lnTo>
                    <a:pt x="5296" y="34063"/>
                  </a:lnTo>
                  <a:lnTo>
                    <a:pt x="5369" y="34232"/>
                  </a:lnTo>
                  <a:lnTo>
                    <a:pt x="5465" y="34401"/>
                  </a:lnTo>
                  <a:lnTo>
                    <a:pt x="5561" y="34545"/>
                  </a:lnTo>
                  <a:lnTo>
                    <a:pt x="5706" y="34713"/>
                  </a:lnTo>
                  <a:lnTo>
                    <a:pt x="5995" y="35002"/>
                  </a:lnTo>
                  <a:lnTo>
                    <a:pt x="6332" y="35267"/>
                  </a:lnTo>
                  <a:lnTo>
                    <a:pt x="6693" y="35484"/>
                  </a:lnTo>
                  <a:lnTo>
                    <a:pt x="6861" y="35580"/>
                  </a:lnTo>
                  <a:lnTo>
                    <a:pt x="7054" y="35652"/>
                  </a:lnTo>
                  <a:lnTo>
                    <a:pt x="7246" y="35700"/>
                  </a:lnTo>
                  <a:lnTo>
                    <a:pt x="7439" y="35725"/>
                  </a:lnTo>
                  <a:lnTo>
                    <a:pt x="7607" y="35749"/>
                  </a:lnTo>
                  <a:lnTo>
                    <a:pt x="7776" y="35725"/>
                  </a:lnTo>
                  <a:lnTo>
                    <a:pt x="8354" y="35628"/>
                  </a:lnTo>
                  <a:lnTo>
                    <a:pt x="8883" y="35484"/>
                  </a:lnTo>
                  <a:lnTo>
                    <a:pt x="9413" y="35291"/>
                  </a:lnTo>
                  <a:lnTo>
                    <a:pt x="9894" y="35050"/>
                  </a:lnTo>
                  <a:lnTo>
                    <a:pt x="10376" y="34786"/>
                  </a:lnTo>
                  <a:lnTo>
                    <a:pt x="10809" y="34449"/>
                  </a:lnTo>
                  <a:lnTo>
                    <a:pt x="11218" y="34063"/>
                  </a:lnTo>
                  <a:lnTo>
                    <a:pt x="11604" y="33654"/>
                  </a:lnTo>
                  <a:lnTo>
                    <a:pt x="11772" y="33414"/>
                  </a:lnTo>
                  <a:lnTo>
                    <a:pt x="11844" y="33293"/>
                  </a:lnTo>
                  <a:lnTo>
                    <a:pt x="11917" y="33149"/>
                  </a:lnTo>
                  <a:lnTo>
                    <a:pt x="11965" y="33004"/>
                  </a:lnTo>
                  <a:lnTo>
                    <a:pt x="11989" y="32836"/>
                  </a:lnTo>
                  <a:lnTo>
                    <a:pt x="12013" y="32499"/>
                  </a:lnTo>
                  <a:lnTo>
                    <a:pt x="12037" y="31849"/>
                  </a:lnTo>
                  <a:lnTo>
                    <a:pt x="12013" y="31247"/>
                  </a:lnTo>
                  <a:lnTo>
                    <a:pt x="11941" y="30693"/>
                  </a:lnTo>
                  <a:lnTo>
                    <a:pt x="11844" y="30164"/>
                  </a:lnTo>
                  <a:lnTo>
                    <a:pt x="11700" y="29634"/>
                  </a:lnTo>
                  <a:lnTo>
                    <a:pt x="11507" y="29104"/>
                  </a:lnTo>
                  <a:lnTo>
                    <a:pt x="11291" y="28551"/>
                  </a:lnTo>
                  <a:lnTo>
                    <a:pt x="11026" y="27949"/>
                  </a:lnTo>
                  <a:lnTo>
                    <a:pt x="10881" y="27636"/>
                  </a:lnTo>
                  <a:lnTo>
                    <a:pt x="10761" y="27323"/>
                  </a:lnTo>
                  <a:lnTo>
                    <a:pt x="10665" y="27034"/>
                  </a:lnTo>
                  <a:lnTo>
                    <a:pt x="10593" y="26721"/>
                  </a:lnTo>
                  <a:lnTo>
                    <a:pt x="10544" y="26432"/>
                  </a:lnTo>
                  <a:lnTo>
                    <a:pt x="10520" y="26143"/>
                  </a:lnTo>
                  <a:lnTo>
                    <a:pt x="10496" y="25855"/>
                  </a:lnTo>
                  <a:lnTo>
                    <a:pt x="10496" y="25566"/>
                  </a:lnTo>
                  <a:lnTo>
                    <a:pt x="10544" y="25277"/>
                  </a:lnTo>
                  <a:lnTo>
                    <a:pt x="10593" y="24988"/>
                  </a:lnTo>
                  <a:lnTo>
                    <a:pt x="10665" y="24723"/>
                  </a:lnTo>
                  <a:lnTo>
                    <a:pt x="10761" y="24434"/>
                  </a:lnTo>
                  <a:lnTo>
                    <a:pt x="10906" y="24169"/>
                  </a:lnTo>
                  <a:lnTo>
                    <a:pt x="11050" y="23881"/>
                  </a:lnTo>
                  <a:lnTo>
                    <a:pt x="11218" y="23616"/>
                  </a:lnTo>
                  <a:lnTo>
                    <a:pt x="11435" y="23351"/>
                  </a:lnTo>
                  <a:lnTo>
                    <a:pt x="12326" y="22220"/>
                  </a:lnTo>
                  <a:lnTo>
                    <a:pt x="13168" y="21064"/>
                  </a:lnTo>
                  <a:lnTo>
                    <a:pt x="13505" y="20607"/>
                  </a:lnTo>
                  <a:lnTo>
                    <a:pt x="13794" y="20149"/>
                  </a:lnTo>
                  <a:lnTo>
                    <a:pt x="13939" y="19908"/>
                  </a:lnTo>
                  <a:lnTo>
                    <a:pt x="14059" y="19668"/>
                  </a:lnTo>
                  <a:lnTo>
                    <a:pt x="14155" y="19403"/>
                  </a:lnTo>
                  <a:lnTo>
                    <a:pt x="14228" y="19138"/>
                  </a:lnTo>
                  <a:lnTo>
                    <a:pt x="14276" y="18777"/>
                  </a:lnTo>
                  <a:lnTo>
                    <a:pt x="14300" y="18416"/>
                  </a:lnTo>
                  <a:lnTo>
                    <a:pt x="14300" y="18055"/>
                  </a:lnTo>
                  <a:lnTo>
                    <a:pt x="14252" y="17694"/>
                  </a:lnTo>
                  <a:lnTo>
                    <a:pt x="14179" y="17357"/>
                  </a:lnTo>
                  <a:lnTo>
                    <a:pt x="14083" y="16996"/>
                  </a:lnTo>
                  <a:lnTo>
                    <a:pt x="13963" y="16659"/>
                  </a:lnTo>
                  <a:lnTo>
                    <a:pt x="13818" y="16322"/>
                  </a:lnTo>
                  <a:lnTo>
                    <a:pt x="13650" y="15985"/>
                  </a:lnTo>
                  <a:lnTo>
                    <a:pt x="13433" y="15672"/>
                  </a:lnTo>
                  <a:lnTo>
                    <a:pt x="13192" y="15383"/>
                  </a:lnTo>
                  <a:lnTo>
                    <a:pt x="12952" y="15118"/>
                  </a:lnTo>
                  <a:lnTo>
                    <a:pt x="12398" y="14588"/>
                  </a:lnTo>
                  <a:lnTo>
                    <a:pt x="11868" y="14083"/>
                  </a:lnTo>
                  <a:lnTo>
                    <a:pt x="11676" y="13914"/>
                  </a:lnTo>
                  <a:lnTo>
                    <a:pt x="11507" y="13722"/>
                  </a:lnTo>
                  <a:lnTo>
                    <a:pt x="11363" y="13529"/>
                  </a:lnTo>
                  <a:lnTo>
                    <a:pt x="11267" y="13288"/>
                  </a:lnTo>
                  <a:lnTo>
                    <a:pt x="11074" y="12783"/>
                  </a:lnTo>
                  <a:lnTo>
                    <a:pt x="10930" y="12277"/>
                  </a:lnTo>
                  <a:lnTo>
                    <a:pt x="10833" y="11796"/>
                  </a:lnTo>
                  <a:lnTo>
                    <a:pt x="10809" y="11290"/>
                  </a:lnTo>
                  <a:lnTo>
                    <a:pt x="10809" y="11025"/>
                  </a:lnTo>
                  <a:lnTo>
                    <a:pt x="10833" y="10785"/>
                  </a:lnTo>
                  <a:lnTo>
                    <a:pt x="10857" y="10520"/>
                  </a:lnTo>
                  <a:lnTo>
                    <a:pt x="10930" y="10279"/>
                  </a:lnTo>
                  <a:lnTo>
                    <a:pt x="11002" y="10038"/>
                  </a:lnTo>
                  <a:lnTo>
                    <a:pt x="11074" y="9774"/>
                  </a:lnTo>
                  <a:lnTo>
                    <a:pt x="11194" y="9533"/>
                  </a:lnTo>
                  <a:lnTo>
                    <a:pt x="11315" y="9268"/>
                  </a:lnTo>
                  <a:lnTo>
                    <a:pt x="11652" y="8618"/>
                  </a:lnTo>
                  <a:lnTo>
                    <a:pt x="11820" y="8281"/>
                  </a:lnTo>
                  <a:lnTo>
                    <a:pt x="11965" y="7944"/>
                  </a:lnTo>
                  <a:lnTo>
                    <a:pt x="12109" y="7583"/>
                  </a:lnTo>
                  <a:lnTo>
                    <a:pt x="12230" y="7222"/>
                  </a:lnTo>
                  <a:lnTo>
                    <a:pt x="12302" y="6861"/>
                  </a:lnTo>
                  <a:lnTo>
                    <a:pt x="12350" y="6476"/>
                  </a:lnTo>
                  <a:lnTo>
                    <a:pt x="12398" y="5994"/>
                  </a:lnTo>
                  <a:lnTo>
                    <a:pt x="12398" y="5489"/>
                  </a:lnTo>
                  <a:lnTo>
                    <a:pt x="12374" y="5007"/>
                  </a:lnTo>
                  <a:lnTo>
                    <a:pt x="12326" y="4502"/>
                  </a:lnTo>
                  <a:lnTo>
                    <a:pt x="12254" y="4020"/>
                  </a:lnTo>
                  <a:lnTo>
                    <a:pt x="12157" y="3539"/>
                  </a:lnTo>
                  <a:lnTo>
                    <a:pt x="12037" y="3057"/>
                  </a:lnTo>
                  <a:lnTo>
                    <a:pt x="11917" y="2576"/>
                  </a:lnTo>
                  <a:lnTo>
                    <a:pt x="11772" y="2167"/>
                  </a:lnTo>
                  <a:lnTo>
                    <a:pt x="11580" y="1781"/>
                  </a:lnTo>
                  <a:lnTo>
                    <a:pt x="11363" y="1444"/>
                  </a:lnTo>
                  <a:lnTo>
                    <a:pt x="11098" y="1156"/>
                  </a:lnTo>
                  <a:lnTo>
                    <a:pt x="10833" y="891"/>
                  </a:lnTo>
                  <a:lnTo>
                    <a:pt x="10520" y="698"/>
                  </a:lnTo>
                  <a:lnTo>
                    <a:pt x="10183" y="506"/>
                  </a:lnTo>
                  <a:lnTo>
                    <a:pt x="9822" y="361"/>
                  </a:lnTo>
                  <a:lnTo>
                    <a:pt x="9485" y="241"/>
                  </a:lnTo>
                  <a:lnTo>
                    <a:pt x="9124" y="169"/>
                  </a:lnTo>
                  <a:lnTo>
                    <a:pt x="8787" y="96"/>
                  </a:lnTo>
                  <a:lnTo>
                    <a:pt x="8426" y="48"/>
                  </a:lnTo>
                  <a:lnTo>
                    <a:pt x="80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157700" y="2029950"/>
              <a:ext cx="235350" cy="827550"/>
            </a:xfrm>
            <a:custGeom>
              <a:avLst/>
              <a:gdLst/>
              <a:ahLst/>
              <a:cxnLst/>
              <a:rect l="l" t="t" r="r" b="b"/>
              <a:pathLst>
                <a:path w="9414" h="33102" extrusionOk="0">
                  <a:moveTo>
                    <a:pt x="5177" y="1"/>
                  </a:moveTo>
                  <a:lnTo>
                    <a:pt x="4816" y="25"/>
                  </a:lnTo>
                  <a:lnTo>
                    <a:pt x="4455" y="73"/>
                  </a:lnTo>
                  <a:lnTo>
                    <a:pt x="4069" y="121"/>
                  </a:lnTo>
                  <a:lnTo>
                    <a:pt x="3684" y="218"/>
                  </a:lnTo>
                  <a:lnTo>
                    <a:pt x="3299" y="314"/>
                  </a:lnTo>
                  <a:lnTo>
                    <a:pt x="2938" y="458"/>
                  </a:lnTo>
                  <a:lnTo>
                    <a:pt x="2577" y="603"/>
                  </a:lnTo>
                  <a:lnTo>
                    <a:pt x="2216" y="771"/>
                  </a:lnTo>
                  <a:lnTo>
                    <a:pt x="1903" y="940"/>
                  </a:lnTo>
                  <a:lnTo>
                    <a:pt x="1614" y="1132"/>
                  </a:lnTo>
                  <a:lnTo>
                    <a:pt x="1349" y="1349"/>
                  </a:lnTo>
                  <a:lnTo>
                    <a:pt x="1132" y="1566"/>
                  </a:lnTo>
                  <a:lnTo>
                    <a:pt x="964" y="1782"/>
                  </a:lnTo>
                  <a:lnTo>
                    <a:pt x="723" y="2192"/>
                  </a:lnTo>
                  <a:lnTo>
                    <a:pt x="434" y="2601"/>
                  </a:lnTo>
                  <a:lnTo>
                    <a:pt x="314" y="2793"/>
                  </a:lnTo>
                  <a:lnTo>
                    <a:pt x="218" y="3010"/>
                  </a:lnTo>
                  <a:lnTo>
                    <a:pt x="121" y="3203"/>
                  </a:lnTo>
                  <a:lnTo>
                    <a:pt x="73" y="3419"/>
                  </a:lnTo>
                  <a:lnTo>
                    <a:pt x="25" y="3660"/>
                  </a:lnTo>
                  <a:lnTo>
                    <a:pt x="1" y="3877"/>
                  </a:lnTo>
                  <a:lnTo>
                    <a:pt x="25" y="4093"/>
                  </a:lnTo>
                  <a:lnTo>
                    <a:pt x="25" y="4334"/>
                  </a:lnTo>
                  <a:lnTo>
                    <a:pt x="97" y="4840"/>
                  </a:lnTo>
                  <a:lnTo>
                    <a:pt x="145" y="5321"/>
                  </a:lnTo>
                  <a:lnTo>
                    <a:pt x="194" y="5682"/>
                  </a:lnTo>
                  <a:lnTo>
                    <a:pt x="242" y="6019"/>
                  </a:lnTo>
                  <a:lnTo>
                    <a:pt x="314" y="6356"/>
                  </a:lnTo>
                  <a:lnTo>
                    <a:pt x="434" y="6693"/>
                  </a:lnTo>
                  <a:lnTo>
                    <a:pt x="555" y="7006"/>
                  </a:lnTo>
                  <a:lnTo>
                    <a:pt x="699" y="7319"/>
                  </a:lnTo>
                  <a:lnTo>
                    <a:pt x="868" y="7632"/>
                  </a:lnTo>
                  <a:lnTo>
                    <a:pt x="1060" y="7945"/>
                  </a:lnTo>
                  <a:lnTo>
                    <a:pt x="1205" y="8138"/>
                  </a:lnTo>
                  <a:lnTo>
                    <a:pt x="1373" y="8306"/>
                  </a:lnTo>
                  <a:lnTo>
                    <a:pt x="1710" y="8643"/>
                  </a:lnTo>
                  <a:lnTo>
                    <a:pt x="2047" y="9004"/>
                  </a:lnTo>
                  <a:lnTo>
                    <a:pt x="2216" y="9173"/>
                  </a:lnTo>
                  <a:lnTo>
                    <a:pt x="2360" y="9389"/>
                  </a:lnTo>
                  <a:lnTo>
                    <a:pt x="2577" y="9678"/>
                  </a:lnTo>
                  <a:lnTo>
                    <a:pt x="2818" y="9967"/>
                  </a:lnTo>
                  <a:lnTo>
                    <a:pt x="3058" y="10256"/>
                  </a:lnTo>
                  <a:lnTo>
                    <a:pt x="3275" y="10569"/>
                  </a:lnTo>
                  <a:lnTo>
                    <a:pt x="3419" y="10786"/>
                  </a:lnTo>
                  <a:lnTo>
                    <a:pt x="3540" y="11026"/>
                  </a:lnTo>
                  <a:lnTo>
                    <a:pt x="3636" y="11267"/>
                  </a:lnTo>
                  <a:lnTo>
                    <a:pt x="3708" y="11508"/>
                  </a:lnTo>
                  <a:lnTo>
                    <a:pt x="3756" y="11749"/>
                  </a:lnTo>
                  <a:lnTo>
                    <a:pt x="3805" y="11989"/>
                  </a:lnTo>
                  <a:lnTo>
                    <a:pt x="3829" y="12230"/>
                  </a:lnTo>
                  <a:lnTo>
                    <a:pt x="3853" y="12471"/>
                  </a:lnTo>
                  <a:lnTo>
                    <a:pt x="3829" y="12952"/>
                  </a:lnTo>
                  <a:lnTo>
                    <a:pt x="3756" y="13434"/>
                  </a:lnTo>
                  <a:lnTo>
                    <a:pt x="3636" y="13915"/>
                  </a:lnTo>
                  <a:lnTo>
                    <a:pt x="3492" y="14421"/>
                  </a:lnTo>
                  <a:lnTo>
                    <a:pt x="3443" y="14541"/>
                  </a:lnTo>
                  <a:lnTo>
                    <a:pt x="3371" y="14637"/>
                  </a:lnTo>
                  <a:lnTo>
                    <a:pt x="3299" y="14710"/>
                  </a:lnTo>
                  <a:lnTo>
                    <a:pt x="3203" y="14782"/>
                  </a:lnTo>
                  <a:lnTo>
                    <a:pt x="2914" y="15023"/>
                  </a:lnTo>
                  <a:lnTo>
                    <a:pt x="2649" y="15239"/>
                  </a:lnTo>
                  <a:lnTo>
                    <a:pt x="2144" y="15745"/>
                  </a:lnTo>
                  <a:lnTo>
                    <a:pt x="1686" y="16274"/>
                  </a:lnTo>
                  <a:lnTo>
                    <a:pt x="1205" y="16804"/>
                  </a:lnTo>
                  <a:lnTo>
                    <a:pt x="1084" y="16948"/>
                  </a:lnTo>
                  <a:lnTo>
                    <a:pt x="988" y="17117"/>
                  </a:lnTo>
                  <a:lnTo>
                    <a:pt x="916" y="17285"/>
                  </a:lnTo>
                  <a:lnTo>
                    <a:pt x="844" y="17454"/>
                  </a:lnTo>
                  <a:lnTo>
                    <a:pt x="771" y="17743"/>
                  </a:lnTo>
                  <a:lnTo>
                    <a:pt x="723" y="18032"/>
                  </a:lnTo>
                  <a:lnTo>
                    <a:pt x="699" y="18321"/>
                  </a:lnTo>
                  <a:lnTo>
                    <a:pt x="699" y="18609"/>
                  </a:lnTo>
                  <a:lnTo>
                    <a:pt x="699" y="18874"/>
                  </a:lnTo>
                  <a:lnTo>
                    <a:pt x="723" y="19139"/>
                  </a:lnTo>
                  <a:lnTo>
                    <a:pt x="771" y="19404"/>
                  </a:lnTo>
                  <a:lnTo>
                    <a:pt x="819" y="19669"/>
                  </a:lnTo>
                  <a:lnTo>
                    <a:pt x="892" y="19934"/>
                  </a:lnTo>
                  <a:lnTo>
                    <a:pt x="988" y="20198"/>
                  </a:lnTo>
                  <a:lnTo>
                    <a:pt x="1084" y="20439"/>
                  </a:lnTo>
                  <a:lnTo>
                    <a:pt x="1205" y="20680"/>
                  </a:lnTo>
                  <a:lnTo>
                    <a:pt x="1349" y="20921"/>
                  </a:lnTo>
                  <a:lnTo>
                    <a:pt x="1518" y="21161"/>
                  </a:lnTo>
                  <a:lnTo>
                    <a:pt x="1855" y="21619"/>
                  </a:lnTo>
                  <a:lnTo>
                    <a:pt x="2071" y="21883"/>
                  </a:lnTo>
                  <a:lnTo>
                    <a:pt x="2264" y="22172"/>
                  </a:lnTo>
                  <a:lnTo>
                    <a:pt x="2456" y="22461"/>
                  </a:lnTo>
                  <a:lnTo>
                    <a:pt x="2601" y="22774"/>
                  </a:lnTo>
                  <a:lnTo>
                    <a:pt x="2745" y="23087"/>
                  </a:lnTo>
                  <a:lnTo>
                    <a:pt x="2866" y="23400"/>
                  </a:lnTo>
                  <a:lnTo>
                    <a:pt x="2962" y="23713"/>
                  </a:lnTo>
                  <a:lnTo>
                    <a:pt x="3058" y="24050"/>
                  </a:lnTo>
                  <a:lnTo>
                    <a:pt x="3275" y="24917"/>
                  </a:lnTo>
                  <a:lnTo>
                    <a:pt x="3492" y="25807"/>
                  </a:lnTo>
                  <a:lnTo>
                    <a:pt x="3636" y="26698"/>
                  </a:lnTo>
                  <a:lnTo>
                    <a:pt x="3708" y="27155"/>
                  </a:lnTo>
                  <a:lnTo>
                    <a:pt x="3756" y="27589"/>
                  </a:lnTo>
                  <a:lnTo>
                    <a:pt x="3781" y="27781"/>
                  </a:lnTo>
                  <a:lnTo>
                    <a:pt x="3781" y="27950"/>
                  </a:lnTo>
                  <a:lnTo>
                    <a:pt x="3756" y="28118"/>
                  </a:lnTo>
                  <a:lnTo>
                    <a:pt x="3684" y="28287"/>
                  </a:lnTo>
                  <a:lnTo>
                    <a:pt x="3540" y="28624"/>
                  </a:lnTo>
                  <a:lnTo>
                    <a:pt x="3395" y="28961"/>
                  </a:lnTo>
                  <a:lnTo>
                    <a:pt x="3299" y="29322"/>
                  </a:lnTo>
                  <a:lnTo>
                    <a:pt x="3227" y="29659"/>
                  </a:lnTo>
                  <a:lnTo>
                    <a:pt x="3179" y="30020"/>
                  </a:lnTo>
                  <a:lnTo>
                    <a:pt x="3179" y="30381"/>
                  </a:lnTo>
                  <a:lnTo>
                    <a:pt x="3203" y="30766"/>
                  </a:lnTo>
                  <a:lnTo>
                    <a:pt x="3251" y="31152"/>
                  </a:lnTo>
                  <a:lnTo>
                    <a:pt x="3323" y="31440"/>
                  </a:lnTo>
                  <a:lnTo>
                    <a:pt x="3443" y="31729"/>
                  </a:lnTo>
                  <a:lnTo>
                    <a:pt x="3588" y="31994"/>
                  </a:lnTo>
                  <a:lnTo>
                    <a:pt x="3756" y="32235"/>
                  </a:lnTo>
                  <a:lnTo>
                    <a:pt x="3949" y="32452"/>
                  </a:lnTo>
                  <a:lnTo>
                    <a:pt x="4166" y="32620"/>
                  </a:lnTo>
                  <a:lnTo>
                    <a:pt x="4406" y="32789"/>
                  </a:lnTo>
                  <a:lnTo>
                    <a:pt x="4647" y="32909"/>
                  </a:lnTo>
                  <a:lnTo>
                    <a:pt x="4912" y="33005"/>
                  </a:lnTo>
                  <a:lnTo>
                    <a:pt x="5177" y="33053"/>
                  </a:lnTo>
                  <a:lnTo>
                    <a:pt x="5466" y="33102"/>
                  </a:lnTo>
                  <a:lnTo>
                    <a:pt x="5730" y="33077"/>
                  </a:lnTo>
                  <a:lnTo>
                    <a:pt x="5995" y="33029"/>
                  </a:lnTo>
                  <a:lnTo>
                    <a:pt x="6284" y="32957"/>
                  </a:lnTo>
                  <a:lnTo>
                    <a:pt x="6549" y="32813"/>
                  </a:lnTo>
                  <a:lnTo>
                    <a:pt x="6790" y="32644"/>
                  </a:lnTo>
                  <a:lnTo>
                    <a:pt x="7079" y="32403"/>
                  </a:lnTo>
                  <a:lnTo>
                    <a:pt x="7319" y="32163"/>
                  </a:lnTo>
                  <a:lnTo>
                    <a:pt x="7560" y="31874"/>
                  </a:lnTo>
                  <a:lnTo>
                    <a:pt x="7753" y="31585"/>
                  </a:lnTo>
                  <a:lnTo>
                    <a:pt x="7945" y="31296"/>
                  </a:lnTo>
                  <a:lnTo>
                    <a:pt x="8090" y="30959"/>
                  </a:lnTo>
                  <a:lnTo>
                    <a:pt x="8210" y="30622"/>
                  </a:lnTo>
                  <a:lnTo>
                    <a:pt x="8306" y="30261"/>
                  </a:lnTo>
                  <a:lnTo>
                    <a:pt x="8354" y="29948"/>
                  </a:lnTo>
                  <a:lnTo>
                    <a:pt x="8354" y="29779"/>
                  </a:lnTo>
                  <a:lnTo>
                    <a:pt x="8354" y="29611"/>
                  </a:lnTo>
                  <a:lnTo>
                    <a:pt x="8330" y="29466"/>
                  </a:lnTo>
                  <a:lnTo>
                    <a:pt x="8282" y="29298"/>
                  </a:lnTo>
                  <a:lnTo>
                    <a:pt x="8210" y="29154"/>
                  </a:lnTo>
                  <a:lnTo>
                    <a:pt x="8114" y="29009"/>
                  </a:lnTo>
                  <a:lnTo>
                    <a:pt x="7969" y="28816"/>
                  </a:lnTo>
                  <a:lnTo>
                    <a:pt x="7849" y="28600"/>
                  </a:lnTo>
                  <a:lnTo>
                    <a:pt x="7584" y="28167"/>
                  </a:lnTo>
                  <a:lnTo>
                    <a:pt x="7343" y="27733"/>
                  </a:lnTo>
                  <a:lnTo>
                    <a:pt x="7199" y="27517"/>
                  </a:lnTo>
                  <a:lnTo>
                    <a:pt x="7054" y="27324"/>
                  </a:lnTo>
                  <a:lnTo>
                    <a:pt x="6910" y="27107"/>
                  </a:lnTo>
                  <a:lnTo>
                    <a:pt x="6766" y="26891"/>
                  </a:lnTo>
                  <a:lnTo>
                    <a:pt x="6669" y="26650"/>
                  </a:lnTo>
                  <a:lnTo>
                    <a:pt x="6597" y="26433"/>
                  </a:lnTo>
                  <a:lnTo>
                    <a:pt x="6549" y="26193"/>
                  </a:lnTo>
                  <a:lnTo>
                    <a:pt x="6525" y="25928"/>
                  </a:lnTo>
                  <a:lnTo>
                    <a:pt x="6525" y="25687"/>
                  </a:lnTo>
                  <a:lnTo>
                    <a:pt x="6549" y="25422"/>
                  </a:lnTo>
                  <a:lnTo>
                    <a:pt x="6573" y="25206"/>
                  </a:lnTo>
                  <a:lnTo>
                    <a:pt x="6573" y="24989"/>
                  </a:lnTo>
                  <a:lnTo>
                    <a:pt x="6549" y="24796"/>
                  </a:lnTo>
                  <a:lnTo>
                    <a:pt x="6525" y="24580"/>
                  </a:lnTo>
                  <a:lnTo>
                    <a:pt x="6477" y="24339"/>
                  </a:lnTo>
                  <a:lnTo>
                    <a:pt x="6453" y="24074"/>
                  </a:lnTo>
                  <a:lnTo>
                    <a:pt x="6453" y="23833"/>
                  </a:lnTo>
                  <a:lnTo>
                    <a:pt x="6453" y="23593"/>
                  </a:lnTo>
                  <a:lnTo>
                    <a:pt x="6477" y="23376"/>
                  </a:lnTo>
                  <a:lnTo>
                    <a:pt x="6525" y="23135"/>
                  </a:lnTo>
                  <a:lnTo>
                    <a:pt x="6621" y="22678"/>
                  </a:lnTo>
                  <a:lnTo>
                    <a:pt x="6790" y="22269"/>
                  </a:lnTo>
                  <a:lnTo>
                    <a:pt x="7006" y="21835"/>
                  </a:lnTo>
                  <a:lnTo>
                    <a:pt x="7271" y="21450"/>
                  </a:lnTo>
                  <a:lnTo>
                    <a:pt x="7560" y="21065"/>
                  </a:lnTo>
                  <a:lnTo>
                    <a:pt x="7849" y="20680"/>
                  </a:lnTo>
                  <a:lnTo>
                    <a:pt x="8114" y="20295"/>
                  </a:lnTo>
                  <a:lnTo>
                    <a:pt x="8354" y="19885"/>
                  </a:lnTo>
                  <a:lnTo>
                    <a:pt x="8595" y="19476"/>
                  </a:lnTo>
                  <a:lnTo>
                    <a:pt x="8788" y="19067"/>
                  </a:lnTo>
                  <a:lnTo>
                    <a:pt x="8980" y="18634"/>
                  </a:lnTo>
                  <a:lnTo>
                    <a:pt x="9125" y="18176"/>
                  </a:lnTo>
                  <a:lnTo>
                    <a:pt x="9269" y="17719"/>
                  </a:lnTo>
                  <a:lnTo>
                    <a:pt x="9341" y="17454"/>
                  </a:lnTo>
                  <a:lnTo>
                    <a:pt x="9390" y="17165"/>
                  </a:lnTo>
                  <a:lnTo>
                    <a:pt x="9414" y="16900"/>
                  </a:lnTo>
                  <a:lnTo>
                    <a:pt x="9414" y="16635"/>
                  </a:lnTo>
                  <a:lnTo>
                    <a:pt x="9366" y="16371"/>
                  </a:lnTo>
                  <a:lnTo>
                    <a:pt x="9293" y="16106"/>
                  </a:lnTo>
                  <a:lnTo>
                    <a:pt x="9197" y="15841"/>
                  </a:lnTo>
                  <a:lnTo>
                    <a:pt x="9077" y="15600"/>
                  </a:lnTo>
                  <a:lnTo>
                    <a:pt x="8619" y="14830"/>
                  </a:lnTo>
                  <a:lnTo>
                    <a:pt x="8210" y="14036"/>
                  </a:lnTo>
                  <a:lnTo>
                    <a:pt x="7825" y="13241"/>
                  </a:lnTo>
                  <a:lnTo>
                    <a:pt x="7464" y="12447"/>
                  </a:lnTo>
                  <a:lnTo>
                    <a:pt x="7271" y="11989"/>
                  </a:lnTo>
                  <a:lnTo>
                    <a:pt x="7127" y="11508"/>
                  </a:lnTo>
                  <a:lnTo>
                    <a:pt x="7054" y="11051"/>
                  </a:lnTo>
                  <a:lnTo>
                    <a:pt x="7030" y="10593"/>
                  </a:lnTo>
                  <a:lnTo>
                    <a:pt x="7030" y="10112"/>
                  </a:lnTo>
                  <a:lnTo>
                    <a:pt x="7127" y="9654"/>
                  </a:lnTo>
                  <a:lnTo>
                    <a:pt x="7247" y="9197"/>
                  </a:lnTo>
                  <a:lnTo>
                    <a:pt x="7440" y="8739"/>
                  </a:lnTo>
                  <a:lnTo>
                    <a:pt x="7704" y="8186"/>
                  </a:lnTo>
                  <a:lnTo>
                    <a:pt x="7969" y="7632"/>
                  </a:lnTo>
                  <a:lnTo>
                    <a:pt x="8114" y="7367"/>
                  </a:lnTo>
                  <a:lnTo>
                    <a:pt x="8282" y="7103"/>
                  </a:lnTo>
                  <a:lnTo>
                    <a:pt x="8451" y="6838"/>
                  </a:lnTo>
                  <a:lnTo>
                    <a:pt x="8667" y="6597"/>
                  </a:lnTo>
                  <a:lnTo>
                    <a:pt x="8691" y="6525"/>
                  </a:lnTo>
                  <a:lnTo>
                    <a:pt x="8740" y="6453"/>
                  </a:lnTo>
                  <a:lnTo>
                    <a:pt x="8788" y="6308"/>
                  </a:lnTo>
                  <a:lnTo>
                    <a:pt x="8932" y="5875"/>
                  </a:lnTo>
                  <a:lnTo>
                    <a:pt x="9028" y="5441"/>
                  </a:lnTo>
                  <a:lnTo>
                    <a:pt x="9077" y="5008"/>
                  </a:lnTo>
                  <a:lnTo>
                    <a:pt x="9077" y="4575"/>
                  </a:lnTo>
                  <a:lnTo>
                    <a:pt x="9053" y="4166"/>
                  </a:lnTo>
                  <a:lnTo>
                    <a:pt x="8980" y="3732"/>
                  </a:lnTo>
                  <a:lnTo>
                    <a:pt x="8884" y="3299"/>
                  </a:lnTo>
                  <a:lnTo>
                    <a:pt x="8764" y="2890"/>
                  </a:lnTo>
                  <a:lnTo>
                    <a:pt x="8595" y="2456"/>
                  </a:lnTo>
                  <a:lnTo>
                    <a:pt x="8403" y="2023"/>
                  </a:lnTo>
                  <a:lnTo>
                    <a:pt x="8138" y="1638"/>
                  </a:lnTo>
                  <a:lnTo>
                    <a:pt x="7993" y="1445"/>
                  </a:lnTo>
                  <a:lnTo>
                    <a:pt x="7849" y="1253"/>
                  </a:lnTo>
                  <a:lnTo>
                    <a:pt x="7680" y="1084"/>
                  </a:lnTo>
                  <a:lnTo>
                    <a:pt x="7512" y="940"/>
                  </a:lnTo>
                  <a:lnTo>
                    <a:pt x="7295" y="771"/>
                  </a:lnTo>
                  <a:lnTo>
                    <a:pt x="7103" y="627"/>
                  </a:lnTo>
                  <a:lnTo>
                    <a:pt x="6862" y="482"/>
                  </a:lnTo>
                  <a:lnTo>
                    <a:pt x="6621" y="362"/>
                  </a:lnTo>
                  <a:lnTo>
                    <a:pt x="6356" y="242"/>
                  </a:lnTo>
                  <a:lnTo>
                    <a:pt x="6092" y="145"/>
                  </a:lnTo>
                  <a:lnTo>
                    <a:pt x="5803" y="73"/>
                  </a:lnTo>
                  <a:lnTo>
                    <a:pt x="5514" y="25"/>
                  </a:lnTo>
                  <a:lnTo>
                    <a:pt x="51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204650" y="2410925"/>
              <a:ext cx="150500" cy="145050"/>
            </a:xfrm>
            <a:custGeom>
              <a:avLst/>
              <a:gdLst/>
              <a:ahLst/>
              <a:cxnLst/>
              <a:rect l="l" t="t" r="r" b="b"/>
              <a:pathLst>
                <a:path w="6020" h="5802" extrusionOk="0">
                  <a:moveTo>
                    <a:pt x="3130" y="289"/>
                  </a:moveTo>
                  <a:lnTo>
                    <a:pt x="3251" y="313"/>
                  </a:lnTo>
                  <a:lnTo>
                    <a:pt x="3925" y="409"/>
                  </a:lnTo>
                  <a:lnTo>
                    <a:pt x="4093" y="458"/>
                  </a:lnTo>
                  <a:lnTo>
                    <a:pt x="4238" y="506"/>
                  </a:lnTo>
                  <a:lnTo>
                    <a:pt x="4575" y="698"/>
                  </a:lnTo>
                  <a:lnTo>
                    <a:pt x="4888" y="915"/>
                  </a:lnTo>
                  <a:lnTo>
                    <a:pt x="5152" y="1156"/>
                  </a:lnTo>
                  <a:lnTo>
                    <a:pt x="5273" y="1300"/>
                  </a:lnTo>
                  <a:lnTo>
                    <a:pt x="5393" y="1469"/>
                  </a:lnTo>
                  <a:lnTo>
                    <a:pt x="5465" y="1613"/>
                  </a:lnTo>
                  <a:lnTo>
                    <a:pt x="5538" y="1758"/>
                  </a:lnTo>
                  <a:lnTo>
                    <a:pt x="5634" y="2046"/>
                  </a:lnTo>
                  <a:lnTo>
                    <a:pt x="5706" y="2456"/>
                  </a:lnTo>
                  <a:lnTo>
                    <a:pt x="5754" y="2889"/>
                  </a:lnTo>
                  <a:lnTo>
                    <a:pt x="5730" y="3130"/>
                  </a:lnTo>
                  <a:lnTo>
                    <a:pt x="5706" y="3370"/>
                  </a:lnTo>
                  <a:lnTo>
                    <a:pt x="5634" y="3611"/>
                  </a:lnTo>
                  <a:lnTo>
                    <a:pt x="5538" y="3852"/>
                  </a:lnTo>
                  <a:lnTo>
                    <a:pt x="5441" y="3996"/>
                  </a:lnTo>
                  <a:lnTo>
                    <a:pt x="5321" y="4141"/>
                  </a:lnTo>
                  <a:lnTo>
                    <a:pt x="5008" y="4454"/>
                  </a:lnTo>
                  <a:lnTo>
                    <a:pt x="4695" y="4815"/>
                  </a:lnTo>
                  <a:lnTo>
                    <a:pt x="4575" y="4959"/>
                  </a:lnTo>
                  <a:lnTo>
                    <a:pt x="4430" y="5056"/>
                  </a:lnTo>
                  <a:lnTo>
                    <a:pt x="4262" y="5152"/>
                  </a:lnTo>
                  <a:lnTo>
                    <a:pt x="4093" y="5200"/>
                  </a:lnTo>
                  <a:lnTo>
                    <a:pt x="3756" y="5320"/>
                  </a:lnTo>
                  <a:lnTo>
                    <a:pt x="3443" y="5417"/>
                  </a:lnTo>
                  <a:lnTo>
                    <a:pt x="3275" y="5465"/>
                  </a:lnTo>
                  <a:lnTo>
                    <a:pt x="3082" y="5489"/>
                  </a:lnTo>
                  <a:lnTo>
                    <a:pt x="2745" y="5489"/>
                  </a:lnTo>
                  <a:lnTo>
                    <a:pt x="2095" y="5417"/>
                  </a:lnTo>
                  <a:lnTo>
                    <a:pt x="1782" y="5344"/>
                  </a:lnTo>
                  <a:lnTo>
                    <a:pt x="1469" y="5272"/>
                  </a:lnTo>
                  <a:lnTo>
                    <a:pt x="1253" y="5200"/>
                  </a:lnTo>
                  <a:lnTo>
                    <a:pt x="1060" y="5080"/>
                  </a:lnTo>
                  <a:lnTo>
                    <a:pt x="891" y="4935"/>
                  </a:lnTo>
                  <a:lnTo>
                    <a:pt x="747" y="4743"/>
                  </a:lnTo>
                  <a:lnTo>
                    <a:pt x="578" y="4502"/>
                  </a:lnTo>
                  <a:lnTo>
                    <a:pt x="410" y="4261"/>
                  </a:lnTo>
                  <a:lnTo>
                    <a:pt x="314" y="4093"/>
                  </a:lnTo>
                  <a:lnTo>
                    <a:pt x="266" y="3900"/>
                  </a:lnTo>
                  <a:lnTo>
                    <a:pt x="217" y="3708"/>
                  </a:lnTo>
                  <a:lnTo>
                    <a:pt x="217" y="3515"/>
                  </a:lnTo>
                  <a:lnTo>
                    <a:pt x="217" y="3322"/>
                  </a:lnTo>
                  <a:lnTo>
                    <a:pt x="241" y="3106"/>
                  </a:lnTo>
                  <a:lnTo>
                    <a:pt x="338" y="2600"/>
                  </a:lnTo>
                  <a:lnTo>
                    <a:pt x="434" y="2071"/>
                  </a:lnTo>
                  <a:lnTo>
                    <a:pt x="506" y="1806"/>
                  </a:lnTo>
                  <a:lnTo>
                    <a:pt x="603" y="1565"/>
                  </a:lnTo>
                  <a:lnTo>
                    <a:pt x="723" y="1348"/>
                  </a:lnTo>
                  <a:lnTo>
                    <a:pt x="891" y="1132"/>
                  </a:lnTo>
                  <a:lnTo>
                    <a:pt x="988" y="1035"/>
                  </a:lnTo>
                  <a:lnTo>
                    <a:pt x="1060" y="1011"/>
                  </a:lnTo>
                  <a:lnTo>
                    <a:pt x="1132" y="987"/>
                  </a:lnTo>
                  <a:lnTo>
                    <a:pt x="1349" y="939"/>
                  </a:lnTo>
                  <a:lnTo>
                    <a:pt x="1590" y="891"/>
                  </a:lnTo>
                  <a:lnTo>
                    <a:pt x="1710" y="867"/>
                  </a:lnTo>
                  <a:lnTo>
                    <a:pt x="1830" y="819"/>
                  </a:lnTo>
                  <a:lnTo>
                    <a:pt x="1927" y="771"/>
                  </a:lnTo>
                  <a:lnTo>
                    <a:pt x="2047" y="698"/>
                  </a:lnTo>
                  <a:lnTo>
                    <a:pt x="2215" y="578"/>
                  </a:lnTo>
                  <a:lnTo>
                    <a:pt x="2384" y="482"/>
                  </a:lnTo>
                  <a:lnTo>
                    <a:pt x="2745" y="337"/>
                  </a:lnTo>
                  <a:lnTo>
                    <a:pt x="2865" y="313"/>
                  </a:lnTo>
                  <a:lnTo>
                    <a:pt x="2986" y="289"/>
                  </a:lnTo>
                  <a:close/>
                  <a:moveTo>
                    <a:pt x="3082" y="0"/>
                  </a:moveTo>
                  <a:lnTo>
                    <a:pt x="2817" y="24"/>
                  </a:lnTo>
                  <a:lnTo>
                    <a:pt x="2601" y="97"/>
                  </a:lnTo>
                  <a:lnTo>
                    <a:pt x="2360" y="217"/>
                  </a:lnTo>
                  <a:lnTo>
                    <a:pt x="2240" y="265"/>
                  </a:lnTo>
                  <a:lnTo>
                    <a:pt x="2119" y="313"/>
                  </a:lnTo>
                  <a:lnTo>
                    <a:pt x="1999" y="385"/>
                  </a:lnTo>
                  <a:lnTo>
                    <a:pt x="1903" y="434"/>
                  </a:lnTo>
                  <a:lnTo>
                    <a:pt x="1806" y="530"/>
                  </a:lnTo>
                  <a:lnTo>
                    <a:pt x="1686" y="578"/>
                  </a:lnTo>
                  <a:lnTo>
                    <a:pt x="1445" y="626"/>
                  </a:lnTo>
                  <a:lnTo>
                    <a:pt x="1301" y="650"/>
                  </a:lnTo>
                  <a:lnTo>
                    <a:pt x="1180" y="674"/>
                  </a:lnTo>
                  <a:lnTo>
                    <a:pt x="1108" y="698"/>
                  </a:lnTo>
                  <a:lnTo>
                    <a:pt x="1012" y="771"/>
                  </a:lnTo>
                  <a:lnTo>
                    <a:pt x="964" y="867"/>
                  </a:lnTo>
                  <a:lnTo>
                    <a:pt x="915" y="939"/>
                  </a:lnTo>
                  <a:lnTo>
                    <a:pt x="843" y="987"/>
                  </a:lnTo>
                  <a:lnTo>
                    <a:pt x="651" y="1180"/>
                  </a:lnTo>
                  <a:lnTo>
                    <a:pt x="506" y="1396"/>
                  </a:lnTo>
                  <a:lnTo>
                    <a:pt x="386" y="1637"/>
                  </a:lnTo>
                  <a:lnTo>
                    <a:pt x="290" y="1926"/>
                  </a:lnTo>
                  <a:lnTo>
                    <a:pt x="97" y="2769"/>
                  </a:lnTo>
                  <a:lnTo>
                    <a:pt x="25" y="3154"/>
                  </a:lnTo>
                  <a:lnTo>
                    <a:pt x="1" y="3322"/>
                  </a:lnTo>
                  <a:lnTo>
                    <a:pt x="1" y="3515"/>
                  </a:lnTo>
                  <a:lnTo>
                    <a:pt x="1" y="3804"/>
                  </a:lnTo>
                  <a:lnTo>
                    <a:pt x="73" y="4045"/>
                  </a:lnTo>
                  <a:lnTo>
                    <a:pt x="169" y="4285"/>
                  </a:lnTo>
                  <a:lnTo>
                    <a:pt x="290" y="4526"/>
                  </a:lnTo>
                  <a:lnTo>
                    <a:pt x="434" y="4719"/>
                  </a:lnTo>
                  <a:lnTo>
                    <a:pt x="578" y="4935"/>
                  </a:lnTo>
                  <a:lnTo>
                    <a:pt x="747" y="5152"/>
                  </a:lnTo>
                  <a:lnTo>
                    <a:pt x="867" y="5272"/>
                  </a:lnTo>
                  <a:lnTo>
                    <a:pt x="1012" y="5369"/>
                  </a:lnTo>
                  <a:lnTo>
                    <a:pt x="1156" y="5465"/>
                  </a:lnTo>
                  <a:lnTo>
                    <a:pt x="1325" y="5537"/>
                  </a:lnTo>
                  <a:lnTo>
                    <a:pt x="1686" y="5633"/>
                  </a:lnTo>
                  <a:lnTo>
                    <a:pt x="2071" y="5730"/>
                  </a:lnTo>
                  <a:lnTo>
                    <a:pt x="2456" y="5778"/>
                  </a:lnTo>
                  <a:lnTo>
                    <a:pt x="2841" y="5802"/>
                  </a:lnTo>
                  <a:lnTo>
                    <a:pt x="3034" y="5802"/>
                  </a:lnTo>
                  <a:lnTo>
                    <a:pt x="3227" y="5778"/>
                  </a:lnTo>
                  <a:lnTo>
                    <a:pt x="3395" y="5754"/>
                  </a:lnTo>
                  <a:lnTo>
                    <a:pt x="3588" y="5706"/>
                  </a:lnTo>
                  <a:lnTo>
                    <a:pt x="4286" y="5465"/>
                  </a:lnTo>
                  <a:lnTo>
                    <a:pt x="4406" y="5417"/>
                  </a:lnTo>
                  <a:lnTo>
                    <a:pt x="4551" y="5344"/>
                  </a:lnTo>
                  <a:lnTo>
                    <a:pt x="4671" y="5272"/>
                  </a:lnTo>
                  <a:lnTo>
                    <a:pt x="4767" y="5152"/>
                  </a:lnTo>
                  <a:lnTo>
                    <a:pt x="5080" y="4791"/>
                  </a:lnTo>
                  <a:lnTo>
                    <a:pt x="5225" y="4622"/>
                  </a:lnTo>
                  <a:lnTo>
                    <a:pt x="5393" y="4454"/>
                  </a:lnTo>
                  <a:lnTo>
                    <a:pt x="5538" y="4309"/>
                  </a:lnTo>
                  <a:lnTo>
                    <a:pt x="5658" y="4165"/>
                  </a:lnTo>
                  <a:lnTo>
                    <a:pt x="5754" y="4020"/>
                  </a:lnTo>
                  <a:lnTo>
                    <a:pt x="5826" y="3828"/>
                  </a:lnTo>
                  <a:lnTo>
                    <a:pt x="5923" y="3587"/>
                  </a:lnTo>
                  <a:lnTo>
                    <a:pt x="5995" y="3322"/>
                  </a:lnTo>
                  <a:lnTo>
                    <a:pt x="6019" y="3058"/>
                  </a:lnTo>
                  <a:lnTo>
                    <a:pt x="6019" y="2793"/>
                  </a:lnTo>
                  <a:lnTo>
                    <a:pt x="5971" y="2408"/>
                  </a:lnTo>
                  <a:lnTo>
                    <a:pt x="5899" y="2022"/>
                  </a:lnTo>
                  <a:lnTo>
                    <a:pt x="5851" y="1806"/>
                  </a:lnTo>
                  <a:lnTo>
                    <a:pt x="5754" y="1565"/>
                  </a:lnTo>
                  <a:lnTo>
                    <a:pt x="5586" y="1252"/>
                  </a:lnTo>
                  <a:lnTo>
                    <a:pt x="5393" y="987"/>
                  </a:lnTo>
                  <a:lnTo>
                    <a:pt x="5152" y="747"/>
                  </a:lnTo>
                  <a:lnTo>
                    <a:pt x="4864" y="530"/>
                  </a:lnTo>
                  <a:lnTo>
                    <a:pt x="4671" y="409"/>
                  </a:lnTo>
                  <a:lnTo>
                    <a:pt x="4478" y="289"/>
                  </a:lnTo>
                  <a:lnTo>
                    <a:pt x="4286" y="193"/>
                  </a:lnTo>
                  <a:lnTo>
                    <a:pt x="4069" y="145"/>
                  </a:lnTo>
                  <a:lnTo>
                    <a:pt x="3323" y="24"/>
                  </a:lnTo>
                  <a:lnTo>
                    <a:pt x="3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252200" y="2451850"/>
              <a:ext cx="58400" cy="61400"/>
            </a:xfrm>
            <a:custGeom>
              <a:avLst/>
              <a:gdLst/>
              <a:ahLst/>
              <a:cxnLst/>
              <a:rect l="l" t="t" r="r" b="b"/>
              <a:pathLst>
                <a:path w="2336" h="2456" extrusionOk="0">
                  <a:moveTo>
                    <a:pt x="1252" y="289"/>
                  </a:moveTo>
                  <a:lnTo>
                    <a:pt x="1421" y="313"/>
                  </a:lnTo>
                  <a:lnTo>
                    <a:pt x="1565" y="361"/>
                  </a:lnTo>
                  <a:lnTo>
                    <a:pt x="1758" y="482"/>
                  </a:lnTo>
                  <a:lnTo>
                    <a:pt x="1926" y="578"/>
                  </a:lnTo>
                  <a:lnTo>
                    <a:pt x="1975" y="626"/>
                  </a:lnTo>
                  <a:lnTo>
                    <a:pt x="2023" y="698"/>
                  </a:lnTo>
                  <a:lnTo>
                    <a:pt x="2047" y="771"/>
                  </a:lnTo>
                  <a:lnTo>
                    <a:pt x="2071" y="843"/>
                  </a:lnTo>
                  <a:lnTo>
                    <a:pt x="2095" y="1228"/>
                  </a:lnTo>
                  <a:lnTo>
                    <a:pt x="2071" y="1421"/>
                  </a:lnTo>
                  <a:lnTo>
                    <a:pt x="2047" y="1613"/>
                  </a:lnTo>
                  <a:lnTo>
                    <a:pt x="1975" y="1758"/>
                  </a:lnTo>
                  <a:lnTo>
                    <a:pt x="1878" y="1878"/>
                  </a:lnTo>
                  <a:lnTo>
                    <a:pt x="1565" y="2143"/>
                  </a:lnTo>
                  <a:lnTo>
                    <a:pt x="1469" y="2215"/>
                  </a:lnTo>
                  <a:lnTo>
                    <a:pt x="1108" y="2215"/>
                  </a:lnTo>
                  <a:lnTo>
                    <a:pt x="843" y="2191"/>
                  </a:lnTo>
                  <a:lnTo>
                    <a:pt x="723" y="2167"/>
                  </a:lnTo>
                  <a:lnTo>
                    <a:pt x="626" y="2119"/>
                  </a:lnTo>
                  <a:lnTo>
                    <a:pt x="410" y="1998"/>
                  </a:lnTo>
                  <a:lnTo>
                    <a:pt x="338" y="1926"/>
                  </a:lnTo>
                  <a:lnTo>
                    <a:pt x="289" y="1854"/>
                  </a:lnTo>
                  <a:lnTo>
                    <a:pt x="241" y="1758"/>
                  </a:lnTo>
                  <a:lnTo>
                    <a:pt x="241" y="1637"/>
                  </a:lnTo>
                  <a:lnTo>
                    <a:pt x="241" y="1541"/>
                  </a:lnTo>
                  <a:lnTo>
                    <a:pt x="241" y="1396"/>
                  </a:lnTo>
                  <a:lnTo>
                    <a:pt x="217" y="1300"/>
                  </a:lnTo>
                  <a:lnTo>
                    <a:pt x="241" y="1180"/>
                  </a:lnTo>
                  <a:lnTo>
                    <a:pt x="289" y="915"/>
                  </a:lnTo>
                  <a:lnTo>
                    <a:pt x="338" y="795"/>
                  </a:lnTo>
                  <a:lnTo>
                    <a:pt x="386" y="698"/>
                  </a:lnTo>
                  <a:lnTo>
                    <a:pt x="458" y="602"/>
                  </a:lnTo>
                  <a:lnTo>
                    <a:pt x="554" y="530"/>
                  </a:lnTo>
                  <a:lnTo>
                    <a:pt x="723" y="434"/>
                  </a:lnTo>
                  <a:lnTo>
                    <a:pt x="891" y="361"/>
                  </a:lnTo>
                  <a:lnTo>
                    <a:pt x="1084" y="313"/>
                  </a:lnTo>
                  <a:lnTo>
                    <a:pt x="1252" y="289"/>
                  </a:lnTo>
                  <a:close/>
                  <a:moveTo>
                    <a:pt x="1300" y="0"/>
                  </a:moveTo>
                  <a:lnTo>
                    <a:pt x="1084" y="24"/>
                  </a:lnTo>
                  <a:lnTo>
                    <a:pt x="867" y="72"/>
                  </a:lnTo>
                  <a:lnTo>
                    <a:pt x="650" y="169"/>
                  </a:lnTo>
                  <a:lnTo>
                    <a:pt x="458" y="265"/>
                  </a:lnTo>
                  <a:lnTo>
                    <a:pt x="338" y="361"/>
                  </a:lnTo>
                  <a:lnTo>
                    <a:pt x="241" y="458"/>
                  </a:lnTo>
                  <a:lnTo>
                    <a:pt x="169" y="554"/>
                  </a:lnTo>
                  <a:lnTo>
                    <a:pt x="121" y="674"/>
                  </a:lnTo>
                  <a:lnTo>
                    <a:pt x="25" y="939"/>
                  </a:lnTo>
                  <a:lnTo>
                    <a:pt x="1" y="1204"/>
                  </a:lnTo>
                  <a:lnTo>
                    <a:pt x="1" y="1421"/>
                  </a:lnTo>
                  <a:lnTo>
                    <a:pt x="25" y="1637"/>
                  </a:lnTo>
                  <a:lnTo>
                    <a:pt x="25" y="1806"/>
                  </a:lnTo>
                  <a:lnTo>
                    <a:pt x="73" y="1926"/>
                  </a:lnTo>
                  <a:lnTo>
                    <a:pt x="169" y="2046"/>
                  </a:lnTo>
                  <a:lnTo>
                    <a:pt x="265" y="2167"/>
                  </a:lnTo>
                  <a:lnTo>
                    <a:pt x="434" y="2287"/>
                  </a:lnTo>
                  <a:lnTo>
                    <a:pt x="530" y="2335"/>
                  </a:lnTo>
                  <a:lnTo>
                    <a:pt x="626" y="2383"/>
                  </a:lnTo>
                  <a:lnTo>
                    <a:pt x="819" y="2432"/>
                  </a:lnTo>
                  <a:lnTo>
                    <a:pt x="1012" y="2456"/>
                  </a:lnTo>
                  <a:lnTo>
                    <a:pt x="1421" y="2456"/>
                  </a:lnTo>
                  <a:lnTo>
                    <a:pt x="1565" y="2432"/>
                  </a:lnTo>
                  <a:lnTo>
                    <a:pt x="1662" y="2359"/>
                  </a:lnTo>
                  <a:lnTo>
                    <a:pt x="2023" y="2071"/>
                  </a:lnTo>
                  <a:lnTo>
                    <a:pt x="2095" y="1998"/>
                  </a:lnTo>
                  <a:lnTo>
                    <a:pt x="2167" y="1902"/>
                  </a:lnTo>
                  <a:lnTo>
                    <a:pt x="2215" y="1806"/>
                  </a:lnTo>
                  <a:lnTo>
                    <a:pt x="2263" y="1685"/>
                  </a:lnTo>
                  <a:lnTo>
                    <a:pt x="2312" y="1445"/>
                  </a:lnTo>
                  <a:lnTo>
                    <a:pt x="2336" y="1180"/>
                  </a:lnTo>
                  <a:lnTo>
                    <a:pt x="2287" y="795"/>
                  </a:lnTo>
                  <a:lnTo>
                    <a:pt x="2263" y="650"/>
                  </a:lnTo>
                  <a:lnTo>
                    <a:pt x="2191" y="530"/>
                  </a:lnTo>
                  <a:lnTo>
                    <a:pt x="2119" y="409"/>
                  </a:lnTo>
                  <a:lnTo>
                    <a:pt x="1999" y="337"/>
                  </a:lnTo>
                  <a:lnTo>
                    <a:pt x="1806" y="193"/>
                  </a:lnTo>
                  <a:lnTo>
                    <a:pt x="1589" y="72"/>
                  </a:lnTo>
                  <a:lnTo>
                    <a:pt x="1445" y="24"/>
                  </a:lnTo>
                  <a:lnTo>
                    <a:pt x="1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270850" y="2474700"/>
              <a:ext cx="19900" cy="22300"/>
            </a:xfrm>
            <a:custGeom>
              <a:avLst/>
              <a:gdLst/>
              <a:ahLst/>
              <a:cxnLst/>
              <a:rect l="l" t="t" r="r" b="b"/>
              <a:pathLst>
                <a:path w="796" h="892" extrusionOk="0">
                  <a:moveTo>
                    <a:pt x="506" y="242"/>
                  </a:moveTo>
                  <a:lnTo>
                    <a:pt x="554" y="266"/>
                  </a:lnTo>
                  <a:lnTo>
                    <a:pt x="579" y="290"/>
                  </a:lnTo>
                  <a:lnTo>
                    <a:pt x="603" y="338"/>
                  </a:lnTo>
                  <a:lnTo>
                    <a:pt x="603" y="434"/>
                  </a:lnTo>
                  <a:lnTo>
                    <a:pt x="579" y="507"/>
                  </a:lnTo>
                  <a:lnTo>
                    <a:pt x="530" y="579"/>
                  </a:lnTo>
                  <a:lnTo>
                    <a:pt x="482" y="627"/>
                  </a:lnTo>
                  <a:lnTo>
                    <a:pt x="410" y="675"/>
                  </a:lnTo>
                  <a:lnTo>
                    <a:pt x="362" y="699"/>
                  </a:lnTo>
                  <a:lnTo>
                    <a:pt x="338" y="675"/>
                  </a:lnTo>
                  <a:lnTo>
                    <a:pt x="290" y="651"/>
                  </a:lnTo>
                  <a:lnTo>
                    <a:pt x="266" y="627"/>
                  </a:lnTo>
                  <a:lnTo>
                    <a:pt x="266" y="531"/>
                  </a:lnTo>
                  <a:lnTo>
                    <a:pt x="290" y="410"/>
                  </a:lnTo>
                  <a:lnTo>
                    <a:pt x="338" y="314"/>
                  </a:lnTo>
                  <a:lnTo>
                    <a:pt x="386" y="266"/>
                  </a:lnTo>
                  <a:lnTo>
                    <a:pt x="482" y="242"/>
                  </a:lnTo>
                  <a:close/>
                  <a:moveTo>
                    <a:pt x="434" y="1"/>
                  </a:moveTo>
                  <a:lnTo>
                    <a:pt x="314" y="25"/>
                  </a:lnTo>
                  <a:lnTo>
                    <a:pt x="217" y="73"/>
                  </a:lnTo>
                  <a:lnTo>
                    <a:pt x="25" y="242"/>
                  </a:lnTo>
                  <a:lnTo>
                    <a:pt x="1" y="266"/>
                  </a:lnTo>
                  <a:lnTo>
                    <a:pt x="1" y="314"/>
                  </a:lnTo>
                  <a:lnTo>
                    <a:pt x="1" y="458"/>
                  </a:lnTo>
                  <a:lnTo>
                    <a:pt x="1" y="627"/>
                  </a:lnTo>
                  <a:lnTo>
                    <a:pt x="49" y="723"/>
                  </a:lnTo>
                  <a:lnTo>
                    <a:pt x="121" y="795"/>
                  </a:lnTo>
                  <a:lnTo>
                    <a:pt x="193" y="868"/>
                  </a:lnTo>
                  <a:lnTo>
                    <a:pt x="290" y="892"/>
                  </a:lnTo>
                  <a:lnTo>
                    <a:pt x="410" y="868"/>
                  </a:lnTo>
                  <a:lnTo>
                    <a:pt x="530" y="844"/>
                  </a:lnTo>
                  <a:lnTo>
                    <a:pt x="627" y="771"/>
                  </a:lnTo>
                  <a:lnTo>
                    <a:pt x="699" y="699"/>
                  </a:lnTo>
                  <a:lnTo>
                    <a:pt x="747" y="603"/>
                  </a:lnTo>
                  <a:lnTo>
                    <a:pt x="795" y="507"/>
                  </a:lnTo>
                  <a:lnTo>
                    <a:pt x="795" y="386"/>
                  </a:lnTo>
                  <a:lnTo>
                    <a:pt x="795" y="290"/>
                  </a:lnTo>
                  <a:lnTo>
                    <a:pt x="771" y="170"/>
                  </a:lnTo>
                  <a:lnTo>
                    <a:pt x="699" y="73"/>
                  </a:lnTo>
                  <a:lnTo>
                    <a:pt x="627" y="25"/>
                  </a:lnTo>
                  <a:lnTo>
                    <a:pt x="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249200" y="2726875"/>
              <a:ext cx="108350" cy="104750"/>
            </a:xfrm>
            <a:custGeom>
              <a:avLst/>
              <a:gdLst/>
              <a:ahLst/>
              <a:cxnLst/>
              <a:rect l="l" t="t" r="r" b="b"/>
              <a:pathLst>
                <a:path w="4334" h="4190" extrusionOk="0">
                  <a:moveTo>
                    <a:pt x="2335" y="217"/>
                  </a:moveTo>
                  <a:lnTo>
                    <a:pt x="2817" y="314"/>
                  </a:lnTo>
                  <a:lnTo>
                    <a:pt x="2937" y="338"/>
                  </a:lnTo>
                  <a:lnTo>
                    <a:pt x="3057" y="386"/>
                  </a:lnTo>
                  <a:lnTo>
                    <a:pt x="3298" y="506"/>
                  </a:lnTo>
                  <a:lnTo>
                    <a:pt x="3515" y="651"/>
                  </a:lnTo>
                  <a:lnTo>
                    <a:pt x="3707" y="843"/>
                  </a:lnTo>
                  <a:lnTo>
                    <a:pt x="3876" y="1060"/>
                  </a:lnTo>
                  <a:lnTo>
                    <a:pt x="3996" y="1277"/>
                  </a:lnTo>
                  <a:lnTo>
                    <a:pt x="4044" y="1493"/>
                  </a:lnTo>
                  <a:lnTo>
                    <a:pt x="4117" y="1782"/>
                  </a:lnTo>
                  <a:lnTo>
                    <a:pt x="4141" y="2071"/>
                  </a:lnTo>
                  <a:lnTo>
                    <a:pt x="4141" y="2264"/>
                  </a:lnTo>
                  <a:lnTo>
                    <a:pt x="4093" y="2432"/>
                  </a:lnTo>
                  <a:lnTo>
                    <a:pt x="4044" y="2601"/>
                  </a:lnTo>
                  <a:lnTo>
                    <a:pt x="3996" y="2769"/>
                  </a:lnTo>
                  <a:lnTo>
                    <a:pt x="3924" y="2889"/>
                  </a:lnTo>
                  <a:lnTo>
                    <a:pt x="3828" y="2986"/>
                  </a:lnTo>
                  <a:lnTo>
                    <a:pt x="3587" y="3202"/>
                  </a:lnTo>
                  <a:lnTo>
                    <a:pt x="3394" y="3467"/>
                  </a:lnTo>
                  <a:lnTo>
                    <a:pt x="3298" y="3563"/>
                  </a:lnTo>
                  <a:lnTo>
                    <a:pt x="3178" y="3660"/>
                  </a:lnTo>
                  <a:lnTo>
                    <a:pt x="3082" y="3708"/>
                  </a:lnTo>
                  <a:lnTo>
                    <a:pt x="2937" y="3756"/>
                  </a:lnTo>
                  <a:lnTo>
                    <a:pt x="2480" y="3900"/>
                  </a:lnTo>
                  <a:lnTo>
                    <a:pt x="2359" y="3925"/>
                  </a:lnTo>
                  <a:lnTo>
                    <a:pt x="2215" y="3949"/>
                  </a:lnTo>
                  <a:lnTo>
                    <a:pt x="1974" y="3949"/>
                  </a:lnTo>
                  <a:lnTo>
                    <a:pt x="1517" y="3900"/>
                  </a:lnTo>
                  <a:lnTo>
                    <a:pt x="1276" y="3852"/>
                  </a:lnTo>
                  <a:lnTo>
                    <a:pt x="1059" y="3804"/>
                  </a:lnTo>
                  <a:lnTo>
                    <a:pt x="891" y="3732"/>
                  </a:lnTo>
                  <a:lnTo>
                    <a:pt x="770" y="3660"/>
                  </a:lnTo>
                  <a:lnTo>
                    <a:pt x="650" y="3539"/>
                  </a:lnTo>
                  <a:lnTo>
                    <a:pt x="530" y="3419"/>
                  </a:lnTo>
                  <a:lnTo>
                    <a:pt x="313" y="3058"/>
                  </a:lnTo>
                  <a:lnTo>
                    <a:pt x="241" y="2938"/>
                  </a:lnTo>
                  <a:lnTo>
                    <a:pt x="193" y="2817"/>
                  </a:lnTo>
                  <a:lnTo>
                    <a:pt x="169" y="2673"/>
                  </a:lnTo>
                  <a:lnTo>
                    <a:pt x="169" y="2528"/>
                  </a:lnTo>
                  <a:lnTo>
                    <a:pt x="193" y="2239"/>
                  </a:lnTo>
                  <a:lnTo>
                    <a:pt x="241" y="1854"/>
                  </a:lnTo>
                  <a:lnTo>
                    <a:pt x="313" y="1493"/>
                  </a:lnTo>
                  <a:lnTo>
                    <a:pt x="361" y="1301"/>
                  </a:lnTo>
                  <a:lnTo>
                    <a:pt x="433" y="1132"/>
                  </a:lnTo>
                  <a:lnTo>
                    <a:pt x="530" y="964"/>
                  </a:lnTo>
                  <a:lnTo>
                    <a:pt x="650" y="819"/>
                  </a:lnTo>
                  <a:lnTo>
                    <a:pt x="722" y="747"/>
                  </a:lnTo>
                  <a:lnTo>
                    <a:pt x="819" y="723"/>
                  </a:lnTo>
                  <a:lnTo>
                    <a:pt x="987" y="675"/>
                  </a:lnTo>
                  <a:lnTo>
                    <a:pt x="1132" y="651"/>
                  </a:lnTo>
                  <a:lnTo>
                    <a:pt x="1324" y="602"/>
                  </a:lnTo>
                  <a:lnTo>
                    <a:pt x="1469" y="506"/>
                  </a:lnTo>
                  <a:lnTo>
                    <a:pt x="1589" y="410"/>
                  </a:lnTo>
                  <a:lnTo>
                    <a:pt x="1709" y="362"/>
                  </a:lnTo>
                  <a:lnTo>
                    <a:pt x="1974" y="241"/>
                  </a:lnTo>
                  <a:lnTo>
                    <a:pt x="2070" y="217"/>
                  </a:lnTo>
                  <a:close/>
                  <a:moveTo>
                    <a:pt x="2215" y="1"/>
                  </a:moveTo>
                  <a:lnTo>
                    <a:pt x="2046" y="25"/>
                  </a:lnTo>
                  <a:lnTo>
                    <a:pt x="1878" y="73"/>
                  </a:lnTo>
                  <a:lnTo>
                    <a:pt x="1709" y="145"/>
                  </a:lnTo>
                  <a:lnTo>
                    <a:pt x="1517" y="241"/>
                  </a:lnTo>
                  <a:lnTo>
                    <a:pt x="1445" y="265"/>
                  </a:lnTo>
                  <a:lnTo>
                    <a:pt x="1372" y="314"/>
                  </a:lnTo>
                  <a:lnTo>
                    <a:pt x="1300" y="386"/>
                  </a:lnTo>
                  <a:lnTo>
                    <a:pt x="1204" y="410"/>
                  </a:lnTo>
                  <a:lnTo>
                    <a:pt x="1035" y="458"/>
                  </a:lnTo>
                  <a:lnTo>
                    <a:pt x="939" y="458"/>
                  </a:lnTo>
                  <a:lnTo>
                    <a:pt x="867" y="482"/>
                  </a:lnTo>
                  <a:lnTo>
                    <a:pt x="795" y="506"/>
                  </a:lnTo>
                  <a:lnTo>
                    <a:pt x="746" y="554"/>
                  </a:lnTo>
                  <a:lnTo>
                    <a:pt x="698" y="627"/>
                  </a:lnTo>
                  <a:lnTo>
                    <a:pt x="650" y="675"/>
                  </a:lnTo>
                  <a:lnTo>
                    <a:pt x="602" y="723"/>
                  </a:lnTo>
                  <a:lnTo>
                    <a:pt x="482" y="867"/>
                  </a:lnTo>
                  <a:lnTo>
                    <a:pt x="361" y="1012"/>
                  </a:lnTo>
                  <a:lnTo>
                    <a:pt x="265" y="1180"/>
                  </a:lnTo>
                  <a:lnTo>
                    <a:pt x="217" y="1373"/>
                  </a:lnTo>
                  <a:lnTo>
                    <a:pt x="72" y="1999"/>
                  </a:lnTo>
                  <a:lnTo>
                    <a:pt x="24" y="2264"/>
                  </a:lnTo>
                  <a:lnTo>
                    <a:pt x="0" y="2528"/>
                  </a:lnTo>
                  <a:lnTo>
                    <a:pt x="0" y="2745"/>
                  </a:lnTo>
                  <a:lnTo>
                    <a:pt x="48" y="2913"/>
                  </a:lnTo>
                  <a:lnTo>
                    <a:pt x="121" y="3106"/>
                  </a:lnTo>
                  <a:lnTo>
                    <a:pt x="217" y="3251"/>
                  </a:lnTo>
                  <a:lnTo>
                    <a:pt x="313" y="3395"/>
                  </a:lnTo>
                  <a:lnTo>
                    <a:pt x="409" y="3563"/>
                  </a:lnTo>
                  <a:lnTo>
                    <a:pt x="554" y="3708"/>
                  </a:lnTo>
                  <a:lnTo>
                    <a:pt x="626" y="3804"/>
                  </a:lnTo>
                  <a:lnTo>
                    <a:pt x="722" y="3876"/>
                  </a:lnTo>
                  <a:lnTo>
                    <a:pt x="963" y="3973"/>
                  </a:lnTo>
                  <a:lnTo>
                    <a:pt x="1228" y="4069"/>
                  </a:lnTo>
                  <a:lnTo>
                    <a:pt x="1493" y="4117"/>
                  </a:lnTo>
                  <a:lnTo>
                    <a:pt x="1782" y="4165"/>
                  </a:lnTo>
                  <a:lnTo>
                    <a:pt x="2046" y="4189"/>
                  </a:lnTo>
                  <a:lnTo>
                    <a:pt x="2311" y="4165"/>
                  </a:lnTo>
                  <a:lnTo>
                    <a:pt x="2456" y="4141"/>
                  </a:lnTo>
                  <a:lnTo>
                    <a:pt x="2576" y="4117"/>
                  </a:lnTo>
                  <a:lnTo>
                    <a:pt x="3082" y="3925"/>
                  </a:lnTo>
                  <a:lnTo>
                    <a:pt x="3274" y="3852"/>
                  </a:lnTo>
                  <a:lnTo>
                    <a:pt x="3370" y="3780"/>
                  </a:lnTo>
                  <a:lnTo>
                    <a:pt x="3443" y="3708"/>
                  </a:lnTo>
                  <a:lnTo>
                    <a:pt x="3659" y="3467"/>
                  </a:lnTo>
                  <a:lnTo>
                    <a:pt x="3780" y="3323"/>
                  </a:lnTo>
                  <a:lnTo>
                    <a:pt x="3900" y="3202"/>
                  </a:lnTo>
                  <a:lnTo>
                    <a:pt x="3996" y="3106"/>
                  </a:lnTo>
                  <a:lnTo>
                    <a:pt x="4069" y="3010"/>
                  </a:lnTo>
                  <a:lnTo>
                    <a:pt x="4141" y="2889"/>
                  </a:lnTo>
                  <a:lnTo>
                    <a:pt x="4213" y="2769"/>
                  </a:lnTo>
                  <a:lnTo>
                    <a:pt x="4261" y="2576"/>
                  </a:lnTo>
                  <a:lnTo>
                    <a:pt x="4309" y="2408"/>
                  </a:lnTo>
                  <a:lnTo>
                    <a:pt x="4333" y="2215"/>
                  </a:lnTo>
                  <a:lnTo>
                    <a:pt x="4333" y="2023"/>
                  </a:lnTo>
                  <a:lnTo>
                    <a:pt x="4309" y="1734"/>
                  </a:lnTo>
                  <a:lnTo>
                    <a:pt x="4261" y="1469"/>
                  </a:lnTo>
                  <a:lnTo>
                    <a:pt x="4213" y="1301"/>
                  </a:lnTo>
                  <a:lnTo>
                    <a:pt x="4141" y="1132"/>
                  </a:lnTo>
                  <a:lnTo>
                    <a:pt x="4020" y="915"/>
                  </a:lnTo>
                  <a:lnTo>
                    <a:pt x="3876" y="723"/>
                  </a:lnTo>
                  <a:lnTo>
                    <a:pt x="3707" y="530"/>
                  </a:lnTo>
                  <a:lnTo>
                    <a:pt x="3515" y="386"/>
                  </a:lnTo>
                  <a:lnTo>
                    <a:pt x="3226" y="217"/>
                  </a:lnTo>
                  <a:lnTo>
                    <a:pt x="3082" y="145"/>
                  </a:lnTo>
                  <a:lnTo>
                    <a:pt x="2913" y="97"/>
                  </a:lnTo>
                  <a:lnTo>
                    <a:pt x="2383" y="25"/>
                  </a:lnTo>
                  <a:lnTo>
                    <a:pt x="2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283500" y="2756375"/>
              <a:ext cx="42150" cy="44550"/>
            </a:xfrm>
            <a:custGeom>
              <a:avLst/>
              <a:gdLst/>
              <a:ahLst/>
              <a:cxnLst/>
              <a:rect l="l" t="t" r="r" b="b"/>
              <a:pathLst>
                <a:path w="1686" h="1782" extrusionOk="0">
                  <a:moveTo>
                    <a:pt x="1011" y="217"/>
                  </a:moveTo>
                  <a:lnTo>
                    <a:pt x="1132" y="265"/>
                  </a:lnTo>
                  <a:lnTo>
                    <a:pt x="1372" y="434"/>
                  </a:lnTo>
                  <a:lnTo>
                    <a:pt x="1445" y="506"/>
                  </a:lnTo>
                  <a:lnTo>
                    <a:pt x="1493" y="602"/>
                  </a:lnTo>
                  <a:lnTo>
                    <a:pt x="1493" y="891"/>
                  </a:lnTo>
                  <a:lnTo>
                    <a:pt x="1493" y="1035"/>
                  </a:lnTo>
                  <a:lnTo>
                    <a:pt x="1469" y="1156"/>
                  </a:lnTo>
                  <a:lnTo>
                    <a:pt x="1421" y="1276"/>
                  </a:lnTo>
                  <a:lnTo>
                    <a:pt x="1348" y="1348"/>
                  </a:lnTo>
                  <a:lnTo>
                    <a:pt x="1132" y="1541"/>
                  </a:lnTo>
                  <a:lnTo>
                    <a:pt x="1060" y="1589"/>
                  </a:lnTo>
                  <a:lnTo>
                    <a:pt x="987" y="1613"/>
                  </a:lnTo>
                  <a:lnTo>
                    <a:pt x="795" y="1589"/>
                  </a:lnTo>
                  <a:lnTo>
                    <a:pt x="602" y="1589"/>
                  </a:lnTo>
                  <a:lnTo>
                    <a:pt x="434" y="1517"/>
                  </a:lnTo>
                  <a:lnTo>
                    <a:pt x="313" y="1445"/>
                  </a:lnTo>
                  <a:lnTo>
                    <a:pt x="241" y="1396"/>
                  </a:lnTo>
                  <a:lnTo>
                    <a:pt x="193" y="1324"/>
                  </a:lnTo>
                  <a:lnTo>
                    <a:pt x="169" y="1252"/>
                  </a:lnTo>
                  <a:lnTo>
                    <a:pt x="169" y="1180"/>
                  </a:lnTo>
                  <a:lnTo>
                    <a:pt x="169" y="1108"/>
                  </a:lnTo>
                  <a:lnTo>
                    <a:pt x="169" y="1011"/>
                  </a:lnTo>
                  <a:lnTo>
                    <a:pt x="169" y="843"/>
                  </a:lnTo>
                  <a:lnTo>
                    <a:pt x="193" y="674"/>
                  </a:lnTo>
                  <a:lnTo>
                    <a:pt x="241" y="578"/>
                  </a:lnTo>
                  <a:lnTo>
                    <a:pt x="289" y="506"/>
                  </a:lnTo>
                  <a:lnTo>
                    <a:pt x="410" y="385"/>
                  </a:lnTo>
                  <a:lnTo>
                    <a:pt x="506" y="313"/>
                  </a:lnTo>
                  <a:lnTo>
                    <a:pt x="650" y="265"/>
                  </a:lnTo>
                  <a:lnTo>
                    <a:pt x="771" y="241"/>
                  </a:lnTo>
                  <a:lnTo>
                    <a:pt x="915" y="217"/>
                  </a:lnTo>
                  <a:close/>
                  <a:moveTo>
                    <a:pt x="939" y="0"/>
                  </a:moveTo>
                  <a:lnTo>
                    <a:pt x="771" y="24"/>
                  </a:lnTo>
                  <a:lnTo>
                    <a:pt x="626" y="48"/>
                  </a:lnTo>
                  <a:lnTo>
                    <a:pt x="482" y="121"/>
                  </a:lnTo>
                  <a:lnTo>
                    <a:pt x="337" y="193"/>
                  </a:lnTo>
                  <a:lnTo>
                    <a:pt x="241" y="265"/>
                  </a:lnTo>
                  <a:lnTo>
                    <a:pt x="169" y="337"/>
                  </a:lnTo>
                  <a:lnTo>
                    <a:pt x="73" y="482"/>
                  </a:lnTo>
                  <a:lnTo>
                    <a:pt x="24" y="674"/>
                  </a:lnTo>
                  <a:lnTo>
                    <a:pt x="0" y="867"/>
                  </a:lnTo>
                  <a:lnTo>
                    <a:pt x="0" y="1035"/>
                  </a:lnTo>
                  <a:lnTo>
                    <a:pt x="0" y="1180"/>
                  </a:lnTo>
                  <a:lnTo>
                    <a:pt x="24" y="1300"/>
                  </a:lnTo>
                  <a:lnTo>
                    <a:pt x="48" y="1396"/>
                  </a:lnTo>
                  <a:lnTo>
                    <a:pt x="121" y="1469"/>
                  </a:lnTo>
                  <a:lnTo>
                    <a:pt x="193" y="1565"/>
                  </a:lnTo>
                  <a:lnTo>
                    <a:pt x="313" y="1637"/>
                  </a:lnTo>
                  <a:lnTo>
                    <a:pt x="434" y="1709"/>
                  </a:lnTo>
                  <a:lnTo>
                    <a:pt x="578" y="1733"/>
                  </a:lnTo>
                  <a:lnTo>
                    <a:pt x="723" y="1758"/>
                  </a:lnTo>
                  <a:lnTo>
                    <a:pt x="1035" y="1782"/>
                  </a:lnTo>
                  <a:lnTo>
                    <a:pt x="1132" y="1758"/>
                  </a:lnTo>
                  <a:lnTo>
                    <a:pt x="1204" y="1685"/>
                  </a:lnTo>
                  <a:lnTo>
                    <a:pt x="1445" y="1493"/>
                  </a:lnTo>
                  <a:lnTo>
                    <a:pt x="1565" y="1372"/>
                  </a:lnTo>
                  <a:lnTo>
                    <a:pt x="1613" y="1228"/>
                  </a:lnTo>
                  <a:lnTo>
                    <a:pt x="1661" y="1035"/>
                  </a:lnTo>
                  <a:lnTo>
                    <a:pt x="1685" y="843"/>
                  </a:lnTo>
                  <a:lnTo>
                    <a:pt x="1637" y="578"/>
                  </a:lnTo>
                  <a:lnTo>
                    <a:pt x="1613" y="458"/>
                  </a:lnTo>
                  <a:lnTo>
                    <a:pt x="1589" y="385"/>
                  </a:lnTo>
                  <a:lnTo>
                    <a:pt x="1517" y="313"/>
                  </a:lnTo>
                  <a:lnTo>
                    <a:pt x="1445" y="241"/>
                  </a:lnTo>
                  <a:lnTo>
                    <a:pt x="1300" y="145"/>
                  </a:lnTo>
                  <a:lnTo>
                    <a:pt x="1132" y="48"/>
                  </a:lnTo>
                  <a:lnTo>
                    <a:pt x="1035" y="24"/>
                  </a:lnTo>
                  <a:lnTo>
                    <a:pt x="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296725" y="2772625"/>
              <a:ext cx="14475" cy="16275"/>
            </a:xfrm>
            <a:custGeom>
              <a:avLst/>
              <a:gdLst/>
              <a:ahLst/>
              <a:cxnLst/>
              <a:rect l="l" t="t" r="r" b="b"/>
              <a:pathLst>
                <a:path w="579" h="651" extrusionOk="0">
                  <a:moveTo>
                    <a:pt x="410" y="193"/>
                  </a:moveTo>
                  <a:lnTo>
                    <a:pt x="434" y="265"/>
                  </a:lnTo>
                  <a:lnTo>
                    <a:pt x="434" y="313"/>
                  </a:lnTo>
                  <a:lnTo>
                    <a:pt x="410" y="385"/>
                  </a:lnTo>
                  <a:lnTo>
                    <a:pt x="362" y="458"/>
                  </a:lnTo>
                  <a:lnTo>
                    <a:pt x="290" y="506"/>
                  </a:lnTo>
                  <a:lnTo>
                    <a:pt x="242" y="506"/>
                  </a:lnTo>
                  <a:lnTo>
                    <a:pt x="218" y="482"/>
                  </a:lnTo>
                  <a:lnTo>
                    <a:pt x="194" y="458"/>
                  </a:lnTo>
                  <a:lnTo>
                    <a:pt x="194" y="385"/>
                  </a:lnTo>
                  <a:lnTo>
                    <a:pt x="218" y="313"/>
                  </a:lnTo>
                  <a:lnTo>
                    <a:pt x="242" y="241"/>
                  </a:lnTo>
                  <a:lnTo>
                    <a:pt x="290" y="193"/>
                  </a:lnTo>
                  <a:close/>
                  <a:moveTo>
                    <a:pt x="314" y="0"/>
                  </a:moveTo>
                  <a:lnTo>
                    <a:pt x="242" y="24"/>
                  </a:lnTo>
                  <a:lnTo>
                    <a:pt x="169" y="48"/>
                  </a:lnTo>
                  <a:lnTo>
                    <a:pt x="25" y="193"/>
                  </a:lnTo>
                  <a:lnTo>
                    <a:pt x="1" y="241"/>
                  </a:lnTo>
                  <a:lnTo>
                    <a:pt x="1" y="337"/>
                  </a:lnTo>
                  <a:lnTo>
                    <a:pt x="25" y="458"/>
                  </a:lnTo>
                  <a:lnTo>
                    <a:pt x="49" y="530"/>
                  </a:lnTo>
                  <a:lnTo>
                    <a:pt x="97" y="578"/>
                  </a:lnTo>
                  <a:lnTo>
                    <a:pt x="145" y="626"/>
                  </a:lnTo>
                  <a:lnTo>
                    <a:pt x="218" y="650"/>
                  </a:lnTo>
                  <a:lnTo>
                    <a:pt x="314" y="650"/>
                  </a:lnTo>
                  <a:lnTo>
                    <a:pt x="386" y="602"/>
                  </a:lnTo>
                  <a:lnTo>
                    <a:pt x="458" y="578"/>
                  </a:lnTo>
                  <a:lnTo>
                    <a:pt x="506" y="506"/>
                  </a:lnTo>
                  <a:lnTo>
                    <a:pt x="555" y="458"/>
                  </a:lnTo>
                  <a:lnTo>
                    <a:pt x="579" y="385"/>
                  </a:lnTo>
                  <a:lnTo>
                    <a:pt x="579" y="289"/>
                  </a:lnTo>
                  <a:lnTo>
                    <a:pt x="579" y="217"/>
                  </a:lnTo>
                  <a:lnTo>
                    <a:pt x="555" y="121"/>
                  </a:lnTo>
                  <a:lnTo>
                    <a:pt x="506" y="72"/>
                  </a:lnTo>
                  <a:lnTo>
                    <a:pt x="458" y="24"/>
                  </a:lnTo>
                  <a:lnTo>
                    <a:pt x="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207675" y="2091350"/>
              <a:ext cx="145050" cy="155300"/>
            </a:xfrm>
            <a:custGeom>
              <a:avLst/>
              <a:gdLst/>
              <a:ahLst/>
              <a:cxnLst/>
              <a:rect l="l" t="t" r="r" b="b"/>
              <a:pathLst>
                <a:path w="5802" h="6212" extrusionOk="0">
                  <a:moveTo>
                    <a:pt x="3178" y="265"/>
                  </a:moveTo>
                  <a:lnTo>
                    <a:pt x="3394" y="289"/>
                  </a:lnTo>
                  <a:lnTo>
                    <a:pt x="3635" y="362"/>
                  </a:lnTo>
                  <a:lnTo>
                    <a:pt x="3900" y="482"/>
                  </a:lnTo>
                  <a:lnTo>
                    <a:pt x="4189" y="554"/>
                  </a:lnTo>
                  <a:lnTo>
                    <a:pt x="4357" y="650"/>
                  </a:lnTo>
                  <a:lnTo>
                    <a:pt x="4502" y="747"/>
                  </a:lnTo>
                  <a:lnTo>
                    <a:pt x="4646" y="891"/>
                  </a:lnTo>
                  <a:lnTo>
                    <a:pt x="4767" y="1036"/>
                  </a:lnTo>
                  <a:lnTo>
                    <a:pt x="4887" y="1204"/>
                  </a:lnTo>
                  <a:lnTo>
                    <a:pt x="4983" y="1397"/>
                  </a:lnTo>
                  <a:lnTo>
                    <a:pt x="5248" y="1854"/>
                  </a:lnTo>
                  <a:lnTo>
                    <a:pt x="5465" y="2336"/>
                  </a:lnTo>
                  <a:lnTo>
                    <a:pt x="5561" y="2576"/>
                  </a:lnTo>
                  <a:lnTo>
                    <a:pt x="5609" y="2841"/>
                  </a:lnTo>
                  <a:lnTo>
                    <a:pt x="5657" y="3082"/>
                  </a:lnTo>
                  <a:lnTo>
                    <a:pt x="5657" y="3347"/>
                  </a:lnTo>
                  <a:lnTo>
                    <a:pt x="5609" y="3491"/>
                  </a:lnTo>
                  <a:lnTo>
                    <a:pt x="5585" y="3563"/>
                  </a:lnTo>
                  <a:lnTo>
                    <a:pt x="5537" y="3611"/>
                  </a:lnTo>
                  <a:lnTo>
                    <a:pt x="5392" y="3804"/>
                  </a:lnTo>
                  <a:lnTo>
                    <a:pt x="5224" y="3972"/>
                  </a:lnTo>
                  <a:lnTo>
                    <a:pt x="5152" y="4045"/>
                  </a:lnTo>
                  <a:lnTo>
                    <a:pt x="5080" y="4165"/>
                  </a:lnTo>
                  <a:lnTo>
                    <a:pt x="5007" y="4261"/>
                  </a:lnTo>
                  <a:lnTo>
                    <a:pt x="4983" y="4406"/>
                  </a:lnTo>
                  <a:lnTo>
                    <a:pt x="4911" y="4598"/>
                  </a:lnTo>
                  <a:lnTo>
                    <a:pt x="4839" y="4767"/>
                  </a:lnTo>
                  <a:lnTo>
                    <a:pt x="4622" y="5080"/>
                  </a:lnTo>
                  <a:lnTo>
                    <a:pt x="4550" y="5200"/>
                  </a:lnTo>
                  <a:lnTo>
                    <a:pt x="4454" y="5272"/>
                  </a:lnTo>
                  <a:lnTo>
                    <a:pt x="4357" y="5345"/>
                  </a:lnTo>
                  <a:lnTo>
                    <a:pt x="4237" y="5417"/>
                  </a:lnTo>
                  <a:lnTo>
                    <a:pt x="3635" y="5730"/>
                  </a:lnTo>
                  <a:lnTo>
                    <a:pt x="3467" y="5802"/>
                  </a:lnTo>
                  <a:lnTo>
                    <a:pt x="3322" y="5850"/>
                  </a:lnTo>
                  <a:lnTo>
                    <a:pt x="2937" y="5898"/>
                  </a:lnTo>
                  <a:lnTo>
                    <a:pt x="2576" y="5898"/>
                  </a:lnTo>
                  <a:lnTo>
                    <a:pt x="2191" y="5850"/>
                  </a:lnTo>
                  <a:lnTo>
                    <a:pt x="1998" y="5826"/>
                  </a:lnTo>
                  <a:lnTo>
                    <a:pt x="1830" y="5754"/>
                  </a:lnTo>
                  <a:lnTo>
                    <a:pt x="1661" y="5706"/>
                  </a:lnTo>
                  <a:lnTo>
                    <a:pt x="1541" y="5609"/>
                  </a:lnTo>
                  <a:lnTo>
                    <a:pt x="1276" y="5417"/>
                  </a:lnTo>
                  <a:lnTo>
                    <a:pt x="987" y="5152"/>
                  </a:lnTo>
                  <a:lnTo>
                    <a:pt x="698" y="4839"/>
                  </a:lnTo>
                  <a:lnTo>
                    <a:pt x="554" y="4622"/>
                  </a:lnTo>
                  <a:lnTo>
                    <a:pt x="433" y="4406"/>
                  </a:lnTo>
                  <a:lnTo>
                    <a:pt x="361" y="4165"/>
                  </a:lnTo>
                  <a:lnTo>
                    <a:pt x="289" y="3924"/>
                  </a:lnTo>
                  <a:lnTo>
                    <a:pt x="265" y="3756"/>
                  </a:lnTo>
                  <a:lnTo>
                    <a:pt x="289" y="3563"/>
                  </a:lnTo>
                  <a:lnTo>
                    <a:pt x="361" y="3106"/>
                  </a:lnTo>
                  <a:lnTo>
                    <a:pt x="409" y="2648"/>
                  </a:lnTo>
                  <a:lnTo>
                    <a:pt x="409" y="2456"/>
                  </a:lnTo>
                  <a:lnTo>
                    <a:pt x="457" y="2287"/>
                  </a:lnTo>
                  <a:lnTo>
                    <a:pt x="554" y="2119"/>
                  </a:lnTo>
                  <a:lnTo>
                    <a:pt x="650" y="1974"/>
                  </a:lnTo>
                  <a:lnTo>
                    <a:pt x="867" y="1710"/>
                  </a:lnTo>
                  <a:lnTo>
                    <a:pt x="1059" y="1421"/>
                  </a:lnTo>
                  <a:lnTo>
                    <a:pt x="1180" y="1276"/>
                  </a:lnTo>
                  <a:lnTo>
                    <a:pt x="1300" y="1156"/>
                  </a:lnTo>
                  <a:lnTo>
                    <a:pt x="1565" y="939"/>
                  </a:lnTo>
                  <a:lnTo>
                    <a:pt x="2143" y="626"/>
                  </a:lnTo>
                  <a:lnTo>
                    <a:pt x="2431" y="482"/>
                  </a:lnTo>
                  <a:lnTo>
                    <a:pt x="2744" y="362"/>
                  </a:lnTo>
                  <a:lnTo>
                    <a:pt x="2961" y="289"/>
                  </a:lnTo>
                  <a:lnTo>
                    <a:pt x="3178" y="265"/>
                  </a:lnTo>
                  <a:close/>
                  <a:moveTo>
                    <a:pt x="3033" y="0"/>
                  </a:moveTo>
                  <a:lnTo>
                    <a:pt x="2865" y="24"/>
                  </a:lnTo>
                  <a:lnTo>
                    <a:pt x="2696" y="73"/>
                  </a:lnTo>
                  <a:lnTo>
                    <a:pt x="2335" y="217"/>
                  </a:lnTo>
                  <a:lnTo>
                    <a:pt x="1974" y="362"/>
                  </a:lnTo>
                  <a:lnTo>
                    <a:pt x="1637" y="554"/>
                  </a:lnTo>
                  <a:lnTo>
                    <a:pt x="1300" y="747"/>
                  </a:lnTo>
                  <a:lnTo>
                    <a:pt x="1156" y="867"/>
                  </a:lnTo>
                  <a:lnTo>
                    <a:pt x="1011" y="987"/>
                  </a:lnTo>
                  <a:lnTo>
                    <a:pt x="891" y="1132"/>
                  </a:lnTo>
                  <a:lnTo>
                    <a:pt x="770" y="1276"/>
                  </a:lnTo>
                  <a:lnTo>
                    <a:pt x="361" y="1878"/>
                  </a:lnTo>
                  <a:lnTo>
                    <a:pt x="265" y="1998"/>
                  </a:lnTo>
                  <a:lnTo>
                    <a:pt x="217" y="2119"/>
                  </a:lnTo>
                  <a:lnTo>
                    <a:pt x="169" y="2263"/>
                  </a:lnTo>
                  <a:lnTo>
                    <a:pt x="120" y="2408"/>
                  </a:lnTo>
                  <a:lnTo>
                    <a:pt x="96" y="2889"/>
                  </a:lnTo>
                  <a:lnTo>
                    <a:pt x="96" y="3130"/>
                  </a:lnTo>
                  <a:lnTo>
                    <a:pt x="48" y="3371"/>
                  </a:lnTo>
                  <a:lnTo>
                    <a:pt x="24" y="3563"/>
                  </a:lnTo>
                  <a:lnTo>
                    <a:pt x="0" y="3732"/>
                  </a:lnTo>
                  <a:lnTo>
                    <a:pt x="24" y="3924"/>
                  </a:lnTo>
                  <a:lnTo>
                    <a:pt x="72" y="4117"/>
                  </a:lnTo>
                  <a:lnTo>
                    <a:pt x="145" y="4358"/>
                  </a:lnTo>
                  <a:lnTo>
                    <a:pt x="241" y="4622"/>
                  </a:lnTo>
                  <a:lnTo>
                    <a:pt x="361" y="4839"/>
                  </a:lnTo>
                  <a:lnTo>
                    <a:pt x="530" y="5056"/>
                  </a:lnTo>
                  <a:lnTo>
                    <a:pt x="794" y="5345"/>
                  </a:lnTo>
                  <a:lnTo>
                    <a:pt x="1059" y="5609"/>
                  </a:lnTo>
                  <a:lnTo>
                    <a:pt x="1252" y="5754"/>
                  </a:lnTo>
                  <a:lnTo>
                    <a:pt x="1469" y="5898"/>
                  </a:lnTo>
                  <a:lnTo>
                    <a:pt x="1782" y="6043"/>
                  </a:lnTo>
                  <a:lnTo>
                    <a:pt x="2119" y="6139"/>
                  </a:lnTo>
                  <a:lnTo>
                    <a:pt x="2456" y="6187"/>
                  </a:lnTo>
                  <a:lnTo>
                    <a:pt x="2793" y="6211"/>
                  </a:lnTo>
                  <a:lnTo>
                    <a:pt x="3033" y="6187"/>
                  </a:lnTo>
                  <a:lnTo>
                    <a:pt x="3250" y="6163"/>
                  </a:lnTo>
                  <a:lnTo>
                    <a:pt x="3467" y="6115"/>
                  </a:lnTo>
                  <a:lnTo>
                    <a:pt x="3683" y="6043"/>
                  </a:lnTo>
                  <a:lnTo>
                    <a:pt x="4333" y="5682"/>
                  </a:lnTo>
                  <a:lnTo>
                    <a:pt x="4550" y="5561"/>
                  </a:lnTo>
                  <a:lnTo>
                    <a:pt x="4743" y="5393"/>
                  </a:lnTo>
                  <a:lnTo>
                    <a:pt x="4887" y="5200"/>
                  </a:lnTo>
                  <a:lnTo>
                    <a:pt x="5007" y="4984"/>
                  </a:lnTo>
                  <a:lnTo>
                    <a:pt x="5080" y="4863"/>
                  </a:lnTo>
                  <a:lnTo>
                    <a:pt x="5128" y="4743"/>
                  </a:lnTo>
                  <a:lnTo>
                    <a:pt x="5200" y="4622"/>
                  </a:lnTo>
                  <a:lnTo>
                    <a:pt x="5224" y="4526"/>
                  </a:lnTo>
                  <a:lnTo>
                    <a:pt x="5272" y="4382"/>
                  </a:lnTo>
                  <a:lnTo>
                    <a:pt x="5344" y="4285"/>
                  </a:lnTo>
                  <a:lnTo>
                    <a:pt x="5513" y="4093"/>
                  </a:lnTo>
                  <a:lnTo>
                    <a:pt x="5609" y="3997"/>
                  </a:lnTo>
                  <a:lnTo>
                    <a:pt x="5681" y="3924"/>
                  </a:lnTo>
                  <a:lnTo>
                    <a:pt x="5730" y="3828"/>
                  </a:lnTo>
                  <a:lnTo>
                    <a:pt x="5754" y="3732"/>
                  </a:lnTo>
                  <a:lnTo>
                    <a:pt x="5754" y="3611"/>
                  </a:lnTo>
                  <a:lnTo>
                    <a:pt x="5754" y="3539"/>
                  </a:lnTo>
                  <a:lnTo>
                    <a:pt x="5778" y="3443"/>
                  </a:lnTo>
                  <a:lnTo>
                    <a:pt x="5802" y="3178"/>
                  </a:lnTo>
                  <a:lnTo>
                    <a:pt x="5802" y="2913"/>
                  </a:lnTo>
                  <a:lnTo>
                    <a:pt x="5754" y="2648"/>
                  </a:lnTo>
                  <a:lnTo>
                    <a:pt x="5657" y="2384"/>
                  </a:lnTo>
                  <a:lnTo>
                    <a:pt x="5320" y="1565"/>
                  </a:lnTo>
                  <a:lnTo>
                    <a:pt x="5152" y="1228"/>
                  </a:lnTo>
                  <a:lnTo>
                    <a:pt x="5055" y="1060"/>
                  </a:lnTo>
                  <a:lnTo>
                    <a:pt x="4959" y="915"/>
                  </a:lnTo>
                  <a:lnTo>
                    <a:pt x="4791" y="699"/>
                  </a:lnTo>
                  <a:lnTo>
                    <a:pt x="4574" y="506"/>
                  </a:lnTo>
                  <a:lnTo>
                    <a:pt x="4357" y="386"/>
                  </a:lnTo>
                  <a:lnTo>
                    <a:pt x="4117" y="289"/>
                  </a:lnTo>
                  <a:lnTo>
                    <a:pt x="3900" y="193"/>
                  </a:lnTo>
                  <a:lnTo>
                    <a:pt x="3635" y="97"/>
                  </a:lnTo>
                  <a:lnTo>
                    <a:pt x="3370" y="24"/>
                  </a:lnTo>
                  <a:lnTo>
                    <a:pt x="3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249200" y="2140700"/>
              <a:ext cx="60200" cy="62625"/>
            </a:xfrm>
            <a:custGeom>
              <a:avLst/>
              <a:gdLst/>
              <a:ahLst/>
              <a:cxnLst/>
              <a:rect l="l" t="t" r="r" b="b"/>
              <a:pathLst>
                <a:path w="2408" h="2505" extrusionOk="0">
                  <a:moveTo>
                    <a:pt x="1469" y="217"/>
                  </a:moveTo>
                  <a:lnTo>
                    <a:pt x="1565" y="265"/>
                  </a:lnTo>
                  <a:lnTo>
                    <a:pt x="1637" y="313"/>
                  </a:lnTo>
                  <a:lnTo>
                    <a:pt x="1709" y="410"/>
                  </a:lnTo>
                  <a:lnTo>
                    <a:pt x="1757" y="482"/>
                  </a:lnTo>
                  <a:lnTo>
                    <a:pt x="1854" y="602"/>
                  </a:lnTo>
                  <a:lnTo>
                    <a:pt x="1926" y="674"/>
                  </a:lnTo>
                  <a:lnTo>
                    <a:pt x="1998" y="771"/>
                  </a:lnTo>
                  <a:lnTo>
                    <a:pt x="2095" y="1011"/>
                  </a:lnTo>
                  <a:lnTo>
                    <a:pt x="2143" y="1132"/>
                  </a:lnTo>
                  <a:lnTo>
                    <a:pt x="2143" y="1252"/>
                  </a:lnTo>
                  <a:lnTo>
                    <a:pt x="2143" y="1373"/>
                  </a:lnTo>
                  <a:lnTo>
                    <a:pt x="2095" y="1469"/>
                  </a:lnTo>
                  <a:lnTo>
                    <a:pt x="2022" y="1661"/>
                  </a:lnTo>
                  <a:lnTo>
                    <a:pt x="1926" y="1806"/>
                  </a:lnTo>
                  <a:lnTo>
                    <a:pt x="1806" y="1950"/>
                  </a:lnTo>
                  <a:lnTo>
                    <a:pt x="1685" y="2095"/>
                  </a:lnTo>
                  <a:lnTo>
                    <a:pt x="1541" y="2167"/>
                  </a:lnTo>
                  <a:lnTo>
                    <a:pt x="1396" y="2215"/>
                  </a:lnTo>
                  <a:lnTo>
                    <a:pt x="1180" y="2239"/>
                  </a:lnTo>
                  <a:lnTo>
                    <a:pt x="891" y="2239"/>
                  </a:lnTo>
                  <a:lnTo>
                    <a:pt x="843" y="2215"/>
                  </a:lnTo>
                  <a:lnTo>
                    <a:pt x="770" y="2191"/>
                  </a:lnTo>
                  <a:lnTo>
                    <a:pt x="698" y="2119"/>
                  </a:lnTo>
                  <a:lnTo>
                    <a:pt x="458" y="1830"/>
                  </a:lnTo>
                  <a:lnTo>
                    <a:pt x="361" y="1661"/>
                  </a:lnTo>
                  <a:lnTo>
                    <a:pt x="265" y="1493"/>
                  </a:lnTo>
                  <a:lnTo>
                    <a:pt x="241" y="1349"/>
                  </a:lnTo>
                  <a:lnTo>
                    <a:pt x="241" y="1180"/>
                  </a:lnTo>
                  <a:lnTo>
                    <a:pt x="337" y="771"/>
                  </a:lnTo>
                  <a:lnTo>
                    <a:pt x="385" y="674"/>
                  </a:lnTo>
                  <a:lnTo>
                    <a:pt x="458" y="602"/>
                  </a:lnTo>
                  <a:lnTo>
                    <a:pt x="674" y="458"/>
                  </a:lnTo>
                  <a:lnTo>
                    <a:pt x="891" y="313"/>
                  </a:lnTo>
                  <a:lnTo>
                    <a:pt x="1011" y="265"/>
                  </a:lnTo>
                  <a:lnTo>
                    <a:pt x="1108" y="241"/>
                  </a:lnTo>
                  <a:lnTo>
                    <a:pt x="1348" y="217"/>
                  </a:lnTo>
                  <a:close/>
                  <a:moveTo>
                    <a:pt x="1083" y="0"/>
                  </a:moveTo>
                  <a:lnTo>
                    <a:pt x="963" y="24"/>
                  </a:lnTo>
                  <a:lnTo>
                    <a:pt x="770" y="121"/>
                  </a:lnTo>
                  <a:lnTo>
                    <a:pt x="602" y="217"/>
                  </a:lnTo>
                  <a:lnTo>
                    <a:pt x="433" y="313"/>
                  </a:lnTo>
                  <a:lnTo>
                    <a:pt x="265" y="434"/>
                  </a:lnTo>
                  <a:lnTo>
                    <a:pt x="169" y="554"/>
                  </a:lnTo>
                  <a:lnTo>
                    <a:pt x="121" y="674"/>
                  </a:lnTo>
                  <a:lnTo>
                    <a:pt x="24" y="1108"/>
                  </a:lnTo>
                  <a:lnTo>
                    <a:pt x="0" y="1228"/>
                  </a:lnTo>
                  <a:lnTo>
                    <a:pt x="0" y="1324"/>
                  </a:lnTo>
                  <a:lnTo>
                    <a:pt x="24" y="1445"/>
                  </a:lnTo>
                  <a:lnTo>
                    <a:pt x="48" y="1541"/>
                  </a:lnTo>
                  <a:lnTo>
                    <a:pt x="169" y="1782"/>
                  </a:lnTo>
                  <a:lnTo>
                    <a:pt x="289" y="1998"/>
                  </a:lnTo>
                  <a:lnTo>
                    <a:pt x="554" y="2287"/>
                  </a:lnTo>
                  <a:lnTo>
                    <a:pt x="674" y="2384"/>
                  </a:lnTo>
                  <a:lnTo>
                    <a:pt x="795" y="2456"/>
                  </a:lnTo>
                  <a:lnTo>
                    <a:pt x="915" y="2504"/>
                  </a:lnTo>
                  <a:lnTo>
                    <a:pt x="1059" y="2504"/>
                  </a:lnTo>
                  <a:lnTo>
                    <a:pt x="1300" y="2480"/>
                  </a:lnTo>
                  <a:lnTo>
                    <a:pt x="1541" y="2456"/>
                  </a:lnTo>
                  <a:lnTo>
                    <a:pt x="1685" y="2408"/>
                  </a:lnTo>
                  <a:lnTo>
                    <a:pt x="1806" y="2336"/>
                  </a:lnTo>
                  <a:lnTo>
                    <a:pt x="1974" y="2191"/>
                  </a:lnTo>
                  <a:lnTo>
                    <a:pt x="2119" y="2023"/>
                  </a:lnTo>
                  <a:lnTo>
                    <a:pt x="2239" y="1854"/>
                  </a:lnTo>
                  <a:lnTo>
                    <a:pt x="2335" y="1637"/>
                  </a:lnTo>
                  <a:lnTo>
                    <a:pt x="2383" y="1493"/>
                  </a:lnTo>
                  <a:lnTo>
                    <a:pt x="2407" y="1349"/>
                  </a:lnTo>
                  <a:lnTo>
                    <a:pt x="2407" y="1228"/>
                  </a:lnTo>
                  <a:lnTo>
                    <a:pt x="2383" y="1108"/>
                  </a:lnTo>
                  <a:lnTo>
                    <a:pt x="2287" y="843"/>
                  </a:lnTo>
                  <a:lnTo>
                    <a:pt x="2167" y="602"/>
                  </a:lnTo>
                  <a:lnTo>
                    <a:pt x="2046" y="434"/>
                  </a:lnTo>
                  <a:lnTo>
                    <a:pt x="1878" y="265"/>
                  </a:lnTo>
                  <a:lnTo>
                    <a:pt x="1782" y="145"/>
                  </a:lnTo>
                  <a:lnTo>
                    <a:pt x="1661" y="73"/>
                  </a:lnTo>
                  <a:lnTo>
                    <a:pt x="1541" y="24"/>
                  </a:lnTo>
                  <a:lnTo>
                    <a:pt x="13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267850" y="2158150"/>
              <a:ext cx="20475" cy="23500"/>
            </a:xfrm>
            <a:custGeom>
              <a:avLst/>
              <a:gdLst/>
              <a:ahLst/>
              <a:cxnLst/>
              <a:rect l="l" t="t" r="r" b="b"/>
              <a:pathLst>
                <a:path w="819" h="940" extrusionOk="0">
                  <a:moveTo>
                    <a:pt x="410" y="241"/>
                  </a:moveTo>
                  <a:lnTo>
                    <a:pt x="458" y="313"/>
                  </a:lnTo>
                  <a:lnTo>
                    <a:pt x="506" y="410"/>
                  </a:lnTo>
                  <a:lnTo>
                    <a:pt x="530" y="530"/>
                  </a:lnTo>
                  <a:lnTo>
                    <a:pt x="506" y="602"/>
                  </a:lnTo>
                  <a:lnTo>
                    <a:pt x="458" y="675"/>
                  </a:lnTo>
                  <a:lnTo>
                    <a:pt x="434" y="699"/>
                  </a:lnTo>
                  <a:lnTo>
                    <a:pt x="386" y="699"/>
                  </a:lnTo>
                  <a:lnTo>
                    <a:pt x="337" y="675"/>
                  </a:lnTo>
                  <a:lnTo>
                    <a:pt x="313" y="651"/>
                  </a:lnTo>
                  <a:lnTo>
                    <a:pt x="241" y="602"/>
                  </a:lnTo>
                  <a:lnTo>
                    <a:pt x="217" y="506"/>
                  </a:lnTo>
                  <a:lnTo>
                    <a:pt x="217" y="434"/>
                  </a:lnTo>
                  <a:lnTo>
                    <a:pt x="217" y="362"/>
                  </a:lnTo>
                  <a:lnTo>
                    <a:pt x="241" y="289"/>
                  </a:lnTo>
                  <a:lnTo>
                    <a:pt x="289" y="241"/>
                  </a:lnTo>
                  <a:close/>
                  <a:moveTo>
                    <a:pt x="313" y="1"/>
                  </a:moveTo>
                  <a:lnTo>
                    <a:pt x="241" y="49"/>
                  </a:lnTo>
                  <a:lnTo>
                    <a:pt x="145" y="121"/>
                  </a:lnTo>
                  <a:lnTo>
                    <a:pt x="73" y="217"/>
                  </a:lnTo>
                  <a:lnTo>
                    <a:pt x="24" y="338"/>
                  </a:lnTo>
                  <a:lnTo>
                    <a:pt x="0" y="434"/>
                  </a:lnTo>
                  <a:lnTo>
                    <a:pt x="24" y="554"/>
                  </a:lnTo>
                  <a:lnTo>
                    <a:pt x="49" y="651"/>
                  </a:lnTo>
                  <a:lnTo>
                    <a:pt x="97" y="747"/>
                  </a:lnTo>
                  <a:lnTo>
                    <a:pt x="169" y="819"/>
                  </a:lnTo>
                  <a:lnTo>
                    <a:pt x="265" y="915"/>
                  </a:lnTo>
                  <a:lnTo>
                    <a:pt x="362" y="939"/>
                  </a:lnTo>
                  <a:lnTo>
                    <a:pt x="482" y="939"/>
                  </a:lnTo>
                  <a:lnTo>
                    <a:pt x="578" y="891"/>
                  </a:lnTo>
                  <a:lnTo>
                    <a:pt x="626" y="843"/>
                  </a:lnTo>
                  <a:lnTo>
                    <a:pt x="723" y="771"/>
                  </a:lnTo>
                  <a:lnTo>
                    <a:pt x="771" y="651"/>
                  </a:lnTo>
                  <a:lnTo>
                    <a:pt x="819" y="410"/>
                  </a:lnTo>
                  <a:lnTo>
                    <a:pt x="819" y="362"/>
                  </a:lnTo>
                  <a:lnTo>
                    <a:pt x="795" y="338"/>
                  </a:lnTo>
                  <a:lnTo>
                    <a:pt x="723" y="193"/>
                  </a:lnTo>
                  <a:lnTo>
                    <a:pt x="602" y="97"/>
                  </a:lnTo>
                  <a:lnTo>
                    <a:pt x="530" y="25"/>
                  </a:lnTo>
                  <a:lnTo>
                    <a:pt x="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2"/>
          <p:cNvGrpSpPr/>
          <p:nvPr/>
        </p:nvGrpSpPr>
        <p:grpSpPr>
          <a:xfrm>
            <a:off x="3443379" y="4296577"/>
            <a:ext cx="2144676" cy="2283829"/>
            <a:chOff x="2827954" y="5779702"/>
            <a:chExt cx="2144676" cy="2283829"/>
          </a:xfrm>
        </p:grpSpPr>
        <p:sp>
          <p:nvSpPr>
            <p:cNvPr id="30" name="Google Shape;30;p2"/>
            <p:cNvSpPr/>
            <p:nvPr/>
          </p:nvSpPr>
          <p:spPr>
            <a:xfrm rot="10800000">
              <a:off x="2827954" y="6935855"/>
              <a:ext cx="2132350" cy="1127676"/>
            </a:xfrm>
            <a:custGeom>
              <a:avLst/>
              <a:gdLst/>
              <a:ahLst/>
              <a:cxnLst/>
              <a:rect l="l" t="t" r="r" b="b"/>
              <a:pathLst>
                <a:path w="25085" h="13266" extrusionOk="0">
                  <a:moveTo>
                    <a:pt x="12494" y="1"/>
                  </a:moveTo>
                  <a:lnTo>
                    <a:pt x="12013" y="25"/>
                  </a:lnTo>
                  <a:lnTo>
                    <a:pt x="11507" y="49"/>
                  </a:lnTo>
                  <a:lnTo>
                    <a:pt x="11026" y="97"/>
                  </a:lnTo>
                  <a:lnTo>
                    <a:pt x="10544" y="145"/>
                  </a:lnTo>
                  <a:lnTo>
                    <a:pt x="10063" y="242"/>
                  </a:lnTo>
                  <a:lnTo>
                    <a:pt x="9317" y="386"/>
                  </a:lnTo>
                  <a:lnTo>
                    <a:pt x="8594" y="579"/>
                  </a:lnTo>
                  <a:lnTo>
                    <a:pt x="7896" y="819"/>
                  </a:lnTo>
                  <a:lnTo>
                    <a:pt x="7198" y="1060"/>
                  </a:lnTo>
                  <a:lnTo>
                    <a:pt x="6669" y="1277"/>
                  </a:lnTo>
                  <a:lnTo>
                    <a:pt x="6139" y="1542"/>
                  </a:lnTo>
                  <a:lnTo>
                    <a:pt x="5633" y="1782"/>
                  </a:lnTo>
                  <a:lnTo>
                    <a:pt x="5152" y="2071"/>
                  </a:lnTo>
                  <a:lnTo>
                    <a:pt x="4670" y="2360"/>
                  </a:lnTo>
                  <a:lnTo>
                    <a:pt x="4189" y="2673"/>
                  </a:lnTo>
                  <a:lnTo>
                    <a:pt x="3732" y="3010"/>
                  </a:lnTo>
                  <a:lnTo>
                    <a:pt x="3274" y="3347"/>
                  </a:lnTo>
                  <a:lnTo>
                    <a:pt x="2985" y="3612"/>
                  </a:lnTo>
                  <a:lnTo>
                    <a:pt x="2696" y="3877"/>
                  </a:lnTo>
                  <a:lnTo>
                    <a:pt x="2432" y="4141"/>
                  </a:lnTo>
                  <a:lnTo>
                    <a:pt x="2167" y="4430"/>
                  </a:lnTo>
                  <a:lnTo>
                    <a:pt x="1926" y="4719"/>
                  </a:lnTo>
                  <a:lnTo>
                    <a:pt x="1709" y="5032"/>
                  </a:lnTo>
                  <a:lnTo>
                    <a:pt x="1493" y="5345"/>
                  </a:lnTo>
                  <a:lnTo>
                    <a:pt x="1300" y="5658"/>
                  </a:lnTo>
                  <a:lnTo>
                    <a:pt x="1108" y="5971"/>
                  </a:lnTo>
                  <a:lnTo>
                    <a:pt x="939" y="6308"/>
                  </a:lnTo>
                  <a:lnTo>
                    <a:pt x="771" y="6645"/>
                  </a:lnTo>
                  <a:lnTo>
                    <a:pt x="626" y="7006"/>
                  </a:lnTo>
                  <a:lnTo>
                    <a:pt x="506" y="7367"/>
                  </a:lnTo>
                  <a:lnTo>
                    <a:pt x="385" y="7728"/>
                  </a:lnTo>
                  <a:lnTo>
                    <a:pt x="289" y="8114"/>
                  </a:lnTo>
                  <a:lnTo>
                    <a:pt x="193" y="8499"/>
                  </a:lnTo>
                  <a:lnTo>
                    <a:pt x="121" y="9028"/>
                  </a:lnTo>
                  <a:lnTo>
                    <a:pt x="48" y="9582"/>
                  </a:lnTo>
                  <a:lnTo>
                    <a:pt x="0" y="10112"/>
                  </a:lnTo>
                  <a:lnTo>
                    <a:pt x="0" y="10665"/>
                  </a:lnTo>
                  <a:lnTo>
                    <a:pt x="0" y="10954"/>
                  </a:lnTo>
                  <a:lnTo>
                    <a:pt x="24" y="11243"/>
                  </a:lnTo>
                  <a:lnTo>
                    <a:pt x="72" y="11532"/>
                  </a:lnTo>
                  <a:lnTo>
                    <a:pt x="145" y="11797"/>
                  </a:lnTo>
                  <a:lnTo>
                    <a:pt x="217" y="12086"/>
                  </a:lnTo>
                  <a:lnTo>
                    <a:pt x="313" y="12350"/>
                  </a:lnTo>
                  <a:lnTo>
                    <a:pt x="530" y="12880"/>
                  </a:lnTo>
                  <a:lnTo>
                    <a:pt x="578" y="12976"/>
                  </a:lnTo>
                  <a:lnTo>
                    <a:pt x="674" y="13073"/>
                  </a:lnTo>
                  <a:lnTo>
                    <a:pt x="771" y="13145"/>
                  </a:lnTo>
                  <a:lnTo>
                    <a:pt x="891" y="13193"/>
                  </a:lnTo>
                  <a:lnTo>
                    <a:pt x="1035" y="13241"/>
                  </a:lnTo>
                  <a:lnTo>
                    <a:pt x="1156" y="13265"/>
                  </a:lnTo>
                  <a:lnTo>
                    <a:pt x="1276" y="13265"/>
                  </a:lnTo>
                  <a:lnTo>
                    <a:pt x="1396" y="13241"/>
                  </a:lnTo>
                  <a:lnTo>
                    <a:pt x="1493" y="13193"/>
                  </a:lnTo>
                  <a:lnTo>
                    <a:pt x="1589" y="13145"/>
                  </a:lnTo>
                  <a:lnTo>
                    <a:pt x="1782" y="13000"/>
                  </a:lnTo>
                  <a:lnTo>
                    <a:pt x="2071" y="12712"/>
                  </a:lnTo>
                  <a:lnTo>
                    <a:pt x="2335" y="12423"/>
                  </a:lnTo>
                  <a:lnTo>
                    <a:pt x="2552" y="12110"/>
                  </a:lnTo>
                  <a:lnTo>
                    <a:pt x="2745" y="11773"/>
                  </a:lnTo>
                  <a:lnTo>
                    <a:pt x="2985" y="11315"/>
                  </a:lnTo>
                  <a:lnTo>
                    <a:pt x="3226" y="10882"/>
                  </a:lnTo>
                  <a:lnTo>
                    <a:pt x="3467" y="10473"/>
                  </a:lnTo>
                  <a:lnTo>
                    <a:pt x="3756" y="10039"/>
                  </a:lnTo>
                  <a:lnTo>
                    <a:pt x="3972" y="9775"/>
                  </a:lnTo>
                  <a:lnTo>
                    <a:pt x="4213" y="9486"/>
                  </a:lnTo>
                  <a:lnTo>
                    <a:pt x="4454" y="9245"/>
                  </a:lnTo>
                  <a:lnTo>
                    <a:pt x="4719" y="9004"/>
                  </a:lnTo>
                  <a:lnTo>
                    <a:pt x="4983" y="8764"/>
                  </a:lnTo>
                  <a:lnTo>
                    <a:pt x="5272" y="8571"/>
                  </a:lnTo>
                  <a:lnTo>
                    <a:pt x="5561" y="8378"/>
                  </a:lnTo>
                  <a:lnTo>
                    <a:pt x="5874" y="8186"/>
                  </a:lnTo>
                  <a:lnTo>
                    <a:pt x="6259" y="8017"/>
                  </a:lnTo>
                  <a:lnTo>
                    <a:pt x="6620" y="7873"/>
                  </a:lnTo>
                  <a:lnTo>
                    <a:pt x="7030" y="7777"/>
                  </a:lnTo>
                  <a:lnTo>
                    <a:pt x="7439" y="7728"/>
                  </a:lnTo>
                  <a:lnTo>
                    <a:pt x="8065" y="7680"/>
                  </a:lnTo>
                  <a:lnTo>
                    <a:pt x="8691" y="7656"/>
                  </a:lnTo>
                  <a:lnTo>
                    <a:pt x="9341" y="7704"/>
                  </a:lnTo>
                  <a:lnTo>
                    <a:pt x="9967" y="7801"/>
                  </a:lnTo>
                  <a:lnTo>
                    <a:pt x="10617" y="7921"/>
                  </a:lnTo>
                  <a:lnTo>
                    <a:pt x="11242" y="8089"/>
                  </a:lnTo>
                  <a:lnTo>
                    <a:pt x="11868" y="8282"/>
                  </a:lnTo>
                  <a:lnTo>
                    <a:pt x="12494" y="8499"/>
                  </a:lnTo>
                  <a:lnTo>
                    <a:pt x="13096" y="8739"/>
                  </a:lnTo>
                  <a:lnTo>
                    <a:pt x="13674" y="9028"/>
                  </a:lnTo>
                  <a:lnTo>
                    <a:pt x="14252" y="9341"/>
                  </a:lnTo>
                  <a:lnTo>
                    <a:pt x="14829" y="9654"/>
                  </a:lnTo>
                  <a:lnTo>
                    <a:pt x="15359" y="9991"/>
                  </a:lnTo>
                  <a:lnTo>
                    <a:pt x="15865" y="10304"/>
                  </a:lnTo>
                  <a:lnTo>
                    <a:pt x="16876" y="11002"/>
                  </a:lnTo>
                  <a:lnTo>
                    <a:pt x="17646" y="11508"/>
                  </a:lnTo>
                  <a:lnTo>
                    <a:pt x="18031" y="11749"/>
                  </a:lnTo>
                  <a:lnTo>
                    <a:pt x="18440" y="11965"/>
                  </a:lnTo>
                  <a:lnTo>
                    <a:pt x="18922" y="12206"/>
                  </a:lnTo>
                  <a:lnTo>
                    <a:pt x="19427" y="12423"/>
                  </a:lnTo>
                  <a:lnTo>
                    <a:pt x="19957" y="12567"/>
                  </a:lnTo>
                  <a:lnTo>
                    <a:pt x="20487" y="12687"/>
                  </a:lnTo>
                  <a:lnTo>
                    <a:pt x="20944" y="12736"/>
                  </a:lnTo>
                  <a:lnTo>
                    <a:pt x="21377" y="12760"/>
                  </a:lnTo>
                  <a:lnTo>
                    <a:pt x="21811" y="12712"/>
                  </a:lnTo>
                  <a:lnTo>
                    <a:pt x="22268" y="12639"/>
                  </a:lnTo>
                  <a:lnTo>
                    <a:pt x="22605" y="12543"/>
                  </a:lnTo>
                  <a:lnTo>
                    <a:pt x="22942" y="12399"/>
                  </a:lnTo>
                  <a:lnTo>
                    <a:pt x="23279" y="12206"/>
                  </a:lnTo>
                  <a:lnTo>
                    <a:pt x="23568" y="11989"/>
                  </a:lnTo>
                  <a:lnTo>
                    <a:pt x="23785" y="11797"/>
                  </a:lnTo>
                  <a:lnTo>
                    <a:pt x="24001" y="11604"/>
                  </a:lnTo>
                  <a:lnTo>
                    <a:pt x="24194" y="11363"/>
                  </a:lnTo>
                  <a:lnTo>
                    <a:pt x="24362" y="11123"/>
                  </a:lnTo>
                  <a:lnTo>
                    <a:pt x="24507" y="10858"/>
                  </a:lnTo>
                  <a:lnTo>
                    <a:pt x="24651" y="10593"/>
                  </a:lnTo>
                  <a:lnTo>
                    <a:pt x="24772" y="10328"/>
                  </a:lnTo>
                  <a:lnTo>
                    <a:pt x="24868" y="10039"/>
                  </a:lnTo>
                  <a:lnTo>
                    <a:pt x="24964" y="9751"/>
                  </a:lnTo>
                  <a:lnTo>
                    <a:pt x="25012" y="9438"/>
                  </a:lnTo>
                  <a:lnTo>
                    <a:pt x="25061" y="9149"/>
                  </a:lnTo>
                  <a:lnTo>
                    <a:pt x="25085" y="8860"/>
                  </a:lnTo>
                  <a:lnTo>
                    <a:pt x="25085" y="8547"/>
                  </a:lnTo>
                  <a:lnTo>
                    <a:pt x="25061" y="8258"/>
                  </a:lnTo>
                  <a:lnTo>
                    <a:pt x="25012" y="7969"/>
                  </a:lnTo>
                  <a:lnTo>
                    <a:pt x="24940" y="7680"/>
                  </a:lnTo>
                  <a:lnTo>
                    <a:pt x="24868" y="7439"/>
                  </a:lnTo>
                  <a:lnTo>
                    <a:pt x="24772" y="7223"/>
                  </a:lnTo>
                  <a:lnTo>
                    <a:pt x="24675" y="7030"/>
                  </a:lnTo>
                  <a:lnTo>
                    <a:pt x="24555" y="6814"/>
                  </a:lnTo>
                  <a:lnTo>
                    <a:pt x="24411" y="6621"/>
                  </a:lnTo>
                  <a:lnTo>
                    <a:pt x="24266" y="6452"/>
                  </a:lnTo>
                  <a:lnTo>
                    <a:pt x="24098" y="6284"/>
                  </a:lnTo>
                  <a:lnTo>
                    <a:pt x="23929" y="6115"/>
                  </a:lnTo>
                  <a:lnTo>
                    <a:pt x="23640" y="5899"/>
                  </a:lnTo>
                  <a:lnTo>
                    <a:pt x="23351" y="5682"/>
                  </a:lnTo>
                  <a:lnTo>
                    <a:pt x="23062" y="5490"/>
                  </a:lnTo>
                  <a:lnTo>
                    <a:pt x="22750" y="5321"/>
                  </a:lnTo>
                  <a:lnTo>
                    <a:pt x="22148" y="5008"/>
                  </a:lnTo>
                  <a:lnTo>
                    <a:pt x="21522" y="4719"/>
                  </a:lnTo>
                  <a:lnTo>
                    <a:pt x="21088" y="4527"/>
                  </a:lnTo>
                  <a:lnTo>
                    <a:pt x="20655" y="4310"/>
                  </a:lnTo>
                  <a:lnTo>
                    <a:pt x="20270" y="4069"/>
                  </a:lnTo>
                  <a:lnTo>
                    <a:pt x="19861" y="3804"/>
                  </a:lnTo>
                  <a:lnTo>
                    <a:pt x="19500" y="3540"/>
                  </a:lnTo>
                  <a:lnTo>
                    <a:pt x="19139" y="3227"/>
                  </a:lnTo>
                  <a:lnTo>
                    <a:pt x="18777" y="2914"/>
                  </a:lnTo>
                  <a:lnTo>
                    <a:pt x="18440" y="2577"/>
                  </a:lnTo>
                  <a:lnTo>
                    <a:pt x="18031" y="2143"/>
                  </a:lnTo>
                  <a:lnTo>
                    <a:pt x="17574" y="1734"/>
                  </a:lnTo>
                  <a:lnTo>
                    <a:pt x="17165" y="1397"/>
                  </a:lnTo>
                  <a:lnTo>
                    <a:pt x="16755" y="1108"/>
                  </a:lnTo>
                  <a:lnTo>
                    <a:pt x="16322" y="868"/>
                  </a:lnTo>
                  <a:lnTo>
                    <a:pt x="15889" y="627"/>
                  </a:lnTo>
                  <a:lnTo>
                    <a:pt x="15431" y="458"/>
                  </a:lnTo>
                  <a:lnTo>
                    <a:pt x="14950" y="290"/>
                  </a:lnTo>
                  <a:lnTo>
                    <a:pt x="14468" y="169"/>
                  </a:lnTo>
                  <a:lnTo>
                    <a:pt x="13963" y="97"/>
                  </a:lnTo>
                  <a:lnTo>
                    <a:pt x="13457" y="49"/>
                  </a:lnTo>
                  <a:lnTo>
                    <a:pt x="12976" y="25"/>
                  </a:lnTo>
                  <a:lnTo>
                    <a:pt x="1249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10800000">
              <a:off x="2930300" y="6948180"/>
              <a:ext cx="2042330" cy="818598"/>
            </a:xfrm>
            <a:custGeom>
              <a:avLst/>
              <a:gdLst/>
              <a:ahLst/>
              <a:cxnLst/>
              <a:rect l="l" t="t" r="r" b="b"/>
              <a:pathLst>
                <a:path w="24026" h="9630" extrusionOk="0">
                  <a:moveTo>
                    <a:pt x="19404" y="0"/>
                  </a:moveTo>
                  <a:lnTo>
                    <a:pt x="19356" y="410"/>
                  </a:lnTo>
                  <a:lnTo>
                    <a:pt x="19332" y="795"/>
                  </a:lnTo>
                  <a:lnTo>
                    <a:pt x="19308" y="1565"/>
                  </a:lnTo>
                  <a:lnTo>
                    <a:pt x="19284" y="1950"/>
                  </a:lnTo>
                  <a:lnTo>
                    <a:pt x="19284" y="2360"/>
                  </a:lnTo>
                  <a:lnTo>
                    <a:pt x="19308" y="2745"/>
                  </a:lnTo>
                  <a:lnTo>
                    <a:pt x="19356" y="3130"/>
                  </a:lnTo>
                  <a:lnTo>
                    <a:pt x="19693" y="4695"/>
                  </a:lnTo>
                  <a:lnTo>
                    <a:pt x="19693" y="4695"/>
                  </a:lnTo>
                  <a:lnTo>
                    <a:pt x="19548" y="4502"/>
                  </a:lnTo>
                  <a:lnTo>
                    <a:pt x="19428" y="4358"/>
                  </a:lnTo>
                  <a:lnTo>
                    <a:pt x="19211" y="3973"/>
                  </a:lnTo>
                  <a:lnTo>
                    <a:pt x="18946" y="3611"/>
                  </a:lnTo>
                  <a:lnTo>
                    <a:pt x="18682" y="3250"/>
                  </a:lnTo>
                  <a:lnTo>
                    <a:pt x="18393" y="2937"/>
                  </a:lnTo>
                  <a:lnTo>
                    <a:pt x="18104" y="2624"/>
                  </a:lnTo>
                  <a:lnTo>
                    <a:pt x="17767" y="2312"/>
                  </a:lnTo>
                  <a:lnTo>
                    <a:pt x="17430" y="2047"/>
                  </a:lnTo>
                  <a:lnTo>
                    <a:pt x="17093" y="1782"/>
                  </a:lnTo>
                  <a:lnTo>
                    <a:pt x="16298" y="1204"/>
                  </a:lnTo>
                  <a:lnTo>
                    <a:pt x="16034" y="1036"/>
                  </a:lnTo>
                  <a:lnTo>
                    <a:pt x="15745" y="891"/>
                  </a:lnTo>
                  <a:lnTo>
                    <a:pt x="15456" y="795"/>
                  </a:lnTo>
                  <a:lnTo>
                    <a:pt x="15167" y="723"/>
                  </a:lnTo>
                  <a:lnTo>
                    <a:pt x="14854" y="675"/>
                  </a:lnTo>
                  <a:lnTo>
                    <a:pt x="14565" y="650"/>
                  </a:lnTo>
                  <a:lnTo>
                    <a:pt x="14252" y="675"/>
                  </a:lnTo>
                  <a:lnTo>
                    <a:pt x="13939" y="723"/>
                  </a:lnTo>
                  <a:lnTo>
                    <a:pt x="13145" y="867"/>
                  </a:lnTo>
                  <a:lnTo>
                    <a:pt x="12399" y="1060"/>
                  </a:lnTo>
                  <a:lnTo>
                    <a:pt x="12086" y="1108"/>
                  </a:lnTo>
                  <a:lnTo>
                    <a:pt x="11773" y="1108"/>
                  </a:lnTo>
                  <a:lnTo>
                    <a:pt x="11484" y="1084"/>
                  </a:lnTo>
                  <a:lnTo>
                    <a:pt x="11171" y="1036"/>
                  </a:lnTo>
                  <a:lnTo>
                    <a:pt x="10593" y="891"/>
                  </a:lnTo>
                  <a:lnTo>
                    <a:pt x="9991" y="747"/>
                  </a:lnTo>
                  <a:lnTo>
                    <a:pt x="9630" y="699"/>
                  </a:lnTo>
                  <a:lnTo>
                    <a:pt x="9293" y="650"/>
                  </a:lnTo>
                  <a:lnTo>
                    <a:pt x="8932" y="626"/>
                  </a:lnTo>
                  <a:lnTo>
                    <a:pt x="8571" y="626"/>
                  </a:lnTo>
                  <a:lnTo>
                    <a:pt x="8354" y="650"/>
                  </a:lnTo>
                  <a:lnTo>
                    <a:pt x="8114" y="675"/>
                  </a:lnTo>
                  <a:lnTo>
                    <a:pt x="7897" y="747"/>
                  </a:lnTo>
                  <a:lnTo>
                    <a:pt x="7704" y="819"/>
                  </a:lnTo>
                  <a:lnTo>
                    <a:pt x="7512" y="915"/>
                  </a:lnTo>
                  <a:lnTo>
                    <a:pt x="7343" y="1036"/>
                  </a:lnTo>
                  <a:lnTo>
                    <a:pt x="7175" y="1180"/>
                  </a:lnTo>
                  <a:lnTo>
                    <a:pt x="7006" y="1349"/>
                  </a:lnTo>
                  <a:lnTo>
                    <a:pt x="6645" y="1758"/>
                  </a:lnTo>
                  <a:lnTo>
                    <a:pt x="6284" y="2143"/>
                  </a:lnTo>
                  <a:lnTo>
                    <a:pt x="5514" y="2889"/>
                  </a:lnTo>
                  <a:lnTo>
                    <a:pt x="5321" y="3082"/>
                  </a:lnTo>
                  <a:lnTo>
                    <a:pt x="5152" y="3299"/>
                  </a:lnTo>
                  <a:lnTo>
                    <a:pt x="4791" y="3732"/>
                  </a:lnTo>
                  <a:lnTo>
                    <a:pt x="4671" y="3876"/>
                  </a:lnTo>
                  <a:lnTo>
                    <a:pt x="4527" y="3997"/>
                  </a:lnTo>
                  <a:lnTo>
                    <a:pt x="4454" y="4045"/>
                  </a:lnTo>
                  <a:lnTo>
                    <a:pt x="4358" y="4069"/>
                  </a:lnTo>
                  <a:lnTo>
                    <a:pt x="4262" y="4093"/>
                  </a:lnTo>
                  <a:lnTo>
                    <a:pt x="4165" y="4069"/>
                  </a:lnTo>
                  <a:lnTo>
                    <a:pt x="3347" y="4334"/>
                  </a:lnTo>
                  <a:lnTo>
                    <a:pt x="2938" y="4502"/>
                  </a:lnTo>
                  <a:lnTo>
                    <a:pt x="2745" y="4598"/>
                  </a:lnTo>
                  <a:lnTo>
                    <a:pt x="2553" y="4695"/>
                  </a:lnTo>
                  <a:lnTo>
                    <a:pt x="2191" y="4911"/>
                  </a:lnTo>
                  <a:lnTo>
                    <a:pt x="1830" y="5104"/>
                  </a:lnTo>
                  <a:lnTo>
                    <a:pt x="1445" y="5273"/>
                  </a:lnTo>
                  <a:lnTo>
                    <a:pt x="1036" y="5417"/>
                  </a:lnTo>
                  <a:lnTo>
                    <a:pt x="338" y="5706"/>
                  </a:lnTo>
                  <a:lnTo>
                    <a:pt x="217" y="5754"/>
                  </a:lnTo>
                  <a:lnTo>
                    <a:pt x="121" y="5850"/>
                  </a:lnTo>
                  <a:lnTo>
                    <a:pt x="73" y="5947"/>
                  </a:lnTo>
                  <a:lnTo>
                    <a:pt x="49" y="6091"/>
                  </a:lnTo>
                  <a:lnTo>
                    <a:pt x="1" y="6597"/>
                  </a:lnTo>
                  <a:lnTo>
                    <a:pt x="1" y="6837"/>
                  </a:lnTo>
                  <a:lnTo>
                    <a:pt x="25" y="6958"/>
                  </a:lnTo>
                  <a:lnTo>
                    <a:pt x="73" y="7078"/>
                  </a:lnTo>
                  <a:lnTo>
                    <a:pt x="266" y="7054"/>
                  </a:lnTo>
                  <a:lnTo>
                    <a:pt x="482" y="7030"/>
                  </a:lnTo>
                  <a:lnTo>
                    <a:pt x="723" y="6934"/>
                  </a:lnTo>
                  <a:lnTo>
                    <a:pt x="988" y="6837"/>
                  </a:lnTo>
                  <a:lnTo>
                    <a:pt x="1349" y="6645"/>
                  </a:lnTo>
                  <a:lnTo>
                    <a:pt x="1782" y="6404"/>
                  </a:lnTo>
                  <a:lnTo>
                    <a:pt x="3082" y="5658"/>
                  </a:lnTo>
                  <a:lnTo>
                    <a:pt x="3106" y="5754"/>
                  </a:lnTo>
                  <a:lnTo>
                    <a:pt x="3082" y="5802"/>
                  </a:lnTo>
                  <a:lnTo>
                    <a:pt x="2986" y="5922"/>
                  </a:lnTo>
                  <a:lnTo>
                    <a:pt x="1469" y="8017"/>
                  </a:lnTo>
                  <a:lnTo>
                    <a:pt x="1132" y="8498"/>
                  </a:lnTo>
                  <a:lnTo>
                    <a:pt x="819" y="9004"/>
                  </a:lnTo>
                  <a:lnTo>
                    <a:pt x="771" y="9100"/>
                  </a:lnTo>
                  <a:lnTo>
                    <a:pt x="699" y="9221"/>
                  </a:lnTo>
                  <a:lnTo>
                    <a:pt x="675" y="9341"/>
                  </a:lnTo>
                  <a:lnTo>
                    <a:pt x="675" y="9485"/>
                  </a:lnTo>
                  <a:lnTo>
                    <a:pt x="940" y="9630"/>
                  </a:lnTo>
                  <a:lnTo>
                    <a:pt x="1108" y="9389"/>
                  </a:lnTo>
                  <a:lnTo>
                    <a:pt x="1397" y="8883"/>
                  </a:lnTo>
                  <a:lnTo>
                    <a:pt x="1541" y="8643"/>
                  </a:lnTo>
                  <a:lnTo>
                    <a:pt x="1686" y="8426"/>
                  </a:lnTo>
                  <a:lnTo>
                    <a:pt x="2793" y="6958"/>
                  </a:lnTo>
                  <a:lnTo>
                    <a:pt x="3925" y="5513"/>
                  </a:lnTo>
                  <a:lnTo>
                    <a:pt x="4334" y="5008"/>
                  </a:lnTo>
                  <a:lnTo>
                    <a:pt x="4767" y="4502"/>
                  </a:lnTo>
                  <a:lnTo>
                    <a:pt x="5658" y="3515"/>
                  </a:lnTo>
                  <a:lnTo>
                    <a:pt x="5802" y="3371"/>
                  </a:lnTo>
                  <a:lnTo>
                    <a:pt x="5851" y="3443"/>
                  </a:lnTo>
                  <a:lnTo>
                    <a:pt x="5851" y="3491"/>
                  </a:lnTo>
                  <a:lnTo>
                    <a:pt x="5778" y="3611"/>
                  </a:lnTo>
                  <a:lnTo>
                    <a:pt x="5369" y="4574"/>
                  </a:lnTo>
                  <a:lnTo>
                    <a:pt x="5321" y="4719"/>
                  </a:lnTo>
                  <a:lnTo>
                    <a:pt x="5297" y="4911"/>
                  </a:lnTo>
                  <a:lnTo>
                    <a:pt x="5490" y="4863"/>
                  </a:lnTo>
                  <a:lnTo>
                    <a:pt x="5634" y="4791"/>
                  </a:lnTo>
                  <a:lnTo>
                    <a:pt x="6067" y="4598"/>
                  </a:lnTo>
                  <a:lnTo>
                    <a:pt x="6501" y="4382"/>
                  </a:lnTo>
                  <a:lnTo>
                    <a:pt x="6645" y="4310"/>
                  </a:lnTo>
                  <a:lnTo>
                    <a:pt x="6789" y="4213"/>
                  </a:lnTo>
                  <a:lnTo>
                    <a:pt x="6862" y="4093"/>
                  </a:lnTo>
                  <a:lnTo>
                    <a:pt x="6934" y="3924"/>
                  </a:lnTo>
                  <a:lnTo>
                    <a:pt x="7054" y="3563"/>
                  </a:lnTo>
                  <a:lnTo>
                    <a:pt x="7199" y="3202"/>
                  </a:lnTo>
                  <a:lnTo>
                    <a:pt x="7367" y="2841"/>
                  </a:lnTo>
                  <a:lnTo>
                    <a:pt x="7536" y="2504"/>
                  </a:lnTo>
                  <a:lnTo>
                    <a:pt x="7921" y="1830"/>
                  </a:lnTo>
                  <a:lnTo>
                    <a:pt x="8330" y="1180"/>
                  </a:lnTo>
                  <a:lnTo>
                    <a:pt x="8402" y="1060"/>
                  </a:lnTo>
                  <a:lnTo>
                    <a:pt x="8499" y="987"/>
                  </a:lnTo>
                  <a:lnTo>
                    <a:pt x="8595" y="939"/>
                  </a:lnTo>
                  <a:lnTo>
                    <a:pt x="8739" y="915"/>
                  </a:lnTo>
                  <a:lnTo>
                    <a:pt x="9173" y="915"/>
                  </a:lnTo>
                  <a:lnTo>
                    <a:pt x="9582" y="939"/>
                  </a:lnTo>
                  <a:lnTo>
                    <a:pt x="10088" y="1036"/>
                  </a:lnTo>
                  <a:lnTo>
                    <a:pt x="10593" y="1156"/>
                  </a:lnTo>
                  <a:lnTo>
                    <a:pt x="11387" y="1349"/>
                  </a:lnTo>
                  <a:lnTo>
                    <a:pt x="11628" y="1373"/>
                  </a:lnTo>
                  <a:lnTo>
                    <a:pt x="11845" y="1397"/>
                  </a:lnTo>
                  <a:lnTo>
                    <a:pt x="12086" y="1421"/>
                  </a:lnTo>
                  <a:lnTo>
                    <a:pt x="12326" y="1397"/>
                  </a:lnTo>
                  <a:lnTo>
                    <a:pt x="12784" y="1349"/>
                  </a:lnTo>
                  <a:lnTo>
                    <a:pt x="13241" y="1252"/>
                  </a:lnTo>
                  <a:lnTo>
                    <a:pt x="14445" y="987"/>
                  </a:lnTo>
                  <a:lnTo>
                    <a:pt x="14589" y="963"/>
                  </a:lnTo>
                  <a:lnTo>
                    <a:pt x="14734" y="939"/>
                  </a:lnTo>
                  <a:lnTo>
                    <a:pt x="14878" y="963"/>
                  </a:lnTo>
                  <a:lnTo>
                    <a:pt x="15023" y="963"/>
                  </a:lnTo>
                  <a:lnTo>
                    <a:pt x="15167" y="1012"/>
                  </a:lnTo>
                  <a:lnTo>
                    <a:pt x="15287" y="1060"/>
                  </a:lnTo>
                  <a:lnTo>
                    <a:pt x="15432" y="1108"/>
                  </a:lnTo>
                  <a:lnTo>
                    <a:pt x="15552" y="1204"/>
                  </a:lnTo>
                  <a:lnTo>
                    <a:pt x="16034" y="1541"/>
                  </a:lnTo>
                  <a:lnTo>
                    <a:pt x="16515" y="1902"/>
                  </a:lnTo>
                  <a:lnTo>
                    <a:pt x="16997" y="2263"/>
                  </a:lnTo>
                  <a:lnTo>
                    <a:pt x="17430" y="2673"/>
                  </a:lnTo>
                  <a:lnTo>
                    <a:pt x="17767" y="3034"/>
                  </a:lnTo>
                  <a:lnTo>
                    <a:pt x="18080" y="3419"/>
                  </a:lnTo>
                  <a:lnTo>
                    <a:pt x="18369" y="3828"/>
                  </a:lnTo>
                  <a:lnTo>
                    <a:pt x="18658" y="4237"/>
                  </a:lnTo>
                  <a:lnTo>
                    <a:pt x="18706" y="4358"/>
                  </a:lnTo>
                  <a:lnTo>
                    <a:pt x="18730" y="4478"/>
                  </a:lnTo>
                  <a:lnTo>
                    <a:pt x="18754" y="4550"/>
                  </a:lnTo>
                  <a:lnTo>
                    <a:pt x="18778" y="4598"/>
                  </a:lnTo>
                  <a:lnTo>
                    <a:pt x="18874" y="4647"/>
                  </a:lnTo>
                  <a:lnTo>
                    <a:pt x="18946" y="4695"/>
                  </a:lnTo>
                  <a:lnTo>
                    <a:pt x="19067" y="4839"/>
                  </a:lnTo>
                  <a:lnTo>
                    <a:pt x="19187" y="5008"/>
                  </a:lnTo>
                  <a:lnTo>
                    <a:pt x="19308" y="5152"/>
                  </a:lnTo>
                  <a:lnTo>
                    <a:pt x="19596" y="5441"/>
                  </a:lnTo>
                  <a:lnTo>
                    <a:pt x="19885" y="5706"/>
                  </a:lnTo>
                  <a:lnTo>
                    <a:pt x="20439" y="6187"/>
                  </a:lnTo>
                  <a:lnTo>
                    <a:pt x="20728" y="6428"/>
                  </a:lnTo>
                  <a:lnTo>
                    <a:pt x="20993" y="6669"/>
                  </a:lnTo>
                  <a:lnTo>
                    <a:pt x="21258" y="6934"/>
                  </a:lnTo>
                  <a:lnTo>
                    <a:pt x="21546" y="7150"/>
                  </a:lnTo>
                  <a:lnTo>
                    <a:pt x="21835" y="7343"/>
                  </a:lnTo>
                  <a:lnTo>
                    <a:pt x="22148" y="7511"/>
                  </a:lnTo>
                  <a:lnTo>
                    <a:pt x="22461" y="7680"/>
                  </a:lnTo>
                  <a:lnTo>
                    <a:pt x="22774" y="7824"/>
                  </a:lnTo>
                  <a:lnTo>
                    <a:pt x="23111" y="7945"/>
                  </a:lnTo>
                  <a:lnTo>
                    <a:pt x="23448" y="8065"/>
                  </a:lnTo>
                  <a:lnTo>
                    <a:pt x="23665" y="8113"/>
                  </a:lnTo>
                  <a:lnTo>
                    <a:pt x="23882" y="8113"/>
                  </a:lnTo>
                  <a:lnTo>
                    <a:pt x="23930" y="8065"/>
                  </a:lnTo>
                  <a:lnTo>
                    <a:pt x="24026" y="7969"/>
                  </a:lnTo>
                  <a:lnTo>
                    <a:pt x="23617" y="7824"/>
                  </a:lnTo>
                  <a:lnTo>
                    <a:pt x="23352" y="7728"/>
                  </a:lnTo>
                  <a:lnTo>
                    <a:pt x="23111" y="7632"/>
                  </a:lnTo>
                  <a:lnTo>
                    <a:pt x="22846" y="7511"/>
                  </a:lnTo>
                  <a:lnTo>
                    <a:pt x="22630" y="7367"/>
                  </a:lnTo>
                  <a:lnTo>
                    <a:pt x="22389" y="7222"/>
                  </a:lnTo>
                  <a:lnTo>
                    <a:pt x="22172" y="7078"/>
                  </a:lnTo>
                  <a:lnTo>
                    <a:pt x="21956" y="6885"/>
                  </a:lnTo>
                  <a:lnTo>
                    <a:pt x="21739" y="6717"/>
                  </a:lnTo>
                  <a:lnTo>
                    <a:pt x="21378" y="6356"/>
                  </a:lnTo>
                  <a:lnTo>
                    <a:pt x="20993" y="6019"/>
                  </a:lnTo>
                  <a:lnTo>
                    <a:pt x="20872" y="5898"/>
                  </a:lnTo>
                  <a:lnTo>
                    <a:pt x="20776" y="5754"/>
                  </a:lnTo>
                  <a:lnTo>
                    <a:pt x="20704" y="5585"/>
                  </a:lnTo>
                  <a:lnTo>
                    <a:pt x="20656" y="5417"/>
                  </a:lnTo>
                  <a:lnTo>
                    <a:pt x="20583" y="4695"/>
                  </a:lnTo>
                  <a:lnTo>
                    <a:pt x="20535" y="3973"/>
                  </a:lnTo>
                  <a:lnTo>
                    <a:pt x="20535" y="3611"/>
                  </a:lnTo>
                  <a:lnTo>
                    <a:pt x="20559" y="3250"/>
                  </a:lnTo>
                  <a:lnTo>
                    <a:pt x="20583" y="2889"/>
                  </a:lnTo>
                  <a:lnTo>
                    <a:pt x="20632" y="2528"/>
                  </a:lnTo>
                  <a:lnTo>
                    <a:pt x="20680" y="2191"/>
                  </a:lnTo>
                  <a:lnTo>
                    <a:pt x="20728" y="1830"/>
                  </a:lnTo>
                  <a:lnTo>
                    <a:pt x="20800" y="1108"/>
                  </a:lnTo>
                  <a:lnTo>
                    <a:pt x="20800" y="987"/>
                  </a:lnTo>
                  <a:lnTo>
                    <a:pt x="20776" y="891"/>
                  </a:lnTo>
                  <a:lnTo>
                    <a:pt x="20728" y="795"/>
                  </a:lnTo>
                  <a:lnTo>
                    <a:pt x="20632" y="723"/>
                  </a:lnTo>
                  <a:lnTo>
                    <a:pt x="20367" y="578"/>
                  </a:lnTo>
                  <a:lnTo>
                    <a:pt x="20102" y="410"/>
                  </a:lnTo>
                  <a:lnTo>
                    <a:pt x="19861" y="241"/>
                  </a:lnTo>
                  <a:lnTo>
                    <a:pt x="19596" y="73"/>
                  </a:lnTo>
                  <a:lnTo>
                    <a:pt x="19524" y="49"/>
                  </a:lnTo>
                  <a:lnTo>
                    <a:pt x="194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rot="10800000">
              <a:off x="2903694" y="5779702"/>
              <a:ext cx="976197" cy="910744"/>
            </a:xfrm>
            <a:custGeom>
              <a:avLst/>
              <a:gdLst/>
              <a:ahLst/>
              <a:cxnLst/>
              <a:rect l="l" t="t" r="r" b="b"/>
              <a:pathLst>
                <a:path w="11484" h="10714" extrusionOk="0">
                  <a:moveTo>
                    <a:pt x="7921" y="1"/>
                  </a:moveTo>
                  <a:lnTo>
                    <a:pt x="7416" y="49"/>
                  </a:lnTo>
                  <a:lnTo>
                    <a:pt x="6886" y="145"/>
                  </a:lnTo>
                  <a:lnTo>
                    <a:pt x="6453" y="242"/>
                  </a:lnTo>
                  <a:lnTo>
                    <a:pt x="6019" y="386"/>
                  </a:lnTo>
                  <a:lnTo>
                    <a:pt x="5610" y="555"/>
                  </a:lnTo>
                  <a:lnTo>
                    <a:pt x="5177" y="723"/>
                  </a:lnTo>
                  <a:lnTo>
                    <a:pt x="4792" y="916"/>
                  </a:lnTo>
                  <a:lnTo>
                    <a:pt x="4382" y="1132"/>
                  </a:lnTo>
                  <a:lnTo>
                    <a:pt x="3997" y="1373"/>
                  </a:lnTo>
                  <a:lnTo>
                    <a:pt x="3636" y="1638"/>
                  </a:lnTo>
                  <a:lnTo>
                    <a:pt x="3275" y="1903"/>
                  </a:lnTo>
                  <a:lnTo>
                    <a:pt x="2914" y="2192"/>
                  </a:lnTo>
                  <a:lnTo>
                    <a:pt x="2601" y="2505"/>
                  </a:lnTo>
                  <a:lnTo>
                    <a:pt x="2264" y="2818"/>
                  </a:lnTo>
                  <a:lnTo>
                    <a:pt x="1951" y="3155"/>
                  </a:lnTo>
                  <a:lnTo>
                    <a:pt x="1662" y="3492"/>
                  </a:lnTo>
                  <a:lnTo>
                    <a:pt x="1397" y="3853"/>
                  </a:lnTo>
                  <a:lnTo>
                    <a:pt x="1132" y="4214"/>
                  </a:lnTo>
                  <a:lnTo>
                    <a:pt x="964" y="4454"/>
                  </a:lnTo>
                  <a:lnTo>
                    <a:pt x="795" y="4695"/>
                  </a:lnTo>
                  <a:lnTo>
                    <a:pt x="651" y="4960"/>
                  </a:lnTo>
                  <a:lnTo>
                    <a:pt x="531" y="5225"/>
                  </a:lnTo>
                  <a:lnTo>
                    <a:pt x="410" y="5490"/>
                  </a:lnTo>
                  <a:lnTo>
                    <a:pt x="290" y="5754"/>
                  </a:lnTo>
                  <a:lnTo>
                    <a:pt x="218" y="6019"/>
                  </a:lnTo>
                  <a:lnTo>
                    <a:pt x="145" y="6308"/>
                  </a:lnTo>
                  <a:lnTo>
                    <a:pt x="73" y="6573"/>
                  </a:lnTo>
                  <a:lnTo>
                    <a:pt x="49" y="6862"/>
                  </a:lnTo>
                  <a:lnTo>
                    <a:pt x="1" y="7127"/>
                  </a:lnTo>
                  <a:lnTo>
                    <a:pt x="1" y="7391"/>
                  </a:lnTo>
                  <a:lnTo>
                    <a:pt x="1" y="7680"/>
                  </a:lnTo>
                  <a:lnTo>
                    <a:pt x="25" y="7945"/>
                  </a:lnTo>
                  <a:lnTo>
                    <a:pt x="49" y="8186"/>
                  </a:lnTo>
                  <a:lnTo>
                    <a:pt x="121" y="8451"/>
                  </a:lnTo>
                  <a:lnTo>
                    <a:pt x="194" y="8691"/>
                  </a:lnTo>
                  <a:lnTo>
                    <a:pt x="266" y="8932"/>
                  </a:lnTo>
                  <a:lnTo>
                    <a:pt x="362" y="9149"/>
                  </a:lnTo>
                  <a:lnTo>
                    <a:pt x="506" y="9365"/>
                  </a:lnTo>
                  <a:lnTo>
                    <a:pt x="627" y="9582"/>
                  </a:lnTo>
                  <a:lnTo>
                    <a:pt x="795" y="9775"/>
                  </a:lnTo>
                  <a:lnTo>
                    <a:pt x="964" y="9943"/>
                  </a:lnTo>
                  <a:lnTo>
                    <a:pt x="1156" y="10112"/>
                  </a:lnTo>
                  <a:lnTo>
                    <a:pt x="1373" y="10256"/>
                  </a:lnTo>
                  <a:lnTo>
                    <a:pt x="1614" y="10376"/>
                  </a:lnTo>
                  <a:lnTo>
                    <a:pt x="1855" y="10473"/>
                  </a:lnTo>
                  <a:lnTo>
                    <a:pt x="2143" y="10569"/>
                  </a:lnTo>
                  <a:lnTo>
                    <a:pt x="2432" y="10641"/>
                  </a:lnTo>
                  <a:lnTo>
                    <a:pt x="2745" y="10689"/>
                  </a:lnTo>
                  <a:lnTo>
                    <a:pt x="3082" y="10714"/>
                  </a:lnTo>
                  <a:lnTo>
                    <a:pt x="3419" y="10714"/>
                  </a:lnTo>
                  <a:lnTo>
                    <a:pt x="3829" y="10689"/>
                  </a:lnTo>
                  <a:lnTo>
                    <a:pt x="4214" y="10641"/>
                  </a:lnTo>
                  <a:lnTo>
                    <a:pt x="4623" y="10569"/>
                  </a:lnTo>
                  <a:lnTo>
                    <a:pt x="5008" y="10473"/>
                  </a:lnTo>
                  <a:lnTo>
                    <a:pt x="5393" y="10352"/>
                  </a:lnTo>
                  <a:lnTo>
                    <a:pt x="5779" y="10208"/>
                  </a:lnTo>
                  <a:lnTo>
                    <a:pt x="6140" y="10064"/>
                  </a:lnTo>
                  <a:lnTo>
                    <a:pt x="6525" y="9895"/>
                  </a:lnTo>
                  <a:lnTo>
                    <a:pt x="6862" y="9702"/>
                  </a:lnTo>
                  <a:lnTo>
                    <a:pt x="7223" y="9486"/>
                  </a:lnTo>
                  <a:lnTo>
                    <a:pt x="7560" y="9269"/>
                  </a:lnTo>
                  <a:lnTo>
                    <a:pt x="7897" y="9052"/>
                  </a:lnTo>
                  <a:lnTo>
                    <a:pt x="8210" y="8788"/>
                  </a:lnTo>
                  <a:lnTo>
                    <a:pt x="8523" y="8547"/>
                  </a:lnTo>
                  <a:lnTo>
                    <a:pt x="8836" y="8282"/>
                  </a:lnTo>
                  <a:lnTo>
                    <a:pt x="9125" y="7993"/>
                  </a:lnTo>
                  <a:lnTo>
                    <a:pt x="9438" y="7728"/>
                  </a:lnTo>
                  <a:lnTo>
                    <a:pt x="9727" y="7415"/>
                  </a:lnTo>
                  <a:lnTo>
                    <a:pt x="9991" y="7103"/>
                  </a:lnTo>
                  <a:lnTo>
                    <a:pt x="10232" y="6766"/>
                  </a:lnTo>
                  <a:lnTo>
                    <a:pt x="10449" y="6428"/>
                  </a:lnTo>
                  <a:lnTo>
                    <a:pt x="10665" y="6091"/>
                  </a:lnTo>
                  <a:lnTo>
                    <a:pt x="10858" y="5730"/>
                  </a:lnTo>
                  <a:lnTo>
                    <a:pt x="11002" y="5369"/>
                  </a:lnTo>
                  <a:lnTo>
                    <a:pt x="11147" y="5008"/>
                  </a:lnTo>
                  <a:lnTo>
                    <a:pt x="11267" y="4647"/>
                  </a:lnTo>
                  <a:lnTo>
                    <a:pt x="11364" y="4286"/>
                  </a:lnTo>
                  <a:lnTo>
                    <a:pt x="11436" y="3925"/>
                  </a:lnTo>
                  <a:lnTo>
                    <a:pt x="11484" y="3564"/>
                  </a:lnTo>
                  <a:lnTo>
                    <a:pt x="11484" y="3203"/>
                  </a:lnTo>
                  <a:lnTo>
                    <a:pt x="11484" y="2866"/>
                  </a:lnTo>
                  <a:lnTo>
                    <a:pt x="11460" y="2529"/>
                  </a:lnTo>
                  <a:lnTo>
                    <a:pt x="11388" y="2216"/>
                  </a:lnTo>
                  <a:lnTo>
                    <a:pt x="11315" y="1903"/>
                  </a:lnTo>
                  <a:lnTo>
                    <a:pt x="11195" y="1614"/>
                  </a:lnTo>
                  <a:lnTo>
                    <a:pt x="11051" y="1349"/>
                  </a:lnTo>
                  <a:lnTo>
                    <a:pt x="10882" y="1108"/>
                  </a:lnTo>
                  <a:lnTo>
                    <a:pt x="10665" y="868"/>
                  </a:lnTo>
                  <a:lnTo>
                    <a:pt x="10449" y="651"/>
                  </a:lnTo>
                  <a:lnTo>
                    <a:pt x="10184" y="482"/>
                  </a:lnTo>
                  <a:lnTo>
                    <a:pt x="9871" y="314"/>
                  </a:lnTo>
                  <a:lnTo>
                    <a:pt x="9558" y="194"/>
                  </a:lnTo>
                  <a:lnTo>
                    <a:pt x="9197" y="97"/>
                  </a:lnTo>
                  <a:lnTo>
                    <a:pt x="8812" y="25"/>
                  </a:lnTo>
                  <a:lnTo>
                    <a:pt x="83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rot="10800000">
              <a:off x="3077614" y="6538881"/>
              <a:ext cx="24651" cy="43098"/>
            </a:xfrm>
            <a:custGeom>
              <a:avLst/>
              <a:gdLst/>
              <a:ahLst/>
              <a:cxnLst/>
              <a:rect l="l" t="t" r="r" b="b"/>
              <a:pathLst>
                <a:path w="290" h="507" extrusionOk="0">
                  <a:moveTo>
                    <a:pt x="242" y="1"/>
                  </a:moveTo>
                  <a:lnTo>
                    <a:pt x="193" y="25"/>
                  </a:lnTo>
                  <a:lnTo>
                    <a:pt x="145" y="73"/>
                  </a:lnTo>
                  <a:lnTo>
                    <a:pt x="73" y="193"/>
                  </a:lnTo>
                  <a:lnTo>
                    <a:pt x="1" y="314"/>
                  </a:lnTo>
                  <a:lnTo>
                    <a:pt x="25" y="362"/>
                  </a:lnTo>
                  <a:lnTo>
                    <a:pt x="73" y="458"/>
                  </a:lnTo>
                  <a:lnTo>
                    <a:pt x="97" y="506"/>
                  </a:lnTo>
                  <a:lnTo>
                    <a:pt x="121" y="482"/>
                  </a:lnTo>
                  <a:lnTo>
                    <a:pt x="145" y="458"/>
                  </a:lnTo>
                  <a:lnTo>
                    <a:pt x="121" y="410"/>
                  </a:lnTo>
                  <a:lnTo>
                    <a:pt x="121" y="362"/>
                  </a:lnTo>
                  <a:lnTo>
                    <a:pt x="193" y="266"/>
                  </a:lnTo>
                  <a:lnTo>
                    <a:pt x="266" y="169"/>
                  </a:lnTo>
                  <a:lnTo>
                    <a:pt x="290" y="121"/>
                  </a:lnTo>
                  <a:lnTo>
                    <a:pt x="290" y="73"/>
                  </a:lnTo>
                  <a:lnTo>
                    <a:pt x="266" y="25"/>
                  </a:lnTo>
                  <a:lnTo>
                    <a:pt x="2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10800000">
              <a:off x="2909814" y="6436535"/>
              <a:ext cx="18446" cy="24651"/>
            </a:xfrm>
            <a:custGeom>
              <a:avLst/>
              <a:gdLst/>
              <a:ahLst/>
              <a:cxnLst/>
              <a:rect l="l" t="t" r="r" b="b"/>
              <a:pathLst>
                <a:path w="217" h="290" extrusionOk="0">
                  <a:moveTo>
                    <a:pt x="48" y="0"/>
                  </a:moveTo>
                  <a:lnTo>
                    <a:pt x="24" y="24"/>
                  </a:lnTo>
                  <a:lnTo>
                    <a:pt x="0" y="72"/>
                  </a:lnTo>
                  <a:lnTo>
                    <a:pt x="0" y="121"/>
                  </a:lnTo>
                  <a:lnTo>
                    <a:pt x="0" y="193"/>
                  </a:lnTo>
                  <a:lnTo>
                    <a:pt x="48" y="241"/>
                  </a:lnTo>
                  <a:lnTo>
                    <a:pt x="96" y="289"/>
                  </a:lnTo>
                  <a:lnTo>
                    <a:pt x="144" y="289"/>
                  </a:lnTo>
                  <a:lnTo>
                    <a:pt x="193" y="265"/>
                  </a:lnTo>
                  <a:lnTo>
                    <a:pt x="217" y="241"/>
                  </a:lnTo>
                  <a:lnTo>
                    <a:pt x="217" y="193"/>
                  </a:lnTo>
                  <a:lnTo>
                    <a:pt x="144" y="145"/>
                  </a:lnTo>
                  <a:lnTo>
                    <a:pt x="120" y="121"/>
                  </a:lnTo>
                  <a:lnTo>
                    <a:pt x="144" y="72"/>
                  </a:lnTo>
                  <a:lnTo>
                    <a:pt x="169" y="48"/>
                  </a:lnTo>
                  <a:lnTo>
                    <a:pt x="169" y="24"/>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10800000">
              <a:off x="3046927" y="6604335"/>
              <a:ext cx="20486" cy="22611"/>
            </a:xfrm>
            <a:custGeom>
              <a:avLst/>
              <a:gdLst/>
              <a:ahLst/>
              <a:cxnLst/>
              <a:rect l="l" t="t" r="r" b="b"/>
              <a:pathLst>
                <a:path w="241" h="266" extrusionOk="0">
                  <a:moveTo>
                    <a:pt x="48" y="0"/>
                  </a:moveTo>
                  <a:lnTo>
                    <a:pt x="0" y="24"/>
                  </a:lnTo>
                  <a:lnTo>
                    <a:pt x="0" y="48"/>
                  </a:lnTo>
                  <a:lnTo>
                    <a:pt x="24" y="97"/>
                  </a:lnTo>
                  <a:lnTo>
                    <a:pt x="24" y="145"/>
                  </a:lnTo>
                  <a:lnTo>
                    <a:pt x="24" y="193"/>
                  </a:lnTo>
                  <a:lnTo>
                    <a:pt x="24" y="241"/>
                  </a:lnTo>
                  <a:lnTo>
                    <a:pt x="72" y="265"/>
                  </a:lnTo>
                  <a:lnTo>
                    <a:pt x="120" y="265"/>
                  </a:lnTo>
                  <a:lnTo>
                    <a:pt x="144" y="217"/>
                  </a:lnTo>
                  <a:lnTo>
                    <a:pt x="169" y="169"/>
                  </a:lnTo>
                  <a:lnTo>
                    <a:pt x="217" y="145"/>
                  </a:lnTo>
                  <a:lnTo>
                    <a:pt x="241" y="121"/>
                  </a:lnTo>
                  <a:lnTo>
                    <a:pt x="241" y="97"/>
                  </a:lnTo>
                  <a:lnTo>
                    <a:pt x="241" y="48"/>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3112381" y="6193081"/>
              <a:ext cx="24651" cy="16406"/>
            </a:xfrm>
            <a:custGeom>
              <a:avLst/>
              <a:gdLst/>
              <a:ahLst/>
              <a:cxnLst/>
              <a:rect l="l" t="t" r="r" b="b"/>
              <a:pathLst>
                <a:path w="290" h="193" extrusionOk="0">
                  <a:moveTo>
                    <a:pt x="73" y="0"/>
                  </a:moveTo>
                  <a:lnTo>
                    <a:pt x="25" y="24"/>
                  </a:lnTo>
                  <a:lnTo>
                    <a:pt x="1" y="48"/>
                  </a:lnTo>
                  <a:lnTo>
                    <a:pt x="25" y="96"/>
                  </a:lnTo>
                  <a:lnTo>
                    <a:pt x="25" y="121"/>
                  </a:lnTo>
                  <a:lnTo>
                    <a:pt x="73" y="145"/>
                  </a:lnTo>
                  <a:lnTo>
                    <a:pt x="121" y="169"/>
                  </a:lnTo>
                  <a:lnTo>
                    <a:pt x="193" y="193"/>
                  </a:lnTo>
                  <a:lnTo>
                    <a:pt x="241" y="169"/>
                  </a:lnTo>
                  <a:lnTo>
                    <a:pt x="265" y="145"/>
                  </a:lnTo>
                  <a:lnTo>
                    <a:pt x="289" y="96"/>
                  </a:lnTo>
                  <a:lnTo>
                    <a:pt x="289" y="72"/>
                  </a:lnTo>
                  <a:lnTo>
                    <a:pt x="289" y="24"/>
                  </a:lnTo>
                  <a:lnTo>
                    <a:pt x="2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rot="10800000">
              <a:off x="3298627" y="6545002"/>
              <a:ext cx="20486" cy="16491"/>
            </a:xfrm>
            <a:custGeom>
              <a:avLst/>
              <a:gdLst/>
              <a:ahLst/>
              <a:cxnLst/>
              <a:rect l="l" t="t" r="r" b="b"/>
              <a:pathLst>
                <a:path w="241" h="194" extrusionOk="0">
                  <a:moveTo>
                    <a:pt x="120" y="1"/>
                  </a:moveTo>
                  <a:lnTo>
                    <a:pt x="72" y="25"/>
                  </a:lnTo>
                  <a:lnTo>
                    <a:pt x="24" y="49"/>
                  </a:lnTo>
                  <a:lnTo>
                    <a:pt x="0" y="73"/>
                  </a:lnTo>
                  <a:lnTo>
                    <a:pt x="0" y="121"/>
                  </a:lnTo>
                  <a:lnTo>
                    <a:pt x="0" y="169"/>
                  </a:lnTo>
                  <a:lnTo>
                    <a:pt x="24" y="193"/>
                  </a:lnTo>
                  <a:lnTo>
                    <a:pt x="169" y="193"/>
                  </a:lnTo>
                  <a:lnTo>
                    <a:pt x="217" y="145"/>
                  </a:lnTo>
                  <a:lnTo>
                    <a:pt x="241" y="73"/>
                  </a:lnTo>
                  <a:lnTo>
                    <a:pt x="217" y="49"/>
                  </a:lnTo>
                  <a:lnTo>
                    <a:pt x="193" y="25"/>
                  </a:lnTo>
                  <a:lnTo>
                    <a:pt x="1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rot="10800000">
              <a:off x="3124707" y="6328154"/>
              <a:ext cx="18446" cy="18446"/>
            </a:xfrm>
            <a:custGeom>
              <a:avLst/>
              <a:gdLst/>
              <a:ahLst/>
              <a:cxnLst/>
              <a:rect l="l" t="t" r="r" b="b"/>
              <a:pathLst>
                <a:path w="217" h="217" extrusionOk="0">
                  <a:moveTo>
                    <a:pt x="169" y="0"/>
                  </a:moveTo>
                  <a:lnTo>
                    <a:pt x="73" y="24"/>
                  </a:lnTo>
                  <a:lnTo>
                    <a:pt x="24" y="97"/>
                  </a:lnTo>
                  <a:lnTo>
                    <a:pt x="0" y="121"/>
                  </a:lnTo>
                  <a:lnTo>
                    <a:pt x="0" y="169"/>
                  </a:lnTo>
                  <a:lnTo>
                    <a:pt x="24" y="217"/>
                  </a:lnTo>
                  <a:lnTo>
                    <a:pt x="97" y="217"/>
                  </a:lnTo>
                  <a:lnTo>
                    <a:pt x="121" y="193"/>
                  </a:lnTo>
                  <a:lnTo>
                    <a:pt x="193" y="121"/>
                  </a:lnTo>
                  <a:lnTo>
                    <a:pt x="217"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10800000">
              <a:off x="3220847" y="6109181"/>
              <a:ext cx="14366" cy="16406"/>
            </a:xfrm>
            <a:custGeom>
              <a:avLst/>
              <a:gdLst/>
              <a:ahLst/>
              <a:cxnLst/>
              <a:rect l="l" t="t" r="r" b="b"/>
              <a:pathLst>
                <a:path w="169" h="193" extrusionOk="0">
                  <a:moveTo>
                    <a:pt x="72" y="0"/>
                  </a:moveTo>
                  <a:lnTo>
                    <a:pt x="24" y="24"/>
                  </a:lnTo>
                  <a:lnTo>
                    <a:pt x="0" y="48"/>
                  </a:lnTo>
                  <a:lnTo>
                    <a:pt x="0" y="96"/>
                  </a:lnTo>
                  <a:lnTo>
                    <a:pt x="24" y="169"/>
                  </a:lnTo>
                  <a:lnTo>
                    <a:pt x="48" y="193"/>
                  </a:lnTo>
                  <a:lnTo>
                    <a:pt x="96" y="193"/>
                  </a:lnTo>
                  <a:lnTo>
                    <a:pt x="144" y="169"/>
                  </a:lnTo>
                  <a:lnTo>
                    <a:pt x="169" y="145"/>
                  </a:lnTo>
                  <a:lnTo>
                    <a:pt x="169" y="96"/>
                  </a:lnTo>
                  <a:lnTo>
                    <a:pt x="144" y="24"/>
                  </a:lnTo>
                  <a:lnTo>
                    <a:pt x="1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rot="10800000">
              <a:off x="3194241" y="6459062"/>
              <a:ext cx="16491" cy="16491"/>
            </a:xfrm>
            <a:custGeom>
              <a:avLst/>
              <a:gdLst/>
              <a:ahLst/>
              <a:cxnLst/>
              <a:rect l="l" t="t" r="r" b="b"/>
              <a:pathLst>
                <a:path w="194" h="194" extrusionOk="0">
                  <a:moveTo>
                    <a:pt x="97" y="1"/>
                  </a:moveTo>
                  <a:lnTo>
                    <a:pt x="49" y="49"/>
                  </a:lnTo>
                  <a:lnTo>
                    <a:pt x="1" y="145"/>
                  </a:lnTo>
                  <a:lnTo>
                    <a:pt x="121" y="193"/>
                  </a:lnTo>
                  <a:lnTo>
                    <a:pt x="169" y="169"/>
                  </a:lnTo>
                  <a:lnTo>
                    <a:pt x="194" y="121"/>
                  </a:lnTo>
                  <a:lnTo>
                    <a:pt x="194" y="49"/>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10800000">
              <a:off x="3020321" y="6518395"/>
              <a:ext cx="16406" cy="16491"/>
            </a:xfrm>
            <a:custGeom>
              <a:avLst/>
              <a:gdLst/>
              <a:ahLst/>
              <a:cxnLst/>
              <a:rect l="l" t="t" r="r" b="b"/>
              <a:pathLst>
                <a:path w="193" h="194" extrusionOk="0">
                  <a:moveTo>
                    <a:pt x="96" y="1"/>
                  </a:moveTo>
                  <a:lnTo>
                    <a:pt x="24" y="25"/>
                  </a:lnTo>
                  <a:lnTo>
                    <a:pt x="0" y="73"/>
                  </a:lnTo>
                  <a:lnTo>
                    <a:pt x="0" y="121"/>
                  </a:lnTo>
                  <a:lnTo>
                    <a:pt x="48" y="169"/>
                  </a:lnTo>
                  <a:lnTo>
                    <a:pt x="72" y="193"/>
                  </a:lnTo>
                  <a:lnTo>
                    <a:pt x="121" y="193"/>
                  </a:lnTo>
                  <a:lnTo>
                    <a:pt x="169" y="169"/>
                  </a:lnTo>
                  <a:lnTo>
                    <a:pt x="193" y="121"/>
                  </a:lnTo>
                  <a:lnTo>
                    <a:pt x="169" y="73"/>
                  </a:lnTo>
                  <a:lnTo>
                    <a:pt x="169"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rot="10800000">
              <a:off x="3114421" y="6418174"/>
              <a:ext cx="18531" cy="18446"/>
            </a:xfrm>
            <a:custGeom>
              <a:avLst/>
              <a:gdLst/>
              <a:ahLst/>
              <a:cxnLst/>
              <a:rect l="l" t="t" r="r" b="b"/>
              <a:pathLst>
                <a:path w="218" h="217" extrusionOk="0">
                  <a:moveTo>
                    <a:pt x="49" y="0"/>
                  </a:moveTo>
                  <a:lnTo>
                    <a:pt x="25" y="24"/>
                  </a:lnTo>
                  <a:lnTo>
                    <a:pt x="1" y="24"/>
                  </a:lnTo>
                  <a:lnTo>
                    <a:pt x="25" y="120"/>
                  </a:lnTo>
                  <a:lnTo>
                    <a:pt x="97" y="193"/>
                  </a:lnTo>
                  <a:lnTo>
                    <a:pt x="145" y="217"/>
                  </a:lnTo>
                  <a:lnTo>
                    <a:pt x="169" y="217"/>
                  </a:lnTo>
                  <a:lnTo>
                    <a:pt x="217" y="193"/>
                  </a:lnTo>
                  <a:lnTo>
                    <a:pt x="217" y="144"/>
                  </a:lnTo>
                  <a:lnTo>
                    <a:pt x="217" y="120"/>
                  </a:lnTo>
                  <a:lnTo>
                    <a:pt x="193" y="72"/>
                  </a:lnTo>
                  <a:lnTo>
                    <a:pt x="121"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10800000">
              <a:off x="2960987" y="6420214"/>
              <a:ext cx="16406" cy="16406"/>
            </a:xfrm>
            <a:custGeom>
              <a:avLst/>
              <a:gdLst/>
              <a:ahLst/>
              <a:cxnLst/>
              <a:rect l="l" t="t" r="r" b="b"/>
              <a:pathLst>
                <a:path w="193" h="193" extrusionOk="0">
                  <a:moveTo>
                    <a:pt x="72" y="0"/>
                  </a:moveTo>
                  <a:lnTo>
                    <a:pt x="24" y="24"/>
                  </a:lnTo>
                  <a:lnTo>
                    <a:pt x="0" y="72"/>
                  </a:lnTo>
                  <a:lnTo>
                    <a:pt x="0" y="144"/>
                  </a:lnTo>
                  <a:lnTo>
                    <a:pt x="48" y="169"/>
                  </a:lnTo>
                  <a:lnTo>
                    <a:pt x="97" y="193"/>
                  </a:lnTo>
                  <a:lnTo>
                    <a:pt x="169" y="193"/>
                  </a:lnTo>
                  <a:lnTo>
                    <a:pt x="193" y="169"/>
                  </a:lnTo>
                  <a:lnTo>
                    <a:pt x="193" y="96"/>
                  </a:lnTo>
                  <a:lnTo>
                    <a:pt x="169" y="48"/>
                  </a:lnTo>
                  <a:lnTo>
                    <a:pt x="145" y="24"/>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rot="10800000">
              <a:off x="3153353" y="6399728"/>
              <a:ext cx="18446" cy="16491"/>
            </a:xfrm>
            <a:custGeom>
              <a:avLst/>
              <a:gdLst/>
              <a:ahLst/>
              <a:cxnLst/>
              <a:rect l="l" t="t" r="r" b="b"/>
              <a:pathLst>
                <a:path w="217" h="194" extrusionOk="0">
                  <a:moveTo>
                    <a:pt x="121" y="1"/>
                  </a:moveTo>
                  <a:lnTo>
                    <a:pt x="73" y="25"/>
                  </a:lnTo>
                  <a:lnTo>
                    <a:pt x="24" y="73"/>
                  </a:lnTo>
                  <a:lnTo>
                    <a:pt x="0" y="121"/>
                  </a:lnTo>
                  <a:lnTo>
                    <a:pt x="24" y="145"/>
                  </a:lnTo>
                  <a:lnTo>
                    <a:pt x="48" y="169"/>
                  </a:lnTo>
                  <a:lnTo>
                    <a:pt x="169" y="193"/>
                  </a:lnTo>
                  <a:lnTo>
                    <a:pt x="217" y="73"/>
                  </a:lnTo>
                  <a:lnTo>
                    <a:pt x="193" y="49"/>
                  </a:lnTo>
                  <a:lnTo>
                    <a:pt x="193"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10800000">
              <a:off x="3216767" y="6538881"/>
              <a:ext cx="12326" cy="22611"/>
            </a:xfrm>
            <a:custGeom>
              <a:avLst/>
              <a:gdLst/>
              <a:ahLst/>
              <a:cxnLst/>
              <a:rect l="l" t="t" r="r" b="b"/>
              <a:pathLst>
                <a:path w="145" h="266" extrusionOk="0">
                  <a:moveTo>
                    <a:pt x="121" y="1"/>
                  </a:moveTo>
                  <a:lnTo>
                    <a:pt x="97" y="25"/>
                  </a:lnTo>
                  <a:lnTo>
                    <a:pt x="48" y="49"/>
                  </a:lnTo>
                  <a:lnTo>
                    <a:pt x="0" y="121"/>
                  </a:lnTo>
                  <a:lnTo>
                    <a:pt x="0" y="217"/>
                  </a:lnTo>
                  <a:lnTo>
                    <a:pt x="24" y="241"/>
                  </a:lnTo>
                  <a:lnTo>
                    <a:pt x="48" y="265"/>
                  </a:lnTo>
                  <a:lnTo>
                    <a:pt x="72" y="265"/>
                  </a:lnTo>
                  <a:lnTo>
                    <a:pt x="97" y="241"/>
                  </a:lnTo>
                  <a:lnTo>
                    <a:pt x="145" y="169"/>
                  </a:lnTo>
                  <a:lnTo>
                    <a:pt x="145"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rot="10800000">
              <a:off x="3171715" y="6598215"/>
              <a:ext cx="18531" cy="14451"/>
            </a:xfrm>
            <a:custGeom>
              <a:avLst/>
              <a:gdLst/>
              <a:ahLst/>
              <a:cxnLst/>
              <a:rect l="l" t="t" r="r" b="b"/>
              <a:pathLst>
                <a:path w="218" h="170" extrusionOk="0">
                  <a:moveTo>
                    <a:pt x="145" y="1"/>
                  </a:moveTo>
                  <a:lnTo>
                    <a:pt x="25" y="25"/>
                  </a:lnTo>
                  <a:lnTo>
                    <a:pt x="1" y="25"/>
                  </a:lnTo>
                  <a:lnTo>
                    <a:pt x="1" y="49"/>
                  </a:lnTo>
                  <a:lnTo>
                    <a:pt x="25" y="97"/>
                  </a:lnTo>
                  <a:lnTo>
                    <a:pt x="121" y="145"/>
                  </a:lnTo>
                  <a:lnTo>
                    <a:pt x="169" y="169"/>
                  </a:lnTo>
                  <a:lnTo>
                    <a:pt x="193" y="145"/>
                  </a:lnTo>
                  <a:lnTo>
                    <a:pt x="217" y="97"/>
                  </a:lnTo>
                  <a:lnTo>
                    <a:pt x="217" y="25"/>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rot="10800000">
              <a:off x="3022361" y="6369041"/>
              <a:ext cx="14366" cy="14451"/>
            </a:xfrm>
            <a:custGeom>
              <a:avLst/>
              <a:gdLst/>
              <a:ahLst/>
              <a:cxnLst/>
              <a:rect l="l" t="t" r="r" b="b"/>
              <a:pathLst>
                <a:path w="169" h="170" extrusionOk="0">
                  <a:moveTo>
                    <a:pt x="72" y="1"/>
                  </a:moveTo>
                  <a:lnTo>
                    <a:pt x="24" y="25"/>
                  </a:lnTo>
                  <a:lnTo>
                    <a:pt x="0" y="49"/>
                  </a:lnTo>
                  <a:lnTo>
                    <a:pt x="0" y="97"/>
                  </a:lnTo>
                  <a:lnTo>
                    <a:pt x="24" y="145"/>
                  </a:lnTo>
                  <a:lnTo>
                    <a:pt x="48" y="169"/>
                  </a:lnTo>
                  <a:lnTo>
                    <a:pt x="96" y="169"/>
                  </a:lnTo>
                  <a:lnTo>
                    <a:pt x="169" y="145"/>
                  </a:lnTo>
                  <a:lnTo>
                    <a:pt x="169" y="97"/>
                  </a:lnTo>
                  <a:lnTo>
                    <a:pt x="169" y="73"/>
                  </a:lnTo>
                  <a:lnTo>
                    <a:pt x="169"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rot="10800000">
              <a:off x="3384567" y="6575689"/>
              <a:ext cx="14366" cy="14451"/>
            </a:xfrm>
            <a:custGeom>
              <a:avLst/>
              <a:gdLst/>
              <a:ahLst/>
              <a:cxnLst/>
              <a:rect l="l" t="t" r="r" b="b"/>
              <a:pathLst>
                <a:path w="169" h="170" extrusionOk="0">
                  <a:moveTo>
                    <a:pt x="96" y="1"/>
                  </a:moveTo>
                  <a:lnTo>
                    <a:pt x="48" y="25"/>
                  </a:lnTo>
                  <a:lnTo>
                    <a:pt x="0" y="49"/>
                  </a:lnTo>
                  <a:lnTo>
                    <a:pt x="0" y="121"/>
                  </a:lnTo>
                  <a:lnTo>
                    <a:pt x="24" y="145"/>
                  </a:lnTo>
                  <a:lnTo>
                    <a:pt x="48" y="169"/>
                  </a:lnTo>
                  <a:lnTo>
                    <a:pt x="121" y="145"/>
                  </a:lnTo>
                  <a:lnTo>
                    <a:pt x="169" y="73"/>
                  </a:lnTo>
                  <a:lnTo>
                    <a:pt x="169" y="49"/>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rot="10800000">
              <a:off x="3231048" y="6299507"/>
              <a:ext cx="14451" cy="16406"/>
            </a:xfrm>
            <a:custGeom>
              <a:avLst/>
              <a:gdLst/>
              <a:ahLst/>
              <a:cxnLst/>
              <a:rect l="l" t="t" r="r" b="b"/>
              <a:pathLst>
                <a:path w="170" h="193" extrusionOk="0">
                  <a:moveTo>
                    <a:pt x="25" y="0"/>
                  </a:moveTo>
                  <a:lnTo>
                    <a:pt x="1" y="48"/>
                  </a:lnTo>
                  <a:lnTo>
                    <a:pt x="25" y="121"/>
                  </a:lnTo>
                  <a:lnTo>
                    <a:pt x="73" y="169"/>
                  </a:lnTo>
                  <a:lnTo>
                    <a:pt x="121" y="193"/>
                  </a:lnTo>
                  <a:lnTo>
                    <a:pt x="145" y="169"/>
                  </a:lnTo>
                  <a:lnTo>
                    <a:pt x="169" y="145"/>
                  </a:lnTo>
                  <a:lnTo>
                    <a:pt x="97"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rot="10800000">
              <a:off x="2983428" y="6579854"/>
              <a:ext cx="16491" cy="16406"/>
            </a:xfrm>
            <a:custGeom>
              <a:avLst/>
              <a:gdLst/>
              <a:ahLst/>
              <a:cxnLst/>
              <a:rect l="l" t="t" r="r" b="b"/>
              <a:pathLst>
                <a:path w="194" h="193" extrusionOk="0">
                  <a:moveTo>
                    <a:pt x="49" y="0"/>
                  </a:moveTo>
                  <a:lnTo>
                    <a:pt x="25" y="48"/>
                  </a:lnTo>
                  <a:lnTo>
                    <a:pt x="0" y="73"/>
                  </a:lnTo>
                  <a:lnTo>
                    <a:pt x="25" y="121"/>
                  </a:lnTo>
                  <a:lnTo>
                    <a:pt x="49" y="145"/>
                  </a:lnTo>
                  <a:lnTo>
                    <a:pt x="97" y="169"/>
                  </a:lnTo>
                  <a:lnTo>
                    <a:pt x="121" y="193"/>
                  </a:lnTo>
                  <a:lnTo>
                    <a:pt x="169" y="169"/>
                  </a:lnTo>
                  <a:lnTo>
                    <a:pt x="193" y="121"/>
                  </a:lnTo>
                  <a:lnTo>
                    <a:pt x="169" y="73"/>
                  </a:lnTo>
                  <a:lnTo>
                    <a:pt x="145" y="24"/>
                  </a:lnTo>
                  <a:lnTo>
                    <a:pt x="97"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rot="10800000">
              <a:off x="3165594" y="6530721"/>
              <a:ext cx="14366" cy="16406"/>
            </a:xfrm>
            <a:custGeom>
              <a:avLst/>
              <a:gdLst/>
              <a:ahLst/>
              <a:cxnLst/>
              <a:rect l="l" t="t" r="r" b="b"/>
              <a:pathLst>
                <a:path w="169" h="193" extrusionOk="0">
                  <a:moveTo>
                    <a:pt x="96" y="0"/>
                  </a:moveTo>
                  <a:lnTo>
                    <a:pt x="24" y="24"/>
                  </a:lnTo>
                  <a:lnTo>
                    <a:pt x="24" y="48"/>
                  </a:lnTo>
                  <a:lnTo>
                    <a:pt x="0" y="72"/>
                  </a:lnTo>
                  <a:lnTo>
                    <a:pt x="24" y="120"/>
                  </a:lnTo>
                  <a:lnTo>
                    <a:pt x="24" y="145"/>
                  </a:lnTo>
                  <a:lnTo>
                    <a:pt x="72" y="193"/>
                  </a:lnTo>
                  <a:lnTo>
                    <a:pt x="120" y="193"/>
                  </a:lnTo>
                  <a:lnTo>
                    <a:pt x="144" y="169"/>
                  </a:lnTo>
                  <a:lnTo>
                    <a:pt x="169" y="145"/>
                  </a:lnTo>
                  <a:lnTo>
                    <a:pt x="169" y="96"/>
                  </a:lnTo>
                  <a:lnTo>
                    <a:pt x="144" y="48"/>
                  </a:lnTo>
                  <a:lnTo>
                    <a:pt x="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rot="10800000">
              <a:off x="3407093" y="6514315"/>
              <a:ext cx="14366" cy="12411"/>
            </a:xfrm>
            <a:custGeom>
              <a:avLst/>
              <a:gdLst/>
              <a:ahLst/>
              <a:cxnLst/>
              <a:rect l="l" t="t" r="r" b="b"/>
              <a:pathLst>
                <a:path w="169" h="146" extrusionOk="0">
                  <a:moveTo>
                    <a:pt x="49" y="1"/>
                  </a:moveTo>
                  <a:lnTo>
                    <a:pt x="0" y="73"/>
                  </a:lnTo>
                  <a:lnTo>
                    <a:pt x="0" y="97"/>
                  </a:lnTo>
                  <a:lnTo>
                    <a:pt x="0" y="121"/>
                  </a:lnTo>
                  <a:lnTo>
                    <a:pt x="49" y="145"/>
                  </a:lnTo>
                  <a:lnTo>
                    <a:pt x="121" y="145"/>
                  </a:lnTo>
                  <a:lnTo>
                    <a:pt x="169" y="97"/>
                  </a:lnTo>
                  <a:lnTo>
                    <a:pt x="169"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rot="10800000">
              <a:off x="3069453" y="6641227"/>
              <a:ext cx="12326" cy="16406"/>
            </a:xfrm>
            <a:custGeom>
              <a:avLst/>
              <a:gdLst/>
              <a:ahLst/>
              <a:cxnLst/>
              <a:rect l="l" t="t" r="r" b="b"/>
              <a:pathLst>
                <a:path w="145" h="193" extrusionOk="0">
                  <a:moveTo>
                    <a:pt x="73" y="0"/>
                  </a:moveTo>
                  <a:lnTo>
                    <a:pt x="49" y="24"/>
                  </a:lnTo>
                  <a:lnTo>
                    <a:pt x="25" y="72"/>
                  </a:lnTo>
                  <a:lnTo>
                    <a:pt x="1" y="120"/>
                  </a:lnTo>
                  <a:lnTo>
                    <a:pt x="1" y="169"/>
                  </a:lnTo>
                  <a:lnTo>
                    <a:pt x="49" y="193"/>
                  </a:lnTo>
                  <a:lnTo>
                    <a:pt x="97" y="169"/>
                  </a:lnTo>
                  <a:lnTo>
                    <a:pt x="145" y="120"/>
                  </a:lnTo>
                  <a:lnTo>
                    <a:pt x="145" y="48"/>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rot="10800000">
              <a:off x="3233088" y="6203282"/>
              <a:ext cx="18531" cy="12411"/>
            </a:xfrm>
            <a:custGeom>
              <a:avLst/>
              <a:gdLst/>
              <a:ahLst/>
              <a:cxnLst/>
              <a:rect l="l" t="t" r="r" b="b"/>
              <a:pathLst>
                <a:path w="218" h="146" extrusionOk="0">
                  <a:moveTo>
                    <a:pt x="73" y="1"/>
                  </a:moveTo>
                  <a:lnTo>
                    <a:pt x="49" y="25"/>
                  </a:lnTo>
                  <a:lnTo>
                    <a:pt x="25" y="73"/>
                  </a:lnTo>
                  <a:lnTo>
                    <a:pt x="0" y="97"/>
                  </a:lnTo>
                  <a:lnTo>
                    <a:pt x="25" y="121"/>
                  </a:lnTo>
                  <a:lnTo>
                    <a:pt x="25" y="145"/>
                  </a:lnTo>
                  <a:lnTo>
                    <a:pt x="145" y="145"/>
                  </a:lnTo>
                  <a:lnTo>
                    <a:pt x="169" y="121"/>
                  </a:lnTo>
                  <a:lnTo>
                    <a:pt x="193" y="121"/>
                  </a:lnTo>
                  <a:lnTo>
                    <a:pt x="217" y="73"/>
                  </a:lnTo>
                  <a:lnTo>
                    <a:pt x="217" y="49"/>
                  </a:lnTo>
                  <a:lnTo>
                    <a:pt x="193"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rot="10800000">
              <a:off x="3020321" y="6547042"/>
              <a:ext cx="14366" cy="14451"/>
            </a:xfrm>
            <a:custGeom>
              <a:avLst/>
              <a:gdLst/>
              <a:ahLst/>
              <a:cxnLst/>
              <a:rect l="l" t="t" r="r" b="b"/>
              <a:pathLst>
                <a:path w="169" h="170" extrusionOk="0">
                  <a:moveTo>
                    <a:pt x="48" y="1"/>
                  </a:moveTo>
                  <a:lnTo>
                    <a:pt x="24" y="25"/>
                  </a:lnTo>
                  <a:lnTo>
                    <a:pt x="0" y="73"/>
                  </a:lnTo>
                  <a:lnTo>
                    <a:pt x="24" y="145"/>
                  </a:lnTo>
                  <a:lnTo>
                    <a:pt x="97" y="169"/>
                  </a:lnTo>
                  <a:lnTo>
                    <a:pt x="145" y="121"/>
                  </a:lnTo>
                  <a:lnTo>
                    <a:pt x="169"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rot="10800000">
              <a:off x="3239293" y="6463142"/>
              <a:ext cx="10286" cy="14451"/>
            </a:xfrm>
            <a:custGeom>
              <a:avLst/>
              <a:gdLst/>
              <a:ahLst/>
              <a:cxnLst/>
              <a:rect l="l" t="t" r="r" b="b"/>
              <a:pathLst>
                <a:path w="121" h="170" extrusionOk="0">
                  <a:moveTo>
                    <a:pt x="25" y="1"/>
                  </a:moveTo>
                  <a:lnTo>
                    <a:pt x="1" y="25"/>
                  </a:lnTo>
                  <a:lnTo>
                    <a:pt x="25" y="73"/>
                  </a:lnTo>
                  <a:lnTo>
                    <a:pt x="49" y="145"/>
                  </a:lnTo>
                  <a:lnTo>
                    <a:pt x="97" y="169"/>
                  </a:lnTo>
                  <a:lnTo>
                    <a:pt x="121" y="121"/>
                  </a:lnTo>
                  <a:lnTo>
                    <a:pt x="121" y="73"/>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rot="10800000">
              <a:off x="3333394" y="6307668"/>
              <a:ext cx="14366" cy="12326"/>
            </a:xfrm>
            <a:custGeom>
              <a:avLst/>
              <a:gdLst/>
              <a:ahLst/>
              <a:cxnLst/>
              <a:rect l="l" t="t" r="r" b="b"/>
              <a:pathLst>
                <a:path w="169" h="145" extrusionOk="0">
                  <a:moveTo>
                    <a:pt x="72" y="0"/>
                  </a:moveTo>
                  <a:lnTo>
                    <a:pt x="24" y="24"/>
                  </a:lnTo>
                  <a:lnTo>
                    <a:pt x="0" y="72"/>
                  </a:lnTo>
                  <a:lnTo>
                    <a:pt x="24" y="96"/>
                  </a:lnTo>
                  <a:lnTo>
                    <a:pt x="24" y="121"/>
                  </a:lnTo>
                  <a:lnTo>
                    <a:pt x="72" y="145"/>
                  </a:lnTo>
                  <a:lnTo>
                    <a:pt x="144" y="121"/>
                  </a:lnTo>
                  <a:lnTo>
                    <a:pt x="144" y="96"/>
                  </a:lnTo>
                  <a:lnTo>
                    <a:pt x="169" y="72"/>
                  </a:lnTo>
                  <a:lnTo>
                    <a:pt x="120"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rot="10800000">
              <a:off x="3274061" y="6166474"/>
              <a:ext cx="16406" cy="10286"/>
            </a:xfrm>
            <a:custGeom>
              <a:avLst/>
              <a:gdLst/>
              <a:ahLst/>
              <a:cxnLst/>
              <a:rect l="l" t="t" r="r" b="b"/>
              <a:pathLst>
                <a:path w="193" h="121" extrusionOk="0">
                  <a:moveTo>
                    <a:pt x="96" y="0"/>
                  </a:moveTo>
                  <a:lnTo>
                    <a:pt x="48" y="24"/>
                  </a:lnTo>
                  <a:lnTo>
                    <a:pt x="0" y="73"/>
                  </a:lnTo>
                  <a:lnTo>
                    <a:pt x="0" y="97"/>
                  </a:lnTo>
                  <a:lnTo>
                    <a:pt x="24" y="121"/>
                  </a:lnTo>
                  <a:lnTo>
                    <a:pt x="72" y="121"/>
                  </a:lnTo>
                  <a:lnTo>
                    <a:pt x="144" y="97"/>
                  </a:lnTo>
                  <a:lnTo>
                    <a:pt x="193" y="48"/>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3024401" y="6434495"/>
              <a:ext cx="14366" cy="12411"/>
            </a:xfrm>
            <a:custGeom>
              <a:avLst/>
              <a:gdLst/>
              <a:ahLst/>
              <a:cxnLst/>
              <a:rect l="l" t="t" r="r" b="b"/>
              <a:pathLst>
                <a:path w="169" h="146" extrusionOk="0">
                  <a:moveTo>
                    <a:pt x="24" y="1"/>
                  </a:moveTo>
                  <a:lnTo>
                    <a:pt x="0" y="97"/>
                  </a:lnTo>
                  <a:lnTo>
                    <a:pt x="24" y="121"/>
                  </a:lnTo>
                  <a:lnTo>
                    <a:pt x="72" y="145"/>
                  </a:lnTo>
                  <a:lnTo>
                    <a:pt x="120" y="121"/>
                  </a:lnTo>
                  <a:lnTo>
                    <a:pt x="145" y="97"/>
                  </a:lnTo>
                  <a:lnTo>
                    <a:pt x="169" y="49"/>
                  </a:lnTo>
                  <a:lnTo>
                    <a:pt x="120"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rot="10800000">
              <a:off x="3179960" y="6381367"/>
              <a:ext cx="12326" cy="14366"/>
            </a:xfrm>
            <a:custGeom>
              <a:avLst/>
              <a:gdLst/>
              <a:ahLst/>
              <a:cxnLst/>
              <a:rect l="l" t="t" r="r" b="b"/>
              <a:pathLst>
                <a:path w="145" h="169" extrusionOk="0">
                  <a:moveTo>
                    <a:pt x="73" y="0"/>
                  </a:moveTo>
                  <a:lnTo>
                    <a:pt x="49" y="25"/>
                  </a:lnTo>
                  <a:lnTo>
                    <a:pt x="1" y="73"/>
                  </a:lnTo>
                  <a:lnTo>
                    <a:pt x="1" y="121"/>
                  </a:lnTo>
                  <a:lnTo>
                    <a:pt x="25" y="145"/>
                  </a:lnTo>
                  <a:lnTo>
                    <a:pt x="49" y="169"/>
                  </a:lnTo>
                  <a:lnTo>
                    <a:pt x="73" y="169"/>
                  </a:lnTo>
                  <a:lnTo>
                    <a:pt x="121" y="121"/>
                  </a:lnTo>
                  <a:lnTo>
                    <a:pt x="145" y="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rot="10800000">
              <a:off x="3415254" y="6485668"/>
              <a:ext cx="14366" cy="12411"/>
            </a:xfrm>
            <a:custGeom>
              <a:avLst/>
              <a:gdLst/>
              <a:ahLst/>
              <a:cxnLst/>
              <a:rect l="l" t="t" r="r" b="b"/>
              <a:pathLst>
                <a:path w="169" h="146" extrusionOk="0">
                  <a:moveTo>
                    <a:pt x="48" y="1"/>
                  </a:moveTo>
                  <a:lnTo>
                    <a:pt x="24" y="25"/>
                  </a:lnTo>
                  <a:lnTo>
                    <a:pt x="0" y="49"/>
                  </a:lnTo>
                  <a:lnTo>
                    <a:pt x="48" y="97"/>
                  </a:lnTo>
                  <a:lnTo>
                    <a:pt x="120" y="145"/>
                  </a:lnTo>
                  <a:lnTo>
                    <a:pt x="145" y="121"/>
                  </a:lnTo>
                  <a:lnTo>
                    <a:pt x="169" y="121"/>
                  </a:lnTo>
                  <a:lnTo>
                    <a:pt x="169" y="73"/>
                  </a:lnTo>
                  <a:lnTo>
                    <a:pt x="120"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rot="10800000">
              <a:off x="3216767" y="6418174"/>
              <a:ext cx="14366" cy="10286"/>
            </a:xfrm>
            <a:custGeom>
              <a:avLst/>
              <a:gdLst/>
              <a:ahLst/>
              <a:cxnLst/>
              <a:rect l="l" t="t" r="r" b="b"/>
              <a:pathLst>
                <a:path w="169" h="121" extrusionOk="0">
                  <a:moveTo>
                    <a:pt x="96" y="0"/>
                  </a:moveTo>
                  <a:lnTo>
                    <a:pt x="24" y="24"/>
                  </a:lnTo>
                  <a:lnTo>
                    <a:pt x="0" y="48"/>
                  </a:lnTo>
                  <a:lnTo>
                    <a:pt x="24" y="97"/>
                  </a:lnTo>
                  <a:lnTo>
                    <a:pt x="48" y="97"/>
                  </a:lnTo>
                  <a:lnTo>
                    <a:pt x="96" y="121"/>
                  </a:lnTo>
                  <a:lnTo>
                    <a:pt x="145" y="97"/>
                  </a:lnTo>
                  <a:lnTo>
                    <a:pt x="169" y="73"/>
                  </a:lnTo>
                  <a:lnTo>
                    <a:pt x="169" y="48"/>
                  </a:lnTo>
                  <a:lnTo>
                    <a:pt x="1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rot="10800000">
              <a:off x="3093935" y="6055968"/>
              <a:ext cx="12411" cy="12326"/>
            </a:xfrm>
            <a:custGeom>
              <a:avLst/>
              <a:gdLst/>
              <a:ahLst/>
              <a:cxnLst/>
              <a:rect l="l" t="t" r="r" b="b"/>
              <a:pathLst>
                <a:path w="146" h="145" extrusionOk="0">
                  <a:moveTo>
                    <a:pt x="73" y="0"/>
                  </a:moveTo>
                  <a:lnTo>
                    <a:pt x="25" y="24"/>
                  </a:lnTo>
                  <a:lnTo>
                    <a:pt x="1" y="48"/>
                  </a:lnTo>
                  <a:lnTo>
                    <a:pt x="1" y="72"/>
                  </a:lnTo>
                  <a:lnTo>
                    <a:pt x="49" y="121"/>
                  </a:lnTo>
                  <a:lnTo>
                    <a:pt x="97" y="145"/>
                  </a:lnTo>
                  <a:lnTo>
                    <a:pt x="145" y="121"/>
                  </a:lnTo>
                  <a:lnTo>
                    <a:pt x="145" y="72"/>
                  </a:lnTo>
                  <a:lnTo>
                    <a:pt x="121"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rot="10800000">
              <a:off x="3288341" y="5953622"/>
              <a:ext cx="10371" cy="12411"/>
            </a:xfrm>
            <a:custGeom>
              <a:avLst/>
              <a:gdLst/>
              <a:ahLst/>
              <a:cxnLst/>
              <a:rect l="l" t="t" r="r" b="b"/>
              <a:pathLst>
                <a:path w="122" h="146" extrusionOk="0">
                  <a:moveTo>
                    <a:pt x="49" y="1"/>
                  </a:moveTo>
                  <a:lnTo>
                    <a:pt x="1" y="25"/>
                  </a:lnTo>
                  <a:lnTo>
                    <a:pt x="1" y="49"/>
                  </a:lnTo>
                  <a:lnTo>
                    <a:pt x="25" y="121"/>
                  </a:lnTo>
                  <a:lnTo>
                    <a:pt x="25" y="145"/>
                  </a:lnTo>
                  <a:lnTo>
                    <a:pt x="97" y="145"/>
                  </a:lnTo>
                  <a:lnTo>
                    <a:pt x="121" y="121"/>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rot="10800000">
              <a:off x="3077614" y="6313788"/>
              <a:ext cx="12326" cy="12411"/>
            </a:xfrm>
            <a:custGeom>
              <a:avLst/>
              <a:gdLst/>
              <a:ahLst/>
              <a:cxnLst/>
              <a:rect l="l" t="t" r="r" b="b"/>
              <a:pathLst>
                <a:path w="145" h="146" extrusionOk="0">
                  <a:moveTo>
                    <a:pt x="97" y="1"/>
                  </a:moveTo>
                  <a:lnTo>
                    <a:pt x="24" y="25"/>
                  </a:lnTo>
                  <a:lnTo>
                    <a:pt x="0" y="97"/>
                  </a:lnTo>
                  <a:lnTo>
                    <a:pt x="0" y="121"/>
                  </a:lnTo>
                  <a:lnTo>
                    <a:pt x="24" y="145"/>
                  </a:lnTo>
                  <a:lnTo>
                    <a:pt x="72" y="145"/>
                  </a:lnTo>
                  <a:lnTo>
                    <a:pt x="97" y="121"/>
                  </a:lnTo>
                  <a:lnTo>
                    <a:pt x="145"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rot="10800000">
              <a:off x="3061208" y="6504114"/>
              <a:ext cx="10371" cy="14366"/>
            </a:xfrm>
            <a:custGeom>
              <a:avLst/>
              <a:gdLst/>
              <a:ahLst/>
              <a:cxnLst/>
              <a:rect l="l" t="t" r="r" b="b"/>
              <a:pathLst>
                <a:path w="122" h="169" extrusionOk="0">
                  <a:moveTo>
                    <a:pt x="49" y="0"/>
                  </a:moveTo>
                  <a:lnTo>
                    <a:pt x="1" y="48"/>
                  </a:lnTo>
                  <a:lnTo>
                    <a:pt x="1" y="96"/>
                  </a:lnTo>
                  <a:lnTo>
                    <a:pt x="25" y="145"/>
                  </a:lnTo>
                  <a:lnTo>
                    <a:pt x="73" y="169"/>
                  </a:lnTo>
                  <a:lnTo>
                    <a:pt x="97" y="145"/>
                  </a:lnTo>
                  <a:lnTo>
                    <a:pt x="121" y="96"/>
                  </a:lnTo>
                  <a:lnTo>
                    <a:pt x="97" y="24"/>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rot="10800000">
              <a:off x="3372241" y="6565488"/>
              <a:ext cx="10371" cy="14451"/>
            </a:xfrm>
            <a:custGeom>
              <a:avLst/>
              <a:gdLst/>
              <a:ahLst/>
              <a:cxnLst/>
              <a:rect l="l" t="t" r="r" b="b"/>
              <a:pathLst>
                <a:path w="122" h="170" extrusionOk="0">
                  <a:moveTo>
                    <a:pt x="25" y="1"/>
                  </a:moveTo>
                  <a:lnTo>
                    <a:pt x="1" y="49"/>
                  </a:lnTo>
                  <a:lnTo>
                    <a:pt x="1" y="97"/>
                  </a:lnTo>
                  <a:lnTo>
                    <a:pt x="25" y="145"/>
                  </a:lnTo>
                  <a:lnTo>
                    <a:pt x="73" y="169"/>
                  </a:lnTo>
                  <a:lnTo>
                    <a:pt x="97" y="169"/>
                  </a:lnTo>
                  <a:lnTo>
                    <a:pt x="121" y="145"/>
                  </a:lnTo>
                  <a:lnTo>
                    <a:pt x="121" y="97"/>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rot="10800000">
              <a:off x="3276101" y="6585974"/>
              <a:ext cx="14366" cy="12326"/>
            </a:xfrm>
            <a:custGeom>
              <a:avLst/>
              <a:gdLst/>
              <a:ahLst/>
              <a:cxnLst/>
              <a:rect l="l" t="t" r="r" b="b"/>
              <a:pathLst>
                <a:path w="169" h="145" extrusionOk="0">
                  <a:moveTo>
                    <a:pt x="72" y="0"/>
                  </a:moveTo>
                  <a:lnTo>
                    <a:pt x="24" y="24"/>
                  </a:lnTo>
                  <a:lnTo>
                    <a:pt x="0" y="72"/>
                  </a:lnTo>
                  <a:lnTo>
                    <a:pt x="24" y="97"/>
                  </a:lnTo>
                  <a:lnTo>
                    <a:pt x="72" y="145"/>
                  </a:lnTo>
                  <a:lnTo>
                    <a:pt x="144" y="121"/>
                  </a:lnTo>
                  <a:lnTo>
                    <a:pt x="169" y="121"/>
                  </a:lnTo>
                  <a:lnTo>
                    <a:pt x="169" y="97"/>
                  </a:lnTo>
                  <a:lnTo>
                    <a:pt x="169" y="48"/>
                  </a:lnTo>
                  <a:lnTo>
                    <a:pt x="120"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rot="10800000">
              <a:off x="2909814" y="6369041"/>
              <a:ext cx="10286" cy="14451"/>
            </a:xfrm>
            <a:custGeom>
              <a:avLst/>
              <a:gdLst/>
              <a:ahLst/>
              <a:cxnLst/>
              <a:rect l="l" t="t" r="r" b="b"/>
              <a:pathLst>
                <a:path w="121" h="170" extrusionOk="0">
                  <a:moveTo>
                    <a:pt x="73" y="1"/>
                  </a:moveTo>
                  <a:lnTo>
                    <a:pt x="24" y="25"/>
                  </a:lnTo>
                  <a:lnTo>
                    <a:pt x="0" y="73"/>
                  </a:lnTo>
                  <a:lnTo>
                    <a:pt x="0" y="145"/>
                  </a:lnTo>
                  <a:lnTo>
                    <a:pt x="48" y="169"/>
                  </a:lnTo>
                  <a:lnTo>
                    <a:pt x="73" y="145"/>
                  </a:lnTo>
                  <a:lnTo>
                    <a:pt x="97" y="97"/>
                  </a:lnTo>
                  <a:lnTo>
                    <a:pt x="121"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rot="10800000">
              <a:off x="3167634" y="6182795"/>
              <a:ext cx="14451" cy="14451"/>
            </a:xfrm>
            <a:custGeom>
              <a:avLst/>
              <a:gdLst/>
              <a:ahLst/>
              <a:cxnLst/>
              <a:rect l="l" t="t" r="r" b="b"/>
              <a:pathLst>
                <a:path w="170" h="170" extrusionOk="0">
                  <a:moveTo>
                    <a:pt x="121" y="1"/>
                  </a:moveTo>
                  <a:lnTo>
                    <a:pt x="73" y="25"/>
                  </a:lnTo>
                  <a:lnTo>
                    <a:pt x="1" y="73"/>
                  </a:lnTo>
                  <a:lnTo>
                    <a:pt x="1" y="121"/>
                  </a:lnTo>
                  <a:lnTo>
                    <a:pt x="25" y="145"/>
                  </a:lnTo>
                  <a:lnTo>
                    <a:pt x="73" y="169"/>
                  </a:lnTo>
                  <a:lnTo>
                    <a:pt x="121" y="145"/>
                  </a:lnTo>
                  <a:lnTo>
                    <a:pt x="145" y="121"/>
                  </a:lnTo>
                  <a:lnTo>
                    <a:pt x="169" y="49"/>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rot="10800000">
              <a:off x="3355920" y="6319908"/>
              <a:ext cx="10286" cy="12411"/>
            </a:xfrm>
            <a:custGeom>
              <a:avLst/>
              <a:gdLst/>
              <a:ahLst/>
              <a:cxnLst/>
              <a:rect l="l" t="t" r="r" b="b"/>
              <a:pathLst>
                <a:path w="121" h="146" extrusionOk="0">
                  <a:moveTo>
                    <a:pt x="48" y="1"/>
                  </a:moveTo>
                  <a:lnTo>
                    <a:pt x="0" y="25"/>
                  </a:lnTo>
                  <a:lnTo>
                    <a:pt x="0" y="49"/>
                  </a:lnTo>
                  <a:lnTo>
                    <a:pt x="24" y="97"/>
                  </a:lnTo>
                  <a:lnTo>
                    <a:pt x="73" y="145"/>
                  </a:lnTo>
                  <a:lnTo>
                    <a:pt x="97" y="145"/>
                  </a:lnTo>
                  <a:lnTo>
                    <a:pt x="121" y="121"/>
                  </a:lnTo>
                  <a:lnTo>
                    <a:pt x="121" y="73"/>
                  </a:lnTo>
                  <a:lnTo>
                    <a:pt x="121" y="49"/>
                  </a:lnTo>
                  <a:lnTo>
                    <a:pt x="73"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10800000">
              <a:off x="3304747" y="6213567"/>
              <a:ext cx="10286" cy="10286"/>
            </a:xfrm>
            <a:custGeom>
              <a:avLst/>
              <a:gdLst/>
              <a:ahLst/>
              <a:cxnLst/>
              <a:rect l="l" t="t" r="r" b="b"/>
              <a:pathLst>
                <a:path w="121" h="121" extrusionOk="0">
                  <a:moveTo>
                    <a:pt x="72" y="1"/>
                  </a:moveTo>
                  <a:lnTo>
                    <a:pt x="24" y="25"/>
                  </a:lnTo>
                  <a:lnTo>
                    <a:pt x="0" y="49"/>
                  </a:lnTo>
                  <a:lnTo>
                    <a:pt x="0" y="97"/>
                  </a:lnTo>
                  <a:lnTo>
                    <a:pt x="48" y="121"/>
                  </a:lnTo>
                  <a:lnTo>
                    <a:pt x="96" y="97"/>
                  </a:lnTo>
                  <a:lnTo>
                    <a:pt x="121" y="73"/>
                  </a:lnTo>
                  <a:lnTo>
                    <a:pt x="121" y="2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10800000">
              <a:off x="3349800" y="6209402"/>
              <a:ext cx="8245" cy="10371"/>
            </a:xfrm>
            <a:custGeom>
              <a:avLst/>
              <a:gdLst/>
              <a:ahLst/>
              <a:cxnLst/>
              <a:rect l="l" t="t" r="r" b="b"/>
              <a:pathLst>
                <a:path w="97" h="122" extrusionOk="0">
                  <a:moveTo>
                    <a:pt x="25" y="1"/>
                  </a:moveTo>
                  <a:lnTo>
                    <a:pt x="1" y="49"/>
                  </a:lnTo>
                  <a:lnTo>
                    <a:pt x="1" y="97"/>
                  </a:lnTo>
                  <a:lnTo>
                    <a:pt x="49" y="121"/>
                  </a:lnTo>
                  <a:lnTo>
                    <a:pt x="97" y="97"/>
                  </a:lnTo>
                  <a:lnTo>
                    <a:pt x="97" y="49"/>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10800000">
              <a:off x="3222888" y="6671914"/>
              <a:ext cx="8245" cy="12326"/>
            </a:xfrm>
            <a:custGeom>
              <a:avLst/>
              <a:gdLst/>
              <a:ahLst/>
              <a:cxnLst/>
              <a:rect l="l" t="t" r="r" b="b"/>
              <a:pathLst>
                <a:path w="97" h="145" extrusionOk="0">
                  <a:moveTo>
                    <a:pt x="72" y="0"/>
                  </a:moveTo>
                  <a:lnTo>
                    <a:pt x="24" y="24"/>
                  </a:lnTo>
                  <a:lnTo>
                    <a:pt x="0" y="48"/>
                  </a:lnTo>
                  <a:lnTo>
                    <a:pt x="0" y="96"/>
                  </a:lnTo>
                  <a:lnTo>
                    <a:pt x="48" y="145"/>
                  </a:lnTo>
                  <a:lnTo>
                    <a:pt x="72" y="121"/>
                  </a:lnTo>
                  <a:lnTo>
                    <a:pt x="96" y="72"/>
                  </a:lnTo>
                  <a:lnTo>
                    <a:pt x="96"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rot="10800000">
              <a:off x="3231048" y="6616661"/>
              <a:ext cx="10371" cy="12326"/>
            </a:xfrm>
            <a:custGeom>
              <a:avLst/>
              <a:gdLst/>
              <a:ahLst/>
              <a:cxnLst/>
              <a:rect l="l" t="t" r="r" b="b"/>
              <a:pathLst>
                <a:path w="122" h="145" extrusionOk="0">
                  <a:moveTo>
                    <a:pt x="49" y="0"/>
                  </a:moveTo>
                  <a:lnTo>
                    <a:pt x="1" y="24"/>
                  </a:lnTo>
                  <a:lnTo>
                    <a:pt x="1" y="72"/>
                  </a:lnTo>
                  <a:lnTo>
                    <a:pt x="1" y="121"/>
                  </a:lnTo>
                  <a:lnTo>
                    <a:pt x="49" y="145"/>
                  </a:lnTo>
                  <a:lnTo>
                    <a:pt x="97" y="121"/>
                  </a:lnTo>
                  <a:lnTo>
                    <a:pt x="121" y="72"/>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rot="10800000">
              <a:off x="3310868" y="6520435"/>
              <a:ext cx="10371" cy="12411"/>
            </a:xfrm>
            <a:custGeom>
              <a:avLst/>
              <a:gdLst/>
              <a:ahLst/>
              <a:cxnLst/>
              <a:rect l="l" t="t" r="r" b="b"/>
              <a:pathLst>
                <a:path w="122" h="146" extrusionOk="0">
                  <a:moveTo>
                    <a:pt x="97" y="1"/>
                  </a:moveTo>
                  <a:lnTo>
                    <a:pt x="49" y="25"/>
                  </a:lnTo>
                  <a:lnTo>
                    <a:pt x="25" y="49"/>
                  </a:lnTo>
                  <a:lnTo>
                    <a:pt x="1" y="97"/>
                  </a:lnTo>
                  <a:lnTo>
                    <a:pt x="25" y="145"/>
                  </a:lnTo>
                  <a:lnTo>
                    <a:pt x="73" y="145"/>
                  </a:lnTo>
                  <a:lnTo>
                    <a:pt x="121" y="121"/>
                  </a:lnTo>
                  <a:lnTo>
                    <a:pt x="121" y="49"/>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rot="10800000">
              <a:off x="3210647" y="6514315"/>
              <a:ext cx="10286" cy="12411"/>
            </a:xfrm>
            <a:custGeom>
              <a:avLst/>
              <a:gdLst/>
              <a:ahLst/>
              <a:cxnLst/>
              <a:rect l="l" t="t" r="r" b="b"/>
              <a:pathLst>
                <a:path w="121" h="146" extrusionOk="0">
                  <a:moveTo>
                    <a:pt x="49" y="1"/>
                  </a:moveTo>
                  <a:lnTo>
                    <a:pt x="25" y="25"/>
                  </a:lnTo>
                  <a:lnTo>
                    <a:pt x="1" y="49"/>
                  </a:lnTo>
                  <a:lnTo>
                    <a:pt x="25" y="121"/>
                  </a:lnTo>
                  <a:lnTo>
                    <a:pt x="73" y="145"/>
                  </a:lnTo>
                  <a:lnTo>
                    <a:pt x="97" y="121"/>
                  </a:lnTo>
                  <a:lnTo>
                    <a:pt x="121" y="97"/>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rot="10800000">
              <a:off x="3044887" y="6483628"/>
              <a:ext cx="14366" cy="10371"/>
            </a:xfrm>
            <a:custGeom>
              <a:avLst/>
              <a:gdLst/>
              <a:ahLst/>
              <a:cxnLst/>
              <a:rect l="l" t="t" r="r" b="b"/>
              <a:pathLst>
                <a:path w="169" h="122" extrusionOk="0">
                  <a:moveTo>
                    <a:pt x="97" y="1"/>
                  </a:moveTo>
                  <a:lnTo>
                    <a:pt x="73" y="25"/>
                  </a:lnTo>
                  <a:lnTo>
                    <a:pt x="0" y="121"/>
                  </a:lnTo>
                  <a:lnTo>
                    <a:pt x="73" y="121"/>
                  </a:lnTo>
                  <a:lnTo>
                    <a:pt x="121" y="97"/>
                  </a:lnTo>
                  <a:lnTo>
                    <a:pt x="169" y="49"/>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rot="10800000">
              <a:off x="3345635" y="6542962"/>
              <a:ext cx="10371" cy="10371"/>
            </a:xfrm>
            <a:custGeom>
              <a:avLst/>
              <a:gdLst/>
              <a:ahLst/>
              <a:cxnLst/>
              <a:rect l="l" t="t" r="r" b="b"/>
              <a:pathLst>
                <a:path w="122" h="122" extrusionOk="0">
                  <a:moveTo>
                    <a:pt x="1" y="1"/>
                  </a:moveTo>
                  <a:lnTo>
                    <a:pt x="1" y="25"/>
                  </a:lnTo>
                  <a:lnTo>
                    <a:pt x="1" y="49"/>
                  </a:lnTo>
                  <a:lnTo>
                    <a:pt x="49" y="97"/>
                  </a:lnTo>
                  <a:lnTo>
                    <a:pt x="97" y="121"/>
                  </a:lnTo>
                  <a:lnTo>
                    <a:pt x="121" y="121"/>
                  </a:lnTo>
                  <a:lnTo>
                    <a:pt x="121" y="97"/>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rot="10800000">
              <a:off x="3316988" y="6342435"/>
              <a:ext cx="8330" cy="10286"/>
            </a:xfrm>
            <a:custGeom>
              <a:avLst/>
              <a:gdLst/>
              <a:ahLst/>
              <a:cxnLst/>
              <a:rect l="l" t="t" r="r" b="b"/>
              <a:pathLst>
                <a:path w="98" h="121" extrusionOk="0">
                  <a:moveTo>
                    <a:pt x="97" y="0"/>
                  </a:moveTo>
                  <a:lnTo>
                    <a:pt x="25" y="24"/>
                  </a:lnTo>
                  <a:lnTo>
                    <a:pt x="1" y="48"/>
                  </a:lnTo>
                  <a:lnTo>
                    <a:pt x="25" y="72"/>
                  </a:lnTo>
                  <a:lnTo>
                    <a:pt x="49" y="96"/>
                  </a:lnTo>
                  <a:lnTo>
                    <a:pt x="73" y="120"/>
                  </a:lnTo>
                  <a:lnTo>
                    <a:pt x="97" y="96"/>
                  </a:lnTo>
                  <a:lnTo>
                    <a:pt x="97" y="72"/>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rot="10800000">
              <a:off x="3112381" y="6367001"/>
              <a:ext cx="8245" cy="12326"/>
            </a:xfrm>
            <a:custGeom>
              <a:avLst/>
              <a:gdLst/>
              <a:ahLst/>
              <a:cxnLst/>
              <a:rect l="l" t="t" r="r" b="b"/>
              <a:pathLst>
                <a:path w="97" h="145" extrusionOk="0">
                  <a:moveTo>
                    <a:pt x="24" y="0"/>
                  </a:moveTo>
                  <a:lnTo>
                    <a:pt x="0" y="48"/>
                  </a:lnTo>
                  <a:lnTo>
                    <a:pt x="0" y="72"/>
                  </a:lnTo>
                  <a:lnTo>
                    <a:pt x="24" y="120"/>
                  </a:lnTo>
                  <a:lnTo>
                    <a:pt x="72" y="145"/>
                  </a:lnTo>
                  <a:lnTo>
                    <a:pt x="96" y="145"/>
                  </a:lnTo>
                  <a:lnTo>
                    <a:pt x="96" y="120"/>
                  </a:lnTo>
                  <a:lnTo>
                    <a:pt x="96" y="72"/>
                  </a:lnTo>
                  <a:lnTo>
                    <a:pt x="72"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rot="10800000">
              <a:off x="3173755" y="6637147"/>
              <a:ext cx="8330" cy="10286"/>
            </a:xfrm>
            <a:custGeom>
              <a:avLst/>
              <a:gdLst/>
              <a:ahLst/>
              <a:cxnLst/>
              <a:rect l="l" t="t" r="r" b="b"/>
              <a:pathLst>
                <a:path w="98" h="121" extrusionOk="0">
                  <a:moveTo>
                    <a:pt x="25" y="0"/>
                  </a:moveTo>
                  <a:lnTo>
                    <a:pt x="1" y="49"/>
                  </a:lnTo>
                  <a:lnTo>
                    <a:pt x="1" y="97"/>
                  </a:lnTo>
                  <a:lnTo>
                    <a:pt x="25" y="121"/>
                  </a:lnTo>
                  <a:lnTo>
                    <a:pt x="73" y="97"/>
                  </a:lnTo>
                  <a:lnTo>
                    <a:pt x="97" y="73"/>
                  </a:lnTo>
                  <a:lnTo>
                    <a:pt x="97" y="25"/>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rot="10800000">
              <a:off x="3261735" y="6399728"/>
              <a:ext cx="8330" cy="12411"/>
            </a:xfrm>
            <a:custGeom>
              <a:avLst/>
              <a:gdLst/>
              <a:ahLst/>
              <a:cxnLst/>
              <a:rect l="l" t="t" r="r" b="b"/>
              <a:pathLst>
                <a:path w="98" h="146" extrusionOk="0">
                  <a:moveTo>
                    <a:pt x="49" y="1"/>
                  </a:moveTo>
                  <a:lnTo>
                    <a:pt x="25" y="25"/>
                  </a:lnTo>
                  <a:lnTo>
                    <a:pt x="1" y="49"/>
                  </a:lnTo>
                  <a:lnTo>
                    <a:pt x="1" y="97"/>
                  </a:lnTo>
                  <a:lnTo>
                    <a:pt x="25" y="145"/>
                  </a:lnTo>
                  <a:lnTo>
                    <a:pt x="73" y="121"/>
                  </a:lnTo>
                  <a:lnTo>
                    <a:pt x="97" y="73"/>
                  </a:lnTo>
                  <a:lnTo>
                    <a:pt x="97" y="25"/>
                  </a:lnTo>
                  <a:lnTo>
                    <a:pt x="73"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rot="10800000">
              <a:off x="3194241" y="6323989"/>
              <a:ext cx="12326" cy="8330"/>
            </a:xfrm>
            <a:custGeom>
              <a:avLst/>
              <a:gdLst/>
              <a:ahLst/>
              <a:cxnLst/>
              <a:rect l="l" t="t" r="r" b="b"/>
              <a:pathLst>
                <a:path w="145" h="98" extrusionOk="0">
                  <a:moveTo>
                    <a:pt x="48" y="1"/>
                  </a:moveTo>
                  <a:lnTo>
                    <a:pt x="24" y="25"/>
                  </a:lnTo>
                  <a:lnTo>
                    <a:pt x="0" y="49"/>
                  </a:lnTo>
                  <a:lnTo>
                    <a:pt x="48" y="97"/>
                  </a:lnTo>
                  <a:lnTo>
                    <a:pt x="96" y="97"/>
                  </a:lnTo>
                  <a:lnTo>
                    <a:pt x="120" y="73"/>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rot="10800000">
              <a:off x="3278141" y="6074414"/>
              <a:ext cx="10286" cy="8245"/>
            </a:xfrm>
            <a:custGeom>
              <a:avLst/>
              <a:gdLst/>
              <a:ahLst/>
              <a:cxnLst/>
              <a:rect l="l" t="t" r="r" b="b"/>
              <a:pathLst>
                <a:path w="121" h="97" extrusionOk="0">
                  <a:moveTo>
                    <a:pt x="48" y="1"/>
                  </a:moveTo>
                  <a:lnTo>
                    <a:pt x="0" y="25"/>
                  </a:lnTo>
                  <a:lnTo>
                    <a:pt x="0" y="49"/>
                  </a:lnTo>
                  <a:lnTo>
                    <a:pt x="24" y="97"/>
                  </a:lnTo>
                  <a:lnTo>
                    <a:pt x="72" y="97"/>
                  </a:lnTo>
                  <a:lnTo>
                    <a:pt x="120" y="73"/>
                  </a:lnTo>
                  <a:lnTo>
                    <a:pt x="120" y="49"/>
                  </a:lnTo>
                  <a:lnTo>
                    <a:pt x="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rot="10800000">
              <a:off x="3087815" y="6436535"/>
              <a:ext cx="8245" cy="12411"/>
            </a:xfrm>
            <a:custGeom>
              <a:avLst/>
              <a:gdLst/>
              <a:ahLst/>
              <a:cxnLst/>
              <a:rect l="l" t="t" r="r" b="b"/>
              <a:pathLst>
                <a:path w="97" h="146" extrusionOk="0">
                  <a:moveTo>
                    <a:pt x="48" y="1"/>
                  </a:moveTo>
                  <a:lnTo>
                    <a:pt x="24" y="25"/>
                  </a:lnTo>
                  <a:lnTo>
                    <a:pt x="0" y="73"/>
                  </a:lnTo>
                  <a:lnTo>
                    <a:pt x="0" y="121"/>
                  </a:lnTo>
                  <a:lnTo>
                    <a:pt x="24" y="145"/>
                  </a:lnTo>
                  <a:lnTo>
                    <a:pt x="48" y="145"/>
                  </a:lnTo>
                  <a:lnTo>
                    <a:pt x="72" y="121"/>
                  </a:lnTo>
                  <a:lnTo>
                    <a:pt x="96" y="73"/>
                  </a:lnTo>
                  <a:lnTo>
                    <a:pt x="96" y="25"/>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rot="10800000">
              <a:off x="3478668" y="6471387"/>
              <a:ext cx="8245" cy="10286"/>
            </a:xfrm>
            <a:custGeom>
              <a:avLst/>
              <a:gdLst/>
              <a:ahLst/>
              <a:cxnLst/>
              <a:rect l="l" t="t" r="r" b="b"/>
              <a:pathLst>
                <a:path w="97" h="121" extrusionOk="0">
                  <a:moveTo>
                    <a:pt x="24" y="0"/>
                  </a:moveTo>
                  <a:lnTo>
                    <a:pt x="0" y="49"/>
                  </a:lnTo>
                  <a:lnTo>
                    <a:pt x="0" y="97"/>
                  </a:lnTo>
                  <a:lnTo>
                    <a:pt x="48" y="121"/>
                  </a:lnTo>
                  <a:lnTo>
                    <a:pt x="96" y="97"/>
                  </a:lnTo>
                  <a:lnTo>
                    <a:pt x="96" y="73"/>
                  </a:lnTo>
                  <a:lnTo>
                    <a:pt x="96"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rot="10800000">
              <a:off x="3308828" y="6258535"/>
              <a:ext cx="14451" cy="6205"/>
            </a:xfrm>
            <a:custGeom>
              <a:avLst/>
              <a:gdLst/>
              <a:ahLst/>
              <a:cxnLst/>
              <a:rect l="l" t="t" r="r" b="b"/>
              <a:pathLst>
                <a:path w="170" h="73" extrusionOk="0">
                  <a:moveTo>
                    <a:pt x="25" y="0"/>
                  </a:moveTo>
                  <a:lnTo>
                    <a:pt x="1" y="24"/>
                  </a:lnTo>
                  <a:lnTo>
                    <a:pt x="1" y="48"/>
                  </a:lnTo>
                  <a:lnTo>
                    <a:pt x="25" y="72"/>
                  </a:lnTo>
                  <a:lnTo>
                    <a:pt x="169" y="72"/>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rot="10800000">
              <a:off x="2987594" y="6487708"/>
              <a:ext cx="8245" cy="12411"/>
            </a:xfrm>
            <a:custGeom>
              <a:avLst/>
              <a:gdLst/>
              <a:ahLst/>
              <a:cxnLst/>
              <a:rect l="l" t="t" r="r" b="b"/>
              <a:pathLst>
                <a:path w="97" h="146" extrusionOk="0">
                  <a:moveTo>
                    <a:pt x="49" y="1"/>
                  </a:moveTo>
                  <a:lnTo>
                    <a:pt x="25" y="25"/>
                  </a:lnTo>
                  <a:lnTo>
                    <a:pt x="1" y="97"/>
                  </a:lnTo>
                  <a:lnTo>
                    <a:pt x="49" y="145"/>
                  </a:lnTo>
                  <a:lnTo>
                    <a:pt x="73" y="121"/>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rot="10800000">
              <a:off x="3278141" y="6495954"/>
              <a:ext cx="6205" cy="12326"/>
            </a:xfrm>
            <a:custGeom>
              <a:avLst/>
              <a:gdLst/>
              <a:ahLst/>
              <a:cxnLst/>
              <a:rect l="l" t="t" r="r" b="b"/>
              <a:pathLst>
                <a:path w="73" h="145" extrusionOk="0">
                  <a:moveTo>
                    <a:pt x="24" y="0"/>
                  </a:moveTo>
                  <a:lnTo>
                    <a:pt x="0" y="25"/>
                  </a:lnTo>
                  <a:lnTo>
                    <a:pt x="0" y="97"/>
                  </a:lnTo>
                  <a:lnTo>
                    <a:pt x="0" y="121"/>
                  </a:lnTo>
                  <a:lnTo>
                    <a:pt x="48" y="145"/>
                  </a:lnTo>
                  <a:lnTo>
                    <a:pt x="72" y="121"/>
                  </a:lnTo>
                  <a:lnTo>
                    <a:pt x="72" y="73"/>
                  </a:lnTo>
                  <a:lnTo>
                    <a:pt x="72" y="25"/>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rot="10800000">
              <a:off x="3057128" y="6340395"/>
              <a:ext cx="8245" cy="10286"/>
            </a:xfrm>
            <a:custGeom>
              <a:avLst/>
              <a:gdLst/>
              <a:ahLst/>
              <a:cxnLst/>
              <a:rect l="l" t="t" r="r" b="b"/>
              <a:pathLst>
                <a:path w="97" h="121" extrusionOk="0">
                  <a:moveTo>
                    <a:pt x="48" y="0"/>
                  </a:moveTo>
                  <a:lnTo>
                    <a:pt x="24" y="24"/>
                  </a:lnTo>
                  <a:lnTo>
                    <a:pt x="0" y="48"/>
                  </a:lnTo>
                  <a:lnTo>
                    <a:pt x="0" y="96"/>
                  </a:lnTo>
                  <a:lnTo>
                    <a:pt x="48" y="120"/>
                  </a:lnTo>
                  <a:lnTo>
                    <a:pt x="72" y="96"/>
                  </a:lnTo>
                  <a:lnTo>
                    <a:pt x="96" y="72"/>
                  </a:lnTo>
                  <a:lnTo>
                    <a:pt x="72"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rot="10800000">
              <a:off x="3169674" y="6303588"/>
              <a:ext cx="10286" cy="8245"/>
            </a:xfrm>
            <a:custGeom>
              <a:avLst/>
              <a:gdLst/>
              <a:ahLst/>
              <a:cxnLst/>
              <a:rect l="l" t="t" r="r" b="b"/>
              <a:pathLst>
                <a:path w="121" h="97" extrusionOk="0">
                  <a:moveTo>
                    <a:pt x="72" y="0"/>
                  </a:moveTo>
                  <a:lnTo>
                    <a:pt x="24" y="25"/>
                  </a:lnTo>
                  <a:lnTo>
                    <a:pt x="0" y="49"/>
                  </a:lnTo>
                  <a:lnTo>
                    <a:pt x="24" y="73"/>
                  </a:lnTo>
                  <a:lnTo>
                    <a:pt x="48" y="97"/>
                  </a:lnTo>
                  <a:lnTo>
                    <a:pt x="96" y="73"/>
                  </a:lnTo>
                  <a:lnTo>
                    <a:pt x="120" y="49"/>
                  </a:lnTo>
                  <a:lnTo>
                    <a:pt x="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rot="10800000">
              <a:off x="3173755" y="5992554"/>
              <a:ext cx="10371" cy="8245"/>
            </a:xfrm>
            <a:custGeom>
              <a:avLst/>
              <a:gdLst/>
              <a:ahLst/>
              <a:cxnLst/>
              <a:rect l="l" t="t" r="r" b="b"/>
              <a:pathLst>
                <a:path w="122" h="97" extrusionOk="0">
                  <a:moveTo>
                    <a:pt x="73" y="1"/>
                  </a:moveTo>
                  <a:lnTo>
                    <a:pt x="25" y="25"/>
                  </a:lnTo>
                  <a:lnTo>
                    <a:pt x="1" y="49"/>
                  </a:lnTo>
                  <a:lnTo>
                    <a:pt x="25" y="97"/>
                  </a:lnTo>
                  <a:lnTo>
                    <a:pt x="73" y="97"/>
                  </a:lnTo>
                  <a:lnTo>
                    <a:pt x="97" y="73"/>
                  </a:lnTo>
                  <a:lnTo>
                    <a:pt x="121"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rot="10800000">
              <a:off x="3331354" y="6649388"/>
              <a:ext cx="8245" cy="6205"/>
            </a:xfrm>
            <a:custGeom>
              <a:avLst/>
              <a:gdLst/>
              <a:ahLst/>
              <a:cxnLst/>
              <a:rect l="l" t="t" r="r" b="b"/>
              <a:pathLst>
                <a:path w="97" h="73" extrusionOk="0">
                  <a:moveTo>
                    <a:pt x="0" y="0"/>
                  </a:moveTo>
                  <a:lnTo>
                    <a:pt x="0" y="24"/>
                  </a:lnTo>
                  <a:lnTo>
                    <a:pt x="24" y="72"/>
                  </a:lnTo>
                  <a:lnTo>
                    <a:pt x="97" y="72"/>
                  </a:lnTo>
                  <a:lnTo>
                    <a:pt x="97" y="48"/>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rot="10800000">
              <a:off x="3220847" y="6647348"/>
              <a:ext cx="10286" cy="8245"/>
            </a:xfrm>
            <a:custGeom>
              <a:avLst/>
              <a:gdLst/>
              <a:ahLst/>
              <a:cxnLst/>
              <a:rect l="l" t="t" r="r" b="b"/>
              <a:pathLst>
                <a:path w="121" h="97" extrusionOk="0">
                  <a:moveTo>
                    <a:pt x="48" y="0"/>
                  </a:moveTo>
                  <a:lnTo>
                    <a:pt x="0" y="24"/>
                  </a:lnTo>
                  <a:lnTo>
                    <a:pt x="0" y="48"/>
                  </a:lnTo>
                  <a:lnTo>
                    <a:pt x="48" y="96"/>
                  </a:lnTo>
                  <a:lnTo>
                    <a:pt x="96" y="96"/>
                  </a:lnTo>
                  <a:lnTo>
                    <a:pt x="121" y="72"/>
                  </a:lnTo>
                  <a:lnTo>
                    <a:pt x="121"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rot="10800000">
              <a:off x="3300667" y="6637147"/>
              <a:ext cx="10286" cy="10286"/>
            </a:xfrm>
            <a:custGeom>
              <a:avLst/>
              <a:gdLst/>
              <a:ahLst/>
              <a:cxnLst/>
              <a:rect l="l" t="t" r="r" b="b"/>
              <a:pathLst>
                <a:path w="121" h="121" extrusionOk="0">
                  <a:moveTo>
                    <a:pt x="48" y="0"/>
                  </a:moveTo>
                  <a:lnTo>
                    <a:pt x="0" y="25"/>
                  </a:lnTo>
                  <a:lnTo>
                    <a:pt x="0" y="73"/>
                  </a:lnTo>
                  <a:lnTo>
                    <a:pt x="24" y="97"/>
                  </a:lnTo>
                  <a:lnTo>
                    <a:pt x="48" y="121"/>
                  </a:lnTo>
                  <a:lnTo>
                    <a:pt x="97" y="97"/>
                  </a:lnTo>
                  <a:lnTo>
                    <a:pt x="121" y="73"/>
                  </a:lnTo>
                  <a:lnTo>
                    <a:pt x="97" y="25"/>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rot="10800000">
              <a:off x="2950702" y="6555287"/>
              <a:ext cx="8330" cy="8245"/>
            </a:xfrm>
            <a:custGeom>
              <a:avLst/>
              <a:gdLst/>
              <a:ahLst/>
              <a:cxnLst/>
              <a:rect l="l" t="t" r="r" b="b"/>
              <a:pathLst>
                <a:path w="98" h="97" extrusionOk="0">
                  <a:moveTo>
                    <a:pt x="25" y="0"/>
                  </a:moveTo>
                  <a:lnTo>
                    <a:pt x="1" y="25"/>
                  </a:lnTo>
                  <a:lnTo>
                    <a:pt x="25" y="73"/>
                  </a:lnTo>
                  <a:lnTo>
                    <a:pt x="49" y="97"/>
                  </a:lnTo>
                  <a:lnTo>
                    <a:pt x="73" y="97"/>
                  </a:lnTo>
                  <a:lnTo>
                    <a:pt x="97" y="73"/>
                  </a:lnTo>
                  <a:lnTo>
                    <a:pt x="73" y="25"/>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rot="10800000">
              <a:off x="3284261" y="6309708"/>
              <a:ext cx="6205" cy="6205"/>
            </a:xfrm>
            <a:custGeom>
              <a:avLst/>
              <a:gdLst/>
              <a:ahLst/>
              <a:cxnLst/>
              <a:rect l="l" t="t" r="r" b="b"/>
              <a:pathLst>
                <a:path w="73" h="73" extrusionOk="0">
                  <a:moveTo>
                    <a:pt x="0" y="0"/>
                  </a:moveTo>
                  <a:lnTo>
                    <a:pt x="0" y="48"/>
                  </a:lnTo>
                  <a:lnTo>
                    <a:pt x="0" y="73"/>
                  </a:lnTo>
                  <a:lnTo>
                    <a:pt x="72" y="73"/>
                  </a:lnTo>
                  <a:lnTo>
                    <a:pt x="72"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rot="10800000">
              <a:off x="3007995" y="6313788"/>
              <a:ext cx="8330" cy="8245"/>
            </a:xfrm>
            <a:custGeom>
              <a:avLst/>
              <a:gdLst/>
              <a:ahLst/>
              <a:cxnLst/>
              <a:rect l="l" t="t" r="r" b="b"/>
              <a:pathLst>
                <a:path w="98" h="97" extrusionOk="0">
                  <a:moveTo>
                    <a:pt x="49" y="0"/>
                  </a:moveTo>
                  <a:lnTo>
                    <a:pt x="1" y="24"/>
                  </a:lnTo>
                  <a:lnTo>
                    <a:pt x="1" y="48"/>
                  </a:lnTo>
                  <a:lnTo>
                    <a:pt x="1" y="72"/>
                  </a:lnTo>
                  <a:lnTo>
                    <a:pt x="25" y="96"/>
                  </a:lnTo>
                  <a:lnTo>
                    <a:pt x="73" y="72"/>
                  </a:lnTo>
                  <a:lnTo>
                    <a:pt x="97"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rot="10800000">
              <a:off x="2960987" y="6487708"/>
              <a:ext cx="8245" cy="8330"/>
            </a:xfrm>
            <a:custGeom>
              <a:avLst/>
              <a:gdLst/>
              <a:ahLst/>
              <a:cxnLst/>
              <a:rect l="l" t="t" r="r" b="b"/>
              <a:pathLst>
                <a:path w="97" h="98" extrusionOk="0">
                  <a:moveTo>
                    <a:pt x="25" y="1"/>
                  </a:moveTo>
                  <a:lnTo>
                    <a:pt x="1" y="25"/>
                  </a:lnTo>
                  <a:lnTo>
                    <a:pt x="1" y="49"/>
                  </a:lnTo>
                  <a:lnTo>
                    <a:pt x="25" y="97"/>
                  </a:lnTo>
                  <a:lnTo>
                    <a:pt x="73" y="97"/>
                  </a:lnTo>
                  <a:lnTo>
                    <a:pt x="97"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rot="10800000">
              <a:off x="3411174" y="6598215"/>
              <a:ext cx="8245" cy="6205"/>
            </a:xfrm>
            <a:custGeom>
              <a:avLst/>
              <a:gdLst/>
              <a:ahLst/>
              <a:cxnLst/>
              <a:rect l="l" t="t" r="r" b="b"/>
              <a:pathLst>
                <a:path w="97" h="73" extrusionOk="0">
                  <a:moveTo>
                    <a:pt x="25" y="0"/>
                  </a:moveTo>
                  <a:lnTo>
                    <a:pt x="0" y="24"/>
                  </a:lnTo>
                  <a:lnTo>
                    <a:pt x="25" y="48"/>
                  </a:lnTo>
                  <a:lnTo>
                    <a:pt x="49" y="72"/>
                  </a:lnTo>
                  <a:lnTo>
                    <a:pt x="73" y="72"/>
                  </a:lnTo>
                  <a:lnTo>
                    <a:pt x="97"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rot="10800000">
              <a:off x="3081694" y="6211442"/>
              <a:ext cx="8245" cy="8330"/>
            </a:xfrm>
            <a:custGeom>
              <a:avLst/>
              <a:gdLst/>
              <a:ahLst/>
              <a:cxnLst/>
              <a:rect l="l" t="t" r="r" b="b"/>
              <a:pathLst>
                <a:path w="97" h="98" extrusionOk="0">
                  <a:moveTo>
                    <a:pt x="0" y="1"/>
                  </a:moveTo>
                  <a:lnTo>
                    <a:pt x="24" y="49"/>
                  </a:lnTo>
                  <a:lnTo>
                    <a:pt x="48" y="73"/>
                  </a:lnTo>
                  <a:lnTo>
                    <a:pt x="72" y="97"/>
                  </a:lnTo>
                  <a:lnTo>
                    <a:pt x="97" y="73"/>
                  </a:lnTo>
                  <a:lnTo>
                    <a:pt x="97" y="2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rot="10800000">
              <a:off x="3116461" y="6283101"/>
              <a:ext cx="6205" cy="6205"/>
            </a:xfrm>
            <a:custGeom>
              <a:avLst/>
              <a:gdLst/>
              <a:ahLst/>
              <a:cxnLst/>
              <a:rect l="l" t="t" r="r" b="b"/>
              <a:pathLst>
                <a:path w="73" h="73" extrusionOk="0">
                  <a:moveTo>
                    <a:pt x="48" y="0"/>
                  </a:moveTo>
                  <a:lnTo>
                    <a:pt x="0" y="24"/>
                  </a:lnTo>
                  <a:lnTo>
                    <a:pt x="0" y="48"/>
                  </a:lnTo>
                  <a:lnTo>
                    <a:pt x="24" y="73"/>
                  </a:lnTo>
                  <a:lnTo>
                    <a:pt x="48" y="48"/>
                  </a:lnTo>
                  <a:lnTo>
                    <a:pt x="72"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rot="10800000">
              <a:off x="3108301" y="6461102"/>
              <a:ext cx="8245" cy="6290"/>
            </a:xfrm>
            <a:custGeom>
              <a:avLst/>
              <a:gdLst/>
              <a:ahLst/>
              <a:cxnLst/>
              <a:rect l="l" t="t" r="r" b="b"/>
              <a:pathLst>
                <a:path w="97" h="74" extrusionOk="0">
                  <a:moveTo>
                    <a:pt x="0" y="1"/>
                  </a:moveTo>
                  <a:lnTo>
                    <a:pt x="0" y="49"/>
                  </a:lnTo>
                  <a:lnTo>
                    <a:pt x="0" y="73"/>
                  </a:lnTo>
                  <a:lnTo>
                    <a:pt x="73" y="73"/>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rot="10800000">
              <a:off x="3470507" y="6440701"/>
              <a:ext cx="6205" cy="8245"/>
            </a:xfrm>
            <a:custGeom>
              <a:avLst/>
              <a:gdLst/>
              <a:ahLst/>
              <a:cxnLst/>
              <a:rect l="l" t="t" r="r" b="b"/>
              <a:pathLst>
                <a:path w="73" h="97" extrusionOk="0">
                  <a:moveTo>
                    <a:pt x="24" y="1"/>
                  </a:moveTo>
                  <a:lnTo>
                    <a:pt x="0" y="25"/>
                  </a:lnTo>
                  <a:lnTo>
                    <a:pt x="0" y="49"/>
                  </a:lnTo>
                  <a:lnTo>
                    <a:pt x="0" y="73"/>
                  </a:lnTo>
                  <a:lnTo>
                    <a:pt x="49" y="97"/>
                  </a:lnTo>
                  <a:lnTo>
                    <a:pt x="73" y="73"/>
                  </a:lnTo>
                  <a:lnTo>
                    <a:pt x="73" y="49"/>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rot="10800000">
              <a:off x="3278141" y="6643267"/>
              <a:ext cx="8245" cy="8245"/>
            </a:xfrm>
            <a:custGeom>
              <a:avLst/>
              <a:gdLst/>
              <a:ahLst/>
              <a:cxnLst/>
              <a:rect l="l" t="t" r="r" b="b"/>
              <a:pathLst>
                <a:path w="97" h="97" extrusionOk="0">
                  <a:moveTo>
                    <a:pt x="72" y="0"/>
                  </a:moveTo>
                  <a:lnTo>
                    <a:pt x="48" y="24"/>
                  </a:lnTo>
                  <a:lnTo>
                    <a:pt x="0" y="48"/>
                  </a:lnTo>
                  <a:lnTo>
                    <a:pt x="0" y="73"/>
                  </a:lnTo>
                  <a:lnTo>
                    <a:pt x="24" y="97"/>
                  </a:lnTo>
                  <a:lnTo>
                    <a:pt x="48" y="97"/>
                  </a:lnTo>
                  <a:lnTo>
                    <a:pt x="96" y="73"/>
                  </a:lnTo>
                  <a:lnTo>
                    <a:pt x="96" y="48"/>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rot="10800000">
              <a:off x="3044887" y="6291262"/>
              <a:ext cx="6205" cy="6205"/>
            </a:xfrm>
            <a:custGeom>
              <a:avLst/>
              <a:gdLst/>
              <a:ahLst/>
              <a:cxnLst/>
              <a:rect l="l" t="t" r="r" b="b"/>
              <a:pathLst>
                <a:path w="73" h="73" extrusionOk="0">
                  <a:moveTo>
                    <a:pt x="1" y="0"/>
                  </a:moveTo>
                  <a:lnTo>
                    <a:pt x="1" y="24"/>
                  </a:lnTo>
                  <a:lnTo>
                    <a:pt x="25" y="72"/>
                  </a:lnTo>
                  <a:lnTo>
                    <a:pt x="49" y="72"/>
                  </a:lnTo>
                  <a:lnTo>
                    <a:pt x="73" y="48"/>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rot="10800000">
              <a:off x="3276101" y="6401768"/>
              <a:ext cx="8245" cy="8330"/>
            </a:xfrm>
            <a:custGeom>
              <a:avLst/>
              <a:gdLst/>
              <a:ahLst/>
              <a:cxnLst/>
              <a:rect l="l" t="t" r="r" b="b"/>
              <a:pathLst>
                <a:path w="97" h="98" extrusionOk="0">
                  <a:moveTo>
                    <a:pt x="48" y="1"/>
                  </a:moveTo>
                  <a:lnTo>
                    <a:pt x="0" y="25"/>
                  </a:lnTo>
                  <a:lnTo>
                    <a:pt x="0" y="49"/>
                  </a:lnTo>
                  <a:lnTo>
                    <a:pt x="24" y="97"/>
                  </a:lnTo>
                  <a:lnTo>
                    <a:pt x="72" y="97"/>
                  </a:lnTo>
                  <a:lnTo>
                    <a:pt x="97" y="73"/>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rot="10800000">
              <a:off x="3124707" y="6401768"/>
              <a:ext cx="8245" cy="8330"/>
            </a:xfrm>
            <a:custGeom>
              <a:avLst/>
              <a:gdLst/>
              <a:ahLst/>
              <a:cxnLst/>
              <a:rect l="l" t="t" r="r" b="b"/>
              <a:pathLst>
                <a:path w="97" h="98" extrusionOk="0">
                  <a:moveTo>
                    <a:pt x="25" y="1"/>
                  </a:moveTo>
                  <a:lnTo>
                    <a:pt x="1" y="49"/>
                  </a:lnTo>
                  <a:lnTo>
                    <a:pt x="1" y="73"/>
                  </a:lnTo>
                  <a:lnTo>
                    <a:pt x="49" y="97"/>
                  </a:lnTo>
                  <a:lnTo>
                    <a:pt x="97" y="97"/>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rot="10800000">
              <a:off x="3151228" y="6321949"/>
              <a:ext cx="8330" cy="6290"/>
            </a:xfrm>
            <a:custGeom>
              <a:avLst/>
              <a:gdLst/>
              <a:ahLst/>
              <a:cxnLst/>
              <a:rect l="l" t="t" r="r" b="b"/>
              <a:pathLst>
                <a:path w="98" h="74" extrusionOk="0">
                  <a:moveTo>
                    <a:pt x="49" y="1"/>
                  </a:moveTo>
                  <a:lnTo>
                    <a:pt x="25" y="25"/>
                  </a:lnTo>
                  <a:lnTo>
                    <a:pt x="1" y="49"/>
                  </a:lnTo>
                  <a:lnTo>
                    <a:pt x="25" y="73"/>
                  </a:lnTo>
                  <a:lnTo>
                    <a:pt x="97" y="73"/>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rot="10800000">
              <a:off x="3278141" y="6123462"/>
              <a:ext cx="6205" cy="8330"/>
            </a:xfrm>
            <a:custGeom>
              <a:avLst/>
              <a:gdLst/>
              <a:ahLst/>
              <a:cxnLst/>
              <a:rect l="l" t="t" r="r" b="b"/>
              <a:pathLst>
                <a:path w="73" h="98" extrusionOk="0">
                  <a:moveTo>
                    <a:pt x="24" y="1"/>
                  </a:moveTo>
                  <a:lnTo>
                    <a:pt x="0" y="25"/>
                  </a:lnTo>
                  <a:lnTo>
                    <a:pt x="0" y="73"/>
                  </a:lnTo>
                  <a:lnTo>
                    <a:pt x="24" y="97"/>
                  </a:lnTo>
                  <a:lnTo>
                    <a:pt x="72" y="97"/>
                  </a:lnTo>
                  <a:lnTo>
                    <a:pt x="72" y="73"/>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rot="10800000">
              <a:off x="3368161" y="6491789"/>
              <a:ext cx="6205" cy="8330"/>
            </a:xfrm>
            <a:custGeom>
              <a:avLst/>
              <a:gdLst/>
              <a:ahLst/>
              <a:cxnLst/>
              <a:rect l="l" t="t" r="r" b="b"/>
              <a:pathLst>
                <a:path w="73" h="98" extrusionOk="0">
                  <a:moveTo>
                    <a:pt x="24" y="1"/>
                  </a:moveTo>
                  <a:lnTo>
                    <a:pt x="0" y="25"/>
                  </a:lnTo>
                  <a:lnTo>
                    <a:pt x="0" y="73"/>
                  </a:lnTo>
                  <a:lnTo>
                    <a:pt x="24" y="97"/>
                  </a:lnTo>
                  <a:lnTo>
                    <a:pt x="72" y="73"/>
                  </a:lnTo>
                  <a:lnTo>
                    <a:pt x="72" y="49"/>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rot="10800000">
              <a:off x="3456141" y="6452941"/>
              <a:ext cx="6290" cy="8245"/>
            </a:xfrm>
            <a:custGeom>
              <a:avLst/>
              <a:gdLst/>
              <a:ahLst/>
              <a:cxnLst/>
              <a:rect l="l" t="t" r="r" b="b"/>
              <a:pathLst>
                <a:path w="74" h="97" extrusionOk="0">
                  <a:moveTo>
                    <a:pt x="49" y="0"/>
                  </a:moveTo>
                  <a:lnTo>
                    <a:pt x="1" y="24"/>
                  </a:lnTo>
                  <a:lnTo>
                    <a:pt x="1" y="72"/>
                  </a:lnTo>
                  <a:lnTo>
                    <a:pt x="1" y="96"/>
                  </a:lnTo>
                  <a:lnTo>
                    <a:pt x="25" y="96"/>
                  </a:lnTo>
                  <a:lnTo>
                    <a:pt x="49" y="72"/>
                  </a:lnTo>
                  <a:lnTo>
                    <a:pt x="73" y="48"/>
                  </a:lnTo>
                  <a:lnTo>
                    <a:pt x="49"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rot="10800000">
              <a:off x="3212687" y="6444781"/>
              <a:ext cx="8245" cy="6205"/>
            </a:xfrm>
            <a:custGeom>
              <a:avLst/>
              <a:gdLst/>
              <a:ahLst/>
              <a:cxnLst/>
              <a:rect l="l" t="t" r="r" b="b"/>
              <a:pathLst>
                <a:path w="97" h="73" extrusionOk="0">
                  <a:moveTo>
                    <a:pt x="49" y="1"/>
                  </a:moveTo>
                  <a:lnTo>
                    <a:pt x="25" y="25"/>
                  </a:lnTo>
                  <a:lnTo>
                    <a:pt x="1" y="49"/>
                  </a:lnTo>
                  <a:lnTo>
                    <a:pt x="25" y="73"/>
                  </a:lnTo>
                  <a:lnTo>
                    <a:pt x="49" y="73"/>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rot="10800000">
              <a:off x="3149188" y="6440701"/>
              <a:ext cx="6290" cy="8245"/>
            </a:xfrm>
            <a:custGeom>
              <a:avLst/>
              <a:gdLst/>
              <a:ahLst/>
              <a:cxnLst/>
              <a:rect l="l" t="t" r="r" b="b"/>
              <a:pathLst>
                <a:path w="74" h="97" extrusionOk="0">
                  <a:moveTo>
                    <a:pt x="25" y="1"/>
                  </a:moveTo>
                  <a:lnTo>
                    <a:pt x="25" y="25"/>
                  </a:lnTo>
                  <a:lnTo>
                    <a:pt x="1" y="73"/>
                  </a:lnTo>
                  <a:lnTo>
                    <a:pt x="25" y="97"/>
                  </a:lnTo>
                  <a:lnTo>
                    <a:pt x="49" y="97"/>
                  </a:lnTo>
                  <a:lnTo>
                    <a:pt x="73" y="73"/>
                  </a:lnTo>
                  <a:lnTo>
                    <a:pt x="73"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rot="10800000">
              <a:off x="3337474" y="6399728"/>
              <a:ext cx="4165" cy="6205"/>
            </a:xfrm>
            <a:custGeom>
              <a:avLst/>
              <a:gdLst/>
              <a:ahLst/>
              <a:cxnLst/>
              <a:rect l="l" t="t" r="r" b="b"/>
              <a:pathLst>
                <a:path w="49" h="73" extrusionOk="0">
                  <a:moveTo>
                    <a:pt x="24" y="0"/>
                  </a:moveTo>
                  <a:lnTo>
                    <a:pt x="0" y="24"/>
                  </a:lnTo>
                  <a:lnTo>
                    <a:pt x="0" y="48"/>
                  </a:lnTo>
                  <a:lnTo>
                    <a:pt x="24" y="72"/>
                  </a:lnTo>
                  <a:lnTo>
                    <a:pt x="48" y="48"/>
                  </a:lnTo>
                  <a:lnTo>
                    <a:pt x="48"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rot="10800000">
              <a:off x="3466427" y="6367001"/>
              <a:ext cx="6205" cy="6205"/>
            </a:xfrm>
            <a:custGeom>
              <a:avLst/>
              <a:gdLst/>
              <a:ahLst/>
              <a:cxnLst/>
              <a:rect l="l" t="t" r="r" b="b"/>
              <a:pathLst>
                <a:path w="73" h="73" extrusionOk="0">
                  <a:moveTo>
                    <a:pt x="25" y="0"/>
                  </a:moveTo>
                  <a:lnTo>
                    <a:pt x="1" y="24"/>
                  </a:lnTo>
                  <a:lnTo>
                    <a:pt x="1" y="48"/>
                  </a:lnTo>
                  <a:lnTo>
                    <a:pt x="25" y="73"/>
                  </a:lnTo>
                  <a:lnTo>
                    <a:pt x="73" y="73"/>
                  </a:lnTo>
                  <a:lnTo>
                    <a:pt x="73"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rot="10800000">
              <a:off x="3141028" y="6248334"/>
              <a:ext cx="8245" cy="6205"/>
            </a:xfrm>
            <a:custGeom>
              <a:avLst/>
              <a:gdLst/>
              <a:ahLst/>
              <a:cxnLst/>
              <a:rect l="l" t="t" r="r" b="b"/>
              <a:pathLst>
                <a:path w="97" h="73" extrusionOk="0">
                  <a:moveTo>
                    <a:pt x="24" y="1"/>
                  </a:moveTo>
                  <a:lnTo>
                    <a:pt x="0" y="25"/>
                  </a:lnTo>
                  <a:lnTo>
                    <a:pt x="0" y="49"/>
                  </a:lnTo>
                  <a:lnTo>
                    <a:pt x="48" y="73"/>
                  </a:lnTo>
                  <a:lnTo>
                    <a:pt x="72" y="73"/>
                  </a:lnTo>
                  <a:lnTo>
                    <a:pt x="96" y="49"/>
                  </a:lnTo>
                  <a:lnTo>
                    <a:pt x="96"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rot="10800000">
              <a:off x="3005955" y="6240089"/>
              <a:ext cx="8330" cy="6290"/>
            </a:xfrm>
            <a:custGeom>
              <a:avLst/>
              <a:gdLst/>
              <a:ahLst/>
              <a:cxnLst/>
              <a:rect l="l" t="t" r="r" b="b"/>
              <a:pathLst>
                <a:path w="98" h="74" extrusionOk="0">
                  <a:moveTo>
                    <a:pt x="49" y="1"/>
                  </a:moveTo>
                  <a:lnTo>
                    <a:pt x="25" y="25"/>
                  </a:lnTo>
                  <a:lnTo>
                    <a:pt x="1" y="25"/>
                  </a:lnTo>
                  <a:lnTo>
                    <a:pt x="25" y="73"/>
                  </a:lnTo>
                  <a:lnTo>
                    <a:pt x="73" y="73"/>
                  </a:lnTo>
                  <a:lnTo>
                    <a:pt x="97" y="49"/>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rot="10800000">
              <a:off x="3071494" y="6665794"/>
              <a:ext cx="6205" cy="6205"/>
            </a:xfrm>
            <a:custGeom>
              <a:avLst/>
              <a:gdLst/>
              <a:ahLst/>
              <a:cxnLst/>
              <a:rect l="l" t="t" r="r" b="b"/>
              <a:pathLst>
                <a:path w="73" h="73" extrusionOk="0">
                  <a:moveTo>
                    <a:pt x="25" y="1"/>
                  </a:moveTo>
                  <a:lnTo>
                    <a:pt x="1" y="49"/>
                  </a:lnTo>
                  <a:lnTo>
                    <a:pt x="25" y="73"/>
                  </a:lnTo>
                  <a:lnTo>
                    <a:pt x="49" y="73"/>
                  </a:lnTo>
                  <a:lnTo>
                    <a:pt x="73"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rot="10800000">
              <a:off x="3245414" y="6581894"/>
              <a:ext cx="4165" cy="4165"/>
            </a:xfrm>
            <a:custGeom>
              <a:avLst/>
              <a:gdLst/>
              <a:ahLst/>
              <a:cxnLst/>
              <a:rect l="l" t="t" r="r" b="b"/>
              <a:pathLst>
                <a:path w="49" h="49" extrusionOk="0">
                  <a:moveTo>
                    <a:pt x="1" y="1"/>
                  </a:moveTo>
                  <a:lnTo>
                    <a:pt x="1" y="25"/>
                  </a:lnTo>
                  <a:lnTo>
                    <a:pt x="1"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rot="10800000">
              <a:off x="3208607" y="6581894"/>
              <a:ext cx="4165" cy="4165"/>
            </a:xfrm>
            <a:custGeom>
              <a:avLst/>
              <a:gdLst/>
              <a:ahLst/>
              <a:cxnLst/>
              <a:rect l="l" t="t" r="r" b="b"/>
              <a:pathLst>
                <a:path w="49" h="49" extrusionOk="0">
                  <a:moveTo>
                    <a:pt x="1" y="1"/>
                  </a:moveTo>
                  <a:lnTo>
                    <a:pt x="1" y="25"/>
                  </a:lnTo>
                  <a:lnTo>
                    <a:pt x="1" y="49"/>
                  </a:lnTo>
                  <a:lnTo>
                    <a:pt x="25"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rot="10800000">
              <a:off x="3130827" y="6571608"/>
              <a:ext cx="4165" cy="4165"/>
            </a:xfrm>
            <a:custGeom>
              <a:avLst/>
              <a:gdLst/>
              <a:ahLst/>
              <a:cxnLst/>
              <a:rect l="l" t="t" r="r" b="b"/>
              <a:pathLst>
                <a:path w="49" h="49" extrusionOk="0">
                  <a:moveTo>
                    <a:pt x="1" y="0"/>
                  </a:moveTo>
                  <a:lnTo>
                    <a:pt x="1" y="24"/>
                  </a:lnTo>
                  <a:lnTo>
                    <a:pt x="1" y="48"/>
                  </a:lnTo>
                  <a:lnTo>
                    <a:pt x="49" y="48"/>
                  </a:lnTo>
                  <a:lnTo>
                    <a:pt x="49"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rot="10800000">
              <a:off x="3490993" y="6530721"/>
              <a:ext cx="4165" cy="4165"/>
            </a:xfrm>
            <a:custGeom>
              <a:avLst/>
              <a:gdLst/>
              <a:ahLst/>
              <a:cxnLst/>
              <a:rect l="l" t="t" r="r" b="b"/>
              <a:pathLst>
                <a:path w="49" h="49" extrusionOk="0">
                  <a:moveTo>
                    <a:pt x="25" y="1"/>
                  </a:moveTo>
                  <a:lnTo>
                    <a:pt x="1" y="25"/>
                  </a:lnTo>
                  <a:lnTo>
                    <a:pt x="25"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rot="10800000">
              <a:off x="3523720" y="6500034"/>
              <a:ext cx="4165" cy="4165"/>
            </a:xfrm>
            <a:custGeom>
              <a:avLst/>
              <a:gdLst/>
              <a:ahLst/>
              <a:cxnLst/>
              <a:rect l="l" t="t" r="r" b="b"/>
              <a:pathLst>
                <a:path w="49" h="49" extrusionOk="0">
                  <a:moveTo>
                    <a:pt x="1" y="1"/>
                  </a:moveTo>
                  <a:lnTo>
                    <a:pt x="1" y="25"/>
                  </a:lnTo>
                  <a:lnTo>
                    <a:pt x="1" y="49"/>
                  </a:lnTo>
                  <a:lnTo>
                    <a:pt x="25"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rot="10800000">
              <a:off x="3511394" y="6487708"/>
              <a:ext cx="6290" cy="4165"/>
            </a:xfrm>
            <a:custGeom>
              <a:avLst/>
              <a:gdLst/>
              <a:ahLst/>
              <a:cxnLst/>
              <a:rect l="l" t="t" r="r" b="b"/>
              <a:pathLst>
                <a:path w="74" h="49" extrusionOk="0">
                  <a:moveTo>
                    <a:pt x="1" y="0"/>
                  </a:moveTo>
                  <a:lnTo>
                    <a:pt x="1" y="24"/>
                  </a:lnTo>
                  <a:lnTo>
                    <a:pt x="25"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rot="10800000">
              <a:off x="3347760" y="6487708"/>
              <a:ext cx="6205" cy="6290"/>
            </a:xfrm>
            <a:custGeom>
              <a:avLst/>
              <a:gdLst/>
              <a:ahLst/>
              <a:cxnLst/>
              <a:rect l="l" t="t" r="r" b="b"/>
              <a:pathLst>
                <a:path w="73" h="74" extrusionOk="0">
                  <a:moveTo>
                    <a:pt x="1" y="1"/>
                  </a:moveTo>
                  <a:lnTo>
                    <a:pt x="1" y="25"/>
                  </a:lnTo>
                  <a:lnTo>
                    <a:pt x="1" y="49"/>
                  </a:lnTo>
                  <a:lnTo>
                    <a:pt x="49" y="73"/>
                  </a:lnTo>
                  <a:lnTo>
                    <a:pt x="73" y="49"/>
                  </a:lnTo>
                  <a:lnTo>
                    <a:pt x="73"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rot="10800000">
              <a:off x="3306787" y="6477508"/>
              <a:ext cx="6205" cy="6205"/>
            </a:xfrm>
            <a:custGeom>
              <a:avLst/>
              <a:gdLst/>
              <a:ahLst/>
              <a:cxnLst/>
              <a:rect l="l" t="t" r="r" b="b"/>
              <a:pathLst>
                <a:path w="73" h="73" extrusionOk="0">
                  <a:moveTo>
                    <a:pt x="24" y="0"/>
                  </a:moveTo>
                  <a:lnTo>
                    <a:pt x="0" y="24"/>
                  </a:lnTo>
                  <a:lnTo>
                    <a:pt x="0" y="48"/>
                  </a:lnTo>
                  <a:lnTo>
                    <a:pt x="0" y="73"/>
                  </a:lnTo>
                  <a:lnTo>
                    <a:pt x="48" y="73"/>
                  </a:lnTo>
                  <a:lnTo>
                    <a:pt x="72" y="48"/>
                  </a:lnTo>
                  <a:lnTo>
                    <a:pt x="48"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rot="10800000">
              <a:off x="3036642" y="6446821"/>
              <a:ext cx="6290" cy="6205"/>
            </a:xfrm>
            <a:custGeom>
              <a:avLst/>
              <a:gdLst/>
              <a:ahLst/>
              <a:cxnLst/>
              <a:rect l="l" t="t" r="r" b="b"/>
              <a:pathLst>
                <a:path w="74" h="73" extrusionOk="0">
                  <a:moveTo>
                    <a:pt x="25" y="0"/>
                  </a:moveTo>
                  <a:lnTo>
                    <a:pt x="1" y="25"/>
                  </a:lnTo>
                  <a:lnTo>
                    <a:pt x="1" y="49"/>
                  </a:lnTo>
                  <a:lnTo>
                    <a:pt x="25" y="73"/>
                  </a:lnTo>
                  <a:lnTo>
                    <a:pt x="73" y="73"/>
                  </a:lnTo>
                  <a:lnTo>
                    <a:pt x="73" y="25"/>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rot="10800000">
              <a:off x="3394768" y="6420214"/>
              <a:ext cx="6205" cy="8245"/>
            </a:xfrm>
            <a:custGeom>
              <a:avLst/>
              <a:gdLst/>
              <a:ahLst/>
              <a:cxnLst/>
              <a:rect l="l" t="t" r="r" b="b"/>
              <a:pathLst>
                <a:path w="73" h="97" extrusionOk="0">
                  <a:moveTo>
                    <a:pt x="24" y="0"/>
                  </a:moveTo>
                  <a:lnTo>
                    <a:pt x="0" y="24"/>
                  </a:lnTo>
                  <a:lnTo>
                    <a:pt x="0" y="48"/>
                  </a:lnTo>
                  <a:lnTo>
                    <a:pt x="0" y="73"/>
                  </a:lnTo>
                  <a:lnTo>
                    <a:pt x="24" y="97"/>
                  </a:lnTo>
                  <a:lnTo>
                    <a:pt x="72" y="73"/>
                  </a:lnTo>
                  <a:lnTo>
                    <a:pt x="72" y="48"/>
                  </a:lnTo>
                  <a:lnTo>
                    <a:pt x="72"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rot="10800000">
              <a:off x="3130827" y="6416134"/>
              <a:ext cx="4165" cy="4165"/>
            </a:xfrm>
            <a:custGeom>
              <a:avLst/>
              <a:gdLst/>
              <a:ahLst/>
              <a:cxnLst/>
              <a:rect l="l" t="t" r="r" b="b"/>
              <a:pathLst>
                <a:path w="49" h="49" extrusionOk="0">
                  <a:moveTo>
                    <a:pt x="1" y="1"/>
                  </a:moveTo>
                  <a:lnTo>
                    <a:pt x="1" y="25"/>
                  </a:lnTo>
                  <a:lnTo>
                    <a:pt x="1"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rot="10800000">
              <a:off x="3286301" y="6334274"/>
              <a:ext cx="6290" cy="6205"/>
            </a:xfrm>
            <a:custGeom>
              <a:avLst/>
              <a:gdLst/>
              <a:ahLst/>
              <a:cxnLst/>
              <a:rect l="l" t="t" r="r" b="b"/>
              <a:pathLst>
                <a:path w="74" h="73" extrusionOk="0">
                  <a:moveTo>
                    <a:pt x="1" y="0"/>
                  </a:moveTo>
                  <a:lnTo>
                    <a:pt x="1" y="49"/>
                  </a:lnTo>
                  <a:lnTo>
                    <a:pt x="49" y="73"/>
                  </a:lnTo>
                  <a:lnTo>
                    <a:pt x="73" y="49"/>
                  </a:lnTo>
                  <a:lnTo>
                    <a:pt x="73" y="25"/>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rot="10800000">
              <a:off x="3343595" y="6332234"/>
              <a:ext cx="4165" cy="6205"/>
            </a:xfrm>
            <a:custGeom>
              <a:avLst/>
              <a:gdLst/>
              <a:ahLst/>
              <a:cxnLst/>
              <a:rect l="l" t="t" r="r" b="b"/>
              <a:pathLst>
                <a:path w="49" h="73" extrusionOk="0">
                  <a:moveTo>
                    <a:pt x="48" y="1"/>
                  </a:moveTo>
                  <a:lnTo>
                    <a:pt x="0" y="25"/>
                  </a:lnTo>
                  <a:lnTo>
                    <a:pt x="0" y="49"/>
                  </a:lnTo>
                  <a:lnTo>
                    <a:pt x="24" y="73"/>
                  </a:lnTo>
                  <a:lnTo>
                    <a:pt x="48" y="49"/>
                  </a:lnTo>
                  <a:lnTo>
                    <a:pt x="48"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rot="10800000">
              <a:off x="2932340" y="6293302"/>
              <a:ext cx="6205" cy="6290"/>
            </a:xfrm>
            <a:custGeom>
              <a:avLst/>
              <a:gdLst/>
              <a:ahLst/>
              <a:cxnLst/>
              <a:rect l="l" t="t" r="r" b="b"/>
              <a:pathLst>
                <a:path w="73" h="74" extrusionOk="0">
                  <a:moveTo>
                    <a:pt x="25" y="1"/>
                  </a:moveTo>
                  <a:lnTo>
                    <a:pt x="1" y="25"/>
                  </a:lnTo>
                  <a:lnTo>
                    <a:pt x="1" y="49"/>
                  </a:lnTo>
                  <a:lnTo>
                    <a:pt x="1" y="73"/>
                  </a:lnTo>
                  <a:lnTo>
                    <a:pt x="73" y="73"/>
                  </a:lnTo>
                  <a:lnTo>
                    <a:pt x="73" y="25"/>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rot="10800000">
              <a:off x="3190161" y="6203282"/>
              <a:ext cx="2125" cy="4165"/>
            </a:xfrm>
            <a:custGeom>
              <a:avLst/>
              <a:gdLst/>
              <a:ahLst/>
              <a:cxnLst/>
              <a:rect l="l" t="t" r="r" b="b"/>
              <a:pathLst>
                <a:path w="25" h="49" extrusionOk="0">
                  <a:moveTo>
                    <a:pt x="1" y="0"/>
                  </a:moveTo>
                  <a:lnTo>
                    <a:pt x="1" y="24"/>
                  </a:lnTo>
                  <a:lnTo>
                    <a:pt x="25" y="48"/>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rot="10800000">
              <a:off x="3202401" y="5965948"/>
              <a:ext cx="4165" cy="2125"/>
            </a:xfrm>
            <a:custGeom>
              <a:avLst/>
              <a:gdLst/>
              <a:ahLst/>
              <a:cxnLst/>
              <a:rect l="l" t="t" r="r" b="b"/>
              <a:pathLst>
                <a:path w="49" h="25" extrusionOk="0">
                  <a:moveTo>
                    <a:pt x="24" y="1"/>
                  </a:moveTo>
                  <a:lnTo>
                    <a:pt x="0" y="25"/>
                  </a:lnTo>
                  <a:lnTo>
                    <a:pt x="48"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rot="10800000">
              <a:off x="2975268" y="6551207"/>
              <a:ext cx="4165" cy="2125"/>
            </a:xfrm>
            <a:custGeom>
              <a:avLst/>
              <a:gdLst/>
              <a:ahLst/>
              <a:cxnLst/>
              <a:rect l="l" t="t" r="r" b="b"/>
              <a:pathLst>
                <a:path w="49" h="25" extrusionOk="0">
                  <a:moveTo>
                    <a:pt x="0" y="1"/>
                  </a:moveTo>
                  <a:lnTo>
                    <a:pt x="0"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rot="10800000">
              <a:off x="3173755" y="6551207"/>
              <a:ext cx="4165" cy="6205"/>
            </a:xfrm>
            <a:custGeom>
              <a:avLst/>
              <a:gdLst/>
              <a:ahLst/>
              <a:cxnLst/>
              <a:rect l="l" t="t" r="r" b="b"/>
              <a:pathLst>
                <a:path w="49" h="73" extrusionOk="0">
                  <a:moveTo>
                    <a:pt x="24" y="1"/>
                  </a:moveTo>
                  <a:lnTo>
                    <a:pt x="0" y="25"/>
                  </a:lnTo>
                  <a:lnTo>
                    <a:pt x="24" y="49"/>
                  </a:lnTo>
                  <a:lnTo>
                    <a:pt x="48" y="73"/>
                  </a:lnTo>
                  <a:lnTo>
                    <a:pt x="48" y="49"/>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rot="10800000">
              <a:off x="3439820" y="6602295"/>
              <a:ext cx="4165" cy="4250"/>
            </a:xfrm>
            <a:custGeom>
              <a:avLst/>
              <a:gdLst/>
              <a:ahLst/>
              <a:cxnLst/>
              <a:rect l="l" t="t" r="r" b="b"/>
              <a:pathLst>
                <a:path w="49" h="50" extrusionOk="0">
                  <a:moveTo>
                    <a:pt x="25" y="1"/>
                  </a:moveTo>
                  <a:lnTo>
                    <a:pt x="1" y="25"/>
                  </a:lnTo>
                  <a:lnTo>
                    <a:pt x="25" y="49"/>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rot="10800000">
              <a:off x="3257655" y="6647348"/>
              <a:ext cx="4165" cy="4165"/>
            </a:xfrm>
            <a:custGeom>
              <a:avLst/>
              <a:gdLst/>
              <a:ahLst/>
              <a:cxnLst/>
              <a:rect l="l" t="t" r="r" b="b"/>
              <a:pathLst>
                <a:path w="49" h="49" extrusionOk="0">
                  <a:moveTo>
                    <a:pt x="24" y="0"/>
                  </a:moveTo>
                  <a:lnTo>
                    <a:pt x="0" y="24"/>
                  </a:lnTo>
                  <a:lnTo>
                    <a:pt x="0" y="48"/>
                  </a:lnTo>
                  <a:lnTo>
                    <a:pt x="48" y="48"/>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rot="10800000">
              <a:off x="3083734" y="6227848"/>
              <a:ext cx="2125" cy="85"/>
            </a:xfrm>
            <a:custGeom>
              <a:avLst/>
              <a:gdLst/>
              <a:ahLst/>
              <a:cxnLst/>
              <a:rect l="l" t="t" r="r" b="b"/>
              <a:pathLst>
                <a:path w="25" h="1" extrusionOk="0">
                  <a:moveTo>
                    <a:pt x="0" y="0"/>
                  </a:moveTo>
                  <a:lnTo>
                    <a:pt x="0" y="0"/>
                  </a:lnTo>
                  <a:lnTo>
                    <a:pt x="24"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rot="10800000">
              <a:off x="3173755" y="6686195"/>
              <a:ext cx="2125" cy="4250"/>
            </a:xfrm>
            <a:custGeom>
              <a:avLst/>
              <a:gdLst/>
              <a:ahLst/>
              <a:cxnLst/>
              <a:rect l="l" t="t" r="r" b="b"/>
              <a:pathLst>
                <a:path w="25" h="50" extrusionOk="0">
                  <a:moveTo>
                    <a:pt x="0" y="1"/>
                  </a:moveTo>
                  <a:lnTo>
                    <a:pt x="0" y="25"/>
                  </a:lnTo>
                  <a:lnTo>
                    <a:pt x="0" y="49"/>
                  </a:lnTo>
                  <a:lnTo>
                    <a:pt x="24" y="49"/>
                  </a:lnTo>
                  <a:lnTo>
                    <a:pt x="24"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rot="10800000">
              <a:off x="3247454" y="6266695"/>
              <a:ext cx="4165" cy="4250"/>
            </a:xfrm>
            <a:custGeom>
              <a:avLst/>
              <a:gdLst/>
              <a:ahLst/>
              <a:cxnLst/>
              <a:rect l="l" t="t" r="r" b="b"/>
              <a:pathLst>
                <a:path w="49" h="50" extrusionOk="0">
                  <a:moveTo>
                    <a:pt x="25" y="1"/>
                  </a:moveTo>
                  <a:lnTo>
                    <a:pt x="0" y="25"/>
                  </a:lnTo>
                  <a:lnTo>
                    <a:pt x="0" y="49"/>
                  </a:lnTo>
                  <a:lnTo>
                    <a:pt x="25" y="49"/>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rot="10800000">
              <a:off x="3124707" y="6323989"/>
              <a:ext cx="2125" cy="2210"/>
            </a:xfrm>
            <a:custGeom>
              <a:avLst/>
              <a:gdLst/>
              <a:ahLst/>
              <a:cxnLst/>
              <a:rect l="l" t="t" r="r" b="b"/>
              <a:pathLst>
                <a:path w="25" h="26" extrusionOk="0">
                  <a:moveTo>
                    <a:pt x="25" y="1"/>
                  </a:moveTo>
                  <a:lnTo>
                    <a:pt x="1" y="25"/>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rot="10800000">
              <a:off x="3155394" y="6393608"/>
              <a:ext cx="4165" cy="6205"/>
            </a:xfrm>
            <a:custGeom>
              <a:avLst/>
              <a:gdLst/>
              <a:ahLst/>
              <a:cxnLst/>
              <a:rect l="l" t="t" r="r" b="b"/>
              <a:pathLst>
                <a:path w="49" h="73" extrusionOk="0">
                  <a:moveTo>
                    <a:pt x="25" y="0"/>
                  </a:moveTo>
                  <a:lnTo>
                    <a:pt x="1" y="24"/>
                  </a:lnTo>
                  <a:lnTo>
                    <a:pt x="1" y="48"/>
                  </a:lnTo>
                  <a:lnTo>
                    <a:pt x="25" y="73"/>
                  </a:lnTo>
                  <a:lnTo>
                    <a:pt x="49" y="48"/>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rot="10800000">
              <a:off x="3417294" y="6330194"/>
              <a:ext cx="4165" cy="6205"/>
            </a:xfrm>
            <a:custGeom>
              <a:avLst/>
              <a:gdLst/>
              <a:ahLst/>
              <a:cxnLst/>
              <a:rect l="l" t="t" r="r" b="b"/>
              <a:pathLst>
                <a:path w="49" h="73" extrusionOk="0">
                  <a:moveTo>
                    <a:pt x="24" y="1"/>
                  </a:moveTo>
                  <a:lnTo>
                    <a:pt x="0" y="25"/>
                  </a:lnTo>
                  <a:lnTo>
                    <a:pt x="0" y="49"/>
                  </a:lnTo>
                  <a:lnTo>
                    <a:pt x="24" y="73"/>
                  </a:lnTo>
                  <a:lnTo>
                    <a:pt x="49" y="73"/>
                  </a:lnTo>
                  <a:lnTo>
                    <a:pt x="49" y="49"/>
                  </a:lnTo>
                  <a:lnTo>
                    <a:pt x="49"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rot="10800000">
              <a:off x="3073534" y="6375162"/>
              <a:ext cx="6205" cy="4165"/>
            </a:xfrm>
            <a:custGeom>
              <a:avLst/>
              <a:gdLst/>
              <a:ahLst/>
              <a:cxnLst/>
              <a:rect l="l" t="t" r="r" b="b"/>
              <a:pathLst>
                <a:path w="73" h="49" extrusionOk="0">
                  <a:moveTo>
                    <a:pt x="1" y="0"/>
                  </a:moveTo>
                  <a:lnTo>
                    <a:pt x="1" y="24"/>
                  </a:lnTo>
                  <a:lnTo>
                    <a:pt x="1"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rot="10800000">
              <a:off x="3018280" y="6389528"/>
              <a:ext cx="2125" cy="4165"/>
            </a:xfrm>
            <a:custGeom>
              <a:avLst/>
              <a:gdLst/>
              <a:ahLst/>
              <a:cxnLst/>
              <a:rect l="l" t="t" r="r" b="b"/>
              <a:pathLst>
                <a:path w="25" h="49" extrusionOk="0">
                  <a:moveTo>
                    <a:pt x="1" y="1"/>
                  </a:moveTo>
                  <a:lnTo>
                    <a:pt x="1" y="25"/>
                  </a:lnTo>
                  <a:lnTo>
                    <a:pt x="25" y="49"/>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rot="10800000">
              <a:off x="3177835" y="6424295"/>
              <a:ext cx="6290" cy="4165"/>
            </a:xfrm>
            <a:custGeom>
              <a:avLst/>
              <a:gdLst/>
              <a:ahLst/>
              <a:cxnLst/>
              <a:rect l="l" t="t" r="r" b="b"/>
              <a:pathLst>
                <a:path w="74" h="49" extrusionOk="0">
                  <a:moveTo>
                    <a:pt x="1" y="0"/>
                  </a:moveTo>
                  <a:lnTo>
                    <a:pt x="1" y="24"/>
                  </a:lnTo>
                  <a:lnTo>
                    <a:pt x="25"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rot="10800000">
              <a:off x="3212687" y="6483628"/>
              <a:ext cx="4165" cy="4165"/>
            </a:xfrm>
            <a:custGeom>
              <a:avLst/>
              <a:gdLst/>
              <a:ahLst/>
              <a:cxnLst/>
              <a:rect l="l" t="t" r="r" b="b"/>
              <a:pathLst>
                <a:path w="49" h="49" extrusionOk="0">
                  <a:moveTo>
                    <a:pt x="1" y="0"/>
                  </a:moveTo>
                  <a:lnTo>
                    <a:pt x="1" y="24"/>
                  </a:lnTo>
                  <a:lnTo>
                    <a:pt x="25" y="48"/>
                  </a:lnTo>
                  <a:lnTo>
                    <a:pt x="49" y="2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rot="10800000">
              <a:off x="3192201" y="6491789"/>
              <a:ext cx="4165" cy="4250"/>
            </a:xfrm>
            <a:custGeom>
              <a:avLst/>
              <a:gdLst/>
              <a:ahLst/>
              <a:cxnLst/>
              <a:rect l="l" t="t" r="r" b="b"/>
              <a:pathLst>
                <a:path w="49" h="50" extrusionOk="0">
                  <a:moveTo>
                    <a:pt x="49" y="1"/>
                  </a:moveTo>
                  <a:lnTo>
                    <a:pt x="0" y="25"/>
                  </a:lnTo>
                  <a:lnTo>
                    <a:pt x="25" y="49"/>
                  </a:lnTo>
                  <a:lnTo>
                    <a:pt x="49" y="49"/>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rot="10800000">
              <a:off x="3108301" y="6516355"/>
              <a:ext cx="6205" cy="6290"/>
            </a:xfrm>
            <a:custGeom>
              <a:avLst/>
              <a:gdLst/>
              <a:ahLst/>
              <a:cxnLst/>
              <a:rect l="l" t="t" r="r" b="b"/>
              <a:pathLst>
                <a:path w="73" h="74" extrusionOk="0">
                  <a:moveTo>
                    <a:pt x="24" y="1"/>
                  </a:moveTo>
                  <a:lnTo>
                    <a:pt x="24" y="25"/>
                  </a:lnTo>
                  <a:lnTo>
                    <a:pt x="0" y="49"/>
                  </a:lnTo>
                  <a:lnTo>
                    <a:pt x="24" y="49"/>
                  </a:lnTo>
                  <a:lnTo>
                    <a:pt x="49" y="73"/>
                  </a:lnTo>
                  <a:lnTo>
                    <a:pt x="73" y="25"/>
                  </a:lnTo>
                  <a:lnTo>
                    <a:pt x="49"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rot="10800000">
              <a:off x="3308828" y="6256495"/>
              <a:ext cx="85" cy="2125"/>
            </a:xfrm>
            <a:custGeom>
              <a:avLst/>
              <a:gdLst/>
              <a:ahLst/>
              <a:cxnLst/>
              <a:rect l="l" t="t" r="r" b="b"/>
              <a:pathLst>
                <a:path w="1" h="25" extrusionOk="0">
                  <a:moveTo>
                    <a:pt x="0" y="0"/>
                  </a:moveTo>
                  <a:lnTo>
                    <a:pt x="0" y="0"/>
                  </a:lnTo>
                  <a:lnTo>
                    <a:pt x="0" y="24"/>
                  </a:lnTo>
                  <a:lnTo>
                    <a:pt x="0" y="24"/>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rot="10800000">
              <a:off x="3366121" y="6524601"/>
              <a:ext cx="4165" cy="4165"/>
            </a:xfrm>
            <a:custGeom>
              <a:avLst/>
              <a:gdLst/>
              <a:ahLst/>
              <a:cxnLst/>
              <a:rect l="l" t="t" r="r" b="b"/>
              <a:pathLst>
                <a:path w="49" h="49" extrusionOk="0">
                  <a:moveTo>
                    <a:pt x="24" y="1"/>
                  </a:moveTo>
                  <a:lnTo>
                    <a:pt x="0" y="25"/>
                  </a:lnTo>
                  <a:lnTo>
                    <a:pt x="24" y="49"/>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rot="10800000">
              <a:off x="3110341" y="6528681"/>
              <a:ext cx="2125" cy="4165"/>
            </a:xfrm>
            <a:custGeom>
              <a:avLst/>
              <a:gdLst/>
              <a:ahLst/>
              <a:cxnLst/>
              <a:rect l="l" t="t" r="r" b="b"/>
              <a:pathLst>
                <a:path w="25" h="49" extrusionOk="0">
                  <a:moveTo>
                    <a:pt x="0" y="1"/>
                  </a:moveTo>
                  <a:lnTo>
                    <a:pt x="0" y="25"/>
                  </a:lnTo>
                  <a:lnTo>
                    <a:pt x="0" y="49"/>
                  </a:lnTo>
                  <a:lnTo>
                    <a:pt x="25"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rot="10800000">
              <a:off x="3259695" y="6530721"/>
              <a:ext cx="2125" cy="4165"/>
            </a:xfrm>
            <a:custGeom>
              <a:avLst/>
              <a:gdLst/>
              <a:ahLst/>
              <a:cxnLst/>
              <a:rect l="l" t="t" r="r" b="b"/>
              <a:pathLst>
                <a:path w="25" h="49" extrusionOk="0">
                  <a:moveTo>
                    <a:pt x="24" y="1"/>
                  </a:moveTo>
                  <a:lnTo>
                    <a:pt x="0" y="25"/>
                  </a:lnTo>
                  <a:lnTo>
                    <a:pt x="24" y="49"/>
                  </a:lnTo>
                  <a:lnTo>
                    <a:pt x="24"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rot="10800000">
              <a:off x="3218807" y="6326114"/>
              <a:ext cx="2125" cy="2125"/>
            </a:xfrm>
            <a:custGeom>
              <a:avLst/>
              <a:gdLst/>
              <a:ahLst/>
              <a:cxnLst/>
              <a:rect l="l" t="t" r="r" b="b"/>
              <a:pathLst>
                <a:path w="25" h="25" extrusionOk="0">
                  <a:moveTo>
                    <a:pt x="25" y="1"/>
                  </a:moveTo>
                  <a:lnTo>
                    <a:pt x="1" y="25"/>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rot="10800000">
              <a:off x="3233088" y="6037522"/>
              <a:ext cx="2125" cy="4165"/>
            </a:xfrm>
            <a:custGeom>
              <a:avLst/>
              <a:gdLst/>
              <a:ahLst/>
              <a:cxnLst/>
              <a:rect l="l" t="t" r="r" b="b"/>
              <a:pathLst>
                <a:path w="25" h="49" extrusionOk="0">
                  <a:moveTo>
                    <a:pt x="0" y="0"/>
                  </a:moveTo>
                  <a:lnTo>
                    <a:pt x="0" y="24"/>
                  </a:lnTo>
                  <a:lnTo>
                    <a:pt x="0" y="48"/>
                  </a:lnTo>
                  <a:lnTo>
                    <a:pt x="24" y="2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rot="10800000">
              <a:off x="3405053" y="6618701"/>
              <a:ext cx="85" cy="85"/>
            </a:xfrm>
            <a:custGeom>
              <a:avLst/>
              <a:gdLst/>
              <a:ahLst/>
              <a:cxnLst/>
              <a:rect l="l" t="t" r="r" b="b"/>
              <a:pathLst>
                <a:path w="1" h="1" extrusionOk="0">
                  <a:moveTo>
                    <a:pt x="1" y="1"/>
                  </a:moveTo>
                  <a:lnTo>
                    <a:pt x="1" y="1"/>
                  </a:ln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rot="10800000">
              <a:off x="3306787" y="6622781"/>
              <a:ext cx="2125" cy="2125"/>
            </a:xfrm>
            <a:custGeom>
              <a:avLst/>
              <a:gdLst/>
              <a:ahLst/>
              <a:cxnLst/>
              <a:rect l="l" t="t" r="r" b="b"/>
              <a:pathLst>
                <a:path w="25" h="25" extrusionOk="0">
                  <a:moveTo>
                    <a:pt x="0" y="0"/>
                  </a:moveTo>
                  <a:lnTo>
                    <a:pt x="0" y="24"/>
                  </a:ln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rot="10800000">
              <a:off x="3398848" y="6236009"/>
              <a:ext cx="2125" cy="2125"/>
            </a:xfrm>
            <a:custGeom>
              <a:avLst/>
              <a:gdLst/>
              <a:ahLst/>
              <a:cxnLst/>
              <a:rect l="l" t="t" r="r" b="b"/>
              <a:pathLst>
                <a:path w="25" h="25" extrusionOk="0">
                  <a:moveTo>
                    <a:pt x="0" y="0"/>
                  </a:moveTo>
                  <a:lnTo>
                    <a:pt x="0" y="24"/>
                  </a:ln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rot="10800000">
              <a:off x="3355920" y="6240089"/>
              <a:ext cx="2125" cy="4250"/>
            </a:xfrm>
            <a:custGeom>
              <a:avLst/>
              <a:gdLst/>
              <a:ahLst/>
              <a:cxnLst/>
              <a:rect l="l" t="t" r="r" b="b"/>
              <a:pathLst>
                <a:path w="25" h="50" extrusionOk="0">
                  <a:moveTo>
                    <a:pt x="1" y="1"/>
                  </a:moveTo>
                  <a:lnTo>
                    <a:pt x="1" y="25"/>
                  </a:lnTo>
                  <a:lnTo>
                    <a:pt x="1" y="49"/>
                  </a:lnTo>
                  <a:lnTo>
                    <a:pt x="25" y="2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rot="10800000">
              <a:off x="3316988" y="6352635"/>
              <a:ext cx="85" cy="4250"/>
            </a:xfrm>
            <a:custGeom>
              <a:avLst/>
              <a:gdLst/>
              <a:ahLst/>
              <a:cxnLst/>
              <a:rect l="l" t="t" r="r" b="b"/>
              <a:pathLst>
                <a:path w="1" h="50" extrusionOk="0">
                  <a:moveTo>
                    <a:pt x="0" y="49"/>
                  </a:moveTo>
                  <a:lnTo>
                    <a:pt x="0" y="49"/>
                  </a:lnTo>
                  <a:lnTo>
                    <a:pt x="0" y="1"/>
                  </a:lnTo>
                  <a:lnTo>
                    <a:pt x="0" y="49"/>
                  </a:lnTo>
                  <a:lnTo>
                    <a:pt x="0" y="49"/>
                  </a:lnTo>
                  <a:lnTo>
                    <a:pt x="0" y="49"/>
                  </a:lnTo>
                  <a:lnTo>
                    <a:pt x="0" y="4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rot="10800000">
              <a:off x="3251534" y="6373122"/>
              <a:ext cx="4165" cy="4165"/>
            </a:xfrm>
            <a:custGeom>
              <a:avLst/>
              <a:gdLst/>
              <a:ahLst/>
              <a:cxnLst/>
              <a:rect l="l" t="t" r="r" b="b"/>
              <a:pathLst>
                <a:path w="49" h="49" extrusionOk="0">
                  <a:moveTo>
                    <a:pt x="24" y="0"/>
                  </a:moveTo>
                  <a:lnTo>
                    <a:pt x="0" y="24"/>
                  </a:lnTo>
                  <a:lnTo>
                    <a:pt x="24" y="48"/>
                  </a:lnTo>
                  <a:lnTo>
                    <a:pt x="48"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rot="10800000">
              <a:off x="3323193" y="6377202"/>
              <a:ext cx="4165" cy="2125"/>
            </a:xfrm>
            <a:custGeom>
              <a:avLst/>
              <a:gdLst/>
              <a:ahLst/>
              <a:cxnLst/>
              <a:rect l="l" t="t" r="r" b="b"/>
              <a:pathLst>
                <a:path w="49" h="25" extrusionOk="0">
                  <a:moveTo>
                    <a:pt x="25" y="0"/>
                  </a:moveTo>
                  <a:lnTo>
                    <a:pt x="1" y="24"/>
                  </a:lnTo>
                  <a:lnTo>
                    <a:pt x="49" y="24"/>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rot="10800000">
              <a:off x="3083734" y="6393608"/>
              <a:ext cx="2125" cy="85"/>
            </a:xfrm>
            <a:custGeom>
              <a:avLst/>
              <a:gdLst/>
              <a:ahLst/>
              <a:cxnLst/>
              <a:rect l="l" t="t" r="r" b="b"/>
              <a:pathLst>
                <a:path w="25" h="1" extrusionOk="0">
                  <a:moveTo>
                    <a:pt x="24" y="1"/>
                  </a:moveTo>
                  <a:lnTo>
                    <a:pt x="0" y="1"/>
                  </a:lnTo>
                  <a:lnTo>
                    <a:pt x="0" y="1"/>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rot="10800000">
              <a:off x="2973228" y="6391568"/>
              <a:ext cx="4165" cy="4165"/>
            </a:xfrm>
            <a:custGeom>
              <a:avLst/>
              <a:gdLst/>
              <a:ahLst/>
              <a:cxnLst/>
              <a:rect l="l" t="t" r="r" b="b"/>
              <a:pathLst>
                <a:path w="49" h="49" extrusionOk="0">
                  <a:moveTo>
                    <a:pt x="24" y="0"/>
                  </a:moveTo>
                  <a:lnTo>
                    <a:pt x="0" y="25"/>
                  </a:lnTo>
                  <a:lnTo>
                    <a:pt x="24" y="49"/>
                  </a:lnTo>
                  <a:lnTo>
                    <a:pt x="48" y="25"/>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rot="10800000">
              <a:off x="3249494" y="6182795"/>
              <a:ext cx="85" cy="2125"/>
            </a:xfrm>
            <a:custGeom>
              <a:avLst/>
              <a:gdLst/>
              <a:ahLst/>
              <a:cxnLst/>
              <a:rect l="l" t="t" r="r" b="b"/>
              <a:pathLst>
                <a:path w="1" h="25" extrusionOk="0">
                  <a:moveTo>
                    <a:pt x="1" y="0"/>
                  </a:moveTo>
                  <a:lnTo>
                    <a:pt x="1" y="0"/>
                  </a:lnTo>
                  <a:lnTo>
                    <a:pt x="1" y="0"/>
                  </a:lnTo>
                  <a:lnTo>
                    <a:pt x="1" y="24"/>
                  </a:lnTo>
                  <a:lnTo>
                    <a:pt x="1" y="24"/>
                  </a:lnTo>
                  <a:lnTo>
                    <a:pt x="1" y="24"/>
                  </a:ln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rot="10800000">
              <a:off x="3407093" y="6457022"/>
              <a:ext cx="2125" cy="4165"/>
            </a:xfrm>
            <a:custGeom>
              <a:avLst/>
              <a:gdLst/>
              <a:ahLst/>
              <a:cxnLst/>
              <a:rect l="l" t="t" r="r" b="b"/>
              <a:pathLst>
                <a:path w="25" h="49" extrusionOk="0">
                  <a:moveTo>
                    <a:pt x="1" y="0"/>
                  </a:moveTo>
                  <a:lnTo>
                    <a:pt x="1" y="24"/>
                  </a:lnTo>
                  <a:lnTo>
                    <a:pt x="1" y="48"/>
                  </a:lnTo>
                  <a:lnTo>
                    <a:pt x="25" y="2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rot="10800000">
              <a:off x="3120541" y="6477508"/>
              <a:ext cx="4250" cy="4165"/>
            </a:xfrm>
            <a:custGeom>
              <a:avLst/>
              <a:gdLst/>
              <a:ahLst/>
              <a:cxnLst/>
              <a:rect l="l" t="t" r="r" b="b"/>
              <a:pathLst>
                <a:path w="50" h="49" extrusionOk="0">
                  <a:moveTo>
                    <a:pt x="25" y="0"/>
                  </a:moveTo>
                  <a:lnTo>
                    <a:pt x="1" y="24"/>
                  </a:lnTo>
                  <a:lnTo>
                    <a:pt x="1" y="49"/>
                  </a:lnTo>
                  <a:lnTo>
                    <a:pt x="25" y="49"/>
                  </a:lnTo>
                  <a:lnTo>
                    <a:pt x="49" y="24"/>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rot="10800000">
              <a:off x="3089855" y="6622781"/>
              <a:ext cx="85" cy="2125"/>
            </a:xfrm>
            <a:custGeom>
              <a:avLst/>
              <a:gdLst/>
              <a:ahLst/>
              <a:cxnLst/>
              <a:rect l="l" t="t" r="r" b="b"/>
              <a:pathLst>
                <a:path w="1" h="25" extrusionOk="0">
                  <a:moveTo>
                    <a:pt x="0" y="0"/>
                  </a:moveTo>
                  <a:lnTo>
                    <a:pt x="0" y="24"/>
                  </a:lnTo>
                  <a:lnTo>
                    <a:pt x="0" y="2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rot="10800000">
              <a:off x="3177835" y="6244254"/>
              <a:ext cx="2125" cy="2125"/>
            </a:xfrm>
            <a:custGeom>
              <a:avLst/>
              <a:gdLst/>
              <a:ahLst/>
              <a:cxnLst/>
              <a:rect l="l" t="t" r="r" b="b"/>
              <a:pathLst>
                <a:path w="25" h="25" extrusionOk="0">
                  <a:moveTo>
                    <a:pt x="0" y="1"/>
                  </a:moveTo>
                  <a:lnTo>
                    <a:pt x="0" y="25"/>
                  </a:lnTo>
                  <a:lnTo>
                    <a:pt x="24"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rot="10800000">
              <a:off x="3400888" y="6094815"/>
              <a:ext cx="2125" cy="2125"/>
            </a:xfrm>
            <a:custGeom>
              <a:avLst/>
              <a:gdLst/>
              <a:ahLst/>
              <a:cxnLst/>
              <a:rect l="l" t="t" r="r" b="b"/>
              <a:pathLst>
                <a:path w="25" h="25" extrusionOk="0">
                  <a:moveTo>
                    <a:pt x="0" y="0"/>
                  </a:move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rot="10800000">
              <a:off x="3300667" y="5892248"/>
              <a:ext cx="2125" cy="85"/>
            </a:xfrm>
            <a:custGeom>
              <a:avLst/>
              <a:gdLst/>
              <a:ahLst/>
              <a:cxnLst/>
              <a:rect l="l" t="t" r="r" b="b"/>
              <a:pathLst>
                <a:path w="25" h="1" extrusionOk="0">
                  <a:moveTo>
                    <a:pt x="25" y="0"/>
                  </a:moveTo>
                  <a:lnTo>
                    <a:pt x="25" y="0"/>
                  </a:lnTo>
                  <a:lnTo>
                    <a:pt x="25" y="0"/>
                  </a:lnTo>
                  <a:lnTo>
                    <a:pt x="1" y="0"/>
                  </a:lnTo>
                  <a:lnTo>
                    <a:pt x="1" y="0"/>
                  </a:lnTo>
                  <a:lnTo>
                    <a:pt x="25" y="0"/>
                  </a:lnTo>
                  <a:lnTo>
                    <a:pt x="25" y="0"/>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rot="10800000">
              <a:off x="3382527" y="6156189"/>
              <a:ext cx="85" cy="85"/>
            </a:xfrm>
            <a:custGeom>
              <a:avLst/>
              <a:gdLst/>
              <a:ahLst/>
              <a:cxnLst/>
              <a:rect l="l" t="t" r="r" b="b"/>
              <a:pathLst>
                <a:path w="1" h="1" extrusionOk="0">
                  <a:moveTo>
                    <a:pt x="1" y="0"/>
                  </a:moveTo>
                  <a:lnTo>
                    <a:pt x="1" y="0"/>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rot="10800000">
              <a:off x="3216767" y="6428375"/>
              <a:ext cx="2125" cy="2125"/>
            </a:xfrm>
            <a:custGeom>
              <a:avLst/>
              <a:gdLst/>
              <a:ahLst/>
              <a:cxnLst/>
              <a:rect l="l" t="t" r="r" b="b"/>
              <a:pathLst>
                <a:path w="25" h="25" extrusionOk="0">
                  <a:moveTo>
                    <a:pt x="25" y="24"/>
                  </a:moveTo>
                  <a:lnTo>
                    <a:pt x="25" y="24"/>
                  </a:lnTo>
                  <a:lnTo>
                    <a:pt x="25" y="0"/>
                  </a:lnTo>
                  <a:lnTo>
                    <a:pt x="25" y="0"/>
                  </a:lnTo>
                  <a:lnTo>
                    <a:pt x="25" y="24"/>
                  </a:lnTo>
                  <a:lnTo>
                    <a:pt x="1" y="24"/>
                  </a:lnTo>
                  <a:lnTo>
                    <a:pt x="25" y="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rot="10800000">
              <a:off x="3304747" y="6432455"/>
              <a:ext cx="85" cy="2125"/>
            </a:xfrm>
            <a:custGeom>
              <a:avLst/>
              <a:gdLst/>
              <a:ahLst/>
              <a:cxnLst/>
              <a:rect l="l" t="t" r="r" b="b"/>
              <a:pathLst>
                <a:path w="1" h="25" extrusionOk="0">
                  <a:moveTo>
                    <a:pt x="1" y="0"/>
                  </a:move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rot="10800000">
              <a:off x="3210647" y="6461102"/>
              <a:ext cx="85" cy="2125"/>
            </a:xfrm>
            <a:custGeom>
              <a:avLst/>
              <a:gdLst/>
              <a:ahLst/>
              <a:cxnLst/>
              <a:rect l="l" t="t" r="r" b="b"/>
              <a:pathLst>
                <a:path w="1" h="25" extrusionOk="0">
                  <a:moveTo>
                    <a:pt x="1" y="0"/>
                  </a:moveTo>
                  <a:lnTo>
                    <a:pt x="1" y="24"/>
                  </a:ln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rot="10800000">
              <a:off x="3454101" y="6524601"/>
              <a:ext cx="2125" cy="85"/>
            </a:xfrm>
            <a:custGeom>
              <a:avLst/>
              <a:gdLst/>
              <a:ahLst/>
              <a:cxnLst/>
              <a:rect l="l" t="t" r="r" b="b"/>
              <a:pathLst>
                <a:path w="25" h="1" extrusionOk="0">
                  <a:moveTo>
                    <a:pt x="0" y="1"/>
                  </a:moveTo>
                  <a:lnTo>
                    <a:pt x="24"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rot="10800000">
              <a:off x="3454101" y="6524601"/>
              <a:ext cx="2125" cy="2125"/>
            </a:xfrm>
            <a:custGeom>
              <a:avLst/>
              <a:gdLst/>
              <a:ahLst/>
              <a:cxnLst/>
              <a:rect l="l" t="t" r="r" b="b"/>
              <a:pathLst>
                <a:path w="25" h="25" extrusionOk="0">
                  <a:moveTo>
                    <a:pt x="24" y="25"/>
                  </a:moveTo>
                  <a:lnTo>
                    <a:pt x="24" y="25"/>
                  </a:lnTo>
                  <a:lnTo>
                    <a:pt x="24" y="1"/>
                  </a:lnTo>
                  <a:lnTo>
                    <a:pt x="24" y="1"/>
                  </a:lnTo>
                  <a:lnTo>
                    <a:pt x="24" y="25"/>
                  </a:lnTo>
                  <a:lnTo>
                    <a:pt x="0" y="25"/>
                  </a:lnTo>
                  <a:lnTo>
                    <a:pt x="0" y="25"/>
                  </a:lnTo>
                  <a:lnTo>
                    <a:pt x="24" y="25"/>
                  </a:lnTo>
                  <a:lnTo>
                    <a:pt x="24" y="2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rot="10800000">
              <a:off x="3529841" y="6536841"/>
              <a:ext cx="2125" cy="2125"/>
            </a:xfrm>
            <a:custGeom>
              <a:avLst/>
              <a:gdLst/>
              <a:ahLst/>
              <a:cxnLst/>
              <a:rect l="l" t="t" r="r" b="b"/>
              <a:pathLst>
                <a:path w="25" h="25" extrusionOk="0">
                  <a:moveTo>
                    <a:pt x="0" y="0"/>
                  </a:moveTo>
                  <a:lnTo>
                    <a:pt x="0"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rot="10800000">
              <a:off x="3646467" y="6217647"/>
              <a:ext cx="1086704" cy="939305"/>
            </a:xfrm>
            <a:custGeom>
              <a:avLst/>
              <a:gdLst/>
              <a:ahLst/>
              <a:cxnLst/>
              <a:rect l="l" t="t" r="r" b="b"/>
              <a:pathLst>
                <a:path w="12784" h="11050" extrusionOk="0">
                  <a:moveTo>
                    <a:pt x="6813" y="0"/>
                  </a:moveTo>
                  <a:lnTo>
                    <a:pt x="6163" y="24"/>
                  </a:lnTo>
                  <a:lnTo>
                    <a:pt x="5513" y="121"/>
                  </a:lnTo>
                  <a:lnTo>
                    <a:pt x="4863" y="241"/>
                  </a:lnTo>
                  <a:lnTo>
                    <a:pt x="4237" y="385"/>
                  </a:lnTo>
                  <a:lnTo>
                    <a:pt x="3611" y="578"/>
                  </a:lnTo>
                  <a:lnTo>
                    <a:pt x="3010" y="819"/>
                  </a:lnTo>
                  <a:lnTo>
                    <a:pt x="2408" y="1084"/>
                  </a:lnTo>
                  <a:lnTo>
                    <a:pt x="2095" y="1252"/>
                  </a:lnTo>
                  <a:lnTo>
                    <a:pt x="1806" y="1421"/>
                  </a:lnTo>
                  <a:lnTo>
                    <a:pt x="1517" y="1637"/>
                  </a:lnTo>
                  <a:lnTo>
                    <a:pt x="1276" y="1854"/>
                  </a:lnTo>
                  <a:lnTo>
                    <a:pt x="1036" y="2095"/>
                  </a:lnTo>
                  <a:lnTo>
                    <a:pt x="843" y="2359"/>
                  </a:lnTo>
                  <a:lnTo>
                    <a:pt x="650" y="2648"/>
                  </a:lnTo>
                  <a:lnTo>
                    <a:pt x="482" y="2961"/>
                  </a:lnTo>
                  <a:lnTo>
                    <a:pt x="337" y="3346"/>
                  </a:lnTo>
                  <a:lnTo>
                    <a:pt x="193" y="3756"/>
                  </a:lnTo>
                  <a:lnTo>
                    <a:pt x="97" y="4141"/>
                  </a:lnTo>
                  <a:lnTo>
                    <a:pt x="49" y="4550"/>
                  </a:lnTo>
                  <a:lnTo>
                    <a:pt x="0" y="4959"/>
                  </a:lnTo>
                  <a:lnTo>
                    <a:pt x="0" y="5369"/>
                  </a:lnTo>
                  <a:lnTo>
                    <a:pt x="24" y="5778"/>
                  </a:lnTo>
                  <a:lnTo>
                    <a:pt x="97" y="6187"/>
                  </a:lnTo>
                  <a:lnTo>
                    <a:pt x="193" y="6596"/>
                  </a:lnTo>
                  <a:lnTo>
                    <a:pt x="289" y="6981"/>
                  </a:lnTo>
                  <a:lnTo>
                    <a:pt x="434" y="7367"/>
                  </a:lnTo>
                  <a:lnTo>
                    <a:pt x="578" y="7728"/>
                  </a:lnTo>
                  <a:lnTo>
                    <a:pt x="747" y="8065"/>
                  </a:lnTo>
                  <a:lnTo>
                    <a:pt x="939" y="8378"/>
                  </a:lnTo>
                  <a:lnTo>
                    <a:pt x="1156" y="8691"/>
                  </a:lnTo>
                  <a:lnTo>
                    <a:pt x="1373" y="8980"/>
                  </a:lnTo>
                  <a:lnTo>
                    <a:pt x="1613" y="9244"/>
                  </a:lnTo>
                  <a:lnTo>
                    <a:pt x="1902" y="9509"/>
                  </a:lnTo>
                  <a:lnTo>
                    <a:pt x="2191" y="9750"/>
                  </a:lnTo>
                  <a:lnTo>
                    <a:pt x="2480" y="9967"/>
                  </a:lnTo>
                  <a:lnTo>
                    <a:pt x="2817" y="10183"/>
                  </a:lnTo>
                  <a:lnTo>
                    <a:pt x="3154" y="10376"/>
                  </a:lnTo>
                  <a:lnTo>
                    <a:pt x="3515" y="10544"/>
                  </a:lnTo>
                  <a:lnTo>
                    <a:pt x="3900" y="10713"/>
                  </a:lnTo>
                  <a:lnTo>
                    <a:pt x="4358" y="10857"/>
                  </a:lnTo>
                  <a:lnTo>
                    <a:pt x="4839" y="10978"/>
                  </a:lnTo>
                  <a:lnTo>
                    <a:pt x="5297" y="11050"/>
                  </a:lnTo>
                  <a:lnTo>
                    <a:pt x="5754" y="11050"/>
                  </a:lnTo>
                  <a:lnTo>
                    <a:pt x="5995" y="11026"/>
                  </a:lnTo>
                  <a:lnTo>
                    <a:pt x="6235" y="11002"/>
                  </a:lnTo>
                  <a:lnTo>
                    <a:pt x="6452" y="10954"/>
                  </a:lnTo>
                  <a:lnTo>
                    <a:pt x="6693" y="10881"/>
                  </a:lnTo>
                  <a:lnTo>
                    <a:pt x="6909" y="10809"/>
                  </a:lnTo>
                  <a:lnTo>
                    <a:pt x="7126" y="10713"/>
                  </a:lnTo>
                  <a:lnTo>
                    <a:pt x="7343" y="10592"/>
                  </a:lnTo>
                  <a:lnTo>
                    <a:pt x="7583" y="10448"/>
                  </a:lnTo>
                  <a:lnTo>
                    <a:pt x="9293" y="9341"/>
                  </a:lnTo>
                  <a:lnTo>
                    <a:pt x="10135" y="8787"/>
                  </a:lnTo>
                  <a:lnTo>
                    <a:pt x="10978" y="8209"/>
                  </a:lnTo>
                  <a:lnTo>
                    <a:pt x="11194" y="8041"/>
                  </a:lnTo>
                  <a:lnTo>
                    <a:pt x="11387" y="7848"/>
                  </a:lnTo>
                  <a:lnTo>
                    <a:pt x="11580" y="7680"/>
                  </a:lnTo>
                  <a:lnTo>
                    <a:pt x="11772" y="7487"/>
                  </a:lnTo>
                  <a:lnTo>
                    <a:pt x="11917" y="7294"/>
                  </a:lnTo>
                  <a:lnTo>
                    <a:pt x="12061" y="7078"/>
                  </a:lnTo>
                  <a:lnTo>
                    <a:pt x="12206" y="6885"/>
                  </a:lnTo>
                  <a:lnTo>
                    <a:pt x="12326" y="6669"/>
                  </a:lnTo>
                  <a:lnTo>
                    <a:pt x="12422" y="6428"/>
                  </a:lnTo>
                  <a:lnTo>
                    <a:pt x="12518" y="6211"/>
                  </a:lnTo>
                  <a:lnTo>
                    <a:pt x="12663" y="5730"/>
                  </a:lnTo>
                  <a:lnTo>
                    <a:pt x="12735" y="5248"/>
                  </a:lnTo>
                  <a:lnTo>
                    <a:pt x="12783" y="4767"/>
                  </a:lnTo>
                  <a:lnTo>
                    <a:pt x="12783" y="4358"/>
                  </a:lnTo>
                  <a:lnTo>
                    <a:pt x="12735" y="3996"/>
                  </a:lnTo>
                  <a:lnTo>
                    <a:pt x="12663" y="3635"/>
                  </a:lnTo>
                  <a:lnTo>
                    <a:pt x="12567" y="3274"/>
                  </a:lnTo>
                  <a:lnTo>
                    <a:pt x="12446" y="2961"/>
                  </a:lnTo>
                  <a:lnTo>
                    <a:pt x="12302" y="2648"/>
                  </a:lnTo>
                  <a:lnTo>
                    <a:pt x="12109" y="2359"/>
                  </a:lnTo>
                  <a:lnTo>
                    <a:pt x="11893" y="2071"/>
                  </a:lnTo>
                  <a:lnTo>
                    <a:pt x="11676" y="1830"/>
                  </a:lnTo>
                  <a:lnTo>
                    <a:pt x="11459" y="1589"/>
                  </a:lnTo>
                  <a:lnTo>
                    <a:pt x="11219" y="1372"/>
                  </a:lnTo>
                  <a:lnTo>
                    <a:pt x="10978" y="1180"/>
                  </a:lnTo>
                  <a:lnTo>
                    <a:pt x="10713" y="987"/>
                  </a:lnTo>
                  <a:lnTo>
                    <a:pt x="10448" y="819"/>
                  </a:lnTo>
                  <a:lnTo>
                    <a:pt x="10183" y="674"/>
                  </a:lnTo>
                  <a:lnTo>
                    <a:pt x="9919" y="554"/>
                  </a:lnTo>
                  <a:lnTo>
                    <a:pt x="9630" y="434"/>
                  </a:lnTo>
                  <a:lnTo>
                    <a:pt x="9341" y="313"/>
                  </a:lnTo>
                  <a:lnTo>
                    <a:pt x="9028" y="241"/>
                  </a:lnTo>
                  <a:lnTo>
                    <a:pt x="8739" y="169"/>
                  </a:lnTo>
                  <a:lnTo>
                    <a:pt x="8426" y="97"/>
                  </a:lnTo>
                  <a:lnTo>
                    <a:pt x="8113" y="48"/>
                  </a:lnTo>
                  <a:lnTo>
                    <a:pt x="746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rot="10800000">
              <a:off x="4049646" y="6440701"/>
              <a:ext cx="362291" cy="446191"/>
            </a:xfrm>
            <a:custGeom>
              <a:avLst/>
              <a:gdLst/>
              <a:ahLst/>
              <a:cxnLst/>
              <a:rect l="l" t="t" r="r" b="b"/>
              <a:pathLst>
                <a:path w="4262" h="5249" extrusionOk="0">
                  <a:moveTo>
                    <a:pt x="1782" y="1"/>
                  </a:moveTo>
                  <a:lnTo>
                    <a:pt x="1590" y="25"/>
                  </a:lnTo>
                  <a:lnTo>
                    <a:pt x="1397" y="73"/>
                  </a:lnTo>
                  <a:lnTo>
                    <a:pt x="1205" y="145"/>
                  </a:lnTo>
                  <a:lnTo>
                    <a:pt x="916" y="314"/>
                  </a:lnTo>
                  <a:lnTo>
                    <a:pt x="771" y="410"/>
                  </a:lnTo>
                  <a:lnTo>
                    <a:pt x="651" y="531"/>
                  </a:lnTo>
                  <a:lnTo>
                    <a:pt x="531" y="675"/>
                  </a:lnTo>
                  <a:lnTo>
                    <a:pt x="410" y="795"/>
                  </a:lnTo>
                  <a:lnTo>
                    <a:pt x="314" y="964"/>
                  </a:lnTo>
                  <a:lnTo>
                    <a:pt x="242" y="1108"/>
                  </a:lnTo>
                  <a:lnTo>
                    <a:pt x="145" y="1349"/>
                  </a:lnTo>
                  <a:lnTo>
                    <a:pt x="73" y="1614"/>
                  </a:lnTo>
                  <a:lnTo>
                    <a:pt x="25" y="1879"/>
                  </a:lnTo>
                  <a:lnTo>
                    <a:pt x="1" y="2143"/>
                  </a:lnTo>
                  <a:lnTo>
                    <a:pt x="1" y="2408"/>
                  </a:lnTo>
                  <a:lnTo>
                    <a:pt x="1" y="2697"/>
                  </a:lnTo>
                  <a:lnTo>
                    <a:pt x="49" y="2962"/>
                  </a:lnTo>
                  <a:lnTo>
                    <a:pt x="121" y="3227"/>
                  </a:lnTo>
                  <a:lnTo>
                    <a:pt x="218" y="3492"/>
                  </a:lnTo>
                  <a:lnTo>
                    <a:pt x="314" y="3732"/>
                  </a:lnTo>
                  <a:lnTo>
                    <a:pt x="434" y="3997"/>
                  </a:lnTo>
                  <a:lnTo>
                    <a:pt x="579" y="4214"/>
                  </a:lnTo>
                  <a:lnTo>
                    <a:pt x="747" y="4430"/>
                  </a:lnTo>
                  <a:lnTo>
                    <a:pt x="916" y="4623"/>
                  </a:lnTo>
                  <a:lnTo>
                    <a:pt x="1132" y="4816"/>
                  </a:lnTo>
                  <a:lnTo>
                    <a:pt x="1349" y="4960"/>
                  </a:lnTo>
                  <a:lnTo>
                    <a:pt x="1518" y="5056"/>
                  </a:lnTo>
                  <a:lnTo>
                    <a:pt x="1710" y="5129"/>
                  </a:lnTo>
                  <a:lnTo>
                    <a:pt x="1927" y="5201"/>
                  </a:lnTo>
                  <a:lnTo>
                    <a:pt x="2167" y="5249"/>
                  </a:lnTo>
                  <a:lnTo>
                    <a:pt x="2408" y="5249"/>
                  </a:lnTo>
                  <a:lnTo>
                    <a:pt x="2625" y="5225"/>
                  </a:lnTo>
                  <a:lnTo>
                    <a:pt x="2866" y="5153"/>
                  </a:lnTo>
                  <a:lnTo>
                    <a:pt x="3058" y="5080"/>
                  </a:lnTo>
                  <a:lnTo>
                    <a:pt x="3275" y="4960"/>
                  </a:lnTo>
                  <a:lnTo>
                    <a:pt x="3467" y="4840"/>
                  </a:lnTo>
                  <a:lnTo>
                    <a:pt x="3636" y="4671"/>
                  </a:lnTo>
                  <a:lnTo>
                    <a:pt x="3780" y="4503"/>
                  </a:lnTo>
                  <a:lnTo>
                    <a:pt x="3925" y="4286"/>
                  </a:lnTo>
                  <a:lnTo>
                    <a:pt x="4045" y="4069"/>
                  </a:lnTo>
                  <a:lnTo>
                    <a:pt x="4141" y="3853"/>
                  </a:lnTo>
                  <a:lnTo>
                    <a:pt x="4214" y="3588"/>
                  </a:lnTo>
                  <a:lnTo>
                    <a:pt x="4238" y="3347"/>
                  </a:lnTo>
                  <a:lnTo>
                    <a:pt x="4262" y="3058"/>
                  </a:lnTo>
                  <a:lnTo>
                    <a:pt x="4238" y="2817"/>
                  </a:lnTo>
                  <a:lnTo>
                    <a:pt x="4214" y="2577"/>
                  </a:lnTo>
                  <a:lnTo>
                    <a:pt x="4117" y="2071"/>
                  </a:lnTo>
                  <a:lnTo>
                    <a:pt x="3949" y="1542"/>
                  </a:lnTo>
                  <a:lnTo>
                    <a:pt x="3780" y="1036"/>
                  </a:lnTo>
                  <a:lnTo>
                    <a:pt x="3636" y="771"/>
                  </a:lnTo>
                  <a:lnTo>
                    <a:pt x="3467" y="531"/>
                  </a:lnTo>
                  <a:lnTo>
                    <a:pt x="3275" y="362"/>
                  </a:lnTo>
                  <a:lnTo>
                    <a:pt x="3058" y="242"/>
                  </a:lnTo>
                  <a:lnTo>
                    <a:pt x="2817" y="145"/>
                  </a:lnTo>
                  <a:lnTo>
                    <a:pt x="2553" y="73"/>
                  </a:lnTo>
                  <a:lnTo>
                    <a:pt x="2264" y="25"/>
                  </a:lnTo>
                  <a:lnTo>
                    <a:pt x="19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rot="10800000">
              <a:off x="4248133" y="6084615"/>
              <a:ext cx="100306" cy="86025"/>
            </a:xfrm>
            <a:custGeom>
              <a:avLst/>
              <a:gdLst/>
              <a:ahLst/>
              <a:cxnLst/>
              <a:rect l="l" t="t" r="r" b="b"/>
              <a:pathLst>
                <a:path w="1180" h="1012" extrusionOk="0">
                  <a:moveTo>
                    <a:pt x="313" y="1"/>
                  </a:moveTo>
                  <a:lnTo>
                    <a:pt x="241" y="25"/>
                  </a:lnTo>
                  <a:lnTo>
                    <a:pt x="169" y="49"/>
                  </a:lnTo>
                  <a:lnTo>
                    <a:pt x="121" y="97"/>
                  </a:lnTo>
                  <a:lnTo>
                    <a:pt x="72" y="169"/>
                  </a:lnTo>
                  <a:lnTo>
                    <a:pt x="24" y="289"/>
                  </a:lnTo>
                  <a:lnTo>
                    <a:pt x="0" y="410"/>
                  </a:lnTo>
                  <a:lnTo>
                    <a:pt x="24" y="530"/>
                  </a:lnTo>
                  <a:lnTo>
                    <a:pt x="48" y="651"/>
                  </a:lnTo>
                  <a:lnTo>
                    <a:pt x="96" y="747"/>
                  </a:lnTo>
                  <a:lnTo>
                    <a:pt x="193" y="843"/>
                  </a:lnTo>
                  <a:lnTo>
                    <a:pt x="289" y="915"/>
                  </a:lnTo>
                  <a:lnTo>
                    <a:pt x="409" y="963"/>
                  </a:lnTo>
                  <a:lnTo>
                    <a:pt x="530" y="988"/>
                  </a:lnTo>
                  <a:lnTo>
                    <a:pt x="674" y="1012"/>
                  </a:lnTo>
                  <a:lnTo>
                    <a:pt x="819" y="988"/>
                  </a:lnTo>
                  <a:lnTo>
                    <a:pt x="963" y="939"/>
                  </a:lnTo>
                  <a:lnTo>
                    <a:pt x="1083" y="867"/>
                  </a:lnTo>
                  <a:lnTo>
                    <a:pt x="1156" y="747"/>
                  </a:lnTo>
                  <a:lnTo>
                    <a:pt x="1180" y="626"/>
                  </a:lnTo>
                  <a:lnTo>
                    <a:pt x="1180" y="554"/>
                  </a:lnTo>
                  <a:lnTo>
                    <a:pt x="1156" y="506"/>
                  </a:lnTo>
                  <a:lnTo>
                    <a:pt x="1083" y="386"/>
                  </a:lnTo>
                  <a:lnTo>
                    <a:pt x="1011" y="289"/>
                  </a:lnTo>
                  <a:lnTo>
                    <a:pt x="915" y="217"/>
                  </a:lnTo>
                  <a:lnTo>
                    <a:pt x="795" y="121"/>
                  </a:lnTo>
                  <a:lnTo>
                    <a:pt x="674" y="73"/>
                  </a:lnTo>
                  <a:lnTo>
                    <a:pt x="554" y="25"/>
                  </a:lnTo>
                  <a:lnTo>
                    <a:pt x="4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rot="10800000">
              <a:off x="4311547" y="6317868"/>
              <a:ext cx="92145" cy="83985"/>
            </a:xfrm>
            <a:custGeom>
              <a:avLst/>
              <a:gdLst/>
              <a:ahLst/>
              <a:cxnLst/>
              <a:rect l="l" t="t" r="r" b="b"/>
              <a:pathLst>
                <a:path w="1084" h="988" extrusionOk="0">
                  <a:moveTo>
                    <a:pt x="409" y="0"/>
                  </a:moveTo>
                  <a:lnTo>
                    <a:pt x="337" y="48"/>
                  </a:lnTo>
                  <a:lnTo>
                    <a:pt x="241" y="97"/>
                  </a:lnTo>
                  <a:lnTo>
                    <a:pt x="169" y="169"/>
                  </a:lnTo>
                  <a:lnTo>
                    <a:pt x="96" y="241"/>
                  </a:lnTo>
                  <a:lnTo>
                    <a:pt x="48" y="337"/>
                  </a:lnTo>
                  <a:lnTo>
                    <a:pt x="0" y="434"/>
                  </a:lnTo>
                  <a:lnTo>
                    <a:pt x="0" y="506"/>
                  </a:lnTo>
                  <a:lnTo>
                    <a:pt x="0" y="602"/>
                  </a:lnTo>
                  <a:lnTo>
                    <a:pt x="24" y="674"/>
                  </a:lnTo>
                  <a:lnTo>
                    <a:pt x="48" y="747"/>
                  </a:lnTo>
                  <a:lnTo>
                    <a:pt x="96" y="819"/>
                  </a:lnTo>
                  <a:lnTo>
                    <a:pt x="145" y="891"/>
                  </a:lnTo>
                  <a:lnTo>
                    <a:pt x="217" y="939"/>
                  </a:lnTo>
                  <a:lnTo>
                    <a:pt x="289" y="963"/>
                  </a:lnTo>
                  <a:lnTo>
                    <a:pt x="434" y="987"/>
                  </a:lnTo>
                  <a:lnTo>
                    <a:pt x="698" y="987"/>
                  </a:lnTo>
                  <a:lnTo>
                    <a:pt x="795" y="939"/>
                  </a:lnTo>
                  <a:lnTo>
                    <a:pt x="891" y="891"/>
                  </a:lnTo>
                  <a:lnTo>
                    <a:pt x="987" y="819"/>
                  </a:lnTo>
                  <a:lnTo>
                    <a:pt x="1035" y="722"/>
                  </a:lnTo>
                  <a:lnTo>
                    <a:pt x="1083" y="602"/>
                  </a:lnTo>
                  <a:lnTo>
                    <a:pt x="1083" y="530"/>
                  </a:lnTo>
                  <a:lnTo>
                    <a:pt x="1059" y="434"/>
                  </a:lnTo>
                  <a:lnTo>
                    <a:pt x="1035" y="337"/>
                  </a:lnTo>
                  <a:lnTo>
                    <a:pt x="963" y="265"/>
                  </a:lnTo>
                  <a:lnTo>
                    <a:pt x="891" y="169"/>
                  </a:lnTo>
                  <a:lnTo>
                    <a:pt x="795" y="97"/>
                  </a:lnTo>
                  <a:lnTo>
                    <a:pt x="698" y="48"/>
                  </a:lnTo>
                  <a:lnTo>
                    <a:pt x="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rot="10800000">
              <a:off x="4139666" y="6252415"/>
              <a:ext cx="57378" cy="40972"/>
            </a:xfrm>
            <a:custGeom>
              <a:avLst/>
              <a:gdLst/>
              <a:ahLst/>
              <a:cxnLst/>
              <a:rect l="l" t="t" r="r" b="b"/>
              <a:pathLst>
                <a:path w="675" h="482" extrusionOk="0">
                  <a:moveTo>
                    <a:pt x="338" y="0"/>
                  </a:moveTo>
                  <a:lnTo>
                    <a:pt x="145" y="72"/>
                  </a:lnTo>
                  <a:lnTo>
                    <a:pt x="97" y="96"/>
                  </a:lnTo>
                  <a:lnTo>
                    <a:pt x="25" y="145"/>
                  </a:lnTo>
                  <a:lnTo>
                    <a:pt x="1" y="217"/>
                  </a:lnTo>
                  <a:lnTo>
                    <a:pt x="1" y="289"/>
                  </a:lnTo>
                  <a:lnTo>
                    <a:pt x="25" y="337"/>
                  </a:lnTo>
                  <a:lnTo>
                    <a:pt x="73" y="385"/>
                  </a:lnTo>
                  <a:lnTo>
                    <a:pt x="121" y="433"/>
                  </a:lnTo>
                  <a:lnTo>
                    <a:pt x="217" y="458"/>
                  </a:lnTo>
                  <a:lnTo>
                    <a:pt x="362" y="482"/>
                  </a:lnTo>
                  <a:lnTo>
                    <a:pt x="530" y="482"/>
                  </a:lnTo>
                  <a:lnTo>
                    <a:pt x="602" y="458"/>
                  </a:lnTo>
                  <a:lnTo>
                    <a:pt x="675" y="385"/>
                  </a:lnTo>
                  <a:lnTo>
                    <a:pt x="675" y="289"/>
                  </a:lnTo>
                  <a:lnTo>
                    <a:pt x="675" y="193"/>
                  </a:lnTo>
                  <a:lnTo>
                    <a:pt x="578" y="72"/>
                  </a:lnTo>
                  <a:lnTo>
                    <a:pt x="530" y="24"/>
                  </a:ln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rot="10800000">
              <a:off x="4010714" y="6168515"/>
              <a:ext cx="39017" cy="43013"/>
            </a:xfrm>
            <a:custGeom>
              <a:avLst/>
              <a:gdLst/>
              <a:ahLst/>
              <a:cxnLst/>
              <a:rect l="l" t="t" r="r" b="b"/>
              <a:pathLst>
                <a:path w="459" h="506" extrusionOk="0">
                  <a:moveTo>
                    <a:pt x="121" y="0"/>
                  </a:moveTo>
                  <a:lnTo>
                    <a:pt x="49" y="72"/>
                  </a:lnTo>
                  <a:lnTo>
                    <a:pt x="25" y="145"/>
                  </a:lnTo>
                  <a:lnTo>
                    <a:pt x="1" y="217"/>
                  </a:lnTo>
                  <a:lnTo>
                    <a:pt x="25" y="289"/>
                  </a:lnTo>
                  <a:lnTo>
                    <a:pt x="49" y="361"/>
                  </a:lnTo>
                  <a:lnTo>
                    <a:pt x="97" y="433"/>
                  </a:lnTo>
                  <a:lnTo>
                    <a:pt x="169" y="482"/>
                  </a:lnTo>
                  <a:lnTo>
                    <a:pt x="242" y="506"/>
                  </a:lnTo>
                  <a:lnTo>
                    <a:pt x="338" y="506"/>
                  </a:lnTo>
                  <a:lnTo>
                    <a:pt x="410" y="482"/>
                  </a:lnTo>
                  <a:lnTo>
                    <a:pt x="434" y="433"/>
                  </a:lnTo>
                  <a:lnTo>
                    <a:pt x="458" y="361"/>
                  </a:lnTo>
                  <a:lnTo>
                    <a:pt x="458" y="313"/>
                  </a:lnTo>
                  <a:lnTo>
                    <a:pt x="434" y="241"/>
                  </a:lnTo>
                  <a:lnTo>
                    <a:pt x="410" y="169"/>
                  </a:lnTo>
                  <a:lnTo>
                    <a:pt x="386" y="120"/>
                  </a:lnTo>
                  <a:lnTo>
                    <a:pt x="314" y="72"/>
                  </a:lnTo>
                  <a:lnTo>
                    <a:pt x="266"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rot="10800000">
              <a:off x="4025080" y="6008875"/>
              <a:ext cx="51258" cy="39017"/>
            </a:xfrm>
            <a:custGeom>
              <a:avLst/>
              <a:gdLst/>
              <a:ahLst/>
              <a:cxnLst/>
              <a:rect l="l" t="t" r="r" b="b"/>
              <a:pathLst>
                <a:path w="603" h="459" extrusionOk="0">
                  <a:moveTo>
                    <a:pt x="242" y="1"/>
                  </a:moveTo>
                  <a:lnTo>
                    <a:pt x="145" y="49"/>
                  </a:lnTo>
                  <a:lnTo>
                    <a:pt x="49" y="97"/>
                  </a:lnTo>
                  <a:lnTo>
                    <a:pt x="1" y="169"/>
                  </a:lnTo>
                  <a:lnTo>
                    <a:pt x="1" y="242"/>
                  </a:lnTo>
                  <a:lnTo>
                    <a:pt x="25" y="314"/>
                  </a:lnTo>
                  <a:lnTo>
                    <a:pt x="97" y="362"/>
                  </a:lnTo>
                  <a:lnTo>
                    <a:pt x="145" y="410"/>
                  </a:lnTo>
                  <a:lnTo>
                    <a:pt x="218" y="434"/>
                  </a:lnTo>
                  <a:lnTo>
                    <a:pt x="314" y="458"/>
                  </a:lnTo>
                  <a:lnTo>
                    <a:pt x="482" y="458"/>
                  </a:lnTo>
                  <a:lnTo>
                    <a:pt x="555" y="410"/>
                  </a:lnTo>
                  <a:lnTo>
                    <a:pt x="579" y="386"/>
                  </a:lnTo>
                  <a:lnTo>
                    <a:pt x="603" y="314"/>
                  </a:lnTo>
                  <a:lnTo>
                    <a:pt x="555" y="218"/>
                  </a:lnTo>
                  <a:lnTo>
                    <a:pt x="506" y="121"/>
                  </a:lnTo>
                  <a:lnTo>
                    <a:pt x="434" y="73"/>
                  </a:lnTo>
                  <a:lnTo>
                    <a:pt x="338" y="25"/>
                  </a:lnTo>
                  <a:lnTo>
                    <a:pt x="2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rot="10800000">
              <a:off x="4166273" y="6027321"/>
              <a:ext cx="28732" cy="38932"/>
            </a:xfrm>
            <a:custGeom>
              <a:avLst/>
              <a:gdLst/>
              <a:ahLst/>
              <a:cxnLst/>
              <a:rect l="l" t="t" r="r" b="b"/>
              <a:pathLst>
                <a:path w="338" h="458" extrusionOk="0">
                  <a:moveTo>
                    <a:pt x="193" y="0"/>
                  </a:moveTo>
                  <a:lnTo>
                    <a:pt x="121" y="24"/>
                  </a:lnTo>
                  <a:lnTo>
                    <a:pt x="73" y="72"/>
                  </a:lnTo>
                  <a:lnTo>
                    <a:pt x="25" y="169"/>
                  </a:lnTo>
                  <a:lnTo>
                    <a:pt x="1" y="265"/>
                  </a:lnTo>
                  <a:lnTo>
                    <a:pt x="25" y="337"/>
                  </a:lnTo>
                  <a:lnTo>
                    <a:pt x="25" y="385"/>
                  </a:lnTo>
                  <a:lnTo>
                    <a:pt x="73" y="434"/>
                  </a:lnTo>
                  <a:lnTo>
                    <a:pt x="121" y="458"/>
                  </a:lnTo>
                  <a:lnTo>
                    <a:pt x="169" y="458"/>
                  </a:lnTo>
                  <a:lnTo>
                    <a:pt x="241" y="434"/>
                  </a:lnTo>
                  <a:lnTo>
                    <a:pt x="265" y="385"/>
                  </a:lnTo>
                  <a:lnTo>
                    <a:pt x="314" y="337"/>
                  </a:lnTo>
                  <a:lnTo>
                    <a:pt x="338" y="265"/>
                  </a:lnTo>
                  <a:lnTo>
                    <a:pt x="338" y="193"/>
                  </a:lnTo>
                  <a:lnTo>
                    <a:pt x="338" y="145"/>
                  </a:lnTo>
                  <a:lnTo>
                    <a:pt x="290" y="72"/>
                  </a:lnTo>
                  <a:lnTo>
                    <a:pt x="265"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rot="10800000">
              <a:off x="4436419" y="6178715"/>
              <a:ext cx="26607" cy="39017"/>
            </a:xfrm>
            <a:custGeom>
              <a:avLst/>
              <a:gdLst/>
              <a:ahLst/>
              <a:cxnLst/>
              <a:rect l="l" t="t" r="r" b="b"/>
              <a:pathLst>
                <a:path w="313" h="459" extrusionOk="0">
                  <a:moveTo>
                    <a:pt x="193" y="1"/>
                  </a:moveTo>
                  <a:lnTo>
                    <a:pt x="144" y="25"/>
                  </a:lnTo>
                  <a:lnTo>
                    <a:pt x="96" y="49"/>
                  </a:lnTo>
                  <a:lnTo>
                    <a:pt x="24" y="145"/>
                  </a:lnTo>
                  <a:lnTo>
                    <a:pt x="0" y="242"/>
                  </a:lnTo>
                  <a:lnTo>
                    <a:pt x="24" y="338"/>
                  </a:lnTo>
                  <a:lnTo>
                    <a:pt x="96" y="434"/>
                  </a:lnTo>
                  <a:lnTo>
                    <a:pt x="120" y="458"/>
                  </a:lnTo>
                  <a:lnTo>
                    <a:pt x="169" y="458"/>
                  </a:lnTo>
                  <a:lnTo>
                    <a:pt x="217" y="434"/>
                  </a:lnTo>
                  <a:lnTo>
                    <a:pt x="241" y="410"/>
                  </a:lnTo>
                  <a:lnTo>
                    <a:pt x="289" y="338"/>
                  </a:lnTo>
                  <a:lnTo>
                    <a:pt x="313" y="242"/>
                  </a:lnTo>
                  <a:lnTo>
                    <a:pt x="313" y="169"/>
                  </a:lnTo>
                  <a:lnTo>
                    <a:pt x="289" y="73"/>
                  </a:lnTo>
                  <a:lnTo>
                    <a:pt x="241" y="25"/>
                  </a:lnTo>
                  <a:lnTo>
                    <a:pt x="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rot="10800000">
              <a:off x="4420013" y="6008875"/>
              <a:ext cx="24651" cy="32812"/>
            </a:xfrm>
            <a:custGeom>
              <a:avLst/>
              <a:gdLst/>
              <a:ahLst/>
              <a:cxnLst/>
              <a:rect l="l" t="t" r="r" b="b"/>
              <a:pathLst>
                <a:path w="290" h="386" extrusionOk="0">
                  <a:moveTo>
                    <a:pt x="73" y="0"/>
                  </a:moveTo>
                  <a:lnTo>
                    <a:pt x="25" y="48"/>
                  </a:lnTo>
                  <a:lnTo>
                    <a:pt x="1" y="72"/>
                  </a:lnTo>
                  <a:lnTo>
                    <a:pt x="1" y="169"/>
                  </a:lnTo>
                  <a:lnTo>
                    <a:pt x="25" y="241"/>
                  </a:lnTo>
                  <a:lnTo>
                    <a:pt x="97" y="313"/>
                  </a:lnTo>
                  <a:lnTo>
                    <a:pt x="169" y="385"/>
                  </a:lnTo>
                  <a:lnTo>
                    <a:pt x="217" y="385"/>
                  </a:lnTo>
                  <a:lnTo>
                    <a:pt x="266" y="361"/>
                  </a:lnTo>
                  <a:lnTo>
                    <a:pt x="290" y="313"/>
                  </a:lnTo>
                  <a:lnTo>
                    <a:pt x="290" y="193"/>
                  </a:lnTo>
                  <a:lnTo>
                    <a:pt x="241" y="96"/>
                  </a:lnTo>
                  <a:lnTo>
                    <a:pt x="169"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rot="10800000">
              <a:off x="4248133" y="6495954"/>
              <a:ext cx="26692" cy="26692"/>
            </a:xfrm>
            <a:custGeom>
              <a:avLst/>
              <a:gdLst/>
              <a:ahLst/>
              <a:cxnLst/>
              <a:rect l="l" t="t" r="r" b="b"/>
              <a:pathLst>
                <a:path w="314" h="314" extrusionOk="0">
                  <a:moveTo>
                    <a:pt x="145" y="1"/>
                  </a:moveTo>
                  <a:lnTo>
                    <a:pt x="73" y="25"/>
                  </a:lnTo>
                  <a:lnTo>
                    <a:pt x="25" y="49"/>
                  </a:lnTo>
                  <a:lnTo>
                    <a:pt x="1" y="121"/>
                  </a:lnTo>
                  <a:lnTo>
                    <a:pt x="1" y="194"/>
                  </a:lnTo>
                  <a:lnTo>
                    <a:pt x="25" y="242"/>
                  </a:lnTo>
                  <a:lnTo>
                    <a:pt x="49" y="266"/>
                  </a:lnTo>
                  <a:lnTo>
                    <a:pt x="121" y="290"/>
                  </a:lnTo>
                  <a:lnTo>
                    <a:pt x="169" y="314"/>
                  </a:lnTo>
                  <a:lnTo>
                    <a:pt x="217" y="290"/>
                  </a:lnTo>
                  <a:lnTo>
                    <a:pt x="266" y="266"/>
                  </a:lnTo>
                  <a:lnTo>
                    <a:pt x="314" y="218"/>
                  </a:lnTo>
                  <a:lnTo>
                    <a:pt x="314" y="145"/>
                  </a:lnTo>
                  <a:lnTo>
                    <a:pt x="314" y="97"/>
                  </a:lnTo>
                  <a:lnTo>
                    <a:pt x="266" y="49"/>
                  </a:lnTo>
                  <a:lnTo>
                    <a:pt x="2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rot="10800000">
              <a:off x="4242012" y="6328154"/>
              <a:ext cx="22526" cy="20486"/>
            </a:xfrm>
            <a:custGeom>
              <a:avLst/>
              <a:gdLst/>
              <a:ahLst/>
              <a:cxnLst/>
              <a:rect l="l" t="t" r="r" b="b"/>
              <a:pathLst>
                <a:path w="265" h="241" extrusionOk="0">
                  <a:moveTo>
                    <a:pt x="96" y="0"/>
                  </a:moveTo>
                  <a:lnTo>
                    <a:pt x="48" y="24"/>
                  </a:lnTo>
                  <a:lnTo>
                    <a:pt x="0" y="72"/>
                  </a:lnTo>
                  <a:lnTo>
                    <a:pt x="0" y="96"/>
                  </a:lnTo>
                  <a:lnTo>
                    <a:pt x="0" y="145"/>
                  </a:lnTo>
                  <a:lnTo>
                    <a:pt x="24" y="169"/>
                  </a:lnTo>
                  <a:lnTo>
                    <a:pt x="48" y="217"/>
                  </a:lnTo>
                  <a:lnTo>
                    <a:pt x="96" y="241"/>
                  </a:lnTo>
                  <a:lnTo>
                    <a:pt x="145" y="217"/>
                  </a:lnTo>
                  <a:lnTo>
                    <a:pt x="193" y="193"/>
                  </a:lnTo>
                  <a:lnTo>
                    <a:pt x="241" y="145"/>
                  </a:lnTo>
                  <a:lnTo>
                    <a:pt x="265" y="121"/>
                  </a:lnTo>
                  <a:lnTo>
                    <a:pt x="265" y="72"/>
                  </a:lnTo>
                  <a:lnTo>
                    <a:pt x="217" y="24"/>
                  </a:lnTo>
                  <a:lnTo>
                    <a:pt x="1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rot="10800000">
              <a:off x="4299306" y="6481588"/>
              <a:ext cx="20486" cy="20571"/>
            </a:xfrm>
            <a:custGeom>
              <a:avLst/>
              <a:gdLst/>
              <a:ahLst/>
              <a:cxnLst/>
              <a:rect l="l" t="t" r="r" b="b"/>
              <a:pathLst>
                <a:path w="241" h="242" extrusionOk="0">
                  <a:moveTo>
                    <a:pt x="121" y="1"/>
                  </a:moveTo>
                  <a:lnTo>
                    <a:pt x="72" y="25"/>
                  </a:lnTo>
                  <a:lnTo>
                    <a:pt x="24" y="73"/>
                  </a:lnTo>
                  <a:lnTo>
                    <a:pt x="0" y="121"/>
                  </a:lnTo>
                  <a:lnTo>
                    <a:pt x="24" y="193"/>
                  </a:lnTo>
                  <a:lnTo>
                    <a:pt x="24" y="217"/>
                  </a:lnTo>
                  <a:lnTo>
                    <a:pt x="96" y="241"/>
                  </a:lnTo>
                  <a:lnTo>
                    <a:pt x="145" y="217"/>
                  </a:lnTo>
                  <a:lnTo>
                    <a:pt x="193" y="193"/>
                  </a:lnTo>
                  <a:lnTo>
                    <a:pt x="217" y="145"/>
                  </a:lnTo>
                  <a:lnTo>
                    <a:pt x="241" y="97"/>
                  </a:lnTo>
                  <a:lnTo>
                    <a:pt x="241" y="73"/>
                  </a:lnTo>
                  <a:lnTo>
                    <a:pt x="217" y="25"/>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rot="10800000">
              <a:off x="4454780" y="6305628"/>
              <a:ext cx="16491" cy="16406"/>
            </a:xfrm>
            <a:custGeom>
              <a:avLst/>
              <a:gdLst/>
              <a:ahLst/>
              <a:cxnLst/>
              <a:rect l="l" t="t" r="r" b="b"/>
              <a:pathLst>
                <a:path w="194" h="193" extrusionOk="0">
                  <a:moveTo>
                    <a:pt x="25" y="0"/>
                  </a:moveTo>
                  <a:lnTo>
                    <a:pt x="1" y="48"/>
                  </a:lnTo>
                  <a:lnTo>
                    <a:pt x="1" y="120"/>
                  </a:lnTo>
                  <a:lnTo>
                    <a:pt x="25" y="169"/>
                  </a:lnTo>
                  <a:lnTo>
                    <a:pt x="49" y="193"/>
                  </a:lnTo>
                  <a:lnTo>
                    <a:pt x="145" y="193"/>
                  </a:lnTo>
                  <a:lnTo>
                    <a:pt x="169" y="169"/>
                  </a:lnTo>
                  <a:lnTo>
                    <a:pt x="193" y="120"/>
                  </a:lnTo>
                  <a:lnTo>
                    <a:pt x="193" y="72"/>
                  </a:lnTo>
                  <a:lnTo>
                    <a:pt x="169" y="24"/>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rot="10800000">
              <a:off x="4340193" y="6283101"/>
              <a:ext cx="14451" cy="14366"/>
            </a:xfrm>
            <a:custGeom>
              <a:avLst/>
              <a:gdLst/>
              <a:ahLst/>
              <a:cxnLst/>
              <a:rect l="l" t="t" r="r" b="b"/>
              <a:pathLst>
                <a:path w="170" h="169" extrusionOk="0">
                  <a:moveTo>
                    <a:pt x="49" y="0"/>
                  </a:moveTo>
                  <a:lnTo>
                    <a:pt x="25" y="24"/>
                  </a:lnTo>
                  <a:lnTo>
                    <a:pt x="1" y="72"/>
                  </a:lnTo>
                  <a:lnTo>
                    <a:pt x="1" y="96"/>
                  </a:lnTo>
                  <a:lnTo>
                    <a:pt x="25" y="144"/>
                  </a:lnTo>
                  <a:lnTo>
                    <a:pt x="49" y="169"/>
                  </a:lnTo>
                  <a:lnTo>
                    <a:pt x="97" y="169"/>
                  </a:lnTo>
                  <a:lnTo>
                    <a:pt x="145" y="144"/>
                  </a:lnTo>
                  <a:lnTo>
                    <a:pt x="169" y="96"/>
                  </a:lnTo>
                  <a:lnTo>
                    <a:pt x="169" y="72"/>
                  </a:lnTo>
                  <a:lnTo>
                    <a:pt x="145" y="24"/>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rot="10800000">
              <a:off x="4374960" y="6497994"/>
              <a:ext cx="18531" cy="8245"/>
            </a:xfrm>
            <a:custGeom>
              <a:avLst/>
              <a:gdLst/>
              <a:ahLst/>
              <a:cxnLst/>
              <a:rect l="l" t="t" r="r" b="b"/>
              <a:pathLst>
                <a:path w="218" h="97" extrusionOk="0">
                  <a:moveTo>
                    <a:pt x="1" y="49"/>
                  </a:moveTo>
                  <a:lnTo>
                    <a:pt x="25" y="73"/>
                  </a:lnTo>
                  <a:lnTo>
                    <a:pt x="43" y="61"/>
                  </a:lnTo>
                  <a:lnTo>
                    <a:pt x="43" y="61"/>
                  </a:lnTo>
                  <a:lnTo>
                    <a:pt x="1" y="49"/>
                  </a:lnTo>
                  <a:close/>
                  <a:moveTo>
                    <a:pt x="169" y="1"/>
                  </a:moveTo>
                  <a:lnTo>
                    <a:pt x="97" y="25"/>
                  </a:lnTo>
                  <a:lnTo>
                    <a:pt x="43" y="61"/>
                  </a:lnTo>
                  <a:lnTo>
                    <a:pt x="43" y="61"/>
                  </a:lnTo>
                  <a:lnTo>
                    <a:pt x="169" y="97"/>
                  </a:lnTo>
                  <a:lnTo>
                    <a:pt x="217" y="73"/>
                  </a:lnTo>
                  <a:lnTo>
                    <a:pt x="2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rot="10800000">
              <a:off x="4199000" y="6156189"/>
              <a:ext cx="10286" cy="8330"/>
            </a:xfrm>
            <a:custGeom>
              <a:avLst/>
              <a:gdLst/>
              <a:ahLst/>
              <a:cxnLst/>
              <a:rect l="l" t="t" r="r" b="b"/>
              <a:pathLst>
                <a:path w="121" h="98" extrusionOk="0">
                  <a:moveTo>
                    <a:pt x="48" y="1"/>
                  </a:moveTo>
                  <a:lnTo>
                    <a:pt x="0" y="25"/>
                  </a:lnTo>
                  <a:lnTo>
                    <a:pt x="48" y="97"/>
                  </a:lnTo>
                  <a:lnTo>
                    <a:pt x="96" y="73"/>
                  </a:lnTo>
                  <a:lnTo>
                    <a:pt x="121"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rot="10800000">
              <a:off x="4174433" y="6217647"/>
              <a:ext cx="4165" cy="8245"/>
            </a:xfrm>
            <a:custGeom>
              <a:avLst/>
              <a:gdLst/>
              <a:ahLst/>
              <a:cxnLst/>
              <a:rect l="l" t="t" r="r" b="b"/>
              <a:pathLst>
                <a:path w="49" h="97" extrusionOk="0">
                  <a:moveTo>
                    <a:pt x="24" y="1"/>
                  </a:moveTo>
                  <a:lnTo>
                    <a:pt x="0" y="49"/>
                  </a:lnTo>
                  <a:lnTo>
                    <a:pt x="24" y="97"/>
                  </a:lnTo>
                  <a:lnTo>
                    <a:pt x="48" y="73"/>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rot="10800000">
              <a:off x="4391366" y="6500034"/>
              <a:ext cx="2125" cy="2125"/>
            </a:xfrm>
            <a:custGeom>
              <a:avLst/>
              <a:gdLst/>
              <a:ahLst/>
              <a:cxnLst/>
              <a:rect l="l" t="t" r="r" b="b"/>
              <a:pathLst>
                <a:path w="25" h="25" extrusionOk="0">
                  <a:moveTo>
                    <a:pt x="1" y="1"/>
                  </a:moveTo>
                  <a:lnTo>
                    <a:pt x="1" y="1"/>
                  </a:lnTo>
                  <a:lnTo>
                    <a:pt x="25" y="25"/>
                  </a:lnTo>
                  <a:lnTo>
                    <a:pt x="25" y="25"/>
                  </a:ln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 name="Google Shape;201;p2"/>
          <p:cNvGrpSpPr/>
          <p:nvPr/>
        </p:nvGrpSpPr>
        <p:grpSpPr>
          <a:xfrm>
            <a:off x="8634323" y="2912409"/>
            <a:ext cx="2932767" cy="3055531"/>
            <a:chOff x="3729950" y="1579200"/>
            <a:chExt cx="546475" cy="569350"/>
          </a:xfrm>
        </p:grpSpPr>
        <p:sp>
          <p:nvSpPr>
            <p:cNvPr id="202" name="Google Shape;202;p2"/>
            <p:cNvSpPr/>
            <p:nvPr/>
          </p:nvSpPr>
          <p:spPr>
            <a:xfrm>
              <a:off x="3729950" y="1579200"/>
              <a:ext cx="546475" cy="569350"/>
            </a:xfrm>
            <a:custGeom>
              <a:avLst/>
              <a:gdLst/>
              <a:ahLst/>
              <a:cxnLst/>
              <a:rect l="l" t="t" r="r" b="b"/>
              <a:pathLst>
                <a:path w="21859" h="22774" extrusionOk="0">
                  <a:moveTo>
                    <a:pt x="5898" y="0"/>
                  </a:moveTo>
                  <a:lnTo>
                    <a:pt x="5537" y="48"/>
                  </a:lnTo>
                  <a:lnTo>
                    <a:pt x="5200" y="96"/>
                  </a:lnTo>
                  <a:lnTo>
                    <a:pt x="4839" y="169"/>
                  </a:lnTo>
                  <a:lnTo>
                    <a:pt x="4502" y="241"/>
                  </a:lnTo>
                  <a:lnTo>
                    <a:pt x="3804" y="458"/>
                  </a:lnTo>
                  <a:lnTo>
                    <a:pt x="3274" y="650"/>
                  </a:lnTo>
                  <a:lnTo>
                    <a:pt x="2745" y="915"/>
                  </a:lnTo>
                  <a:lnTo>
                    <a:pt x="2263" y="1228"/>
                  </a:lnTo>
                  <a:lnTo>
                    <a:pt x="1782" y="1565"/>
                  </a:lnTo>
                  <a:lnTo>
                    <a:pt x="1565" y="1758"/>
                  </a:lnTo>
                  <a:lnTo>
                    <a:pt x="1348" y="1974"/>
                  </a:lnTo>
                  <a:lnTo>
                    <a:pt x="1156" y="2191"/>
                  </a:lnTo>
                  <a:lnTo>
                    <a:pt x="987" y="2432"/>
                  </a:lnTo>
                  <a:lnTo>
                    <a:pt x="843" y="2672"/>
                  </a:lnTo>
                  <a:lnTo>
                    <a:pt x="722" y="2937"/>
                  </a:lnTo>
                  <a:lnTo>
                    <a:pt x="626" y="3226"/>
                  </a:lnTo>
                  <a:lnTo>
                    <a:pt x="530" y="3515"/>
                  </a:lnTo>
                  <a:lnTo>
                    <a:pt x="410" y="3900"/>
                  </a:lnTo>
                  <a:lnTo>
                    <a:pt x="337" y="4309"/>
                  </a:lnTo>
                  <a:lnTo>
                    <a:pt x="265" y="4694"/>
                  </a:lnTo>
                  <a:lnTo>
                    <a:pt x="217" y="5104"/>
                  </a:lnTo>
                  <a:lnTo>
                    <a:pt x="121" y="5898"/>
                  </a:lnTo>
                  <a:lnTo>
                    <a:pt x="48" y="6693"/>
                  </a:lnTo>
                  <a:lnTo>
                    <a:pt x="24" y="7078"/>
                  </a:lnTo>
                  <a:lnTo>
                    <a:pt x="0" y="7487"/>
                  </a:lnTo>
                  <a:lnTo>
                    <a:pt x="0" y="7872"/>
                  </a:lnTo>
                  <a:lnTo>
                    <a:pt x="24" y="8281"/>
                  </a:lnTo>
                  <a:lnTo>
                    <a:pt x="48" y="8378"/>
                  </a:lnTo>
                  <a:lnTo>
                    <a:pt x="24" y="8498"/>
                  </a:lnTo>
                  <a:lnTo>
                    <a:pt x="0" y="8883"/>
                  </a:lnTo>
                  <a:lnTo>
                    <a:pt x="0" y="9268"/>
                  </a:lnTo>
                  <a:lnTo>
                    <a:pt x="0" y="9654"/>
                  </a:lnTo>
                  <a:lnTo>
                    <a:pt x="48" y="10039"/>
                  </a:lnTo>
                  <a:lnTo>
                    <a:pt x="193" y="11603"/>
                  </a:lnTo>
                  <a:lnTo>
                    <a:pt x="337" y="13168"/>
                  </a:lnTo>
                  <a:lnTo>
                    <a:pt x="385" y="13866"/>
                  </a:lnTo>
                  <a:lnTo>
                    <a:pt x="458" y="14564"/>
                  </a:lnTo>
                  <a:lnTo>
                    <a:pt x="554" y="15263"/>
                  </a:lnTo>
                  <a:lnTo>
                    <a:pt x="650" y="15961"/>
                  </a:lnTo>
                  <a:lnTo>
                    <a:pt x="819" y="16707"/>
                  </a:lnTo>
                  <a:lnTo>
                    <a:pt x="1035" y="17453"/>
                  </a:lnTo>
                  <a:lnTo>
                    <a:pt x="1156" y="17814"/>
                  </a:lnTo>
                  <a:lnTo>
                    <a:pt x="1300" y="18175"/>
                  </a:lnTo>
                  <a:lnTo>
                    <a:pt x="1469" y="18536"/>
                  </a:lnTo>
                  <a:lnTo>
                    <a:pt x="1637" y="18874"/>
                  </a:lnTo>
                  <a:lnTo>
                    <a:pt x="1974" y="19451"/>
                  </a:lnTo>
                  <a:lnTo>
                    <a:pt x="2335" y="19957"/>
                  </a:lnTo>
                  <a:lnTo>
                    <a:pt x="2745" y="20462"/>
                  </a:lnTo>
                  <a:lnTo>
                    <a:pt x="3178" y="20896"/>
                  </a:lnTo>
                  <a:lnTo>
                    <a:pt x="3659" y="21305"/>
                  </a:lnTo>
                  <a:lnTo>
                    <a:pt x="4189" y="21666"/>
                  </a:lnTo>
                  <a:lnTo>
                    <a:pt x="4719" y="22003"/>
                  </a:lnTo>
                  <a:lnTo>
                    <a:pt x="5320" y="22292"/>
                  </a:lnTo>
                  <a:lnTo>
                    <a:pt x="5609" y="22412"/>
                  </a:lnTo>
                  <a:lnTo>
                    <a:pt x="5898" y="22509"/>
                  </a:lnTo>
                  <a:lnTo>
                    <a:pt x="6500" y="22653"/>
                  </a:lnTo>
                  <a:lnTo>
                    <a:pt x="7006" y="22749"/>
                  </a:lnTo>
                  <a:lnTo>
                    <a:pt x="7511" y="22773"/>
                  </a:lnTo>
                  <a:lnTo>
                    <a:pt x="8017" y="22773"/>
                  </a:lnTo>
                  <a:lnTo>
                    <a:pt x="8498" y="22725"/>
                  </a:lnTo>
                  <a:lnTo>
                    <a:pt x="8980" y="22605"/>
                  </a:lnTo>
                  <a:lnTo>
                    <a:pt x="9437" y="22460"/>
                  </a:lnTo>
                  <a:lnTo>
                    <a:pt x="9918" y="22244"/>
                  </a:lnTo>
                  <a:lnTo>
                    <a:pt x="10352" y="21955"/>
                  </a:lnTo>
                  <a:lnTo>
                    <a:pt x="11026" y="21497"/>
                  </a:lnTo>
                  <a:lnTo>
                    <a:pt x="11652" y="20968"/>
                  </a:lnTo>
                  <a:lnTo>
                    <a:pt x="12952" y="19836"/>
                  </a:lnTo>
                  <a:lnTo>
                    <a:pt x="13361" y="19499"/>
                  </a:lnTo>
                  <a:lnTo>
                    <a:pt x="13746" y="19186"/>
                  </a:lnTo>
                  <a:lnTo>
                    <a:pt x="14155" y="18898"/>
                  </a:lnTo>
                  <a:lnTo>
                    <a:pt x="14589" y="18585"/>
                  </a:lnTo>
                  <a:lnTo>
                    <a:pt x="14998" y="18320"/>
                  </a:lnTo>
                  <a:lnTo>
                    <a:pt x="15431" y="18055"/>
                  </a:lnTo>
                  <a:lnTo>
                    <a:pt x="15889" y="17814"/>
                  </a:lnTo>
                  <a:lnTo>
                    <a:pt x="16346" y="17574"/>
                  </a:lnTo>
                  <a:lnTo>
                    <a:pt x="17887" y="16779"/>
                  </a:lnTo>
                  <a:lnTo>
                    <a:pt x="18416" y="16466"/>
                  </a:lnTo>
                  <a:lnTo>
                    <a:pt x="18922" y="16153"/>
                  </a:lnTo>
                  <a:lnTo>
                    <a:pt x="19427" y="15816"/>
                  </a:lnTo>
                  <a:lnTo>
                    <a:pt x="19933" y="15431"/>
                  </a:lnTo>
                  <a:lnTo>
                    <a:pt x="20174" y="15214"/>
                  </a:lnTo>
                  <a:lnTo>
                    <a:pt x="20438" y="14974"/>
                  </a:lnTo>
                  <a:lnTo>
                    <a:pt x="20679" y="14733"/>
                  </a:lnTo>
                  <a:lnTo>
                    <a:pt x="20896" y="14492"/>
                  </a:lnTo>
                  <a:lnTo>
                    <a:pt x="21113" y="14203"/>
                  </a:lnTo>
                  <a:lnTo>
                    <a:pt x="21305" y="13890"/>
                  </a:lnTo>
                  <a:lnTo>
                    <a:pt x="21474" y="13577"/>
                  </a:lnTo>
                  <a:lnTo>
                    <a:pt x="21618" y="13264"/>
                  </a:lnTo>
                  <a:lnTo>
                    <a:pt x="21738" y="12927"/>
                  </a:lnTo>
                  <a:lnTo>
                    <a:pt x="21811" y="12590"/>
                  </a:lnTo>
                  <a:lnTo>
                    <a:pt x="21859" y="12229"/>
                  </a:lnTo>
                  <a:lnTo>
                    <a:pt x="21859" y="11868"/>
                  </a:lnTo>
                  <a:lnTo>
                    <a:pt x="21835" y="11411"/>
                  </a:lnTo>
                  <a:lnTo>
                    <a:pt x="21763" y="10978"/>
                  </a:lnTo>
                  <a:lnTo>
                    <a:pt x="21642" y="10544"/>
                  </a:lnTo>
                  <a:lnTo>
                    <a:pt x="21498" y="10135"/>
                  </a:lnTo>
                  <a:lnTo>
                    <a:pt x="21329" y="9726"/>
                  </a:lnTo>
                  <a:lnTo>
                    <a:pt x="21137" y="9316"/>
                  </a:lnTo>
                  <a:lnTo>
                    <a:pt x="20920" y="8931"/>
                  </a:lnTo>
                  <a:lnTo>
                    <a:pt x="20679" y="8570"/>
                  </a:lnTo>
                  <a:lnTo>
                    <a:pt x="20414" y="8209"/>
                  </a:lnTo>
                  <a:lnTo>
                    <a:pt x="20150" y="7872"/>
                  </a:lnTo>
                  <a:lnTo>
                    <a:pt x="19861" y="7535"/>
                  </a:lnTo>
                  <a:lnTo>
                    <a:pt x="19548" y="7222"/>
                  </a:lnTo>
                  <a:lnTo>
                    <a:pt x="19211" y="6909"/>
                  </a:lnTo>
                  <a:lnTo>
                    <a:pt x="18850" y="6596"/>
                  </a:lnTo>
                  <a:lnTo>
                    <a:pt x="18489" y="6307"/>
                  </a:lnTo>
                  <a:lnTo>
                    <a:pt x="18127" y="6043"/>
                  </a:lnTo>
                  <a:lnTo>
                    <a:pt x="17742" y="5802"/>
                  </a:lnTo>
                  <a:lnTo>
                    <a:pt x="17333" y="5585"/>
                  </a:lnTo>
                  <a:lnTo>
                    <a:pt x="16924" y="5368"/>
                  </a:lnTo>
                  <a:lnTo>
                    <a:pt x="16490" y="5200"/>
                  </a:lnTo>
                  <a:lnTo>
                    <a:pt x="16153" y="5056"/>
                  </a:lnTo>
                  <a:lnTo>
                    <a:pt x="15840" y="4911"/>
                  </a:lnTo>
                  <a:lnTo>
                    <a:pt x="15070" y="4526"/>
                  </a:lnTo>
                  <a:lnTo>
                    <a:pt x="14300" y="4141"/>
                  </a:lnTo>
                  <a:lnTo>
                    <a:pt x="12807" y="3322"/>
                  </a:lnTo>
                  <a:lnTo>
                    <a:pt x="12229" y="3009"/>
                  </a:lnTo>
                  <a:lnTo>
                    <a:pt x="11652" y="2672"/>
                  </a:lnTo>
                  <a:lnTo>
                    <a:pt x="11074" y="2311"/>
                  </a:lnTo>
                  <a:lnTo>
                    <a:pt x="10520" y="1926"/>
                  </a:lnTo>
                  <a:lnTo>
                    <a:pt x="10015" y="1565"/>
                  </a:lnTo>
                  <a:lnTo>
                    <a:pt x="9461" y="1252"/>
                  </a:lnTo>
                  <a:lnTo>
                    <a:pt x="9220" y="1083"/>
                  </a:lnTo>
                  <a:lnTo>
                    <a:pt x="8980" y="891"/>
                  </a:lnTo>
                  <a:lnTo>
                    <a:pt x="8715" y="698"/>
                  </a:lnTo>
                  <a:lnTo>
                    <a:pt x="8450" y="506"/>
                  </a:lnTo>
                  <a:lnTo>
                    <a:pt x="8161" y="361"/>
                  </a:lnTo>
                  <a:lnTo>
                    <a:pt x="7872" y="241"/>
                  </a:lnTo>
                  <a:lnTo>
                    <a:pt x="7583" y="145"/>
                  </a:lnTo>
                  <a:lnTo>
                    <a:pt x="7270" y="72"/>
                  </a:lnTo>
                  <a:lnTo>
                    <a:pt x="6933" y="24"/>
                  </a:lnTo>
                  <a:lnTo>
                    <a:pt x="662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3969475" y="1920425"/>
              <a:ext cx="18075" cy="18075"/>
            </a:xfrm>
            <a:custGeom>
              <a:avLst/>
              <a:gdLst/>
              <a:ahLst/>
              <a:cxnLst/>
              <a:rect l="l" t="t" r="r" b="b"/>
              <a:pathLst>
                <a:path w="723" h="723" extrusionOk="0">
                  <a:moveTo>
                    <a:pt x="482" y="1"/>
                  </a:moveTo>
                  <a:lnTo>
                    <a:pt x="410" y="49"/>
                  </a:lnTo>
                  <a:lnTo>
                    <a:pt x="386" y="97"/>
                  </a:lnTo>
                  <a:lnTo>
                    <a:pt x="337" y="217"/>
                  </a:lnTo>
                  <a:lnTo>
                    <a:pt x="289" y="314"/>
                  </a:lnTo>
                  <a:lnTo>
                    <a:pt x="193" y="410"/>
                  </a:lnTo>
                  <a:lnTo>
                    <a:pt x="97" y="458"/>
                  </a:lnTo>
                  <a:lnTo>
                    <a:pt x="49" y="482"/>
                  </a:lnTo>
                  <a:lnTo>
                    <a:pt x="25" y="530"/>
                  </a:lnTo>
                  <a:lnTo>
                    <a:pt x="0" y="602"/>
                  </a:lnTo>
                  <a:lnTo>
                    <a:pt x="0" y="675"/>
                  </a:lnTo>
                  <a:lnTo>
                    <a:pt x="25" y="699"/>
                  </a:lnTo>
                  <a:lnTo>
                    <a:pt x="73" y="723"/>
                  </a:lnTo>
                  <a:lnTo>
                    <a:pt x="145" y="699"/>
                  </a:lnTo>
                  <a:lnTo>
                    <a:pt x="241" y="651"/>
                  </a:lnTo>
                  <a:lnTo>
                    <a:pt x="434" y="530"/>
                  </a:lnTo>
                  <a:lnTo>
                    <a:pt x="626" y="386"/>
                  </a:lnTo>
                  <a:lnTo>
                    <a:pt x="674" y="314"/>
                  </a:lnTo>
                  <a:lnTo>
                    <a:pt x="723" y="241"/>
                  </a:lnTo>
                  <a:lnTo>
                    <a:pt x="723" y="169"/>
                  </a:lnTo>
                  <a:lnTo>
                    <a:pt x="699" y="121"/>
                  </a:lnTo>
                  <a:lnTo>
                    <a:pt x="674" y="49"/>
                  </a:lnTo>
                  <a:lnTo>
                    <a:pt x="602" y="25"/>
                  </a:lnTo>
                  <a:lnTo>
                    <a:pt x="55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3971275" y="1658025"/>
              <a:ext cx="9650" cy="18700"/>
            </a:xfrm>
            <a:custGeom>
              <a:avLst/>
              <a:gdLst/>
              <a:ahLst/>
              <a:cxnLst/>
              <a:rect l="l" t="t" r="r" b="b"/>
              <a:pathLst>
                <a:path w="386" h="748" extrusionOk="0">
                  <a:moveTo>
                    <a:pt x="290" y="1"/>
                  </a:moveTo>
                  <a:lnTo>
                    <a:pt x="241" y="25"/>
                  </a:lnTo>
                  <a:lnTo>
                    <a:pt x="169" y="73"/>
                  </a:lnTo>
                  <a:lnTo>
                    <a:pt x="145" y="121"/>
                  </a:lnTo>
                  <a:lnTo>
                    <a:pt x="121" y="145"/>
                  </a:lnTo>
                  <a:lnTo>
                    <a:pt x="73" y="386"/>
                  </a:lnTo>
                  <a:lnTo>
                    <a:pt x="1" y="603"/>
                  </a:lnTo>
                  <a:lnTo>
                    <a:pt x="1" y="675"/>
                  </a:lnTo>
                  <a:lnTo>
                    <a:pt x="49" y="723"/>
                  </a:lnTo>
                  <a:lnTo>
                    <a:pt x="121" y="747"/>
                  </a:lnTo>
                  <a:lnTo>
                    <a:pt x="169" y="747"/>
                  </a:lnTo>
                  <a:lnTo>
                    <a:pt x="241" y="723"/>
                  </a:lnTo>
                  <a:lnTo>
                    <a:pt x="314" y="675"/>
                  </a:lnTo>
                  <a:lnTo>
                    <a:pt x="338" y="627"/>
                  </a:lnTo>
                  <a:lnTo>
                    <a:pt x="338" y="554"/>
                  </a:lnTo>
                  <a:lnTo>
                    <a:pt x="338" y="314"/>
                  </a:lnTo>
                  <a:lnTo>
                    <a:pt x="386" y="73"/>
                  </a:lnTo>
                  <a:lnTo>
                    <a:pt x="362" y="49"/>
                  </a:lnTo>
                  <a:lnTo>
                    <a:pt x="338" y="25"/>
                  </a:lnTo>
                  <a:lnTo>
                    <a:pt x="2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3938175" y="1837375"/>
              <a:ext cx="12675" cy="13875"/>
            </a:xfrm>
            <a:custGeom>
              <a:avLst/>
              <a:gdLst/>
              <a:ahLst/>
              <a:cxnLst/>
              <a:rect l="l" t="t" r="r" b="b"/>
              <a:pathLst>
                <a:path w="507" h="555" extrusionOk="0">
                  <a:moveTo>
                    <a:pt x="97" y="1"/>
                  </a:moveTo>
                  <a:lnTo>
                    <a:pt x="73" y="25"/>
                  </a:lnTo>
                  <a:lnTo>
                    <a:pt x="25" y="73"/>
                  </a:lnTo>
                  <a:lnTo>
                    <a:pt x="1" y="169"/>
                  </a:lnTo>
                  <a:lnTo>
                    <a:pt x="1" y="241"/>
                  </a:lnTo>
                  <a:lnTo>
                    <a:pt x="1" y="289"/>
                  </a:lnTo>
                  <a:lnTo>
                    <a:pt x="25" y="362"/>
                  </a:lnTo>
                  <a:lnTo>
                    <a:pt x="73" y="410"/>
                  </a:lnTo>
                  <a:lnTo>
                    <a:pt x="121" y="458"/>
                  </a:lnTo>
                  <a:lnTo>
                    <a:pt x="265" y="506"/>
                  </a:lnTo>
                  <a:lnTo>
                    <a:pt x="362" y="554"/>
                  </a:lnTo>
                  <a:lnTo>
                    <a:pt x="410" y="554"/>
                  </a:lnTo>
                  <a:lnTo>
                    <a:pt x="458" y="530"/>
                  </a:lnTo>
                  <a:lnTo>
                    <a:pt x="506" y="458"/>
                  </a:lnTo>
                  <a:lnTo>
                    <a:pt x="506" y="410"/>
                  </a:lnTo>
                  <a:lnTo>
                    <a:pt x="482" y="338"/>
                  </a:lnTo>
                  <a:lnTo>
                    <a:pt x="458" y="289"/>
                  </a:lnTo>
                  <a:lnTo>
                    <a:pt x="338" y="145"/>
                  </a:lnTo>
                  <a:lnTo>
                    <a:pt x="289"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4033275" y="1750725"/>
              <a:ext cx="13850" cy="13850"/>
            </a:xfrm>
            <a:custGeom>
              <a:avLst/>
              <a:gdLst/>
              <a:ahLst/>
              <a:cxnLst/>
              <a:rect l="l" t="t" r="r" b="b"/>
              <a:pathLst>
                <a:path w="554" h="554" extrusionOk="0">
                  <a:moveTo>
                    <a:pt x="434" y="0"/>
                  </a:moveTo>
                  <a:lnTo>
                    <a:pt x="289" y="72"/>
                  </a:lnTo>
                  <a:lnTo>
                    <a:pt x="193" y="144"/>
                  </a:lnTo>
                  <a:lnTo>
                    <a:pt x="96" y="265"/>
                  </a:lnTo>
                  <a:lnTo>
                    <a:pt x="24" y="385"/>
                  </a:lnTo>
                  <a:lnTo>
                    <a:pt x="0" y="433"/>
                  </a:lnTo>
                  <a:lnTo>
                    <a:pt x="24" y="481"/>
                  </a:lnTo>
                  <a:lnTo>
                    <a:pt x="72" y="530"/>
                  </a:lnTo>
                  <a:lnTo>
                    <a:pt x="145" y="554"/>
                  </a:lnTo>
                  <a:lnTo>
                    <a:pt x="193" y="554"/>
                  </a:lnTo>
                  <a:lnTo>
                    <a:pt x="241" y="530"/>
                  </a:lnTo>
                  <a:lnTo>
                    <a:pt x="289" y="481"/>
                  </a:lnTo>
                  <a:lnTo>
                    <a:pt x="409" y="289"/>
                  </a:lnTo>
                  <a:lnTo>
                    <a:pt x="554" y="72"/>
                  </a:lnTo>
                  <a:lnTo>
                    <a:pt x="530" y="48"/>
                  </a:lnTo>
                  <a:lnTo>
                    <a:pt x="50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4004975" y="1683900"/>
              <a:ext cx="7850" cy="17500"/>
            </a:xfrm>
            <a:custGeom>
              <a:avLst/>
              <a:gdLst/>
              <a:ahLst/>
              <a:cxnLst/>
              <a:rect l="l" t="t" r="r" b="b"/>
              <a:pathLst>
                <a:path w="314" h="700" extrusionOk="0">
                  <a:moveTo>
                    <a:pt x="121" y="1"/>
                  </a:moveTo>
                  <a:lnTo>
                    <a:pt x="49" y="73"/>
                  </a:lnTo>
                  <a:lnTo>
                    <a:pt x="25" y="169"/>
                  </a:lnTo>
                  <a:lnTo>
                    <a:pt x="1" y="314"/>
                  </a:lnTo>
                  <a:lnTo>
                    <a:pt x="25" y="482"/>
                  </a:lnTo>
                  <a:lnTo>
                    <a:pt x="49" y="675"/>
                  </a:lnTo>
                  <a:lnTo>
                    <a:pt x="97" y="699"/>
                  </a:lnTo>
                  <a:lnTo>
                    <a:pt x="169" y="699"/>
                  </a:lnTo>
                  <a:lnTo>
                    <a:pt x="193" y="675"/>
                  </a:lnTo>
                  <a:lnTo>
                    <a:pt x="290" y="482"/>
                  </a:lnTo>
                  <a:lnTo>
                    <a:pt x="290" y="386"/>
                  </a:lnTo>
                  <a:lnTo>
                    <a:pt x="314" y="290"/>
                  </a:lnTo>
                  <a:lnTo>
                    <a:pt x="290" y="193"/>
                  </a:lnTo>
                  <a:lnTo>
                    <a:pt x="241" y="121"/>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3795550" y="1768175"/>
              <a:ext cx="7850" cy="14450"/>
            </a:xfrm>
            <a:custGeom>
              <a:avLst/>
              <a:gdLst/>
              <a:ahLst/>
              <a:cxnLst/>
              <a:rect l="l" t="t" r="r" b="b"/>
              <a:pathLst>
                <a:path w="314" h="578" extrusionOk="0">
                  <a:moveTo>
                    <a:pt x="97" y="0"/>
                  </a:moveTo>
                  <a:lnTo>
                    <a:pt x="48" y="48"/>
                  </a:lnTo>
                  <a:lnTo>
                    <a:pt x="24" y="96"/>
                  </a:lnTo>
                  <a:lnTo>
                    <a:pt x="0" y="193"/>
                  </a:lnTo>
                  <a:lnTo>
                    <a:pt x="0" y="313"/>
                  </a:lnTo>
                  <a:lnTo>
                    <a:pt x="0" y="409"/>
                  </a:lnTo>
                  <a:lnTo>
                    <a:pt x="0" y="458"/>
                  </a:lnTo>
                  <a:lnTo>
                    <a:pt x="24" y="530"/>
                  </a:lnTo>
                  <a:lnTo>
                    <a:pt x="72" y="554"/>
                  </a:lnTo>
                  <a:lnTo>
                    <a:pt x="97" y="578"/>
                  </a:lnTo>
                  <a:lnTo>
                    <a:pt x="169" y="578"/>
                  </a:lnTo>
                  <a:lnTo>
                    <a:pt x="217" y="554"/>
                  </a:lnTo>
                  <a:lnTo>
                    <a:pt x="265" y="506"/>
                  </a:lnTo>
                  <a:lnTo>
                    <a:pt x="313" y="458"/>
                  </a:lnTo>
                  <a:lnTo>
                    <a:pt x="265" y="241"/>
                  </a:lnTo>
                  <a:lnTo>
                    <a:pt x="241" y="121"/>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4183725" y="1777800"/>
              <a:ext cx="14475" cy="9050"/>
            </a:xfrm>
            <a:custGeom>
              <a:avLst/>
              <a:gdLst/>
              <a:ahLst/>
              <a:cxnLst/>
              <a:rect l="l" t="t" r="r" b="b"/>
              <a:pathLst>
                <a:path w="579" h="362" extrusionOk="0">
                  <a:moveTo>
                    <a:pt x="434" y="0"/>
                  </a:moveTo>
                  <a:lnTo>
                    <a:pt x="386" y="24"/>
                  </a:lnTo>
                  <a:lnTo>
                    <a:pt x="217" y="97"/>
                  </a:lnTo>
                  <a:lnTo>
                    <a:pt x="49" y="193"/>
                  </a:lnTo>
                  <a:lnTo>
                    <a:pt x="25" y="217"/>
                  </a:lnTo>
                  <a:lnTo>
                    <a:pt x="1" y="265"/>
                  </a:lnTo>
                  <a:lnTo>
                    <a:pt x="25" y="313"/>
                  </a:lnTo>
                  <a:lnTo>
                    <a:pt x="49" y="337"/>
                  </a:lnTo>
                  <a:lnTo>
                    <a:pt x="169" y="361"/>
                  </a:lnTo>
                  <a:lnTo>
                    <a:pt x="265" y="361"/>
                  </a:lnTo>
                  <a:lnTo>
                    <a:pt x="482" y="289"/>
                  </a:lnTo>
                  <a:lnTo>
                    <a:pt x="530" y="265"/>
                  </a:lnTo>
                  <a:lnTo>
                    <a:pt x="554" y="241"/>
                  </a:lnTo>
                  <a:lnTo>
                    <a:pt x="578" y="193"/>
                  </a:lnTo>
                  <a:lnTo>
                    <a:pt x="554" y="121"/>
                  </a:lnTo>
                  <a:lnTo>
                    <a:pt x="530" y="73"/>
                  </a:lnTo>
                  <a:lnTo>
                    <a:pt x="482" y="24"/>
                  </a:lnTo>
                  <a:lnTo>
                    <a:pt x="43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3845500" y="1831950"/>
              <a:ext cx="7850" cy="14475"/>
            </a:xfrm>
            <a:custGeom>
              <a:avLst/>
              <a:gdLst/>
              <a:ahLst/>
              <a:cxnLst/>
              <a:rect l="l" t="t" r="r" b="b"/>
              <a:pathLst>
                <a:path w="314" h="579" extrusionOk="0">
                  <a:moveTo>
                    <a:pt x="193" y="1"/>
                  </a:moveTo>
                  <a:lnTo>
                    <a:pt x="121" y="25"/>
                  </a:lnTo>
                  <a:lnTo>
                    <a:pt x="97" y="73"/>
                  </a:lnTo>
                  <a:lnTo>
                    <a:pt x="48" y="242"/>
                  </a:lnTo>
                  <a:lnTo>
                    <a:pt x="0" y="410"/>
                  </a:lnTo>
                  <a:lnTo>
                    <a:pt x="0" y="482"/>
                  </a:lnTo>
                  <a:lnTo>
                    <a:pt x="24" y="531"/>
                  </a:lnTo>
                  <a:lnTo>
                    <a:pt x="73" y="555"/>
                  </a:lnTo>
                  <a:lnTo>
                    <a:pt x="289" y="555"/>
                  </a:lnTo>
                  <a:lnTo>
                    <a:pt x="289" y="73"/>
                  </a:lnTo>
                  <a:lnTo>
                    <a:pt x="241" y="25"/>
                  </a:lnTo>
                  <a:lnTo>
                    <a:pt x="193" y="1"/>
                  </a:lnTo>
                  <a:close/>
                  <a:moveTo>
                    <a:pt x="289" y="555"/>
                  </a:moveTo>
                  <a:lnTo>
                    <a:pt x="289" y="579"/>
                  </a:lnTo>
                  <a:lnTo>
                    <a:pt x="313" y="55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3921925" y="1593625"/>
              <a:ext cx="12675" cy="10275"/>
            </a:xfrm>
            <a:custGeom>
              <a:avLst/>
              <a:gdLst/>
              <a:ahLst/>
              <a:cxnLst/>
              <a:rect l="l" t="t" r="r" b="b"/>
              <a:pathLst>
                <a:path w="507" h="411" extrusionOk="0">
                  <a:moveTo>
                    <a:pt x="314" y="1"/>
                  </a:moveTo>
                  <a:lnTo>
                    <a:pt x="265" y="49"/>
                  </a:lnTo>
                  <a:lnTo>
                    <a:pt x="217" y="73"/>
                  </a:lnTo>
                  <a:lnTo>
                    <a:pt x="169" y="97"/>
                  </a:lnTo>
                  <a:lnTo>
                    <a:pt x="49" y="97"/>
                  </a:lnTo>
                  <a:lnTo>
                    <a:pt x="25" y="145"/>
                  </a:lnTo>
                  <a:lnTo>
                    <a:pt x="1" y="169"/>
                  </a:lnTo>
                  <a:lnTo>
                    <a:pt x="25" y="242"/>
                  </a:lnTo>
                  <a:lnTo>
                    <a:pt x="49" y="314"/>
                  </a:lnTo>
                  <a:lnTo>
                    <a:pt x="97" y="362"/>
                  </a:lnTo>
                  <a:lnTo>
                    <a:pt x="145" y="410"/>
                  </a:lnTo>
                  <a:lnTo>
                    <a:pt x="193" y="410"/>
                  </a:lnTo>
                  <a:lnTo>
                    <a:pt x="217" y="386"/>
                  </a:lnTo>
                  <a:lnTo>
                    <a:pt x="290" y="338"/>
                  </a:lnTo>
                  <a:lnTo>
                    <a:pt x="338" y="290"/>
                  </a:lnTo>
                  <a:lnTo>
                    <a:pt x="386" y="242"/>
                  </a:lnTo>
                  <a:lnTo>
                    <a:pt x="434" y="194"/>
                  </a:lnTo>
                  <a:lnTo>
                    <a:pt x="482" y="145"/>
                  </a:lnTo>
                  <a:lnTo>
                    <a:pt x="506" y="97"/>
                  </a:lnTo>
                  <a:lnTo>
                    <a:pt x="458" y="25"/>
                  </a:lnTo>
                  <a:lnTo>
                    <a:pt x="43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4226450" y="1848200"/>
              <a:ext cx="10250" cy="9050"/>
            </a:xfrm>
            <a:custGeom>
              <a:avLst/>
              <a:gdLst/>
              <a:ahLst/>
              <a:cxnLst/>
              <a:rect l="l" t="t" r="r" b="b"/>
              <a:pathLst>
                <a:path w="410" h="362" extrusionOk="0">
                  <a:moveTo>
                    <a:pt x="217" y="1"/>
                  </a:moveTo>
                  <a:lnTo>
                    <a:pt x="145" y="25"/>
                  </a:lnTo>
                  <a:lnTo>
                    <a:pt x="73" y="97"/>
                  </a:lnTo>
                  <a:lnTo>
                    <a:pt x="25" y="145"/>
                  </a:lnTo>
                  <a:lnTo>
                    <a:pt x="1" y="218"/>
                  </a:lnTo>
                  <a:lnTo>
                    <a:pt x="25" y="266"/>
                  </a:lnTo>
                  <a:lnTo>
                    <a:pt x="49" y="338"/>
                  </a:lnTo>
                  <a:lnTo>
                    <a:pt x="121" y="362"/>
                  </a:lnTo>
                  <a:lnTo>
                    <a:pt x="241" y="362"/>
                  </a:lnTo>
                  <a:lnTo>
                    <a:pt x="290" y="338"/>
                  </a:lnTo>
                  <a:lnTo>
                    <a:pt x="338" y="314"/>
                  </a:lnTo>
                  <a:lnTo>
                    <a:pt x="386" y="290"/>
                  </a:lnTo>
                  <a:lnTo>
                    <a:pt x="410" y="218"/>
                  </a:lnTo>
                  <a:lnTo>
                    <a:pt x="410" y="169"/>
                  </a:lnTo>
                  <a:lnTo>
                    <a:pt x="386" y="97"/>
                  </a:lnTo>
                  <a:lnTo>
                    <a:pt x="314" y="25"/>
                  </a:lnTo>
                  <a:lnTo>
                    <a:pt x="26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3766650" y="1670675"/>
              <a:ext cx="14475" cy="7250"/>
            </a:xfrm>
            <a:custGeom>
              <a:avLst/>
              <a:gdLst/>
              <a:ahLst/>
              <a:cxnLst/>
              <a:rect l="l" t="t" r="r" b="b"/>
              <a:pathLst>
                <a:path w="579" h="290" extrusionOk="0">
                  <a:moveTo>
                    <a:pt x="314" y="0"/>
                  </a:moveTo>
                  <a:lnTo>
                    <a:pt x="97" y="24"/>
                  </a:lnTo>
                  <a:lnTo>
                    <a:pt x="49" y="24"/>
                  </a:lnTo>
                  <a:lnTo>
                    <a:pt x="25" y="48"/>
                  </a:lnTo>
                  <a:lnTo>
                    <a:pt x="1" y="97"/>
                  </a:lnTo>
                  <a:lnTo>
                    <a:pt x="1" y="145"/>
                  </a:lnTo>
                  <a:lnTo>
                    <a:pt x="49" y="217"/>
                  </a:lnTo>
                  <a:lnTo>
                    <a:pt x="73" y="265"/>
                  </a:lnTo>
                  <a:lnTo>
                    <a:pt x="145" y="289"/>
                  </a:lnTo>
                  <a:lnTo>
                    <a:pt x="338" y="265"/>
                  </a:lnTo>
                  <a:lnTo>
                    <a:pt x="458" y="241"/>
                  </a:lnTo>
                  <a:lnTo>
                    <a:pt x="554" y="169"/>
                  </a:lnTo>
                  <a:lnTo>
                    <a:pt x="578" y="145"/>
                  </a:lnTo>
                  <a:lnTo>
                    <a:pt x="578" y="121"/>
                  </a:lnTo>
                  <a:lnTo>
                    <a:pt x="530" y="48"/>
                  </a:lnTo>
                  <a:lnTo>
                    <a:pt x="434" y="24"/>
                  </a:lnTo>
                  <a:lnTo>
                    <a:pt x="31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3951425" y="1611700"/>
              <a:ext cx="10850" cy="9050"/>
            </a:xfrm>
            <a:custGeom>
              <a:avLst/>
              <a:gdLst/>
              <a:ahLst/>
              <a:cxnLst/>
              <a:rect l="l" t="t" r="r" b="b"/>
              <a:pathLst>
                <a:path w="434" h="362" extrusionOk="0">
                  <a:moveTo>
                    <a:pt x="145" y="0"/>
                  </a:moveTo>
                  <a:lnTo>
                    <a:pt x="72" y="24"/>
                  </a:lnTo>
                  <a:lnTo>
                    <a:pt x="24" y="72"/>
                  </a:lnTo>
                  <a:lnTo>
                    <a:pt x="0" y="145"/>
                  </a:lnTo>
                  <a:lnTo>
                    <a:pt x="0" y="169"/>
                  </a:lnTo>
                  <a:lnTo>
                    <a:pt x="0" y="217"/>
                  </a:lnTo>
                  <a:lnTo>
                    <a:pt x="97" y="313"/>
                  </a:lnTo>
                  <a:lnTo>
                    <a:pt x="145" y="361"/>
                  </a:lnTo>
                  <a:lnTo>
                    <a:pt x="217" y="361"/>
                  </a:lnTo>
                  <a:lnTo>
                    <a:pt x="337" y="313"/>
                  </a:lnTo>
                  <a:lnTo>
                    <a:pt x="385" y="265"/>
                  </a:lnTo>
                  <a:lnTo>
                    <a:pt x="434" y="217"/>
                  </a:lnTo>
                  <a:lnTo>
                    <a:pt x="434" y="169"/>
                  </a:lnTo>
                  <a:lnTo>
                    <a:pt x="434" y="120"/>
                  </a:lnTo>
                  <a:lnTo>
                    <a:pt x="385" y="72"/>
                  </a:lnTo>
                  <a:lnTo>
                    <a:pt x="337" y="24"/>
                  </a:lnTo>
                  <a:lnTo>
                    <a:pt x="28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4021825" y="1899975"/>
              <a:ext cx="10275" cy="9650"/>
            </a:xfrm>
            <a:custGeom>
              <a:avLst/>
              <a:gdLst/>
              <a:ahLst/>
              <a:cxnLst/>
              <a:rect l="l" t="t" r="r" b="b"/>
              <a:pathLst>
                <a:path w="411" h="386" extrusionOk="0">
                  <a:moveTo>
                    <a:pt x="145" y="0"/>
                  </a:moveTo>
                  <a:lnTo>
                    <a:pt x="73" y="24"/>
                  </a:lnTo>
                  <a:lnTo>
                    <a:pt x="25" y="48"/>
                  </a:lnTo>
                  <a:lnTo>
                    <a:pt x="1" y="96"/>
                  </a:lnTo>
                  <a:lnTo>
                    <a:pt x="1" y="169"/>
                  </a:lnTo>
                  <a:lnTo>
                    <a:pt x="25" y="265"/>
                  </a:lnTo>
                  <a:lnTo>
                    <a:pt x="97" y="337"/>
                  </a:lnTo>
                  <a:lnTo>
                    <a:pt x="169" y="361"/>
                  </a:lnTo>
                  <a:lnTo>
                    <a:pt x="242" y="385"/>
                  </a:lnTo>
                  <a:lnTo>
                    <a:pt x="314" y="361"/>
                  </a:lnTo>
                  <a:lnTo>
                    <a:pt x="362" y="337"/>
                  </a:lnTo>
                  <a:lnTo>
                    <a:pt x="386" y="265"/>
                  </a:lnTo>
                  <a:lnTo>
                    <a:pt x="410" y="193"/>
                  </a:lnTo>
                  <a:lnTo>
                    <a:pt x="362" y="121"/>
                  </a:lnTo>
                  <a:lnTo>
                    <a:pt x="314" y="48"/>
                  </a:lnTo>
                  <a:lnTo>
                    <a:pt x="217"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4086825" y="1952925"/>
              <a:ext cx="9650" cy="9650"/>
            </a:xfrm>
            <a:custGeom>
              <a:avLst/>
              <a:gdLst/>
              <a:ahLst/>
              <a:cxnLst/>
              <a:rect l="l" t="t" r="r" b="b"/>
              <a:pathLst>
                <a:path w="386" h="386" extrusionOk="0">
                  <a:moveTo>
                    <a:pt x="193" y="1"/>
                  </a:moveTo>
                  <a:lnTo>
                    <a:pt x="121" y="25"/>
                  </a:lnTo>
                  <a:lnTo>
                    <a:pt x="49" y="73"/>
                  </a:lnTo>
                  <a:lnTo>
                    <a:pt x="1" y="145"/>
                  </a:lnTo>
                  <a:lnTo>
                    <a:pt x="1" y="193"/>
                  </a:lnTo>
                  <a:lnTo>
                    <a:pt x="25" y="265"/>
                  </a:lnTo>
                  <a:lnTo>
                    <a:pt x="49" y="338"/>
                  </a:lnTo>
                  <a:lnTo>
                    <a:pt x="97" y="362"/>
                  </a:lnTo>
                  <a:lnTo>
                    <a:pt x="169" y="386"/>
                  </a:lnTo>
                  <a:lnTo>
                    <a:pt x="266" y="362"/>
                  </a:lnTo>
                  <a:lnTo>
                    <a:pt x="338" y="314"/>
                  </a:lnTo>
                  <a:lnTo>
                    <a:pt x="386" y="265"/>
                  </a:lnTo>
                  <a:lnTo>
                    <a:pt x="386" y="193"/>
                  </a:lnTo>
                  <a:lnTo>
                    <a:pt x="362" y="97"/>
                  </a:lnTo>
                  <a:lnTo>
                    <a:pt x="338" y="25"/>
                  </a:lnTo>
                  <a:lnTo>
                    <a:pt x="26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3868375" y="1606875"/>
              <a:ext cx="9650" cy="9650"/>
            </a:xfrm>
            <a:custGeom>
              <a:avLst/>
              <a:gdLst/>
              <a:ahLst/>
              <a:cxnLst/>
              <a:rect l="l" t="t" r="r" b="b"/>
              <a:pathLst>
                <a:path w="386" h="386" extrusionOk="0">
                  <a:moveTo>
                    <a:pt x="169" y="1"/>
                  </a:moveTo>
                  <a:lnTo>
                    <a:pt x="96" y="25"/>
                  </a:lnTo>
                  <a:lnTo>
                    <a:pt x="48" y="73"/>
                  </a:lnTo>
                  <a:lnTo>
                    <a:pt x="0" y="169"/>
                  </a:lnTo>
                  <a:lnTo>
                    <a:pt x="0" y="241"/>
                  </a:lnTo>
                  <a:lnTo>
                    <a:pt x="24" y="313"/>
                  </a:lnTo>
                  <a:lnTo>
                    <a:pt x="72" y="362"/>
                  </a:lnTo>
                  <a:lnTo>
                    <a:pt x="145" y="386"/>
                  </a:lnTo>
                  <a:lnTo>
                    <a:pt x="217" y="386"/>
                  </a:lnTo>
                  <a:lnTo>
                    <a:pt x="289" y="362"/>
                  </a:lnTo>
                  <a:lnTo>
                    <a:pt x="337" y="338"/>
                  </a:lnTo>
                  <a:lnTo>
                    <a:pt x="361" y="265"/>
                  </a:lnTo>
                  <a:lnTo>
                    <a:pt x="385" y="193"/>
                  </a:lnTo>
                  <a:lnTo>
                    <a:pt x="361" y="121"/>
                  </a:lnTo>
                  <a:lnTo>
                    <a:pt x="313" y="49"/>
                  </a:lnTo>
                  <a:lnTo>
                    <a:pt x="24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4026050" y="1804275"/>
              <a:ext cx="10850" cy="12050"/>
            </a:xfrm>
            <a:custGeom>
              <a:avLst/>
              <a:gdLst/>
              <a:ahLst/>
              <a:cxnLst/>
              <a:rect l="l" t="t" r="r" b="b"/>
              <a:pathLst>
                <a:path w="434" h="482" extrusionOk="0">
                  <a:moveTo>
                    <a:pt x="361" y="1"/>
                  </a:moveTo>
                  <a:lnTo>
                    <a:pt x="313" y="25"/>
                  </a:lnTo>
                  <a:lnTo>
                    <a:pt x="145" y="121"/>
                  </a:lnTo>
                  <a:lnTo>
                    <a:pt x="73" y="193"/>
                  </a:lnTo>
                  <a:lnTo>
                    <a:pt x="0" y="289"/>
                  </a:lnTo>
                  <a:lnTo>
                    <a:pt x="0" y="313"/>
                  </a:lnTo>
                  <a:lnTo>
                    <a:pt x="0" y="362"/>
                  </a:lnTo>
                  <a:lnTo>
                    <a:pt x="0" y="410"/>
                  </a:lnTo>
                  <a:lnTo>
                    <a:pt x="24" y="434"/>
                  </a:lnTo>
                  <a:lnTo>
                    <a:pt x="73" y="458"/>
                  </a:lnTo>
                  <a:lnTo>
                    <a:pt x="145" y="482"/>
                  </a:lnTo>
                  <a:lnTo>
                    <a:pt x="193" y="482"/>
                  </a:lnTo>
                  <a:lnTo>
                    <a:pt x="241" y="458"/>
                  </a:lnTo>
                  <a:lnTo>
                    <a:pt x="337" y="338"/>
                  </a:lnTo>
                  <a:lnTo>
                    <a:pt x="410" y="217"/>
                  </a:lnTo>
                  <a:lnTo>
                    <a:pt x="434" y="121"/>
                  </a:lnTo>
                  <a:lnTo>
                    <a:pt x="410" y="25"/>
                  </a:lnTo>
                  <a:lnTo>
                    <a:pt x="385" y="25"/>
                  </a:lnTo>
                  <a:lnTo>
                    <a:pt x="36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3852725" y="1844000"/>
              <a:ext cx="11450" cy="8450"/>
            </a:xfrm>
            <a:custGeom>
              <a:avLst/>
              <a:gdLst/>
              <a:ahLst/>
              <a:cxnLst/>
              <a:rect l="l" t="t" r="r" b="b"/>
              <a:pathLst>
                <a:path w="458" h="338" extrusionOk="0">
                  <a:moveTo>
                    <a:pt x="24" y="73"/>
                  </a:moveTo>
                  <a:lnTo>
                    <a:pt x="0" y="97"/>
                  </a:lnTo>
                  <a:lnTo>
                    <a:pt x="27" y="81"/>
                  </a:lnTo>
                  <a:lnTo>
                    <a:pt x="27" y="81"/>
                  </a:lnTo>
                  <a:lnTo>
                    <a:pt x="24" y="73"/>
                  </a:lnTo>
                  <a:close/>
                  <a:moveTo>
                    <a:pt x="265" y="0"/>
                  </a:moveTo>
                  <a:lnTo>
                    <a:pt x="121" y="24"/>
                  </a:lnTo>
                  <a:lnTo>
                    <a:pt x="27" y="81"/>
                  </a:lnTo>
                  <a:lnTo>
                    <a:pt x="27" y="81"/>
                  </a:lnTo>
                  <a:lnTo>
                    <a:pt x="72" y="217"/>
                  </a:lnTo>
                  <a:lnTo>
                    <a:pt x="121" y="313"/>
                  </a:lnTo>
                  <a:lnTo>
                    <a:pt x="193" y="337"/>
                  </a:lnTo>
                  <a:lnTo>
                    <a:pt x="289" y="337"/>
                  </a:lnTo>
                  <a:lnTo>
                    <a:pt x="361" y="313"/>
                  </a:lnTo>
                  <a:lnTo>
                    <a:pt x="409" y="289"/>
                  </a:lnTo>
                  <a:lnTo>
                    <a:pt x="458" y="241"/>
                  </a:lnTo>
                  <a:lnTo>
                    <a:pt x="458" y="169"/>
                  </a:lnTo>
                  <a:lnTo>
                    <a:pt x="458" y="97"/>
                  </a:lnTo>
                  <a:lnTo>
                    <a:pt x="409" y="24"/>
                  </a:lnTo>
                  <a:lnTo>
                    <a:pt x="33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3927350" y="1931875"/>
              <a:ext cx="9650" cy="12650"/>
            </a:xfrm>
            <a:custGeom>
              <a:avLst/>
              <a:gdLst/>
              <a:ahLst/>
              <a:cxnLst/>
              <a:rect l="l" t="t" r="r" b="b"/>
              <a:pathLst>
                <a:path w="386" h="506" extrusionOk="0">
                  <a:moveTo>
                    <a:pt x="73" y="0"/>
                  </a:moveTo>
                  <a:lnTo>
                    <a:pt x="48" y="24"/>
                  </a:lnTo>
                  <a:lnTo>
                    <a:pt x="0" y="48"/>
                  </a:lnTo>
                  <a:lnTo>
                    <a:pt x="0" y="96"/>
                  </a:lnTo>
                  <a:lnTo>
                    <a:pt x="73" y="313"/>
                  </a:lnTo>
                  <a:lnTo>
                    <a:pt x="145" y="433"/>
                  </a:lnTo>
                  <a:lnTo>
                    <a:pt x="230" y="498"/>
                  </a:lnTo>
                  <a:lnTo>
                    <a:pt x="230" y="498"/>
                  </a:lnTo>
                  <a:lnTo>
                    <a:pt x="337" y="433"/>
                  </a:lnTo>
                  <a:lnTo>
                    <a:pt x="361" y="385"/>
                  </a:lnTo>
                  <a:lnTo>
                    <a:pt x="385" y="361"/>
                  </a:lnTo>
                  <a:lnTo>
                    <a:pt x="385" y="313"/>
                  </a:lnTo>
                  <a:lnTo>
                    <a:pt x="385" y="265"/>
                  </a:lnTo>
                  <a:lnTo>
                    <a:pt x="313" y="193"/>
                  </a:lnTo>
                  <a:lnTo>
                    <a:pt x="241" y="120"/>
                  </a:lnTo>
                  <a:lnTo>
                    <a:pt x="73" y="0"/>
                  </a:lnTo>
                  <a:close/>
                  <a:moveTo>
                    <a:pt x="230" y="498"/>
                  </a:moveTo>
                  <a:lnTo>
                    <a:pt x="217" y="506"/>
                  </a:lnTo>
                  <a:lnTo>
                    <a:pt x="241" y="506"/>
                  </a:lnTo>
                  <a:lnTo>
                    <a:pt x="230" y="498"/>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3893650" y="1914400"/>
              <a:ext cx="11450" cy="9075"/>
            </a:xfrm>
            <a:custGeom>
              <a:avLst/>
              <a:gdLst/>
              <a:ahLst/>
              <a:cxnLst/>
              <a:rect l="l" t="t" r="r" b="b"/>
              <a:pathLst>
                <a:path w="458" h="363" extrusionOk="0">
                  <a:moveTo>
                    <a:pt x="217" y="1"/>
                  </a:moveTo>
                  <a:lnTo>
                    <a:pt x="169" y="25"/>
                  </a:lnTo>
                  <a:lnTo>
                    <a:pt x="96" y="73"/>
                  </a:lnTo>
                  <a:lnTo>
                    <a:pt x="24" y="121"/>
                  </a:lnTo>
                  <a:lnTo>
                    <a:pt x="0" y="169"/>
                  </a:lnTo>
                  <a:lnTo>
                    <a:pt x="0" y="193"/>
                  </a:lnTo>
                  <a:lnTo>
                    <a:pt x="48" y="266"/>
                  </a:lnTo>
                  <a:lnTo>
                    <a:pt x="96" y="314"/>
                  </a:lnTo>
                  <a:lnTo>
                    <a:pt x="145" y="338"/>
                  </a:lnTo>
                  <a:lnTo>
                    <a:pt x="217" y="362"/>
                  </a:lnTo>
                  <a:lnTo>
                    <a:pt x="289" y="362"/>
                  </a:lnTo>
                  <a:lnTo>
                    <a:pt x="337" y="338"/>
                  </a:lnTo>
                  <a:lnTo>
                    <a:pt x="385" y="290"/>
                  </a:lnTo>
                  <a:lnTo>
                    <a:pt x="434" y="242"/>
                  </a:lnTo>
                  <a:lnTo>
                    <a:pt x="458" y="193"/>
                  </a:lnTo>
                  <a:lnTo>
                    <a:pt x="434" y="145"/>
                  </a:lnTo>
                  <a:lnTo>
                    <a:pt x="361" y="49"/>
                  </a:lnTo>
                  <a:lnTo>
                    <a:pt x="28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3998975" y="1764550"/>
              <a:ext cx="15050" cy="10250"/>
            </a:xfrm>
            <a:custGeom>
              <a:avLst/>
              <a:gdLst/>
              <a:ahLst/>
              <a:cxnLst/>
              <a:rect l="l" t="t" r="r" b="b"/>
              <a:pathLst>
                <a:path w="602" h="410" extrusionOk="0">
                  <a:moveTo>
                    <a:pt x="48" y="1"/>
                  </a:moveTo>
                  <a:lnTo>
                    <a:pt x="24" y="49"/>
                  </a:lnTo>
                  <a:lnTo>
                    <a:pt x="0" y="73"/>
                  </a:lnTo>
                  <a:lnTo>
                    <a:pt x="385" y="362"/>
                  </a:lnTo>
                  <a:lnTo>
                    <a:pt x="506" y="410"/>
                  </a:lnTo>
                  <a:lnTo>
                    <a:pt x="554" y="410"/>
                  </a:lnTo>
                  <a:lnTo>
                    <a:pt x="602" y="362"/>
                  </a:lnTo>
                  <a:lnTo>
                    <a:pt x="602" y="314"/>
                  </a:lnTo>
                  <a:lnTo>
                    <a:pt x="578" y="241"/>
                  </a:lnTo>
                  <a:lnTo>
                    <a:pt x="554" y="169"/>
                  </a:lnTo>
                  <a:lnTo>
                    <a:pt x="506" y="14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3922525" y="1708575"/>
              <a:ext cx="13275" cy="9050"/>
            </a:xfrm>
            <a:custGeom>
              <a:avLst/>
              <a:gdLst/>
              <a:ahLst/>
              <a:cxnLst/>
              <a:rect l="l" t="t" r="r" b="b"/>
              <a:pathLst>
                <a:path w="531" h="362" extrusionOk="0">
                  <a:moveTo>
                    <a:pt x="73" y="1"/>
                  </a:moveTo>
                  <a:lnTo>
                    <a:pt x="25" y="49"/>
                  </a:lnTo>
                  <a:lnTo>
                    <a:pt x="1" y="97"/>
                  </a:lnTo>
                  <a:lnTo>
                    <a:pt x="25" y="169"/>
                  </a:lnTo>
                  <a:lnTo>
                    <a:pt x="73" y="242"/>
                  </a:lnTo>
                  <a:lnTo>
                    <a:pt x="97" y="266"/>
                  </a:lnTo>
                  <a:lnTo>
                    <a:pt x="145" y="290"/>
                  </a:lnTo>
                  <a:lnTo>
                    <a:pt x="266" y="290"/>
                  </a:lnTo>
                  <a:lnTo>
                    <a:pt x="314" y="314"/>
                  </a:lnTo>
                  <a:lnTo>
                    <a:pt x="386" y="362"/>
                  </a:lnTo>
                  <a:lnTo>
                    <a:pt x="434" y="362"/>
                  </a:lnTo>
                  <a:lnTo>
                    <a:pt x="482" y="338"/>
                  </a:lnTo>
                  <a:lnTo>
                    <a:pt x="506" y="290"/>
                  </a:lnTo>
                  <a:lnTo>
                    <a:pt x="530" y="242"/>
                  </a:lnTo>
                  <a:lnTo>
                    <a:pt x="506" y="145"/>
                  </a:lnTo>
                  <a:lnTo>
                    <a:pt x="458" y="97"/>
                  </a:lnTo>
                  <a:lnTo>
                    <a:pt x="410" y="73"/>
                  </a:lnTo>
                  <a:lnTo>
                    <a:pt x="314" y="73"/>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3878600" y="1842800"/>
              <a:ext cx="9050" cy="9050"/>
            </a:xfrm>
            <a:custGeom>
              <a:avLst/>
              <a:gdLst/>
              <a:ahLst/>
              <a:cxnLst/>
              <a:rect l="l" t="t" r="r" b="b"/>
              <a:pathLst>
                <a:path w="362" h="362" extrusionOk="0">
                  <a:moveTo>
                    <a:pt x="97" y="0"/>
                  </a:moveTo>
                  <a:lnTo>
                    <a:pt x="24" y="24"/>
                  </a:lnTo>
                  <a:lnTo>
                    <a:pt x="0" y="97"/>
                  </a:lnTo>
                  <a:lnTo>
                    <a:pt x="0" y="193"/>
                  </a:lnTo>
                  <a:lnTo>
                    <a:pt x="49" y="265"/>
                  </a:lnTo>
                  <a:lnTo>
                    <a:pt x="121" y="337"/>
                  </a:lnTo>
                  <a:lnTo>
                    <a:pt x="241" y="361"/>
                  </a:lnTo>
                  <a:lnTo>
                    <a:pt x="313" y="337"/>
                  </a:lnTo>
                  <a:lnTo>
                    <a:pt x="337" y="289"/>
                  </a:lnTo>
                  <a:lnTo>
                    <a:pt x="361" y="265"/>
                  </a:lnTo>
                  <a:lnTo>
                    <a:pt x="361" y="217"/>
                  </a:lnTo>
                  <a:lnTo>
                    <a:pt x="337" y="121"/>
                  </a:lnTo>
                  <a:lnTo>
                    <a:pt x="289" y="48"/>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3817200" y="1774175"/>
              <a:ext cx="9675" cy="9050"/>
            </a:xfrm>
            <a:custGeom>
              <a:avLst/>
              <a:gdLst/>
              <a:ahLst/>
              <a:cxnLst/>
              <a:rect l="l" t="t" r="r" b="b"/>
              <a:pathLst>
                <a:path w="387" h="362" extrusionOk="0">
                  <a:moveTo>
                    <a:pt x="193" y="1"/>
                  </a:moveTo>
                  <a:lnTo>
                    <a:pt x="97" y="49"/>
                  </a:lnTo>
                  <a:lnTo>
                    <a:pt x="25" y="145"/>
                  </a:lnTo>
                  <a:lnTo>
                    <a:pt x="1" y="193"/>
                  </a:lnTo>
                  <a:lnTo>
                    <a:pt x="1" y="218"/>
                  </a:lnTo>
                  <a:lnTo>
                    <a:pt x="49" y="314"/>
                  </a:lnTo>
                  <a:lnTo>
                    <a:pt x="97" y="362"/>
                  </a:lnTo>
                  <a:lnTo>
                    <a:pt x="193" y="362"/>
                  </a:lnTo>
                  <a:lnTo>
                    <a:pt x="266" y="338"/>
                  </a:lnTo>
                  <a:lnTo>
                    <a:pt x="314" y="290"/>
                  </a:lnTo>
                  <a:lnTo>
                    <a:pt x="338" y="242"/>
                  </a:lnTo>
                  <a:lnTo>
                    <a:pt x="386" y="169"/>
                  </a:lnTo>
                  <a:lnTo>
                    <a:pt x="386" y="121"/>
                  </a:lnTo>
                  <a:lnTo>
                    <a:pt x="362" y="49"/>
                  </a:lnTo>
                  <a:lnTo>
                    <a:pt x="338" y="25"/>
                  </a:lnTo>
                  <a:lnTo>
                    <a:pt x="2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4011000" y="1669475"/>
              <a:ext cx="9050" cy="9650"/>
            </a:xfrm>
            <a:custGeom>
              <a:avLst/>
              <a:gdLst/>
              <a:ahLst/>
              <a:cxnLst/>
              <a:rect l="l" t="t" r="r" b="b"/>
              <a:pathLst>
                <a:path w="362" h="386" extrusionOk="0">
                  <a:moveTo>
                    <a:pt x="49" y="0"/>
                  </a:moveTo>
                  <a:lnTo>
                    <a:pt x="25" y="24"/>
                  </a:lnTo>
                  <a:lnTo>
                    <a:pt x="0" y="72"/>
                  </a:lnTo>
                  <a:lnTo>
                    <a:pt x="25" y="193"/>
                  </a:lnTo>
                  <a:lnTo>
                    <a:pt x="73" y="289"/>
                  </a:lnTo>
                  <a:lnTo>
                    <a:pt x="169" y="361"/>
                  </a:lnTo>
                  <a:lnTo>
                    <a:pt x="313" y="385"/>
                  </a:lnTo>
                  <a:lnTo>
                    <a:pt x="338" y="361"/>
                  </a:lnTo>
                  <a:lnTo>
                    <a:pt x="362" y="313"/>
                  </a:lnTo>
                  <a:lnTo>
                    <a:pt x="313" y="145"/>
                  </a:lnTo>
                  <a:lnTo>
                    <a:pt x="265" y="72"/>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3884625" y="1596050"/>
              <a:ext cx="10250" cy="9050"/>
            </a:xfrm>
            <a:custGeom>
              <a:avLst/>
              <a:gdLst/>
              <a:ahLst/>
              <a:cxnLst/>
              <a:rect l="l" t="t" r="r" b="b"/>
              <a:pathLst>
                <a:path w="410" h="362" extrusionOk="0">
                  <a:moveTo>
                    <a:pt x="361" y="0"/>
                  </a:moveTo>
                  <a:lnTo>
                    <a:pt x="313" y="24"/>
                  </a:lnTo>
                  <a:lnTo>
                    <a:pt x="193" y="72"/>
                  </a:lnTo>
                  <a:lnTo>
                    <a:pt x="120" y="72"/>
                  </a:lnTo>
                  <a:lnTo>
                    <a:pt x="72" y="121"/>
                  </a:lnTo>
                  <a:lnTo>
                    <a:pt x="24" y="145"/>
                  </a:lnTo>
                  <a:lnTo>
                    <a:pt x="0" y="217"/>
                  </a:lnTo>
                  <a:lnTo>
                    <a:pt x="0" y="289"/>
                  </a:lnTo>
                  <a:lnTo>
                    <a:pt x="48" y="337"/>
                  </a:lnTo>
                  <a:lnTo>
                    <a:pt x="120" y="361"/>
                  </a:lnTo>
                  <a:lnTo>
                    <a:pt x="169" y="337"/>
                  </a:lnTo>
                  <a:lnTo>
                    <a:pt x="289" y="289"/>
                  </a:lnTo>
                  <a:lnTo>
                    <a:pt x="385" y="217"/>
                  </a:lnTo>
                  <a:lnTo>
                    <a:pt x="409" y="169"/>
                  </a:lnTo>
                  <a:lnTo>
                    <a:pt x="409" y="121"/>
                  </a:lnTo>
                  <a:lnTo>
                    <a:pt x="385" y="24"/>
                  </a:lnTo>
                  <a:lnTo>
                    <a:pt x="36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3949625" y="1831950"/>
              <a:ext cx="10250" cy="9050"/>
            </a:xfrm>
            <a:custGeom>
              <a:avLst/>
              <a:gdLst/>
              <a:ahLst/>
              <a:cxnLst/>
              <a:rect l="l" t="t" r="r" b="b"/>
              <a:pathLst>
                <a:path w="410" h="362" extrusionOk="0">
                  <a:moveTo>
                    <a:pt x="96" y="1"/>
                  </a:moveTo>
                  <a:lnTo>
                    <a:pt x="48" y="25"/>
                  </a:lnTo>
                  <a:lnTo>
                    <a:pt x="24" y="49"/>
                  </a:lnTo>
                  <a:lnTo>
                    <a:pt x="0" y="73"/>
                  </a:lnTo>
                  <a:lnTo>
                    <a:pt x="24" y="145"/>
                  </a:lnTo>
                  <a:lnTo>
                    <a:pt x="120" y="242"/>
                  </a:lnTo>
                  <a:lnTo>
                    <a:pt x="217" y="338"/>
                  </a:lnTo>
                  <a:lnTo>
                    <a:pt x="337" y="362"/>
                  </a:lnTo>
                  <a:lnTo>
                    <a:pt x="361" y="338"/>
                  </a:lnTo>
                  <a:lnTo>
                    <a:pt x="409" y="314"/>
                  </a:lnTo>
                  <a:lnTo>
                    <a:pt x="409" y="242"/>
                  </a:lnTo>
                  <a:lnTo>
                    <a:pt x="409" y="193"/>
                  </a:lnTo>
                  <a:lnTo>
                    <a:pt x="361" y="121"/>
                  </a:lnTo>
                  <a:lnTo>
                    <a:pt x="289" y="49"/>
                  </a:lnTo>
                  <a:lnTo>
                    <a:pt x="241"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4137375" y="1777800"/>
              <a:ext cx="9050" cy="9050"/>
            </a:xfrm>
            <a:custGeom>
              <a:avLst/>
              <a:gdLst/>
              <a:ahLst/>
              <a:cxnLst/>
              <a:rect l="l" t="t" r="r" b="b"/>
              <a:pathLst>
                <a:path w="362" h="362" extrusionOk="0">
                  <a:moveTo>
                    <a:pt x="97" y="0"/>
                  </a:moveTo>
                  <a:lnTo>
                    <a:pt x="73" y="24"/>
                  </a:lnTo>
                  <a:lnTo>
                    <a:pt x="25" y="48"/>
                  </a:lnTo>
                  <a:lnTo>
                    <a:pt x="1" y="145"/>
                  </a:lnTo>
                  <a:lnTo>
                    <a:pt x="1" y="217"/>
                  </a:lnTo>
                  <a:lnTo>
                    <a:pt x="49" y="289"/>
                  </a:lnTo>
                  <a:lnTo>
                    <a:pt x="97" y="337"/>
                  </a:lnTo>
                  <a:lnTo>
                    <a:pt x="145" y="361"/>
                  </a:lnTo>
                  <a:lnTo>
                    <a:pt x="218" y="361"/>
                  </a:lnTo>
                  <a:lnTo>
                    <a:pt x="338" y="313"/>
                  </a:lnTo>
                  <a:lnTo>
                    <a:pt x="362" y="265"/>
                  </a:lnTo>
                  <a:lnTo>
                    <a:pt x="338" y="193"/>
                  </a:lnTo>
                  <a:lnTo>
                    <a:pt x="266" y="97"/>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3876800" y="1699550"/>
              <a:ext cx="6025" cy="9650"/>
            </a:xfrm>
            <a:custGeom>
              <a:avLst/>
              <a:gdLst/>
              <a:ahLst/>
              <a:cxnLst/>
              <a:rect l="l" t="t" r="r" b="b"/>
              <a:pathLst>
                <a:path w="241" h="386" extrusionOk="0">
                  <a:moveTo>
                    <a:pt x="72" y="1"/>
                  </a:moveTo>
                  <a:lnTo>
                    <a:pt x="24" y="25"/>
                  </a:lnTo>
                  <a:lnTo>
                    <a:pt x="24" y="49"/>
                  </a:lnTo>
                  <a:lnTo>
                    <a:pt x="0" y="145"/>
                  </a:lnTo>
                  <a:lnTo>
                    <a:pt x="24" y="217"/>
                  </a:lnTo>
                  <a:lnTo>
                    <a:pt x="48" y="314"/>
                  </a:lnTo>
                  <a:lnTo>
                    <a:pt x="96" y="386"/>
                  </a:lnTo>
                  <a:lnTo>
                    <a:pt x="217" y="386"/>
                  </a:lnTo>
                  <a:lnTo>
                    <a:pt x="241" y="362"/>
                  </a:lnTo>
                  <a:lnTo>
                    <a:pt x="241" y="338"/>
                  </a:lnTo>
                  <a:lnTo>
                    <a:pt x="241" y="242"/>
                  </a:lnTo>
                  <a:lnTo>
                    <a:pt x="241" y="145"/>
                  </a:lnTo>
                  <a:lnTo>
                    <a:pt x="193" y="73"/>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3751600" y="1757925"/>
              <a:ext cx="9675" cy="6050"/>
            </a:xfrm>
            <a:custGeom>
              <a:avLst/>
              <a:gdLst/>
              <a:ahLst/>
              <a:cxnLst/>
              <a:rect l="l" t="t" r="r" b="b"/>
              <a:pathLst>
                <a:path w="387" h="242" extrusionOk="0">
                  <a:moveTo>
                    <a:pt x="97" y="1"/>
                  </a:moveTo>
                  <a:lnTo>
                    <a:pt x="49" y="49"/>
                  </a:lnTo>
                  <a:lnTo>
                    <a:pt x="1" y="73"/>
                  </a:lnTo>
                  <a:lnTo>
                    <a:pt x="1" y="121"/>
                  </a:lnTo>
                  <a:lnTo>
                    <a:pt x="25" y="169"/>
                  </a:lnTo>
                  <a:lnTo>
                    <a:pt x="49" y="218"/>
                  </a:lnTo>
                  <a:lnTo>
                    <a:pt x="73" y="242"/>
                  </a:lnTo>
                  <a:lnTo>
                    <a:pt x="290" y="242"/>
                  </a:lnTo>
                  <a:lnTo>
                    <a:pt x="338" y="193"/>
                  </a:lnTo>
                  <a:lnTo>
                    <a:pt x="386" y="145"/>
                  </a:lnTo>
                  <a:lnTo>
                    <a:pt x="386" y="97"/>
                  </a:lnTo>
                  <a:lnTo>
                    <a:pt x="314"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4184325" y="1822925"/>
              <a:ext cx="6650" cy="9650"/>
            </a:xfrm>
            <a:custGeom>
              <a:avLst/>
              <a:gdLst/>
              <a:ahLst/>
              <a:cxnLst/>
              <a:rect l="l" t="t" r="r" b="b"/>
              <a:pathLst>
                <a:path w="266" h="386" extrusionOk="0">
                  <a:moveTo>
                    <a:pt x="97" y="1"/>
                  </a:moveTo>
                  <a:lnTo>
                    <a:pt x="49" y="25"/>
                  </a:lnTo>
                  <a:lnTo>
                    <a:pt x="25" y="73"/>
                  </a:lnTo>
                  <a:lnTo>
                    <a:pt x="1" y="145"/>
                  </a:lnTo>
                  <a:lnTo>
                    <a:pt x="1" y="217"/>
                  </a:lnTo>
                  <a:lnTo>
                    <a:pt x="25" y="266"/>
                  </a:lnTo>
                  <a:lnTo>
                    <a:pt x="97" y="362"/>
                  </a:lnTo>
                  <a:lnTo>
                    <a:pt x="121" y="386"/>
                  </a:lnTo>
                  <a:lnTo>
                    <a:pt x="169" y="386"/>
                  </a:lnTo>
                  <a:lnTo>
                    <a:pt x="217" y="362"/>
                  </a:lnTo>
                  <a:lnTo>
                    <a:pt x="241" y="338"/>
                  </a:lnTo>
                  <a:lnTo>
                    <a:pt x="265" y="290"/>
                  </a:lnTo>
                  <a:lnTo>
                    <a:pt x="265" y="217"/>
                  </a:lnTo>
                  <a:lnTo>
                    <a:pt x="265" y="145"/>
                  </a:lnTo>
                  <a:lnTo>
                    <a:pt x="217" y="97"/>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4044700" y="1710400"/>
              <a:ext cx="9650" cy="6625"/>
            </a:xfrm>
            <a:custGeom>
              <a:avLst/>
              <a:gdLst/>
              <a:ahLst/>
              <a:cxnLst/>
              <a:rect l="l" t="t" r="r" b="b"/>
              <a:pathLst>
                <a:path w="386" h="265" extrusionOk="0">
                  <a:moveTo>
                    <a:pt x="289" y="0"/>
                  </a:moveTo>
                  <a:lnTo>
                    <a:pt x="121" y="24"/>
                  </a:lnTo>
                  <a:lnTo>
                    <a:pt x="25" y="48"/>
                  </a:lnTo>
                  <a:lnTo>
                    <a:pt x="1" y="96"/>
                  </a:lnTo>
                  <a:lnTo>
                    <a:pt x="1" y="120"/>
                  </a:lnTo>
                  <a:lnTo>
                    <a:pt x="49" y="193"/>
                  </a:lnTo>
                  <a:lnTo>
                    <a:pt x="121" y="241"/>
                  </a:lnTo>
                  <a:lnTo>
                    <a:pt x="217" y="265"/>
                  </a:lnTo>
                  <a:lnTo>
                    <a:pt x="289" y="241"/>
                  </a:lnTo>
                  <a:lnTo>
                    <a:pt x="338" y="217"/>
                  </a:lnTo>
                  <a:lnTo>
                    <a:pt x="386" y="169"/>
                  </a:lnTo>
                  <a:lnTo>
                    <a:pt x="386" y="96"/>
                  </a:lnTo>
                  <a:lnTo>
                    <a:pt x="362" y="48"/>
                  </a:lnTo>
                  <a:lnTo>
                    <a:pt x="33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3893050" y="1766950"/>
              <a:ext cx="7850" cy="7850"/>
            </a:xfrm>
            <a:custGeom>
              <a:avLst/>
              <a:gdLst/>
              <a:ahLst/>
              <a:cxnLst/>
              <a:rect l="l" t="t" r="r" b="b"/>
              <a:pathLst>
                <a:path w="314" h="314" extrusionOk="0">
                  <a:moveTo>
                    <a:pt x="120" y="1"/>
                  </a:moveTo>
                  <a:lnTo>
                    <a:pt x="96" y="25"/>
                  </a:lnTo>
                  <a:lnTo>
                    <a:pt x="48" y="73"/>
                  </a:lnTo>
                  <a:lnTo>
                    <a:pt x="24" y="121"/>
                  </a:lnTo>
                  <a:lnTo>
                    <a:pt x="0" y="194"/>
                  </a:lnTo>
                  <a:lnTo>
                    <a:pt x="24" y="266"/>
                  </a:lnTo>
                  <a:lnTo>
                    <a:pt x="48" y="314"/>
                  </a:lnTo>
                  <a:lnTo>
                    <a:pt x="169" y="314"/>
                  </a:lnTo>
                  <a:lnTo>
                    <a:pt x="241" y="290"/>
                  </a:lnTo>
                  <a:lnTo>
                    <a:pt x="289" y="266"/>
                  </a:lnTo>
                  <a:lnTo>
                    <a:pt x="313" y="194"/>
                  </a:lnTo>
                  <a:lnTo>
                    <a:pt x="289" y="121"/>
                  </a:lnTo>
                  <a:lnTo>
                    <a:pt x="265" y="73"/>
                  </a:lnTo>
                  <a:lnTo>
                    <a:pt x="217"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3804575" y="1815700"/>
              <a:ext cx="9050" cy="6650"/>
            </a:xfrm>
            <a:custGeom>
              <a:avLst/>
              <a:gdLst/>
              <a:ahLst/>
              <a:cxnLst/>
              <a:rect l="l" t="t" r="r" b="b"/>
              <a:pathLst>
                <a:path w="362" h="266" extrusionOk="0">
                  <a:moveTo>
                    <a:pt x="217" y="1"/>
                  </a:moveTo>
                  <a:lnTo>
                    <a:pt x="97" y="25"/>
                  </a:lnTo>
                  <a:lnTo>
                    <a:pt x="24" y="49"/>
                  </a:lnTo>
                  <a:lnTo>
                    <a:pt x="0" y="97"/>
                  </a:lnTo>
                  <a:lnTo>
                    <a:pt x="0" y="145"/>
                  </a:lnTo>
                  <a:lnTo>
                    <a:pt x="24" y="194"/>
                  </a:lnTo>
                  <a:lnTo>
                    <a:pt x="48" y="242"/>
                  </a:lnTo>
                  <a:lnTo>
                    <a:pt x="169" y="266"/>
                  </a:lnTo>
                  <a:lnTo>
                    <a:pt x="289" y="242"/>
                  </a:lnTo>
                  <a:lnTo>
                    <a:pt x="361" y="218"/>
                  </a:lnTo>
                  <a:lnTo>
                    <a:pt x="361" y="194"/>
                  </a:lnTo>
                  <a:lnTo>
                    <a:pt x="361" y="169"/>
                  </a:lnTo>
                  <a:lnTo>
                    <a:pt x="337" y="97"/>
                  </a:lnTo>
                  <a:lnTo>
                    <a:pt x="313" y="49"/>
                  </a:lnTo>
                  <a:lnTo>
                    <a:pt x="265" y="25"/>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4074800" y="1877100"/>
              <a:ext cx="6650" cy="7250"/>
            </a:xfrm>
            <a:custGeom>
              <a:avLst/>
              <a:gdLst/>
              <a:ahLst/>
              <a:cxnLst/>
              <a:rect l="l" t="t" r="r" b="b"/>
              <a:pathLst>
                <a:path w="266" h="290" extrusionOk="0">
                  <a:moveTo>
                    <a:pt x="121" y="0"/>
                  </a:moveTo>
                  <a:lnTo>
                    <a:pt x="48" y="49"/>
                  </a:lnTo>
                  <a:lnTo>
                    <a:pt x="24" y="73"/>
                  </a:lnTo>
                  <a:lnTo>
                    <a:pt x="0" y="169"/>
                  </a:lnTo>
                  <a:lnTo>
                    <a:pt x="0" y="241"/>
                  </a:lnTo>
                  <a:lnTo>
                    <a:pt x="48" y="289"/>
                  </a:lnTo>
                  <a:lnTo>
                    <a:pt x="169" y="289"/>
                  </a:lnTo>
                  <a:lnTo>
                    <a:pt x="217" y="241"/>
                  </a:lnTo>
                  <a:lnTo>
                    <a:pt x="241" y="193"/>
                  </a:lnTo>
                  <a:lnTo>
                    <a:pt x="265" y="145"/>
                  </a:lnTo>
                  <a:lnTo>
                    <a:pt x="265" y="97"/>
                  </a:lnTo>
                  <a:lnTo>
                    <a:pt x="241" y="49"/>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3783500" y="1626725"/>
              <a:ext cx="6650" cy="9075"/>
            </a:xfrm>
            <a:custGeom>
              <a:avLst/>
              <a:gdLst/>
              <a:ahLst/>
              <a:cxnLst/>
              <a:rect l="l" t="t" r="r" b="b"/>
              <a:pathLst>
                <a:path w="266" h="363" extrusionOk="0">
                  <a:moveTo>
                    <a:pt x="97" y="1"/>
                  </a:moveTo>
                  <a:lnTo>
                    <a:pt x="49" y="25"/>
                  </a:lnTo>
                  <a:lnTo>
                    <a:pt x="25" y="49"/>
                  </a:lnTo>
                  <a:lnTo>
                    <a:pt x="1" y="145"/>
                  </a:lnTo>
                  <a:lnTo>
                    <a:pt x="25" y="266"/>
                  </a:lnTo>
                  <a:lnTo>
                    <a:pt x="73" y="338"/>
                  </a:lnTo>
                  <a:lnTo>
                    <a:pt x="121" y="362"/>
                  </a:lnTo>
                  <a:lnTo>
                    <a:pt x="169" y="362"/>
                  </a:lnTo>
                  <a:lnTo>
                    <a:pt x="193" y="338"/>
                  </a:lnTo>
                  <a:lnTo>
                    <a:pt x="242" y="290"/>
                  </a:lnTo>
                  <a:lnTo>
                    <a:pt x="266" y="194"/>
                  </a:lnTo>
                  <a:lnTo>
                    <a:pt x="242"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4103675" y="1869875"/>
              <a:ext cx="6650" cy="8450"/>
            </a:xfrm>
            <a:custGeom>
              <a:avLst/>
              <a:gdLst/>
              <a:ahLst/>
              <a:cxnLst/>
              <a:rect l="l" t="t" r="r" b="b"/>
              <a:pathLst>
                <a:path w="266" h="338" extrusionOk="0">
                  <a:moveTo>
                    <a:pt x="73" y="0"/>
                  </a:moveTo>
                  <a:lnTo>
                    <a:pt x="25" y="73"/>
                  </a:lnTo>
                  <a:lnTo>
                    <a:pt x="1" y="169"/>
                  </a:lnTo>
                  <a:lnTo>
                    <a:pt x="1" y="217"/>
                  </a:lnTo>
                  <a:lnTo>
                    <a:pt x="1" y="265"/>
                  </a:lnTo>
                  <a:lnTo>
                    <a:pt x="25" y="313"/>
                  </a:lnTo>
                  <a:lnTo>
                    <a:pt x="97" y="338"/>
                  </a:lnTo>
                  <a:lnTo>
                    <a:pt x="145" y="338"/>
                  </a:lnTo>
                  <a:lnTo>
                    <a:pt x="193" y="313"/>
                  </a:lnTo>
                  <a:lnTo>
                    <a:pt x="242" y="289"/>
                  </a:lnTo>
                  <a:lnTo>
                    <a:pt x="266" y="217"/>
                  </a:lnTo>
                  <a:lnTo>
                    <a:pt x="266" y="97"/>
                  </a:lnTo>
                  <a:lnTo>
                    <a:pt x="266" y="49"/>
                  </a:lnTo>
                  <a:lnTo>
                    <a:pt x="242" y="25"/>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4027850" y="1783200"/>
              <a:ext cx="6050" cy="7850"/>
            </a:xfrm>
            <a:custGeom>
              <a:avLst/>
              <a:gdLst/>
              <a:ahLst/>
              <a:cxnLst/>
              <a:rect l="l" t="t" r="r" b="b"/>
              <a:pathLst>
                <a:path w="242" h="314" extrusionOk="0">
                  <a:moveTo>
                    <a:pt x="73" y="1"/>
                  </a:moveTo>
                  <a:lnTo>
                    <a:pt x="49" y="49"/>
                  </a:lnTo>
                  <a:lnTo>
                    <a:pt x="1" y="97"/>
                  </a:lnTo>
                  <a:lnTo>
                    <a:pt x="1" y="169"/>
                  </a:lnTo>
                  <a:lnTo>
                    <a:pt x="1" y="218"/>
                  </a:lnTo>
                  <a:lnTo>
                    <a:pt x="25" y="266"/>
                  </a:lnTo>
                  <a:lnTo>
                    <a:pt x="73" y="290"/>
                  </a:lnTo>
                  <a:lnTo>
                    <a:pt x="121" y="314"/>
                  </a:lnTo>
                  <a:lnTo>
                    <a:pt x="169" y="290"/>
                  </a:lnTo>
                  <a:lnTo>
                    <a:pt x="193" y="242"/>
                  </a:lnTo>
                  <a:lnTo>
                    <a:pt x="241" y="194"/>
                  </a:lnTo>
                  <a:lnTo>
                    <a:pt x="241" y="145"/>
                  </a:lnTo>
                  <a:lnTo>
                    <a:pt x="241" y="73"/>
                  </a:lnTo>
                  <a:lnTo>
                    <a:pt x="241"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3970675" y="1794650"/>
              <a:ext cx="7250" cy="8450"/>
            </a:xfrm>
            <a:custGeom>
              <a:avLst/>
              <a:gdLst/>
              <a:ahLst/>
              <a:cxnLst/>
              <a:rect l="l" t="t" r="r" b="b"/>
              <a:pathLst>
                <a:path w="290" h="338" extrusionOk="0">
                  <a:moveTo>
                    <a:pt x="169" y="0"/>
                  </a:moveTo>
                  <a:lnTo>
                    <a:pt x="73" y="24"/>
                  </a:lnTo>
                  <a:lnTo>
                    <a:pt x="25" y="97"/>
                  </a:lnTo>
                  <a:lnTo>
                    <a:pt x="1" y="145"/>
                  </a:lnTo>
                  <a:lnTo>
                    <a:pt x="1" y="193"/>
                  </a:lnTo>
                  <a:lnTo>
                    <a:pt x="25" y="241"/>
                  </a:lnTo>
                  <a:lnTo>
                    <a:pt x="73" y="265"/>
                  </a:lnTo>
                  <a:lnTo>
                    <a:pt x="166" y="312"/>
                  </a:lnTo>
                  <a:lnTo>
                    <a:pt x="166" y="312"/>
                  </a:lnTo>
                  <a:lnTo>
                    <a:pt x="265" y="193"/>
                  </a:lnTo>
                  <a:lnTo>
                    <a:pt x="289" y="97"/>
                  </a:lnTo>
                  <a:lnTo>
                    <a:pt x="265" y="73"/>
                  </a:lnTo>
                  <a:lnTo>
                    <a:pt x="241" y="24"/>
                  </a:lnTo>
                  <a:lnTo>
                    <a:pt x="193" y="0"/>
                  </a:lnTo>
                  <a:close/>
                  <a:moveTo>
                    <a:pt x="166" y="312"/>
                  </a:moveTo>
                  <a:lnTo>
                    <a:pt x="145" y="337"/>
                  </a:lnTo>
                  <a:lnTo>
                    <a:pt x="169" y="313"/>
                  </a:lnTo>
                  <a:lnTo>
                    <a:pt x="166" y="312"/>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3745000" y="1801875"/>
              <a:ext cx="6625" cy="7250"/>
            </a:xfrm>
            <a:custGeom>
              <a:avLst/>
              <a:gdLst/>
              <a:ahLst/>
              <a:cxnLst/>
              <a:rect l="l" t="t" r="r" b="b"/>
              <a:pathLst>
                <a:path w="265" h="290" extrusionOk="0">
                  <a:moveTo>
                    <a:pt x="72" y="0"/>
                  </a:moveTo>
                  <a:lnTo>
                    <a:pt x="24" y="48"/>
                  </a:lnTo>
                  <a:lnTo>
                    <a:pt x="24" y="97"/>
                  </a:lnTo>
                  <a:lnTo>
                    <a:pt x="0" y="169"/>
                  </a:lnTo>
                  <a:lnTo>
                    <a:pt x="24" y="217"/>
                  </a:lnTo>
                  <a:lnTo>
                    <a:pt x="48" y="241"/>
                  </a:lnTo>
                  <a:lnTo>
                    <a:pt x="96" y="289"/>
                  </a:lnTo>
                  <a:lnTo>
                    <a:pt x="145" y="289"/>
                  </a:lnTo>
                  <a:lnTo>
                    <a:pt x="193" y="265"/>
                  </a:lnTo>
                  <a:lnTo>
                    <a:pt x="241" y="217"/>
                  </a:lnTo>
                  <a:lnTo>
                    <a:pt x="265" y="169"/>
                  </a:lnTo>
                  <a:lnTo>
                    <a:pt x="265" y="121"/>
                  </a:lnTo>
                  <a:lnTo>
                    <a:pt x="241" y="72"/>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3766650" y="1902975"/>
              <a:ext cx="7850" cy="6650"/>
            </a:xfrm>
            <a:custGeom>
              <a:avLst/>
              <a:gdLst/>
              <a:ahLst/>
              <a:cxnLst/>
              <a:rect l="l" t="t" r="r" b="b"/>
              <a:pathLst>
                <a:path w="314" h="266" extrusionOk="0">
                  <a:moveTo>
                    <a:pt x="97" y="1"/>
                  </a:moveTo>
                  <a:lnTo>
                    <a:pt x="49" y="49"/>
                  </a:lnTo>
                  <a:lnTo>
                    <a:pt x="1" y="97"/>
                  </a:lnTo>
                  <a:lnTo>
                    <a:pt x="1" y="121"/>
                  </a:lnTo>
                  <a:lnTo>
                    <a:pt x="25" y="169"/>
                  </a:lnTo>
                  <a:lnTo>
                    <a:pt x="73" y="217"/>
                  </a:lnTo>
                  <a:lnTo>
                    <a:pt x="121" y="265"/>
                  </a:lnTo>
                  <a:lnTo>
                    <a:pt x="193" y="265"/>
                  </a:lnTo>
                  <a:lnTo>
                    <a:pt x="241" y="241"/>
                  </a:lnTo>
                  <a:lnTo>
                    <a:pt x="290" y="217"/>
                  </a:lnTo>
                  <a:lnTo>
                    <a:pt x="314" y="193"/>
                  </a:lnTo>
                  <a:lnTo>
                    <a:pt x="290" y="97"/>
                  </a:lnTo>
                  <a:lnTo>
                    <a:pt x="241" y="49"/>
                  </a:lnTo>
                  <a:lnTo>
                    <a:pt x="217"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3844300" y="1644200"/>
              <a:ext cx="7250" cy="4825"/>
            </a:xfrm>
            <a:custGeom>
              <a:avLst/>
              <a:gdLst/>
              <a:ahLst/>
              <a:cxnLst/>
              <a:rect l="l" t="t" r="r" b="b"/>
              <a:pathLst>
                <a:path w="290" h="193" extrusionOk="0">
                  <a:moveTo>
                    <a:pt x="72" y="0"/>
                  </a:moveTo>
                  <a:lnTo>
                    <a:pt x="24" y="24"/>
                  </a:lnTo>
                  <a:lnTo>
                    <a:pt x="0" y="72"/>
                  </a:lnTo>
                  <a:lnTo>
                    <a:pt x="0" y="120"/>
                  </a:lnTo>
                  <a:lnTo>
                    <a:pt x="24" y="169"/>
                  </a:lnTo>
                  <a:lnTo>
                    <a:pt x="48" y="193"/>
                  </a:lnTo>
                  <a:lnTo>
                    <a:pt x="217" y="193"/>
                  </a:lnTo>
                  <a:lnTo>
                    <a:pt x="265" y="169"/>
                  </a:lnTo>
                  <a:lnTo>
                    <a:pt x="289" y="120"/>
                  </a:lnTo>
                  <a:lnTo>
                    <a:pt x="241"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3931550" y="1796450"/>
              <a:ext cx="6650" cy="6050"/>
            </a:xfrm>
            <a:custGeom>
              <a:avLst/>
              <a:gdLst/>
              <a:ahLst/>
              <a:cxnLst/>
              <a:rect l="l" t="t" r="r" b="b"/>
              <a:pathLst>
                <a:path w="266" h="242" extrusionOk="0">
                  <a:moveTo>
                    <a:pt x="73" y="1"/>
                  </a:moveTo>
                  <a:lnTo>
                    <a:pt x="25" y="49"/>
                  </a:lnTo>
                  <a:lnTo>
                    <a:pt x="1" y="97"/>
                  </a:lnTo>
                  <a:lnTo>
                    <a:pt x="25" y="145"/>
                  </a:lnTo>
                  <a:lnTo>
                    <a:pt x="49" y="193"/>
                  </a:lnTo>
                  <a:lnTo>
                    <a:pt x="97" y="217"/>
                  </a:lnTo>
                  <a:lnTo>
                    <a:pt x="145" y="241"/>
                  </a:lnTo>
                  <a:lnTo>
                    <a:pt x="193" y="241"/>
                  </a:lnTo>
                  <a:lnTo>
                    <a:pt x="242" y="217"/>
                  </a:lnTo>
                  <a:lnTo>
                    <a:pt x="266" y="169"/>
                  </a:lnTo>
                  <a:lnTo>
                    <a:pt x="266" y="121"/>
                  </a:lnTo>
                  <a:lnTo>
                    <a:pt x="266" y="73"/>
                  </a:lnTo>
                  <a:lnTo>
                    <a:pt x="217" y="49"/>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4190950" y="1972175"/>
              <a:ext cx="7850" cy="6050"/>
            </a:xfrm>
            <a:custGeom>
              <a:avLst/>
              <a:gdLst/>
              <a:ahLst/>
              <a:cxnLst/>
              <a:rect l="l" t="t" r="r" b="b"/>
              <a:pathLst>
                <a:path w="314" h="242" extrusionOk="0">
                  <a:moveTo>
                    <a:pt x="169" y="1"/>
                  </a:moveTo>
                  <a:lnTo>
                    <a:pt x="97" y="25"/>
                  </a:lnTo>
                  <a:lnTo>
                    <a:pt x="49" y="73"/>
                  </a:lnTo>
                  <a:lnTo>
                    <a:pt x="0" y="145"/>
                  </a:lnTo>
                  <a:lnTo>
                    <a:pt x="24" y="194"/>
                  </a:lnTo>
                  <a:lnTo>
                    <a:pt x="73" y="242"/>
                  </a:lnTo>
                  <a:lnTo>
                    <a:pt x="217" y="242"/>
                  </a:lnTo>
                  <a:lnTo>
                    <a:pt x="265" y="194"/>
                  </a:lnTo>
                  <a:lnTo>
                    <a:pt x="313" y="121"/>
                  </a:lnTo>
                  <a:lnTo>
                    <a:pt x="313" y="49"/>
                  </a:lnTo>
                  <a:lnTo>
                    <a:pt x="26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3843100" y="1941500"/>
              <a:ext cx="7225" cy="7250"/>
            </a:xfrm>
            <a:custGeom>
              <a:avLst/>
              <a:gdLst/>
              <a:ahLst/>
              <a:cxnLst/>
              <a:rect l="l" t="t" r="r" b="b"/>
              <a:pathLst>
                <a:path w="289" h="290" extrusionOk="0">
                  <a:moveTo>
                    <a:pt x="96" y="0"/>
                  </a:moveTo>
                  <a:lnTo>
                    <a:pt x="72" y="24"/>
                  </a:lnTo>
                  <a:lnTo>
                    <a:pt x="24" y="72"/>
                  </a:lnTo>
                  <a:lnTo>
                    <a:pt x="0" y="121"/>
                  </a:lnTo>
                  <a:lnTo>
                    <a:pt x="24" y="193"/>
                  </a:lnTo>
                  <a:lnTo>
                    <a:pt x="48" y="241"/>
                  </a:lnTo>
                  <a:lnTo>
                    <a:pt x="120" y="289"/>
                  </a:lnTo>
                  <a:lnTo>
                    <a:pt x="169" y="289"/>
                  </a:lnTo>
                  <a:lnTo>
                    <a:pt x="217" y="265"/>
                  </a:lnTo>
                  <a:lnTo>
                    <a:pt x="265" y="241"/>
                  </a:lnTo>
                  <a:lnTo>
                    <a:pt x="289" y="193"/>
                  </a:lnTo>
                  <a:lnTo>
                    <a:pt x="289" y="145"/>
                  </a:lnTo>
                  <a:lnTo>
                    <a:pt x="289" y="96"/>
                  </a:lnTo>
                  <a:lnTo>
                    <a:pt x="265" y="48"/>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3791925" y="1858450"/>
              <a:ext cx="6650" cy="7225"/>
            </a:xfrm>
            <a:custGeom>
              <a:avLst/>
              <a:gdLst/>
              <a:ahLst/>
              <a:cxnLst/>
              <a:rect l="l" t="t" r="r" b="b"/>
              <a:pathLst>
                <a:path w="266" h="289" extrusionOk="0">
                  <a:moveTo>
                    <a:pt x="121" y="0"/>
                  </a:moveTo>
                  <a:lnTo>
                    <a:pt x="73" y="24"/>
                  </a:lnTo>
                  <a:lnTo>
                    <a:pt x="25" y="72"/>
                  </a:lnTo>
                  <a:lnTo>
                    <a:pt x="1" y="145"/>
                  </a:lnTo>
                  <a:lnTo>
                    <a:pt x="25" y="217"/>
                  </a:lnTo>
                  <a:lnTo>
                    <a:pt x="49" y="265"/>
                  </a:lnTo>
                  <a:lnTo>
                    <a:pt x="97" y="289"/>
                  </a:lnTo>
                  <a:lnTo>
                    <a:pt x="145" y="289"/>
                  </a:lnTo>
                  <a:lnTo>
                    <a:pt x="193" y="265"/>
                  </a:lnTo>
                  <a:lnTo>
                    <a:pt x="242" y="193"/>
                  </a:lnTo>
                  <a:lnTo>
                    <a:pt x="266" y="96"/>
                  </a:lnTo>
                  <a:lnTo>
                    <a:pt x="242" y="48"/>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3896050" y="1717000"/>
              <a:ext cx="6650" cy="7250"/>
            </a:xfrm>
            <a:custGeom>
              <a:avLst/>
              <a:gdLst/>
              <a:ahLst/>
              <a:cxnLst/>
              <a:rect l="l" t="t" r="r" b="b"/>
              <a:pathLst>
                <a:path w="266" h="290" extrusionOk="0">
                  <a:moveTo>
                    <a:pt x="97" y="1"/>
                  </a:moveTo>
                  <a:lnTo>
                    <a:pt x="25" y="49"/>
                  </a:lnTo>
                  <a:lnTo>
                    <a:pt x="0" y="121"/>
                  </a:lnTo>
                  <a:lnTo>
                    <a:pt x="0" y="194"/>
                  </a:lnTo>
                  <a:lnTo>
                    <a:pt x="25" y="242"/>
                  </a:lnTo>
                  <a:lnTo>
                    <a:pt x="73" y="290"/>
                  </a:lnTo>
                  <a:lnTo>
                    <a:pt x="169" y="290"/>
                  </a:lnTo>
                  <a:lnTo>
                    <a:pt x="217" y="266"/>
                  </a:lnTo>
                  <a:lnTo>
                    <a:pt x="265" y="218"/>
                  </a:lnTo>
                  <a:lnTo>
                    <a:pt x="265" y="169"/>
                  </a:lnTo>
                  <a:lnTo>
                    <a:pt x="265" y="97"/>
                  </a:lnTo>
                  <a:lnTo>
                    <a:pt x="241"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4041100" y="1795850"/>
              <a:ext cx="6625" cy="9050"/>
            </a:xfrm>
            <a:custGeom>
              <a:avLst/>
              <a:gdLst/>
              <a:ahLst/>
              <a:cxnLst/>
              <a:rect l="l" t="t" r="r" b="b"/>
              <a:pathLst>
                <a:path w="265" h="362" extrusionOk="0">
                  <a:moveTo>
                    <a:pt x="96" y="1"/>
                  </a:moveTo>
                  <a:lnTo>
                    <a:pt x="72" y="25"/>
                  </a:lnTo>
                  <a:lnTo>
                    <a:pt x="24" y="49"/>
                  </a:lnTo>
                  <a:lnTo>
                    <a:pt x="0" y="121"/>
                  </a:lnTo>
                  <a:lnTo>
                    <a:pt x="0" y="193"/>
                  </a:lnTo>
                  <a:lnTo>
                    <a:pt x="24" y="241"/>
                  </a:lnTo>
                  <a:lnTo>
                    <a:pt x="96" y="362"/>
                  </a:lnTo>
                  <a:lnTo>
                    <a:pt x="193" y="289"/>
                  </a:lnTo>
                  <a:lnTo>
                    <a:pt x="241" y="241"/>
                  </a:lnTo>
                  <a:lnTo>
                    <a:pt x="265" y="193"/>
                  </a:lnTo>
                  <a:lnTo>
                    <a:pt x="265" y="97"/>
                  </a:lnTo>
                  <a:lnTo>
                    <a:pt x="265" y="49"/>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4228875" y="1821125"/>
              <a:ext cx="7825" cy="6650"/>
            </a:xfrm>
            <a:custGeom>
              <a:avLst/>
              <a:gdLst/>
              <a:ahLst/>
              <a:cxnLst/>
              <a:rect l="l" t="t" r="r" b="b"/>
              <a:pathLst>
                <a:path w="313" h="266" extrusionOk="0">
                  <a:moveTo>
                    <a:pt x="144" y="1"/>
                  </a:moveTo>
                  <a:lnTo>
                    <a:pt x="72" y="25"/>
                  </a:lnTo>
                  <a:lnTo>
                    <a:pt x="24" y="49"/>
                  </a:lnTo>
                  <a:lnTo>
                    <a:pt x="0" y="121"/>
                  </a:lnTo>
                  <a:lnTo>
                    <a:pt x="0" y="169"/>
                  </a:lnTo>
                  <a:lnTo>
                    <a:pt x="24" y="193"/>
                  </a:lnTo>
                  <a:lnTo>
                    <a:pt x="48" y="217"/>
                  </a:lnTo>
                  <a:lnTo>
                    <a:pt x="96" y="241"/>
                  </a:lnTo>
                  <a:lnTo>
                    <a:pt x="169" y="265"/>
                  </a:lnTo>
                  <a:lnTo>
                    <a:pt x="217" y="241"/>
                  </a:lnTo>
                  <a:lnTo>
                    <a:pt x="265" y="193"/>
                  </a:lnTo>
                  <a:lnTo>
                    <a:pt x="313" y="145"/>
                  </a:lnTo>
                  <a:lnTo>
                    <a:pt x="313" y="97"/>
                  </a:lnTo>
                  <a:lnTo>
                    <a:pt x="289" y="73"/>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3831650" y="1757925"/>
              <a:ext cx="5450" cy="7250"/>
            </a:xfrm>
            <a:custGeom>
              <a:avLst/>
              <a:gdLst/>
              <a:ahLst/>
              <a:cxnLst/>
              <a:rect l="l" t="t" r="r" b="b"/>
              <a:pathLst>
                <a:path w="218" h="290" extrusionOk="0">
                  <a:moveTo>
                    <a:pt x="121" y="1"/>
                  </a:moveTo>
                  <a:lnTo>
                    <a:pt x="73" y="25"/>
                  </a:lnTo>
                  <a:lnTo>
                    <a:pt x="25" y="73"/>
                  </a:lnTo>
                  <a:lnTo>
                    <a:pt x="1" y="121"/>
                  </a:lnTo>
                  <a:lnTo>
                    <a:pt x="1" y="193"/>
                  </a:lnTo>
                  <a:lnTo>
                    <a:pt x="49" y="242"/>
                  </a:lnTo>
                  <a:lnTo>
                    <a:pt x="73" y="266"/>
                  </a:lnTo>
                  <a:lnTo>
                    <a:pt x="121" y="290"/>
                  </a:lnTo>
                  <a:lnTo>
                    <a:pt x="145" y="266"/>
                  </a:lnTo>
                  <a:lnTo>
                    <a:pt x="193" y="242"/>
                  </a:lnTo>
                  <a:lnTo>
                    <a:pt x="217" y="169"/>
                  </a:lnTo>
                  <a:lnTo>
                    <a:pt x="217" y="73"/>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3776275" y="1655025"/>
              <a:ext cx="6050" cy="7850"/>
            </a:xfrm>
            <a:custGeom>
              <a:avLst/>
              <a:gdLst/>
              <a:ahLst/>
              <a:cxnLst/>
              <a:rect l="l" t="t" r="r" b="b"/>
              <a:pathLst>
                <a:path w="242" h="314" extrusionOk="0">
                  <a:moveTo>
                    <a:pt x="121" y="0"/>
                  </a:moveTo>
                  <a:lnTo>
                    <a:pt x="73" y="49"/>
                  </a:lnTo>
                  <a:lnTo>
                    <a:pt x="25" y="73"/>
                  </a:lnTo>
                  <a:lnTo>
                    <a:pt x="1" y="121"/>
                  </a:lnTo>
                  <a:lnTo>
                    <a:pt x="1" y="193"/>
                  </a:lnTo>
                  <a:lnTo>
                    <a:pt x="1" y="265"/>
                  </a:lnTo>
                  <a:lnTo>
                    <a:pt x="1" y="289"/>
                  </a:lnTo>
                  <a:lnTo>
                    <a:pt x="49" y="313"/>
                  </a:lnTo>
                  <a:lnTo>
                    <a:pt x="97" y="313"/>
                  </a:lnTo>
                  <a:lnTo>
                    <a:pt x="169" y="289"/>
                  </a:lnTo>
                  <a:lnTo>
                    <a:pt x="242" y="193"/>
                  </a:lnTo>
                  <a:lnTo>
                    <a:pt x="242" y="145"/>
                  </a:lnTo>
                  <a:lnTo>
                    <a:pt x="242" y="97"/>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3778100" y="1768775"/>
              <a:ext cx="7225" cy="6650"/>
            </a:xfrm>
            <a:custGeom>
              <a:avLst/>
              <a:gdLst/>
              <a:ahLst/>
              <a:cxnLst/>
              <a:rect l="l" t="t" r="r" b="b"/>
              <a:pathLst>
                <a:path w="289" h="266" extrusionOk="0">
                  <a:moveTo>
                    <a:pt x="145" y="0"/>
                  </a:moveTo>
                  <a:lnTo>
                    <a:pt x="96" y="24"/>
                  </a:lnTo>
                  <a:lnTo>
                    <a:pt x="24" y="72"/>
                  </a:lnTo>
                  <a:lnTo>
                    <a:pt x="0" y="121"/>
                  </a:lnTo>
                  <a:lnTo>
                    <a:pt x="0" y="169"/>
                  </a:lnTo>
                  <a:lnTo>
                    <a:pt x="24" y="217"/>
                  </a:lnTo>
                  <a:lnTo>
                    <a:pt x="72" y="265"/>
                  </a:lnTo>
                  <a:lnTo>
                    <a:pt x="145" y="265"/>
                  </a:lnTo>
                  <a:lnTo>
                    <a:pt x="217" y="241"/>
                  </a:lnTo>
                  <a:lnTo>
                    <a:pt x="265" y="217"/>
                  </a:lnTo>
                  <a:lnTo>
                    <a:pt x="289" y="145"/>
                  </a:lnTo>
                  <a:lnTo>
                    <a:pt x="289" y="97"/>
                  </a:lnTo>
                  <a:lnTo>
                    <a:pt x="289" y="72"/>
                  </a:lnTo>
                  <a:lnTo>
                    <a:pt x="265"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3838875" y="1795250"/>
              <a:ext cx="6650" cy="6050"/>
            </a:xfrm>
            <a:custGeom>
              <a:avLst/>
              <a:gdLst/>
              <a:ahLst/>
              <a:cxnLst/>
              <a:rect l="l" t="t" r="r" b="b"/>
              <a:pathLst>
                <a:path w="266" h="242" extrusionOk="0">
                  <a:moveTo>
                    <a:pt x="121" y="0"/>
                  </a:moveTo>
                  <a:lnTo>
                    <a:pt x="73" y="25"/>
                  </a:lnTo>
                  <a:lnTo>
                    <a:pt x="49" y="49"/>
                  </a:lnTo>
                  <a:lnTo>
                    <a:pt x="1" y="97"/>
                  </a:lnTo>
                  <a:lnTo>
                    <a:pt x="1" y="145"/>
                  </a:lnTo>
                  <a:lnTo>
                    <a:pt x="25" y="193"/>
                  </a:lnTo>
                  <a:lnTo>
                    <a:pt x="49" y="217"/>
                  </a:lnTo>
                  <a:lnTo>
                    <a:pt x="73" y="241"/>
                  </a:lnTo>
                  <a:lnTo>
                    <a:pt x="193" y="241"/>
                  </a:lnTo>
                  <a:lnTo>
                    <a:pt x="217" y="193"/>
                  </a:lnTo>
                  <a:lnTo>
                    <a:pt x="241" y="145"/>
                  </a:lnTo>
                  <a:lnTo>
                    <a:pt x="265" y="97"/>
                  </a:lnTo>
                  <a:lnTo>
                    <a:pt x="241" y="73"/>
                  </a:lnTo>
                  <a:lnTo>
                    <a:pt x="217" y="25"/>
                  </a:lnTo>
                  <a:lnTo>
                    <a:pt x="169" y="25"/>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3907475" y="1685125"/>
              <a:ext cx="6050" cy="7225"/>
            </a:xfrm>
            <a:custGeom>
              <a:avLst/>
              <a:gdLst/>
              <a:ahLst/>
              <a:cxnLst/>
              <a:rect l="l" t="t" r="r" b="b"/>
              <a:pathLst>
                <a:path w="242" h="289" extrusionOk="0">
                  <a:moveTo>
                    <a:pt x="73" y="0"/>
                  </a:moveTo>
                  <a:lnTo>
                    <a:pt x="25" y="24"/>
                  </a:lnTo>
                  <a:lnTo>
                    <a:pt x="1" y="72"/>
                  </a:lnTo>
                  <a:lnTo>
                    <a:pt x="1" y="144"/>
                  </a:lnTo>
                  <a:lnTo>
                    <a:pt x="1" y="193"/>
                  </a:lnTo>
                  <a:lnTo>
                    <a:pt x="25" y="241"/>
                  </a:lnTo>
                  <a:lnTo>
                    <a:pt x="97" y="289"/>
                  </a:lnTo>
                  <a:lnTo>
                    <a:pt x="169" y="289"/>
                  </a:lnTo>
                  <a:lnTo>
                    <a:pt x="193" y="265"/>
                  </a:lnTo>
                  <a:lnTo>
                    <a:pt x="218" y="241"/>
                  </a:lnTo>
                  <a:lnTo>
                    <a:pt x="242" y="169"/>
                  </a:lnTo>
                  <a:lnTo>
                    <a:pt x="242" y="96"/>
                  </a:lnTo>
                  <a:lnTo>
                    <a:pt x="218"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3888825" y="1857225"/>
              <a:ext cx="6050" cy="6650"/>
            </a:xfrm>
            <a:custGeom>
              <a:avLst/>
              <a:gdLst/>
              <a:ahLst/>
              <a:cxnLst/>
              <a:rect l="l" t="t" r="r" b="b"/>
              <a:pathLst>
                <a:path w="242" h="266" extrusionOk="0">
                  <a:moveTo>
                    <a:pt x="25" y="1"/>
                  </a:moveTo>
                  <a:lnTo>
                    <a:pt x="1" y="25"/>
                  </a:lnTo>
                  <a:lnTo>
                    <a:pt x="1" y="121"/>
                  </a:lnTo>
                  <a:lnTo>
                    <a:pt x="25" y="169"/>
                  </a:lnTo>
                  <a:lnTo>
                    <a:pt x="97" y="218"/>
                  </a:lnTo>
                  <a:lnTo>
                    <a:pt x="145" y="266"/>
                  </a:lnTo>
                  <a:lnTo>
                    <a:pt x="241" y="266"/>
                  </a:lnTo>
                  <a:lnTo>
                    <a:pt x="241" y="218"/>
                  </a:lnTo>
                  <a:lnTo>
                    <a:pt x="241" y="169"/>
                  </a:lnTo>
                  <a:lnTo>
                    <a:pt x="193" y="73"/>
                  </a:lnTo>
                  <a:lnTo>
                    <a:pt x="145"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3761250" y="1839175"/>
              <a:ext cx="6025" cy="6050"/>
            </a:xfrm>
            <a:custGeom>
              <a:avLst/>
              <a:gdLst/>
              <a:ahLst/>
              <a:cxnLst/>
              <a:rect l="l" t="t" r="r" b="b"/>
              <a:pathLst>
                <a:path w="241" h="242" extrusionOk="0">
                  <a:moveTo>
                    <a:pt x="48" y="1"/>
                  </a:moveTo>
                  <a:lnTo>
                    <a:pt x="24" y="25"/>
                  </a:lnTo>
                  <a:lnTo>
                    <a:pt x="0" y="73"/>
                  </a:lnTo>
                  <a:lnTo>
                    <a:pt x="0" y="145"/>
                  </a:lnTo>
                  <a:lnTo>
                    <a:pt x="24" y="193"/>
                  </a:lnTo>
                  <a:lnTo>
                    <a:pt x="72" y="217"/>
                  </a:lnTo>
                  <a:lnTo>
                    <a:pt x="120" y="242"/>
                  </a:lnTo>
                  <a:lnTo>
                    <a:pt x="169" y="217"/>
                  </a:lnTo>
                  <a:lnTo>
                    <a:pt x="217" y="169"/>
                  </a:lnTo>
                  <a:lnTo>
                    <a:pt x="241" y="121"/>
                  </a:lnTo>
                  <a:lnTo>
                    <a:pt x="217" y="73"/>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3771475" y="1697150"/>
              <a:ext cx="4825" cy="7250"/>
            </a:xfrm>
            <a:custGeom>
              <a:avLst/>
              <a:gdLst/>
              <a:ahLst/>
              <a:cxnLst/>
              <a:rect l="l" t="t" r="r" b="b"/>
              <a:pathLst>
                <a:path w="193" h="290" extrusionOk="0">
                  <a:moveTo>
                    <a:pt x="121" y="1"/>
                  </a:moveTo>
                  <a:lnTo>
                    <a:pt x="48" y="25"/>
                  </a:lnTo>
                  <a:lnTo>
                    <a:pt x="24" y="73"/>
                  </a:lnTo>
                  <a:lnTo>
                    <a:pt x="0" y="121"/>
                  </a:lnTo>
                  <a:lnTo>
                    <a:pt x="0" y="193"/>
                  </a:lnTo>
                  <a:lnTo>
                    <a:pt x="24" y="241"/>
                  </a:lnTo>
                  <a:lnTo>
                    <a:pt x="73" y="289"/>
                  </a:lnTo>
                  <a:lnTo>
                    <a:pt x="145" y="265"/>
                  </a:lnTo>
                  <a:lnTo>
                    <a:pt x="193" y="217"/>
                  </a:lnTo>
                  <a:lnTo>
                    <a:pt x="193" y="145"/>
                  </a:lnTo>
                  <a:lnTo>
                    <a:pt x="193" y="73"/>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3873175" y="1742275"/>
              <a:ext cx="6050" cy="5450"/>
            </a:xfrm>
            <a:custGeom>
              <a:avLst/>
              <a:gdLst/>
              <a:ahLst/>
              <a:cxnLst/>
              <a:rect l="l" t="t" r="r" b="b"/>
              <a:pathLst>
                <a:path w="242" h="218" extrusionOk="0">
                  <a:moveTo>
                    <a:pt x="49" y="1"/>
                  </a:moveTo>
                  <a:lnTo>
                    <a:pt x="25" y="25"/>
                  </a:lnTo>
                  <a:lnTo>
                    <a:pt x="1" y="49"/>
                  </a:lnTo>
                  <a:lnTo>
                    <a:pt x="1" y="97"/>
                  </a:lnTo>
                  <a:lnTo>
                    <a:pt x="1" y="145"/>
                  </a:lnTo>
                  <a:lnTo>
                    <a:pt x="49" y="194"/>
                  </a:lnTo>
                  <a:lnTo>
                    <a:pt x="97" y="218"/>
                  </a:lnTo>
                  <a:lnTo>
                    <a:pt x="169" y="218"/>
                  </a:lnTo>
                  <a:lnTo>
                    <a:pt x="241" y="145"/>
                  </a:lnTo>
                  <a:lnTo>
                    <a:pt x="241" y="97"/>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3980300" y="1788625"/>
              <a:ext cx="6050" cy="6650"/>
            </a:xfrm>
            <a:custGeom>
              <a:avLst/>
              <a:gdLst/>
              <a:ahLst/>
              <a:cxnLst/>
              <a:rect l="l" t="t" r="r" b="b"/>
              <a:pathLst>
                <a:path w="242" h="266" extrusionOk="0">
                  <a:moveTo>
                    <a:pt x="73" y="1"/>
                  </a:moveTo>
                  <a:lnTo>
                    <a:pt x="49" y="25"/>
                  </a:lnTo>
                  <a:lnTo>
                    <a:pt x="25" y="73"/>
                  </a:lnTo>
                  <a:lnTo>
                    <a:pt x="1" y="121"/>
                  </a:lnTo>
                  <a:lnTo>
                    <a:pt x="25" y="169"/>
                  </a:lnTo>
                  <a:lnTo>
                    <a:pt x="49" y="217"/>
                  </a:lnTo>
                  <a:lnTo>
                    <a:pt x="73" y="265"/>
                  </a:lnTo>
                  <a:lnTo>
                    <a:pt x="169" y="265"/>
                  </a:lnTo>
                  <a:lnTo>
                    <a:pt x="193" y="241"/>
                  </a:lnTo>
                  <a:lnTo>
                    <a:pt x="241" y="217"/>
                  </a:lnTo>
                  <a:lnTo>
                    <a:pt x="241" y="145"/>
                  </a:lnTo>
                  <a:lnTo>
                    <a:pt x="241" y="97"/>
                  </a:lnTo>
                  <a:lnTo>
                    <a:pt x="193"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3914700" y="1776600"/>
              <a:ext cx="6050" cy="6025"/>
            </a:xfrm>
            <a:custGeom>
              <a:avLst/>
              <a:gdLst/>
              <a:ahLst/>
              <a:cxnLst/>
              <a:rect l="l" t="t" r="r" b="b"/>
              <a:pathLst>
                <a:path w="242" h="241" extrusionOk="0">
                  <a:moveTo>
                    <a:pt x="73" y="0"/>
                  </a:moveTo>
                  <a:lnTo>
                    <a:pt x="1" y="72"/>
                  </a:lnTo>
                  <a:lnTo>
                    <a:pt x="1" y="121"/>
                  </a:lnTo>
                  <a:lnTo>
                    <a:pt x="1" y="169"/>
                  </a:lnTo>
                  <a:lnTo>
                    <a:pt x="25" y="193"/>
                  </a:lnTo>
                  <a:lnTo>
                    <a:pt x="73" y="217"/>
                  </a:lnTo>
                  <a:lnTo>
                    <a:pt x="121" y="241"/>
                  </a:lnTo>
                  <a:lnTo>
                    <a:pt x="169" y="217"/>
                  </a:lnTo>
                  <a:lnTo>
                    <a:pt x="217" y="193"/>
                  </a:lnTo>
                  <a:lnTo>
                    <a:pt x="241" y="121"/>
                  </a:lnTo>
                  <a:lnTo>
                    <a:pt x="241" y="72"/>
                  </a:lnTo>
                  <a:lnTo>
                    <a:pt x="217"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3968875" y="2014925"/>
              <a:ext cx="6050" cy="6025"/>
            </a:xfrm>
            <a:custGeom>
              <a:avLst/>
              <a:gdLst/>
              <a:ahLst/>
              <a:cxnLst/>
              <a:rect l="l" t="t" r="r" b="b"/>
              <a:pathLst>
                <a:path w="242" h="241" extrusionOk="0">
                  <a:moveTo>
                    <a:pt x="73" y="0"/>
                  </a:moveTo>
                  <a:lnTo>
                    <a:pt x="24" y="48"/>
                  </a:lnTo>
                  <a:lnTo>
                    <a:pt x="0" y="96"/>
                  </a:lnTo>
                  <a:lnTo>
                    <a:pt x="0" y="145"/>
                  </a:lnTo>
                  <a:lnTo>
                    <a:pt x="0" y="169"/>
                  </a:lnTo>
                  <a:lnTo>
                    <a:pt x="73" y="217"/>
                  </a:lnTo>
                  <a:lnTo>
                    <a:pt x="121" y="241"/>
                  </a:lnTo>
                  <a:lnTo>
                    <a:pt x="169" y="217"/>
                  </a:lnTo>
                  <a:lnTo>
                    <a:pt x="217" y="193"/>
                  </a:lnTo>
                  <a:lnTo>
                    <a:pt x="241" y="145"/>
                  </a:lnTo>
                  <a:lnTo>
                    <a:pt x="241" y="96"/>
                  </a:lnTo>
                  <a:lnTo>
                    <a:pt x="241"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4152425" y="1934275"/>
              <a:ext cx="7250" cy="5425"/>
            </a:xfrm>
            <a:custGeom>
              <a:avLst/>
              <a:gdLst/>
              <a:ahLst/>
              <a:cxnLst/>
              <a:rect l="l" t="t" r="r" b="b"/>
              <a:pathLst>
                <a:path w="290" h="217" extrusionOk="0">
                  <a:moveTo>
                    <a:pt x="121" y="0"/>
                  </a:moveTo>
                  <a:lnTo>
                    <a:pt x="73" y="24"/>
                  </a:lnTo>
                  <a:lnTo>
                    <a:pt x="49" y="73"/>
                  </a:lnTo>
                  <a:lnTo>
                    <a:pt x="1" y="121"/>
                  </a:lnTo>
                  <a:lnTo>
                    <a:pt x="1" y="145"/>
                  </a:lnTo>
                  <a:lnTo>
                    <a:pt x="25" y="169"/>
                  </a:lnTo>
                  <a:lnTo>
                    <a:pt x="49" y="193"/>
                  </a:lnTo>
                  <a:lnTo>
                    <a:pt x="73" y="217"/>
                  </a:lnTo>
                  <a:lnTo>
                    <a:pt x="193" y="217"/>
                  </a:lnTo>
                  <a:lnTo>
                    <a:pt x="290" y="145"/>
                  </a:lnTo>
                  <a:lnTo>
                    <a:pt x="290" y="121"/>
                  </a:lnTo>
                  <a:lnTo>
                    <a:pt x="290" y="73"/>
                  </a:lnTo>
                  <a:lnTo>
                    <a:pt x="266" y="24"/>
                  </a:lnTo>
                  <a:lnTo>
                    <a:pt x="24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3729950" y="1765750"/>
              <a:ext cx="6025" cy="6650"/>
            </a:xfrm>
            <a:custGeom>
              <a:avLst/>
              <a:gdLst/>
              <a:ahLst/>
              <a:cxnLst/>
              <a:rect l="l" t="t" r="r" b="b"/>
              <a:pathLst>
                <a:path w="241" h="266" extrusionOk="0">
                  <a:moveTo>
                    <a:pt x="97" y="1"/>
                  </a:moveTo>
                  <a:lnTo>
                    <a:pt x="48" y="25"/>
                  </a:lnTo>
                  <a:lnTo>
                    <a:pt x="0" y="97"/>
                  </a:lnTo>
                  <a:lnTo>
                    <a:pt x="0" y="145"/>
                  </a:lnTo>
                  <a:lnTo>
                    <a:pt x="24" y="218"/>
                  </a:lnTo>
                  <a:lnTo>
                    <a:pt x="72" y="266"/>
                  </a:lnTo>
                  <a:lnTo>
                    <a:pt x="145" y="266"/>
                  </a:lnTo>
                  <a:lnTo>
                    <a:pt x="193" y="242"/>
                  </a:lnTo>
                  <a:lnTo>
                    <a:pt x="241" y="193"/>
                  </a:lnTo>
                  <a:lnTo>
                    <a:pt x="241" y="121"/>
                  </a:lnTo>
                  <a:lnTo>
                    <a:pt x="217"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3872575" y="1860250"/>
              <a:ext cx="6650" cy="6650"/>
            </a:xfrm>
            <a:custGeom>
              <a:avLst/>
              <a:gdLst/>
              <a:ahLst/>
              <a:cxnLst/>
              <a:rect l="l" t="t" r="r" b="b"/>
              <a:pathLst>
                <a:path w="266" h="266" extrusionOk="0">
                  <a:moveTo>
                    <a:pt x="97" y="0"/>
                  </a:moveTo>
                  <a:lnTo>
                    <a:pt x="73" y="24"/>
                  </a:lnTo>
                  <a:lnTo>
                    <a:pt x="1" y="73"/>
                  </a:lnTo>
                  <a:lnTo>
                    <a:pt x="1" y="145"/>
                  </a:lnTo>
                  <a:lnTo>
                    <a:pt x="25" y="193"/>
                  </a:lnTo>
                  <a:lnTo>
                    <a:pt x="49" y="241"/>
                  </a:lnTo>
                  <a:lnTo>
                    <a:pt x="97" y="265"/>
                  </a:lnTo>
                  <a:lnTo>
                    <a:pt x="145" y="265"/>
                  </a:lnTo>
                  <a:lnTo>
                    <a:pt x="193" y="241"/>
                  </a:lnTo>
                  <a:lnTo>
                    <a:pt x="241" y="169"/>
                  </a:lnTo>
                  <a:lnTo>
                    <a:pt x="265" y="121"/>
                  </a:lnTo>
                  <a:lnTo>
                    <a:pt x="241"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3862950" y="1636975"/>
              <a:ext cx="4850" cy="7250"/>
            </a:xfrm>
            <a:custGeom>
              <a:avLst/>
              <a:gdLst/>
              <a:ahLst/>
              <a:cxnLst/>
              <a:rect l="l" t="t" r="r" b="b"/>
              <a:pathLst>
                <a:path w="194" h="290" extrusionOk="0">
                  <a:moveTo>
                    <a:pt x="49" y="0"/>
                  </a:moveTo>
                  <a:lnTo>
                    <a:pt x="0" y="48"/>
                  </a:lnTo>
                  <a:lnTo>
                    <a:pt x="0" y="121"/>
                  </a:lnTo>
                  <a:lnTo>
                    <a:pt x="0" y="169"/>
                  </a:lnTo>
                  <a:lnTo>
                    <a:pt x="0" y="217"/>
                  </a:lnTo>
                  <a:lnTo>
                    <a:pt x="49" y="265"/>
                  </a:lnTo>
                  <a:lnTo>
                    <a:pt x="73" y="289"/>
                  </a:lnTo>
                  <a:lnTo>
                    <a:pt x="121" y="289"/>
                  </a:lnTo>
                  <a:lnTo>
                    <a:pt x="145" y="265"/>
                  </a:lnTo>
                  <a:lnTo>
                    <a:pt x="193" y="241"/>
                  </a:lnTo>
                  <a:lnTo>
                    <a:pt x="193" y="121"/>
                  </a:lnTo>
                  <a:lnTo>
                    <a:pt x="169"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4036275" y="1735075"/>
              <a:ext cx="6650" cy="6025"/>
            </a:xfrm>
            <a:custGeom>
              <a:avLst/>
              <a:gdLst/>
              <a:ahLst/>
              <a:cxnLst/>
              <a:rect l="l" t="t" r="r" b="b"/>
              <a:pathLst>
                <a:path w="266" h="241" extrusionOk="0">
                  <a:moveTo>
                    <a:pt x="97" y="0"/>
                  </a:moveTo>
                  <a:lnTo>
                    <a:pt x="73" y="24"/>
                  </a:lnTo>
                  <a:lnTo>
                    <a:pt x="25" y="72"/>
                  </a:lnTo>
                  <a:lnTo>
                    <a:pt x="1" y="145"/>
                  </a:lnTo>
                  <a:lnTo>
                    <a:pt x="25" y="193"/>
                  </a:lnTo>
                  <a:lnTo>
                    <a:pt x="49" y="217"/>
                  </a:lnTo>
                  <a:lnTo>
                    <a:pt x="97" y="241"/>
                  </a:lnTo>
                  <a:lnTo>
                    <a:pt x="169" y="217"/>
                  </a:lnTo>
                  <a:lnTo>
                    <a:pt x="217" y="193"/>
                  </a:lnTo>
                  <a:lnTo>
                    <a:pt x="241" y="145"/>
                  </a:lnTo>
                  <a:lnTo>
                    <a:pt x="265" y="120"/>
                  </a:lnTo>
                  <a:lnTo>
                    <a:pt x="241" y="72"/>
                  </a:lnTo>
                  <a:lnTo>
                    <a:pt x="217"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4168675" y="1752525"/>
              <a:ext cx="5450" cy="6025"/>
            </a:xfrm>
            <a:custGeom>
              <a:avLst/>
              <a:gdLst/>
              <a:ahLst/>
              <a:cxnLst/>
              <a:rect l="l" t="t" r="r" b="b"/>
              <a:pathLst>
                <a:path w="218" h="241" extrusionOk="0">
                  <a:moveTo>
                    <a:pt x="121" y="0"/>
                  </a:moveTo>
                  <a:lnTo>
                    <a:pt x="73" y="24"/>
                  </a:lnTo>
                  <a:lnTo>
                    <a:pt x="25" y="97"/>
                  </a:lnTo>
                  <a:lnTo>
                    <a:pt x="1" y="145"/>
                  </a:lnTo>
                  <a:lnTo>
                    <a:pt x="25" y="217"/>
                  </a:lnTo>
                  <a:lnTo>
                    <a:pt x="25" y="241"/>
                  </a:lnTo>
                  <a:lnTo>
                    <a:pt x="145" y="241"/>
                  </a:lnTo>
                  <a:lnTo>
                    <a:pt x="193" y="169"/>
                  </a:lnTo>
                  <a:lnTo>
                    <a:pt x="217" y="121"/>
                  </a:lnTo>
                  <a:lnTo>
                    <a:pt x="217" y="48"/>
                  </a:lnTo>
                  <a:lnTo>
                    <a:pt x="217"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3926150" y="1818125"/>
              <a:ext cx="4825" cy="7250"/>
            </a:xfrm>
            <a:custGeom>
              <a:avLst/>
              <a:gdLst/>
              <a:ahLst/>
              <a:cxnLst/>
              <a:rect l="l" t="t" r="r" b="b"/>
              <a:pathLst>
                <a:path w="193" h="290" extrusionOk="0">
                  <a:moveTo>
                    <a:pt x="96" y="0"/>
                  </a:moveTo>
                  <a:lnTo>
                    <a:pt x="48" y="24"/>
                  </a:lnTo>
                  <a:lnTo>
                    <a:pt x="24" y="24"/>
                  </a:lnTo>
                  <a:lnTo>
                    <a:pt x="0" y="97"/>
                  </a:lnTo>
                  <a:lnTo>
                    <a:pt x="0" y="193"/>
                  </a:lnTo>
                  <a:lnTo>
                    <a:pt x="24" y="241"/>
                  </a:lnTo>
                  <a:lnTo>
                    <a:pt x="96" y="289"/>
                  </a:lnTo>
                  <a:lnTo>
                    <a:pt x="121" y="289"/>
                  </a:lnTo>
                  <a:lnTo>
                    <a:pt x="169" y="265"/>
                  </a:lnTo>
                  <a:lnTo>
                    <a:pt x="193" y="217"/>
                  </a:lnTo>
                  <a:lnTo>
                    <a:pt x="193" y="145"/>
                  </a:lnTo>
                  <a:lnTo>
                    <a:pt x="169" y="48"/>
                  </a:lnTo>
                  <a:lnTo>
                    <a:pt x="145"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4040500" y="1932475"/>
              <a:ext cx="4225" cy="7850"/>
            </a:xfrm>
            <a:custGeom>
              <a:avLst/>
              <a:gdLst/>
              <a:ahLst/>
              <a:cxnLst/>
              <a:rect l="l" t="t" r="r" b="b"/>
              <a:pathLst>
                <a:path w="169" h="314" extrusionOk="0">
                  <a:moveTo>
                    <a:pt x="72" y="0"/>
                  </a:moveTo>
                  <a:lnTo>
                    <a:pt x="24" y="24"/>
                  </a:lnTo>
                  <a:lnTo>
                    <a:pt x="0" y="72"/>
                  </a:lnTo>
                  <a:lnTo>
                    <a:pt x="0" y="120"/>
                  </a:lnTo>
                  <a:lnTo>
                    <a:pt x="24" y="241"/>
                  </a:lnTo>
                  <a:lnTo>
                    <a:pt x="48" y="289"/>
                  </a:lnTo>
                  <a:lnTo>
                    <a:pt x="72" y="313"/>
                  </a:lnTo>
                  <a:lnTo>
                    <a:pt x="96" y="289"/>
                  </a:lnTo>
                  <a:lnTo>
                    <a:pt x="145" y="241"/>
                  </a:lnTo>
                  <a:lnTo>
                    <a:pt x="169" y="145"/>
                  </a:lnTo>
                  <a:lnTo>
                    <a:pt x="169" y="96"/>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3985125" y="1633950"/>
              <a:ext cx="4825" cy="5450"/>
            </a:xfrm>
            <a:custGeom>
              <a:avLst/>
              <a:gdLst/>
              <a:ahLst/>
              <a:cxnLst/>
              <a:rect l="l" t="t" r="r" b="b"/>
              <a:pathLst>
                <a:path w="193" h="218" extrusionOk="0">
                  <a:moveTo>
                    <a:pt x="145" y="1"/>
                  </a:moveTo>
                  <a:lnTo>
                    <a:pt x="73" y="25"/>
                  </a:lnTo>
                  <a:lnTo>
                    <a:pt x="48" y="49"/>
                  </a:lnTo>
                  <a:lnTo>
                    <a:pt x="24" y="97"/>
                  </a:lnTo>
                  <a:lnTo>
                    <a:pt x="0" y="145"/>
                  </a:lnTo>
                  <a:lnTo>
                    <a:pt x="24" y="169"/>
                  </a:lnTo>
                  <a:lnTo>
                    <a:pt x="48" y="193"/>
                  </a:lnTo>
                  <a:lnTo>
                    <a:pt x="97" y="217"/>
                  </a:lnTo>
                  <a:lnTo>
                    <a:pt x="121" y="217"/>
                  </a:lnTo>
                  <a:lnTo>
                    <a:pt x="169" y="193"/>
                  </a:lnTo>
                  <a:lnTo>
                    <a:pt x="193" y="121"/>
                  </a:lnTo>
                  <a:lnTo>
                    <a:pt x="193"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4121725" y="1823525"/>
              <a:ext cx="6650" cy="5450"/>
            </a:xfrm>
            <a:custGeom>
              <a:avLst/>
              <a:gdLst/>
              <a:ahLst/>
              <a:cxnLst/>
              <a:rect l="l" t="t" r="r" b="b"/>
              <a:pathLst>
                <a:path w="266" h="218" extrusionOk="0">
                  <a:moveTo>
                    <a:pt x="145" y="1"/>
                  </a:moveTo>
                  <a:lnTo>
                    <a:pt x="97" y="25"/>
                  </a:lnTo>
                  <a:lnTo>
                    <a:pt x="1" y="73"/>
                  </a:lnTo>
                  <a:lnTo>
                    <a:pt x="1" y="97"/>
                  </a:lnTo>
                  <a:lnTo>
                    <a:pt x="1" y="145"/>
                  </a:lnTo>
                  <a:lnTo>
                    <a:pt x="1" y="169"/>
                  </a:lnTo>
                  <a:lnTo>
                    <a:pt x="25" y="193"/>
                  </a:lnTo>
                  <a:lnTo>
                    <a:pt x="73" y="218"/>
                  </a:lnTo>
                  <a:lnTo>
                    <a:pt x="145" y="218"/>
                  </a:lnTo>
                  <a:lnTo>
                    <a:pt x="218" y="193"/>
                  </a:lnTo>
                  <a:lnTo>
                    <a:pt x="242" y="121"/>
                  </a:lnTo>
                  <a:lnTo>
                    <a:pt x="266" y="73"/>
                  </a:lnTo>
                  <a:lnTo>
                    <a:pt x="218"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4023650" y="1711600"/>
              <a:ext cx="6025" cy="6025"/>
            </a:xfrm>
            <a:custGeom>
              <a:avLst/>
              <a:gdLst/>
              <a:ahLst/>
              <a:cxnLst/>
              <a:rect l="l" t="t" r="r" b="b"/>
              <a:pathLst>
                <a:path w="241" h="241" extrusionOk="0">
                  <a:moveTo>
                    <a:pt x="48" y="0"/>
                  </a:moveTo>
                  <a:lnTo>
                    <a:pt x="24" y="72"/>
                  </a:lnTo>
                  <a:lnTo>
                    <a:pt x="0" y="121"/>
                  </a:lnTo>
                  <a:lnTo>
                    <a:pt x="24" y="169"/>
                  </a:lnTo>
                  <a:lnTo>
                    <a:pt x="72" y="217"/>
                  </a:lnTo>
                  <a:lnTo>
                    <a:pt x="120" y="241"/>
                  </a:lnTo>
                  <a:lnTo>
                    <a:pt x="169" y="241"/>
                  </a:lnTo>
                  <a:lnTo>
                    <a:pt x="217" y="217"/>
                  </a:lnTo>
                  <a:lnTo>
                    <a:pt x="241" y="193"/>
                  </a:lnTo>
                  <a:lnTo>
                    <a:pt x="241" y="169"/>
                  </a:lnTo>
                  <a:lnTo>
                    <a:pt x="241" y="97"/>
                  </a:lnTo>
                  <a:lnTo>
                    <a:pt x="217" y="48"/>
                  </a:lnTo>
                  <a:lnTo>
                    <a:pt x="169" y="24"/>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4015825" y="2027550"/>
              <a:ext cx="4225" cy="6050"/>
            </a:xfrm>
            <a:custGeom>
              <a:avLst/>
              <a:gdLst/>
              <a:ahLst/>
              <a:cxnLst/>
              <a:rect l="l" t="t" r="r" b="b"/>
              <a:pathLst>
                <a:path w="169" h="242" extrusionOk="0">
                  <a:moveTo>
                    <a:pt x="24" y="1"/>
                  </a:moveTo>
                  <a:lnTo>
                    <a:pt x="0" y="25"/>
                  </a:lnTo>
                  <a:lnTo>
                    <a:pt x="0" y="49"/>
                  </a:lnTo>
                  <a:lnTo>
                    <a:pt x="0" y="169"/>
                  </a:lnTo>
                  <a:lnTo>
                    <a:pt x="24" y="193"/>
                  </a:lnTo>
                  <a:lnTo>
                    <a:pt x="72" y="241"/>
                  </a:lnTo>
                  <a:lnTo>
                    <a:pt x="120" y="241"/>
                  </a:lnTo>
                  <a:lnTo>
                    <a:pt x="169" y="169"/>
                  </a:lnTo>
                  <a:lnTo>
                    <a:pt x="169" y="73"/>
                  </a:lnTo>
                  <a:lnTo>
                    <a:pt x="145"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3968875" y="1874700"/>
              <a:ext cx="6650" cy="4225"/>
            </a:xfrm>
            <a:custGeom>
              <a:avLst/>
              <a:gdLst/>
              <a:ahLst/>
              <a:cxnLst/>
              <a:rect l="l" t="t" r="r" b="b"/>
              <a:pathLst>
                <a:path w="266" h="169" extrusionOk="0">
                  <a:moveTo>
                    <a:pt x="97" y="0"/>
                  </a:moveTo>
                  <a:lnTo>
                    <a:pt x="49" y="24"/>
                  </a:lnTo>
                  <a:lnTo>
                    <a:pt x="0" y="72"/>
                  </a:lnTo>
                  <a:lnTo>
                    <a:pt x="0" y="120"/>
                  </a:lnTo>
                  <a:lnTo>
                    <a:pt x="24" y="145"/>
                  </a:lnTo>
                  <a:lnTo>
                    <a:pt x="97" y="169"/>
                  </a:lnTo>
                  <a:lnTo>
                    <a:pt x="169" y="169"/>
                  </a:lnTo>
                  <a:lnTo>
                    <a:pt x="217" y="145"/>
                  </a:lnTo>
                  <a:lnTo>
                    <a:pt x="265" y="96"/>
                  </a:lnTo>
                  <a:lnTo>
                    <a:pt x="241" y="48"/>
                  </a:lnTo>
                  <a:lnTo>
                    <a:pt x="241"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3898450" y="1843400"/>
              <a:ext cx="4850" cy="6050"/>
            </a:xfrm>
            <a:custGeom>
              <a:avLst/>
              <a:gdLst/>
              <a:ahLst/>
              <a:cxnLst/>
              <a:rect l="l" t="t" r="r" b="b"/>
              <a:pathLst>
                <a:path w="194" h="242" extrusionOk="0">
                  <a:moveTo>
                    <a:pt x="97" y="0"/>
                  </a:moveTo>
                  <a:lnTo>
                    <a:pt x="73" y="24"/>
                  </a:lnTo>
                  <a:lnTo>
                    <a:pt x="25" y="73"/>
                  </a:lnTo>
                  <a:lnTo>
                    <a:pt x="1" y="121"/>
                  </a:lnTo>
                  <a:lnTo>
                    <a:pt x="1" y="169"/>
                  </a:lnTo>
                  <a:lnTo>
                    <a:pt x="25" y="217"/>
                  </a:lnTo>
                  <a:lnTo>
                    <a:pt x="73" y="241"/>
                  </a:lnTo>
                  <a:lnTo>
                    <a:pt x="121" y="241"/>
                  </a:lnTo>
                  <a:lnTo>
                    <a:pt x="169" y="193"/>
                  </a:lnTo>
                  <a:lnTo>
                    <a:pt x="193" y="145"/>
                  </a:lnTo>
                  <a:lnTo>
                    <a:pt x="193" y="73"/>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3907475" y="1733250"/>
              <a:ext cx="6650" cy="4850"/>
            </a:xfrm>
            <a:custGeom>
              <a:avLst/>
              <a:gdLst/>
              <a:ahLst/>
              <a:cxnLst/>
              <a:rect l="l" t="t" r="r" b="b"/>
              <a:pathLst>
                <a:path w="266" h="194" extrusionOk="0">
                  <a:moveTo>
                    <a:pt x="169" y="1"/>
                  </a:moveTo>
                  <a:lnTo>
                    <a:pt x="73" y="25"/>
                  </a:lnTo>
                  <a:lnTo>
                    <a:pt x="49" y="49"/>
                  </a:lnTo>
                  <a:lnTo>
                    <a:pt x="25" y="73"/>
                  </a:lnTo>
                  <a:lnTo>
                    <a:pt x="1" y="145"/>
                  </a:lnTo>
                  <a:lnTo>
                    <a:pt x="25" y="169"/>
                  </a:lnTo>
                  <a:lnTo>
                    <a:pt x="97" y="193"/>
                  </a:lnTo>
                  <a:lnTo>
                    <a:pt x="145" y="193"/>
                  </a:lnTo>
                  <a:lnTo>
                    <a:pt x="218" y="169"/>
                  </a:lnTo>
                  <a:lnTo>
                    <a:pt x="266" y="121"/>
                  </a:lnTo>
                  <a:lnTo>
                    <a:pt x="266" y="49"/>
                  </a:lnTo>
                  <a:lnTo>
                    <a:pt x="242" y="25"/>
                  </a:lnTo>
                  <a:lnTo>
                    <a:pt x="21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4165675" y="1845800"/>
              <a:ext cx="5425" cy="6050"/>
            </a:xfrm>
            <a:custGeom>
              <a:avLst/>
              <a:gdLst/>
              <a:ahLst/>
              <a:cxnLst/>
              <a:rect l="l" t="t" r="r" b="b"/>
              <a:pathLst>
                <a:path w="217" h="242" extrusionOk="0">
                  <a:moveTo>
                    <a:pt x="24" y="1"/>
                  </a:moveTo>
                  <a:lnTo>
                    <a:pt x="0" y="49"/>
                  </a:lnTo>
                  <a:lnTo>
                    <a:pt x="0" y="97"/>
                  </a:lnTo>
                  <a:lnTo>
                    <a:pt x="0" y="145"/>
                  </a:lnTo>
                  <a:lnTo>
                    <a:pt x="24" y="193"/>
                  </a:lnTo>
                  <a:lnTo>
                    <a:pt x="73" y="241"/>
                  </a:lnTo>
                  <a:lnTo>
                    <a:pt x="121" y="241"/>
                  </a:lnTo>
                  <a:lnTo>
                    <a:pt x="169" y="193"/>
                  </a:lnTo>
                  <a:lnTo>
                    <a:pt x="217" y="145"/>
                  </a:lnTo>
                  <a:lnTo>
                    <a:pt x="217" y="97"/>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4023025" y="1768775"/>
              <a:ext cx="5450" cy="6650"/>
            </a:xfrm>
            <a:custGeom>
              <a:avLst/>
              <a:gdLst/>
              <a:ahLst/>
              <a:cxnLst/>
              <a:rect l="l" t="t" r="r" b="b"/>
              <a:pathLst>
                <a:path w="218" h="266" extrusionOk="0">
                  <a:moveTo>
                    <a:pt x="121" y="0"/>
                  </a:moveTo>
                  <a:lnTo>
                    <a:pt x="73" y="24"/>
                  </a:lnTo>
                  <a:lnTo>
                    <a:pt x="25" y="48"/>
                  </a:lnTo>
                  <a:lnTo>
                    <a:pt x="1" y="121"/>
                  </a:lnTo>
                  <a:lnTo>
                    <a:pt x="1" y="169"/>
                  </a:lnTo>
                  <a:lnTo>
                    <a:pt x="25" y="217"/>
                  </a:lnTo>
                  <a:lnTo>
                    <a:pt x="73" y="241"/>
                  </a:lnTo>
                  <a:lnTo>
                    <a:pt x="121" y="265"/>
                  </a:lnTo>
                  <a:lnTo>
                    <a:pt x="145" y="241"/>
                  </a:lnTo>
                  <a:lnTo>
                    <a:pt x="194" y="169"/>
                  </a:lnTo>
                  <a:lnTo>
                    <a:pt x="218" y="97"/>
                  </a:lnTo>
                  <a:lnTo>
                    <a:pt x="194"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3905675" y="1945700"/>
              <a:ext cx="5450" cy="6050"/>
            </a:xfrm>
            <a:custGeom>
              <a:avLst/>
              <a:gdLst/>
              <a:ahLst/>
              <a:cxnLst/>
              <a:rect l="l" t="t" r="r" b="b"/>
              <a:pathLst>
                <a:path w="218" h="242" extrusionOk="0">
                  <a:moveTo>
                    <a:pt x="73" y="1"/>
                  </a:moveTo>
                  <a:lnTo>
                    <a:pt x="25" y="25"/>
                  </a:lnTo>
                  <a:lnTo>
                    <a:pt x="1" y="73"/>
                  </a:lnTo>
                  <a:lnTo>
                    <a:pt x="1" y="121"/>
                  </a:lnTo>
                  <a:lnTo>
                    <a:pt x="1" y="169"/>
                  </a:lnTo>
                  <a:lnTo>
                    <a:pt x="49" y="217"/>
                  </a:lnTo>
                  <a:lnTo>
                    <a:pt x="73" y="241"/>
                  </a:lnTo>
                  <a:lnTo>
                    <a:pt x="121" y="241"/>
                  </a:lnTo>
                  <a:lnTo>
                    <a:pt x="193" y="217"/>
                  </a:lnTo>
                  <a:lnTo>
                    <a:pt x="217" y="169"/>
                  </a:lnTo>
                  <a:lnTo>
                    <a:pt x="217" y="145"/>
                  </a:lnTo>
                  <a:lnTo>
                    <a:pt x="193"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3767850" y="1848800"/>
              <a:ext cx="5450" cy="4850"/>
            </a:xfrm>
            <a:custGeom>
              <a:avLst/>
              <a:gdLst/>
              <a:ahLst/>
              <a:cxnLst/>
              <a:rect l="l" t="t" r="r" b="b"/>
              <a:pathLst>
                <a:path w="218" h="194" extrusionOk="0">
                  <a:moveTo>
                    <a:pt x="73" y="1"/>
                  </a:moveTo>
                  <a:lnTo>
                    <a:pt x="49" y="25"/>
                  </a:lnTo>
                  <a:lnTo>
                    <a:pt x="1" y="49"/>
                  </a:lnTo>
                  <a:lnTo>
                    <a:pt x="1" y="97"/>
                  </a:lnTo>
                  <a:lnTo>
                    <a:pt x="49" y="169"/>
                  </a:lnTo>
                  <a:lnTo>
                    <a:pt x="121" y="194"/>
                  </a:lnTo>
                  <a:lnTo>
                    <a:pt x="169" y="194"/>
                  </a:lnTo>
                  <a:lnTo>
                    <a:pt x="218" y="169"/>
                  </a:lnTo>
                  <a:lnTo>
                    <a:pt x="218" y="121"/>
                  </a:lnTo>
                  <a:lnTo>
                    <a:pt x="193"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4060350" y="1735675"/>
              <a:ext cx="6050" cy="5425"/>
            </a:xfrm>
            <a:custGeom>
              <a:avLst/>
              <a:gdLst/>
              <a:ahLst/>
              <a:cxnLst/>
              <a:rect l="l" t="t" r="r" b="b"/>
              <a:pathLst>
                <a:path w="242" h="217" extrusionOk="0">
                  <a:moveTo>
                    <a:pt x="121" y="0"/>
                  </a:moveTo>
                  <a:lnTo>
                    <a:pt x="73" y="24"/>
                  </a:lnTo>
                  <a:lnTo>
                    <a:pt x="25" y="72"/>
                  </a:lnTo>
                  <a:lnTo>
                    <a:pt x="0" y="145"/>
                  </a:lnTo>
                  <a:lnTo>
                    <a:pt x="25" y="169"/>
                  </a:lnTo>
                  <a:lnTo>
                    <a:pt x="49" y="193"/>
                  </a:lnTo>
                  <a:lnTo>
                    <a:pt x="97" y="217"/>
                  </a:lnTo>
                  <a:lnTo>
                    <a:pt x="145" y="193"/>
                  </a:lnTo>
                  <a:lnTo>
                    <a:pt x="193" y="145"/>
                  </a:lnTo>
                  <a:lnTo>
                    <a:pt x="241" y="96"/>
                  </a:lnTo>
                  <a:lnTo>
                    <a:pt x="241" y="48"/>
                  </a:lnTo>
                  <a:lnTo>
                    <a:pt x="241"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3843700" y="1597850"/>
              <a:ext cx="4825" cy="6650"/>
            </a:xfrm>
            <a:custGeom>
              <a:avLst/>
              <a:gdLst/>
              <a:ahLst/>
              <a:cxnLst/>
              <a:rect l="l" t="t" r="r" b="b"/>
              <a:pathLst>
                <a:path w="193" h="266" extrusionOk="0">
                  <a:moveTo>
                    <a:pt x="120" y="0"/>
                  </a:moveTo>
                  <a:lnTo>
                    <a:pt x="72" y="25"/>
                  </a:lnTo>
                  <a:lnTo>
                    <a:pt x="24" y="49"/>
                  </a:lnTo>
                  <a:lnTo>
                    <a:pt x="0" y="97"/>
                  </a:lnTo>
                  <a:lnTo>
                    <a:pt x="0" y="145"/>
                  </a:lnTo>
                  <a:lnTo>
                    <a:pt x="0" y="217"/>
                  </a:lnTo>
                  <a:lnTo>
                    <a:pt x="24" y="241"/>
                  </a:lnTo>
                  <a:lnTo>
                    <a:pt x="72" y="265"/>
                  </a:lnTo>
                  <a:lnTo>
                    <a:pt x="120" y="241"/>
                  </a:lnTo>
                  <a:lnTo>
                    <a:pt x="169" y="193"/>
                  </a:lnTo>
                  <a:lnTo>
                    <a:pt x="193" y="121"/>
                  </a:lnTo>
                  <a:lnTo>
                    <a:pt x="193" y="73"/>
                  </a:lnTo>
                  <a:lnTo>
                    <a:pt x="169" y="25"/>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4094650" y="1695350"/>
              <a:ext cx="6050" cy="6050"/>
            </a:xfrm>
            <a:custGeom>
              <a:avLst/>
              <a:gdLst/>
              <a:ahLst/>
              <a:cxnLst/>
              <a:rect l="l" t="t" r="r" b="b"/>
              <a:pathLst>
                <a:path w="242" h="242" extrusionOk="0">
                  <a:moveTo>
                    <a:pt x="121" y="0"/>
                  </a:moveTo>
                  <a:lnTo>
                    <a:pt x="73" y="24"/>
                  </a:lnTo>
                  <a:lnTo>
                    <a:pt x="49" y="48"/>
                  </a:lnTo>
                  <a:lnTo>
                    <a:pt x="25" y="73"/>
                  </a:lnTo>
                  <a:lnTo>
                    <a:pt x="1" y="121"/>
                  </a:lnTo>
                  <a:lnTo>
                    <a:pt x="25" y="169"/>
                  </a:lnTo>
                  <a:lnTo>
                    <a:pt x="49" y="193"/>
                  </a:lnTo>
                  <a:lnTo>
                    <a:pt x="73" y="217"/>
                  </a:lnTo>
                  <a:lnTo>
                    <a:pt x="145" y="241"/>
                  </a:lnTo>
                  <a:lnTo>
                    <a:pt x="193" y="217"/>
                  </a:lnTo>
                  <a:lnTo>
                    <a:pt x="217" y="193"/>
                  </a:lnTo>
                  <a:lnTo>
                    <a:pt x="241" y="145"/>
                  </a:lnTo>
                  <a:lnTo>
                    <a:pt x="217" y="73"/>
                  </a:lnTo>
                  <a:lnTo>
                    <a:pt x="193"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4016425" y="1929450"/>
              <a:ext cx="4225" cy="6650"/>
            </a:xfrm>
            <a:custGeom>
              <a:avLst/>
              <a:gdLst/>
              <a:ahLst/>
              <a:cxnLst/>
              <a:rect l="l" t="t" r="r" b="b"/>
              <a:pathLst>
                <a:path w="169" h="266" extrusionOk="0">
                  <a:moveTo>
                    <a:pt x="48" y="1"/>
                  </a:moveTo>
                  <a:lnTo>
                    <a:pt x="0" y="97"/>
                  </a:lnTo>
                  <a:lnTo>
                    <a:pt x="0" y="217"/>
                  </a:lnTo>
                  <a:lnTo>
                    <a:pt x="24" y="241"/>
                  </a:lnTo>
                  <a:lnTo>
                    <a:pt x="48" y="266"/>
                  </a:lnTo>
                  <a:lnTo>
                    <a:pt x="96" y="241"/>
                  </a:lnTo>
                  <a:lnTo>
                    <a:pt x="145" y="193"/>
                  </a:lnTo>
                  <a:lnTo>
                    <a:pt x="169" y="121"/>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3962250" y="1986025"/>
              <a:ext cx="6050" cy="4850"/>
            </a:xfrm>
            <a:custGeom>
              <a:avLst/>
              <a:gdLst/>
              <a:ahLst/>
              <a:cxnLst/>
              <a:rect l="l" t="t" r="r" b="b"/>
              <a:pathLst>
                <a:path w="242" h="194" extrusionOk="0">
                  <a:moveTo>
                    <a:pt x="49" y="1"/>
                  </a:moveTo>
                  <a:lnTo>
                    <a:pt x="1" y="25"/>
                  </a:lnTo>
                  <a:lnTo>
                    <a:pt x="1" y="73"/>
                  </a:lnTo>
                  <a:lnTo>
                    <a:pt x="1" y="121"/>
                  </a:lnTo>
                  <a:lnTo>
                    <a:pt x="73" y="169"/>
                  </a:lnTo>
                  <a:lnTo>
                    <a:pt x="97" y="193"/>
                  </a:lnTo>
                  <a:lnTo>
                    <a:pt x="193" y="193"/>
                  </a:lnTo>
                  <a:lnTo>
                    <a:pt x="217" y="145"/>
                  </a:lnTo>
                  <a:lnTo>
                    <a:pt x="241" y="121"/>
                  </a:lnTo>
                  <a:lnTo>
                    <a:pt x="217" y="73"/>
                  </a:lnTo>
                  <a:lnTo>
                    <a:pt x="169"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3956225" y="1940300"/>
              <a:ext cx="4250" cy="4225"/>
            </a:xfrm>
            <a:custGeom>
              <a:avLst/>
              <a:gdLst/>
              <a:ahLst/>
              <a:cxnLst/>
              <a:rect l="l" t="t" r="r" b="b"/>
              <a:pathLst>
                <a:path w="170" h="169" extrusionOk="0">
                  <a:moveTo>
                    <a:pt x="73" y="0"/>
                  </a:moveTo>
                  <a:lnTo>
                    <a:pt x="1" y="24"/>
                  </a:lnTo>
                  <a:lnTo>
                    <a:pt x="1" y="48"/>
                  </a:lnTo>
                  <a:lnTo>
                    <a:pt x="1" y="72"/>
                  </a:lnTo>
                  <a:lnTo>
                    <a:pt x="1" y="120"/>
                  </a:lnTo>
                  <a:lnTo>
                    <a:pt x="25" y="144"/>
                  </a:lnTo>
                  <a:lnTo>
                    <a:pt x="73" y="169"/>
                  </a:lnTo>
                  <a:lnTo>
                    <a:pt x="121" y="169"/>
                  </a:lnTo>
                  <a:lnTo>
                    <a:pt x="145" y="144"/>
                  </a:lnTo>
                  <a:lnTo>
                    <a:pt x="169" y="120"/>
                  </a:lnTo>
                  <a:lnTo>
                    <a:pt x="145"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4068775" y="1674275"/>
              <a:ext cx="3625" cy="4850"/>
            </a:xfrm>
            <a:custGeom>
              <a:avLst/>
              <a:gdLst/>
              <a:ahLst/>
              <a:cxnLst/>
              <a:rect l="l" t="t" r="r" b="b"/>
              <a:pathLst>
                <a:path w="145" h="194" extrusionOk="0">
                  <a:moveTo>
                    <a:pt x="49" y="1"/>
                  </a:moveTo>
                  <a:lnTo>
                    <a:pt x="25" y="25"/>
                  </a:lnTo>
                  <a:lnTo>
                    <a:pt x="1" y="73"/>
                  </a:lnTo>
                  <a:lnTo>
                    <a:pt x="1" y="121"/>
                  </a:lnTo>
                  <a:lnTo>
                    <a:pt x="1" y="193"/>
                  </a:lnTo>
                  <a:lnTo>
                    <a:pt x="73" y="193"/>
                  </a:lnTo>
                  <a:lnTo>
                    <a:pt x="121" y="169"/>
                  </a:lnTo>
                  <a:lnTo>
                    <a:pt x="145" y="97"/>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3943000" y="1805475"/>
              <a:ext cx="4225" cy="4250"/>
            </a:xfrm>
            <a:custGeom>
              <a:avLst/>
              <a:gdLst/>
              <a:ahLst/>
              <a:cxnLst/>
              <a:rect l="l" t="t" r="r" b="b"/>
              <a:pathLst>
                <a:path w="169" h="170" extrusionOk="0">
                  <a:moveTo>
                    <a:pt x="48" y="1"/>
                  </a:moveTo>
                  <a:lnTo>
                    <a:pt x="24" y="49"/>
                  </a:lnTo>
                  <a:lnTo>
                    <a:pt x="0" y="97"/>
                  </a:lnTo>
                  <a:lnTo>
                    <a:pt x="24" y="121"/>
                  </a:lnTo>
                  <a:lnTo>
                    <a:pt x="48" y="169"/>
                  </a:lnTo>
                  <a:lnTo>
                    <a:pt x="145" y="169"/>
                  </a:lnTo>
                  <a:lnTo>
                    <a:pt x="169" y="121"/>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4059150" y="1669475"/>
              <a:ext cx="4825" cy="4825"/>
            </a:xfrm>
            <a:custGeom>
              <a:avLst/>
              <a:gdLst/>
              <a:ahLst/>
              <a:cxnLst/>
              <a:rect l="l" t="t" r="r" b="b"/>
              <a:pathLst>
                <a:path w="193" h="193" extrusionOk="0">
                  <a:moveTo>
                    <a:pt x="48" y="0"/>
                  </a:moveTo>
                  <a:lnTo>
                    <a:pt x="24" y="24"/>
                  </a:lnTo>
                  <a:lnTo>
                    <a:pt x="0" y="48"/>
                  </a:lnTo>
                  <a:lnTo>
                    <a:pt x="0" y="96"/>
                  </a:lnTo>
                  <a:lnTo>
                    <a:pt x="24" y="121"/>
                  </a:lnTo>
                  <a:lnTo>
                    <a:pt x="73" y="193"/>
                  </a:lnTo>
                  <a:lnTo>
                    <a:pt x="145" y="193"/>
                  </a:lnTo>
                  <a:lnTo>
                    <a:pt x="193" y="145"/>
                  </a:lnTo>
                  <a:lnTo>
                    <a:pt x="193" y="96"/>
                  </a:lnTo>
                  <a:lnTo>
                    <a:pt x="193" y="48"/>
                  </a:lnTo>
                  <a:lnTo>
                    <a:pt x="121"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3831050" y="1920425"/>
              <a:ext cx="5450" cy="4250"/>
            </a:xfrm>
            <a:custGeom>
              <a:avLst/>
              <a:gdLst/>
              <a:ahLst/>
              <a:cxnLst/>
              <a:rect l="l" t="t" r="r" b="b"/>
              <a:pathLst>
                <a:path w="218" h="170" extrusionOk="0">
                  <a:moveTo>
                    <a:pt x="97" y="1"/>
                  </a:moveTo>
                  <a:lnTo>
                    <a:pt x="49" y="25"/>
                  </a:lnTo>
                  <a:lnTo>
                    <a:pt x="25" y="49"/>
                  </a:lnTo>
                  <a:lnTo>
                    <a:pt x="1" y="73"/>
                  </a:lnTo>
                  <a:lnTo>
                    <a:pt x="25" y="97"/>
                  </a:lnTo>
                  <a:lnTo>
                    <a:pt x="73" y="145"/>
                  </a:lnTo>
                  <a:lnTo>
                    <a:pt x="145" y="169"/>
                  </a:lnTo>
                  <a:lnTo>
                    <a:pt x="193" y="145"/>
                  </a:lnTo>
                  <a:lnTo>
                    <a:pt x="217" y="121"/>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3950225" y="1664050"/>
              <a:ext cx="4225" cy="4225"/>
            </a:xfrm>
            <a:custGeom>
              <a:avLst/>
              <a:gdLst/>
              <a:ahLst/>
              <a:cxnLst/>
              <a:rect l="l" t="t" r="r" b="b"/>
              <a:pathLst>
                <a:path w="169" h="169" extrusionOk="0">
                  <a:moveTo>
                    <a:pt x="48" y="0"/>
                  </a:moveTo>
                  <a:lnTo>
                    <a:pt x="0" y="49"/>
                  </a:lnTo>
                  <a:lnTo>
                    <a:pt x="24" y="121"/>
                  </a:lnTo>
                  <a:lnTo>
                    <a:pt x="72" y="169"/>
                  </a:lnTo>
                  <a:lnTo>
                    <a:pt x="120" y="145"/>
                  </a:lnTo>
                  <a:lnTo>
                    <a:pt x="169" y="97"/>
                  </a:lnTo>
                  <a:lnTo>
                    <a:pt x="169" y="49"/>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3957425" y="1763350"/>
              <a:ext cx="5450" cy="3625"/>
            </a:xfrm>
            <a:custGeom>
              <a:avLst/>
              <a:gdLst/>
              <a:ahLst/>
              <a:cxnLst/>
              <a:rect l="l" t="t" r="r" b="b"/>
              <a:pathLst>
                <a:path w="218" h="145" extrusionOk="0">
                  <a:moveTo>
                    <a:pt x="73" y="1"/>
                  </a:moveTo>
                  <a:lnTo>
                    <a:pt x="25" y="25"/>
                  </a:lnTo>
                  <a:lnTo>
                    <a:pt x="1" y="73"/>
                  </a:lnTo>
                  <a:lnTo>
                    <a:pt x="1" y="97"/>
                  </a:lnTo>
                  <a:lnTo>
                    <a:pt x="1" y="121"/>
                  </a:lnTo>
                  <a:lnTo>
                    <a:pt x="73" y="145"/>
                  </a:lnTo>
                  <a:lnTo>
                    <a:pt x="194" y="145"/>
                  </a:lnTo>
                  <a:lnTo>
                    <a:pt x="218" y="97"/>
                  </a:lnTo>
                  <a:lnTo>
                    <a:pt x="194"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3787725" y="1832550"/>
              <a:ext cx="4225" cy="4850"/>
            </a:xfrm>
            <a:custGeom>
              <a:avLst/>
              <a:gdLst/>
              <a:ahLst/>
              <a:cxnLst/>
              <a:rect l="l" t="t" r="r" b="b"/>
              <a:pathLst>
                <a:path w="169" h="194" extrusionOk="0">
                  <a:moveTo>
                    <a:pt x="48" y="1"/>
                  </a:moveTo>
                  <a:lnTo>
                    <a:pt x="0" y="49"/>
                  </a:lnTo>
                  <a:lnTo>
                    <a:pt x="0" y="121"/>
                  </a:lnTo>
                  <a:lnTo>
                    <a:pt x="0" y="169"/>
                  </a:lnTo>
                  <a:lnTo>
                    <a:pt x="48" y="194"/>
                  </a:lnTo>
                  <a:lnTo>
                    <a:pt x="97" y="194"/>
                  </a:lnTo>
                  <a:lnTo>
                    <a:pt x="145" y="145"/>
                  </a:lnTo>
                  <a:lnTo>
                    <a:pt x="169" y="97"/>
                  </a:lnTo>
                  <a:lnTo>
                    <a:pt x="169" y="73"/>
                  </a:lnTo>
                  <a:lnTo>
                    <a:pt x="145"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3933375" y="1944500"/>
              <a:ext cx="6625" cy="4850"/>
            </a:xfrm>
            <a:custGeom>
              <a:avLst/>
              <a:gdLst/>
              <a:ahLst/>
              <a:cxnLst/>
              <a:rect l="l" t="t" r="r" b="b"/>
              <a:pathLst>
                <a:path w="265" h="194" extrusionOk="0">
                  <a:moveTo>
                    <a:pt x="0" y="1"/>
                  </a:moveTo>
                  <a:lnTo>
                    <a:pt x="72" y="145"/>
                  </a:lnTo>
                  <a:lnTo>
                    <a:pt x="120" y="193"/>
                  </a:lnTo>
                  <a:lnTo>
                    <a:pt x="241" y="193"/>
                  </a:lnTo>
                  <a:lnTo>
                    <a:pt x="265" y="145"/>
                  </a:lnTo>
                  <a:lnTo>
                    <a:pt x="217" y="49"/>
                  </a:lnTo>
                  <a:lnTo>
                    <a:pt x="144"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3734750" y="1788625"/>
              <a:ext cx="4250" cy="4850"/>
            </a:xfrm>
            <a:custGeom>
              <a:avLst/>
              <a:gdLst/>
              <a:ahLst/>
              <a:cxnLst/>
              <a:rect l="l" t="t" r="r" b="b"/>
              <a:pathLst>
                <a:path w="170" h="194" extrusionOk="0">
                  <a:moveTo>
                    <a:pt x="25" y="1"/>
                  </a:moveTo>
                  <a:lnTo>
                    <a:pt x="1" y="25"/>
                  </a:lnTo>
                  <a:lnTo>
                    <a:pt x="1" y="73"/>
                  </a:lnTo>
                  <a:lnTo>
                    <a:pt x="1" y="145"/>
                  </a:lnTo>
                  <a:lnTo>
                    <a:pt x="49" y="193"/>
                  </a:lnTo>
                  <a:lnTo>
                    <a:pt x="121" y="193"/>
                  </a:lnTo>
                  <a:lnTo>
                    <a:pt x="169" y="121"/>
                  </a:lnTo>
                  <a:lnTo>
                    <a:pt x="169" y="73"/>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3964050" y="1703775"/>
              <a:ext cx="4850" cy="4825"/>
            </a:xfrm>
            <a:custGeom>
              <a:avLst/>
              <a:gdLst/>
              <a:ahLst/>
              <a:cxnLst/>
              <a:rect l="l" t="t" r="r" b="b"/>
              <a:pathLst>
                <a:path w="194" h="193" extrusionOk="0">
                  <a:moveTo>
                    <a:pt x="97" y="0"/>
                  </a:moveTo>
                  <a:lnTo>
                    <a:pt x="49" y="24"/>
                  </a:lnTo>
                  <a:lnTo>
                    <a:pt x="25" y="48"/>
                  </a:lnTo>
                  <a:lnTo>
                    <a:pt x="1" y="97"/>
                  </a:lnTo>
                  <a:lnTo>
                    <a:pt x="25" y="145"/>
                  </a:lnTo>
                  <a:lnTo>
                    <a:pt x="73" y="193"/>
                  </a:lnTo>
                  <a:lnTo>
                    <a:pt x="145" y="193"/>
                  </a:lnTo>
                  <a:lnTo>
                    <a:pt x="169" y="169"/>
                  </a:lnTo>
                  <a:lnTo>
                    <a:pt x="193" y="121"/>
                  </a:lnTo>
                  <a:lnTo>
                    <a:pt x="169"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3775075" y="1884325"/>
              <a:ext cx="4250" cy="4225"/>
            </a:xfrm>
            <a:custGeom>
              <a:avLst/>
              <a:gdLst/>
              <a:ahLst/>
              <a:cxnLst/>
              <a:rect l="l" t="t" r="r" b="b"/>
              <a:pathLst>
                <a:path w="170" h="169" extrusionOk="0">
                  <a:moveTo>
                    <a:pt x="25" y="0"/>
                  </a:moveTo>
                  <a:lnTo>
                    <a:pt x="1" y="24"/>
                  </a:lnTo>
                  <a:lnTo>
                    <a:pt x="1" y="72"/>
                  </a:lnTo>
                  <a:lnTo>
                    <a:pt x="1" y="121"/>
                  </a:lnTo>
                  <a:lnTo>
                    <a:pt x="49" y="145"/>
                  </a:lnTo>
                  <a:lnTo>
                    <a:pt x="73" y="169"/>
                  </a:lnTo>
                  <a:lnTo>
                    <a:pt x="145" y="145"/>
                  </a:lnTo>
                  <a:lnTo>
                    <a:pt x="169" y="121"/>
                  </a:lnTo>
                  <a:lnTo>
                    <a:pt x="169" y="97"/>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3961650" y="2025150"/>
              <a:ext cx="5450" cy="4825"/>
            </a:xfrm>
            <a:custGeom>
              <a:avLst/>
              <a:gdLst/>
              <a:ahLst/>
              <a:cxnLst/>
              <a:rect l="l" t="t" r="r" b="b"/>
              <a:pathLst>
                <a:path w="218" h="193" extrusionOk="0">
                  <a:moveTo>
                    <a:pt x="49" y="0"/>
                  </a:moveTo>
                  <a:lnTo>
                    <a:pt x="0" y="24"/>
                  </a:lnTo>
                  <a:lnTo>
                    <a:pt x="0" y="73"/>
                  </a:lnTo>
                  <a:lnTo>
                    <a:pt x="0" y="121"/>
                  </a:lnTo>
                  <a:lnTo>
                    <a:pt x="49" y="169"/>
                  </a:lnTo>
                  <a:lnTo>
                    <a:pt x="97" y="193"/>
                  </a:lnTo>
                  <a:lnTo>
                    <a:pt x="145" y="193"/>
                  </a:lnTo>
                  <a:lnTo>
                    <a:pt x="193" y="145"/>
                  </a:lnTo>
                  <a:lnTo>
                    <a:pt x="217" y="97"/>
                  </a:lnTo>
                  <a:lnTo>
                    <a:pt x="193" y="49"/>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4079000" y="1740475"/>
              <a:ext cx="4850" cy="4850"/>
            </a:xfrm>
            <a:custGeom>
              <a:avLst/>
              <a:gdLst/>
              <a:ahLst/>
              <a:cxnLst/>
              <a:rect l="l" t="t" r="r" b="b"/>
              <a:pathLst>
                <a:path w="194" h="194" extrusionOk="0">
                  <a:moveTo>
                    <a:pt x="25" y="1"/>
                  </a:moveTo>
                  <a:lnTo>
                    <a:pt x="1" y="49"/>
                  </a:lnTo>
                  <a:lnTo>
                    <a:pt x="1" y="97"/>
                  </a:lnTo>
                  <a:lnTo>
                    <a:pt x="25" y="145"/>
                  </a:lnTo>
                  <a:lnTo>
                    <a:pt x="49" y="169"/>
                  </a:lnTo>
                  <a:lnTo>
                    <a:pt x="121" y="193"/>
                  </a:lnTo>
                  <a:lnTo>
                    <a:pt x="145" y="169"/>
                  </a:lnTo>
                  <a:lnTo>
                    <a:pt x="193" y="145"/>
                  </a:lnTo>
                  <a:lnTo>
                    <a:pt x="169" y="73"/>
                  </a:lnTo>
                  <a:lnTo>
                    <a:pt x="145"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3797950" y="1830150"/>
              <a:ext cx="4250" cy="4850"/>
            </a:xfrm>
            <a:custGeom>
              <a:avLst/>
              <a:gdLst/>
              <a:ahLst/>
              <a:cxnLst/>
              <a:rect l="l" t="t" r="r" b="b"/>
              <a:pathLst>
                <a:path w="170" h="194" extrusionOk="0">
                  <a:moveTo>
                    <a:pt x="73" y="1"/>
                  </a:moveTo>
                  <a:lnTo>
                    <a:pt x="25" y="25"/>
                  </a:lnTo>
                  <a:lnTo>
                    <a:pt x="1" y="73"/>
                  </a:lnTo>
                  <a:lnTo>
                    <a:pt x="1" y="145"/>
                  </a:lnTo>
                  <a:lnTo>
                    <a:pt x="49" y="193"/>
                  </a:lnTo>
                  <a:lnTo>
                    <a:pt x="121" y="193"/>
                  </a:lnTo>
                  <a:lnTo>
                    <a:pt x="169" y="145"/>
                  </a:lnTo>
                  <a:lnTo>
                    <a:pt x="169" y="97"/>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3787725" y="1868075"/>
              <a:ext cx="4825" cy="4825"/>
            </a:xfrm>
            <a:custGeom>
              <a:avLst/>
              <a:gdLst/>
              <a:ahLst/>
              <a:cxnLst/>
              <a:rect l="l" t="t" r="r" b="b"/>
              <a:pathLst>
                <a:path w="193" h="193" extrusionOk="0">
                  <a:moveTo>
                    <a:pt x="97" y="0"/>
                  </a:moveTo>
                  <a:lnTo>
                    <a:pt x="24" y="24"/>
                  </a:lnTo>
                  <a:lnTo>
                    <a:pt x="0" y="48"/>
                  </a:lnTo>
                  <a:lnTo>
                    <a:pt x="0" y="72"/>
                  </a:lnTo>
                  <a:lnTo>
                    <a:pt x="0" y="121"/>
                  </a:lnTo>
                  <a:lnTo>
                    <a:pt x="24" y="145"/>
                  </a:lnTo>
                  <a:lnTo>
                    <a:pt x="48" y="169"/>
                  </a:lnTo>
                  <a:lnTo>
                    <a:pt x="97" y="193"/>
                  </a:lnTo>
                  <a:lnTo>
                    <a:pt x="169" y="169"/>
                  </a:lnTo>
                  <a:lnTo>
                    <a:pt x="193" y="121"/>
                  </a:lnTo>
                  <a:lnTo>
                    <a:pt x="169"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3950825" y="1893350"/>
              <a:ext cx="6025" cy="4825"/>
            </a:xfrm>
            <a:custGeom>
              <a:avLst/>
              <a:gdLst/>
              <a:ahLst/>
              <a:cxnLst/>
              <a:rect l="l" t="t" r="r" b="b"/>
              <a:pathLst>
                <a:path w="241" h="193" extrusionOk="0">
                  <a:moveTo>
                    <a:pt x="48" y="0"/>
                  </a:moveTo>
                  <a:lnTo>
                    <a:pt x="24" y="48"/>
                  </a:lnTo>
                  <a:lnTo>
                    <a:pt x="0" y="97"/>
                  </a:lnTo>
                  <a:lnTo>
                    <a:pt x="0" y="121"/>
                  </a:lnTo>
                  <a:lnTo>
                    <a:pt x="24" y="169"/>
                  </a:lnTo>
                  <a:lnTo>
                    <a:pt x="72" y="193"/>
                  </a:lnTo>
                  <a:lnTo>
                    <a:pt x="193" y="193"/>
                  </a:lnTo>
                  <a:lnTo>
                    <a:pt x="217" y="145"/>
                  </a:lnTo>
                  <a:lnTo>
                    <a:pt x="241" y="97"/>
                  </a:lnTo>
                  <a:lnTo>
                    <a:pt x="241" y="73"/>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4059750" y="1704375"/>
              <a:ext cx="4225" cy="4825"/>
            </a:xfrm>
            <a:custGeom>
              <a:avLst/>
              <a:gdLst/>
              <a:ahLst/>
              <a:cxnLst/>
              <a:rect l="l" t="t" r="r" b="b"/>
              <a:pathLst>
                <a:path w="169" h="193" extrusionOk="0">
                  <a:moveTo>
                    <a:pt x="49" y="0"/>
                  </a:moveTo>
                  <a:lnTo>
                    <a:pt x="0" y="49"/>
                  </a:lnTo>
                  <a:lnTo>
                    <a:pt x="0" y="73"/>
                  </a:lnTo>
                  <a:lnTo>
                    <a:pt x="0" y="121"/>
                  </a:lnTo>
                  <a:lnTo>
                    <a:pt x="49" y="169"/>
                  </a:lnTo>
                  <a:lnTo>
                    <a:pt x="121" y="193"/>
                  </a:lnTo>
                  <a:lnTo>
                    <a:pt x="145" y="169"/>
                  </a:lnTo>
                  <a:lnTo>
                    <a:pt x="169" y="145"/>
                  </a:lnTo>
                  <a:lnTo>
                    <a:pt x="169" y="97"/>
                  </a:lnTo>
                  <a:lnTo>
                    <a:pt x="169" y="73"/>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4119925" y="1737475"/>
              <a:ext cx="5450" cy="4825"/>
            </a:xfrm>
            <a:custGeom>
              <a:avLst/>
              <a:gdLst/>
              <a:ahLst/>
              <a:cxnLst/>
              <a:rect l="l" t="t" r="r" b="b"/>
              <a:pathLst>
                <a:path w="218" h="193" extrusionOk="0">
                  <a:moveTo>
                    <a:pt x="25" y="0"/>
                  </a:moveTo>
                  <a:lnTo>
                    <a:pt x="1" y="73"/>
                  </a:lnTo>
                  <a:lnTo>
                    <a:pt x="25" y="145"/>
                  </a:lnTo>
                  <a:lnTo>
                    <a:pt x="73" y="193"/>
                  </a:lnTo>
                  <a:lnTo>
                    <a:pt x="145" y="193"/>
                  </a:lnTo>
                  <a:lnTo>
                    <a:pt x="169" y="169"/>
                  </a:lnTo>
                  <a:lnTo>
                    <a:pt x="193" y="121"/>
                  </a:lnTo>
                  <a:lnTo>
                    <a:pt x="217" y="97"/>
                  </a:lnTo>
                  <a:lnTo>
                    <a:pt x="193" y="49"/>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3847900" y="1887925"/>
              <a:ext cx="4250" cy="4250"/>
            </a:xfrm>
            <a:custGeom>
              <a:avLst/>
              <a:gdLst/>
              <a:ahLst/>
              <a:cxnLst/>
              <a:rect l="l" t="t" r="r" b="b"/>
              <a:pathLst>
                <a:path w="170" h="170" extrusionOk="0">
                  <a:moveTo>
                    <a:pt x="97" y="1"/>
                  </a:moveTo>
                  <a:lnTo>
                    <a:pt x="49" y="25"/>
                  </a:lnTo>
                  <a:lnTo>
                    <a:pt x="25" y="73"/>
                  </a:lnTo>
                  <a:lnTo>
                    <a:pt x="1" y="121"/>
                  </a:lnTo>
                  <a:lnTo>
                    <a:pt x="25" y="145"/>
                  </a:lnTo>
                  <a:lnTo>
                    <a:pt x="49" y="169"/>
                  </a:lnTo>
                  <a:lnTo>
                    <a:pt x="97" y="145"/>
                  </a:lnTo>
                  <a:lnTo>
                    <a:pt x="169"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3958650" y="1872275"/>
              <a:ext cx="4225" cy="4250"/>
            </a:xfrm>
            <a:custGeom>
              <a:avLst/>
              <a:gdLst/>
              <a:ahLst/>
              <a:cxnLst/>
              <a:rect l="l" t="t" r="r" b="b"/>
              <a:pathLst>
                <a:path w="169" h="170" extrusionOk="0">
                  <a:moveTo>
                    <a:pt x="24" y="1"/>
                  </a:moveTo>
                  <a:lnTo>
                    <a:pt x="0" y="49"/>
                  </a:lnTo>
                  <a:lnTo>
                    <a:pt x="0" y="97"/>
                  </a:lnTo>
                  <a:lnTo>
                    <a:pt x="24" y="145"/>
                  </a:lnTo>
                  <a:lnTo>
                    <a:pt x="48" y="169"/>
                  </a:lnTo>
                  <a:lnTo>
                    <a:pt x="120" y="169"/>
                  </a:lnTo>
                  <a:lnTo>
                    <a:pt x="169" y="145"/>
                  </a:lnTo>
                  <a:lnTo>
                    <a:pt x="169" y="97"/>
                  </a:lnTo>
                  <a:lnTo>
                    <a:pt x="169" y="49"/>
                  </a:lnTo>
                  <a:lnTo>
                    <a:pt x="145"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3953225" y="1729650"/>
              <a:ext cx="3625" cy="4850"/>
            </a:xfrm>
            <a:custGeom>
              <a:avLst/>
              <a:gdLst/>
              <a:ahLst/>
              <a:cxnLst/>
              <a:rect l="l" t="t" r="r" b="b"/>
              <a:pathLst>
                <a:path w="145" h="194" extrusionOk="0">
                  <a:moveTo>
                    <a:pt x="73" y="0"/>
                  </a:moveTo>
                  <a:lnTo>
                    <a:pt x="0" y="25"/>
                  </a:lnTo>
                  <a:lnTo>
                    <a:pt x="25" y="145"/>
                  </a:lnTo>
                  <a:lnTo>
                    <a:pt x="73" y="169"/>
                  </a:lnTo>
                  <a:lnTo>
                    <a:pt x="97" y="193"/>
                  </a:lnTo>
                  <a:lnTo>
                    <a:pt x="121" y="169"/>
                  </a:lnTo>
                  <a:lnTo>
                    <a:pt x="145" y="145"/>
                  </a:lnTo>
                  <a:lnTo>
                    <a:pt x="145" y="121"/>
                  </a:lnTo>
                  <a:lnTo>
                    <a:pt x="145" y="73"/>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3754025" y="1652625"/>
              <a:ext cx="4825" cy="4225"/>
            </a:xfrm>
            <a:custGeom>
              <a:avLst/>
              <a:gdLst/>
              <a:ahLst/>
              <a:cxnLst/>
              <a:rect l="l" t="t" r="r" b="b"/>
              <a:pathLst>
                <a:path w="193" h="169" extrusionOk="0">
                  <a:moveTo>
                    <a:pt x="72" y="0"/>
                  </a:moveTo>
                  <a:lnTo>
                    <a:pt x="48" y="24"/>
                  </a:lnTo>
                  <a:lnTo>
                    <a:pt x="0" y="72"/>
                  </a:lnTo>
                  <a:lnTo>
                    <a:pt x="0" y="96"/>
                  </a:lnTo>
                  <a:lnTo>
                    <a:pt x="24" y="120"/>
                  </a:lnTo>
                  <a:lnTo>
                    <a:pt x="72" y="145"/>
                  </a:lnTo>
                  <a:lnTo>
                    <a:pt x="96" y="169"/>
                  </a:lnTo>
                  <a:lnTo>
                    <a:pt x="169" y="120"/>
                  </a:lnTo>
                  <a:lnTo>
                    <a:pt x="193" y="96"/>
                  </a:lnTo>
                  <a:lnTo>
                    <a:pt x="193"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3958050" y="1772375"/>
              <a:ext cx="4225" cy="5450"/>
            </a:xfrm>
            <a:custGeom>
              <a:avLst/>
              <a:gdLst/>
              <a:ahLst/>
              <a:cxnLst/>
              <a:rect l="l" t="t" r="r" b="b"/>
              <a:pathLst>
                <a:path w="169" h="218" extrusionOk="0">
                  <a:moveTo>
                    <a:pt x="72" y="1"/>
                  </a:moveTo>
                  <a:lnTo>
                    <a:pt x="24" y="25"/>
                  </a:lnTo>
                  <a:lnTo>
                    <a:pt x="0" y="73"/>
                  </a:lnTo>
                  <a:lnTo>
                    <a:pt x="0" y="145"/>
                  </a:lnTo>
                  <a:lnTo>
                    <a:pt x="24" y="193"/>
                  </a:lnTo>
                  <a:lnTo>
                    <a:pt x="72" y="217"/>
                  </a:lnTo>
                  <a:lnTo>
                    <a:pt x="120" y="217"/>
                  </a:lnTo>
                  <a:lnTo>
                    <a:pt x="169" y="169"/>
                  </a:lnTo>
                  <a:lnTo>
                    <a:pt x="144" y="73"/>
                  </a:lnTo>
                  <a:lnTo>
                    <a:pt x="120"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3844300" y="1685725"/>
              <a:ext cx="6025" cy="4225"/>
            </a:xfrm>
            <a:custGeom>
              <a:avLst/>
              <a:gdLst/>
              <a:ahLst/>
              <a:cxnLst/>
              <a:rect l="l" t="t" r="r" b="b"/>
              <a:pathLst>
                <a:path w="241" h="169" extrusionOk="0">
                  <a:moveTo>
                    <a:pt x="72" y="0"/>
                  </a:moveTo>
                  <a:lnTo>
                    <a:pt x="48" y="24"/>
                  </a:lnTo>
                  <a:lnTo>
                    <a:pt x="0" y="72"/>
                  </a:lnTo>
                  <a:lnTo>
                    <a:pt x="48" y="120"/>
                  </a:lnTo>
                  <a:lnTo>
                    <a:pt x="72" y="169"/>
                  </a:lnTo>
                  <a:lnTo>
                    <a:pt x="169" y="169"/>
                  </a:lnTo>
                  <a:lnTo>
                    <a:pt x="193" y="145"/>
                  </a:lnTo>
                  <a:lnTo>
                    <a:pt x="217" y="120"/>
                  </a:lnTo>
                  <a:lnTo>
                    <a:pt x="241" y="72"/>
                  </a:lnTo>
                  <a:lnTo>
                    <a:pt x="217" y="48"/>
                  </a:lnTo>
                  <a:lnTo>
                    <a:pt x="169"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4053725" y="1936675"/>
              <a:ext cx="3650" cy="4850"/>
            </a:xfrm>
            <a:custGeom>
              <a:avLst/>
              <a:gdLst/>
              <a:ahLst/>
              <a:cxnLst/>
              <a:rect l="l" t="t" r="r" b="b"/>
              <a:pathLst>
                <a:path w="146" h="194" extrusionOk="0">
                  <a:moveTo>
                    <a:pt x="49" y="1"/>
                  </a:moveTo>
                  <a:lnTo>
                    <a:pt x="25" y="25"/>
                  </a:lnTo>
                  <a:lnTo>
                    <a:pt x="1" y="49"/>
                  </a:lnTo>
                  <a:lnTo>
                    <a:pt x="1" y="73"/>
                  </a:lnTo>
                  <a:lnTo>
                    <a:pt x="1" y="121"/>
                  </a:lnTo>
                  <a:lnTo>
                    <a:pt x="49" y="193"/>
                  </a:lnTo>
                  <a:lnTo>
                    <a:pt x="97" y="193"/>
                  </a:lnTo>
                  <a:lnTo>
                    <a:pt x="145" y="169"/>
                  </a:lnTo>
                  <a:lnTo>
                    <a:pt x="145" y="145"/>
                  </a:lnTo>
                  <a:lnTo>
                    <a:pt x="145" y="97"/>
                  </a:lnTo>
                  <a:lnTo>
                    <a:pt x="145" y="49"/>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4187325" y="1902975"/>
              <a:ext cx="4250" cy="4850"/>
            </a:xfrm>
            <a:custGeom>
              <a:avLst/>
              <a:gdLst/>
              <a:ahLst/>
              <a:cxnLst/>
              <a:rect l="l" t="t" r="r" b="b"/>
              <a:pathLst>
                <a:path w="170" h="194" extrusionOk="0">
                  <a:moveTo>
                    <a:pt x="97" y="1"/>
                  </a:moveTo>
                  <a:lnTo>
                    <a:pt x="49" y="25"/>
                  </a:lnTo>
                  <a:lnTo>
                    <a:pt x="25" y="49"/>
                  </a:lnTo>
                  <a:lnTo>
                    <a:pt x="1" y="73"/>
                  </a:lnTo>
                  <a:lnTo>
                    <a:pt x="1" y="145"/>
                  </a:lnTo>
                  <a:lnTo>
                    <a:pt x="25" y="169"/>
                  </a:lnTo>
                  <a:lnTo>
                    <a:pt x="49" y="193"/>
                  </a:lnTo>
                  <a:lnTo>
                    <a:pt x="121" y="169"/>
                  </a:lnTo>
                  <a:lnTo>
                    <a:pt x="169" y="145"/>
                  </a:lnTo>
                  <a:lnTo>
                    <a:pt x="169"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4154850" y="1909000"/>
              <a:ext cx="4825" cy="4825"/>
            </a:xfrm>
            <a:custGeom>
              <a:avLst/>
              <a:gdLst/>
              <a:ahLst/>
              <a:cxnLst/>
              <a:rect l="l" t="t" r="r" b="b"/>
              <a:pathLst>
                <a:path w="193" h="193" extrusionOk="0">
                  <a:moveTo>
                    <a:pt x="72" y="0"/>
                  </a:moveTo>
                  <a:lnTo>
                    <a:pt x="48" y="24"/>
                  </a:lnTo>
                  <a:lnTo>
                    <a:pt x="24" y="48"/>
                  </a:lnTo>
                  <a:lnTo>
                    <a:pt x="0" y="97"/>
                  </a:lnTo>
                  <a:lnTo>
                    <a:pt x="24" y="121"/>
                  </a:lnTo>
                  <a:lnTo>
                    <a:pt x="96" y="193"/>
                  </a:lnTo>
                  <a:lnTo>
                    <a:pt x="120" y="193"/>
                  </a:lnTo>
                  <a:lnTo>
                    <a:pt x="169" y="169"/>
                  </a:lnTo>
                  <a:lnTo>
                    <a:pt x="193" y="145"/>
                  </a:lnTo>
                  <a:lnTo>
                    <a:pt x="193" y="97"/>
                  </a:lnTo>
                  <a:lnTo>
                    <a:pt x="169" y="72"/>
                  </a:lnTo>
                  <a:lnTo>
                    <a:pt x="144"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3933975" y="1667650"/>
              <a:ext cx="5425" cy="4250"/>
            </a:xfrm>
            <a:custGeom>
              <a:avLst/>
              <a:gdLst/>
              <a:ahLst/>
              <a:cxnLst/>
              <a:rect l="l" t="t" r="r" b="b"/>
              <a:pathLst>
                <a:path w="217" h="170" extrusionOk="0">
                  <a:moveTo>
                    <a:pt x="169" y="1"/>
                  </a:moveTo>
                  <a:lnTo>
                    <a:pt x="48" y="49"/>
                  </a:lnTo>
                  <a:lnTo>
                    <a:pt x="0" y="97"/>
                  </a:lnTo>
                  <a:lnTo>
                    <a:pt x="0" y="121"/>
                  </a:lnTo>
                  <a:lnTo>
                    <a:pt x="0" y="145"/>
                  </a:lnTo>
                  <a:lnTo>
                    <a:pt x="72" y="169"/>
                  </a:lnTo>
                  <a:lnTo>
                    <a:pt x="120" y="145"/>
                  </a:lnTo>
                  <a:lnTo>
                    <a:pt x="169" y="121"/>
                  </a:lnTo>
                  <a:lnTo>
                    <a:pt x="217" y="73"/>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4008000" y="1848200"/>
              <a:ext cx="4825" cy="4250"/>
            </a:xfrm>
            <a:custGeom>
              <a:avLst/>
              <a:gdLst/>
              <a:ahLst/>
              <a:cxnLst/>
              <a:rect l="l" t="t" r="r" b="b"/>
              <a:pathLst>
                <a:path w="193" h="170" extrusionOk="0">
                  <a:moveTo>
                    <a:pt x="48" y="1"/>
                  </a:moveTo>
                  <a:lnTo>
                    <a:pt x="0" y="49"/>
                  </a:lnTo>
                  <a:lnTo>
                    <a:pt x="0" y="97"/>
                  </a:lnTo>
                  <a:lnTo>
                    <a:pt x="24" y="121"/>
                  </a:lnTo>
                  <a:lnTo>
                    <a:pt x="48" y="145"/>
                  </a:lnTo>
                  <a:lnTo>
                    <a:pt x="96" y="169"/>
                  </a:lnTo>
                  <a:lnTo>
                    <a:pt x="169" y="145"/>
                  </a:lnTo>
                  <a:lnTo>
                    <a:pt x="193" y="121"/>
                  </a:lnTo>
                  <a:lnTo>
                    <a:pt x="193" y="97"/>
                  </a:lnTo>
                  <a:lnTo>
                    <a:pt x="169"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3826225" y="1930050"/>
              <a:ext cx="4250" cy="4250"/>
            </a:xfrm>
            <a:custGeom>
              <a:avLst/>
              <a:gdLst/>
              <a:ahLst/>
              <a:cxnLst/>
              <a:rect l="l" t="t" r="r" b="b"/>
              <a:pathLst>
                <a:path w="170" h="170" extrusionOk="0">
                  <a:moveTo>
                    <a:pt x="25" y="1"/>
                  </a:moveTo>
                  <a:lnTo>
                    <a:pt x="1" y="25"/>
                  </a:lnTo>
                  <a:lnTo>
                    <a:pt x="1" y="49"/>
                  </a:lnTo>
                  <a:lnTo>
                    <a:pt x="1" y="97"/>
                  </a:lnTo>
                  <a:lnTo>
                    <a:pt x="49" y="145"/>
                  </a:lnTo>
                  <a:lnTo>
                    <a:pt x="97" y="169"/>
                  </a:lnTo>
                  <a:lnTo>
                    <a:pt x="121" y="169"/>
                  </a:lnTo>
                  <a:lnTo>
                    <a:pt x="169" y="121"/>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3862350" y="1987225"/>
              <a:ext cx="4825" cy="4250"/>
            </a:xfrm>
            <a:custGeom>
              <a:avLst/>
              <a:gdLst/>
              <a:ahLst/>
              <a:cxnLst/>
              <a:rect l="l" t="t" r="r" b="b"/>
              <a:pathLst>
                <a:path w="193" h="170" extrusionOk="0">
                  <a:moveTo>
                    <a:pt x="121" y="1"/>
                  </a:moveTo>
                  <a:lnTo>
                    <a:pt x="49" y="25"/>
                  </a:lnTo>
                  <a:lnTo>
                    <a:pt x="24" y="49"/>
                  </a:lnTo>
                  <a:lnTo>
                    <a:pt x="0" y="73"/>
                  </a:lnTo>
                  <a:lnTo>
                    <a:pt x="24" y="121"/>
                  </a:lnTo>
                  <a:lnTo>
                    <a:pt x="73" y="169"/>
                  </a:lnTo>
                  <a:lnTo>
                    <a:pt x="121" y="169"/>
                  </a:lnTo>
                  <a:lnTo>
                    <a:pt x="145" y="145"/>
                  </a:lnTo>
                  <a:lnTo>
                    <a:pt x="193" y="121"/>
                  </a:lnTo>
                  <a:lnTo>
                    <a:pt x="193" y="97"/>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4260150" y="1829550"/>
              <a:ext cx="4250" cy="4850"/>
            </a:xfrm>
            <a:custGeom>
              <a:avLst/>
              <a:gdLst/>
              <a:ahLst/>
              <a:cxnLst/>
              <a:rect l="l" t="t" r="r" b="b"/>
              <a:pathLst>
                <a:path w="170" h="194" extrusionOk="0">
                  <a:moveTo>
                    <a:pt x="49" y="1"/>
                  </a:moveTo>
                  <a:lnTo>
                    <a:pt x="1" y="49"/>
                  </a:lnTo>
                  <a:lnTo>
                    <a:pt x="1" y="73"/>
                  </a:lnTo>
                  <a:lnTo>
                    <a:pt x="1" y="121"/>
                  </a:lnTo>
                  <a:lnTo>
                    <a:pt x="25" y="169"/>
                  </a:lnTo>
                  <a:lnTo>
                    <a:pt x="49" y="193"/>
                  </a:lnTo>
                  <a:lnTo>
                    <a:pt x="73" y="193"/>
                  </a:lnTo>
                  <a:lnTo>
                    <a:pt x="145" y="169"/>
                  </a:lnTo>
                  <a:lnTo>
                    <a:pt x="169" y="121"/>
                  </a:lnTo>
                  <a:lnTo>
                    <a:pt x="169"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3937575" y="1859050"/>
              <a:ext cx="4250" cy="4825"/>
            </a:xfrm>
            <a:custGeom>
              <a:avLst/>
              <a:gdLst/>
              <a:ahLst/>
              <a:cxnLst/>
              <a:rect l="l" t="t" r="r" b="b"/>
              <a:pathLst>
                <a:path w="170" h="193" extrusionOk="0">
                  <a:moveTo>
                    <a:pt x="97" y="0"/>
                  </a:moveTo>
                  <a:lnTo>
                    <a:pt x="49" y="24"/>
                  </a:lnTo>
                  <a:lnTo>
                    <a:pt x="1" y="72"/>
                  </a:lnTo>
                  <a:lnTo>
                    <a:pt x="1" y="145"/>
                  </a:lnTo>
                  <a:lnTo>
                    <a:pt x="1" y="169"/>
                  </a:lnTo>
                  <a:lnTo>
                    <a:pt x="25" y="193"/>
                  </a:lnTo>
                  <a:lnTo>
                    <a:pt x="121" y="193"/>
                  </a:lnTo>
                  <a:lnTo>
                    <a:pt x="169" y="121"/>
                  </a:lnTo>
                  <a:lnTo>
                    <a:pt x="169" y="72"/>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3814800" y="2020925"/>
              <a:ext cx="3025" cy="3050"/>
            </a:xfrm>
            <a:custGeom>
              <a:avLst/>
              <a:gdLst/>
              <a:ahLst/>
              <a:cxnLst/>
              <a:rect l="l" t="t" r="r" b="b"/>
              <a:pathLst>
                <a:path w="121" h="122" extrusionOk="0">
                  <a:moveTo>
                    <a:pt x="73" y="1"/>
                  </a:moveTo>
                  <a:lnTo>
                    <a:pt x="25" y="25"/>
                  </a:lnTo>
                  <a:lnTo>
                    <a:pt x="1" y="73"/>
                  </a:lnTo>
                  <a:lnTo>
                    <a:pt x="25" y="121"/>
                  </a:lnTo>
                  <a:lnTo>
                    <a:pt x="97" y="121"/>
                  </a:lnTo>
                  <a:lnTo>
                    <a:pt x="121" y="97"/>
                  </a:lnTo>
                  <a:lnTo>
                    <a:pt x="121"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4011600" y="1646600"/>
              <a:ext cx="3025" cy="3025"/>
            </a:xfrm>
            <a:custGeom>
              <a:avLst/>
              <a:gdLst/>
              <a:ahLst/>
              <a:cxnLst/>
              <a:rect l="l" t="t" r="r" b="b"/>
              <a:pathLst>
                <a:path w="121" h="121" extrusionOk="0">
                  <a:moveTo>
                    <a:pt x="49" y="0"/>
                  </a:moveTo>
                  <a:lnTo>
                    <a:pt x="1" y="49"/>
                  </a:lnTo>
                  <a:lnTo>
                    <a:pt x="25" y="73"/>
                  </a:lnTo>
                  <a:lnTo>
                    <a:pt x="25" y="121"/>
                  </a:lnTo>
                  <a:lnTo>
                    <a:pt x="97" y="121"/>
                  </a:lnTo>
                  <a:lnTo>
                    <a:pt x="121" y="97"/>
                  </a:lnTo>
                  <a:lnTo>
                    <a:pt x="121" y="73"/>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3860550" y="1594250"/>
              <a:ext cx="4825" cy="4225"/>
            </a:xfrm>
            <a:custGeom>
              <a:avLst/>
              <a:gdLst/>
              <a:ahLst/>
              <a:cxnLst/>
              <a:rect l="l" t="t" r="r" b="b"/>
              <a:pathLst>
                <a:path w="193" h="169" extrusionOk="0">
                  <a:moveTo>
                    <a:pt x="121" y="0"/>
                  </a:moveTo>
                  <a:lnTo>
                    <a:pt x="48" y="48"/>
                  </a:lnTo>
                  <a:lnTo>
                    <a:pt x="24" y="72"/>
                  </a:lnTo>
                  <a:lnTo>
                    <a:pt x="0" y="120"/>
                  </a:lnTo>
                  <a:lnTo>
                    <a:pt x="24" y="169"/>
                  </a:lnTo>
                  <a:lnTo>
                    <a:pt x="48" y="169"/>
                  </a:lnTo>
                  <a:lnTo>
                    <a:pt x="145" y="144"/>
                  </a:lnTo>
                  <a:lnTo>
                    <a:pt x="169" y="120"/>
                  </a:lnTo>
                  <a:lnTo>
                    <a:pt x="193" y="72"/>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3921325" y="1634550"/>
              <a:ext cx="3625" cy="3650"/>
            </a:xfrm>
            <a:custGeom>
              <a:avLst/>
              <a:gdLst/>
              <a:ahLst/>
              <a:cxnLst/>
              <a:rect l="l" t="t" r="r" b="b"/>
              <a:pathLst>
                <a:path w="145" h="146" extrusionOk="0">
                  <a:moveTo>
                    <a:pt x="73" y="1"/>
                  </a:moveTo>
                  <a:lnTo>
                    <a:pt x="25" y="25"/>
                  </a:lnTo>
                  <a:lnTo>
                    <a:pt x="1" y="73"/>
                  </a:lnTo>
                  <a:lnTo>
                    <a:pt x="25" y="97"/>
                  </a:lnTo>
                  <a:lnTo>
                    <a:pt x="73" y="145"/>
                  </a:lnTo>
                  <a:lnTo>
                    <a:pt x="121" y="121"/>
                  </a:lnTo>
                  <a:lnTo>
                    <a:pt x="145" y="73"/>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3879200" y="1621325"/>
              <a:ext cx="3625" cy="3025"/>
            </a:xfrm>
            <a:custGeom>
              <a:avLst/>
              <a:gdLst/>
              <a:ahLst/>
              <a:cxnLst/>
              <a:rect l="l" t="t" r="r" b="b"/>
              <a:pathLst>
                <a:path w="145" h="121" extrusionOk="0">
                  <a:moveTo>
                    <a:pt x="25" y="0"/>
                  </a:moveTo>
                  <a:lnTo>
                    <a:pt x="0" y="24"/>
                  </a:lnTo>
                  <a:lnTo>
                    <a:pt x="0" y="48"/>
                  </a:lnTo>
                  <a:lnTo>
                    <a:pt x="0" y="97"/>
                  </a:lnTo>
                  <a:lnTo>
                    <a:pt x="49" y="121"/>
                  </a:lnTo>
                  <a:lnTo>
                    <a:pt x="121" y="121"/>
                  </a:lnTo>
                  <a:lnTo>
                    <a:pt x="145" y="97"/>
                  </a:lnTo>
                  <a:lnTo>
                    <a:pt x="145" y="48"/>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4068175" y="1696550"/>
              <a:ext cx="3625" cy="3025"/>
            </a:xfrm>
            <a:custGeom>
              <a:avLst/>
              <a:gdLst/>
              <a:ahLst/>
              <a:cxnLst/>
              <a:rect l="l" t="t" r="r" b="b"/>
              <a:pathLst>
                <a:path w="145" h="121" extrusionOk="0">
                  <a:moveTo>
                    <a:pt x="49" y="0"/>
                  </a:moveTo>
                  <a:lnTo>
                    <a:pt x="0" y="25"/>
                  </a:lnTo>
                  <a:lnTo>
                    <a:pt x="0" y="49"/>
                  </a:lnTo>
                  <a:lnTo>
                    <a:pt x="0" y="73"/>
                  </a:lnTo>
                  <a:lnTo>
                    <a:pt x="25" y="121"/>
                  </a:lnTo>
                  <a:lnTo>
                    <a:pt x="121" y="121"/>
                  </a:lnTo>
                  <a:lnTo>
                    <a:pt x="121" y="73"/>
                  </a:lnTo>
                  <a:lnTo>
                    <a:pt x="145"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4148225" y="1742275"/>
              <a:ext cx="3025" cy="3650"/>
            </a:xfrm>
            <a:custGeom>
              <a:avLst/>
              <a:gdLst/>
              <a:ahLst/>
              <a:cxnLst/>
              <a:rect l="l" t="t" r="r" b="b"/>
              <a:pathLst>
                <a:path w="121" h="146" extrusionOk="0">
                  <a:moveTo>
                    <a:pt x="72" y="1"/>
                  </a:moveTo>
                  <a:lnTo>
                    <a:pt x="24" y="49"/>
                  </a:lnTo>
                  <a:lnTo>
                    <a:pt x="0" y="97"/>
                  </a:lnTo>
                  <a:lnTo>
                    <a:pt x="24" y="121"/>
                  </a:lnTo>
                  <a:lnTo>
                    <a:pt x="48" y="145"/>
                  </a:lnTo>
                  <a:lnTo>
                    <a:pt x="72" y="145"/>
                  </a:lnTo>
                  <a:lnTo>
                    <a:pt x="121" y="97"/>
                  </a:lnTo>
                  <a:lnTo>
                    <a:pt x="121"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3849700" y="1624325"/>
              <a:ext cx="2450" cy="2425"/>
            </a:xfrm>
            <a:custGeom>
              <a:avLst/>
              <a:gdLst/>
              <a:ahLst/>
              <a:cxnLst/>
              <a:rect l="l" t="t" r="r" b="b"/>
              <a:pathLst>
                <a:path w="98" h="97" extrusionOk="0">
                  <a:moveTo>
                    <a:pt x="25" y="1"/>
                  </a:moveTo>
                  <a:lnTo>
                    <a:pt x="1" y="25"/>
                  </a:lnTo>
                  <a:lnTo>
                    <a:pt x="1" y="49"/>
                  </a:lnTo>
                  <a:lnTo>
                    <a:pt x="25" y="73"/>
                  </a:lnTo>
                  <a:lnTo>
                    <a:pt x="49" y="97"/>
                  </a:lnTo>
                  <a:lnTo>
                    <a:pt x="97" y="73"/>
                  </a:lnTo>
                  <a:lnTo>
                    <a:pt x="97"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3950225" y="1702575"/>
              <a:ext cx="3625" cy="3025"/>
            </a:xfrm>
            <a:custGeom>
              <a:avLst/>
              <a:gdLst/>
              <a:ahLst/>
              <a:cxnLst/>
              <a:rect l="l" t="t" r="r" b="b"/>
              <a:pathLst>
                <a:path w="145" h="121" extrusionOk="0">
                  <a:moveTo>
                    <a:pt x="24" y="0"/>
                  </a:moveTo>
                  <a:lnTo>
                    <a:pt x="0" y="24"/>
                  </a:lnTo>
                  <a:lnTo>
                    <a:pt x="0" y="72"/>
                  </a:lnTo>
                  <a:lnTo>
                    <a:pt x="24" y="96"/>
                  </a:lnTo>
                  <a:lnTo>
                    <a:pt x="48" y="121"/>
                  </a:lnTo>
                  <a:lnTo>
                    <a:pt x="72" y="121"/>
                  </a:lnTo>
                  <a:lnTo>
                    <a:pt x="96" y="96"/>
                  </a:lnTo>
                  <a:lnTo>
                    <a:pt x="145" y="72"/>
                  </a:lnTo>
                  <a:lnTo>
                    <a:pt x="145" y="48"/>
                  </a:lnTo>
                  <a:lnTo>
                    <a:pt x="120"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4100675" y="1780200"/>
              <a:ext cx="3025" cy="2425"/>
            </a:xfrm>
            <a:custGeom>
              <a:avLst/>
              <a:gdLst/>
              <a:ahLst/>
              <a:cxnLst/>
              <a:rect l="l" t="t" r="r" b="b"/>
              <a:pathLst>
                <a:path w="121" h="97" extrusionOk="0">
                  <a:moveTo>
                    <a:pt x="24" y="1"/>
                  </a:moveTo>
                  <a:lnTo>
                    <a:pt x="0" y="49"/>
                  </a:lnTo>
                  <a:lnTo>
                    <a:pt x="73" y="97"/>
                  </a:lnTo>
                  <a:lnTo>
                    <a:pt x="97" y="73"/>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3924325" y="1720025"/>
              <a:ext cx="3050" cy="2425"/>
            </a:xfrm>
            <a:custGeom>
              <a:avLst/>
              <a:gdLst/>
              <a:ahLst/>
              <a:cxnLst/>
              <a:rect l="l" t="t" r="r" b="b"/>
              <a:pathLst>
                <a:path w="122" h="97" extrusionOk="0">
                  <a:moveTo>
                    <a:pt x="25" y="0"/>
                  </a:moveTo>
                  <a:lnTo>
                    <a:pt x="1" y="24"/>
                  </a:lnTo>
                  <a:lnTo>
                    <a:pt x="1" y="48"/>
                  </a:lnTo>
                  <a:lnTo>
                    <a:pt x="49" y="97"/>
                  </a:lnTo>
                  <a:lnTo>
                    <a:pt x="73" y="97"/>
                  </a:lnTo>
                  <a:lnTo>
                    <a:pt x="121" y="73"/>
                  </a:lnTo>
                  <a:lnTo>
                    <a:pt x="97" y="48"/>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4030850" y="1769375"/>
              <a:ext cx="3050" cy="3025"/>
            </a:xfrm>
            <a:custGeom>
              <a:avLst/>
              <a:gdLst/>
              <a:ahLst/>
              <a:cxnLst/>
              <a:rect l="l" t="t" r="r" b="b"/>
              <a:pathLst>
                <a:path w="122" h="121" extrusionOk="0">
                  <a:moveTo>
                    <a:pt x="25" y="0"/>
                  </a:moveTo>
                  <a:lnTo>
                    <a:pt x="1" y="24"/>
                  </a:lnTo>
                  <a:lnTo>
                    <a:pt x="1" y="73"/>
                  </a:lnTo>
                  <a:lnTo>
                    <a:pt x="25" y="97"/>
                  </a:lnTo>
                  <a:lnTo>
                    <a:pt x="73" y="121"/>
                  </a:lnTo>
                  <a:lnTo>
                    <a:pt x="97" y="97"/>
                  </a:lnTo>
                  <a:lnTo>
                    <a:pt x="121" y="73"/>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3749800" y="1665250"/>
              <a:ext cx="3650" cy="3025"/>
            </a:xfrm>
            <a:custGeom>
              <a:avLst/>
              <a:gdLst/>
              <a:ahLst/>
              <a:cxnLst/>
              <a:rect l="l" t="t" r="r" b="b"/>
              <a:pathLst>
                <a:path w="146" h="121" extrusionOk="0">
                  <a:moveTo>
                    <a:pt x="25" y="1"/>
                  </a:moveTo>
                  <a:lnTo>
                    <a:pt x="1" y="25"/>
                  </a:lnTo>
                  <a:lnTo>
                    <a:pt x="1" y="73"/>
                  </a:lnTo>
                  <a:lnTo>
                    <a:pt x="1" y="121"/>
                  </a:lnTo>
                  <a:lnTo>
                    <a:pt x="49" y="121"/>
                  </a:lnTo>
                  <a:lnTo>
                    <a:pt x="121" y="97"/>
                  </a:lnTo>
                  <a:lnTo>
                    <a:pt x="145" y="73"/>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4201175" y="1848200"/>
              <a:ext cx="3650" cy="3050"/>
            </a:xfrm>
            <a:custGeom>
              <a:avLst/>
              <a:gdLst/>
              <a:ahLst/>
              <a:cxnLst/>
              <a:rect l="l" t="t" r="r" b="b"/>
              <a:pathLst>
                <a:path w="146" h="122" extrusionOk="0">
                  <a:moveTo>
                    <a:pt x="25" y="1"/>
                  </a:moveTo>
                  <a:lnTo>
                    <a:pt x="1" y="25"/>
                  </a:lnTo>
                  <a:lnTo>
                    <a:pt x="1" y="49"/>
                  </a:lnTo>
                  <a:lnTo>
                    <a:pt x="25" y="97"/>
                  </a:lnTo>
                  <a:lnTo>
                    <a:pt x="73" y="121"/>
                  </a:lnTo>
                  <a:lnTo>
                    <a:pt x="145" y="121"/>
                  </a:lnTo>
                  <a:lnTo>
                    <a:pt x="145" y="73"/>
                  </a:lnTo>
                  <a:lnTo>
                    <a:pt x="121"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3926150" y="1751325"/>
              <a:ext cx="2425" cy="3025"/>
            </a:xfrm>
            <a:custGeom>
              <a:avLst/>
              <a:gdLst/>
              <a:ahLst/>
              <a:cxnLst/>
              <a:rect l="l" t="t" r="r" b="b"/>
              <a:pathLst>
                <a:path w="97" h="121" extrusionOk="0">
                  <a:moveTo>
                    <a:pt x="48" y="0"/>
                  </a:moveTo>
                  <a:lnTo>
                    <a:pt x="0" y="48"/>
                  </a:lnTo>
                  <a:lnTo>
                    <a:pt x="0" y="72"/>
                  </a:lnTo>
                  <a:lnTo>
                    <a:pt x="0" y="120"/>
                  </a:lnTo>
                  <a:lnTo>
                    <a:pt x="48" y="120"/>
                  </a:lnTo>
                  <a:lnTo>
                    <a:pt x="96" y="96"/>
                  </a:lnTo>
                  <a:lnTo>
                    <a:pt x="96" y="48"/>
                  </a:lnTo>
                  <a:lnTo>
                    <a:pt x="96"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4085625" y="1819325"/>
              <a:ext cx="3025" cy="4225"/>
            </a:xfrm>
            <a:custGeom>
              <a:avLst/>
              <a:gdLst/>
              <a:ahLst/>
              <a:cxnLst/>
              <a:rect l="l" t="t" r="r" b="b"/>
              <a:pathLst>
                <a:path w="121" h="169" extrusionOk="0">
                  <a:moveTo>
                    <a:pt x="73" y="0"/>
                  </a:moveTo>
                  <a:lnTo>
                    <a:pt x="25" y="24"/>
                  </a:lnTo>
                  <a:lnTo>
                    <a:pt x="1" y="49"/>
                  </a:lnTo>
                  <a:lnTo>
                    <a:pt x="1" y="73"/>
                  </a:lnTo>
                  <a:lnTo>
                    <a:pt x="25" y="121"/>
                  </a:lnTo>
                  <a:lnTo>
                    <a:pt x="49" y="169"/>
                  </a:lnTo>
                  <a:lnTo>
                    <a:pt x="121" y="73"/>
                  </a:lnTo>
                  <a:lnTo>
                    <a:pt x="121" y="49"/>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4042900" y="1804875"/>
              <a:ext cx="3625" cy="4250"/>
            </a:xfrm>
            <a:custGeom>
              <a:avLst/>
              <a:gdLst/>
              <a:ahLst/>
              <a:cxnLst/>
              <a:rect l="l" t="t" r="r" b="b"/>
              <a:pathLst>
                <a:path w="145" h="170" extrusionOk="0">
                  <a:moveTo>
                    <a:pt x="24" y="1"/>
                  </a:moveTo>
                  <a:lnTo>
                    <a:pt x="0" y="73"/>
                  </a:lnTo>
                  <a:lnTo>
                    <a:pt x="0" y="145"/>
                  </a:lnTo>
                  <a:lnTo>
                    <a:pt x="24" y="169"/>
                  </a:lnTo>
                  <a:lnTo>
                    <a:pt x="97" y="169"/>
                  </a:lnTo>
                  <a:lnTo>
                    <a:pt x="121" y="145"/>
                  </a:lnTo>
                  <a:lnTo>
                    <a:pt x="145" y="121"/>
                  </a:lnTo>
                  <a:lnTo>
                    <a:pt x="145" y="73"/>
                  </a:lnTo>
                  <a:lnTo>
                    <a:pt x="97"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3803375" y="1720025"/>
              <a:ext cx="3025" cy="3025"/>
            </a:xfrm>
            <a:custGeom>
              <a:avLst/>
              <a:gdLst/>
              <a:ahLst/>
              <a:cxnLst/>
              <a:rect l="l" t="t" r="r" b="b"/>
              <a:pathLst>
                <a:path w="121" h="121" extrusionOk="0">
                  <a:moveTo>
                    <a:pt x="72" y="0"/>
                  </a:moveTo>
                  <a:lnTo>
                    <a:pt x="24" y="24"/>
                  </a:lnTo>
                  <a:lnTo>
                    <a:pt x="0" y="73"/>
                  </a:lnTo>
                  <a:lnTo>
                    <a:pt x="24" y="97"/>
                  </a:lnTo>
                  <a:lnTo>
                    <a:pt x="48" y="121"/>
                  </a:lnTo>
                  <a:lnTo>
                    <a:pt x="72" y="121"/>
                  </a:lnTo>
                  <a:lnTo>
                    <a:pt x="121" y="97"/>
                  </a:lnTo>
                  <a:lnTo>
                    <a:pt x="121" y="48"/>
                  </a:lnTo>
                  <a:lnTo>
                    <a:pt x="121"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3814800" y="1723625"/>
              <a:ext cx="3650" cy="3050"/>
            </a:xfrm>
            <a:custGeom>
              <a:avLst/>
              <a:gdLst/>
              <a:ahLst/>
              <a:cxnLst/>
              <a:rect l="l" t="t" r="r" b="b"/>
              <a:pathLst>
                <a:path w="146" h="122" extrusionOk="0">
                  <a:moveTo>
                    <a:pt x="25" y="1"/>
                  </a:moveTo>
                  <a:lnTo>
                    <a:pt x="1" y="25"/>
                  </a:lnTo>
                  <a:lnTo>
                    <a:pt x="1" y="49"/>
                  </a:lnTo>
                  <a:lnTo>
                    <a:pt x="25" y="97"/>
                  </a:lnTo>
                  <a:lnTo>
                    <a:pt x="49" y="121"/>
                  </a:lnTo>
                  <a:lnTo>
                    <a:pt x="97" y="121"/>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3845500" y="1744700"/>
              <a:ext cx="3025" cy="2425"/>
            </a:xfrm>
            <a:custGeom>
              <a:avLst/>
              <a:gdLst/>
              <a:ahLst/>
              <a:cxnLst/>
              <a:rect l="l" t="t" r="r" b="b"/>
              <a:pathLst>
                <a:path w="121" h="97" extrusionOk="0">
                  <a:moveTo>
                    <a:pt x="24" y="0"/>
                  </a:moveTo>
                  <a:lnTo>
                    <a:pt x="0" y="48"/>
                  </a:lnTo>
                  <a:lnTo>
                    <a:pt x="0" y="73"/>
                  </a:lnTo>
                  <a:lnTo>
                    <a:pt x="48" y="97"/>
                  </a:lnTo>
                  <a:lnTo>
                    <a:pt x="121" y="97"/>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3987525" y="1802475"/>
              <a:ext cx="3650" cy="3025"/>
            </a:xfrm>
            <a:custGeom>
              <a:avLst/>
              <a:gdLst/>
              <a:ahLst/>
              <a:cxnLst/>
              <a:rect l="l" t="t" r="r" b="b"/>
              <a:pathLst>
                <a:path w="146" h="121" extrusionOk="0">
                  <a:moveTo>
                    <a:pt x="25" y="0"/>
                  </a:moveTo>
                  <a:lnTo>
                    <a:pt x="1" y="24"/>
                  </a:lnTo>
                  <a:lnTo>
                    <a:pt x="1" y="48"/>
                  </a:lnTo>
                  <a:lnTo>
                    <a:pt x="25" y="97"/>
                  </a:lnTo>
                  <a:lnTo>
                    <a:pt x="97" y="121"/>
                  </a:lnTo>
                  <a:lnTo>
                    <a:pt x="145" y="97"/>
                  </a:lnTo>
                  <a:lnTo>
                    <a:pt x="145" y="48"/>
                  </a:lnTo>
                  <a:lnTo>
                    <a:pt x="145"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4095850" y="1854825"/>
              <a:ext cx="4250" cy="3650"/>
            </a:xfrm>
            <a:custGeom>
              <a:avLst/>
              <a:gdLst/>
              <a:ahLst/>
              <a:cxnLst/>
              <a:rect l="l" t="t" r="r" b="b"/>
              <a:pathLst>
                <a:path w="170" h="146" extrusionOk="0">
                  <a:moveTo>
                    <a:pt x="97" y="1"/>
                  </a:moveTo>
                  <a:lnTo>
                    <a:pt x="25" y="25"/>
                  </a:lnTo>
                  <a:lnTo>
                    <a:pt x="25" y="49"/>
                  </a:lnTo>
                  <a:lnTo>
                    <a:pt x="1" y="73"/>
                  </a:lnTo>
                  <a:lnTo>
                    <a:pt x="25" y="121"/>
                  </a:lnTo>
                  <a:lnTo>
                    <a:pt x="73" y="145"/>
                  </a:lnTo>
                  <a:lnTo>
                    <a:pt x="121" y="145"/>
                  </a:lnTo>
                  <a:lnTo>
                    <a:pt x="145" y="121"/>
                  </a:lnTo>
                  <a:lnTo>
                    <a:pt x="169" y="97"/>
                  </a:lnTo>
                  <a:lnTo>
                    <a:pt x="145"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3978500" y="1839175"/>
              <a:ext cx="4250" cy="3650"/>
            </a:xfrm>
            <a:custGeom>
              <a:avLst/>
              <a:gdLst/>
              <a:ahLst/>
              <a:cxnLst/>
              <a:rect l="l" t="t" r="r" b="b"/>
              <a:pathLst>
                <a:path w="170" h="146" extrusionOk="0">
                  <a:moveTo>
                    <a:pt x="49" y="1"/>
                  </a:moveTo>
                  <a:lnTo>
                    <a:pt x="1" y="73"/>
                  </a:lnTo>
                  <a:lnTo>
                    <a:pt x="49" y="121"/>
                  </a:lnTo>
                  <a:lnTo>
                    <a:pt x="73" y="145"/>
                  </a:lnTo>
                  <a:lnTo>
                    <a:pt x="97" y="145"/>
                  </a:lnTo>
                  <a:lnTo>
                    <a:pt x="145" y="121"/>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3899650" y="1814500"/>
              <a:ext cx="3050" cy="3050"/>
            </a:xfrm>
            <a:custGeom>
              <a:avLst/>
              <a:gdLst/>
              <a:ahLst/>
              <a:cxnLst/>
              <a:rect l="l" t="t" r="r" b="b"/>
              <a:pathLst>
                <a:path w="122" h="122" extrusionOk="0">
                  <a:moveTo>
                    <a:pt x="25" y="1"/>
                  </a:moveTo>
                  <a:lnTo>
                    <a:pt x="1" y="49"/>
                  </a:lnTo>
                  <a:lnTo>
                    <a:pt x="1" y="73"/>
                  </a:lnTo>
                  <a:lnTo>
                    <a:pt x="25" y="121"/>
                  </a:lnTo>
                  <a:lnTo>
                    <a:pt x="121" y="121"/>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4017025" y="1891550"/>
              <a:ext cx="2425" cy="2425"/>
            </a:xfrm>
            <a:custGeom>
              <a:avLst/>
              <a:gdLst/>
              <a:ahLst/>
              <a:cxnLst/>
              <a:rect l="l" t="t" r="r" b="b"/>
              <a:pathLst>
                <a:path w="97" h="97" extrusionOk="0">
                  <a:moveTo>
                    <a:pt x="24" y="0"/>
                  </a:moveTo>
                  <a:lnTo>
                    <a:pt x="0" y="24"/>
                  </a:lnTo>
                  <a:lnTo>
                    <a:pt x="48" y="96"/>
                  </a:lnTo>
                  <a:lnTo>
                    <a:pt x="97" y="72"/>
                  </a:lnTo>
                  <a:lnTo>
                    <a:pt x="72"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3923725" y="1863850"/>
              <a:ext cx="4850" cy="4250"/>
            </a:xfrm>
            <a:custGeom>
              <a:avLst/>
              <a:gdLst/>
              <a:ahLst/>
              <a:cxnLst/>
              <a:rect l="l" t="t" r="r" b="b"/>
              <a:pathLst>
                <a:path w="194" h="170" extrusionOk="0">
                  <a:moveTo>
                    <a:pt x="121" y="1"/>
                  </a:moveTo>
                  <a:lnTo>
                    <a:pt x="97" y="25"/>
                  </a:lnTo>
                  <a:lnTo>
                    <a:pt x="25" y="73"/>
                  </a:lnTo>
                  <a:lnTo>
                    <a:pt x="1" y="97"/>
                  </a:lnTo>
                  <a:lnTo>
                    <a:pt x="25" y="145"/>
                  </a:lnTo>
                  <a:lnTo>
                    <a:pt x="49" y="169"/>
                  </a:lnTo>
                  <a:lnTo>
                    <a:pt x="97" y="169"/>
                  </a:lnTo>
                  <a:lnTo>
                    <a:pt x="145" y="145"/>
                  </a:lnTo>
                  <a:lnTo>
                    <a:pt x="193" y="97"/>
                  </a:lnTo>
                  <a:lnTo>
                    <a:pt x="193"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4138600" y="1949325"/>
              <a:ext cx="1825" cy="2425"/>
            </a:xfrm>
            <a:custGeom>
              <a:avLst/>
              <a:gdLst/>
              <a:ahLst/>
              <a:cxnLst/>
              <a:rect l="l" t="t" r="r" b="b"/>
              <a:pathLst>
                <a:path w="73" h="97" extrusionOk="0">
                  <a:moveTo>
                    <a:pt x="24" y="0"/>
                  </a:moveTo>
                  <a:lnTo>
                    <a:pt x="0" y="48"/>
                  </a:lnTo>
                  <a:lnTo>
                    <a:pt x="48" y="96"/>
                  </a:lnTo>
                  <a:lnTo>
                    <a:pt x="72" y="96"/>
                  </a:lnTo>
                  <a:lnTo>
                    <a:pt x="72" y="48"/>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3757625" y="1805475"/>
              <a:ext cx="3650" cy="3650"/>
            </a:xfrm>
            <a:custGeom>
              <a:avLst/>
              <a:gdLst/>
              <a:ahLst/>
              <a:cxnLst/>
              <a:rect l="l" t="t" r="r" b="b"/>
              <a:pathLst>
                <a:path w="146" h="146" extrusionOk="0">
                  <a:moveTo>
                    <a:pt x="25" y="1"/>
                  </a:moveTo>
                  <a:lnTo>
                    <a:pt x="1" y="25"/>
                  </a:lnTo>
                  <a:lnTo>
                    <a:pt x="1" y="49"/>
                  </a:lnTo>
                  <a:lnTo>
                    <a:pt x="1" y="97"/>
                  </a:lnTo>
                  <a:lnTo>
                    <a:pt x="49" y="145"/>
                  </a:lnTo>
                  <a:lnTo>
                    <a:pt x="97" y="145"/>
                  </a:lnTo>
                  <a:lnTo>
                    <a:pt x="145" y="97"/>
                  </a:lnTo>
                  <a:lnTo>
                    <a:pt x="145" y="73"/>
                  </a:lnTo>
                  <a:lnTo>
                    <a:pt x="145"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3918925" y="1903575"/>
              <a:ext cx="3025" cy="3025"/>
            </a:xfrm>
            <a:custGeom>
              <a:avLst/>
              <a:gdLst/>
              <a:ahLst/>
              <a:cxnLst/>
              <a:rect l="l" t="t" r="r" b="b"/>
              <a:pathLst>
                <a:path w="121" h="121" extrusionOk="0">
                  <a:moveTo>
                    <a:pt x="24" y="1"/>
                  </a:moveTo>
                  <a:lnTo>
                    <a:pt x="0" y="49"/>
                  </a:lnTo>
                  <a:lnTo>
                    <a:pt x="0" y="73"/>
                  </a:lnTo>
                  <a:lnTo>
                    <a:pt x="0" y="97"/>
                  </a:lnTo>
                  <a:lnTo>
                    <a:pt x="48" y="121"/>
                  </a:lnTo>
                  <a:lnTo>
                    <a:pt x="97" y="121"/>
                  </a:lnTo>
                  <a:lnTo>
                    <a:pt x="121"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3732350" y="1830150"/>
              <a:ext cx="3625" cy="3650"/>
            </a:xfrm>
            <a:custGeom>
              <a:avLst/>
              <a:gdLst/>
              <a:ahLst/>
              <a:cxnLst/>
              <a:rect l="l" t="t" r="r" b="b"/>
              <a:pathLst>
                <a:path w="145" h="146" extrusionOk="0">
                  <a:moveTo>
                    <a:pt x="25" y="1"/>
                  </a:moveTo>
                  <a:lnTo>
                    <a:pt x="1" y="25"/>
                  </a:lnTo>
                  <a:lnTo>
                    <a:pt x="1" y="49"/>
                  </a:lnTo>
                  <a:lnTo>
                    <a:pt x="1" y="97"/>
                  </a:lnTo>
                  <a:lnTo>
                    <a:pt x="1" y="121"/>
                  </a:lnTo>
                  <a:lnTo>
                    <a:pt x="73" y="145"/>
                  </a:lnTo>
                  <a:lnTo>
                    <a:pt x="121" y="121"/>
                  </a:lnTo>
                  <a:lnTo>
                    <a:pt x="145" y="73"/>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3813000" y="1874700"/>
              <a:ext cx="3625" cy="3625"/>
            </a:xfrm>
            <a:custGeom>
              <a:avLst/>
              <a:gdLst/>
              <a:ahLst/>
              <a:cxnLst/>
              <a:rect l="l" t="t" r="r" b="b"/>
              <a:pathLst>
                <a:path w="145" h="145" extrusionOk="0">
                  <a:moveTo>
                    <a:pt x="0" y="0"/>
                  </a:moveTo>
                  <a:lnTo>
                    <a:pt x="0" y="48"/>
                  </a:lnTo>
                  <a:lnTo>
                    <a:pt x="0" y="72"/>
                  </a:lnTo>
                  <a:lnTo>
                    <a:pt x="0" y="120"/>
                  </a:lnTo>
                  <a:lnTo>
                    <a:pt x="73" y="145"/>
                  </a:lnTo>
                  <a:lnTo>
                    <a:pt x="121" y="96"/>
                  </a:lnTo>
                  <a:lnTo>
                    <a:pt x="145" y="72"/>
                  </a:lnTo>
                  <a:lnTo>
                    <a:pt x="145" y="48"/>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3833450" y="1987225"/>
              <a:ext cx="3050" cy="2450"/>
            </a:xfrm>
            <a:custGeom>
              <a:avLst/>
              <a:gdLst/>
              <a:ahLst/>
              <a:cxnLst/>
              <a:rect l="l" t="t" r="r" b="b"/>
              <a:pathLst>
                <a:path w="122" h="98" extrusionOk="0">
                  <a:moveTo>
                    <a:pt x="25" y="1"/>
                  </a:moveTo>
                  <a:lnTo>
                    <a:pt x="1" y="49"/>
                  </a:lnTo>
                  <a:lnTo>
                    <a:pt x="25" y="97"/>
                  </a:lnTo>
                  <a:lnTo>
                    <a:pt x="121" y="97"/>
                  </a:lnTo>
                  <a:lnTo>
                    <a:pt x="121"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3870175" y="1735675"/>
              <a:ext cx="3025" cy="2425"/>
            </a:xfrm>
            <a:custGeom>
              <a:avLst/>
              <a:gdLst/>
              <a:ahLst/>
              <a:cxnLst/>
              <a:rect l="l" t="t" r="r" b="b"/>
              <a:pathLst>
                <a:path w="121" h="97" extrusionOk="0">
                  <a:moveTo>
                    <a:pt x="48" y="0"/>
                  </a:moveTo>
                  <a:lnTo>
                    <a:pt x="0" y="24"/>
                  </a:lnTo>
                  <a:lnTo>
                    <a:pt x="24" y="72"/>
                  </a:lnTo>
                  <a:lnTo>
                    <a:pt x="73" y="96"/>
                  </a:lnTo>
                  <a:lnTo>
                    <a:pt x="97" y="96"/>
                  </a:lnTo>
                  <a:lnTo>
                    <a:pt x="121" y="72"/>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3837675" y="1644200"/>
              <a:ext cx="2425" cy="2425"/>
            </a:xfrm>
            <a:custGeom>
              <a:avLst/>
              <a:gdLst/>
              <a:ahLst/>
              <a:cxnLst/>
              <a:rect l="l" t="t" r="r" b="b"/>
              <a:pathLst>
                <a:path w="97" h="97" extrusionOk="0">
                  <a:moveTo>
                    <a:pt x="24" y="0"/>
                  </a:moveTo>
                  <a:lnTo>
                    <a:pt x="0" y="48"/>
                  </a:lnTo>
                  <a:lnTo>
                    <a:pt x="49" y="96"/>
                  </a:lnTo>
                  <a:lnTo>
                    <a:pt x="73" y="96"/>
                  </a:lnTo>
                  <a:lnTo>
                    <a:pt x="97" y="48"/>
                  </a:lnTo>
                  <a:lnTo>
                    <a:pt x="49"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3788925" y="1960150"/>
              <a:ext cx="3025" cy="3025"/>
            </a:xfrm>
            <a:custGeom>
              <a:avLst/>
              <a:gdLst/>
              <a:ahLst/>
              <a:cxnLst/>
              <a:rect l="l" t="t" r="r" b="b"/>
              <a:pathLst>
                <a:path w="121" h="121" extrusionOk="0">
                  <a:moveTo>
                    <a:pt x="25" y="0"/>
                  </a:moveTo>
                  <a:lnTo>
                    <a:pt x="0" y="25"/>
                  </a:lnTo>
                  <a:lnTo>
                    <a:pt x="0" y="73"/>
                  </a:lnTo>
                  <a:lnTo>
                    <a:pt x="25" y="121"/>
                  </a:lnTo>
                  <a:lnTo>
                    <a:pt x="73" y="121"/>
                  </a:lnTo>
                  <a:lnTo>
                    <a:pt x="121" y="97"/>
                  </a:lnTo>
                  <a:lnTo>
                    <a:pt x="121" y="49"/>
                  </a:lnTo>
                  <a:lnTo>
                    <a:pt x="97"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3983325" y="1692325"/>
              <a:ext cx="1825" cy="2450"/>
            </a:xfrm>
            <a:custGeom>
              <a:avLst/>
              <a:gdLst/>
              <a:ahLst/>
              <a:cxnLst/>
              <a:rect l="l" t="t" r="r" b="b"/>
              <a:pathLst>
                <a:path w="73" h="98" extrusionOk="0">
                  <a:moveTo>
                    <a:pt x="48" y="1"/>
                  </a:moveTo>
                  <a:lnTo>
                    <a:pt x="0" y="25"/>
                  </a:lnTo>
                  <a:lnTo>
                    <a:pt x="48" y="97"/>
                  </a:lnTo>
                  <a:lnTo>
                    <a:pt x="72"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4088025" y="1803675"/>
              <a:ext cx="1850" cy="1825"/>
            </a:xfrm>
            <a:custGeom>
              <a:avLst/>
              <a:gdLst/>
              <a:ahLst/>
              <a:cxnLst/>
              <a:rect l="l" t="t" r="r" b="b"/>
              <a:pathLst>
                <a:path w="74" h="73" extrusionOk="0">
                  <a:moveTo>
                    <a:pt x="1" y="0"/>
                  </a:moveTo>
                  <a:lnTo>
                    <a:pt x="1" y="49"/>
                  </a:lnTo>
                  <a:lnTo>
                    <a:pt x="1" y="73"/>
                  </a:lnTo>
                  <a:lnTo>
                    <a:pt x="73" y="73"/>
                  </a:lnTo>
                  <a:lnTo>
                    <a:pt x="73"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3957425" y="1637575"/>
              <a:ext cx="1250" cy="1825"/>
            </a:xfrm>
            <a:custGeom>
              <a:avLst/>
              <a:gdLst/>
              <a:ahLst/>
              <a:cxnLst/>
              <a:rect l="l" t="t" r="r" b="b"/>
              <a:pathLst>
                <a:path w="50" h="73" extrusionOk="0">
                  <a:moveTo>
                    <a:pt x="1" y="0"/>
                  </a:moveTo>
                  <a:lnTo>
                    <a:pt x="1" y="24"/>
                  </a:lnTo>
                  <a:lnTo>
                    <a:pt x="1" y="48"/>
                  </a:lnTo>
                  <a:lnTo>
                    <a:pt x="1" y="72"/>
                  </a:lnTo>
                  <a:lnTo>
                    <a:pt x="49" y="72"/>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3980300" y="1809700"/>
              <a:ext cx="2450" cy="2425"/>
            </a:xfrm>
            <a:custGeom>
              <a:avLst/>
              <a:gdLst/>
              <a:ahLst/>
              <a:cxnLst/>
              <a:rect l="l" t="t" r="r" b="b"/>
              <a:pathLst>
                <a:path w="98" h="97" extrusionOk="0">
                  <a:moveTo>
                    <a:pt x="73" y="0"/>
                  </a:moveTo>
                  <a:lnTo>
                    <a:pt x="49" y="24"/>
                  </a:lnTo>
                  <a:lnTo>
                    <a:pt x="1" y="24"/>
                  </a:lnTo>
                  <a:lnTo>
                    <a:pt x="25" y="72"/>
                  </a:lnTo>
                  <a:lnTo>
                    <a:pt x="49" y="96"/>
                  </a:lnTo>
                  <a:lnTo>
                    <a:pt x="97"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3791925" y="1732650"/>
              <a:ext cx="1850" cy="2450"/>
            </a:xfrm>
            <a:custGeom>
              <a:avLst/>
              <a:gdLst/>
              <a:ahLst/>
              <a:cxnLst/>
              <a:rect l="l" t="t" r="r" b="b"/>
              <a:pathLst>
                <a:path w="74" h="98" extrusionOk="0">
                  <a:moveTo>
                    <a:pt x="25" y="1"/>
                  </a:moveTo>
                  <a:lnTo>
                    <a:pt x="1" y="25"/>
                  </a:lnTo>
                  <a:lnTo>
                    <a:pt x="1" y="97"/>
                  </a:lnTo>
                  <a:lnTo>
                    <a:pt x="73"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3956225" y="1717600"/>
              <a:ext cx="3050" cy="3050"/>
            </a:xfrm>
            <a:custGeom>
              <a:avLst/>
              <a:gdLst/>
              <a:ahLst/>
              <a:cxnLst/>
              <a:rect l="l" t="t" r="r" b="b"/>
              <a:pathLst>
                <a:path w="122" h="122" extrusionOk="0">
                  <a:moveTo>
                    <a:pt x="25" y="1"/>
                  </a:moveTo>
                  <a:lnTo>
                    <a:pt x="1" y="25"/>
                  </a:lnTo>
                  <a:lnTo>
                    <a:pt x="1" y="73"/>
                  </a:lnTo>
                  <a:lnTo>
                    <a:pt x="1" y="97"/>
                  </a:lnTo>
                  <a:lnTo>
                    <a:pt x="49" y="121"/>
                  </a:lnTo>
                  <a:lnTo>
                    <a:pt x="121" y="97"/>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3863550" y="1677900"/>
              <a:ext cx="3025" cy="3625"/>
            </a:xfrm>
            <a:custGeom>
              <a:avLst/>
              <a:gdLst/>
              <a:ahLst/>
              <a:cxnLst/>
              <a:rect l="l" t="t" r="r" b="b"/>
              <a:pathLst>
                <a:path w="121" h="145" extrusionOk="0">
                  <a:moveTo>
                    <a:pt x="73" y="0"/>
                  </a:moveTo>
                  <a:lnTo>
                    <a:pt x="49" y="24"/>
                  </a:lnTo>
                  <a:lnTo>
                    <a:pt x="25" y="48"/>
                  </a:lnTo>
                  <a:lnTo>
                    <a:pt x="1" y="96"/>
                  </a:lnTo>
                  <a:lnTo>
                    <a:pt x="25" y="121"/>
                  </a:lnTo>
                  <a:lnTo>
                    <a:pt x="49" y="145"/>
                  </a:lnTo>
                  <a:lnTo>
                    <a:pt x="73" y="121"/>
                  </a:lnTo>
                  <a:lnTo>
                    <a:pt x="121" y="72"/>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3919525" y="1695950"/>
              <a:ext cx="3025" cy="2425"/>
            </a:xfrm>
            <a:custGeom>
              <a:avLst/>
              <a:gdLst/>
              <a:ahLst/>
              <a:cxnLst/>
              <a:rect l="l" t="t" r="r" b="b"/>
              <a:pathLst>
                <a:path w="121" h="97" extrusionOk="0">
                  <a:moveTo>
                    <a:pt x="24" y="0"/>
                  </a:moveTo>
                  <a:lnTo>
                    <a:pt x="0" y="49"/>
                  </a:lnTo>
                  <a:lnTo>
                    <a:pt x="0" y="73"/>
                  </a:lnTo>
                  <a:lnTo>
                    <a:pt x="73" y="97"/>
                  </a:lnTo>
                  <a:lnTo>
                    <a:pt x="121" y="73"/>
                  </a:lnTo>
                  <a:lnTo>
                    <a:pt x="97"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4100075" y="1731450"/>
              <a:ext cx="3025" cy="3050"/>
            </a:xfrm>
            <a:custGeom>
              <a:avLst/>
              <a:gdLst/>
              <a:ahLst/>
              <a:cxnLst/>
              <a:rect l="l" t="t" r="r" b="b"/>
              <a:pathLst>
                <a:path w="121" h="122" extrusionOk="0">
                  <a:moveTo>
                    <a:pt x="48" y="1"/>
                  </a:moveTo>
                  <a:lnTo>
                    <a:pt x="24" y="25"/>
                  </a:lnTo>
                  <a:lnTo>
                    <a:pt x="0" y="49"/>
                  </a:lnTo>
                  <a:lnTo>
                    <a:pt x="0" y="73"/>
                  </a:lnTo>
                  <a:lnTo>
                    <a:pt x="48" y="121"/>
                  </a:lnTo>
                  <a:lnTo>
                    <a:pt x="121" y="121"/>
                  </a:lnTo>
                  <a:lnTo>
                    <a:pt x="121" y="97"/>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4023650" y="1846400"/>
              <a:ext cx="2425" cy="1825"/>
            </a:xfrm>
            <a:custGeom>
              <a:avLst/>
              <a:gdLst/>
              <a:ahLst/>
              <a:cxnLst/>
              <a:rect l="l" t="t" r="r" b="b"/>
              <a:pathLst>
                <a:path w="97" h="73" extrusionOk="0">
                  <a:moveTo>
                    <a:pt x="0" y="1"/>
                  </a:moveTo>
                  <a:lnTo>
                    <a:pt x="48" y="73"/>
                  </a:lnTo>
                  <a:lnTo>
                    <a:pt x="72" y="49"/>
                  </a:lnTo>
                  <a:lnTo>
                    <a:pt x="96"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3897850" y="1940300"/>
              <a:ext cx="3050" cy="3625"/>
            </a:xfrm>
            <a:custGeom>
              <a:avLst/>
              <a:gdLst/>
              <a:ahLst/>
              <a:cxnLst/>
              <a:rect l="l" t="t" r="r" b="b"/>
              <a:pathLst>
                <a:path w="122" h="145" extrusionOk="0">
                  <a:moveTo>
                    <a:pt x="73" y="0"/>
                  </a:moveTo>
                  <a:lnTo>
                    <a:pt x="25" y="24"/>
                  </a:lnTo>
                  <a:lnTo>
                    <a:pt x="1" y="96"/>
                  </a:lnTo>
                  <a:lnTo>
                    <a:pt x="25" y="120"/>
                  </a:lnTo>
                  <a:lnTo>
                    <a:pt x="49" y="144"/>
                  </a:lnTo>
                  <a:lnTo>
                    <a:pt x="73" y="120"/>
                  </a:lnTo>
                  <a:lnTo>
                    <a:pt x="121" y="96"/>
                  </a:lnTo>
                  <a:lnTo>
                    <a:pt x="121"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4046500" y="1662250"/>
              <a:ext cx="3050" cy="2425"/>
            </a:xfrm>
            <a:custGeom>
              <a:avLst/>
              <a:gdLst/>
              <a:ahLst/>
              <a:cxnLst/>
              <a:rect l="l" t="t" r="r" b="b"/>
              <a:pathLst>
                <a:path w="122" h="97" extrusionOk="0">
                  <a:moveTo>
                    <a:pt x="1" y="0"/>
                  </a:moveTo>
                  <a:lnTo>
                    <a:pt x="1" y="48"/>
                  </a:lnTo>
                  <a:lnTo>
                    <a:pt x="1" y="72"/>
                  </a:lnTo>
                  <a:lnTo>
                    <a:pt x="49" y="97"/>
                  </a:lnTo>
                  <a:lnTo>
                    <a:pt x="97" y="72"/>
                  </a:lnTo>
                  <a:lnTo>
                    <a:pt x="121"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4113925" y="2017925"/>
              <a:ext cx="2425" cy="3625"/>
            </a:xfrm>
            <a:custGeom>
              <a:avLst/>
              <a:gdLst/>
              <a:ahLst/>
              <a:cxnLst/>
              <a:rect l="l" t="t" r="r" b="b"/>
              <a:pathLst>
                <a:path w="97" h="145" extrusionOk="0">
                  <a:moveTo>
                    <a:pt x="72" y="0"/>
                  </a:moveTo>
                  <a:lnTo>
                    <a:pt x="48" y="25"/>
                  </a:lnTo>
                  <a:lnTo>
                    <a:pt x="24" y="49"/>
                  </a:lnTo>
                  <a:lnTo>
                    <a:pt x="0" y="97"/>
                  </a:lnTo>
                  <a:lnTo>
                    <a:pt x="24" y="145"/>
                  </a:lnTo>
                  <a:lnTo>
                    <a:pt x="48" y="145"/>
                  </a:lnTo>
                  <a:lnTo>
                    <a:pt x="72" y="121"/>
                  </a:lnTo>
                  <a:lnTo>
                    <a:pt x="96" y="73"/>
                  </a:lnTo>
                  <a:lnTo>
                    <a:pt x="96" y="25"/>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4017025" y="1662850"/>
              <a:ext cx="1825" cy="1825"/>
            </a:xfrm>
            <a:custGeom>
              <a:avLst/>
              <a:gdLst/>
              <a:ahLst/>
              <a:cxnLst/>
              <a:rect l="l" t="t" r="r" b="b"/>
              <a:pathLst>
                <a:path w="73" h="73" extrusionOk="0">
                  <a:moveTo>
                    <a:pt x="48" y="0"/>
                  </a:moveTo>
                  <a:lnTo>
                    <a:pt x="0" y="24"/>
                  </a:lnTo>
                  <a:lnTo>
                    <a:pt x="0" y="73"/>
                  </a:lnTo>
                  <a:lnTo>
                    <a:pt x="48" y="73"/>
                  </a:lnTo>
                  <a:lnTo>
                    <a:pt x="72" y="48"/>
                  </a:lnTo>
                  <a:lnTo>
                    <a:pt x="72"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3931550" y="1781400"/>
              <a:ext cx="3050" cy="3050"/>
            </a:xfrm>
            <a:custGeom>
              <a:avLst/>
              <a:gdLst/>
              <a:ahLst/>
              <a:cxnLst/>
              <a:rect l="l" t="t" r="r" b="b"/>
              <a:pathLst>
                <a:path w="122" h="122" extrusionOk="0">
                  <a:moveTo>
                    <a:pt x="49" y="1"/>
                  </a:moveTo>
                  <a:lnTo>
                    <a:pt x="1" y="49"/>
                  </a:lnTo>
                  <a:lnTo>
                    <a:pt x="1" y="73"/>
                  </a:lnTo>
                  <a:lnTo>
                    <a:pt x="25" y="97"/>
                  </a:lnTo>
                  <a:lnTo>
                    <a:pt x="49" y="121"/>
                  </a:lnTo>
                  <a:lnTo>
                    <a:pt x="73" y="121"/>
                  </a:lnTo>
                  <a:lnTo>
                    <a:pt x="121"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3896650" y="1760350"/>
              <a:ext cx="1825" cy="1825"/>
            </a:xfrm>
            <a:custGeom>
              <a:avLst/>
              <a:gdLst/>
              <a:ahLst/>
              <a:cxnLst/>
              <a:rect l="l" t="t" r="r" b="b"/>
              <a:pathLst>
                <a:path w="73" h="73" extrusionOk="0">
                  <a:moveTo>
                    <a:pt x="73" y="0"/>
                  </a:moveTo>
                  <a:lnTo>
                    <a:pt x="1" y="24"/>
                  </a:lnTo>
                  <a:lnTo>
                    <a:pt x="1" y="48"/>
                  </a:lnTo>
                  <a:lnTo>
                    <a:pt x="49" y="72"/>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3751000" y="1786825"/>
              <a:ext cx="25" cy="625"/>
            </a:xfrm>
            <a:custGeom>
              <a:avLst/>
              <a:gdLst/>
              <a:ahLst/>
              <a:cxnLst/>
              <a:rect l="l" t="t" r="r" b="b"/>
              <a:pathLst>
                <a:path w="1" h="25" extrusionOk="0">
                  <a:moveTo>
                    <a:pt x="1" y="0"/>
                  </a:moveTo>
                  <a:lnTo>
                    <a:pt x="1" y="24"/>
                  </a:lnTo>
                  <a:lnTo>
                    <a:pt x="1" y="24"/>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3835275" y="1813300"/>
              <a:ext cx="1225" cy="1825"/>
            </a:xfrm>
            <a:custGeom>
              <a:avLst/>
              <a:gdLst/>
              <a:ahLst/>
              <a:cxnLst/>
              <a:rect l="l" t="t" r="r" b="b"/>
              <a:pathLst>
                <a:path w="49" h="73" extrusionOk="0">
                  <a:moveTo>
                    <a:pt x="0" y="1"/>
                  </a:moveTo>
                  <a:lnTo>
                    <a:pt x="0" y="73"/>
                  </a:lnTo>
                  <a:lnTo>
                    <a:pt x="24"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3915300" y="1827150"/>
              <a:ext cx="1850" cy="1825"/>
            </a:xfrm>
            <a:custGeom>
              <a:avLst/>
              <a:gdLst/>
              <a:ahLst/>
              <a:cxnLst/>
              <a:rect l="l" t="t" r="r" b="b"/>
              <a:pathLst>
                <a:path w="74" h="73" extrusionOk="0">
                  <a:moveTo>
                    <a:pt x="25" y="0"/>
                  </a:moveTo>
                  <a:lnTo>
                    <a:pt x="1" y="48"/>
                  </a:lnTo>
                  <a:lnTo>
                    <a:pt x="25" y="73"/>
                  </a:lnTo>
                  <a:lnTo>
                    <a:pt x="49" y="73"/>
                  </a:lnTo>
                  <a:lnTo>
                    <a:pt x="73"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3757625" y="1748900"/>
              <a:ext cx="1825" cy="2450"/>
            </a:xfrm>
            <a:custGeom>
              <a:avLst/>
              <a:gdLst/>
              <a:ahLst/>
              <a:cxnLst/>
              <a:rect l="l" t="t" r="r" b="b"/>
              <a:pathLst>
                <a:path w="73" h="98" extrusionOk="0">
                  <a:moveTo>
                    <a:pt x="25" y="1"/>
                  </a:moveTo>
                  <a:lnTo>
                    <a:pt x="1" y="25"/>
                  </a:lnTo>
                  <a:lnTo>
                    <a:pt x="1" y="73"/>
                  </a:lnTo>
                  <a:lnTo>
                    <a:pt x="25" y="97"/>
                  </a:lnTo>
                  <a:lnTo>
                    <a:pt x="73" y="73"/>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4142800" y="1899975"/>
              <a:ext cx="1225" cy="1825"/>
            </a:xfrm>
            <a:custGeom>
              <a:avLst/>
              <a:gdLst/>
              <a:ahLst/>
              <a:cxnLst/>
              <a:rect l="l" t="t" r="r" b="b"/>
              <a:pathLst>
                <a:path w="49" h="73" extrusionOk="0">
                  <a:moveTo>
                    <a:pt x="25" y="0"/>
                  </a:moveTo>
                  <a:lnTo>
                    <a:pt x="1" y="72"/>
                  </a:lnTo>
                  <a:lnTo>
                    <a:pt x="49" y="72"/>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3772075" y="1748900"/>
              <a:ext cx="1825" cy="2450"/>
            </a:xfrm>
            <a:custGeom>
              <a:avLst/>
              <a:gdLst/>
              <a:ahLst/>
              <a:cxnLst/>
              <a:rect l="l" t="t" r="r" b="b"/>
              <a:pathLst>
                <a:path w="73" h="98" extrusionOk="0">
                  <a:moveTo>
                    <a:pt x="24" y="1"/>
                  </a:moveTo>
                  <a:lnTo>
                    <a:pt x="24" y="49"/>
                  </a:lnTo>
                  <a:lnTo>
                    <a:pt x="0" y="73"/>
                  </a:lnTo>
                  <a:lnTo>
                    <a:pt x="24" y="97"/>
                  </a:lnTo>
                  <a:lnTo>
                    <a:pt x="73" y="73"/>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3878000" y="1785625"/>
              <a:ext cx="625" cy="625"/>
            </a:xfrm>
            <a:custGeom>
              <a:avLst/>
              <a:gdLst/>
              <a:ahLst/>
              <a:cxnLst/>
              <a:rect l="l" t="t" r="r" b="b"/>
              <a:pathLst>
                <a:path w="25" h="25" extrusionOk="0">
                  <a:moveTo>
                    <a:pt x="0" y="0"/>
                  </a:moveTo>
                  <a:lnTo>
                    <a:pt x="0" y="24"/>
                  </a:lnTo>
                  <a:lnTo>
                    <a:pt x="24" y="24"/>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4053125" y="1851225"/>
              <a:ext cx="2425" cy="1825"/>
            </a:xfrm>
            <a:custGeom>
              <a:avLst/>
              <a:gdLst/>
              <a:ahLst/>
              <a:cxnLst/>
              <a:rect l="l" t="t" r="r" b="b"/>
              <a:pathLst>
                <a:path w="97" h="73" extrusionOk="0">
                  <a:moveTo>
                    <a:pt x="1" y="0"/>
                  </a:moveTo>
                  <a:lnTo>
                    <a:pt x="49" y="72"/>
                  </a:lnTo>
                  <a:lnTo>
                    <a:pt x="97"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4227650" y="1905975"/>
              <a:ext cx="1850" cy="1850"/>
            </a:xfrm>
            <a:custGeom>
              <a:avLst/>
              <a:gdLst/>
              <a:ahLst/>
              <a:cxnLst/>
              <a:rect l="l" t="t" r="r" b="b"/>
              <a:pathLst>
                <a:path w="74" h="74" extrusionOk="0">
                  <a:moveTo>
                    <a:pt x="25" y="1"/>
                  </a:moveTo>
                  <a:lnTo>
                    <a:pt x="1" y="25"/>
                  </a:lnTo>
                  <a:lnTo>
                    <a:pt x="49" y="73"/>
                  </a:lnTo>
                  <a:lnTo>
                    <a:pt x="73" y="49"/>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3973075" y="1802500"/>
              <a:ext cx="1800" cy="3600"/>
            </a:xfrm>
            <a:custGeom>
              <a:avLst/>
              <a:gdLst/>
              <a:ahLst/>
              <a:cxnLst/>
              <a:rect l="l" t="t" r="r" b="b"/>
              <a:pathLst>
                <a:path w="72" h="144" extrusionOk="0">
                  <a:moveTo>
                    <a:pt x="71" y="1"/>
                  </a:moveTo>
                  <a:lnTo>
                    <a:pt x="49" y="23"/>
                  </a:lnTo>
                  <a:lnTo>
                    <a:pt x="49" y="23"/>
                  </a:lnTo>
                  <a:lnTo>
                    <a:pt x="71" y="1"/>
                  </a:lnTo>
                  <a:close/>
                  <a:moveTo>
                    <a:pt x="49" y="23"/>
                  </a:moveTo>
                  <a:lnTo>
                    <a:pt x="1" y="72"/>
                  </a:lnTo>
                  <a:lnTo>
                    <a:pt x="1" y="120"/>
                  </a:lnTo>
                  <a:lnTo>
                    <a:pt x="1" y="144"/>
                  </a:lnTo>
                  <a:lnTo>
                    <a:pt x="25" y="144"/>
                  </a:lnTo>
                  <a:lnTo>
                    <a:pt x="49" y="96"/>
                  </a:lnTo>
                  <a:lnTo>
                    <a:pt x="49" y="2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4170475" y="1733850"/>
              <a:ext cx="1850" cy="1850"/>
            </a:xfrm>
            <a:custGeom>
              <a:avLst/>
              <a:gdLst/>
              <a:ahLst/>
              <a:cxnLst/>
              <a:rect l="l" t="t" r="r" b="b"/>
              <a:pathLst>
                <a:path w="74" h="74" extrusionOk="0">
                  <a:moveTo>
                    <a:pt x="49" y="1"/>
                  </a:moveTo>
                  <a:lnTo>
                    <a:pt x="1" y="25"/>
                  </a:lnTo>
                  <a:lnTo>
                    <a:pt x="1" y="73"/>
                  </a:lnTo>
                  <a:lnTo>
                    <a:pt x="73" y="73"/>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3853925" y="1724225"/>
              <a:ext cx="1825" cy="1850"/>
            </a:xfrm>
            <a:custGeom>
              <a:avLst/>
              <a:gdLst/>
              <a:ahLst/>
              <a:cxnLst/>
              <a:rect l="l" t="t" r="r" b="b"/>
              <a:pathLst>
                <a:path w="73" h="74" extrusionOk="0">
                  <a:moveTo>
                    <a:pt x="24" y="1"/>
                  </a:moveTo>
                  <a:lnTo>
                    <a:pt x="0" y="25"/>
                  </a:lnTo>
                  <a:lnTo>
                    <a:pt x="0" y="49"/>
                  </a:lnTo>
                  <a:lnTo>
                    <a:pt x="24" y="73"/>
                  </a:lnTo>
                  <a:lnTo>
                    <a:pt x="49" y="73"/>
                  </a:lnTo>
                  <a:lnTo>
                    <a:pt x="73" y="49"/>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4065775" y="1804875"/>
              <a:ext cx="1825" cy="1825"/>
            </a:xfrm>
            <a:custGeom>
              <a:avLst/>
              <a:gdLst/>
              <a:ahLst/>
              <a:cxnLst/>
              <a:rect l="l" t="t" r="r" b="b"/>
              <a:pathLst>
                <a:path w="73" h="73" extrusionOk="0">
                  <a:moveTo>
                    <a:pt x="0" y="1"/>
                  </a:moveTo>
                  <a:lnTo>
                    <a:pt x="0" y="25"/>
                  </a:lnTo>
                  <a:lnTo>
                    <a:pt x="24" y="73"/>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3760625" y="1674875"/>
              <a:ext cx="1250" cy="1850"/>
            </a:xfrm>
            <a:custGeom>
              <a:avLst/>
              <a:gdLst/>
              <a:ahLst/>
              <a:cxnLst/>
              <a:rect l="l" t="t" r="r" b="b"/>
              <a:pathLst>
                <a:path w="50" h="74" extrusionOk="0">
                  <a:moveTo>
                    <a:pt x="49" y="1"/>
                  </a:moveTo>
                  <a:lnTo>
                    <a:pt x="1" y="73"/>
                  </a:lnTo>
                  <a:lnTo>
                    <a:pt x="49" y="73"/>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4240300" y="1815700"/>
              <a:ext cx="2425" cy="1850"/>
            </a:xfrm>
            <a:custGeom>
              <a:avLst/>
              <a:gdLst/>
              <a:ahLst/>
              <a:cxnLst/>
              <a:rect l="l" t="t" r="r" b="b"/>
              <a:pathLst>
                <a:path w="97" h="74" extrusionOk="0">
                  <a:moveTo>
                    <a:pt x="49" y="1"/>
                  </a:moveTo>
                  <a:lnTo>
                    <a:pt x="0" y="25"/>
                  </a:lnTo>
                  <a:lnTo>
                    <a:pt x="24" y="73"/>
                  </a:lnTo>
                  <a:lnTo>
                    <a:pt x="49" y="73"/>
                  </a:lnTo>
                  <a:lnTo>
                    <a:pt x="97"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4024850" y="1723625"/>
              <a:ext cx="1825" cy="1825"/>
            </a:xfrm>
            <a:custGeom>
              <a:avLst/>
              <a:gdLst/>
              <a:ahLst/>
              <a:cxnLst/>
              <a:rect l="l" t="t" r="r" b="b"/>
              <a:pathLst>
                <a:path w="73" h="73" extrusionOk="0">
                  <a:moveTo>
                    <a:pt x="48" y="1"/>
                  </a:moveTo>
                  <a:lnTo>
                    <a:pt x="0" y="25"/>
                  </a:lnTo>
                  <a:lnTo>
                    <a:pt x="0" y="49"/>
                  </a:lnTo>
                  <a:lnTo>
                    <a:pt x="48" y="73"/>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4008600" y="1712800"/>
              <a:ext cx="1825" cy="1825"/>
            </a:xfrm>
            <a:custGeom>
              <a:avLst/>
              <a:gdLst/>
              <a:ahLst/>
              <a:cxnLst/>
              <a:rect l="l" t="t" r="r" b="b"/>
              <a:pathLst>
                <a:path w="73" h="73" extrusionOk="0">
                  <a:moveTo>
                    <a:pt x="24" y="0"/>
                  </a:moveTo>
                  <a:lnTo>
                    <a:pt x="0" y="24"/>
                  </a:lnTo>
                  <a:lnTo>
                    <a:pt x="48" y="73"/>
                  </a:lnTo>
                  <a:lnTo>
                    <a:pt x="72" y="49"/>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4198175" y="1771775"/>
              <a:ext cx="1825" cy="1225"/>
            </a:xfrm>
            <a:custGeom>
              <a:avLst/>
              <a:gdLst/>
              <a:ahLst/>
              <a:cxnLst/>
              <a:rect l="l" t="t" r="r" b="b"/>
              <a:pathLst>
                <a:path w="73" h="49" extrusionOk="0">
                  <a:moveTo>
                    <a:pt x="24" y="1"/>
                  </a:moveTo>
                  <a:lnTo>
                    <a:pt x="0" y="25"/>
                  </a:lnTo>
                  <a:lnTo>
                    <a:pt x="24" y="49"/>
                  </a:lnTo>
                  <a:lnTo>
                    <a:pt x="73" y="49"/>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4118725" y="1735675"/>
              <a:ext cx="1825" cy="1825"/>
            </a:xfrm>
            <a:custGeom>
              <a:avLst/>
              <a:gdLst/>
              <a:ahLst/>
              <a:cxnLst/>
              <a:rect l="l" t="t" r="r" b="b"/>
              <a:pathLst>
                <a:path w="73" h="73" extrusionOk="0">
                  <a:moveTo>
                    <a:pt x="1" y="0"/>
                  </a:moveTo>
                  <a:lnTo>
                    <a:pt x="1" y="24"/>
                  </a:lnTo>
                  <a:lnTo>
                    <a:pt x="25" y="48"/>
                  </a:lnTo>
                  <a:lnTo>
                    <a:pt x="44" y="58"/>
                  </a:lnTo>
                  <a:lnTo>
                    <a:pt x="25" y="0"/>
                  </a:lnTo>
                  <a:close/>
                  <a:moveTo>
                    <a:pt x="44" y="58"/>
                  </a:moveTo>
                  <a:lnTo>
                    <a:pt x="49" y="72"/>
                  </a:lnTo>
                  <a:lnTo>
                    <a:pt x="73" y="72"/>
                  </a:lnTo>
                  <a:lnTo>
                    <a:pt x="44" y="58"/>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3748000" y="1848800"/>
              <a:ext cx="2425" cy="1250"/>
            </a:xfrm>
            <a:custGeom>
              <a:avLst/>
              <a:gdLst/>
              <a:ahLst/>
              <a:cxnLst/>
              <a:rect l="l" t="t" r="r" b="b"/>
              <a:pathLst>
                <a:path w="97" h="50" extrusionOk="0">
                  <a:moveTo>
                    <a:pt x="0" y="1"/>
                  </a:moveTo>
                  <a:lnTo>
                    <a:pt x="25" y="49"/>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3902075" y="1633350"/>
              <a:ext cx="1825" cy="2450"/>
            </a:xfrm>
            <a:custGeom>
              <a:avLst/>
              <a:gdLst/>
              <a:ahLst/>
              <a:cxnLst/>
              <a:rect l="l" t="t" r="r" b="b"/>
              <a:pathLst>
                <a:path w="73" h="98" extrusionOk="0">
                  <a:moveTo>
                    <a:pt x="48" y="1"/>
                  </a:moveTo>
                  <a:lnTo>
                    <a:pt x="24" y="25"/>
                  </a:lnTo>
                  <a:lnTo>
                    <a:pt x="0" y="49"/>
                  </a:lnTo>
                  <a:lnTo>
                    <a:pt x="24" y="97"/>
                  </a:lnTo>
                  <a:lnTo>
                    <a:pt x="48" y="73"/>
                  </a:lnTo>
                  <a:lnTo>
                    <a:pt x="72"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3959850" y="1899375"/>
              <a:ext cx="1225" cy="2425"/>
            </a:xfrm>
            <a:custGeom>
              <a:avLst/>
              <a:gdLst/>
              <a:ahLst/>
              <a:cxnLst/>
              <a:rect l="l" t="t" r="r" b="b"/>
              <a:pathLst>
                <a:path w="49" h="97" extrusionOk="0">
                  <a:moveTo>
                    <a:pt x="0" y="0"/>
                  </a:moveTo>
                  <a:lnTo>
                    <a:pt x="0" y="96"/>
                  </a:lnTo>
                  <a:lnTo>
                    <a:pt x="24" y="72"/>
                  </a:lnTo>
                  <a:lnTo>
                    <a:pt x="48" y="48"/>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4186125" y="1987825"/>
              <a:ext cx="1225" cy="1225"/>
            </a:xfrm>
            <a:custGeom>
              <a:avLst/>
              <a:gdLst/>
              <a:ahLst/>
              <a:cxnLst/>
              <a:rect l="l" t="t" r="r" b="b"/>
              <a:pathLst>
                <a:path w="49" h="49" extrusionOk="0">
                  <a:moveTo>
                    <a:pt x="1" y="1"/>
                  </a:moveTo>
                  <a:lnTo>
                    <a:pt x="25"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3899050" y="2026350"/>
              <a:ext cx="1225" cy="1225"/>
            </a:xfrm>
            <a:custGeom>
              <a:avLst/>
              <a:gdLst/>
              <a:ahLst/>
              <a:cxnLst/>
              <a:rect l="l" t="t" r="r" b="b"/>
              <a:pathLst>
                <a:path w="49" h="49" extrusionOk="0">
                  <a:moveTo>
                    <a:pt x="25" y="1"/>
                  </a:moveTo>
                  <a:lnTo>
                    <a:pt x="1" y="25"/>
                  </a:lnTo>
                  <a:lnTo>
                    <a:pt x="1" y="49"/>
                  </a:lnTo>
                  <a:lnTo>
                    <a:pt x="49"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962850" y="2020325"/>
              <a:ext cx="625" cy="625"/>
            </a:xfrm>
            <a:custGeom>
              <a:avLst/>
              <a:gdLst/>
              <a:ahLst/>
              <a:cxnLst/>
              <a:rect l="l" t="t" r="r" b="b"/>
              <a:pathLst>
                <a:path w="25" h="25" extrusionOk="0">
                  <a:moveTo>
                    <a:pt x="25" y="1"/>
                  </a:moveTo>
                  <a:lnTo>
                    <a:pt x="1" y="25"/>
                  </a:ln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3899650" y="1987825"/>
              <a:ext cx="1250" cy="625"/>
            </a:xfrm>
            <a:custGeom>
              <a:avLst/>
              <a:gdLst/>
              <a:ahLst/>
              <a:cxnLst/>
              <a:rect l="l" t="t" r="r" b="b"/>
              <a:pathLst>
                <a:path w="50" h="25" extrusionOk="0">
                  <a:moveTo>
                    <a:pt x="49" y="1"/>
                  </a:moveTo>
                  <a:lnTo>
                    <a:pt x="1" y="25"/>
                  </a:lnTo>
                  <a:lnTo>
                    <a:pt x="25"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4020625" y="2023950"/>
              <a:ext cx="25" cy="625"/>
            </a:xfrm>
            <a:custGeom>
              <a:avLst/>
              <a:gdLst/>
              <a:ahLst/>
              <a:cxnLst/>
              <a:rect l="l" t="t" r="r" b="b"/>
              <a:pathLst>
                <a:path w="1" h="25" extrusionOk="0">
                  <a:moveTo>
                    <a:pt x="1" y="0"/>
                  </a:moveTo>
                  <a:lnTo>
                    <a:pt x="1" y="24"/>
                  </a:lnTo>
                  <a:lnTo>
                    <a:pt x="1" y="24"/>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3857525" y="1946300"/>
              <a:ext cx="625" cy="1225"/>
            </a:xfrm>
            <a:custGeom>
              <a:avLst/>
              <a:gdLst/>
              <a:ahLst/>
              <a:cxnLst/>
              <a:rect l="l" t="t" r="r" b="b"/>
              <a:pathLst>
                <a:path w="25" h="49" extrusionOk="0">
                  <a:moveTo>
                    <a:pt x="25" y="1"/>
                  </a:moveTo>
                  <a:lnTo>
                    <a:pt x="1" y="25"/>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3841875" y="1881300"/>
              <a:ext cx="1250" cy="1250"/>
            </a:xfrm>
            <a:custGeom>
              <a:avLst/>
              <a:gdLst/>
              <a:ahLst/>
              <a:cxnLst/>
              <a:rect l="l" t="t" r="r" b="b"/>
              <a:pathLst>
                <a:path w="50" h="50" extrusionOk="0">
                  <a:moveTo>
                    <a:pt x="49" y="1"/>
                  </a:moveTo>
                  <a:lnTo>
                    <a:pt x="1" y="25"/>
                  </a:lnTo>
                  <a:lnTo>
                    <a:pt x="25" y="49"/>
                  </a:lnTo>
                  <a:lnTo>
                    <a:pt x="49"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4004975" y="1902975"/>
              <a:ext cx="625" cy="625"/>
            </a:xfrm>
            <a:custGeom>
              <a:avLst/>
              <a:gdLst/>
              <a:ahLst/>
              <a:cxnLst/>
              <a:rect l="l" t="t" r="r" b="b"/>
              <a:pathLst>
                <a:path w="25" h="25" extrusionOk="0">
                  <a:moveTo>
                    <a:pt x="1" y="1"/>
                  </a:move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4094650" y="1887325"/>
              <a:ext cx="625" cy="625"/>
            </a:xfrm>
            <a:custGeom>
              <a:avLst/>
              <a:gdLst/>
              <a:ahLst/>
              <a:cxnLst/>
              <a:rect l="l" t="t" r="r" b="b"/>
              <a:pathLst>
                <a:path w="25" h="25" extrusionOk="0">
                  <a:moveTo>
                    <a:pt x="25" y="1"/>
                  </a:moveTo>
                  <a:lnTo>
                    <a:pt x="1" y="25"/>
                  </a:ln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3968275" y="1738675"/>
              <a:ext cx="625" cy="625"/>
            </a:xfrm>
            <a:custGeom>
              <a:avLst/>
              <a:gdLst/>
              <a:ahLst/>
              <a:cxnLst/>
              <a:rect l="l" t="t" r="r" b="b"/>
              <a:pathLst>
                <a:path w="25" h="25" extrusionOk="0">
                  <a:moveTo>
                    <a:pt x="0" y="1"/>
                  </a:move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3837075" y="1685725"/>
              <a:ext cx="1225" cy="1225"/>
            </a:xfrm>
            <a:custGeom>
              <a:avLst/>
              <a:gdLst/>
              <a:ahLst/>
              <a:cxnLst/>
              <a:rect l="l" t="t" r="r" b="b"/>
              <a:pathLst>
                <a:path w="49" h="49" extrusionOk="0">
                  <a:moveTo>
                    <a:pt x="48" y="0"/>
                  </a:moveTo>
                  <a:lnTo>
                    <a:pt x="0" y="24"/>
                  </a:lnTo>
                  <a:lnTo>
                    <a:pt x="24" y="48"/>
                  </a:lnTo>
                  <a:lnTo>
                    <a:pt x="48" y="48"/>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4092250" y="1759150"/>
              <a:ext cx="625" cy="625"/>
            </a:xfrm>
            <a:custGeom>
              <a:avLst/>
              <a:gdLst/>
              <a:ahLst/>
              <a:cxnLst/>
              <a:rect l="l" t="t" r="r" b="b"/>
              <a:pathLst>
                <a:path w="25" h="25" extrusionOk="0">
                  <a:moveTo>
                    <a:pt x="0" y="0"/>
                  </a:move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3857525" y="1630950"/>
              <a:ext cx="625" cy="25"/>
            </a:xfrm>
            <a:custGeom>
              <a:avLst/>
              <a:gdLst/>
              <a:ahLst/>
              <a:cxnLst/>
              <a:rect l="l" t="t" r="r" b="b"/>
              <a:pathLst>
                <a:path w="25" h="1" extrusionOk="0">
                  <a:moveTo>
                    <a:pt x="1" y="0"/>
                  </a:moveTo>
                  <a:lnTo>
                    <a:pt x="25"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4074200" y="1700150"/>
              <a:ext cx="625" cy="625"/>
            </a:xfrm>
            <a:custGeom>
              <a:avLst/>
              <a:gdLst/>
              <a:ahLst/>
              <a:cxnLst/>
              <a:rect l="l" t="t" r="r" b="b"/>
              <a:pathLst>
                <a:path w="25" h="25"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3980300" y="1647800"/>
              <a:ext cx="625" cy="625"/>
            </a:xfrm>
            <a:custGeom>
              <a:avLst/>
              <a:gdLst/>
              <a:ahLst/>
              <a:cxnLst/>
              <a:rect l="l" t="t" r="r" b="b"/>
              <a:pathLst>
                <a:path w="25" h="25" extrusionOk="0">
                  <a:moveTo>
                    <a:pt x="1" y="1"/>
                  </a:moveTo>
                  <a:lnTo>
                    <a:pt x="1"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3817800" y="1963750"/>
              <a:ext cx="143875" cy="126425"/>
            </a:xfrm>
            <a:custGeom>
              <a:avLst/>
              <a:gdLst/>
              <a:ahLst/>
              <a:cxnLst/>
              <a:rect l="l" t="t" r="r" b="b"/>
              <a:pathLst>
                <a:path w="5755" h="5057" extrusionOk="0">
                  <a:moveTo>
                    <a:pt x="2577" y="410"/>
                  </a:moveTo>
                  <a:lnTo>
                    <a:pt x="2818" y="434"/>
                  </a:lnTo>
                  <a:lnTo>
                    <a:pt x="3058" y="458"/>
                  </a:lnTo>
                  <a:lnTo>
                    <a:pt x="3323" y="531"/>
                  </a:lnTo>
                  <a:lnTo>
                    <a:pt x="3564" y="651"/>
                  </a:lnTo>
                  <a:lnTo>
                    <a:pt x="3901" y="795"/>
                  </a:lnTo>
                  <a:lnTo>
                    <a:pt x="4214" y="964"/>
                  </a:lnTo>
                  <a:lnTo>
                    <a:pt x="4527" y="1156"/>
                  </a:lnTo>
                  <a:lnTo>
                    <a:pt x="4671" y="1277"/>
                  </a:lnTo>
                  <a:lnTo>
                    <a:pt x="4816" y="1397"/>
                  </a:lnTo>
                  <a:lnTo>
                    <a:pt x="4936" y="1518"/>
                  </a:lnTo>
                  <a:lnTo>
                    <a:pt x="5032" y="1662"/>
                  </a:lnTo>
                  <a:lnTo>
                    <a:pt x="5129" y="1782"/>
                  </a:lnTo>
                  <a:lnTo>
                    <a:pt x="5201" y="1927"/>
                  </a:lnTo>
                  <a:lnTo>
                    <a:pt x="5249" y="2071"/>
                  </a:lnTo>
                  <a:lnTo>
                    <a:pt x="5297" y="2240"/>
                  </a:lnTo>
                  <a:lnTo>
                    <a:pt x="5321" y="2384"/>
                  </a:lnTo>
                  <a:lnTo>
                    <a:pt x="5345" y="2529"/>
                  </a:lnTo>
                  <a:lnTo>
                    <a:pt x="5321" y="2673"/>
                  </a:lnTo>
                  <a:lnTo>
                    <a:pt x="5321" y="2842"/>
                  </a:lnTo>
                  <a:lnTo>
                    <a:pt x="5273" y="2986"/>
                  </a:lnTo>
                  <a:lnTo>
                    <a:pt x="5225" y="3130"/>
                  </a:lnTo>
                  <a:lnTo>
                    <a:pt x="5153" y="3275"/>
                  </a:lnTo>
                  <a:lnTo>
                    <a:pt x="5080" y="3419"/>
                  </a:lnTo>
                  <a:lnTo>
                    <a:pt x="4960" y="3540"/>
                  </a:lnTo>
                  <a:lnTo>
                    <a:pt x="4864" y="3684"/>
                  </a:lnTo>
                  <a:lnTo>
                    <a:pt x="4647" y="3877"/>
                  </a:lnTo>
                  <a:lnTo>
                    <a:pt x="4455" y="4045"/>
                  </a:lnTo>
                  <a:lnTo>
                    <a:pt x="4214" y="4214"/>
                  </a:lnTo>
                  <a:lnTo>
                    <a:pt x="3997" y="4358"/>
                  </a:lnTo>
                  <a:lnTo>
                    <a:pt x="3756" y="4479"/>
                  </a:lnTo>
                  <a:lnTo>
                    <a:pt x="3492" y="4551"/>
                  </a:lnTo>
                  <a:lnTo>
                    <a:pt x="3227" y="4623"/>
                  </a:lnTo>
                  <a:lnTo>
                    <a:pt x="2962" y="4647"/>
                  </a:lnTo>
                  <a:lnTo>
                    <a:pt x="2625" y="4671"/>
                  </a:lnTo>
                  <a:lnTo>
                    <a:pt x="2312" y="4623"/>
                  </a:lnTo>
                  <a:lnTo>
                    <a:pt x="2023" y="4575"/>
                  </a:lnTo>
                  <a:lnTo>
                    <a:pt x="1734" y="4479"/>
                  </a:lnTo>
                  <a:lnTo>
                    <a:pt x="1469" y="4334"/>
                  </a:lnTo>
                  <a:lnTo>
                    <a:pt x="1229" y="4166"/>
                  </a:lnTo>
                  <a:lnTo>
                    <a:pt x="988" y="3973"/>
                  </a:lnTo>
                  <a:lnTo>
                    <a:pt x="771" y="3732"/>
                  </a:lnTo>
                  <a:lnTo>
                    <a:pt x="675" y="3612"/>
                  </a:lnTo>
                  <a:lnTo>
                    <a:pt x="603" y="3492"/>
                  </a:lnTo>
                  <a:lnTo>
                    <a:pt x="531" y="3347"/>
                  </a:lnTo>
                  <a:lnTo>
                    <a:pt x="482" y="3203"/>
                  </a:lnTo>
                  <a:lnTo>
                    <a:pt x="434" y="2890"/>
                  </a:lnTo>
                  <a:lnTo>
                    <a:pt x="410" y="2529"/>
                  </a:lnTo>
                  <a:lnTo>
                    <a:pt x="458" y="2264"/>
                  </a:lnTo>
                  <a:lnTo>
                    <a:pt x="531" y="1999"/>
                  </a:lnTo>
                  <a:lnTo>
                    <a:pt x="627" y="1758"/>
                  </a:lnTo>
                  <a:lnTo>
                    <a:pt x="771" y="1518"/>
                  </a:lnTo>
                  <a:lnTo>
                    <a:pt x="916" y="1301"/>
                  </a:lnTo>
                  <a:lnTo>
                    <a:pt x="1132" y="1084"/>
                  </a:lnTo>
                  <a:lnTo>
                    <a:pt x="1349" y="892"/>
                  </a:lnTo>
                  <a:lnTo>
                    <a:pt x="1614" y="723"/>
                  </a:lnTo>
                  <a:lnTo>
                    <a:pt x="1855" y="603"/>
                  </a:lnTo>
                  <a:lnTo>
                    <a:pt x="2095" y="506"/>
                  </a:lnTo>
                  <a:lnTo>
                    <a:pt x="2336" y="434"/>
                  </a:lnTo>
                  <a:lnTo>
                    <a:pt x="2577" y="410"/>
                  </a:lnTo>
                  <a:close/>
                  <a:moveTo>
                    <a:pt x="2168" y="1"/>
                  </a:moveTo>
                  <a:lnTo>
                    <a:pt x="2047" y="49"/>
                  </a:lnTo>
                  <a:lnTo>
                    <a:pt x="1758" y="169"/>
                  </a:lnTo>
                  <a:lnTo>
                    <a:pt x="1469" y="314"/>
                  </a:lnTo>
                  <a:lnTo>
                    <a:pt x="1229" y="482"/>
                  </a:lnTo>
                  <a:lnTo>
                    <a:pt x="988" y="651"/>
                  </a:lnTo>
                  <a:lnTo>
                    <a:pt x="771" y="868"/>
                  </a:lnTo>
                  <a:lnTo>
                    <a:pt x="579" y="1108"/>
                  </a:lnTo>
                  <a:lnTo>
                    <a:pt x="410" y="1373"/>
                  </a:lnTo>
                  <a:lnTo>
                    <a:pt x="242" y="1638"/>
                  </a:lnTo>
                  <a:lnTo>
                    <a:pt x="169" y="1830"/>
                  </a:lnTo>
                  <a:lnTo>
                    <a:pt x="97" y="2047"/>
                  </a:lnTo>
                  <a:lnTo>
                    <a:pt x="49" y="2240"/>
                  </a:lnTo>
                  <a:lnTo>
                    <a:pt x="25" y="2432"/>
                  </a:lnTo>
                  <a:lnTo>
                    <a:pt x="1" y="2649"/>
                  </a:lnTo>
                  <a:lnTo>
                    <a:pt x="1" y="2842"/>
                  </a:lnTo>
                  <a:lnTo>
                    <a:pt x="25" y="3034"/>
                  </a:lnTo>
                  <a:lnTo>
                    <a:pt x="73" y="3203"/>
                  </a:lnTo>
                  <a:lnTo>
                    <a:pt x="121" y="3395"/>
                  </a:lnTo>
                  <a:lnTo>
                    <a:pt x="194" y="3588"/>
                  </a:lnTo>
                  <a:lnTo>
                    <a:pt x="290" y="3756"/>
                  </a:lnTo>
                  <a:lnTo>
                    <a:pt x="410" y="3925"/>
                  </a:lnTo>
                  <a:lnTo>
                    <a:pt x="531" y="4069"/>
                  </a:lnTo>
                  <a:lnTo>
                    <a:pt x="675" y="4238"/>
                  </a:lnTo>
                  <a:lnTo>
                    <a:pt x="819" y="4358"/>
                  </a:lnTo>
                  <a:lnTo>
                    <a:pt x="988" y="4503"/>
                  </a:lnTo>
                  <a:lnTo>
                    <a:pt x="1253" y="4671"/>
                  </a:lnTo>
                  <a:lnTo>
                    <a:pt x="1542" y="4791"/>
                  </a:lnTo>
                  <a:lnTo>
                    <a:pt x="1806" y="4912"/>
                  </a:lnTo>
                  <a:lnTo>
                    <a:pt x="2095" y="4984"/>
                  </a:lnTo>
                  <a:lnTo>
                    <a:pt x="2384" y="5032"/>
                  </a:lnTo>
                  <a:lnTo>
                    <a:pt x="2673" y="5056"/>
                  </a:lnTo>
                  <a:lnTo>
                    <a:pt x="2962" y="5056"/>
                  </a:lnTo>
                  <a:lnTo>
                    <a:pt x="3251" y="5008"/>
                  </a:lnTo>
                  <a:lnTo>
                    <a:pt x="3516" y="4960"/>
                  </a:lnTo>
                  <a:lnTo>
                    <a:pt x="3805" y="4864"/>
                  </a:lnTo>
                  <a:lnTo>
                    <a:pt x="4069" y="4743"/>
                  </a:lnTo>
                  <a:lnTo>
                    <a:pt x="4334" y="4623"/>
                  </a:lnTo>
                  <a:lnTo>
                    <a:pt x="4599" y="4454"/>
                  </a:lnTo>
                  <a:lnTo>
                    <a:pt x="4840" y="4262"/>
                  </a:lnTo>
                  <a:lnTo>
                    <a:pt x="5080" y="4045"/>
                  </a:lnTo>
                  <a:lnTo>
                    <a:pt x="5297" y="3780"/>
                  </a:lnTo>
                  <a:lnTo>
                    <a:pt x="5490" y="3516"/>
                  </a:lnTo>
                  <a:lnTo>
                    <a:pt x="5610" y="3203"/>
                  </a:lnTo>
                  <a:lnTo>
                    <a:pt x="5706" y="2890"/>
                  </a:lnTo>
                  <a:lnTo>
                    <a:pt x="5754" y="2577"/>
                  </a:lnTo>
                  <a:lnTo>
                    <a:pt x="5730" y="2264"/>
                  </a:lnTo>
                  <a:lnTo>
                    <a:pt x="5634" y="1951"/>
                  </a:lnTo>
                  <a:lnTo>
                    <a:pt x="5586" y="1806"/>
                  </a:lnTo>
                  <a:lnTo>
                    <a:pt x="5514" y="1662"/>
                  </a:lnTo>
                  <a:lnTo>
                    <a:pt x="5417" y="1518"/>
                  </a:lnTo>
                  <a:lnTo>
                    <a:pt x="5321" y="1373"/>
                  </a:lnTo>
                  <a:lnTo>
                    <a:pt x="5032" y="1060"/>
                  </a:lnTo>
                  <a:lnTo>
                    <a:pt x="4719" y="795"/>
                  </a:lnTo>
                  <a:lnTo>
                    <a:pt x="4406" y="579"/>
                  </a:lnTo>
                  <a:lnTo>
                    <a:pt x="4045" y="410"/>
                  </a:lnTo>
                  <a:lnTo>
                    <a:pt x="3684" y="266"/>
                  </a:lnTo>
                  <a:lnTo>
                    <a:pt x="3299" y="169"/>
                  </a:lnTo>
                  <a:lnTo>
                    <a:pt x="2914" y="73"/>
                  </a:lnTo>
                  <a:lnTo>
                    <a:pt x="2505" y="25"/>
                  </a:lnTo>
                  <a:lnTo>
                    <a:pt x="23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3848500" y="1996850"/>
              <a:ext cx="73450" cy="54200"/>
            </a:xfrm>
            <a:custGeom>
              <a:avLst/>
              <a:gdLst/>
              <a:ahLst/>
              <a:cxnLst/>
              <a:rect l="l" t="t" r="r" b="b"/>
              <a:pathLst>
                <a:path w="2938" h="2168" extrusionOk="0">
                  <a:moveTo>
                    <a:pt x="1349" y="1"/>
                  </a:moveTo>
                  <a:lnTo>
                    <a:pt x="1180" y="49"/>
                  </a:lnTo>
                  <a:lnTo>
                    <a:pt x="1036" y="73"/>
                  </a:lnTo>
                  <a:lnTo>
                    <a:pt x="867" y="145"/>
                  </a:lnTo>
                  <a:lnTo>
                    <a:pt x="723" y="218"/>
                  </a:lnTo>
                  <a:lnTo>
                    <a:pt x="578" y="314"/>
                  </a:lnTo>
                  <a:lnTo>
                    <a:pt x="434" y="410"/>
                  </a:lnTo>
                  <a:lnTo>
                    <a:pt x="314" y="531"/>
                  </a:lnTo>
                  <a:lnTo>
                    <a:pt x="193" y="675"/>
                  </a:lnTo>
                  <a:lnTo>
                    <a:pt x="73" y="843"/>
                  </a:lnTo>
                  <a:lnTo>
                    <a:pt x="25" y="1036"/>
                  </a:lnTo>
                  <a:lnTo>
                    <a:pt x="1" y="1229"/>
                  </a:lnTo>
                  <a:lnTo>
                    <a:pt x="25" y="1445"/>
                  </a:lnTo>
                  <a:lnTo>
                    <a:pt x="97" y="1614"/>
                  </a:lnTo>
                  <a:lnTo>
                    <a:pt x="217" y="1782"/>
                  </a:lnTo>
                  <a:lnTo>
                    <a:pt x="362" y="1927"/>
                  </a:lnTo>
                  <a:lnTo>
                    <a:pt x="530" y="2023"/>
                  </a:lnTo>
                  <a:lnTo>
                    <a:pt x="699" y="2071"/>
                  </a:lnTo>
                  <a:lnTo>
                    <a:pt x="867" y="2095"/>
                  </a:lnTo>
                  <a:lnTo>
                    <a:pt x="1108" y="2168"/>
                  </a:lnTo>
                  <a:lnTo>
                    <a:pt x="1349" y="2143"/>
                  </a:lnTo>
                  <a:lnTo>
                    <a:pt x="1590" y="2119"/>
                  </a:lnTo>
                  <a:lnTo>
                    <a:pt x="1806" y="2071"/>
                  </a:lnTo>
                  <a:lnTo>
                    <a:pt x="1999" y="1999"/>
                  </a:lnTo>
                  <a:lnTo>
                    <a:pt x="2167" y="1927"/>
                  </a:lnTo>
                  <a:lnTo>
                    <a:pt x="2336" y="1830"/>
                  </a:lnTo>
                  <a:lnTo>
                    <a:pt x="2504" y="1710"/>
                  </a:lnTo>
                  <a:lnTo>
                    <a:pt x="2649" y="1590"/>
                  </a:lnTo>
                  <a:lnTo>
                    <a:pt x="2793" y="1445"/>
                  </a:lnTo>
                  <a:lnTo>
                    <a:pt x="2889" y="1301"/>
                  </a:lnTo>
                  <a:lnTo>
                    <a:pt x="2938" y="1132"/>
                  </a:lnTo>
                  <a:lnTo>
                    <a:pt x="2938" y="988"/>
                  </a:lnTo>
                  <a:lnTo>
                    <a:pt x="2914" y="819"/>
                  </a:lnTo>
                  <a:lnTo>
                    <a:pt x="2841" y="675"/>
                  </a:lnTo>
                  <a:lnTo>
                    <a:pt x="2745" y="531"/>
                  </a:lnTo>
                  <a:lnTo>
                    <a:pt x="2601" y="386"/>
                  </a:lnTo>
                  <a:lnTo>
                    <a:pt x="2456" y="290"/>
                  </a:lnTo>
                  <a:lnTo>
                    <a:pt x="2312" y="194"/>
                  </a:lnTo>
                  <a:lnTo>
                    <a:pt x="2143" y="121"/>
                  </a:lnTo>
                  <a:lnTo>
                    <a:pt x="1999" y="73"/>
                  </a:lnTo>
                  <a:lnTo>
                    <a:pt x="1830" y="25"/>
                  </a:lnTo>
                  <a:lnTo>
                    <a:pt x="16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2"/>
          <p:cNvGrpSpPr/>
          <p:nvPr/>
        </p:nvGrpSpPr>
        <p:grpSpPr>
          <a:xfrm>
            <a:off x="-1834816" y="-1688289"/>
            <a:ext cx="4231619" cy="3791016"/>
            <a:chOff x="-2029316" y="-2059789"/>
            <a:chExt cx="4231619" cy="3791016"/>
          </a:xfrm>
        </p:grpSpPr>
        <p:sp>
          <p:nvSpPr>
            <p:cNvPr id="412" name="Google Shape;412;p2"/>
            <p:cNvSpPr/>
            <p:nvPr/>
          </p:nvSpPr>
          <p:spPr>
            <a:xfrm rot="-1874795">
              <a:off x="-1701239" y="-1296710"/>
              <a:ext cx="3575465" cy="2264857"/>
            </a:xfrm>
            <a:custGeom>
              <a:avLst/>
              <a:gdLst/>
              <a:ahLst/>
              <a:cxnLst/>
              <a:rect l="l" t="t" r="r" b="b"/>
              <a:pathLst>
                <a:path w="43934" h="27829" extrusionOk="0">
                  <a:moveTo>
                    <a:pt x="16852" y="0"/>
                  </a:moveTo>
                  <a:lnTo>
                    <a:pt x="16322" y="49"/>
                  </a:lnTo>
                  <a:lnTo>
                    <a:pt x="15792" y="121"/>
                  </a:lnTo>
                  <a:lnTo>
                    <a:pt x="15263" y="217"/>
                  </a:lnTo>
                  <a:lnTo>
                    <a:pt x="14733" y="362"/>
                  </a:lnTo>
                  <a:lnTo>
                    <a:pt x="13963" y="650"/>
                  </a:lnTo>
                  <a:lnTo>
                    <a:pt x="13168" y="963"/>
                  </a:lnTo>
                  <a:lnTo>
                    <a:pt x="12422" y="1300"/>
                  </a:lnTo>
                  <a:lnTo>
                    <a:pt x="11652" y="1662"/>
                  </a:lnTo>
                  <a:lnTo>
                    <a:pt x="10905" y="2047"/>
                  </a:lnTo>
                  <a:lnTo>
                    <a:pt x="10183" y="2456"/>
                  </a:lnTo>
                  <a:lnTo>
                    <a:pt x="9485" y="2889"/>
                  </a:lnTo>
                  <a:lnTo>
                    <a:pt x="8787" y="3371"/>
                  </a:lnTo>
                  <a:lnTo>
                    <a:pt x="8113" y="3900"/>
                  </a:lnTo>
                  <a:lnTo>
                    <a:pt x="7463" y="4430"/>
                  </a:lnTo>
                  <a:lnTo>
                    <a:pt x="6813" y="4984"/>
                  </a:lnTo>
                  <a:lnTo>
                    <a:pt x="6139" y="5489"/>
                  </a:lnTo>
                  <a:lnTo>
                    <a:pt x="5032" y="6308"/>
                  </a:lnTo>
                  <a:lnTo>
                    <a:pt x="3900" y="7102"/>
                  </a:lnTo>
                  <a:lnTo>
                    <a:pt x="3346" y="7487"/>
                  </a:lnTo>
                  <a:lnTo>
                    <a:pt x="2793" y="7896"/>
                  </a:lnTo>
                  <a:lnTo>
                    <a:pt x="2263" y="8330"/>
                  </a:lnTo>
                  <a:lnTo>
                    <a:pt x="1733" y="8787"/>
                  </a:lnTo>
                  <a:lnTo>
                    <a:pt x="1324" y="9148"/>
                  </a:lnTo>
                  <a:lnTo>
                    <a:pt x="963" y="9558"/>
                  </a:lnTo>
                  <a:lnTo>
                    <a:pt x="771" y="9774"/>
                  </a:lnTo>
                  <a:lnTo>
                    <a:pt x="626" y="9991"/>
                  </a:lnTo>
                  <a:lnTo>
                    <a:pt x="482" y="10207"/>
                  </a:lnTo>
                  <a:lnTo>
                    <a:pt x="337" y="10448"/>
                  </a:lnTo>
                  <a:lnTo>
                    <a:pt x="217" y="10689"/>
                  </a:lnTo>
                  <a:lnTo>
                    <a:pt x="145" y="10930"/>
                  </a:lnTo>
                  <a:lnTo>
                    <a:pt x="72" y="11170"/>
                  </a:lnTo>
                  <a:lnTo>
                    <a:pt x="24" y="11411"/>
                  </a:lnTo>
                  <a:lnTo>
                    <a:pt x="0" y="11652"/>
                  </a:lnTo>
                  <a:lnTo>
                    <a:pt x="24" y="11893"/>
                  </a:lnTo>
                  <a:lnTo>
                    <a:pt x="48" y="12133"/>
                  </a:lnTo>
                  <a:lnTo>
                    <a:pt x="72" y="12374"/>
                  </a:lnTo>
                  <a:lnTo>
                    <a:pt x="145" y="12591"/>
                  </a:lnTo>
                  <a:lnTo>
                    <a:pt x="241" y="12807"/>
                  </a:lnTo>
                  <a:lnTo>
                    <a:pt x="337" y="13000"/>
                  </a:lnTo>
                  <a:lnTo>
                    <a:pt x="458" y="13193"/>
                  </a:lnTo>
                  <a:lnTo>
                    <a:pt x="602" y="13385"/>
                  </a:lnTo>
                  <a:lnTo>
                    <a:pt x="771" y="13530"/>
                  </a:lnTo>
                  <a:lnTo>
                    <a:pt x="963" y="13674"/>
                  </a:lnTo>
                  <a:lnTo>
                    <a:pt x="1156" y="13818"/>
                  </a:lnTo>
                  <a:lnTo>
                    <a:pt x="1493" y="13987"/>
                  </a:lnTo>
                  <a:lnTo>
                    <a:pt x="1854" y="14155"/>
                  </a:lnTo>
                  <a:lnTo>
                    <a:pt x="2215" y="14300"/>
                  </a:lnTo>
                  <a:lnTo>
                    <a:pt x="2576" y="14396"/>
                  </a:lnTo>
                  <a:lnTo>
                    <a:pt x="3154" y="14517"/>
                  </a:lnTo>
                  <a:lnTo>
                    <a:pt x="3732" y="14685"/>
                  </a:lnTo>
                  <a:lnTo>
                    <a:pt x="4285" y="14878"/>
                  </a:lnTo>
                  <a:lnTo>
                    <a:pt x="4839" y="15070"/>
                  </a:lnTo>
                  <a:lnTo>
                    <a:pt x="5369" y="15287"/>
                  </a:lnTo>
                  <a:lnTo>
                    <a:pt x="5898" y="15528"/>
                  </a:lnTo>
                  <a:lnTo>
                    <a:pt x="6428" y="15792"/>
                  </a:lnTo>
                  <a:lnTo>
                    <a:pt x="6957" y="16057"/>
                  </a:lnTo>
                  <a:lnTo>
                    <a:pt x="7607" y="16370"/>
                  </a:lnTo>
                  <a:lnTo>
                    <a:pt x="8281" y="16659"/>
                  </a:lnTo>
                  <a:lnTo>
                    <a:pt x="8955" y="16876"/>
                  </a:lnTo>
                  <a:lnTo>
                    <a:pt x="9630" y="17068"/>
                  </a:lnTo>
                  <a:lnTo>
                    <a:pt x="10328" y="17237"/>
                  </a:lnTo>
                  <a:lnTo>
                    <a:pt x="11050" y="17357"/>
                  </a:lnTo>
                  <a:lnTo>
                    <a:pt x="11748" y="17429"/>
                  </a:lnTo>
                  <a:lnTo>
                    <a:pt x="12470" y="17478"/>
                  </a:lnTo>
                  <a:lnTo>
                    <a:pt x="13048" y="17502"/>
                  </a:lnTo>
                  <a:lnTo>
                    <a:pt x="13602" y="17526"/>
                  </a:lnTo>
                  <a:lnTo>
                    <a:pt x="14155" y="17598"/>
                  </a:lnTo>
                  <a:lnTo>
                    <a:pt x="14709" y="17670"/>
                  </a:lnTo>
                  <a:lnTo>
                    <a:pt x="15239" y="17766"/>
                  </a:lnTo>
                  <a:lnTo>
                    <a:pt x="15792" y="17911"/>
                  </a:lnTo>
                  <a:lnTo>
                    <a:pt x="16322" y="18079"/>
                  </a:lnTo>
                  <a:lnTo>
                    <a:pt x="16852" y="18296"/>
                  </a:lnTo>
                  <a:lnTo>
                    <a:pt x="17453" y="18537"/>
                  </a:lnTo>
                  <a:lnTo>
                    <a:pt x="18079" y="18729"/>
                  </a:lnTo>
                  <a:lnTo>
                    <a:pt x="18705" y="18874"/>
                  </a:lnTo>
                  <a:lnTo>
                    <a:pt x="19379" y="18970"/>
                  </a:lnTo>
                  <a:lnTo>
                    <a:pt x="19813" y="19018"/>
                  </a:lnTo>
                  <a:lnTo>
                    <a:pt x="20246" y="19090"/>
                  </a:lnTo>
                  <a:lnTo>
                    <a:pt x="20655" y="19211"/>
                  </a:lnTo>
                  <a:lnTo>
                    <a:pt x="21040" y="19355"/>
                  </a:lnTo>
                  <a:lnTo>
                    <a:pt x="21401" y="19572"/>
                  </a:lnTo>
                  <a:lnTo>
                    <a:pt x="21762" y="19813"/>
                  </a:lnTo>
                  <a:lnTo>
                    <a:pt x="21931" y="19933"/>
                  </a:lnTo>
                  <a:lnTo>
                    <a:pt x="22099" y="20102"/>
                  </a:lnTo>
                  <a:lnTo>
                    <a:pt x="22244" y="20270"/>
                  </a:lnTo>
                  <a:lnTo>
                    <a:pt x="22388" y="20439"/>
                  </a:lnTo>
                  <a:lnTo>
                    <a:pt x="22798" y="20968"/>
                  </a:lnTo>
                  <a:lnTo>
                    <a:pt x="23207" y="21450"/>
                  </a:lnTo>
                  <a:lnTo>
                    <a:pt x="24073" y="22413"/>
                  </a:lnTo>
                  <a:lnTo>
                    <a:pt x="24964" y="23375"/>
                  </a:lnTo>
                  <a:lnTo>
                    <a:pt x="25855" y="24314"/>
                  </a:lnTo>
                  <a:lnTo>
                    <a:pt x="26336" y="24844"/>
                  </a:lnTo>
                  <a:lnTo>
                    <a:pt x="26842" y="25349"/>
                  </a:lnTo>
                  <a:lnTo>
                    <a:pt x="27372" y="25831"/>
                  </a:lnTo>
                  <a:lnTo>
                    <a:pt x="27901" y="26240"/>
                  </a:lnTo>
                  <a:lnTo>
                    <a:pt x="28190" y="26457"/>
                  </a:lnTo>
                  <a:lnTo>
                    <a:pt x="28479" y="26625"/>
                  </a:lnTo>
                  <a:lnTo>
                    <a:pt x="28792" y="26818"/>
                  </a:lnTo>
                  <a:lnTo>
                    <a:pt x="29105" y="26962"/>
                  </a:lnTo>
                  <a:lnTo>
                    <a:pt x="29418" y="27107"/>
                  </a:lnTo>
                  <a:lnTo>
                    <a:pt x="29755" y="27251"/>
                  </a:lnTo>
                  <a:lnTo>
                    <a:pt x="30092" y="27372"/>
                  </a:lnTo>
                  <a:lnTo>
                    <a:pt x="30453" y="27468"/>
                  </a:lnTo>
                  <a:lnTo>
                    <a:pt x="31079" y="27636"/>
                  </a:lnTo>
                  <a:lnTo>
                    <a:pt x="31705" y="27733"/>
                  </a:lnTo>
                  <a:lnTo>
                    <a:pt x="32307" y="27805"/>
                  </a:lnTo>
                  <a:lnTo>
                    <a:pt x="32620" y="27829"/>
                  </a:lnTo>
                  <a:lnTo>
                    <a:pt x="32908" y="27805"/>
                  </a:lnTo>
                  <a:lnTo>
                    <a:pt x="33221" y="27805"/>
                  </a:lnTo>
                  <a:lnTo>
                    <a:pt x="33510" y="27757"/>
                  </a:lnTo>
                  <a:lnTo>
                    <a:pt x="33823" y="27709"/>
                  </a:lnTo>
                  <a:lnTo>
                    <a:pt x="34112" y="27612"/>
                  </a:lnTo>
                  <a:lnTo>
                    <a:pt x="34401" y="27516"/>
                  </a:lnTo>
                  <a:lnTo>
                    <a:pt x="34714" y="27396"/>
                  </a:lnTo>
                  <a:lnTo>
                    <a:pt x="35003" y="27251"/>
                  </a:lnTo>
                  <a:lnTo>
                    <a:pt x="35292" y="27083"/>
                  </a:lnTo>
                  <a:lnTo>
                    <a:pt x="35653" y="26842"/>
                  </a:lnTo>
                  <a:lnTo>
                    <a:pt x="36038" y="26625"/>
                  </a:lnTo>
                  <a:lnTo>
                    <a:pt x="36423" y="26409"/>
                  </a:lnTo>
                  <a:lnTo>
                    <a:pt x="36832" y="26240"/>
                  </a:lnTo>
                  <a:lnTo>
                    <a:pt x="37218" y="26096"/>
                  </a:lnTo>
                  <a:lnTo>
                    <a:pt x="37627" y="25951"/>
                  </a:lnTo>
                  <a:lnTo>
                    <a:pt x="38012" y="25807"/>
                  </a:lnTo>
                  <a:lnTo>
                    <a:pt x="38180" y="25711"/>
                  </a:lnTo>
                  <a:lnTo>
                    <a:pt x="38373" y="25590"/>
                  </a:lnTo>
                  <a:lnTo>
                    <a:pt x="39577" y="24724"/>
                  </a:lnTo>
                  <a:lnTo>
                    <a:pt x="40804" y="23905"/>
                  </a:lnTo>
                  <a:lnTo>
                    <a:pt x="41117" y="23688"/>
                  </a:lnTo>
                  <a:lnTo>
                    <a:pt x="41406" y="23472"/>
                  </a:lnTo>
                  <a:lnTo>
                    <a:pt x="41695" y="23255"/>
                  </a:lnTo>
                  <a:lnTo>
                    <a:pt x="41960" y="23014"/>
                  </a:lnTo>
                  <a:lnTo>
                    <a:pt x="42201" y="22750"/>
                  </a:lnTo>
                  <a:lnTo>
                    <a:pt x="42441" y="22485"/>
                  </a:lnTo>
                  <a:lnTo>
                    <a:pt x="42658" y="22220"/>
                  </a:lnTo>
                  <a:lnTo>
                    <a:pt x="42875" y="21931"/>
                  </a:lnTo>
                  <a:lnTo>
                    <a:pt x="43043" y="21642"/>
                  </a:lnTo>
                  <a:lnTo>
                    <a:pt x="43212" y="21353"/>
                  </a:lnTo>
                  <a:lnTo>
                    <a:pt x="43380" y="21016"/>
                  </a:lnTo>
                  <a:lnTo>
                    <a:pt x="43501" y="20703"/>
                  </a:lnTo>
                  <a:lnTo>
                    <a:pt x="43621" y="20366"/>
                  </a:lnTo>
                  <a:lnTo>
                    <a:pt x="43717" y="20005"/>
                  </a:lnTo>
                  <a:lnTo>
                    <a:pt x="43790" y="19644"/>
                  </a:lnTo>
                  <a:lnTo>
                    <a:pt x="43862" y="19259"/>
                  </a:lnTo>
                  <a:lnTo>
                    <a:pt x="43910" y="18778"/>
                  </a:lnTo>
                  <a:lnTo>
                    <a:pt x="43934" y="18272"/>
                  </a:lnTo>
                  <a:lnTo>
                    <a:pt x="43934" y="17791"/>
                  </a:lnTo>
                  <a:lnTo>
                    <a:pt x="43886" y="17309"/>
                  </a:lnTo>
                  <a:lnTo>
                    <a:pt x="43765" y="16852"/>
                  </a:lnTo>
                  <a:lnTo>
                    <a:pt x="43693" y="16635"/>
                  </a:lnTo>
                  <a:lnTo>
                    <a:pt x="43621" y="16394"/>
                  </a:lnTo>
                  <a:lnTo>
                    <a:pt x="43525" y="16178"/>
                  </a:lnTo>
                  <a:lnTo>
                    <a:pt x="43404" y="15961"/>
                  </a:lnTo>
                  <a:lnTo>
                    <a:pt x="43260" y="15720"/>
                  </a:lnTo>
                  <a:lnTo>
                    <a:pt x="43115" y="15504"/>
                  </a:lnTo>
                  <a:lnTo>
                    <a:pt x="42610" y="14805"/>
                  </a:lnTo>
                  <a:lnTo>
                    <a:pt x="42104" y="14083"/>
                  </a:lnTo>
                  <a:lnTo>
                    <a:pt x="41647" y="13337"/>
                  </a:lnTo>
                  <a:lnTo>
                    <a:pt x="41214" y="12591"/>
                  </a:lnTo>
                  <a:lnTo>
                    <a:pt x="40756" y="11893"/>
                  </a:lnTo>
                  <a:lnTo>
                    <a:pt x="40275" y="11194"/>
                  </a:lnTo>
                  <a:lnTo>
                    <a:pt x="39769" y="10545"/>
                  </a:lnTo>
                  <a:lnTo>
                    <a:pt x="39216" y="9943"/>
                  </a:lnTo>
                  <a:lnTo>
                    <a:pt x="38638" y="9341"/>
                  </a:lnTo>
                  <a:lnTo>
                    <a:pt x="38036" y="8787"/>
                  </a:lnTo>
                  <a:lnTo>
                    <a:pt x="37386" y="8258"/>
                  </a:lnTo>
                  <a:lnTo>
                    <a:pt x="36712" y="7752"/>
                  </a:lnTo>
                  <a:lnTo>
                    <a:pt x="36206" y="7391"/>
                  </a:lnTo>
                  <a:lnTo>
                    <a:pt x="35653" y="7054"/>
                  </a:lnTo>
                  <a:lnTo>
                    <a:pt x="35099" y="6741"/>
                  </a:lnTo>
                  <a:lnTo>
                    <a:pt x="34545" y="6452"/>
                  </a:lnTo>
                  <a:lnTo>
                    <a:pt x="33438" y="5850"/>
                  </a:lnTo>
                  <a:lnTo>
                    <a:pt x="32884" y="5537"/>
                  </a:lnTo>
                  <a:lnTo>
                    <a:pt x="32331" y="5224"/>
                  </a:lnTo>
                  <a:lnTo>
                    <a:pt x="31079" y="4430"/>
                  </a:lnTo>
                  <a:lnTo>
                    <a:pt x="29803" y="3660"/>
                  </a:lnTo>
                  <a:lnTo>
                    <a:pt x="28527" y="2889"/>
                  </a:lnTo>
                  <a:lnTo>
                    <a:pt x="27901" y="2480"/>
                  </a:lnTo>
                  <a:lnTo>
                    <a:pt x="27275" y="2071"/>
                  </a:lnTo>
                  <a:lnTo>
                    <a:pt x="26649" y="1662"/>
                  </a:lnTo>
                  <a:lnTo>
                    <a:pt x="26023" y="1300"/>
                  </a:lnTo>
                  <a:lnTo>
                    <a:pt x="25349" y="987"/>
                  </a:lnTo>
                  <a:lnTo>
                    <a:pt x="24675" y="723"/>
                  </a:lnTo>
                  <a:lnTo>
                    <a:pt x="24001" y="530"/>
                  </a:lnTo>
                  <a:lnTo>
                    <a:pt x="23303" y="362"/>
                  </a:lnTo>
                  <a:lnTo>
                    <a:pt x="22581" y="265"/>
                  </a:lnTo>
                  <a:lnTo>
                    <a:pt x="21835" y="193"/>
                  </a:lnTo>
                  <a:lnTo>
                    <a:pt x="20414" y="121"/>
                  </a:lnTo>
                  <a:lnTo>
                    <a:pt x="19018" y="49"/>
                  </a:lnTo>
                  <a:lnTo>
                    <a:pt x="184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rot="-1874795">
              <a:off x="-1074672" y="-823504"/>
              <a:ext cx="2343250" cy="1326409"/>
            </a:xfrm>
            <a:custGeom>
              <a:avLst/>
              <a:gdLst/>
              <a:ahLst/>
              <a:cxnLst/>
              <a:rect l="l" t="t" r="r" b="b"/>
              <a:pathLst>
                <a:path w="28793" h="16298" extrusionOk="0">
                  <a:moveTo>
                    <a:pt x="10400" y="0"/>
                  </a:moveTo>
                  <a:lnTo>
                    <a:pt x="9750" y="48"/>
                  </a:lnTo>
                  <a:lnTo>
                    <a:pt x="9076" y="145"/>
                  </a:lnTo>
                  <a:lnTo>
                    <a:pt x="6910" y="530"/>
                  </a:lnTo>
                  <a:lnTo>
                    <a:pt x="6356" y="626"/>
                  </a:lnTo>
                  <a:lnTo>
                    <a:pt x="5826" y="747"/>
                  </a:lnTo>
                  <a:lnTo>
                    <a:pt x="5273" y="891"/>
                  </a:lnTo>
                  <a:lnTo>
                    <a:pt x="4743" y="1060"/>
                  </a:lnTo>
                  <a:lnTo>
                    <a:pt x="4286" y="1204"/>
                  </a:lnTo>
                  <a:lnTo>
                    <a:pt x="3804" y="1348"/>
                  </a:lnTo>
                  <a:lnTo>
                    <a:pt x="2841" y="1589"/>
                  </a:lnTo>
                  <a:lnTo>
                    <a:pt x="2552" y="1661"/>
                  </a:lnTo>
                  <a:lnTo>
                    <a:pt x="2287" y="1758"/>
                  </a:lnTo>
                  <a:lnTo>
                    <a:pt x="2023" y="1878"/>
                  </a:lnTo>
                  <a:lnTo>
                    <a:pt x="1782" y="1998"/>
                  </a:lnTo>
                  <a:lnTo>
                    <a:pt x="1276" y="2287"/>
                  </a:lnTo>
                  <a:lnTo>
                    <a:pt x="771" y="2600"/>
                  </a:lnTo>
                  <a:lnTo>
                    <a:pt x="650" y="2697"/>
                  </a:lnTo>
                  <a:lnTo>
                    <a:pt x="530" y="2817"/>
                  </a:lnTo>
                  <a:lnTo>
                    <a:pt x="434" y="2961"/>
                  </a:lnTo>
                  <a:lnTo>
                    <a:pt x="362" y="3130"/>
                  </a:lnTo>
                  <a:lnTo>
                    <a:pt x="193" y="3659"/>
                  </a:lnTo>
                  <a:lnTo>
                    <a:pt x="73" y="4213"/>
                  </a:lnTo>
                  <a:lnTo>
                    <a:pt x="25" y="4478"/>
                  </a:lnTo>
                  <a:lnTo>
                    <a:pt x="1" y="4767"/>
                  </a:lnTo>
                  <a:lnTo>
                    <a:pt x="1" y="5032"/>
                  </a:lnTo>
                  <a:lnTo>
                    <a:pt x="25" y="5320"/>
                  </a:lnTo>
                  <a:lnTo>
                    <a:pt x="73" y="5489"/>
                  </a:lnTo>
                  <a:lnTo>
                    <a:pt x="97" y="5658"/>
                  </a:lnTo>
                  <a:lnTo>
                    <a:pt x="169" y="5826"/>
                  </a:lnTo>
                  <a:lnTo>
                    <a:pt x="241" y="5995"/>
                  </a:lnTo>
                  <a:lnTo>
                    <a:pt x="410" y="6283"/>
                  </a:lnTo>
                  <a:lnTo>
                    <a:pt x="626" y="6524"/>
                  </a:lnTo>
                  <a:lnTo>
                    <a:pt x="771" y="6644"/>
                  </a:lnTo>
                  <a:lnTo>
                    <a:pt x="891" y="6741"/>
                  </a:lnTo>
                  <a:lnTo>
                    <a:pt x="1036" y="6813"/>
                  </a:lnTo>
                  <a:lnTo>
                    <a:pt x="1180" y="6885"/>
                  </a:lnTo>
                  <a:lnTo>
                    <a:pt x="1325" y="6933"/>
                  </a:lnTo>
                  <a:lnTo>
                    <a:pt x="1469" y="6982"/>
                  </a:lnTo>
                  <a:lnTo>
                    <a:pt x="1637" y="7006"/>
                  </a:lnTo>
                  <a:lnTo>
                    <a:pt x="1782" y="7006"/>
                  </a:lnTo>
                  <a:lnTo>
                    <a:pt x="3106" y="6933"/>
                  </a:lnTo>
                  <a:lnTo>
                    <a:pt x="4406" y="6861"/>
                  </a:lnTo>
                  <a:lnTo>
                    <a:pt x="6187" y="6717"/>
                  </a:lnTo>
                  <a:lnTo>
                    <a:pt x="7078" y="6644"/>
                  </a:lnTo>
                  <a:lnTo>
                    <a:pt x="7969" y="6596"/>
                  </a:lnTo>
                  <a:lnTo>
                    <a:pt x="8763" y="6596"/>
                  </a:lnTo>
                  <a:lnTo>
                    <a:pt x="9558" y="6644"/>
                  </a:lnTo>
                  <a:lnTo>
                    <a:pt x="10352" y="6765"/>
                  </a:lnTo>
                  <a:lnTo>
                    <a:pt x="11122" y="6909"/>
                  </a:lnTo>
                  <a:lnTo>
                    <a:pt x="11869" y="7126"/>
                  </a:lnTo>
                  <a:lnTo>
                    <a:pt x="12615" y="7391"/>
                  </a:lnTo>
                  <a:lnTo>
                    <a:pt x="13337" y="7704"/>
                  </a:lnTo>
                  <a:lnTo>
                    <a:pt x="14059" y="8065"/>
                  </a:lnTo>
                  <a:lnTo>
                    <a:pt x="14830" y="8474"/>
                  </a:lnTo>
                  <a:lnTo>
                    <a:pt x="15576" y="8907"/>
                  </a:lnTo>
                  <a:lnTo>
                    <a:pt x="16322" y="9365"/>
                  </a:lnTo>
                  <a:lnTo>
                    <a:pt x="17068" y="9822"/>
                  </a:lnTo>
                  <a:lnTo>
                    <a:pt x="17718" y="10255"/>
                  </a:lnTo>
                  <a:lnTo>
                    <a:pt x="18344" y="10737"/>
                  </a:lnTo>
                  <a:lnTo>
                    <a:pt x="18970" y="11218"/>
                  </a:lnTo>
                  <a:lnTo>
                    <a:pt x="19572" y="11748"/>
                  </a:lnTo>
                  <a:lnTo>
                    <a:pt x="20150" y="12278"/>
                  </a:lnTo>
                  <a:lnTo>
                    <a:pt x="20704" y="12831"/>
                  </a:lnTo>
                  <a:lnTo>
                    <a:pt x="21257" y="13385"/>
                  </a:lnTo>
                  <a:lnTo>
                    <a:pt x="21787" y="13987"/>
                  </a:lnTo>
                  <a:lnTo>
                    <a:pt x="22052" y="14300"/>
                  </a:lnTo>
                  <a:lnTo>
                    <a:pt x="22341" y="14589"/>
                  </a:lnTo>
                  <a:lnTo>
                    <a:pt x="22629" y="14853"/>
                  </a:lnTo>
                  <a:lnTo>
                    <a:pt x="22942" y="15094"/>
                  </a:lnTo>
                  <a:lnTo>
                    <a:pt x="23279" y="15311"/>
                  </a:lnTo>
                  <a:lnTo>
                    <a:pt x="23616" y="15503"/>
                  </a:lnTo>
                  <a:lnTo>
                    <a:pt x="23978" y="15648"/>
                  </a:lnTo>
                  <a:lnTo>
                    <a:pt x="24363" y="15768"/>
                  </a:lnTo>
                  <a:lnTo>
                    <a:pt x="24652" y="15865"/>
                  </a:lnTo>
                  <a:lnTo>
                    <a:pt x="24772" y="15913"/>
                  </a:lnTo>
                  <a:lnTo>
                    <a:pt x="24892" y="15961"/>
                  </a:lnTo>
                  <a:lnTo>
                    <a:pt x="25181" y="16129"/>
                  </a:lnTo>
                  <a:lnTo>
                    <a:pt x="25470" y="16226"/>
                  </a:lnTo>
                  <a:lnTo>
                    <a:pt x="25783" y="16274"/>
                  </a:lnTo>
                  <a:lnTo>
                    <a:pt x="26072" y="16298"/>
                  </a:lnTo>
                  <a:lnTo>
                    <a:pt x="26361" y="16274"/>
                  </a:lnTo>
                  <a:lnTo>
                    <a:pt x="26650" y="16226"/>
                  </a:lnTo>
                  <a:lnTo>
                    <a:pt x="26963" y="16129"/>
                  </a:lnTo>
                  <a:lnTo>
                    <a:pt x="27251" y="16033"/>
                  </a:lnTo>
                  <a:lnTo>
                    <a:pt x="27589" y="15913"/>
                  </a:lnTo>
                  <a:lnTo>
                    <a:pt x="27901" y="15720"/>
                  </a:lnTo>
                  <a:lnTo>
                    <a:pt x="28142" y="15527"/>
                  </a:lnTo>
                  <a:lnTo>
                    <a:pt x="28359" y="15287"/>
                  </a:lnTo>
                  <a:lnTo>
                    <a:pt x="28527" y="14998"/>
                  </a:lnTo>
                  <a:lnTo>
                    <a:pt x="28672" y="14685"/>
                  </a:lnTo>
                  <a:lnTo>
                    <a:pt x="28744" y="14348"/>
                  </a:lnTo>
                  <a:lnTo>
                    <a:pt x="28792" y="13987"/>
                  </a:lnTo>
                  <a:lnTo>
                    <a:pt x="28768" y="13722"/>
                  </a:lnTo>
                  <a:lnTo>
                    <a:pt x="28768" y="13433"/>
                  </a:lnTo>
                  <a:lnTo>
                    <a:pt x="28696" y="12904"/>
                  </a:lnTo>
                  <a:lnTo>
                    <a:pt x="28576" y="12374"/>
                  </a:lnTo>
                  <a:lnTo>
                    <a:pt x="28431" y="11844"/>
                  </a:lnTo>
                  <a:lnTo>
                    <a:pt x="28311" y="11435"/>
                  </a:lnTo>
                  <a:lnTo>
                    <a:pt x="28166" y="11050"/>
                  </a:lnTo>
                  <a:lnTo>
                    <a:pt x="27998" y="10665"/>
                  </a:lnTo>
                  <a:lnTo>
                    <a:pt x="27805" y="10304"/>
                  </a:lnTo>
                  <a:lnTo>
                    <a:pt x="26914" y="8956"/>
                  </a:lnTo>
                  <a:lnTo>
                    <a:pt x="26481" y="8306"/>
                  </a:lnTo>
                  <a:lnTo>
                    <a:pt x="26000" y="7680"/>
                  </a:lnTo>
                  <a:lnTo>
                    <a:pt x="25518" y="7054"/>
                  </a:lnTo>
                  <a:lnTo>
                    <a:pt x="25013" y="6428"/>
                  </a:lnTo>
                  <a:lnTo>
                    <a:pt x="24483" y="5826"/>
                  </a:lnTo>
                  <a:lnTo>
                    <a:pt x="23929" y="5272"/>
                  </a:lnTo>
                  <a:lnTo>
                    <a:pt x="23424" y="4767"/>
                  </a:lnTo>
                  <a:lnTo>
                    <a:pt x="22918" y="4309"/>
                  </a:lnTo>
                  <a:lnTo>
                    <a:pt x="22389" y="3876"/>
                  </a:lnTo>
                  <a:lnTo>
                    <a:pt x="21835" y="3467"/>
                  </a:lnTo>
                  <a:lnTo>
                    <a:pt x="21281" y="3082"/>
                  </a:lnTo>
                  <a:lnTo>
                    <a:pt x="20728" y="2721"/>
                  </a:lnTo>
                  <a:lnTo>
                    <a:pt x="20126" y="2384"/>
                  </a:lnTo>
                  <a:lnTo>
                    <a:pt x="19548" y="2071"/>
                  </a:lnTo>
                  <a:lnTo>
                    <a:pt x="18946" y="1758"/>
                  </a:lnTo>
                  <a:lnTo>
                    <a:pt x="18320" y="1493"/>
                  </a:lnTo>
                  <a:lnTo>
                    <a:pt x="17694" y="1252"/>
                  </a:lnTo>
                  <a:lnTo>
                    <a:pt x="17044" y="1035"/>
                  </a:lnTo>
                  <a:lnTo>
                    <a:pt x="16394" y="843"/>
                  </a:lnTo>
                  <a:lnTo>
                    <a:pt x="15720" y="674"/>
                  </a:lnTo>
                  <a:lnTo>
                    <a:pt x="15046" y="506"/>
                  </a:lnTo>
                  <a:lnTo>
                    <a:pt x="14372" y="385"/>
                  </a:lnTo>
                  <a:lnTo>
                    <a:pt x="13048" y="193"/>
                  </a:lnTo>
                  <a:lnTo>
                    <a:pt x="12398" y="97"/>
                  </a:lnTo>
                  <a:lnTo>
                    <a:pt x="11724" y="48"/>
                  </a:lnTo>
                  <a:lnTo>
                    <a:pt x="110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rot="-1874795">
              <a:off x="-154991" y="-560249"/>
              <a:ext cx="129398" cy="92128"/>
            </a:xfrm>
            <a:custGeom>
              <a:avLst/>
              <a:gdLst/>
              <a:ahLst/>
              <a:cxnLst/>
              <a:rect l="l" t="t" r="r" b="b"/>
              <a:pathLst>
                <a:path w="1590" h="1132" extrusionOk="0">
                  <a:moveTo>
                    <a:pt x="1108" y="0"/>
                  </a:moveTo>
                  <a:lnTo>
                    <a:pt x="1012" y="25"/>
                  </a:lnTo>
                  <a:lnTo>
                    <a:pt x="940" y="49"/>
                  </a:lnTo>
                  <a:lnTo>
                    <a:pt x="771" y="169"/>
                  </a:lnTo>
                  <a:lnTo>
                    <a:pt x="579" y="289"/>
                  </a:lnTo>
                  <a:lnTo>
                    <a:pt x="482" y="313"/>
                  </a:lnTo>
                  <a:lnTo>
                    <a:pt x="386" y="337"/>
                  </a:lnTo>
                  <a:lnTo>
                    <a:pt x="290" y="337"/>
                  </a:lnTo>
                  <a:lnTo>
                    <a:pt x="169" y="313"/>
                  </a:lnTo>
                  <a:lnTo>
                    <a:pt x="121" y="313"/>
                  </a:lnTo>
                  <a:lnTo>
                    <a:pt x="73" y="337"/>
                  </a:lnTo>
                  <a:lnTo>
                    <a:pt x="49" y="386"/>
                  </a:lnTo>
                  <a:lnTo>
                    <a:pt x="25" y="434"/>
                  </a:lnTo>
                  <a:lnTo>
                    <a:pt x="1" y="482"/>
                  </a:lnTo>
                  <a:lnTo>
                    <a:pt x="25" y="530"/>
                  </a:lnTo>
                  <a:lnTo>
                    <a:pt x="49" y="554"/>
                  </a:lnTo>
                  <a:lnTo>
                    <a:pt x="97" y="578"/>
                  </a:lnTo>
                  <a:lnTo>
                    <a:pt x="217" y="578"/>
                  </a:lnTo>
                  <a:lnTo>
                    <a:pt x="314" y="626"/>
                  </a:lnTo>
                  <a:lnTo>
                    <a:pt x="410" y="674"/>
                  </a:lnTo>
                  <a:lnTo>
                    <a:pt x="506" y="747"/>
                  </a:lnTo>
                  <a:lnTo>
                    <a:pt x="843" y="1036"/>
                  </a:lnTo>
                  <a:lnTo>
                    <a:pt x="964" y="1108"/>
                  </a:lnTo>
                  <a:lnTo>
                    <a:pt x="1084" y="1132"/>
                  </a:lnTo>
                  <a:lnTo>
                    <a:pt x="1229" y="1108"/>
                  </a:lnTo>
                  <a:lnTo>
                    <a:pt x="1349" y="1012"/>
                  </a:lnTo>
                  <a:lnTo>
                    <a:pt x="1469" y="915"/>
                  </a:lnTo>
                  <a:lnTo>
                    <a:pt x="1541" y="771"/>
                  </a:lnTo>
                  <a:lnTo>
                    <a:pt x="1590" y="626"/>
                  </a:lnTo>
                  <a:lnTo>
                    <a:pt x="1566" y="458"/>
                  </a:lnTo>
                  <a:lnTo>
                    <a:pt x="1517" y="362"/>
                  </a:lnTo>
                  <a:lnTo>
                    <a:pt x="1445" y="241"/>
                  </a:lnTo>
                  <a:lnTo>
                    <a:pt x="1373" y="169"/>
                  </a:lnTo>
                  <a:lnTo>
                    <a:pt x="1277" y="97"/>
                  </a:lnTo>
                  <a:lnTo>
                    <a:pt x="1204" y="25"/>
                  </a:lnTo>
                  <a:lnTo>
                    <a:pt x="11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rot="-1874795">
              <a:off x="-527659" y="59908"/>
              <a:ext cx="100019" cy="94162"/>
            </a:xfrm>
            <a:custGeom>
              <a:avLst/>
              <a:gdLst/>
              <a:ahLst/>
              <a:cxnLst/>
              <a:rect l="l" t="t" r="r" b="b"/>
              <a:pathLst>
                <a:path w="1229" h="1157" extrusionOk="0">
                  <a:moveTo>
                    <a:pt x="868" y="1"/>
                  </a:moveTo>
                  <a:lnTo>
                    <a:pt x="771" y="25"/>
                  </a:lnTo>
                  <a:lnTo>
                    <a:pt x="723" y="25"/>
                  </a:lnTo>
                  <a:lnTo>
                    <a:pt x="555" y="97"/>
                  </a:lnTo>
                  <a:lnTo>
                    <a:pt x="386" y="169"/>
                  </a:lnTo>
                  <a:lnTo>
                    <a:pt x="266" y="266"/>
                  </a:lnTo>
                  <a:lnTo>
                    <a:pt x="169" y="338"/>
                  </a:lnTo>
                  <a:lnTo>
                    <a:pt x="97" y="458"/>
                  </a:lnTo>
                  <a:lnTo>
                    <a:pt x="49" y="554"/>
                  </a:lnTo>
                  <a:lnTo>
                    <a:pt x="25" y="675"/>
                  </a:lnTo>
                  <a:lnTo>
                    <a:pt x="1" y="819"/>
                  </a:lnTo>
                  <a:lnTo>
                    <a:pt x="1" y="915"/>
                  </a:lnTo>
                  <a:lnTo>
                    <a:pt x="25" y="988"/>
                  </a:lnTo>
                  <a:lnTo>
                    <a:pt x="73" y="1060"/>
                  </a:lnTo>
                  <a:lnTo>
                    <a:pt x="145" y="1132"/>
                  </a:lnTo>
                  <a:lnTo>
                    <a:pt x="242" y="1156"/>
                  </a:lnTo>
                  <a:lnTo>
                    <a:pt x="314" y="1156"/>
                  </a:lnTo>
                  <a:lnTo>
                    <a:pt x="410" y="1132"/>
                  </a:lnTo>
                  <a:lnTo>
                    <a:pt x="482" y="1084"/>
                  </a:lnTo>
                  <a:lnTo>
                    <a:pt x="1108" y="482"/>
                  </a:lnTo>
                  <a:lnTo>
                    <a:pt x="1180" y="410"/>
                  </a:lnTo>
                  <a:lnTo>
                    <a:pt x="1229" y="338"/>
                  </a:lnTo>
                  <a:lnTo>
                    <a:pt x="1229" y="241"/>
                  </a:lnTo>
                  <a:lnTo>
                    <a:pt x="1205" y="145"/>
                  </a:lnTo>
                  <a:lnTo>
                    <a:pt x="1132" y="73"/>
                  </a:lnTo>
                  <a:lnTo>
                    <a:pt x="1060" y="25"/>
                  </a:lnTo>
                  <a:lnTo>
                    <a:pt x="9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rot="-1874795">
              <a:off x="-340562" y="-560299"/>
              <a:ext cx="64699" cy="72514"/>
            </a:xfrm>
            <a:custGeom>
              <a:avLst/>
              <a:gdLst/>
              <a:ahLst/>
              <a:cxnLst/>
              <a:rect l="l" t="t" r="r" b="b"/>
              <a:pathLst>
                <a:path w="795" h="891" extrusionOk="0">
                  <a:moveTo>
                    <a:pt x="289" y="0"/>
                  </a:moveTo>
                  <a:lnTo>
                    <a:pt x="169" y="24"/>
                  </a:lnTo>
                  <a:lnTo>
                    <a:pt x="72" y="97"/>
                  </a:lnTo>
                  <a:lnTo>
                    <a:pt x="24" y="193"/>
                  </a:lnTo>
                  <a:lnTo>
                    <a:pt x="0" y="313"/>
                  </a:lnTo>
                  <a:lnTo>
                    <a:pt x="24" y="385"/>
                  </a:lnTo>
                  <a:lnTo>
                    <a:pt x="72" y="482"/>
                  </a:lnTo>
                  <a:lnTo>
                    <a:pt x="169" y="578"/>
                  </a:lnTo>
                  <a:lnTo>
                    <a:pt x="289" y="674"/>
                  </a:lnTo>
                  <a:lnTo>
                    <a:pt x="409" y="771"/>
                  </a:lnTo>
                  <a:lnTo>
                    <a:pt x="530" y="843"/>
                  </a:lnTo>
                  <a:lnTo>
                    <a:pt x="626" y="867"/>
                  </a:lnTo>
                  <a:lnTo>
                    <a:pt x="722" y="891"/>
                  </a:lnTo>
                  <a:lnTo>
                    <a:pt x="746" y="867"/>
                  </a:lnTo>
                  <a:lnTo>
                    <a:pt x="771" y="819"/>
                  </a:lnTo>
                  <a:lnTo>
                    <a:pt x="795" y="674"/>
                  </a:lnTo>
                  <a:lnTo>
                    <a:pt x="795" y="530"/>
                  </a:lnTo>
                  <a:lnTo>
                    <a:pt x="771" y="385"/>
                  </a:lnTo>
                  <a:lnTo>
                    <a:pt x="698" y="265"/>
                  </a:lnTo>
                  <a:lnTo>
                    <a:pt x="626" y="145"/>
                  </a:lnTo>
                  <a:lnTo>
                    <a:pt x="530" y="72"/>
                  </a:lnTo>
                  <a:lnTo>
                    <a:pt x="4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rot="-1874795">
              <a:off x="-185679" y="-130684"/>
              <a:ext cx="60874" cy="72595"/>
            </a:xfrm>
            <a:custGeom>
              <a:avLst/>
              <a:gdLst/>
              <a:ahLst/>
              <a:cxnLst/>
              <a:rect l="l" t="t" r="r" b="b"/>
              <a:pathLst>
                <a:path w="748" h="892" extrusionOk="0">
                  <a:moveTo>
                    <a:pt x="530" y="1"/>
                  </a:moveTo>
                  <a:lnTo>
                    <a:pt x="482" y="25"/>
                  </a:lnTo>
                  <a:lnTo>
                    <a:pt x="362" y="49"/>
                  </a:lnTo>
                  <a:lnTo>
                    <a:pt x="266" y="121"/>
                  </a:lnTo>
                  <a:lnTo>
                    <a:pt x="193" y="194"/>
                  </a:lnTo>
                  <a:lnTo>
                    <a:pt x="121" y="290"/>
                  </a:lnTo>
                  <a:lnTo>
                    <a:pt x="49" y="362"/>
                  </a:lnTo>
                  <a:lnTo>
                    <a:pt x="25" y="458"/>
                  </a:lnTo>
                  <a:lnTo>
                    <a:pt x="1" y="555"/>
                  </a:lnTo>
                  <a:lnTo>
                    <a:pt x="1" y="627"/>
                  </a:lnTo>
                  <a:lnTo>
                    <a:pt x="49" y="699"/>
                  </a:lnTo>
                  <a:lnTo>
                    <a:pt x="73" y="747"/>
                  </a:lnTo>
                  <a:lnTo>
                    <a:pt x="193" y="843"/>
                  </a:lnTo>
                  <a:lnTo>
                    <a:pt x="338" y="892"/>
                  </a:lnTo>
                  <a:lnTo>
                    <a:pt x="410" y="892"/>
                  </a:lnTo>
                  <a:lnTo>
                    <a:pt x="482" y="868"/>
                  </a:lnTo>
                  <a:lnTo>
                    <a:pt x="555" y="843"/>
                  </a:lnTo>
                  <a:lnTo>
                    <a:pt x="627" y="771"/>
                  </a:lnTo>
                  <a:lnTo>
                    <a:pt x="675" y="699"/>
                  </a:lnTo>
                  <a:lnTo>
                    <a:pt x="699" y="627"/>
                  </a:lnTo>
                  <a:lnTo>
                    <a:pt x="747" y="531"/>
                  </a:lnTo>
                  <a:lnTo>
                    <a:pt x="747" y="434"/>
                  </a:lnTo>
                  <a:lnTo>
                    <a:pt x="747" y="338"/>
                  </a:lnTo>
                  <a:lnTo>
                    <a:pt x="723" y="218"/>
                  </a:lnTo>
                  <a:lnTo>
                    <a:pt x="699" y="145"/>
                  </a:lnTo>
                  <a:lnTo>
                    <a:pt x="651" y="49"/>
                  </a:lnTo>
                  <a:lnTo>
                    <a:pt x="627" y="25"/>
                  </a:lnTo>
                  <a:lnTo>
                    <a:pt x="6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rot="-1874795">
              <a:off x="-767165" y="-429007"/>
              <a:ext cx="74465" cy="62748"/>
            </a:xfrm>
            <a:custGeom>
              <a:avLst/>
              <a:gdLst/>
              <a:ahLst/>
              <a:cxnLst/>
              <a:rect l="l" t="t" r="r" b="b"/>
              <a:pathLst>
                <a:path w="915" h="771" extrusionOk="0">
                  <a:moveTo>
                    <a:pt x="602" y="0"/>
                  </a:moveTo>
                  <a:lnTo>
                    <a:pt x="457" y="48"/>
                  </a:lnTo>
                  <a:lnTo>
                    <a:pt x="361" y="97"/>
                  </a:lnTo>
                  <a:lnTo>
                    <a:pt x="313" y="145"/>
                  </a:lnTo>
                  <a:lnTo>
                    <a:pt x="289" y="193"/>
                  </a:lnTo>
                  <a:lnTo>
                    <a:pt x="265" y="265"/>
                  </a:lnTo>
                  <a:lnTo>
                    <a:pt x="265" y="337"/>
                  </a:lnTo>
                  <a:lnTo>
                    <a:pt x="241" y="434"/>
                  </a:lnTo>
                  <a:lnTo>
                    <a:pt x="169" y="482"/>
                  </a:lnTo>
                  <a:lnTo>
                    <a:pt x="48" y="554"/>
                  </a:lnTo>
                  <a:lnTo>
                    <a:pt x="0" y="602"/>
                  </a:lnTo>
                  <a:lnTo>
                    <a:pt x="24" y="674"/>
                  </a:lnTo>
                  <a:lnTo>
                    <a:pt x="48" y="747"/>
                  </a:lnTo>
                  <a:lnTo>
                    <a:pt x="120" y="771"/>
                  </a:lnTo>
                  <a:lnTo>
                    <a:pt x="578" y="771"/>
                  </a:lnTo>
                  <a:lnTo>
                    <a:pt x="722" y="674"/>
                  </a:lnTo>
                  <a:lnTo>
                    <a:pt x="819" y="578"/>
                  </a:lnTo>
                  <a:lnTo>
                    <a:pt x="891" y="458"/>
                  </a:lnTo>
                  <a:lnTo>
                    <a:pt x="915" y="337"/>
                  </a:lnTo>
                  <a:lnTo>
                    <a:pt x="891" y="193"/>
                  </a:lnTo>
                  <a:lnTo>
                    <a:pt x="843" y="97"/>
                  </a:lnTo>
                  <a:lnTo>
                    <a:pt x="770" y="24"/>
                  </a:lnTo>
                  <a:lnTo>
                    <a:pt x="6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rot="-1874795">
              <a:off x="-304284" y="-355216"/>
              <a:ext cx="51027" cy="80408"/>
            </a:xfrm>
            <a:custGeom>
              <a:avLst/>
              <a:gdLst/>
              <a:ahLst/>
              <a:cxnLst/>
              <a:rect l="l" t="t" r="r" b="b"/>
              <a:pathLst>
                <a:path w="627" h="988" extrusionOk="0">
                  <a:moveTo>
                    <a:pt x="241" y="0"/>
                  </a:moveTo>
                  <a:lnTo>
                    <a:pt x="145" y="24"/>
                  </a:lnTo>
                  <a:lnTo>
                    <a:pt x="73" y="73"/>
                  </a:lnTo>
                  <a:lnTo>
                    <a:pt x="24" y="169"/>
                  </a:lnTo>
                  <a:lnTo>
                    <a:pt x="0" y="265"/>
                  </a:lnTo>
                  <a:lnTo>
                    <a:pt x="24" y="361"/>
                  </a:lnTo>
                  <a:lnTo>
                    <a:pt x="97" y="434"/>
                  </a:lnTo>
                  <a:lnTo>
                    <a:pt x="169" y="506"/>
                  </a:lnTo>
                  <a:lnTo>
                    <a:pt x="265" y="602"/>
                  </a:lnTo>
                  <a:lnTo>
                    <a:pt x="361" y="698"/>
                  </a:lnTo>
                  <a:lnTo>
                    <a:pt x="434" y="843"/>
                  </a:lnTo>
                  <a:lnTo>
                    <a:pt x="530" y="987"/>
                  </a:lnTo>
                  <a:lnTo>
                    <a:pt x="626" y="554"/>
                  </a:lnTo>
                  <a:lnTo>
                    <a:pt x="626" y="410"/>
                  </a:lnTo>
                  <a:lnTo>
                    <a:pt x="626" y="289"/>
                  </a:lnTo>
                  <a:lnTo>
                    <a:pt x="578" y="193"/>
                  </a:lnTo>
                  <a:lnTo>
                    <a:pt x="530" y="97"/>
                  </a:lnTo>
                  <a:lnTo>
                    <a:pt x="434" y="24"/>
                  </a:lnTo>
                  <a:lnTo>
                    <a:pt x="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rot="-1874795">
              <a:off x="-416347" y="-240129"/>
              <a:ext cx="66734" cy="43134"/>
            </a:xfrm>
            <a:custGeom>
              <a:avLst/>
              <a:gdLst/>
              <a:ahLst/>
              <a:cxnLst/>
              <a:rect l="l" t="t" r="r" b="b"/>
              <a:pathLst>
                <a:path w="820" h="530" extrusionOk="0">
                  <a:moveTo>
                    <a:pt x="314" y="0"/>
                  </a:moveTo>
                  <a:lnTo>
                    <a:pt x="218" y="24"/>
                  </a:lnTo>
                  <a:lnTo>
                    <a:pt x="121" y="72"/>
                  </a:lnTo>
                  <a:lnTo>
                    <a:pt x="25" y="145"/>
                  </a:lnTo>
                  <a:lnTo>
                    <a:pt x="1" y="241"/>
                  </a:lnTo>
                  <a:lnTo>
                    <a:pt x="1" y="289"/>
                  </a:lnTo>
                  <a:lnTo>
                    <a:pt x="25" y="337"/>
                  </a:lnTo>
                  <a:lnTo>
                    <a:pt x="73" y="433"/>
                  </a:lnTo>
                  <a:lnTo>
                    <a:pt x="121" y="482"/>
                  </a:lnTo>
                  <a:lnTo>
                    <a:pt x="193" y="506"/>
                  </a:lnTo>
                  <a:lnTo>
                    <a:pt x="266" y="530"/>
                  </a:lnTo>
                  <a:lnTo>
                    <a:pt x="410" y="530"/>
                  </a:lnTo>
                  <a:lnTo>
                    <a:pt x="579" y="506"/>
                  </a:lnTo>
                  <a:lnTo>
                    <a:pt x="675" y="482"/>
                  </a:lnTo>
                  <a:lnTo>
                    <a:pt x="771" y="409"/>
                  </a:lnTo>
                  <a:lnTo>
                    <a:pt x="819" y="337"/>
                  </a:lnTo>
                  <a:lnTo>
                    <a:pt x="819" y="217"/>
                  </a:lnTo>
                  <a:lnTo>
                    <a:pt x="795" y="169"/>
                  </a:lnTo>
                  <a:lnTo>
                    <a:pt x="747" y="120"/>
                  </a:lnTo>
                  <a:lnTo>
                    <a:pt x="579" y="48"/>
                  </a:lnTo>
                  <a:lnTo>
                    <a:pt x="3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rot="-1874795">
              <a:off x="-20813" y="-488236"/>
              <a:ext cx="58840" cy="54935"/>
            </a:xfrm>
            <a:custGeom>
              <a:avLst/>
              <a:gdLst/>
              <a:ahLst/>
              <a:cxnLst/>
              <a:rect l="l" t="t" r="r" b="b"/>
              <a:pathLst>
                <a:path w="723" h="675" extrusionOk="0">
                  <a:moveTo>
                    <a:pt x="554" y="1"/>
                  </a:moveTo>
                  <a:lnTo>
                    <a:pt x="458" y="25"/>
                  </a:lnTo>
                  <a:lnTo>
                    <a:pt x="337" y="49"/>
                  </a:lnTo>
                  <a:lnTo>
                    <a:pt x="241" y="73"/>
                  </a:lnTo>
                  <a:lnTo>
                    <a:pt x="169" y="121"/>
                  </a:lnTo>
                  <a:lnTo>
                    <a:pt x="97" y="193"/>
                  </a:lnTo>
                  <a:lnTo>
                    <a:pt x="48" y="241"/>
                  </a:lnTo>
                  <a:lnTo>
                    <a:pt x="24" y="314"/>
                  </a:lnTo>
                  <a:lnTo>
                    <a:pt x="0" y="386"/>
                  </a:lnTo>
                  <a:lnTo>
                    <a:pt x="0" y="458"/>
                  </a:lnTo>
                  <a:lnTo>
                    <a:pt x="24" y="554"/>
                  </a:lnTo>
                  <a:lnTo>
                    <a:pt x="72" y="627"/>
                  </a:lnTo>
                  <a:lnTo>
                    <a:pt x="145" y="675"/>
                  </a:lnTo>
                  <a:lnTo>
                    <a:pt x="217" y="675"/>
                  </a:lnTo>
                  <a:lnTo>
                    <a:pt x="313" y="651"/>
                  </a:lnTo>
                  <a:lnTo>
                    <a:pt x="482" y="554"/>
                  </a:lnTo>
                  <a:lnTo>
                    <a:pt x="626" y="434"/>
                  </a:lnTo>
                  <a:lnTo>
                    <a:pt x="674" y="362"/>
                  </a:lnTo>
                  <a:lnTo>
                    <a:pt x="722" y="290"/>
                  </a:lnTo>
                  <a:lnTo>
                    <a:pt x="722" y="217"/>
                  </a:lnTo>
                  <a:lnTo>
                    <a:pt x="722" y="145"/>
                  </a:lnTo>
                  <a:lnTo>
                    <a:pt x="698" y="97"/>
                  </a:lnTo>
                  <a:lnTo>
                    <a:pt x="650" y="49"/>
                  </a:lnTo>
                  <a:lnTo>
                    <a:pt x="602" y="25"/>
                  </a:lnTo>
                  <a:lnTo>
                    <a:pt x="5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
            <p:cNvSpPr/>
            <p:nvPr/>
          </p:nvSpPr>
          <p:spPr>
            <a:xfrm rot="-1874795">
              <a:off x="-466615" y="-99585"/>
              <a:ext cx="47121" cy="54935"/>
            </a:xfrm>
            <a:custGeom>
              <a:avLst/>
              <a:gdLst/>
              <a:ahLst/>
              <a:cxnLst/>
              <a:rect l="l" t="t" r="r" b="b"/>
              <a:pathLst>
                <a:path w="579" h="675" extrusionOk="0">
                  <a:moveTo>
                    <a:pt x="193" y="0"/>
                  </a:moveTo>
                  <a:lnTo>
                    <a:pt x="121" y="24"/>
                  </a:lnTo>
                  <a:lnTo>
                    <a:pt x="73" y="73"/>
                  </a:lnTo>
                  <a:lnTo>
                    <a:pt x="25" y="121"/>
                  </a:lnTo>
                  <a:lnTo>
                    <a:pt x="0" y="193"/>
                  </a:lnTo>
                  <a:lnTo>
                    <a:pt x="0" y="313"/>
                  </a:lnTo>
                  <a:lnTo>
                    <a:pt x="0" y="434"/>
                  </a:lnTo>
                  <a:lnTo>
                    <a:pt x="49" y="578"/>
                  </a:lnTo>
                  <a:lnTo>
                    <a:pt x="145" y="650"/>
                  </a:lnTo>
                  <a:lnTo>
                    <a:pt x="241" y="674"/>
                  </a:lnTo>
                  <a:lnTo>
                    <a:pt x="362" y="674"/>
                  </a:lnTo>
                  <a:lnTo>
                    <a:pt x="434" y="650"/>
                  </a:lnTo>
                  <a:lnTo>
                    <a:pt x="482" y="602"/>
                  </a:lnTo>
                  <a:lnTo>
                    <a:pt x="530" y="554"/>
                  </a:lnTo>
                  <a:lnTo>
                    <a:pt x="554" y="506"/>
                  </a:lnTo>
                  <a:lnTo>
                    <a:pt x="578" y="410"/>
                  </a:lnTo>
                  <a:lnTo>
                    <a:pt x="530" y="265"/>
                  </a:lnTo>
                  <a:lnTo>
                    <a:pt x="482" y="145"/>
                  </a:lnTo>
                  <a:lnTo>
                    <a:pt x="434" y="49"/>
                  </a:lnTo>
                  <a:lnTo>
                    <a:pt x="386" y="24"/>
                  </a:lnTo>
                  <a:lnTo>
                    <a:pt x="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
            <p:cNvSpPr/>
            <p:nvPr/>
          </p:nvSpPr>
          <p:spPr>
            <a:xfrm rot="-1874795">
              <a:off x="-275122" y="-15808"/>
              <a:ext cx="50946" cy="49075"/>
            </a:xfrm>
            <a:custGeom>
              <a:avLst/>
              <a:gdLst/>
              <a:ahLst/>
              <a:cxnLst/>
              <a:rect l="l" t="t" r="r" b="b"/>
              <a:pathLst>
                <a:path w="626" h="603" extrusionOk="0">
                  <a:moveTo>
                    <a:pt x="169" y="1"/>
                  </a:moveTo>
                  <a:lnTo>
                    <a:pt x="72" y="49"/>
                  </a:lnTo>
                  <a:lnTo>
                    <a:pt x="0" y="121"/>
                  </a:lnTo>
                  <a:lnTo>
                    <a:pt x="0" y="217"/>
                  </a:lnTo>
                  <a:lnTo>
                    <a:pt x="0" y="338"/>
                  </a:lnTo>
                  <a:lnTo>
                    <a:pt x="72" y="458"/>
                  </a:lnTo>
                  <a:lnTo>
                    <a:pt x="169" y="555"/>
                  </a:lnTo>
                  <a:lnTo>
                    <a:pt x="289" y="603"/>
                  </a:lnTo>
                  <a:lnTo>
                    <a:pt x="361" y="603"/>
                  </a:lnTo>
                  <a:lnTo>
                    <a:pt x="433" y="579"/>
                  </a:lnTo>
                  <a:lnTo>
                    <a:pt x="554" y="530"/>
                  </a:lnTo>
                  <a:lnTo>
                    <a:pt x="602" y="458"/>
                  </a:lnTo>
                  <a:lnTo>
                    <a:pt x="626" y="338"/>
                  </a:lnTo>
                  <a:lnTo>
                    <a:pt x="602" y="242"/>
                  </a:lnTo>
                  <a:lnTo>
                    <a:pt x="578" y="169"/>
                  </a:lnTo>
                  <a:lnTo>
                    <a:pt x="530" y="97"/>
                  </a:lnTo>
                  <a:lnTo>
                    <a:pt x="481" y="49"/>
                  </a:lnTo>
                  <a:lnTo>
                    <a:pt x="433" y="25"/>
                  </a:lnTo>
                  <a:lnTo>
                    <a:pt x="3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rot="-1874795">
              <a:off x="-663726" y="-184663"/>
              <a:ext cx="41261" cy="52981"/>
            </a:xfrm>
            <a:custGeom>
              <a:avLst/>
              <a:gdLst/>
              <a:ahLst/>
              <a:cxnLst/>
              <a:rect l="l" t="t" r="r" b="b"/>
              <a:pathLst>
                <a:path w="507" h="651" extrusionOk="0">
                  <a:moveTo>
                    <a:pt x="242" y="1"/>
                  </a:moveTo>
                  <a:lnTo>
                    <a:pt x="169" y="25"/>
                  </a:lnTo>
                  <a:lnTo>
                    <a:pt x="121" y="73"/>
                  </a:lnTo>
                  <a:lnTo>
                    <a:pt x="73" y="121"/>
                  </a:lnTo>
                  <a:lnTo>
                    <a:pt x="49" y="193"/>
                  </a:lnTo>
                  <a:lnTo>
                    <a:pt x="25" y="338"/>
                  </a:lnTo>
                  <a:lnTo>
                    <a:pt x="1" y="482"/>
                  </a:lnTo>
                  <a:lnTo>
                    <a:pt x="73" y="603"/>
                  </a:lnTo>
                  <a:lnTo>
                    <a:pt x="97" y="651"/>
                  </a:lnTo>
                  <a:lnTo>
                    <a:pt x="193" y="651"/>
                  </a:lnTo>
                  <a:lnTo>
                    <a:pt x="266" y="627"/>
                  </a:lnTo>
                  <a:lnTo>
                    <a:pt x="314" y="579"/>
                  </a:lnTo>
                  <a:lnTo>
                    <a:pt x="434" y="458"/>
                  </a:lnTo>
                  <a:lnTo>
                    <a:pt x="506" y="338"/>
                  </a:lnTo>
                  <a:lnTo>
                    <a:pt x="506" y="266"/>
                  </a:lnTo>
                  <a:lnTo>
                    <a:pt x="506" y="217"/>
                  </a:lnTo>
                  <a:lnTo>
                    <a:pt x="482" y="121"/>
                  </a:lnTo>
                  <a:lnTo>
                    <a:pt x="434" y="49"/>
                  </a:lnTo>
                  <a:lnTo>
                    <a:pt x="3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rot="-1874795">
              <a:off x="-394519" y="-488998"/>
              <a:ext cx="43214" cy="45169"/>
            </a:xfrm>
            <a:custGeom>
              <a:avLst/>
              <a:gdLst/>
              <a:ahLst/>
              <a:cxnLst/>
              <a:rect l="l" t="t" r="r" b="b"/>
              <a:pathLst>
                <a:path w="531" h="555" extrusionOk="0">
                  <a:moveTo>
                    <a:pt x="313" y="0"/>
                  </a:moveTo>
                  <a:lnTo>
                    <a:pt x="193" y="24"/>
                  </a:lnTo>
                  <a:lnTo>
                    <a:pt x="97" y="73"/>
                  </a:lnTo>
                  <a:lnTo>
                    <a:pt x="25" y="145"/>
                  </a:lnTo>
                  <a:lnTo>
                    <a:pt x="0" y="241"/>
                  </a:lnTo>
                  <a:lnTo>
                    <a:pt x="25" y="361"/>
                  </a:lnTo>
                  <a:lnTo>
                    <a:pt x="73" y="458"/>
                  </a:lnTo>
                  <a:lnTo>
                    <a:pt x="145" y="530"/>
                  </a:lnTo>
                  <a:lnTo>
                    <a:pt x="217" y="554"/>
                  </a:lnTo>
                  <a:lnTo>
                    <a:pt x="337" y="554"/>
                  </a:lnTo>
                  <a:lnTo>
                    <a:pt x="458" y="506"/>
                  </a:lnTo>
                  <a:lnTo>
                    <a:pt x="506" y="434"/>
                  </a:lnTo>
                  <a:lnTo>
                    <a:pt x="530" y="337"/>
                  </a:lnTo>
                  <a:lnTo>
                    <a:pt x="530" y="217"/>
                  </a:lnTo>
                  <a:lnTo>
                    <a:pt x="482" y="121"/>
                  </a:lnTo>
                  <a:lnTo>
                    <a:pt x="410" y="24"/>
                  </a:lnTo>
                  <a:lnTo>
                    <a:pt x="3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rot="-1874795">
              <a:off x="-203026" y="-458212"/>
              <a:ext cx="41180" cy="41181"/>
            </a:xfrm>
            <a:custGeom>
              <a:avLst/>
              <a:gdLst/>
              <a:ahLst/>
              <a:cxnLst/>
              <a:rect l="l" t="t" r="r" b="b"/>
              <a:pathLst>
                <a:path w="506" h="506" extrusionOk="0">
                  <a:moveTo>
                    <a:pt x="289" y="0"/>
                  </a:moveTo>
                  <a:lnTo>
                    <a:pt x="193" y="24"/>
                  </a:lnTo>
                  <a:lnTo>
                    <a:pt x="96" y="72"/>
                  </a:lnTo>
                  <a:lnTo>
                    <a:pt x="24" y="144"/>
                  </a:lnTo>
                  <a:lnTo>
                    <a:pt x="0" y="241"/>
                  </a:lnTo>
                  <a:lnTo>
                    <a:pt x="0" y="337"/>
                  </a:lnTo>
                  <a:lnTo>
                    <a:pt x="72" y="433"/>
                  </a:lnTo>
                  <a:lnTo>
                    <a:pt x="144" y="482"/>
                  </a:lnTo>
                  <a:lnTo>
                    <a:pt x="241" y="506"/>
                  </a:lnTo>
                  <a:lnTo>
                    <a:pt x="337" y="482"/>
                  </a:lnTo>
                  <a:lnTo>
                    <a:pt x="433" y="433"/>
                  </a:lnTo>
                  <a:lnTo>
                    <a:pt x="481" y="361"/>
                  </a:lnTo>
                  <a:lnTo>
                    <a:pt x="506" y="289"/>
                  </a:lnTo>
                  <a:lnTo>
                    <a:pt x="481" y="193"/>
                  </a:lnTo>
                  <a:lnTo>
                    <a:pt x="433" y="96"/>
                  </a:lnTo>
                  <a:lnTo>
                    <a:pt x="361" y="24"/>
                  </a:lnTo>
                  <a:lnTo>
                    <a:pt x="2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rot="-1874795">
              <a:off x="-592216" y="48846"/>
              <a:ext cx="39308" cy="41262"/>
            </a:xfrm>
            <a:custGeom>
              <a:avLst/>
              <a:gdLst/>
              <a:ahLst/>
              <a:cxnLst/>
              <a:rect l="l" t="t" r="r" b="b"/>
              <a:pathLst>
                <a:path w="483" h="507" extrusionOk="0">
                  <a:moveTo>
                    <a:pt x="169" y="1"/>
                  </a:moveTo>
                  <a:lnTo>
                    <a:pt x="97" y="49"/>
                  </a:lnTo>
                  <a:lnTo>
                    <a:pt x="25" y="121"/>
                  </a:lnTo>
                  <a:lnTo>
                    <a:pt x="1" y="193"/>
                  </a:lnTo>
                  <a:lnTo>
                    <a:pt x="1" y="290"/>
                  </a:lnTo>
                  <a:lnTo>
                    <a:pt x="73" y="410"/>
                  </a:lnTo>
                  <a:lnTo>
                    <a:pt x="145" y="458"/>
                  </a:lnTo>
                  <a:lnTo>
                    <a:pt x="241" y="506"/>
                  </a:lnTo>
                  <a:lnTo>
                    <a:pt x="362" y="482"/>
                  </a:lnTo>
                  <a:lnTo>
                    <a:pt x="434" y="458"/>
                  </a:lnTo>
                  <a:lnTo>
                    <a:pt x="482" y="386"/>
                  </a:lnTo>
                  <a:lnTo>
                    <a:pt x="482" y="290"/>
                  </a:lnTo>
                  <a:lnTo>
                    <a:pt x="482" y="217"/>
                  </a:lnTo>
                  <a:lnTo>
                    <a:pt x="434" y="121"/>
                  </a:lnTo>
                  <a:lnTo>
                    <a:pt x="386" y="49"/>
                  </a:lnTo>
                  <a:lnTo>
                    <a:pt x="29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rot="-1874795">
              <a:off x="-370183" y="105756"/>
              <a:ext cx="62827" cy="33368"/>
            </a:xfrm>
            <a:custGeom>
              <a:avLst/>
              <a:gdLst/>
              <a:ahLst/>
              <a:cxnLst/>
              <a:rect l="l" t="t" r="r" b="b"/>
              <a:pathLst>
                <a:path w="772" h="410" extrusionOk="0">
                  <a:moveTo>
                    <a:pt x="25" y="0"/>
                  </a:moveTo>
                  <a:lnTo>
                    <a:pt x="1" y="120"/>
                  </a:lnTo>
                  <a:lnTo>
                    <a:pt x="1" y="241"/>
                  </a:lnTo>
                  <a:lnTo>
                    <a:pt x="25" y="265"/>
                  </a:lnTo>
                  <a:lnTo>
                    <a:pt x="73" y="313"/>
                  </a:lnTo>
                  <a:lnTo>
                    <a:pt x="121" y="313"/>
                  </a:lnTo>
                  <a:lnTo>
                    <a:pt x="193" y="337"/>
                  </a:lnTo>
                  <a:lnTo>
                    <a:pt x="362" y="361"/>
                  </a:lnTo>
                  <a:lnTo>
                    <a:pt x="506" y="385"/>
                  </a:lnTo>
                  <a:lnTo>
                    <a:pt x="675" y="409"/>
                  </a:lnTo>
                  <a:lnTo>
                    <a:pt x="747" y="385"/>
                  </a:lnTo>
                  <a:lnTo>
                    <a:pt x="771" y="361"/>
                  </a:lnTo>
                  <a:lnTo>
                    <a:pt x="771" y="313"/>
                  </a:lnTo>
                  <a:lnTo>
                    <a:pt x="771" y="265"/>
                  </a:lnTo>
                  <a:lnTo>
                    <a:pt x="771" y="217"/>
                  </a:lnTo>
                  <a:lnTo>
                    <a:pt x="723" y="144"/>
                  </a:lnTo>
                  <a:lnTo>
                    <a:pt x="627" y="120"/>
                  </a:lnTo>
                  <a:lnTo>
                    <a:pt x="266" y="120"/>
                  </a:lnTo>
                  <a:lnTo>
                    <a:pt x="145" y="72"/>
                  </a:lnTo>
                  <a:lnTo>
                    <a:pt x="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rot="-1874795">
              <a:off x="-790902" y="-171636"/>
              <a:ext cx="37355" cy="39309"/>
            </a:xfrm>
            <a:custGeom>
              <a:avLst/>
              <a:gdLst/>
              <a:ahLst/>
              <a:cxnLst/>
              <a:rect l="l" t="t" r="r" b="b"/>
              <a:pathLst>
                <a:path w="459" h="483" extrusionOk="0">
                  <a:moveTo>
                    <a:pt x="145" y="1"/>
                  </a:moveTo>
                  <a:lnTo>
                    <a:pt x="73" y="73"/>
                  </a:lnTo>
                  <a:lnTo>
                    <a:pt x="25" y="145"/>
                  </a:lnTo>
                  <a:lnTo>
                    <a:pt x="1" y="217"/>
                  </a:lnTo>
                  <a:lnTo>
                    <a:pt x="1" y="314"/>
                  </a:lnTo>
                  <a:lnTo>
                    <a:pt x="49" y="386"/>
                  </a:lnTo>
                  <a:lnTo>
                    <a:pt x="121" y="458"/>
                  </a:lnTo>
                  <a:lnTo>
                    <a:pt x="193" y="482"/>
                  </a:lnTo>
                  <a:lnTo>
                    <a:pt x="290" y="458"/>
                  </a:lnTo>
                  <a:lnTo>
                    <a:pt x="386" y="410"/>
                  </a:lnTo>
                  <a:lnTo>
                    <a:pt x="434" y="338"/>
                  </a:lnTo>
                  <a:lnTo>
                    <a:pt x="458" y="266"/>
                  </a:lnTo>
                  <a:lnTo>
                    <a:pt x="434" y="169"/>
                  </a:lnTo>
                  <a:lnTo>
                    <a:pt x="386" y="97"/>
                  </a:lnTo>
                  <a:lnTo>
                    <a:pt x="338" y="25"/>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rot="-1874795">
              <a:off x="-636781" y="-296940"/>
              <a:ext cx="35320" cy="35402"/>
            </a:xfrm>
            <a:custGeom>
              <a:avLst/>
              <a:gdLst/>
              <a:ahLst/>
              <a:cxnLst/>
              <a:rect l="l" t="t" r="r" b="b"/>
              <a:pathLst>
                <a:path w="434" h="435" extrusionOk="0">
                  <a:moveTo>
                    <a:pt x="145" y="1"/>
                  </a:moveTo>
                  <a:lnTo>
                    <a:pt x="72" y="49"/>
                  </a:lnTo>
                  <a:lnTo>
                    <a:pt x="24" y="121"/>
                  </a:lnTo>
                  <a:lnTo>
                    <a:pt x="0" y="193"/>
                  </a:lnTo>
                  <a:lnTo>
                    <a:pt x="0" y="290"/>
                  </a:lnTo>
                  <a:lnTo>
                    <a:pt x="72" y="362"/>
                  </a:lnTo>
                  <a:lnTo>
                    <a:pt x="120" y="410"/>
                  </a:lnTo>
                  <a:lnTo>
                    <a:pt x="217" y="434"/>
                  </a:lnTo>
                  <a:lnTo>
                    <a:pt x="313" y="434"/>
                  </a:lnTo>
                  <a:lnTo>
                    <a:pt x="385" y="386"/>
                  </a:lnTo>
                  <a:lnTo>
                    <a:pt x="433" y="314"/>
                  </a:lnTo>
                  <a:lnTo>
                    <a:pt x="433" y="217"/>
                  </a:lnTo>
                  <a:lnTo>
                    <a:pt x="433" y="145"/>
                  </a:lnTo>
                  <a:lnTo>
                    <a:pt x="385" y="49"/>
                  </a:lnTo>
                  <a:lnTo>
                    <a:pt x="3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rot="-1874795">
              <a:off x="-243483" y="-412088"/>
              <a:ext cx="31414" cy="45169"/>
            </a:xfrm>
            <a:custGeom>
              <a:avLst/>
              <a:gdLst/>
              <a:ahLst/>
              <a:cxnLst/>
              <a:rect l="l" t="t" r="r" b="b"/>
              <a:pathLst>
                <a:path w="386" h="555" extrusionOk="0">
                  <a:moveTo>
                    <a:pt x="217" y="1"/>
                  </a:moveTo>
                  <a:lnTo>
                    <a:pt x="145" y="25"/>
                  </a:lnTo>
                  <a:lnTo>
                    <a:pt x="97" y="49"/>
                  </a:lnTo>
                  <a:lnTo>
                    <a:pt x="49" y="97"/>
                  </a:lnTo>
                  <a:lnTo>
                    <a:pt x="25" y="193"/>
                  </a:lnTo>
                  <a:lnTo>
                    <a:pt x="1" y="290"/>
                  </a:lnTo>
                  <a:lnTo>
                    <a:pt x="25" y="410"/>
                  </a:lnTo>
                  <a:lnTo>
                    <a:pt x="49" y="482"/>
                  </a:lnTo>
                  <a:lnTo>
                    <a:pt x="97" y="530"/>
                  </a:lnTo>
                  <a:lnTo>
                    <a:pt x="145" y="554"/>
                  </a:lnTo>
                  <a:lnTo>
                    <a:pt x="242" y="530"/>
                  </a:lnTo>
                  <a:lnTo>
                    <a:pt x="338" y="482"/>
                  </a:lnTo>
                  <a:lnTo>
                    <a:pt x="362" y="410"/>
                  </a:lnTo>
                  <a:lnTo>
                    <a:pt x="386" y="314"/>
                  </a:lnTo>
                  <a:lnTo>
                    <a:pt x="362" y="193"/>
                  </a:lnTo>
                  <a:lnTo>
                    <a:pt x="314" y="121"/>
                  </a:lnTo>
                  <a:lnTo>
                    <a:pt x="266" y="49"/>
                  </a:lnTo>
                  <a:lnTo>
                    <a:pt x="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rot="-1874795">
              <a:off x="-440431" y="-314410"/>
              <a:ext cx="31414" cy="31496"/>
            </a:xfrm>
            <a:custGeom>
              <a:avLst/>
              <a:gdLst/>
              <a:ahLst/>
              <a:cxnLst/>
              <a:rect l="l" t="t" r="r" b="b"/>
              <a:pathLst>
                <a:path w="386" h="387" extrusionOk="0">
                  <a:moveTo>
                    <a:pt x="241" y="1"/>
                  </a:moveTo>
                  <a:lnTo>
                    <a:pt x="145" y="25"/>
                  </a:lnTo>
                  <a:lnTo>
                    <a:pt x="73" y="49"/>
                  </a:lnTo>
                  <a:lnTo>
                    <a:pt x="25" y="97"/>
                  </a:lnTo>
                  <a:lnTo>
                    <a:pt x="1" y="169"/>
                  </a:lnTo>
                  <a:lnTo>
                    <a:pt x="1" y="266"/>
                  </a:lnTo>
                  <a:lnTo>
                    <a:pt x="25" y="338"/>
                  </a:lnTo>
                  <a:lnTo>
                    <a:pt x="97" y="386"/>
                  </a:lnTo>
                  <a:lnTo>
                    <a:pt x="217" y="386"/>
                  </a:lnTo>
                  <a:lnTo>
                    <a:pt x="314" y="362"/>
                  </a:lnTo>
                  <a:lnTo>
                    <a:pt x="362" y="290"/>
                  </a:lnTo>
                  <a:lnTo>
                    <a:pt x="386" y="218"/>
                  </a:lnTo>
                  <a:lnTo>
                    <a:pt x="386" y="145"/>
                  </a:lnTo>
                  <a:lnTo>
                    <a:pt x="338" y="73"/>
                  </a:lnTo>
                  <a:lnTo>
                    <a:pt x="290" y="25"/>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rot="-1874795">
              <a:off x="-536720" y="-37268"/>
              <a:ext cx="27507" cy="29461"/>
            </a:xfrm>
            <a:custGeom>
              <a:avLst/>
              <a:gdLst/>
              <a:ahLst/>
              <a:cxnLst/>
              <a:rect l="l" t="t" r="r" b="b"/>
              <a:pathLst>
                <a:path w="338" h="362" extrusionOk="0">
                  <a:moveTo>
                    <a:pt x="169" y="1"/>
                  </a:moveTo>
                  <a:lnTo>
                    <a:pt x="97" y="25"/>
                  </a:lnTo>
                  <a:lnTo>
                    <a:pt x="48" y="49"/>
                  </a:lnTo>
                  <a:lnTo>
                    <a:pt x="0" y="97"/>
                  </a:lnTo>
                  <a:lnTo>
                    <a:pt x="0" y="169"/>
                  </a:lnTo>
                  <a:lnTo>
                    <a:pt x="0" y="218"/>
                  </a:lnTo>
                  <a:lnTo>
                    <a:pt x="48" y="290"/>
                  </a:lnTo>
                  <a:lnTo>
                    <a:pt x="97" y="338"/>
                  </a:lnTo>
                  <a:lnTo>
                    <a:pt x="169" y="362"/>
                  </a:lnTo>
                  <a:lnTo>
                    <a:pt x="241" y="338"/>
                  </a:lnTo>
                  <a:lnTo>
                    <a:pt x="289" y="314"/>
                  </a:lnTo>
                  <a:lnTo>
                    <a:pt x="337" y="242"/>
                  </a:lnTo>
                  <a:lnTo>
                    <a:pt x="337" y="194"/>
                  </a:lnTo>
                  <a:lnTo>
                    <a:pt x="337" y="121"/>
                  </a:lnTo>
                  <a:lnTo>
                    <a:pt x="289" y="49"/>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rot="-1874795">
              <a:off x="67415" y="-506912"/>
              <a:ext cx="27507" cy="29461"/>
            </a:xfrm>
            <a:custGeom>
              <a:avLst/>
              <a:gdLst/>
              <a:ahLst/>
              <a:cxnLst/>
              <a:rect l="l" t="t" r="r" b="b"/>
              <a:pathLst>
                <a:path w="338" h="362" extrusionOk="0">
                  <a:moveTo>
                    <a:pt x="121" y="1"/>
                  </a:moveTo>
                  <a:lnTo>
                    <a:pt x="49" y="25"/>
                  </a:lnTo>
                  <a:lnTo>
                    <a:pt x="1" y="73"/>
                  </a:lnTo>
                  <a:lnTo>
                    <a:pt x="1" y="145"/>
                  </a:lnTo>
                  <a:lnTo>
                    <a:pt x="1" y="217"/>
                  </a:lnTo>
                  <a:lnTo>
                    <a:pt x="25" y="290"/>
                  </a:lnTo>
                  <a:lnTo>
                    <a:pt x="73" y="338"/>
                  </a:lnTo>
                  <a:lnTo>
                    <a:pt x="145" y="362"/>
                  </a:lnTo>
                  <a:lnTo>
                    <a:pt x="217" y="338"/>
                  </a:lnTo>
                  <a:lnTo>
                    <a:pt x="266" y="314"/>
                  </a:lnTo>
                  <a:lnTo>
                    <a:pt x="314" y="265"/>
                  </a:lnTo>
                  <a:lnTo>
                    <a:pt x="338" y="217"/>
                  </a:lnTo>
                  <a:lnTo>
                    <a:pt x="338" y="145"/>
                  </a:lnTo>
                  <a:lnTo>
                    <a:pt x="290" y="73"/>
                  </a:lnTo>
                  <a:lnTo>
                    <a:pt x="241" y="25"/>
                  </a:lnTo>
                  <a:lnTo>
                    <a:pt x="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rot="-1874795">
              <a:off x="-265193" y="-128785"/>
              <a:ext cx="27507" cy="27508"/>
            </a:xfrm>
            <a:custGeom>
              <a:avLst/>
              <a:gdLst/>
              <a:ahLst/>
              <a:cxnLst/>
              <a:rect l="l" t="t" r="r" b="b"/>
              <a:pathLst>
                <a:path w="338" h="338" extrusionOk="0">
                  <a:moveTo>
                    <a:pt x="217" y="0"/>
                  </a:moveTo>
                  <a:lnTo>
                    <a:pt x="145" y="24"/>
                  </a:lnTo>
                  <a:lnTo>
                    <a:pt x="73" y="48"/>
                  </a:lnTo>
                  <a:lnTo>
                    <a:pt x="25" y="97"/>
                  </a:lnTo>
                  <a:lnTo>
                    <a:pt x="1" y="169"/>
                  </a:lnTo>
                  <a:lnTo>
                    <a:pt x="1" y="241"/>
                  </a:lnTo>
                  <a:lnTo>
                    <a:pt x="25" y="289"/>
                  </a:lnTo>
                  <a:lnTo>
                    <a:pt x="73" y="337"/>
                  </a:lnTo>
                  <a:lnTo>
                    <a:pt x="193" y="337"/>
                  </a:lnTo>
                  <a:lnTo>
                    <a:pt x="266" y="289"/>
                  </a:lnTo>
                  <a:lnTo>
                    <a:pt x="314" y="241"/>
                  </a:lnTo>
                  <a:lnTo>
                    <a:pt x="338" y="193"/>
                  </a:lnTo>
                  <a:lnTo>
                    <a:pt x="338" y="97"/>
                  </a:lnTo>
                  <a:lnTo>
                    <a:pt x="290" y="48"/>
                  </a:lnTo>
                  <a:lnTo>
                    <a:pt x="266" y="24"/>
                  </a:lnTo>
                  <a:lnTo>
                    <a:pt x="2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rot="-1874795">
              <a:off x="-674391" y="-258191"/>
              <a:ext cx="25554" cy="25555"/>
            </a:xfrm>
            <a:custGeom>
              <a:avLst/>
              <a:gdLst/>
              <a:ahLst/>
              <a:cxnLst/>
              <a:rect l="l" t="t" r="r" b="b"/>
              <a:pathLst>
                <a:path w="314" h="314" extrusionOk="0">
                  <a:moveTo>
                    <a:pt x="121" y="0"/>
                  </a:moveTo>
                  <a:lnTo>
                    <a:pt x="72" y="48"/>
                  </a:lnTo>
                  <a:lnTo>
                    <a:pt x="24" y="72"/>
                  </a:lnTo>
                  <a:lnTo>
                    <a:pt x="0" y="121"/>
                  </a:lnTo>
                  <a:lnTo>
                    <a:pt x="0" y="193"/>
                  </a:lnTo>
                  <a:lnTo>
                    <a:pt x="24" y="241"/>
                  </a:lnTo>
                  <a:lnTo>
                    <a:pt x="72" y="289"/>
                  </a:lnTo>
                  <a:lnTo>
                    <a:pt x="145" y="313"/>
                  </a:lnTo>
                  <a:lnTo>
                    <a:pt x="217" y="313"/>
                  </a:lnTo>
                  <a:lnTo>
                    <a:pt x="265" y="289"/>
                  </a:lnTo>
                  <a:lnTo>
                    <a:pt x="313" y="241"/>
                  </a:lnTo>
                  <a:lnTo>
                    <a:pt x="313" y="193"/>
                  </a:lnTo>
                  <a:lnTo>
                    <a:pt x="313" y="145"/>
                  </a:lnTo>
                  <a:lnTo>
                    <a:pt x="289" y="72"/>
                  </a:lnTo>
                  <a:lnTo>
                    <a:pt x="265" y="24"/>
                  </a:lnTo>
                  <a:lnTo>
                    <a:pt x="1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rot="-1874795">
              <a:off x="-73795" y="-40320"/>
              <a:ext cx="23601" cy="21648"/>
            </a:xfrm>
            <a:custGeom>
              <a:avLst/>
              <a:gdLst/>
              <a:ahLst/>
              <a:cxnLst/>
              <a:rect l="l" t="t" r="r" b="b"/>
              <a:pathLst>
                <a:path w="290" h="266" extrusionOk="0">
                  <a:moveTo>
                    <a:pt x="72" y="1"/>
                  </a:moveTo>
                  <a:lnTo>
                    <a:pt x="24" y="73"/>
                  </a:lnTo>
                  <a:lnTo>
                    <a:pt x="0" y="97"/>
                  </a:lnTo>
                  <a:lnTo>
                    <a:pt x="0" y="169"/>
                  </a:lnTo>
                  <a:lnTo>
                    <a:pt x="48" y="217"/>
                  </a:lnTo>
                  <a:lnTo>
                    <a:pt x="72" y="241"/>
                  </a:lnTo>
                  <a:lnTo>
                    <a:pt x="121" y="266"/>
                  </a:lnTo>
                  <a:lnTo>
                    <a:pt x="193" y="266"/>
                  </a:lnTo>
                  <a:lnTo>
                    <a:pt x="241" y="217"/>
                  </a:lnTo>
                  <a:lnTo>
                    <a:pt x="289" y="193"/>
                  </a:lnTo>
                  <a:lnTo>
                    <a:pt x="289" y="145"/>
                  </a:lnTo>
                  <a:lnTo>
                    <a:pt x="289" y="73"/>
                  </a:lnTo>
                  <a:lnTo>
                    <a:pt x="241" y="25"/>
                  </a:lnTo>
                  <a:lnTo>
                    <a:pt x="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rot="-1874795">
              <a:off x="-634059" y="-447300"/>
              <a:ext cx="23601" cy="23602"/>
            </a:xfrm>
            <a:custGeom>
              <a:avLst/>
              <a:gdLst/>
              <a:ahLst/>
              <a:cxnLst/>
              <a:rect l="l" t="t" r="r" b="b"/>
              <a:pathLst>
                <a:path w="290" h="290" extrusionOk="0">
                  <a:moveTo>
                    <a:pt x="145" y="1"/>
                  </a:moveTo>
                  <a:lnTo>
                    <a:pt x="97" y="25"/>
                  </a:lnTo>
                  <a:lnTo>
                    <a:pt x="24" y="49"/>
                  </a:lnTo>
                  <a:lnTo>
                    <a:pt x="0" y="97"/>
                  </a:lnTo>
                  <a:lnTo>
                    <a:pt x="0" y="145"/>
                  </a:lnTo>
                  <a:lnTo>
                    <a:pt x="0" y="194"/>
                  </a:lnTo>
                  <a:lnTo>
                    <a:pt x="48" y="242"/>
                  </a:lnTo>
                  <a:lnTo>
                    <a:pt x="72" y="290"/>
                  </a:lnTo>
                  <a:lnTo>
                    <a:pt x="193" y="290"/>
                  </a:lnTo>
                  <a:lnTo>
                    <a:pt x="241" y="242"/>
                  </a:lnTo>
                  <a:lnTo>
                    <a:pt x="289" y="194"/>
                  </a:lnTo>
                  <a:lnTo>
                    <a:pt x="289" y="145"/>
                  </a:lnTo>
                  <a:lnTo>
                    <a:pt x="289" y="97"/>
                  </a:lnTo>
                  <a:lnTo>
                    <a:pt x="265" y="49"/>
                  </a:lnTo>
                  <a:lnTo>
                    <a:pt x="217" y="25"/>
                  </a:lnTo>
                  <a:lnTo>
                    <a:pt x="1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rot="-1874795">
              <a:off x="-497580" y="-436909"/>
              <a:ext cx="25554" cy="21648"/>
            </a:xfrm>
            <a:custGeom>
              <a:avLst/>
              <a:gdLst/>
              <a:ahLst/>
              <a:cxnLst/>
              <a:rect l="l" t="t" r="r" b="b"/>
              <a:pathLst>
                <a:path w="314" h="266" extrusionOk="0">
                  <a:moveTo>
                    <a:pt x="97" y="1"/>
                  </a:moveTo>
                  <a:lnTo>
                    <a:pt x="49" y="25"/>
                  </a:lnTo>
                  <a:lnTo>
                    <a:pt x="24" y="49"/>
                  </a:lnTo>
                  <a:lnTo>
                    <a:pt x="0" y="97"/>
                  </a:lnTo>
                  <a:lnTo>
                    <a:pt x="24" y="169"/>
                  </a:lnTo>
                  <a:lnTo>
                    <a:pt x="73" y="218"/>
                  </a:lnTo>
                  <a:lnTo>
                    <a:pt x="121" y="242"/>
                  </a:lnTo>
                  <a:lnTo>
                    <a:pt x="169" y="266"/>
                  </a:lnTo>
                  <a:lnTo>
                    <a:pt x="241" y="242"/>
                  </a:lnTo>
                  <a:lnTo>
                    <a:pt x="265" y="218"/>
                  </a:lnTo>
                  <a:lnTo>
                    <a:pt x="313" y="169"/>
                  </a:lnTo>
                  <a:lnTo>
                    <a:pt x="313" y="121"/>
                  </a:lnTo>
                  <a:lnTo>
                    <a:pt x="289" y="73"/>
                  </a:lnTo>
                  <a:lnTo>
                    <a:pt x="265" y="25"/>
                  </a:lnTo>
                  <a:lnTo>
                    <a:pt x="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 name="Google Shape;440;p2"/>
          <p:cNvGrpSpPr/>
          <p:nvPr/>
        </p:nvGrpSpPr>
        <p:grpSpPr>
          <a:xfrm rot="-3599998">
            <a:off x="-2078826" y="3414251"/>
            <a:ext cx="3605679" cy="3438411"/>
            <a:chOff x="1781825" y="1787425"/>
            <a:chExt cx="804050" cy="766750"/>
          </a:xfrm>
        </p:grpSpPr>
        <p:sp>
          <p:nvSpPr>
            <p:cNvPr id="441" name="Google Shape;441;p2"/>
            <p:cNvSpPr/>
            <p:nvPr/>
          </p:nvSpPr>
          <p:spPr>
            <a:xfrm>
              <a:off x="1797450" y="2122050"/>
              <a:ext cx="356325" cy="331625"/>
            </a:xfrm>
            <a:custGeom>
              <a:avLst/>
              <a:gdLst/>
              <a:ahLst/>
              <a:cxnLst/>
              <a:rect l="l" t="t" r="r" b="b"/>
              <a:pathLst>
                <a:path w="14253" h="13265" extrusionOk="0">
                  <a:moveTo>
                    <a:pt x="9799" y="0"/>
                  </a:moveTo>
                  <a:lnTo>
                    <a:pt x="9197" y="72"/>
                  </a:lnTo>
                  <a:lnTo>
                    <a:pt x="8547" y="169"/>
                  </a:lnTo>
                  <a:lnTo>
                    <a:pt x="7993" y="313"/>
                  </a:lnTo>
                  <a:lnTo>
                    <a:pt x="7464" y="482"/>
                  </a:lnTo>
                  <a:lnTo>
                    <a:pt x="6934" y="674"/>
                  </a:lnTo>
                  <a:lnTo>
                    <a:pt x="6428" y="891"/>
                  </a:lnTo>
                  <a:lnTo>
                    <a:pt x="5923" y="1132"/>
                  </a:lnTo>
                  <a:lnTo>
                    <a:pt x="5441" y="1420"/>
                  </a:lnTo>
                  <a:lnTo>
                    <a:pt x="4960" y="1709"/>
                  </a:lnTo>
                  <a:lnTo>
                    <a:pt x="4503" y="2022"/>
                  </a:lnTo>
                  <a:lnTo>
                    <a:pt x="4045" y="2359"/>
                  </a:lnTo>
                  <a:lnTo>
                    <a:pt x="3636" y="2720"/>
                  </a:lnTo>
                  <a:lnTo>
                    <a:pt x="3203" y="3082"/>
                  </a:lnTo>
                  <a:lnTo>
                    <a:pt x="2817" y="3491"/>
                  </a:lnTo>
                  <a:lnTo>
                    <a:pt x="2432" y="3900"/>
                  </a:lnTo>
                  <a:lnTo>
                    <a:pt x="2071" y="4333"/>
                  </a:lnTo>
                  <a:lnTo>
                    <a:pt x="1734" y="4767"/>
                  </a:lnTo>
                  <a:lnTo>
                    <a:pt x="1397" y="5224"/>
                  </a:lnTo>
                  <a:lnTo>
                    <a:pt x="1181" y="5513"/>
                  </a:lnTo>
                  <a:lnTo>
                    <a:pt x="988" y="5826"/>
                  </a:lnTo>
                  <a:lnTo>
                    <a:pt x="819" y="6139"/>
                  </a:lnTo>
                  <a:lnTo>
                    <a:pt x="651" y="6452"/>
                  </a:lnTo>
                  <a:lnTo>
                    <a:pt x="506" y="6789"/>
                  </a:lnTo>
                  <a:lnTo>
                    <a:pt x="386" y="7126"/>
                  </a:lnTo>
                  <a:lnTo>
                    <a:pt x="266" y="7463"/>
                  </a:lnTo>
                  <a:lnTo>
                    <a:pt x="169" y="7800"/>
                  </a:lnTo>
                  <a:lnTo>
                    <a:pt x="97" y="8137"/>
                  </a:lnTo>
                  <a:lnTo>
                    <a:pt x="49" y="8498"/>
                  </a:lnTo>
                  <a:lnTo>
                    <a:pt x="25" y="8835"/>
                  </a:lnTo>
                  <a:lnTo>
                    <a:pt x="1" y="9172"/>
                  </a:lnTo>
                  <a:lnTo>
                    <a:pt x="1" y="9509"/>
                  </a:lnTo>
                  <a:lnTo>
                    <a:pt x="25" y="9822"/>
                  </a:lnTo>
                  <a:lnTo>
                    <a:pt x="73" y="10159"/>
                  </a:lnTo>
                  <a:lnTo>
                    <a:pt x="145" y="10472"/>
                  </a:lnTo>
                  <a:lnTo>
                    <a:pt x="218" y="10761"/>
                  </a:lnTo>
                  <a:lnTo>
                    <a:pt x="338" y="11050"/>
                  </a:lnTo>
                  <a:lnTo>
                    <a:pt x="458" y="11339"/>
                  </a:lnTo>
                  <a:lnTo>
                    <a:pt x="627" y="11603"/>
                  </a:lnTo>
                  <a:lnTo>
                    <a:pt x="795" y="11868"/>
                  </a:lnTo>
                  <a:lnTo>
                    <a:pt x="988" y="12085"/>
                  </a:lnTo>
                  <a:lnTo>
                    <a:pt x="1205" y="12302"/>
                  </a:lnTo>
                  <a:lnTo>
                    <a:pt x="1445" y="12518"/>
                  </a:lnTo>
                  <a:lnTo>
                    <a:pt x="1710" y="12687"/>
                  </a:lnTo>
                  <a:lnTo>
                    <a:pt x="1999" y="12855"/>
                  </a:lnTo>
                  <a:lnTo>
                    <a:pt x="2312" y="12976"/>
                  </a:lnTo>
                  <a:lnTo>
                    <a:pt x="2649" y="13096"/>
                  </a:lnTo>
                  <a:lnTo>
                    <a:pt x="3010" y="13168"/>
                  </a:lnTo>
                  <a:lnTo>
                    <a:pt x="3395" y="13240"/>
                  </a:lnTo>
                  <a:lnTo>
                    <a:pt x="3804" y="13264"/>
                  </a:lnTo>
                  <a:lnTo>
                    <a:pt x="4238" y="13264"/>
                  </a:lnTo>
                  <a:lnTo>
                    <a:pt x="4743" y="13240"/>
                  </a:lnTo>
                  <a:lnTo>
                    <a:pt x="5249" y="13168"/>
                  </a:lnTo>
                  <a:lnTo>
                    <a:pt x="5730" y="13072"/>
                  </a:lnTo>
                  <a:lnTo>
                    <a:pt x="6212" y="12951"/>
                  </a:lnTo>
                  <a:lnTo>
                    <a:pt x="6693" y="12807"/>
                  </a:lnTo>
                  <a:lnTo>
                    <a:pt x="7151" y="12639"/>
                  </a:lnTo>
                  <a:lnTo>
                    <a:pt x="7608" y="12446"/>
                  </a:lnTo>
                  <a:lnTo>
                    <a:pt x="8065" y="12253"/>
                  </a:lnTo>
                  <a:lnTo>
                    <a:pt x="8523" y="12013"/>
                  </a:lnTo>
                  <a:lnTo>
                    <a:pt x="8956" y="11748"/>
                  </a:lnTo>
                  <a:lnTo>
                    <a:pt x="9365" y="11483"/>
                  </a:lnTo>
                  <a:lnTo>
                    <a:pt x="9775" y="11194"/>
                  </a:lnTo>
                  <a:lnTo>
                    <a:pt x="10184" y="10905"/>
                  </a:lnTo>
                  <a:lnTo>
                    <a:pt x="10569" y="10592"/>
                  </a:lnTo>
                  <a:lnTo>
                    <a:pt x="10954" y="10255"/>
                  </a:lnTo>
                  <a:lnTo>
                    <a:pt x="11315" y="9918"/>
                  </a:lnTo>
                  <a:lnTo>
                    <a:pt x="11676" y="9557"/>
                  </a:lnTo>
                  <a:lnTo>
                    <a:pt x="12038" y="9196"/>
                  </a:lnTo>
                  <a:lnTo>
                    <a:pt x="12375" y="8787"/>
                  </a:lnTo>
                  <a:lnTo>
                    <a:pt x="12688" y="8378"/>
                  </a:lnTo>
                  <a:lnTo>
                    <a:pt x="12952" y="7968"/>
                  </a:lnTo>
                  <a:lnTo>
                    <a:pt x="13217" y="7535"/>
                  </a:lnTo>
                  <a:lnTo>
                    <a:pt x="13434" y="7102"/>
                  </a:lnTo>
                  <a:lnTo>
                    <a:pt x="13650" y="6644"/>
                  </a:lnTo>
                  <a:lnTo>
                    <a:pt x="13819" y="6211"/>
                  </a:lnTo>
                  <a:lnTo>
                    <a:pt x="13963" y="5754"/>
                  </a:lnTo>
                  <a:lnTo>
                    <a:pt x="14084" y="5296"/>
                  </a:lnTo>
                  <a:lnTo>
                    <a:pt x="14156" y="4863"/>
                  </a:lnTo>
                  <a:lnTo>
                    <a:pt x="14228" y="4406"/>
                  </a:lnTo>
                  <a:lnTo>
                    <a:pt x="14252" y="3972"/>
                  </a:lnTo>
                  <a:lnTo>
                    <a:pt x="14228" y="3563"/>
                  </a:lnTo>
                  <a:lnTo>
                    <a:pt x="14204" y="3154"/>
                  </a:lnTo>
                  <a:lnTo>
                    <a:pt x="14132" y="2744"/>
                  </a:lnTo>
                  <a:lnTo>
                    <a:pt x="14012" y="2359"/>
                  </a:lnTo>
                  <a:lnTo>
                    <a:pt x="13867" y="1998"/>
                  </a:lnTo>
                  <a:lnTo>
                    <a:pt x="13699" y="1661"/>
                  </a:lnTo>
                  <a:lnTo>
                    <a:pt x="13482" y="1348"/>
                  </a:lnTo>
                  <a:lnTo>
                    <a:pt x="13217" y="1059"/>
                  </a:lnTo>
                  <a:lnTo>
                    <a:pt x="12928" y="819"/>
                  </a:lnTo>
                  <a:lnTo>
                    <a:pt x="12615" y="578"/>
                  </a:lnTo>
                  <a:lnTo>
                    <a:pt x="12254" y="385"/>
                  </a:lnTo>
                  <a:lnTo>
                    <a:pt x="11845" y="241"/>
                  </a:lnTo>
                  <a:lnTo>
                    <a:pt x="11388" y="121"/>
                  </a:lnTo>
                  <a:lnTo>
                    <a:pt x="10906" y="24"/>
                  </a:lnTo>
                  <a:lnTo>
                    <a:pt x="103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2080925" y="2161150"/>
              <a:ext cx="9050" cy="15675"/>
            </a:xfrm>
            <a:custGeom>
              <a:avLst/>
              <a:gdLst/>
              <a:ahLst/>
              <a:cxnLst/>
              <a:rect l="l" t="t" r="r" b="b"/>
              <a:pathLst>
                <a:path w="362" h="627" extrusionOk="0">
                  <a:moveTo>
                    <a:pt x="289" y="1"/>
                  </a:moveTo>
                  <a:lnTo>
                    <a:pt x="241" y="25"/>
                  </a:lnTo>
                  <a:lnTo>
                    <a:pt x="193" y="97"/>
                  </a:lnTo>
                  <a:lnTo>
                    <a:pt x="73" y="266"/>
                  </a:lnTo>
                  <a:lnTo>
                    <a:pt x="0" y="386"/>
                  </a:lnTo>
                  <a:lnTo>
                    <a:pt x="25" y="482"/>
                  </a:lnTo>
                  <a:lnTo>
                    <a:pt x="73" y="579"/>
                  </a:lnTo>
                  <a:lnTo>
                    <a:pt x="97" y="627"/>
                  </a:lnTo>
                  <a:lnTo>
                    <a:pt x="145" y="627"/>
                  </a:lnTo>
                  <a:lnTo>
                    <a:pt x="169" y="579"/>
                  </a:lnTo>
                  <a:lnTo>
                    <a:pt x="145" y="506"/>
                  </a:lnTo>
                  <a:lnTo>
                    <a:pt x="169" y="458"/>
                  </a:lnTo>
                  <a:lnTo>
                    <a:pt x="193" y="386"/>
                  </a:lnTo>
                  <a:lnTo>
                    <a:pt x="217" y="338"/>
                  </a:lnTo>
                  <a:lnTo>
                    <a:pt x="313" y="242"/>
                  </a:lnTo>
                  <a:lnTo>
                    <a:pt x="362" y="169"/>
                  </a:lnTo>
                  <a:lnTo>
                    <a:pt x="362" y="121"/>
                  </a:lnTo>
                  <a:lnTo>
                    <a:pt x="337" y="25"/>
                  </a:lnTo>
                  <a:lnTo>
                    <a:pt x="28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2144125" y="2205700"/>
              <a:ext cx="7225" cy="8450"/>
            </a:xfrm>
            <a:custGeom>
              <a:avLst/>
              <a:gdLst/>
              <a:ahLst/>
              <a:cxnLst/>
              <a:rect l="l" t="t" r="r" b="b"/>
              <a:pathLst>
                <a:path w="289" h="338" extrusionOk="0">
                  <a:moveTo>
                    <a:pt x="72" y="0"/>
                  </a:moveTo>
                  <a:lnTo>
                    <a:pt x="24" y="24"/>
                  </a:lnTo>
                  <a:lnTo>
                    <a:pt x="0" y="73"/>
                  </a:lnTo>
                  <a:lnTo>
                    <a:pt x="0" y="145"/>
                  </a:lnTo>
                  <a:lnTo>
                    <a:pt x="0" y="241"/>
                  </a:lnTo>
                  <a:lnTo>
                    <a:pt x="48" y="313"/>
                  </a:lnTo>
                  <a:lnTo>
                    <a:pt x="120" y="337"/>
                  </a:lnTo>
                  <a:lnTo>
                    <a:pt x="193" y="337"/>
                  </a:lnTo>
                  <a:lnTo>
                    <a:pt x="265" y="313"/>
                  </a:lnTo>
                  <a:lnTo>
                    <a:pt x="289" y="289"/>
                  </a:lnTo>
                  <a:lnTo>
                    <a:pt x="265" y="241"/>
                  </a:lnTo>
                  <a:lnTo>
                    <a:pt x="169" y="169"/>
                  </a:lnTo>
                  <a:lnTo>
                    <a:pt x="145" y="145"/>
                  </a:lnTo>
                  <a:lnTo>
                    <a:pt x="145" y="121"/>
                  </a:lnTo>
                  <a:lnTo>
                    <a:pt x="193" y="97"/>
                  </a:lnTo>
                  <a:lnTo>
                    <a:pt x="217" y="48"/>
                  </a:lnTo>
                  <a:lnTo>
                    <a:pt x="217" y="24"/>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2092950" y="2144900"/>
              <a:ext cx="8450" cy="9075"/>
            </a:xfrm>
            <a:custGeom>
              <a:avLst/>
              <a:gdLst/>
              <a:ahLst/>
              <a:cxnLst/>
              <a:rect l="l" t="t" r="r" b="b"/>
              <a:pathLst>
                <a:path w="338" h="363" extrusionOk="0">
                  <a:moveTo>
                    <a:pt x="218" y="1"/>
                  </a:moveTo>
                  <a:lnTo>
                    <a:pt x="169" y="25"/>
                  </a:lnTo>
                  <a:lnTo>
                    <a:pt x="25" y="25"/>
                  </a:lnTo>
                  <a:lnTo>
                    <a:pt x="1" y="73"/>
                  </a:lnTo>
                  <a:lnTo>
                    <a:pt x="49" y="145"/>
                  </a:lnTo>
                  <a:lnTo>
                    <a:pt x="73" y="194"/>
                  </a:lnTo>
                  <a:lnTo>
                    <a:pt x="49" y="266"/>
                  </a:lnTo>
                  <a:lnTo>
                    <a:pt x="73" y="314"/>
                  </a:lnTo>
                  <a:lnTo>
                    <a:pt x="97" y="338"/>
                  </a:lnTo>
                  <a:lnTo>
                    <a:pt x="145" y="362"/>
                  </a:lnTo>
                  <a:lnTo>
                    <a:pt x="169" y="338"/>
                  </a:lnTo>
                  <a:lnTo>
                    <a:pt x="193" y="290"/>
                  </a:lnTo>
                  <a:lnTo>
                    <a:pt x="218" y="218"/>
                  </a:lnTo>
                  <a:lnTo>
                    <a:pt x="242" y="194"/>
                  </a:lnTo>
                  <a:lnTo>
                    <a:pt x="290" y="194"/>
                  </a:lnTo>
                  <a:lnTo>
                    <a:pt x="314" y="169"/>
                  </a:lnTo>
                  <a:lnTo>
                    <a:pt x="338" y="145"/>
                  </a:lnTo>
                  <a:lnTo>
                    <a:pt x="338" y="97"/>
                  </a:lnTo>
                  <a:lnTo>
                    <a:pt x="314" y="73"/>
                  </a:lnTo>
                  <a:lnTo>
                    <a:pt x="242" y="25"/>
                  </a:lnTo>
                  <a:lnTo>
                    <a:pt x="21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2068275" y="2297175"/>
              <a:ext cx="9050" cy="6050"/>
            </a:xfrm>
            <a:custGeom>
              <a:avLst/>
              <a:gdLst/>
              <a:ahLst/>
              <a:cxnLst/>
              <a:rect l="l" t="t" r="r" b="b"/>
              <a:pathLst>
                <a:path w="362" h="242" extrusionOk="0">
                  <a:moveTo>
                    <a:pt x="266" y="0"/>
                  </a:moveTo>
                  <a:lnTo>
                    <a:pt x="193" y="24"/>
                  </a:lnTo>
                  <a:lnTo>
                    <a:pt x="25" y="24"/>
                  </a:lnTo>
                  <a:lnTo>
                    <a:pt x="1" y="73"/>
                  </a:lnTo>
                  <a:lnTo>
                    <a:pt x="1" y="97"/>
                  </a:lnTo>
                  <a:lnTo>
                    <a:pt x="49" y="145"/>
                  </a:lnTo>
                  <a:lnTo>
                    <a:pt x="97" y="193"/>
                  </a:lnTo>
                  <a:lnTo>
                    <a:pt x="145" y="217"/>
                  </a:lnTo>
                  <a:lnTo>
                    <a:pt x="218" y="241"/>
                  </a:lnTo>
                  <a:lnTo>
                    <a:pt x="290" y="217"/>
                  </a:lnTo>
                  <a:lnTo>
                    <a:pt x="338" y="169"/>
                  </a:lnTo>
                  <a:lnTo>
                    <a:pt x="362" y="121"/>
                  </a:lnTo>
                  <a:lnTo>
                    <a:pt x="362" y="73"/>
                  </a:lnTo>
                  <a:lnTo>
                    <a:pt x="338" y="49"/>
                  </a:lnTo>
                  <a:lnTo>
                    <a:pt x="31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2001475" y="2168975"/>
              <a:ext cx="7850" cy="6050"/>
            </a:xfrm>
            <a:custGeom>
              <a:avLst/>
              <a:gdLst/>
              <a:ahLst/>
              <a:cxnLst/>
              <a:rect l="l" t="t" r="r" b="b"/>
              <a:pathLst>
                <a:path w="314" h="242" extrusionOk="0">
                  <a:moveTo>
                    <a:pt x="169" y="1"/>
                  </a:moveTo>
                  <a:lnTo>
                    <a:pt x="121" y="25"/>
                  </a:lnTo>
                  <a:lnTo>
                    <a:pt x="49" y="49"/>
                  </a:lnTo>
                  <a:lnTo>
                    <a:pt x="25" y="97"/>
                  </a:lnTo>
                  <a:lnTo>
                    <a:pt x="1" y="145"/>
                  </a:lnTo>
                  <a:lnTo>
                    <a:pt x="25" y="193"/>
                  </a:lnTo>
                  <a:lnTo>
                    <a:pt x="49" y="242"/>
                  </a:lnTo>
                  <a:lnTo>
                    <a:pt x="217" y="242"/>
                  </a:lnTo>
                  <a:lnTo>
                    <a:pt x="290" y="169"/>
                  </a:lnTo>
                  <a:lnTo>
                    <a:pt x="314" y="145"/>
                  </a:lnTo>
                  <a:lnTo>
                    <a:pt x="290" y="97"/>
                  </a:lnTo>
                  <a:lnTo>
                    <a:pt x="290" y="73"/>
                  </a:lnTo>
                  <a:lnTo>
                    <a:pt x="241"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2065875" y="2247225"/>
              <a:ext cx="7250" cy="7250"/>
            </a:xfrm>
            <a:custGeom>
              <a:avLst/>
              <a:gdLst/>
              <a:ahLst/>
              <a:cxnLst/>
              <a:rect l="l" t="t" r="r" b="b"/>
              <a:pathLst>
                <a:path w="290" h="290" extrusionOk="0">
                  <a:moveTo>
                    <a:pt x="145" y="0"/>
                  </a:moveTo>
                  <a:lnTo>
                    <a:pt x="97" y="24"/>
                  </a:lnTo>
                  <a:lnTo>
                    <a:pt x="25" y="97"/>
                  </a:lnTo>
                  <a:lnTo>
                    <a:pt x="1" y="145"/>
                  </a:lnTo>
                  <a:lnTo>
                    <a:pt x="1" y="193"/>
                  </a:lnTo>
                  <a:lnTo>
                    <a:pt x="25" y="265"/>
                  </a:lnTo>
                  <a:lnTo>
                    <a:pt x="73" y="289"/>
                  </a:lnTo>
                  <a:lnTo>
                    <a:pt x="121" y="265"/>
                  </a:lnTo>
                  <a:lnTo>
                    <a:pt x="169" y="241"/>
                  </a:lnTo>
                  <a:lnTo>
                    <a:pt x="241" y="145"/>
                  </a:lnTo>
                  <a:lnTo>
                    <a:pt x="289" y="48"/>
                  </a:lnTo>
                  <a:lnTo>
                    <a:pt x="24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2032175" y="2327875"/>
              <a:ext cx="5450" cy="6025"/>
            </a:xfrm>
            <a:custGeom>
              <a:avLst/>
              <a:gdLst/>
              <a:ahLst/>
              <a:cxnLst/>
              <a:rect l="l" t="t" r="r" b="b"/>
              <a:pathLst>
                <a:path w="218" h="241" extrusionOk="0">
                  <a:moveTo>
                    <a:pt x="97" y="0"/>
                  </a:moveTo>
                  <a:lnTo>
                    <a:pt x="49" y="24"/>
                  </a:lnTo>
                  <a:lnTo>
                    <a:pt x="25" y="48"/>
                  </a:lnTo>
                  <a:lnTo>
                    <a:pt x="0" y="72"/>
                  </a:lnTo>
                  <a:lnTo>
                    <a:pt x="0" y="121"/>
                  </a:lnTo>
                  <a:lnTo>
                    <a:pt x="49" y="193"/>
                  </a:lnTo>
                  <a:lnTo>
                    <a:pt x="73" y="217"/>
                  </a:lnTo>
                  <a:lnTo>
                    <a:pt x="121" y="241"/>
                  </a:lnTo>
                  <a:lnTo>
                    <a:pt x="169" y="217"/>
                  </a:lnTo>
                  <a:lnTo>
                    <a:pt x="217" y="193"/>
                  </a:lnTo>
                  <a:lnTo>
                    <a:pt x="217" y="145"/>
                  </a:lnTo>
                  <a:lnTo>
                    <a:pt x="217" y="96"/>
                  </a:lnTo>
                  <a:lnTo>
                    <a:pt x="217" y="72"/>
                  </a:lnTo>
                  <a:lnTo>
                    <a:pt x="193"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2041200" y="2200275"/>
              <a:ext cx="6650" cy="5450"/>
            </a:xfrm>
            <a:custGeom>
              <a:avLst/>
              <a:gdLst/>
              <a:ahLst/>
              <a:cxnLst/>
              <a:rect l="l" t="t" r="r" b="b"/>
              <a:pathLst>
                <a:path w="266" h="218" extrusionOk="0">
                  <a:moveTo>
                    <a:pt x="97" y="1"/>
                  </a:moveTo>
                  <a:lnTo>
                    <a:pt x="73" y="49"/>
                  </a:lnTo>
                  <a:lnTo>
                    <a:pt x="1" y="193"/>
                  </a:lnTo>
                  <a:lnTo>
                    <a:pt x="97" y="217"/>
                  </a:lnTo>
                  <a:lnTo>
                    <a:pt x="193" y="217"/>
                  </a:lnTo>
                  <a:lnTo>
                    <a:pt x="241" y="193"/>
                  </a:lnTo>
                  <a:lnTo>
                    <a:pt x="265" y="145"/>
                  </a:lnTo>
                  <a:lnTo>
                    <a:pt x="241"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2105000" y="2178625"/>
              <a:ext cx="5450" cy="6025"/>
            </a:xfrm>
            <a:custGeom>
              <a:avLst/>
              <a:gdLst/>
              <a:ahLst/>
              <a:cxnLst/>
              <a:rect l="l" t="t" r="r" b="b"/>
              <a:pathLst>
                <a:path w="218" h="241" extrusionOk="0">
                  <a:moveTo>
                    <a:pt x="97" y="0"/>
                  </a:moveTo>
                  <a:lnTo>
                    <a:pt x="24" y="48"/>
                  </a:lnTo>
                  <a:lnTo>
                    <a:pt x="0" y="96"/>
                  </a:lnTo>
                  <a:lnTo>
                    <a:pt x="0" y="144"/>
                  </a:lnTo>
                  <a:lnTo>
                    <a:pt x="49" y="193"/>
                  </a:lnTo>
                  <a:lnTo>
                    <a:pt x="97" y="241"/>
                  </a:lnTo>
                  <a:lnTo>
                    <a:pt x="145" y="241"/>
                  </a:lnTo>
                  <a:lnTo>
                    <a:pt x="193" y="217"/>
                  </a:lnTo>
                  <a:lnTo>
                    <a:pt x="217" y="144"/>
                  </a:lnTo>
                  <a:lnTo>
                    <a:pt x="217" y="96"/>
                  </a:lnTo>
                  <a:lnTo>
                    <a:pt x="193" y="48"/>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2069500" y="2214725"/>
              <a:ext cx="7225" cy="6050"/>
            </a:xfrm>
            <a:custGeom>
              <a:avLst/>
              <a:gdLst/>
              <a:ahLst/>
              <a:cxnLst/>
              <a:rect l="l" t="t" r="r" b="b"/>
              <a:pathLst>
                <a:path w="289" h="242" extrusionOk="0">
                  <a:moveTo>
                    <a:pt x="24" y="0"/>
                  </a:moveTo>
                  <a:lnTo>
                    <a:pt x="0" y="24"/>
                  </a:lnTo>
                  <a:lnTo>
                    <a:pt x="0" y="73"/>
                  </a:lnTo>
                  <a:lnTo>
                    <a:pt x="48" y="121"/>
                  </a:lnTo>
                  <a:lnTo>
                    <a:pt x="120" y="217"/>
                  </a:lnTo>
                  <a:lnTo>
                    <a:pt x="169" y="241"/>
                  </a:lnTo>
                  <a:lnTo>
                    <a:pt x="217" y="241"/>
                  </a:lnTo>
                  <a:lnTo>
                    <a:pt x="265" y="217"/>
                  </a:lnTo>
                  <a:lnTo>
                    <a:pt x="289" y="169"/>
                  </a:lnTo>
                  <a:lnTo>
                    <a:pt x="289" y="121"/>
                  </a:lnTo>
                  <a:lnTo>
                    <a:pt x="241" y="97"/>
                  </a:lnTo>
                  <a:lnTo>
                    <a:pt x="169"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a:off x="2126675" y="2214725"/>
              <a:ext cx="5425" cy="6050"/>
            </a:xfrm>
            <a:custGeom>
              <a:avLst/>
              <a:gdLst/>
              <a:ahLst/>
              <a:cxnLst/>
              <a:rect l="l" t="t" r="r" b="b"/>
              <a:pathLst>
                <a:path w="217" h="242" extrusionOk="0">
                  <a:moveTo>
                    <a:pt x="72" y="0"/>
                  </a:moveTo>
                  <a:lnTo>
                    <a:pt x="24" y="24"/>
                  </a:lnTo>
                  <a:lnTo>
                    <a:pt x="0" y="97"/>
                  </a:lnTo>
                  <a:lnTo>
                    <a:pt x="0" y="169"/>
                  </a:lnTo>
                  <a:lnTo>
                    <a:pt x="48" y="217"/>
                  </a:lnTo>
                  <a:lnTo>
                    <a:pt x="120" y="241"/>
                  </a:lnTo>
                  <a:lnTo>
                    <a:pt x="193" y="241"/>
                  </a:lnTo>
                  <a:lnTo>
                    <a:pt x="217" y="217"/>
                  </a:lnTo>
                  <a:lnTo>
                    <a:pt x="217" y="193"/>
                  </a:lnTo>
                  <a:lnTo>
                    <a:pt x="217" y="121"/>
                  </a:lnTo>
                  <a:lnTo>
                    <a:pt x="193" y="49"/>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a:off x="2055650" y="2222550"/>
              <a:ext cx="6050" cy="5450"/>
            </a:xfrm>
            <a:custGeom>
              <a:avLst/>
              <a:gdLst/>
              <a:ahLst/>
              <a:cxnLst/>
              <a:rect l="l" t="t" r="r" b="b"/>
              <a:pathLst>
                <a:path w="242" h="218" extrusionOk="0">
                  <a:moveTo>
                    <a:pt x="145" y="0"/>
                  </a:moveTo>
                  <a:lnTo>
                    <a:pt x="73" y="24"/>
                  </a:lnTo>
                  <a:lnTo>
                    <a:pt x="24" y="48"/>
                  </a:lnTo>
                  <a:lnTo>
                    <a:pt x="0" y="97"/>
                  </a:lnTo>
                  <a:lnTo>
                    <a:pt x="0" y="121"/>
                  </a:lnTo>
                  <a:lnTo>
                    <a:pt x="24" y="145"/>
                  </a:lnTo>
                  <a:lnTo>
                    <a:pt x="48" y="169"/>
                  </a:lnTo>
                  <a:lnTo>
                    <a:pt x="217" y="217"/>
                  </a:lnTo>
                  <a:lnTo>
                    <a:pt x="241" y="121"/>
                  </a:lnTo>
                  <a:lnTo>
                    <a:pt x="241" y="73"/>
                  </a:lnTo>
                  <a:lnTo>
                    <a:pt x="241"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a:off x="2034575" y="2168975"/>
              <a:ext cx="4850" cy="8450"/>
            </a:xfrm>
            <a:custGeom>
              <a:avLst/>
              <a:gdLst/>
              <a:ahLst/>
              <a:cxnLst/>
              <a:rect l="l" t="t" r="r" b="b"/>
              <a:pathLst>
                <a:path w="194" h="338" extrusionOk="0">
                  <a:moveTo>
                    <a:pt x="145" y="1"/>
                  </a:moveTo>
                  <a:lnTo>
                    <a:pt x="97" y="25"/>
                  </a:lnTo>
                  <a:lnTo>
                    <a:pt x="73" y="49"/>
                  </a:lnTo>
                  <a:lnTo>
                    <a:pt x="25" y="145"/>
                  </a:lnTo>
                  <a:lnTo>
                    <a:pt x="1" y="266"/>
                  </a:lnTo>
                  <a:lnTo>
                    <a:pt x="25" y="314"/>
                  </a:lnTo>
                  <a:lnTo>
                    <a:pt x="73" y="338"/>
                  </a:lnTo>
                  <a:lnTo>
                    <a:pt x="97" y="338"/>
                  </a:lnTo>
                  <a:lnTo>
                    <a:pt x="121" y="290"/>
                  </a:lnTo>
                  <a:lnTo>
                    <a:pt x="169" y="218"/>
                  </a:lnTo>
                  <a:lnTo>
                    <a:pt x="193" y="97"/>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a:off x="2048425" y="2149725"/>
              <a:ext cx="7250" cy="5450"/>
            </a:xfrm>
            <a:custGeom>
              <a:avLst/>
              <a:gdLst/>
              <a:ahLst/>
              <a:cxnLst/>
              <a:rect l="l" t="t" r="r" b="b"/>
              <a:pathLst>
                <a:path w="290" h="218" extrusionOk="0">
                  <a:moveTo>
                    <a:pt x="193" y="1"/>
                  </a:moveTo>
                  <a:lnTo>
                    <a:pt x="49" y="49"/>
                  </a:lnTo>
                  <a:lnTo>
                    <a:pt x="25" y="73"/>
                  </a:lnTo>
                  <a:lnTo>
                    <a:pt x="0" y="97"/>
                  </a:lnTo>
                  <a:lnTo>
                    <a:pt x="25" y="121"/>
                  </a:lnTo>
                  <a:lnTo>
                    <a:pt x="49" y="145"/>
                  </a:lnTo>
                  <a:lnTo>
                    <a:pt x="169" y="217"/>
                  </a:lnTo>
                  <a:lnTo>
                    <a:pt x="217" y="217"/>
                  </a:lnTo>
                  <a:lnTo>
                    <a:pt x="265" y="193"/>
                  </a:lnTo>
                  <a:lnTo>
                    <a:pt x="289" y="169"/>
                  </a:lnTo>
                  <a:lnTo>
                    <a:pt x="289" y="121"/>
                  </a:lnTo>
                  <a:lnTo>
                    <a:pt x="289" y="97"/>
                  </a:lnTo>
                  <a:lnTo>
                    <a:pt x="265" y="49"/>
                  </a:lnTo>
                  <a:lnTo>
                    <a:pt x="241"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a:off x="2105000" y="2233375"/>
              <a:ext cx="5450" cy="5450"/>
            </a:xfrm>
            <a:custGeom>
              <a:avLst/>
              <a:gdLst/>
              <a:ahLst/>
              <a:cxnLst/>
              <a:rect l="l" t="t" r="r" b="b"/>
              <a:pathLst>
                <a:path w="218" h="218" extrusionOk="0">
                  <a:moveTo>
                    <a:pt x="97" y="1"/>
                  </a:moveTo>
                  <a:lnTo>
                    <a:pt x="49" y="25"/>
                  </a:lnTo>
                  <a:lnTo>
                    <a:pt x="24" y="49"/>
                  </a:lnTo>
                  <a:lnTo>
                    <a:pt x="0" y="97"/>
                  </a:lnTo>
                  <a:lnTo>
                    <a:pt x="0" y="145"/>
                  </a:lnTo>
                  <a:lnTo>
                    <a:pt x="0" y="193"/>
                  </a:lnTo>
                  <a:lnTo>
                    <a:pt x="49" y="217"/>
                  </a:lnTo>
                  <a:lnTo>
                    <a:pt x="121" y="217"/>
                  </a:lnTo>
                  <a:lnTo>
                    <a:pt x="193" y="193"/>
                  </a:lnTo>
                  <a:lnTo>
                    <a:pt x="217" y="145"/>
                  </a:lnTo>
                  <a:lnTo>
                    <a:pt x="217" y="97"/>
                  </a:lnTo>
                  <a:lnTo>
                    <a:pt x="193" y="49"/>
                  </a:lnTo>
                  <a:lnTo>
                    <a:pt x="169" y="25"/>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a:off x="1972600" y="2158150"/>
              <a:ext cx="5425" cy="5450"/>
            </a:xfrm>
            <a:custGeom>
              <a:avLst/>
              <a:gdLst/>
              <a:ahLst/>
              <a:cxnLst/>
              <a:rect l="l" t="t" r="r" b="b"/>
              <a:pathLst>
                <a:path w="217" h="218" extrusionOk="0">
                  <a:moveTo>
                    <a:pt x="121" y="1"/>
                  </a:moveTo>
                  <a:lnTo>
                    <a:pt x="48" y="25"/>
                  </a:lnTo>
                  <a:lnTo>
                    <a:pt x="0" y="97"/>
                  </a:lnTo>
                  <a:lnTo>
                    <a:pt x="0" y="145"/>
                  </a:lnTo>
                  <a:lnTo>
                    <a:pt x="24" y="193"/>
                  </a:lnTo>
                  <a:lnTo>
                    <a:pt x="72" y="217"/>
                  </a:lnTo>
                  <a:lnTo>
                    <a:pt x="97" y="217"/>
                  </a:lnTo>
                  <a:lnTo>
                    <a:pt x="145" y="193"/>
                  </a:lnTo>
                  <a:lnTo>
                    <a:pt x="193" y="169"/>
                  </a:lnTo>
                  <a:lnTo>
                    <a:pt x="217" y="121"/>
                  </a:lnTo>
                  <a:lnTo>
                    <a:pt x="217"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a:off x="2029175" y="2258050"/>
              <a:ext cx="4825" cy="6050"/>
            </a:xfrm>
            <a:custGeom>
              <a:avLst/>
              <a:gdLst/>
              <a:ahLst/>
              <a:cxnLst/>
              <a:rect l="l" t="t" r="r" b="b"/>
              <a:pathLst>
                <a:path w="193" h="242" extrusionOk="0">
                  <a:moveTo>
                    <a:pt x="48" y="1"/>
                  </a:moveTo>
                  <a:lnTo>
                    <a:pt x="0" y="25"/>
                  </a:lnTo>
                  <a:lnTo>
                    <a:pt x="0" y="73"/>
                  </a:lnTo>
                  <a:lnTo>
                    <a:pt x="24" y="145"/>
                  </a:lnTo>
                  <a:lnTo>
                    <a:pt x="72" y="217"/>
                  </a:lnTo>
                  <a:lnTo>
                    <a:pt x="96" y="241"/>
                  </a:lnTo>
                  <a:lnTo>
                    <a:pt x="169" y="241"/>
                  </a:lnTo>
                  <a:lnTo>
                    <a:pt x="193" y="193"/>
                  </a:lnTo>
                  <a:lnTo>
                    <a:pt x="145" y="121"/>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a:off x="2118225" y="2156350"/>
              <a:ext cx="5450" cy="5425"/>
            </a:xfrm>
            <a:custGeom>
              <a:avLst/>
              <a:gdLst/>
              <a:ahLst/>
              <a:cxnLst/>
              <a:rect l="l" t="t" r="r" b="b"/>
              <a:pathLst>
                <a:path w="218" h="217" extrusionOk="0">
                  <a:moveTo>
                    <a:pt x="49" y="0"/>
                  </a:moveTo>
                  <a:lnTo>
                    <a:pt x="25" y="48"/>
                  </a:lnTo>
                  <a:lnTo>
                    <a:pt x="1" y="97"/>
                  </a:lnTo>
                  <a:lnTo>
                    <a:pt x="25" y="145"/>
                  </a:lnTo>
                  <a:lnTo>
                    <a:pt x="73" y="193"/>
                  </a:lnTo>
                  <a:lnTo>
                    <a:pt x="97" y="217"/>
                  </a:lnTo>
                  <a:lnTo>
                    <a:pt x="145" y="217"/>
                  </a:lnTo>
                  <a:lnTo>
                    <a:pt x="194" y="193"/>
                  </a:lnTo>
                  <a:lnTo>
                    <a:pt x="218" y="145"/>
                  </a:lnTo>
                  <a:lnTo>
                    <a:pt x="218" y="73"/>
                  </a:lnTo>
                  <a:lnTo>
                    <a:pt x="169" y="48"/>
                  </a:lnTo>
                  <a:lnTo>
                    <a:pt x="121"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a:off x="2052625" y="2174400"/>
              <a:ext cx="4850" cy="6050"/>
            </a:xfrm>
            <a:custGeom>
              <a:avLst/>
              <a:gdLst/>
              <a:ahLst/>
              <a:cxnLst/>
              <a:rect l="l" t="t" r="r" b="b"/>
              <a:pathLst>
                <a:path w="194" h="242" extrusionOk="0">
                  <a:moveTo>
                    <a:pt x="49" y="1"/>
                  </a:moveTo>
                  <a:lnTo>
                    <a:pt x="25" y="49"/>
                  </a:lnTo>
                  <a:lnTo>
                    <a:pt x="1" y="97"/>
                  </a:lnTo>
                  <a:lnTo>
                    <a:pt x="25" y="145"/>
                  </a:lnTo>
                  <a:lnTo>
                    <a:pt x="25" y="193"/>
                  </a:lnTo>
                  <a:lnTo>
                    <a:pt x="73" y="217"/>
                  </a:lnTo>
                  <a:lnTo>
                    <a:pt x="97" y="241"/>
                  </a:lnTo>
                  <a:lnTo>
                    <a:pt x="145" y="241"/>
                  </a:lnTo>
                  <a:lnTo>
                    <a:pt x="169" y="217"/>
                  </a:lnTo>
                  <a:lnTo>
                    <a:pt x="194" y="169"/>
                  </a:lnTo>
                  <a:lnTo>
                    <a:pt x="194" y="121"/>
                  </a:lnTo>
                  <a:lnTo>
                    <a:pt x="194" y="73"/>
                  </a:lnTo>
                  <a:lnTo>
                    <a:pt x="169"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a:off x="1964175" y="2181625"/>
              <a:ext cx="5425" cy="4825"/>
            </a:xfrm>
            <a:custGeom>
              <a:avLst/>
              <a:gdLst/>
              <a:ahLst/>
              <a:cxnLst/>
              <a:rect l="l" t="t" r="r" b="b"/>
              <a:pathLst>
                <a:path w="217" h="193" extrusionOk="0">
                  <a:moveTo>
                    <a:pt x="97" y="0"/>
                  </a:moveTo>
                  <a:lnTo>
                    <a:pt x="72" y="24"/>
                  </a:lnTo>
                  <a:lnTo>
                    <a:pt x="24" y="49"/>
                  </a:lnTo>
                  <a:lnTo>
                    <a:pt x="0" y="73"/>
                  </a:lnTo>
                  <a:lnTo>
                    <a:pt x="0" y="121"/>
                  </a:lnTo>
                  <a:lnTo>
                    <a:pt x="24" y="169"/>
                  </a:lnTo>
                  <a:lnTo>
                    <a:pt x="48" y="193"/>
                  </a:lnTo>
                  <a:lnTo>
                    <a:pt x="97" y="193"/>
                  </a:lnTo>
                  <a:lnTo>
                    <a:pt x="145" y="169"/>
                  </a:lnTo>
                  <a:lnTo>
                    <a:pt x="217" y="121"/>
                  </a:lnTo>
                  <a:lnTo>
                    <a:pt x="217" y="49"/>
                  </a:lnTo>
                  <a:lnTo>
                    <a:pt x="19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a:off x="2088150" y="2133475"/>
              <a:ext cx="4825" cy="6050"/>
            </a:xfrm>
            <a:custGeom>
              <a:avLst/>
              <a:gdLst/>
              <a:ahLst/>
              <a:cxnLst/>
              <a:rect l="l" t="t" r="r" b="b"/>
              <a:pathLst>
                <a:path w="193" h="242" extrusionOk="0">
                  <a:moveTo>
                    <a:pt x="97" y="1"/>
                  </a:moveTo>
                  <a:lnTo>
                    <a:pt x="48" y="49"/>
                  </a:lnTo>
                  <a:lnTo>
                    <a:pt x="24" y="97"/>
                  </a:lnTo>
                  <a:lnTo>
                    <a:pt x="0" y="169"/>
                  </a:lnTo>
                  <a:lnTo>
                    <a:pt x="24" y="217"/>
                  </a:lnTo>
                  <a:lnTo>
                    <a:pt x="48" y="241"/>
                  </a:lnTo>
                  <a:lnTo>
                    <a:pt x="121" y="241"/>
                  </a:lnTo>
                  <a:lnTo>
                    <a:pt x="169" y="145"/>
                  </a:lnTo>
                  <a:lnTo>
                    <a:pt x="193" y="73"/>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a:off x="2026750" y="2295375"/>
              <a:ext cx="6050" cy="3625"/>
            </a:xfrm>
            <a:custGeom>
              <a:avLst/>
              <a:gdLst/>
              <a:ahLst/>
              <a:cxnLst/>
              <a:rect l="l" t="t" r="r" b="b"/>
              <a:pathLst>
                <a:path w="242" h="145" extrusionOk="0">
                  <a:moveTo>
                    <a:pt x="73" y="0"/>
                  </a:moveTo>
                  <a:lnTo>
                    <a:pt x="25" y="24"/>
                  </a:lnTo>
                  <a:lnTo>
                    <a:pt x="1" y="72"/>
                  </a:lnTo>
                  <a:lnTo>
                    <a:pt x="1" y="96"/>
                  </a:lnTo>
                  <a:lnTo>
                    <a:pt x="1" y="145"/>
                  </a:lnTo>
                  <a:lnTo>
                    <a:pt x="193" y="145"/>
                  </a:lnTo>
                  <a:lnTo>
                    <a:pt x="217" y="121"/>
                  </a:lnTo>
                  <a:lnTo>
                    <a:pt x="242" y="72"/>
                  </a:lnTo>
                  <a:lnTo>
                    <a:pt x="242"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a:off x="2105600" y="2168375"/>
              <a:ext cx="4850" cy="5450"/>
            </a:xfrm>
            <a:custGeom>
              <a:avLst/>
              <a:gdLst/>
              <a:ahLst/>
              <a:cxnLst/>
              <a:rect l="l" t="t" r="r" b="b"/>
              <a:pathLst>
                <a:path w="194" h="218" extrusionOk="0">
                  <a:moveTo>
                    <a:pt x="97" y="1"/>
                  </a:moveTo>
                  <a:lnTo>
                    <a:pt x="49" y="25"/>
                  </a:lnTo>
                  <a:lnTo>
                    <a:pt x="25" y="49"/>
                  </a:lnTo>
                  <a:lnTo>
                    <a:pt x="0" y="73"/>
                  </a:lnTo>
                  <a:lnTo>
                    <a:pt x="0" y="121"/>
                  </a:lnTo>
                  <a:lnTo>
                    <a:pt x="49" y="193"/>
                  </a:lnTo>
                  <a:lnTo>
                    <a:pt x="73" y="217"/>
                  </a:lnTo>
                  <a:lnTo>
                    <a:pt x="97" y="217"/>
                  </a:lnTo>
                  <a:lnTo>
                    <a:pt x="145" y="193"/>
                  </a:lnTo>
                  <a:lnTo>
                    <a:pt x="169" y="169"/>
                  </a:lnTo>
                  <a:lnTo>
                    <a:pt x="193" y="97"/>
                  </a:lnTo>
                  <a:lnTo>
                    <a:pt x="193" y="73"/>
                  </a:lnTo>
                  <a:lnTo>
                    <a:pt x="169" y="49"/>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a:off x="2027350" y="2199075"/>
              <a:ext cx="3650" cy="5450"/>
            </a:xfrm>
            <a:custGeom>
              <a:avLst/>
              <a:gdLst/>
              <a:ahLst/>
              <a:cxnLst/>
              <a:rect l="l" t="t" r="r" b="b"/>
              <a:pathLst>
                <a:path w="146" h="218" extrusionOk="0">
                  <a:moveTo>
                    <a:pt x="49" y="1"/>
                  </a:moveTo>
                  <a:lnTo>
                    <a:pt x="25" y="25"/>
                  </a:lnTo>
                  <a:lnTo>
                    <a:pt x="1" y="49"/>
                  </a:lnTo>
                  <a:lnTo>
                    <a:pt x="1" y="121"/>
                  </a:lnTo>
                  <a:lnTo>
                    <a:pt x="49" y="193"/>
                  </a:lnTo>
                  <a:lnTo>
                    <a:pt x="97" y="217"/>
                  </a:lnTo>
                  <a:lnTo>
                    <a:pt x="145" y="193"/>
                  </a:lnTo>
                  <a:lnTo>
                    <a:pt x="145" y="169"/>
                  </a:lnTo>
                  <a:lnTo>
                    <a:pt x="145" y="97"/>
                  </a:lnTo>
                  <a:lnTo>
                    <a:pt x="121"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a:off x="1991850" y="2257450"/>
              <a:ext cx="4250" cy="4250"/>
            </a:xfrm>
            <a:custGeom>
              <a:avLst/>
              <a:gdLst/>
              <a:ahLst/>
              <a:cxnLst/>
              <a:rect l="l" t="t" r="r" b="b"/>
              <a:pathLst>
                <a:path w="170" h="170" extrusionOk="0">
                  <a:moveTo>
                    <a:pt x="25" y="1"/>
                  </a:moveTo>
                  <a:lnTo>
                    <a:pt x="1" y="25"/>
                  </a:lnTo>
                  <a:lnTo>
                    <a:pt x="1" y="73"/>
                  </a:lnTo>
                  <a:lnTo>
                    <a:pt x="1" y="97"/>
                  </a:lnTo>
                  <a:lnTo>
                    <a:pt x="25" y="145"/>
                  </a:lnTo>
                  <a:lnTo>
                    <a:pt x="73" y="169"/>
                  </a:lnTo>
                  <a:lnTo>
                    <a:pt x="145" y="145"/>
                  </a:lnTo>
                  <a:lnTo>
                    <a:pt x="169" y="121"/>
                  </a:lnTo>
                  <a:lnTo>
                    <a:pt x="169" y="73"/>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a:off x="2012325" y="2309200"/>
              <a:ext cx="6025" cy="4250"/>
            </a:xfrm>
            <a:custGeom>
              <a:avLst/>
              <a:gdLst/>
              <a:ahLst/>
              <a:cxnLst/>
              <a:rect l="l" t="t" r="r" b="b"/>
              <a:pathLst>
                <a:path w="241" h="170" extrusionOk="0">
                  <a:moveTo>
                    <a:pt x="120" y="1"/>
                  </a:moveTo>
                  <a:lnTo>
                    <a:pt x="48" y="49"/>
                  </a:lnTo>
                  <a:lnTo>
                    <a:pt x="0" y="97"/>
                  </a:lnTo>
                  <a:lnTo>
                    <a:pt x="0" y="121"/>
                  </a:lnTo>
                  <a:lnTo>
                    <a:pt x="24" y="145"/>
                  </a:lnTo>
                  <a:lnTo>
                    <a:pt x="96" y="169"/>
                  </a:lnTo>
                  <a:lnTo>
                    <a:pt x="193" y="121"/>
                  </a:lnTo>
                  <a:lnTo>
                    <a:pt x="241" y="73"/>
                  </a:lnTo>
                  <a:lnTo>
                    <a:pt x="217"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a:off x="2104400" y="2210500"/>
              <a:ext cx="4825" cy="4850"/>
            </a:xfrm>
            <a:custGeom>
              <a:avLst/>
              <a:gdLst/>
              <a:ahLst/>
              <a:cxnLst/>
              <a:rect l="l" t="t" r="r" b="b"/>
              <a:pathLst>
                <a:path w="193" h="194" extrusionOk="0">
                  <a:moveTo>
                    <a:pt x="24" y="1"/>
                  </a:moveTo>
                  <a:lnTo>
                    <a:pt x="0" y="121"/>
                  </a:lnTo>
                  <a:lnTo>
                    <a:pt x="0" y="145"/>
                  </a:lnTo>
                  <a:lnTo>
                    <a:pt x="0" y="169"/>
                  </a:lnTo>
                  <a:lnTo>
                    <a:pt x="48" y="193"/>
                  </a:lnTo>
                  <a:lnTo>
                    <a:pt x="121" y="169"/>
                  </a:lnTo>
                  <a:lnTo>
                    <a:pt x="169" y="121"/>
                  </a:lnTo>
                  <a:lnTo>
                    <a:pt x="193" y="73"/>
                  </a:lnTo>
                  <a:lnTo>
                    <a:pt x="169" y="49"/>
                  </a:lnTo>
                  <a:lnTo>
                    <a:pt x="145"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a:off x="2048425" y="2229175"/>
              <a:ext cx="4225" cy="5425"/>
            </a:xfrm>
            <a:custGeom>
              <a:avLst/>
              <a:gdLst/>
              <a:ahLst/>
              <a:cxnLst/>
              <a:rect l="l" t="t" r="r" b="b"/>
              <a:pathLst>
                <a:path w="169" h="217" extrusionOk="0">
                  <a:moveTo>
                    <a:pt x="97" y="0"/>
                  </a:moveTo>
                  <a:lnTo>
                    <a:pt x="25" y="48"/>
                  </a:lnTo>
                  <a:lnTo>
                    <a:pt x="0" y="96"/>
                  </a:lnTo>
                  <a:lnTo>
                    <a:pt x="0" y="145"/>
                  </a:lnTo>
                  <a:lnTo>
                    <a:pt x="0" y="193"/>
                  </a:lnTo>
                  <a:lnTo>
                    <a:pt x="25" y="217"/>
                  </a:lnTo>
                  <a:lnTo>
                    <a:pt x="73" y="193"/>
                  </a:lnTo>
                  <a:lnTo>
                    <a:pt x="145" y="145"/>
                  </a:lnTo>
                  <a:lnTo>
                    <a:pt x="169" y="121"/>
                  </a:lnTo>
                  <a:lnTo>
                    <a:pt x="169" y="72"/>
                  </a:lnTo>
                  <a:lnTo>
                    <a:pt x="145"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a:off x="1961750" y="2191850"/>
              <a:ext cx="4850" cy="4250"/>
            </a:xfrm>
            <a:custGeom>
              <a:avLst/>
              <a:gdLst/>
              <a:ahLst/>
              <a:cxnLst/>
              <a:rect l="l" t="t" r="r" b="b"/>
              <a:pathLst>
                <a:path w="194" h="170" extrusionOk="0">
                  <a:moveTo>
                    <a:pt x="49" y="1"/>
                  </a:moveTo>
                  <a:lnTo>
                    <a:pt x="1" y="49"/>
                  </a:lnTo>
                  <a:lnTo>
                    <a:pt x="1" y="73"/>
                  </a:lnTo>
                  <a:lnTo>
                    <a:pt x="25" y="97"/>
                  </a:lnTo>
                  <a:lnTo>
                    <a:pt x="49" y="145"/>
                  </a:lnTo>
                  <a:lnTo>
                    <a:pt x="145" y="169"/>
                  </a:lnTo>
                  <a:lnTo>
                    <a:pt x="169" y="169"/>
                  </a:lnTo>
                  <a:lnTo>
                    <a:pt x="194" y="145"/>
                  </a:lnTo>
                  <a:lnTo>
                    <a:pt x="194" y="97"/>
                  </a:lnTo>
                  <a:lnTo>
                    <a:pt x="145"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a:off x="2033975" y="2217125"/>
              <a:ext cx="5450" cy="3650"/>
            </a:xfrm>
            <a:custGeom>
              <a:avLst/>
              <a:gdLst/>
              <a:ahLst/>
              <a:cxnLst/>
              <a:rect l="l" t="t" r="r" b="b"/>
              <a:pathLst>
                <a:path w="218" h="146" extrusionOk="0">
                  <a:moveTo>
                    <a:pt x="121" y="1"/>
                  </a:moveTo>
                  <a:lnTo>
                    <a:pt x="49" y="25"/>
                  </a:lnTo>
                  <a:lnTo>
                    <a:pt x="1" y="73"/>
                  </a:lnTo>
                  <a:lnTo>
                    <a:pt x="25" y="121"/>
                  </a:lnTo>
                  <a:lnTo>
                    <a:pt x="73" y="145"/>
                  </a:lnTo>
                  <a:lnTo>
                    <a:pt x="169" y="145"/>
                  </a:lnTo>
                  <a:lnTo>
                    <a:pt x="217" y="121"/>
                  </a:lnTo>
                  <a:lnTo>
                    <a:pt x="217" y="73"/>
                  </a:lnTo>
                  <a:lnTo>
                    <a:pt x="193" y="1"/>
                  </a:lnTo>
                  <a:lnTo>
                    <a:pt x="193"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a:off x="2079725" y="2348925"/>
              <a:ext cx="4225" cy="4250"/>
            </a:xfrm>
            <a:custGeom>
              <a:avLst/>
              <a:gdLst/>
              <a:ahLst/>
              <a:cxnLst/>
              <a:rect l="l" t="t" r="r" b="b"/>
              <a:pathLst>
                <a:path w="169" h="170" extrusionOk="0">
                  <a:moveTo>
                    <a:pt x="73" y="1"/>
                  </a:moveTo>
                  <a:lnTo>
                    <a:pt x="24" y="25"/>
                  </a:lnTo>
                  <a:lnTo>
                    <a:pt x="0" y="49"/>
                  </a:lnTo>
                  <a:lnTo>
                    <a:pt x="0" y="97"/>
                  </a:lnTo>
                  <a:lnTo>
                    <a:pt x="24" y="145"/>
                  </a:lnTo>
                  <a:lnTo>
                    <a:pt x="97" y="169"/>
                  </a:lnTo>
                  <a:lnTo>
                    <a:pt x="145" y="145"/>
                  </a:lnTo>
                  <a:lnTo>
                    <a:pt x="169" y="121"/>
                  </a:lnTo>
                  <a:lnTo>
                    <a:pt x="169" y="73"/>
                  </a:lnTo>
                  <a:lnTo>
                    <a:pt x="169" y="49"/>
                  </a:lnTo>
                  <a:lnTo>
                    <a:pt x="145"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a:off x="2009300" y="2385650"/>
              <a:ext cx="3650" cy="4825"/>
            </a:xfrm>
            <a:custGeom>
              <a:avLst/>
              <a:gdLst/>
              <a:ahLst/>
              <a:cxnLst/>
              <a:rect l="l" t="t" r="r" b="b"/>
              <a:pathLst>
                <a:path w="146" h="193" extrusionOk="0">
                  <a:moveTo>
                    <a:pt x="49" y="0"/>
                  </a:moveTo>
                  <a:lnTo>
                    <a:pt x="1" y="48"/>
                  </a:lnTo>
                  <a:lnTo>
                    <a:pt x="1" y="72"/>
                  </a:lnTo>
                  <a:lnTo>
                    <a:pt x="1" y="121"/>
                  </a:lnTo>
                  <a:lnTo>
                    <a:pt x="25" y="169"/>
                  </a:lnTo>
                  <a:lnTo>
                    <a:pt x="49" y="193"/>
                  </a:lnTo>
                  <a:lnTo>
                    <a:pt x="121" y="193"/>
                  </a:lnTo>
                  <a:lnTo>
                    <a:pt x="145" y="145"/>
                  </a:lnTo>
                  <a:lnTo>
                    <a:pt x="145" y="96"/>
                  </a:lnTo>
                  <a:lnTo>
                    <a:pt x="121"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a:off x="2085125" y="2254450"/>
              <a:ext cx="4850" cy="4825"/>
            </a:xfrm>
            <a:custGeom>
              <a:avLst/>
              <a:gdLst/>
              <a:ahLst/>
              <a:cxnLst/>
              <a:rect l="l" t="t" r="r" b="b"/>
              <a:pathLst>
                <a:path w="194" h="193" extrusionOk="0">
                  <a:moveTo>
                    <a:pt x="97" y="0"/>
                  </a:moveTo>
                  <a:lnTo>
                    <a:pt x="49" y="48"/>
                  </a:lnTo>
                  <a:lnTo>
                    <a:pt x="1" y="121"/>
                  </a:lnTo>
                  <a:lnTo>
                    <a:pt x="1" y="169"/>
                  </a:lnTo>
                  <a:lnTo>
                    <a:pt x="25" y="193"/>
                  </a:lnTo>
                  <a:lnTo>
                    <a:pt x="73" y="193"/>
                  </a:lnTo>
                  <a:lnTo>
                    <a:pt x="145" y="145"/>
                  </a:lnTo>
                  <a:lnTo>
                    <a:pt x="169" y="97"/>
                  </a:lnTo>
                  <a:lnTo>
                    <a:pt x="194" y="48"/>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a:off x="2091750" y="2185225"/>
              <a:ext cx="4250" cy="4250"/>
            </a:xfrm>
            <a:custGeom>
              <a:avLst/>
              <a:gdLst/>
              <a:ahLst/>
              <a:cxnLst/>
              <a:rect l="l" t="t" r="r" b="b"/>
              <a:pathLst>
                <a:path w="170" h="170" extrusionOk="0">
                  <a:moveTo>
                    <a:pt x="49" y="1"/>
                  </a:moveTo>
                  <a:lnTo>
                    <a:pt x="25" y="25"/>
                  </a:lnTo>
                  <a:lnTo>
                    <a:pt x="1" y="73"/>
                  </a:lnTo>
                  <a:lnTo>
                    <a:pt x="25" y="145"/>
                  </a:lnTo>
                  <a:lnTo>
                    <a:pt x="97" y="169"/>
                  </a:lnTo>
                  <a:lnTo>
                    <a:pt x="121" y="169"/>
                  </a:lnTo>
                  <a:lnTo>
                    <a:pt x="145" y="145"/>
                  </a:lnTo>
                  <a:lnTo>
                    <a:pt x="169" y="73"/>
                  </a:lnTo>
                  <a:lnTo>
                    <a:pt x="145"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a:off x="1978600" y="2162375"/>
              <a:ext cx="3650" cy="4825"/>
            </a:xfrm>
            <a:custGeom>
              <a:avLst/>
              <a:gdLst/>
              <a:ahLst/>
              <a:cxnLst/>
              <a:rect l="l" t="t" r="r" b="b"/>
              <a:pathLst>
                <a:path w="146" h="193" extrusionOk="0">
                  <a:moveTo>
                    <a:pt x="25" y="0"/>
                  </a:moveTo>
                  <a:lnTo>
                    <a:pt x="1" y="48"/>
                  </a:lnTo>
                  <a:lnTo>
                    <a:pt x="1" y="120"/>
                  </a:lnTo>
                  <a:lnTo>
                    <a:pt x="25" y="169"/>
                  </a:lnTo>
                  <a:lnTo>
                    <a:pt x="73" y="193"/>
                  </a:lnTo>
                  <a:lnTo>
                    <a:pt x="121" y="193"/>
                  </a:lnTo>
                  <a:lnTo>
                    <a:pt x="145" y="169"/>
                  </a:lnTo>
                  <a:lnTo>
                    <a:pt x="145" y="144"/>
                  </a:lnTo>
                  <a:lnTo>
                    <a:pt x="145"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a:off x="2012325" y="2155750"/>
              <a:ext cx="5425" cy="4225"/>
            </a:xfrm>
            <a:custGeom>
              <a:avLst/>
              <a:gdLst/>
              <a:ahLst/>
              <a:cxnLst/>
              <a:rect l="l" t="t" r="r" b="b"/>
              <a:pathLst>
                <a:path w="217" h="169" extrusionOk="0">
                  <a:moveTo>
                    <a:pt x="72" y="0"/>
                  </a:moveTo>
                  <a:lnTo>
                    <a:pt x="24" y="24"/>
                  </a:lnTo>
                  <a:lnTo>
                    <a:pt x="0" y="72"/>
                  </a:lnTo>
                  <a:lnTo>
                    <a:pt x="24" y="97"/>
                  </a:lnTo>
                  <a:lnTo>
                    <a:pt x="96" y="169"/>
                  </a:lnTo>
                  <a:lnTo>
                    <a:pt x="169" y="145"/>
                  </a:lnTo>
                  <a:lnTo>
                    <a:pt x="217" y="145"/>
                  </a:lnTo>
                  <a:lnTo>
                    <a:pt x="217" y="97"/>
                  </a:lnTo>
                  <a:lnTo>
                    <a:pt x="217" y="72"/>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a:off x="2147125" y="2233975"/>
              <a:ext cx="3625" cy="4850"/>
            </a:xfrm>
            <a:custGeom>
              <a:avLst/>
              <a:gdLst/>
              <a:ahLst/>
              <a:cxnLst/>
              <a:rect l="l" t="t" r="r" b="b"/>
              <a:pathLst>
                <a:path w="145" h="194" extrusionOk="0">
                  <a:moveTo>
                    <a:pt x="97" y="1"/>
                  </a:moveTo>
                  <a:lnTo>
                    <a:pt x="49" y="25"/>
                  </a:lnTo>
                  <a:lnTo>
                    <a:pt x="0" y="97"/>
                  </a:lnTo>
                  <a:lnTo>
                    <a:pt x="0" y="121"/>
                  </a:lnTo>
                  <a:lnTo>
                    <a:pt x="25" y="169"/>
                  </a:lnTo>
                  <a:lnTo>
                    <a:pt x="49" y="193"/>
                  </a:lnTo>
                  <a:lnTo>
                    <a:pt x="73" y="193"/>
                  </a:lnTo>
                  <a:lnTo>
                    <a:pt x="121" y="169"/>
                  </a:lnTo>
                  <a:lnTo>
                    <a:pt x="145" y="97"/>
                  </a:lnTo>
                  <a:lnTo>
                    <a:pt x="145" y="49"/>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a:off x="2052025" y="2302000"/>
              <a:ext cx="4850" cy="4825"/>
            </a:xfrm>
            <a:custGeom>
              <a:avLst/>
              <a:gdLst/>
              <a:ahLst/>
              <a:cxnLst/>
              <a:rect l="l" t="t" r="r" b="b"/>
              <a:pathLst>
                <a:path w="194" h="193" extrusionOk="0">
                  <a:moveTo>
                    <a:pt x="121" y="0"/>
                  </a:moveTo>
                  <a:lnTo>
                    <a:pt x="73" y="24"/>
                  </a:lnTo>
                  <a:lnTo>
                    <a:pt x="1" y="96"/>
                  </a:lnTo>
                  <a:lnTo>
                    <a:pt x="1" y="120"/>
                  </a:lnTo>
                  <a:lnTo>
                    <a:pt x="25" y="144"/>
                  </a:lnTo>
                  <a:lnTo>
                    <a:pt x="73" y="193"/>
                  </a:lnTo>
                  <a:lnTo>
                    <a:pt x="145" y="169"/>
                  </a:lnTo>
                  <a:lnTo>
                    <a:pt x="193" y="144"/>
                  </a:lnTo>
                  <a:lnTo>
                    <a:pt x="193" y="48"/>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a:off x="1984625" y="2252650"/>
              <a:ext cx="4250" cy="4225"/>
            </a:xfrm>
            <a:custGeom>
              <a:avLst/>
              <a:gdLst/>
              <a:ahLst/>
              <a:cxnLst/>
              <a:rect l="l" t="t" r="r" b="b"/>
              <a:pathLst>
                <a:path w="170" h="169" extrusionOk="0">
                  <a:moveTo>
                    <a:pt x="49" y="0"/>
                  </a:moveTo>
                  <a:lnTo>
                    <a:pt x="1" y="24"/>
                  </a:lnTo>
                  <a:lnTo>
                    <a:pt x="1" y="48"/>
                  </a:lnTo>
                  <a:lnTo>
                    <a:pt x="1" y="72"/>
                  </a:lnTo>
                  <a:lnTo>
                    <a:pt x="25" y="120"/>
                  </a:lnTo>
                  <a:lnTo>
                    <a:pt x="97" y="169"/>
                  </a:lnTo>
                  <a:lnTo>
                    <a:pt x="121" y="169"/>
                  </a:lnTo>
                  <a:lnTo>
                    <a:pt x="145" y="144"/>
                  </a:lnTo>
                  <a:lnTo>
                    <a:pt x="169" y="96"/>
                  </a:lnTo>
                  <a:lnTo>
                    <a:pt x="145"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a:off x="2003275" y="2291750"/>
              <a:ext cx="3650" cy="3650"/>
            </a:xfrm>
            <a:custGeom>
              <a:avLst/>
              <a:gdLst/>
              <a:ahLst/>
              <a:cxnLst/>
              <a:rect l="l" t="t" r="r" b="b"/>
              <a:pathLst>
                <a:path w="146" h="146" extrusionOk="0">
                  <a:moveTo>
                    <a:pt x="97" y="1"/>
                  </a:moveTo>
                  <a:lnTo>
                    <a:pt x="49" y="25"/>
                  </a:lnTo>
                  <a:lnTo>
                    <a:pt x="25" y="25"/>
                  </a:lnTo>
                  <a:lnTo>
                    <a:pt x="1" y="73"/>
                  </a:lnTo>
                  <a:lnTo>
                    <a:pt x="1" y="145"/>
                  </a:lnTo>
                  <a:lnTo>
                    <a:pt x="121" y="145"/>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a:off x="1987650" y="2293550"/>
              <a:ext cx="3625" cy="3650"/>
            </a:xfrm>
            <a:custGeom>
              <a:avLst/>
              <a:gdLst/>
              <a:ahLst/>
              <a:cxnLst/>
              <a:rect l="l" t="t" r="r" b="b"/>
              <a:pathLst>
                <a:path w="145" h="146" extrusionOk="0">
                  <a:moveTo>
                    <a:pt x="24" y="1"/>
                  </a:moveTo>
                  <a:lnTo>
                    <a:pt x="0" y="49"/>
                  </a:lnTo>
                  <a:lnTo>
                    <a:pt x="24" y="121"/>
                  </a:lnTo>
                  <a:lnTo>
                    <a:pt x="48" y="145"/>
                  </a:lnTo>
                  <a:lnTo>
                    <a:pt x="96" y="145"/>
                  </a:lnTo>
                  <a:lnTo>
                    <a:pt x="120" y="121"/>
                  </a:lnTo>
                  <a:lnTo>
                    <a:pt x="145" y="73"/>
                  </a:lnTo>
                  <a:lnTo>
                    <a:pt x="120"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a:off x="2033975" y="2124450"/>
              <a:ext cx="3050" cy="4225"/>
            </a:xfrm>
            <a:custGeom>
              <a:avLst/>
              <a:gdLst/>
              <a:ahLst/>
              <a:cxnLst/>
              <a:rect l="l" t="t" r="r" b="b"/>
              <a:pathLst>
                <a:path w="122" h="169" extrusionOk="0">
                  <a:moveTo>
                    <a:pt x="25" y="0"/>
                  </a:moveTo>
                  <a:lnTo>
                    <a:pt x="1" y="73"/>
                  </a:lnTo>
                  <a:lnTo>
                    <a:pt x="1" y="121"/>
                  </a:lnTo>
                  <a:lnTo>
                    <a:pt x="25" y="145"/>
                  </a:lnTo>
                  <a:lnTo>
                    <a:pt x="49" y="169"/>
                  </a:lnTo>
                  <a:lnTo>
                    <a:pt x="97"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a:off x="2029775" y="2144300"/>
              <a:ext cx="4225" cy="4250"/>
            </a:xfrm>
            <a:custGeom>
              <a:avLst/>
              <a:gdLst/>
              <a:ahLst/>
              <a:cxnLst/>
              <a:rect l="l" t="t" r="r" b="b"/>
              <a:pathLst>
                <a:path w="169" h="170" extrusionOk="0">
                  <a:moveTo>
                    <a:pt x="72" y="1"/>
                  </a:moveTo>
                  <a:lnTo>
                    <a:pt x="24" y="25"/>
                  </a:lnTo>
                  <a:lnTo>
                    <a:pt x="0" y="49"/>
                  </a:lnTo>
                  <a:lnTo>
                    <a:pt x="0" y="97"/>
                  </a:lnTo>
                  <a:lnTo>
                    <a:pt x="24" y="121"/>
                  </a:lnTo>
                  <a:lnTo>
                    <a:pt x="24" y="145"/>
                  </a:lnTo>
                  <a:lnTo>
                    <a:pt x="96" y="169"/>
                  </a:lnTo>
                  <a:lnTo>
                    <a:pt x="145" y="145"/>
                  </a:lnTo>
                  <a:lnTo>
                    <a:pt x="169" y="121"/>
                  </a:lnTo>
                  <a:lnTo>
                    <a:pt x="169" y="97"/>
                  </a:lnTo>
                  <a:lnTo>
                    <a:pt x="145" y="49"/>
                  </a:lnTo>
                  <a:lnTo>
                    <a:pt x="145"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
            <p:cNvSpPr/>
            <p:nvPr/>
          </p:nvSpPr>
          <p:spPr>
            <a:xfrm>
              <a:off x="2000875" y="2179825"/>
              <a:ext cx="4250" cy="4225"/>
            </a:xfrm>
            <a:custGeom>
              <a:avLst/>
              <a:gdLst/>
              <a:ahLst/>
              <a:cxnLst/>
              <a:rect l="l" t="t" r="r" b="b"/>
              <a:pathLst>
                <a:path w="170" h="169" extrusionOk="0">
                  <a:moveTo>
                    <a:pt x="73" y="0"/>
                  </a:moveTo>
                  <a:lnTo>
                    <a:pt x="25" y="48"/>
                  </a:lnTo>
                  <a:lnTo>
                    <a:pt x="1" y="96"/>
                  </a:lnTo>
                  <a:lnTo>
                    <a:pt x="25" y="145"/>
                  </a:lnTo>
                  <a:lnTo>
                    <a:pt x="49" y="169"/>
                  </a:lnTo>
                  <a:lnTo>
                    <a:pt x="97" y="169"/>
                  </a:lnTo>
                  <a:lnTo>
                    <a:pt x="145" y="121"/>
                  </a:lnTo>
                  <a:lnTo>
                    <a:pt x="169" y="48"/>
                  </a:lnTo>
                  <a:lnTo>
                    <a:pt x="145" y="24"/>
                  </a:lnTo>
                  <a:lnTo>
                    <a:pt x="12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
            <p:cNvSpPr/>
            <p:nvPr/>
          </p:nvSpPr>
          <p:spPr>
            <a:xfrm>
              <a:off x="2037600" y="2181625"/>
              <a:ext cx="3625" cy="4225"/>
            </a:xfrm>
            <a:custGeom>
              <a:avLst/>
              <a:gdLst/>
              <a:ahLst/>
              <a:cxnLst/>
              <a:rect l="l" t="t" r="r" b="b"/>
              <a:pathLst>
                <a:path w="145" h="169" extrusionOk="0">
                  <a:moveTo>
                    <a:pt x="72" y="0"/>
                  </a:moveTo>
                  <a:lnTo>
                    <a:pt x="24" y="49"/>
                  </a:lnTo>
                  <a:lnTo>
                    <a:pt x="0" y="73"/>
                  </a:lnTo>
                  <a:lnTo>
                    <a:pt x="24" y="121"/>
                  </a:lnTo>
                  <a:lnTo>
                    <a:pt x="48" y="145"/>
                  </a:lnTo>
                  <a:lnTo>
                    <a:pt x="72" y="169"/>
                  </a:lnTo>
                  <a:lnTo>
                    <a:pt x="121" y="169"/>
                  </a:lnTo>
                  <a:lnTo>
                    <a:pt x="145" y="121"/>
                  </a:lnTo>
                  <a:lnTo>
                    <a:pt x="145" y="73"/>
                  </a:lnTo>
                  <a:lnTo>
                    <a:pt x="121" y="49"/>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
            <p:cNvSpPr/>
            <p:nvPr/>
          </p:nvSpPr>
          <p:spPr>
            <a:xfrm>
              <a:off x="2096575" y="2193050"/>
              <a:ext cx="5425" cy="4250"/>
            </a:xfrm>
            <a:custGeom>
              <a:avLst/>
              <a:gdLst/>
              <a:ahLst/>
              <a:cxnLst/>
              <a:rect l="l" t="t" r="r" b="b"/>
              <a:pathLst>
                <a:path w="217" h="170" extrusionOk="0">
                  <a:moveTo>
                    <a:pt x="193" y="1"/>
                  </a:moveTo>
                  <a:lnTo>
                    <a:pt x="121" y="25"/>
                  </a:lnTo>
                  <a:lnTo>
                    <a:pt x="73" y="49"/>
                  </a:lnTo>
                  <a:lnTo>
                    <a:pt x="0" y="169"/>
                  </a:lnTo>
                  <a:lnTo>
                    <a:pt x="73" y="145"/>
                  </a:lnTo>
                  <a:lnTo>
                    <a:pt x="145" y="121"/>
                  </a:lnTo>
                  <a:lnTo>
                    <a:pt x="193" y="73"/>
                  </a:lnTo>
                  <a:lnTo>
                    <a:pt x="217" y="49"/>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1988250" y="2172000"/>
              <a:ext cx="4225" cy="4225"/>
            </a:xfrm>
            <a:custGeom>
              <a:avLst/>
              <a:gdLst/>
              <a:ahLst/>
              <a:cxnLst/>
              <a:rect l="l" t="t" r="r" b="b"/>
              <a:pathLst>
                <a:path w="169" h="169" extrusionOk="0">
                  <a:moveTo>
                    <a:pt x="0" y="0"/>
                  </a:moveTo>
                  <a:lnTo>
                    <a:pt x="0" y="24"/>
                  </a:lnTo>
                  <a:lnTo>
                    <a:pt x="0" y="48"/>
                  </a:lnTo>
                  <a:lnTo>
                    <a:pt x="48" y="121"/>
                  </a:lnTo>
                  <a:lnTo>
                    <a:pt x="121" y="169"/>
                  </a:lnTo>
                  <a:lnTo>
                    <a:pt x="145" y="169"/>
                  </a:lnTo>
                  <a:lnTo>
                    <a:pt x="169" y="121"/>
                  </a:lnTo>
                  <a:lnTo>
                    <a:pt x="121"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1999675" y="2244825"/>
              <a:ext cx="3025" cy="3625"/>
            </a:xfrm>
            <a:custGeom>
              <a:avLst/>
              <a:gdLst/>
              <a:ahLst/>
              <a:cxnLst/>
              <a:rect l="l" t="t" r="r" b="b"/>
              <a:pathLst>
                <a:path w="121" h="145" extrusionOk="0">
                  <a:moveTo>
                    <a:pt x="97" y="0"/>
                  </a:moveTo>
                  <a:lnTo>
                    <a:pt x="25" y="24"/>
                  </a:lnTo>
                  <a:lnTo>
                    <a:pt x="1" y="72"/>
                  </a:lnTo>
                  <a:lnTo>
                    <a:pt x="25" y="96"/>
                  </a:lnTo>
                  <a:lnTo>
                    <a:pt x="49" y="144"/>
                  </a:lnTo>
                  <a:lnTo>
                    <a:pt x="121" y="144"/>
                  </a:lnTo>
                  <a:lnTo>
                    <a:pt x="121" y="96"/>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2074300" y="2235175"/>
              <a:ext cx="3025" cy="4850"/>
            </a:xfrm>
            <a:custGeom>
              <a:avLst/>
              <a:gdLst/>
              <a:ahLst/>
              <a:cxnLst/>
              <a:rect l="l" t="t" r="r" b="b"/>
              <a:pathLst>
                <a:path w="121" h="194" extrusionOk="0">
                  <a:moveTo>
                    <a:pt x="25" y="1"/>
                  </a:moveTo>
                  <a:lnTo>
                    <a:pt x="1" y="49"/>
                  </a:lnTo>
                  <a:lnTo>
                    <a:pt x="1" y="121"/>
                  </a:lnTo>
                  <a:lnTo>
                    <a:pt x="49" y="169"/>
                  </a:lnTo>
                  <a:lnTo>
                    <a:pt x="73" y="193"/>
                  </a:lnTo>
                  <a:lnTo>
                    <a:pt x="121" y="169"/>
                  </a:lnTo>
                  <a:lnTo>
                    <a:pt x="121" y="145"/>
                  </a:lnTo>
                  <a:lnTo>
                    <a:pt x="121" y="73"/>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2051425" y="2137700"/>
              <a:ext cx="3650" cy="3625"/>
            </a:xfrm>
            <a:custGeom>
              <a:avLst/>
              <a:gdLst/>
              <a:ahLst/>
              <a:cxnLst/>
              <a:rect l="l" t="t" r="r" b="b"/>
              <a:pathLst>
                <a:path w="146" h="145" extrusionOk="0">
                  <a:moveTo>
                    <a:pt x="49" y="0"/>
                  </a:moveTo>
                  <a:lnTo>
                    <a:pt x="1" y="48"/>
                  </a:lnTo>
                  <a:lnTo>
                    <a:pt x="1" y="72"/>
                  </a:lnTo>
                  <a:lnTo>
                    <a:pt x="1" y="96"/>
                  </a:lnTo>
                  <a:lnTo>
                    <a:pt x="49" y="144"/>
                  </a:lnTo>
                  <a:lnTo>
                    <a:pt x="121" y="120"/>
                  </a:lnTo>
                  <a:lnTo>
                    <a:pt x="145" y="72"/>
                  </a:lnTo>
                  <a:lnTo>
                    <a:pt x="121"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2019525" y="2223750"/>
              <a:ext cx="3050" cy="4250"/>
            </a:xfrm>
            <a:custGeom>
              <a:avLst/>
              <a:gdLst/>
              <a:ahLst/>
              <a:cxnLst/>
              <a:rect l="l" t="t" r="r" b="b"/>
              <a:pathLst>
                <a:path w="122" h="170" extrusionOk="0">
                  <a:moveTo>
                    <a:pt x="73" y="0"/>
                  </a:moveTo>
                  <a:lnTo>
                    <a:pt x="25" y="25"/>
                  </a:lnTo>
                  <a:lnTo>
                    <a:pt x="1" y="49"/>
                  </a:lnTo>
                  <a:lnTo>
                    <a:pt x="1" y="121"/>
                  </a:lnTo>
                  <a:lnTo>
                    <a:pt x="49" y="145"/>
                  </a:lnTo>
                  <a:lnTo>
                    <a:pt x="73" y="169"/>
                  </a:lnTo>
                  <a:lnTo>
                    <a:pt x="73"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2043000" y="2252025"/>
              <a:ext cx="4250" cy="3650"/>
            </a:xfrm>
            <a:custGeom>
              <a:avLst/>
              <a:gdLst/>
              <a:ahLst/>
              <a:cxnLst/>
              <a:rect l="l" t="t" r="r" b="b"/>
              <a:pathLst>
                <a:path w="170" h="146" extrusionOk="0">
                  <a:moveTo>
                    <a:pt x="73" y="1"/>
                  </a:moveTo>
                  <a:lnTo>
                    <a:pt x="25" y="49"/>
                  </a:lnTo>
                  <a:lnTo>
                    <a:pt x="1" y="97"/>
                  </a:lnTo>
                  <a:lnTo>
                    <a:pt x="25" y="121"/>
                  </a:lnTo>
                  <a:lnTo>
                    <a:pt x="49" y="145"/>
                  </a:lnTo>
                  <a:lnTo>
                    <a:pt x="97" y="145"/>
                  </a:lnTo>
                  <a:lnTo>
                    <a:pt x="145" y="97"/>
                  </a:lnTo>
                  <a:lnTo>
                    <a:pt x="169"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2012925" y="2342900"/>
              <a:ext cx="3625" cy="3650"/>
            </a:xfrm>
            <a:custGeom>
              <a:avLst/>
              <a:gdLst/>
              <a:ahLst/>
              <a:cxnLst/>
              <a:rect l="l" t="t" r="r" b="b"/>
              <a:pathLst>
                <a:path w="145" h="146" extrusionOk="0">
                  <a:moveTo>
                    <a:pt x="72" y="1"/>
                  </a:moveTo>
                  <a:lnTo>
                    <a:pt x="24" y="25"/>
                  </a:lnTo>
                  <a:lnTo>
                    <a:pt x="24" y="49"/>
                  </a:lnTo>
                  <a:lnTo>
                    <a:pt x="0" y="97"/>
                  </a:lnTo>
                  <a:lnTo>
                    <a:pt x="24" y="145"/>
                  </a:lnTo>
                  <a:lnTo>
                    <a:pt x="96" y="145"/>
                  </a:lnTo>
                  <a:lnTo>
                    <a:pt x="145" y="121"/>
                  </a:lnTo>
                  <a:lnTo>
                    <a:pt x="145" y="73"/>
                  </a:lnTo>
                  <a:lnTo>
                    <a:pt x="121"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2083325" y="2210500"/>
              <a:ext cx="3050" cy="3650"/>
            </a:xfrm>
            <a:custGeom>
              <a:avLst/>
              <a:gdLst/>
              <a:ahLst/>
              <a:cxnLst/>
              <a:rect l="l" t="t" r="r" b="b"/>
              <a:pathLst>
                <a:path w="122" h="146" extrusionOk="0">
                  <a:moveTo>
                    <a:pt x="25" y="1"/>
                  </a:moveTo>
                  <a:lnTo>
                    <a:pt x="1" y="49"/>
                  </a:lnTo>
                  <a:lnTo>
                    <a:pt x="1" y="73"/>
                  </a:lnTo>
                  <a:lnTo>
                    <a:pt x="1" y="121"/>
                  </a:lnTo>
                  <a:lnTo>
                    <a:pt x="25" y="145"/>
                  </a:lnTo>
                  <a:lnTo>
                    <a:pt x="97" y="145"/>
                  </a:lnTo>
                  <a:lnTo>
                    <a:pt x="121"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1940700" y="2197875"/>
              <a:ext cx="3025" cy="3625"/>
            </a:xfrm>
            <a:custGeom>
              <a:avLst/>
              <a:gdLst/>
              <a:ahLst/>
              <a:cxnLst/>
              <a:rect l="l" t="t" r="r" b="b"/>
              <a:pathLst>
                <a:path w="121" h="145" extrusionOk="0">
                  <a:moveTo>
                    <a:pt x="73" y="0"/>
                  </a:moveTo>
                  <a:lnTo>
                    <a:pt x="24" y="24"/>
                  </a:lnTo>
                  <a:lnTo>
                    <a:pt x="0" y="73"/>
                  </a:lnTo>
                  <a:lnTo>
                    <a:pt x="0" y="97"/>
                  </a:lnTo>
                  <a:lnTo>
                    <a:pt x="0" y="121"/>
                  </a:lnTo>
                  <a:lnTo>
                    <a:pt x="48" y="145"/>
                  </a:lnTo>
                  <a:lnTo>
                    <a:pt x="97" y="145"/>
                  </a:lnTo>
                  <a:lnTo>
                    <a:pt x="121" y="121"/>
                  </a:lnTo>
                  <a:lnTo>
                    <a:pt x="121" y="73"/>
                  </a:lnTo>
                  <a:lnTo>
                    <a:pt x="121"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2000275" y="2276700"/>
              <a:ext cx="4850" cy="3050"/>
            </a:xfrm>
            <a:custGeom>
              <a:avLst/>
              <a:gdLst/>
              <a:ahLst/>
              <a:cxnLst/>
              <a:rect l="l" t="t" r="r" b="b"/>
              <a:pathLst>
                <a:path w="194" h="122" extrusionOk="0">
                  <a:moveTo>
                    <a:pt x="49" y="1"/>
                  </a:moveTo>
                  <a:lnTo>
                    <a:pt x="1" y="49"/>
                  </a:lnTo>
                  <a:lnTo>
                    <a:pt x="1" y="73"/>
                  </a:lnTo>
                  <a:lnTo>
                    <a:pt x="25" y="97"/>
                  </a:lnTo>
                  <a:lnTo>
                    <a:pt x="97" y="121"/>
                  </a:lnTo>
                  <a:lnTo>
                    <a:pt x="193" y="97"/>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2120050" y="2191250"/>
              <a:ext cx="3025" cy="4250"/>
            </a:xfrm>
            <a:custGeom>
              <a:avLst/>
              <a:gdLst/>
              <a:ahLst/>
              <a:cxnLst/>
              <a:rect l="l" t="t" r="r" b="b"/>
              <a:pathLst>
                <a:path w="121" h="170" extrusionOk="0">
                  <a:moveTo>
                    <a:pt x="72" y="1"/>
                  </a:moveTo>
                  <a:lnTo>
                    <a:pt x="24" y="25"/>
                  </a:lnTo>
                  <a:lnTo>
                    <a:pt x="0" y="49"/>
                  </a:lnTo>
                  <a:lnTo>
                    <a:pt x="0" y="97"/>
                  </a:lnTo>
                  <a:lnTo>
                    <a:pt x="0" y="145"/>
                  </a:lnTo>
                  <a:lnTo>
                    <a:pt x="24" y="169"/>
                  </a:lnTo>
                  <a:lnTo>
                    <a:pt x="96" y="169"/>
                  </a:lnTo>
                  <a:lnTo>
                    <a:pt x="96" y="121"/>
                  </a:lnTo>
                  <a:lnTo>
                    <a:pt x="121" y="73"/>
                  </a:lnTo>
                  <a:lnTo>
                    <a:pt x="96"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2014125" y="2188250"/>
              <a:ext cx="3025" cy="4225"/>
            </a:xfrm>
            <a:custGeom>
              <a:avLst/>
              <a:gdLst/>
              <a:ahLst/>
              <a:cxnLst/>
              <a:rect l="l" t="t" r="r" b="b"/>
              <a:pathLst>
                <a:path w="121" h="169" extrusionOk="0">
                  <a:moveTo>
                    <a:pt x="48" y="0"/>
                  </a:moveTo>
                  <a:lnTo>
                    <a:pt x="24" y="24"/>
                  </a:lnTo>
                  <a:lnTo>
                    <a:pt x="0" y="72"/>
                  </a:lnTo>
                  <a:lnTo>
                    <a:pt x="0" y="121"/>
                  </a:lnTo>
                  <a:lnTo>
                    <a:pt x="24" y="169"/>
                  </a:lnTo>
                  <a:lnTo>
                    <a:pt x="73" y="169"/>
                  </a:lnTo>
                  <a:lnTo>
                    <a:pt x="97" y="145"/>
                  </a:lnTo>
                  <a:lnTo>
                    <a:pt x="121"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2094175" y="2245425"/>
              <a:ext cx="3025" cy="4225"/>
            </a:xfrm>
            <a:custGeom>
              <a:avLst/>
              <a:gdLst/>
              <a:ahLst/>
              <a:cxnLst/>
              <a:rect l="l" t="t" r="r" b="b"/>
              <a:pathLst>
                <a:path w="121" h="169" extrusionOk="0">
                  <a:moveTo>
                    <a:pt x="72" y="0"/>
                  </a:moveTo>
                  <a:lnTo>
                    <a:pt x="24" y="24"/>
                  </a:lnTo>
                  <a:lnTo>
                    <a:pt x="0" y="72"/>
                  </a:lnTo>
                  <a:lnTo>
                    <a:pt x="24" y="145"/>
                  </a:lnTo>
                  <a:lnTo>
                    <a:pt x="48" y="169"/>
                  </a:lnTo>
                  <a:lnTo>
                    <a:pt x="96" y="145"/>
                  </a:lnTo>
                  <a:lnTo>
                    <a:pt x="120" y="96"/>
                  </a:lnTo>
                  <a:lnTo>
                    <a:pt x="120" y="48"/>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2052625" y="2259850"/>
              <a:ext cx="3650" cy="3050"/>
            </a:xfrm>
            <a:custGeom>
              <a:avLst/>
              <a:gdLst/>
              <a:ahLst/>
              <a:cxnLst/>
              <a:rect l="l" t="t" r="r" b="b"/>
              <a:pathLst>
                <a:path w="146" h="122" extrusionOk="0">
                  <a:moveTo>
                    <a:pt x="73" y="1"/>
                  </a:moveTo>
                  <a:lnTo>
                    <a:pt x="49" y="25"/>
                  </a:lnTo>
                  <a:lnTo>
                    <a:pt x="1" y="49"/>
                  </a:lnTo>
                  <a:lnTo>
                    <a:pt x="1" y="73"/>
                  </a:lnTo>
                  <a:lnTo>
                    <a:pt x="25" y="97"/>
                  </a:lnTo>
                  <a:lnTo>
                    <a:pt x="73" y="121"/>
                  </a:lnTo>
                  <a:lnTo>
                    <a:pt x="121" y="97"/>
                  </a:lnTo>
                  <a:lnTo>
                    <a:pt x="145" y="49"/>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2051425" y="2373600"/>
              <a:ext cx="3050" cy="2425"/>
            </a:xfrm>
            <a:custGeom>
              <a:avLst/>
              <a:gdLst/>
              <a:ahLst/>
              <a:cxnLst/>
              <a:rect l="l" t="t" r="r" b="b"/>
              <a:pathLst>
                <a:path w="122" h="97" extrusionOk="0">
                  <a:moveTo>
                    <a:pt x="73" y="1"/>
                  </a:moveTo>
                  <a:lnTo>
                    <a:pt x="25" y="25"/>
                  </a:lnTo>
                  <a:lnTo>
                    <a:pt x="1" y="49"/>
                  </a:lnTo>
                  <a:lnTo>
                    <a:pt x="25" y="97"/>
                  </a:lnTo>
                  <a:lnTo>
                    <a:pt x="97" y="97"/>
                  </a:lnTo>
                  <a:lnTo>
                    <a:pt x="121"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1994250" y="2134675"/>
              <a:ext cx="3050" cy="2425"/>
            </a:xfrm>
            <a:custGeom>
              <a:avLst/>
              <a:gdLst/>
              <a:ahLst/>
              <a:cxnLst/>
              <a:rect l="l" t="t" r="r" b="b"/>
              <a:pathLst>
                <a:path w="122" h="97" extrusionOk="0">
                  <a:moveTo>
                    <a:pt x="1" y="1"/>
                  </a:moveTo>
                  <a:lnTo>
                    <a:pt x="1" y="49"/>
                  </a:lnTo>
                  <a:lnTo>
                    <a:pt x="25" y="97"/>
                  </a:lnTo>
                  <a:lnTo>
                    <a:pt x="121" y="97"/>
                  </a:lnTo>
                  <a:lnTo>
                    <a:pt x="121" y="73"/>
                  </a:lnTo>
                  <a:lnTo>
                    <a:pt x="97"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2033975" y="2134675"/>
              <a:ext cx="3650" cy="3050"/>
            </a:xfrm>
            <a:custGeom>
              <a:avLst/>
              <a:gdLst/>
              <a:ahLst/>
              <a:cxnLst/>
              <a:rect l="l" t="t" r="r" b="b"/>
              <a:pathLst>
                <a:path w="146" h="122" extrusionOk="0">
                  <a:moveTo>
                    <a:pt x="49" y="1"/>
                  </a:moveTo>
                  <a:lnTo>
                    <a:pt x="1" y="25"/>
                  </a:lnTo>
                  <a:lnTo>
                    <a:pt x="1" y="73"/>
                  </a:lnTo>
                  <a:lnTo>
                    <a:pt x="25" y="97"/>
                  </a:lnTo>
                  <a:lnTo>
                    <a:pt x="49" y="121"/>
                  </a:lnTo>
                  <a:lnTo>
                    <a:pt x="121" y="121"/>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2005100" y="2137700"/>
              <a:ext cx="3025" cy="3625"/>
            </a:xfrm>
            <a:custGeom>
              <a:avLst/>
              <a:gdLst/>
              <a:ahLst/>
              <a:cxnLst/>
              <a:rect l="l" t="t" r="r" b="b"/>
              <a:pathLst>
                <a:path w="121" h="145" extrusionOk="0">
                  <a:moveTo>
                    <a:pt x="48" y="0"/>
                  </a:moveTo>
                  <a:lnTo>
                    <a:pt x="0" y="24"/>
                  </a:lnTo>
                  <a:lnTo>
                    <a:pt x="0" y="72"/>
                  </a:lnTo>
                  <a:lnTo>
                    <a:pt x="0" y="120"/>
                  </a:lnTo>
                  <a:lnTo>
                    <a:pt x="48" y="144"/>
                  </a:lnTo>
                  <a:lnTo>
                    <a:pt x="96" y="144"/>
                  </a:lnTo>
                  <a:lnTo>
                    <a:pt x="121" y="120"/>
                  </a:lnTo>
                  <a:lnTo>
                    <a:pt x="121" y="72"/>
                  </a:lnTo>
                  <a:lnTo>
                    <a:pt x="96"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2133275" y="2167775"/>
              <a:ext cx="3050" cy="3650"/>
            </a:xfrm>
            <a:custGeom>
              <a:avLst/>
              <a:gdLst/>
              <a:ahLst/>
              <a:cxnLst/>
              <a:rect l="l" t="t" r="r" b="b"/>
              <a:pathLst>
                <a:path w="122" h="146" extrusionOk="0">
                  <a:moveTo>
                    <a:pt x="49" y="1"/>
                  </a:moveTo>
                  <a:lnTo>
                    <a:pt x="25" y="25"/>
                  </a:lnTo>
                  <a:lnTo>
                    <a:pt x="1" y="49"/>
                  </a:lnTo>
                  <a:lnTo>
                    <a:pt x="1" y="97"/>
                  </a:lnTo>
                  <a:lnTo>
                    <a:pt x="73" y="145"/>
                  </a:lnTo>
                  <a:lnTo>
                    <a:pt x="97" y="121"/>
                  </a:lnTo>
                  <a:lnTo>
                    <a:pt x="121" y="121"/>
                  </a:lnTo>
                  <a:lnTo>
                    <a:pt x="97"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2011725" y="2258050"/>
              <a:ext cx="3025" cy="3050"/>
            </a:xfrm>
            <a:custGeom>
              <a:avLst/>
              <a:gdLst/>
              <a:ahLst/>
              <a:cxnLst/>
              <a:rect l="l" t="t" r="r" b="b"/>
              <a:pathLst>
                <a:path w="121" h="122" extrusionOk="0">
                  <a:moveTo>
                    <a:pt x="48" y="1"/>
                  </a:moveTo>
                  <a:lnTo>
                    <a:pt x="24" y="25"/>
                  </a:lnTo>
                  <a:lnTo>
                    <a:pt x="0" y="73"/>
                  </a:lnTo>
                  <a:lnTo>
                    <a:pt x="24" y="121"/>
                  </a:lnTo>
                  <a:lnTo>
                    <a:pt x="72" y="121"/>
                  </a:lnTo>
                  <a:lnTo>
                    <a:pt x="120" y="97"/>
                  </a:lnTo>
                  <a:lnTo>
                    <a:pt x="120" y="49"/>
                  </a:lnTo>
                  <a:lnTo>
                    <a:pt x="96"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2112225" y="2256250"/>
              <a:ext cx="3025" cy="2425"/>
            </a:xfrm>
            <a:custGeom>
              <a:avLst/>
              <a:gdLst/>
              <a:ahLst/>
              <a:cxnLst/>
              <a:rect l="l" t="t" r="r" b="b"/>
              <a:pathLst>
                <a:path w="121" h="97" extrusionOk="0">
                  <a:moveTo>
                    <a:pt x="48" y="0"/>
                  </a:moveTo>
                  <a:lnTo>
                    <a:pt x="24" y="25"/>
                  </a:lnTo>
                  <a:lnTo>
                    <a:pt x="0" y="49"/>
                  </a:lnTo>
                  <a:lnTo>
                    <a:pt x="0" y="97"/>
                  </a:lnTo>
                  <a:lnTo>
                    <a:pt x="97" y="97"/>
                  </a:lnTo>
                  <a:lnTo>
                    <a:pt x="121" y="49"/>
                  </a:lnTo>
                  <a:lnTo>
                    <a:pt x="97" y="25"/>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2129075" y="2193050"/>
              <a:ext cx="3025" cy="3050"/>
            </a:xfrm>
            <a:custGeom>
              <a:avLst/>
              <a:gdLst/>
              <a:ahLst/>
              <a:cxnLst/>
              <a:rect l="l" t="t" r="r" b="b"/>
              <a:pathLst>
                <a:path w="121" h="122" extrusionOk="0">
                  <a:moveTo>
                    <a:pt x="48" y="1"/>
                  </a:moveTo>
                  <a:lnTo>
                    <a:pt x="0" y="25"/>
                  </a:lnTo>
                  <a:lnTo>
                    <a:pt x="0" y="73"/>
                  </a:lnTo>
                  <a:lnTo>
                    <a:pt x="24" y="97"/>
                  </a:lnTo>
                  <a:lnTo>
                    <a:pt x="73" y="121"/>
                  </a:lnTo>
                  <a:lnTo>
                    <a:pt x="121" y="97"/>
                  </a:lnTo>
                  <a:lnTo>
                    <a:pt x="121" y="49"/>
                  </a:lnTo>
                  <a:lnTo>
                    <a:pt x="97"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1965375" y="2152725"/>
              <a:ext cx="2425" cy="3050"/>
            </a:xfrm>
            <a:custGeom>
              <a:avLst/>
              <a:gdLst/>
              <a:ahLst/>
              <a:cxnLst/>
              <a:rect l="l" t="t" r="r" b="b"/>
              <a:pathLst>
                <a:path w="97" h="122" extrusionOk="0">
                  <a:moveTo>
                    <a:pt x="24" y="1"/>
                  </a:moveTo>
                  <a:lnTo>
                    <a:pt x="0" y="49"/>
                  </a:lnTo>
                  <a:lnTo>
                    <a:pt x="24" y="97"/>
                  </a:lnTo>
                  <a:lnTo>
                    <a:pt x="49" y="121"/>
                  </a:lnTo>
                  <a:lnTo>
                    <a:pt x="73" y="121"/>
                  </a:lnTo>
                  <a:lnTo>
                    <a:pt x="97" y="73"/>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2085750" y="2293550"/>
              <a:ext cx="3025" cy="3050"/>
            </a:xfrm>
            <a:custGeom>
              <a:avLst/>
              <a:gdLst/>
              <a:ahLst/>
              <a:cxnLst/>
              <a:rect l="l" t="t" r="r" b="b"/>
              <a:pathLst>
                <a:path w="121" h="122" extrusionOk="0">
                  <a:moveTo>
                    <a:pt x="0" y="1"/>
                  </a:moveTo>
                  <a:lnTo>
                    <a:pt x="0" y="49"/>
                  </a:lnTo>
                  <a:lnTo>
                    <a:pt x="48" y="97"/>
                  </a:lnTo>
                  <a:lnTo>
                    <a:pt x="72" y="121"/>
                  </a:lnTo>
                  <a:lnTo>
                    <a:pt x="96" y="97"/>
                  </a:lnTo>
                  <a:lnTo>
                    <a:pt x="120" y="73"/>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2073100" y="2267675"/>
              <a:ext cx="2425" cy="2450"/>
            </a:xfrm>
            <a:custGeom>
              <a:avLst/>
              <a:gdLst/>
              <a:ahLst/>
              <a:cxnLst/>
              <a:rect l="l" t="t" r="r" b="b"/>
              <a:pathLst>
                <a:path w="97" h="98" extrusionOk="0">
                  <a:moveTo>
                    <a:pt x="49" y="1"/>
                  </a:moveTo>
                  <a:lnTo>
                    <a:pt x="25" y="25"/>
                  </a:lnTo>
                  <a:lnTo>
                    <a:pt x="0" y="49"/>
                  </a:lnTo>
                  <a:lnTo>
                    <a:pt x="0" y="73"/>
                  </a:lnTo>
                  <a:lnTo>
                    <a:pt x="49" y="97"/>
                  </a:lnTo>
                  <a:lnTo>
                    <a:pt x="73" y="97"/>
                  </a:lnTo>
                  <a:lnTo>
                    <a:pt x="97" y="49"/>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2075500" y="2203300"/>
              <a:ext cx="3050" cy="2425"/>
            </a:xfrm>
            <a:custGeom>
              <a:avLst/>
              <a:gdLst/>
              <a:ahLst/>
              <a:cxnLst/>
              <a:rect l="l" t="t" r="r" b="b"/>
              <a:pathLst>
                <a:path w="122" h="97" extrusionOk="0">
                  <a:moveTo>
                    <a:pt x="49" y="0"/>
                  </a:moveTo>
                  <a:lnTo>
                    <a:pt x="1" y="24"/>
                  </a:lnTo>
                  <a:lnTo>
                    <a:pt x="1" y="48"/>
                  </a:lnTo>
                  <a:lnTo>
                    <a:pt x="25" y="72"/>
                  </a:lnTo>
                  <a:lnTo>
                    <a:pt x="49" y="96"/>
                  </a:lnTo>
                  <a:lnTo>
                    <a:pt x="97" y="72"/>
                  </a:lnTo>
                  <a:lnTo>
                    <a:pt x="121"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1944300" y="2209900"/>
              <a:ext cx="2450" cy="3050"/>
            </a:xfrm>
            <a:custGeom>
              <a:avLst/>
              <a:gdLst/>
              <a:ahLst/>
              <a:cxnLst/>
              <a:rect l="l" t="t" r="r" b="b"/>
              <a:pathLst>
                <a:path w="98" h="122" extrusionOk="0">
                  <a:moveTo>
                    <a:pt x="49" y="1"/>
                  </a:moveTo>
                  <a:lnTo>
                    <a:pt x="1" y="25"/>
                  </a:lnTo>
                  <a:lnTo>
                    <a:pt x="1" y="73"/>
                  </a:lnTo>
                  <a:lnTo>
                    <a:pt x="25" y="97"/>
                  </a:lnTo>
                  <a:lnTo>
                    <a:pt x="73" y="121"/>
                  </a:lnTo>
                  <a:lnTo>
                    <a:pt x="97" y="97"/>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2014125" y="2136475"/>
              <a:ext cx="2425" cy="3050"/>
            </a:xfrm>
            <a:custGeom>
              <a:avLst/>
              <a:gdLst/>
              <a:ahLst/>
              <a:cxnLst/>
              <a:rect l="l" t="t" r="r" b="b"/>
              <a:pathLst>
                <a:path w="97" h="122" extrusionOk="0">
                  <a:moveTo>
                    <a:pt x="24" y="1"/>
                  </a:moveTo>
                  <a:lnTo>
                    <a:pt x="0" y="25"/>
                  </a:lnTo>
                  <a:lnTo>
                    <a:pt x="0" y="73"/>
                  </a:lnTo>
                  <a:lnTo>
                    <a:pt x="24" y="121"/>
                  </a:lnTo>
                  <a:lnTo>
                    <a:pt x="48" y="97"/>
                  </a:lnTo>
                  <a:lnTo>
                    <a:pt x="97"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2099575" y="2264675"/>
              <a:ext cx="2425" cy="2425"/>
            </a:xfrm>
            <a:custGeom>
              <a:avLst/>
              <a:gdLst/>
              <a:ahLst/>
              <a:cxnLst/>
              <a:rect l="l" t="t" r="r" b="b"/>
              <a:pathLst>
                <a:path w="97" h="97" extrusionOk="0">
                  <a:moveTo>
                    <a:pt x="25" y="0"/>
                  </a:moveTo>
                  <a:lnTo>
                    <a:pt x="1" y="25"/>
                  </a:lnTo>
                  <a:lnTo>
                    <a:pt x="1" y="73"/>
                  </a:lnTo>
                  <a:lnTo>
                    <a:pt x="25" y="97"/>
                  </a:lnTo>
                  <a:lnTo>
                    <a:pt x="49" y="97"/>
                  </a:lnTo>
                  <a:lnTo>
                    <a:pt x="97" y="73"/>
                  </a:lnTo>
                  <a:lnTo>
                    <a:pt x="97"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2014725" y="2224350"/>
              <a:ext cx="2425" cy="3025"/>
            </a:xfrm>
            <a:custGeom>
              <a:avLst/>
              <a:gdLst/>
              <a:ahLst/>
              <a:cxnLst/>
              <a:rect l="l" t="t" r="r" b="b"/>
              <a:pathLst>
                <a:path w="97" h="121" extrusionOk="0">
                  <a:moveTo>
                    <a:pt x="49" y="1"/>
                  </a:moveTo>
                  <a:lnTo>
                    <a:pt x="0" y="25"/>
                  </a:lnTo>
                  <a:lnTo>
                    <a:pt x="0" y="49"/>
                  </a:lnTo>
                  <a:lnTo>
                    <a:pt x="0" y="97"/>
                  </a:lnTo>
                  <a:lnTo>
                    <a:pt x="49" y="121"/>
                  </a:lnTo>
                  <a:lnTo>
                    <a:pt x="97"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2069500" y="2224350"/>
              <a:ext cx="3625" cy="3025"/>
            </a:xfrm>
            <a:custGeom>
              <a:avLst/>
              <a:gdLst/>
              <a:ahLst/>
              <a:cxnLst/>
              <a:rect l="l" t="t" r="r" b="b"/>
              <a:pathLst>
                <a:path w="145" h="121" extrusionOk="0">
                  <a:moveTo>
                    <a:pt x="24" y="1"/>
                  </a:moveTo>
                  <a:lnTo>
                    <a:pt x="0" y="49"/>
                  </a:lnTo>
                  <a:lnTo>
                    <a:pt x="24" y="97"/>
                  </a:lnTo>
                  <a:lnTo>
                    <a:pt x="72" y="121"/>
                  </a:lnTo>
                  <a:lnTo>
                    <a:pt x="120" y="97"/>
                  </a:lnTo>
                  <a:lnTo>
                    <a:pt x="144" y="49"/>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2060450" y="2253850"/>
              <a:ext cx="2450" cy="2425"/>
            </a:xfrm>
            <a:custGeom>
              <a:avLst/>
              <a:gdLst/>
              <a:ahLst/>
              <a:cxnLst/>
              <a:rect l="l" t="t" r="r" b="b"/>
              <a:pathLst>
                <a:path w="98" h="97" extrusionOk="0">
                  <a:moveTo>
                    <a:pt x="25" y="0"/>
                  </a:moveTo>
                  <a:lnTo>
                    <a:pt x="1" y="48"/>
                  </a:lnTo>
                  <a:lnTo>
                    <a:pt x="1" y="72"/>
                  </a:lnTo>
                  <a:lnTo>
                    <a:pt x="25" y="96"/>
                  </a:lnTo>
                  <a:lnTo>
                    <a:pt x="73" y="96"/>
                  </a:lnTo>
                  <a:lnTo>
                    <a:pt x="97" y="72"/>
                  </a:lnTo>
                  <a:lnTo>
                    <a:pt x="97" y="48"/>
                  </a:lnTo>
                  <a:lnTo>
                    <a:pt x="73"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2014125" y="2325450"/>
              <a:ext cx="3025" cy="3050"/>
            </a:xfrm>
            <a:custGeom>
              <a:avLst/>
              <a:gdLst/>
              <a:ahLst/>
              <a:cxnLst/>
              <a:rect l="l" t="t" r="r" b="b"/>
              <a:pathLst>
                <a:path w="121" h="122" extrusionOk="0">
                  <a:moveTo>
                    <a:pt x="24" y="1"/>
                  </a:moveTo>
                  <a:lnTo>
                    <a:pt x="0" y="49"/>
                  </a:lnTo>
                  <a:lnTo>
                    <a:pt x="24" y="73"/>
                  </a:lnTo>
                  <a:lnTo>
                    <a:pt x="48" y="121"/>
                  </a:lnTo>
                  <a:lnTo>
                    <a:pt x="97" y="121"/>
                  </a:lnTo>
                  <a:lnTo>
                    <a:pt x="121" y="73"/>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1982225" y="2191250"/>
              <a:ext cx="1825" cy="3025"/>
            </a:xfrm>
            <a:custGeom>
              <a:avLst/>
              <a:gdLst/>
              <a:ahLst/>
              <a:cxnLst/>
              <a:rect l="l" t="t" r="r" b="b"/>
              <a:pathLst>
                <a:path w="73" h="121" extrusionOk="0">
                  <a:moveTo>
                    <a:pt x="0" y="1"/>
                  </a:moveTo>
                  <a:lnTo>
                    <a:pt x="0" y="49"/>
                  </a:lnTo>
                  <a:lnTo>
                    <a:pt x="0" y="73"/>
                  </a:lnTo>
                  <a:lnTo>
                    <a:pt x="24" y="121"/>
                  </a:lnTo>
                  <a:lnTo>
                    <a:pt x="49" y="97"/>
                  </a:lnTo>
                  <a:lnTo>
                    <a:pt x="73" y="73"/>
                  </a:lnTo>
                  <a:lnTo>
                    <a:pt x="73"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1949125" y="2205700"/>
              <a:ext cx="2425" cy="3025"/>
            </a:xfrm>
            <a:custGeom>
              <a:avLst/>
              <a:gdLst/>
              <a:ahLst/>
              <a:cxnLst/>
              <a:rect l="l" t="t" r="r" b="b"/>
              <a:pathLst>
                <a:path w="97" h="121" extrusionOk="0">
                  <a:moveTo>
                    <a:pt x="73" y="0"/>
                  </a:moveTo>
                  <a:lnTo>
                    <a:pt x="24" y="24"/>
                  </a:lnTo>
                  <a:lnTo>
                    <a:pt x="0" y="73"/>
                  </a:lnTo>
                  <a:lnTo>
                    <a:pt x="24" y="97"/>
                  </a:lnTo>
                  <a:lnTo>
                    <a:pt x="49" y="121"/>
                  </a:lnTo>
                  <a:lnTo>
                    <a:pt x="97" y="97"/>
                  </a:lnTo>
                  <a:lnTo>
                    <a:pt x="97"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2037600" y="2209300"/>
              <a:ext cx="3025" cy="2450"/>
            </a:xfrm>
            <a:custGeom>
              <a:avLst/>
              <a:gdLst/>
              <a:ahLst/>
              <a:cxnLst/>
              <a:rect l="l" t="t" r="r" b="b"/>
              <a:pathLst>
                <a:path w="121" h="98" extrusionOk="0">
                  <a:moveTo>
                    <a:pt x="48" y="1"/>
                  </a:moveTo>
                  <a:lnTo>
                    <a:pt x="24" y="25"/>
                  </a:lnTo>
                  <a:lnTo>
                    <a:pt x="0" y="49"/>
                  </a:lnTo>
                  <a:lnTo>
                    <a:pt x="24" y="97"/>
                  </a:lnTo>
                  <a:lnTo>
                    <a:pt x="72" y="97"/>
                  </a:lnTo>
                  <a:lnTo>
                    <a:pt x="96" y="49"/>
                  </a:lnTo>
                  <a:lnTo>
                    <a:pt x="121"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2061675" y="2210500"/>
              <a:ext cx="2425" cy="2450"/>
            </a:xfrm>
            <a:custGeom>
              <a:avLst/>
              <a:gdLst/>
              <a:ahLst/>
              <a:cxnLst/>
              <a:rect l="l" t="t" r="r" b="b"/>
              <a:pathLst>
                <a:path w="97" h="98" extrusionOk="0">
                  <a:moveTo>
                    <a:pt x="24" y="1"/>
                  </a:moveTo>
                  <a:lnTo>
                    <a:pt x="0" y="25"/>
                  </a:lnTo>
                  <a:lnTo>
                    <a:pt x="0" y="49"/>
                  </a:lnTo>
                  <a:lnTo>
                    <a:pt x="0" y="73"/>
                  </a:lnTo>
                  <a:lnTo>
                    <a:pt x="48" y="97"/>
                  </a:lnTo>
                  <a:lnTo>
                    <a:pt x="96" y="73"/>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1993650" y="2225550"/>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
            <p:cNvSpPr/>
            <p:nvPr/>
          </p:nvSpPr>
          <p:spPr>
            <a:xfrm>
              <a:off x="1946125" y="2237600"/>
              <a:ext cx="2425" cy="2425"/>
            </a:xfrm>
            <a:custGeom>
              <a:avLst/>
              <a:gdLst/>
              <a:ahLst/>
              <a:cxnLst/>
              <a:rect l="l" t="t" r="r" b="b"/>
              <a:pathLst>
                <a:path w="97" h="97" extrusionOk="0">
                  <a:moveTo>
                    <a:pt x="24" y="0"/>
                  </a:moveTo>
                  <a:lnTo>
                    <a:pt x="0" y="24"/>
                  </a:lnTo>
                  <a:lnTo>
                    <a:pt x="0" y="72"/>
                  </a:lnTo>
                  <a:lnTo>
                    <a:pt x="24" y="96"/>
                  </a:lnTo>
                  <a:lnTo>
                    <a:pt x="72" y="96"/>
                  </a:lnTo>
                  <a:lnTo>
                    <a:pt x="96" y="48"/>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
            <p:cNvSpPr/>
            <p:nvPr/>
          </p:nvSpPr>
          <p:spPr>
            <a:xfrm>
              <a:off x="2063475" y="2280925"/>
              <a:ext cx="3625" cy="2425"/>
            </a:xfrm>
            <a:custGeom>
              <a:avLst/>
              <a:gdLst/>
              <a:ahLst/>
              <a:cxnLst/>
              <a:rect l="l" t="t" r="r" b="b"/>
              <a:pathLst>
                <a:path w="145" h="97" extrusionOk="0">
                  <a:moveTo>
                    <a:pt x="48" y="0"/>
                  </a:moveTo>
                  <a:lnTo>
                    <a:pt x="0" y="25"/>
                  </a:lnTo>
                  <a:lnTo>
                    <a:pt x="24" y="73"/>
                  </a:lnTo>
                  <a:lnTo>
                    <a:pt x="73" y="97"/>
                  </a:lnTo>
                  <a:lnTo>
                    <a:pt x="121" y="97"/>
                  </a:lnTo>
                  <a:lnTo>
                    <a:pt x="145" y="49"/>
                  </a:lnTo>
                  <a:lnTo>
                    <a:pt x="121"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
            <p:cNvSpPr/>
            <p:nvPr/>
          </p:nvSpPr>
          <p:spPr>
            <a:xfrm>
              <a:off x="2113425" y="2283925"/>
              <a:ext cx="2425" cy="2450"/>
            </a:xfrm>
            <a:custGeom>
              <a:avLst/>
              <a:gdLst/>
              <a:ahLst/>
              <a:cxnLst/>
              <a:rect l="l" t="t" r="r" b="b"/>
              <a:pathLst>
                <a:path w="97" h="98" extrusionOk="0">
                  <a:moveTo>
                    <a:pt x="24" y="1"/>
                  </a:moveTo>
                  <a:lnTo>
                    <a:pt x="0" y="25"/>
                  </a:lnTo>
                  <a:lnTo>
                    <a:pt x="0" y="73"/>
                  </a:lnTo>
                  <a:lnTo>
                    <a:pt x="24" y="97"/>
                  </a:lnTo>
                  <a:lnTo>
                    <a:pt x="73"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
            <p:cNvSpPr/>
            <p:nvPr/>
          </p:nvSpPr>
          <p:spPr>
            <a:xfrm>
              <a:off x="2089950" y="2128650"/>
              <a:ext cx="1825" cy="1850"/>
            </a:xfrm>
            <a:custGeom>
              <a:avLst/>
              <a:gdLst/>
              <a:ahLst/>
              <a:cxnLst/>
              <a:rect l="l" t="t" r="r" b="b"/>
              <a:pathLst>
                <a:path w="73" h="74" extrusionOk="0">
                  <a:moveTo>
                    <a:pt x="25" y="1"/>
                  </a:moveTo>
                  <a:lnTo>
                    <a:pt x="1" y="73"/>
                  </a:lnTo>
                  <a:lnTo>
                    <a:pt x="73" y="73"/>
                  </a:lnTo>
                  <a:lnTo>
                    <a:pt x="73"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
            <p:cNvSpPr/>
            <p:nvPr/>
          </p:nvSpPr>
          <p:spPr>
            <a:xfrm>
              <a:off x="2026750" y="2159950"/>
              <a:ext cx="2450" cy="1825"/>
            </a:xfrm>
            <a:custGeom>
              <a:avLst/>
              <a:gdLst/>
              <a:ahLst/>
              <a:cxnLst/>
              <a:rect l="l" t="t" r="r" b="b"/>
              <a:pathLst>
                <a:path w="98" h="73" extrusionOk="0">
                  <a:moveTo>
                    <a:pt x="25" y="1"/>
                  </a:moveTo>
                  <a:lnTo>
                    <a:pt x="1" y="25"/>
                  </a:lnTo>
                  <a:lnTo>
                    <a:pt x="25"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
            <p:cNvSpPr/>
            <p:nvPr/>
          </p:nvSpPr>
          <p:spPr>
            <a:xfrm>
              <a:off x="2040600" y="2159950"/>
              <a:ext cx="1225" cy="1825"/>
            </a:xfrm>
            <a:custGeom>
              <a:avLst/>
              <a:gdLst/>
              <a:ahLst/>
              <a:cxnLst/>
              <a:rect l="l" t="t" r="r" b="b"/>
              <a:pathLst>
                <a:path w="49" h="73" extrusionOk="0">
                  <a:moveTo>
                    <a:pt x="1" y="1"/>
                  </a:moveTo>
                  <a:lnTo>
                    <a:pt x="1" y="25"/>
                  </a:lnTo>
                  <a:lnTo>
                    <a:pt x="1" y="49"/>
                  </a:lnTo>
                  <a:lnTo>
                    <a:pt x="1" y="73"/>
                  </a:lnTo>
                  <a:lnTo>
                    <a:pt x="49" y="73"/>
                  </a:lnTo>
                  <a:lnTo>
                    <a:pt x="49" y="49"/>
                  </a:lnTo>
                  <a:lnTo>
                    <a:pt x="49"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
            <p:cNvSpPr/>
            <p:nvPr/>
          </p:nvSpPr>
          <p:spPr>
            <a:xfrm>
              <a:off x="2068875" y="2163575"/>
              <a:ext cx="1850" cy="1825"/>
            </a:xfrm>
            <a:custGeom>
              <a:avLst/>
              <a:gdLst/>
              <a:ahLst/>
              <a:cxnLst/>
              <a:rect l="l" t="t" r="r" b="b"/>
              <a:pathLst>
                <a:path w="74" h="73" extrusionOk="0">
                  <a:moveTo>
                    <a:pt x="25" y="0"/>
                  </a:moveTo>
                  <a:lnTo>
                    <a:pt x="1" y="24"/>
                  </a:lnTo>
                  <a:lnTo>
                    <a:pt x="1" y="48"/>
                  </a:lnTo>
                  <a:lnTo>
                    <a:pt x="1" y="72"/>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
            <p:cNvSpPr/>
            <p:nvPr/>
          </p:nvSpPr>
          <p:spPr>
            <a:xfrm>
              <a:off x="1937675" y="2178625"/>
              <a:ext cx="1850" cy="1825"/>
            </a:xfrm>
            <a:custGeom>
              <a:avLst/>
              <a:gdLst/>
              <a:ahLst/>
              <a:cxnLst/>
              <a:rect l="l" t="t" r="r" b="b"/>
              <a:pathLst>
                <a:path w="74" h="73" extrusionOk="0">
                  <a:moveTo>
                    <a:pt x="25" y="0"/>
                  </a:moveTo>
                  <a:lnTo>
                    <a:pt x="1" y="24"/>
                  </a:lnTo>
                  <a:lnTo>
                    <a:pt x="1" y="48"/>
                  </a:lnTo>
                  <a:lnTo>
                    <a:pt x="25" y="72"/>
                  </a:lnTo>
                  <a:lnTo>
                    <a:pt x="49" y="72"/>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
            <p:cNvSpPr/>
            <p:nvPr/>
          </p:nvSpPr>
          <p:spPr>
            <a:xfrm>
              <a:off x="1925650" y="2189450"/>
              <a:ext cx="1825" cy="1825"/>
            </a:xfrm>
            <a:custGeom>
              <a:avLst/>
              <a:gdLst/>
              <a:ahLst/>
              <a:cxnLst/>
              <a:rect l="l" t="t" r="r" b="b"/>
              <a:pathLst>
                <a:path w="73" h="73" extrusionOk="0">
                  <a:moveTo>
                    <a:pt x="25" y="0"/>
                  </a:moveTo>
                  <a:lnTo>
                    <a:pt x="1" y="24"/>
                  </a:lnTo>
                  <a:lnTo>
                    <a:pt x="1" y="48"/>
                  </a:lnTo>
                  <a:lnTo>
                    <a:pt x="25" y="73"/>
                  </a:lnTo>
                  <a:lnTo>
                    <a:pt x="49" y="73"/>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
            <p:cNvSpPr/>
            <p:nvPr/>
          </p:nvSpPr>
          <p:spPr>
            <a:xfrm>
              <a:off x="1929875" y="2194250"/>
              <a:ext cx="1825" cy="1250"/>
            </a:xfrm>
            <a:custGeom>
              <a:avLst/>
              <a:gdLst/>
              <a:ahLst/>
              <a:cxnLst/>
              <a:rect l="l" t="t" r="r" b="b"/>
              <a:pathLst>
                <a:path w="73" h="50" extrusionOk="0">
                  <a:moveTo>
                    <a:pt x="0" y="1"/>
                  </a:moveTo>
                  <a:lnTo>
                    <a:pt x="0" y="49"/>
                  </a:lnTo>
                  <a:lnTo>
                    <a:pt x="48"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
            <p:cNvSpPr/>
            <p:nvPr/>
          </p:nvSpPr>
          <p:spPr>
            <a:xfrm>
              <a:off x="1988850" y="2193050"/>
              <a:ext cx="2425" cy="2450"/>
            </a:xfrm>
            <a:custGeom>
              <a:avLst/>
              <a:gdLst/>
              <a:ahLst/>
              <a:cxnLst/>
              <a:rect l="l" t="t" r="r" b="b"/>
              <a:pathLst>
                <a:path w="97" h="98" extrusionOk="0">
                  <a:moveTo>
                    <a:pt x="72" y="1"/>
                  </a:moveTo>
                  <a:lnTo>
                    <a:pt x="24" y="25"/>
                  </a:lnTo>
                  <a:lnTo>
                    <a:pt x="0" y="49"/>
                  </a:lnTo>
                  <a:lnTo>
                    <a:pt x="24" y="73"/>
                  </a:lnTo>
                  <a:lnTo>
                    <a:pt x="48" y="97"/>
                  </a:lnTo>
                  <a:lnTo>
                    <a:pt x="97" y="73"/>
                  </a:lnTo>
                  <a:lnTo>
                    <a:pt x="97" y="49"/>
                  </a:lnTo>
                  <a:lnTo>
                    <a:pt x="97"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
            <p:cNvSpPr/>
            <p:nvPr/>
          </p:nvSpPr>
          <p:spPr>
            <a:xfrm>
              <a:off x="2003900" y="2197875"/>
              <a:ext cx="1825" cy="1825"/>
            </a:xfrm>
            <a:custGeom>
              <a:avLst/>
              <a:gdLst/>
              <a:ahLst/>
              <a:cxnLst/>
              <a:rect l="l" t="t" r="r" b="b"/>
              <a:pathLst>
                <a:path w="73" h="73" extrusionOk="0">
                  <a:moveTo>
                    <a:pt x="24" y="0"/>
                  </a:moveTo>
                  <a:lnTo>
                    <a:pt x="0" y="24"/>
                  </a:lnTo>
                  <a:lnTo>
                    <a:pt x="0" y="49"/>
                  </a:lnTo>
                  <a:lnTo>
                    <a:pt x="48" y="73"/>
                  </a:lnTo>
                  <a:lnTo>
                    <a:pt x="72" y="49"/>
                  </a:lnTo>
                  <a:lnTo>
                    <a:pt x="72"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
            <p:cNvSpPr/>
            <p:nvPr/>
          </p:nvSpPr>
          <p:spPr>
            <a:xfrm>
              <a:off x="2102600" y="2208100"/>
              <a:ext cx="2425" cy="2425"/>
            </a:xfrm>
            <a:custGeom>
              <a:avLst/>
              <a:gdLst/>
              <a:ahLst/>
              <a:cxnLst/>
              <a:rect l="l" t="t" r="r" b="b"/>
              <a:pathLst>
                <a:path w="97" h="97" extrusionOk="0">
                  <a:moveTo>
                    <a:pt x="48" y="1"/>
                  </a:moveTo>
                  <a:lnTo>
                    <a:pt x="24" y="25"/>
                  </a:lnTo>
                  <a:lnTo>
                    <a:pt x="0" y="49"/>
                  </a:lnTo>
                  <a:lnTo>
                    <a:pt x="0" y="73"/>
                  </a:lnTo>
                  <a:lnTo>
                    <a:pt x="24" y="97"/>
                  </a:lnTo>
                  <a:lnTo>
                    <a:pt x="96" y="97"/>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
            <p:cNvSpPr/>
            <p:nvPr/>
          </p:nvSpPr>
          <p:spPr>
            <a:xfrm>
              <a:off x="1972000" y="2217725"/>
              <a:ext cx="2425" cy="2450"/>
            </a:xfrm>
            <a:custGeom>
              <a:avLst/>
              <a:gdLst/>
              <a:ahLst/>
              <a:cxnLst/>
              <a:rect l="l" t="t" r="r" b="b"/>
              <a:pathLst>
                <a:path w="97" h="98" extrusionOk="0">
                  <a:moveTo>
                    <a:pt x="48" y="1"/>
                  </a:moveTo>
                  <a:lnTo>
                    <a:pt x="0" y="25"/>
                  </a:lnTo>
                  <a:lnTo>
                    <a:pt x="0" y="49"/>
                  </a:lnTo>
                  <a:lnTo>
                    <a:pt x="0" y="73"/>
                  </a:lnTo>
                  <a:lnTo>
                    <a:pt x="48" y="97"/>
                  </a:lnTo>
                  <a:lnTo>
                    <a:pt x="72" y="73"/>
                  </a:lnTo>
                  <a:lnTo>
                    <a:pt x="96"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
            <p:cNvSpPr/>
            <p:nvPr/>
          </p:nvSpPr>
          <p:spPr>
            <a:xfrm>
              <a:off x="2068875" y="2220150"/>
              <a:ext cx="1850" cy="2425"/>
            </a:xfrm>
            <a:custGeom>
              <a:avLst/>
              <a:gdLst/>
              <a:ahLst/>
              <a:cxnLst/>
              <a:rect l="l" t="t" r="r" b="b"/>
              <a:pathLst>
                <a:path w="74" h="97" extrusionOk="0">
                  <a:moveTo>
                    <a:pt x="25" y="0"/>
                  </a:moveTo>
                  <a:lnTo>
                    <a:pt x="1" y="24"/>
                  </a:lnTo>
                  <a:lnTo>
                    <a:pt x="1" y="48"/>
                  </a:lnTo>
                  <a:lnTo>
                    <a:pt x="1" y="72"/>
                  </a:lnTo>
                  <a:lnTo>
                    <a:pt x="25" y="96"/>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
            <p:cNvSpPr/>
            <p:nvPr/>
          </p:nvSpPr>
          <p:spPr>
            <a:xfrm>
              <a:off x="2011100" y="2249625"/>
              <a:ext cx="3050" cy="1825"/>
            </a:xfrm>
            <a:custGeom>
              <a:avLst/>
              <a:gdLst/>
              <a:ahLst/>
              <a:cxnLst/>
              <a:rect l="l" t="t" r="r" b="b"/>
              <a:pathLst>
                <a:path w="122" h="73" extrusionOk="0">
                  <a:moveTo>
                    <a:pt x="25" y="1"/>
                  </a:moveTo>
                  <a:lnTo>
                    <a:pt x="1" y="49"/>
                  </a:lnTo>
                  <a:lnTo>
                    <a:pt x="25" y="73"/>
                  </a:lnTo>
                  <a:lnTo>
                    <a:pt x="97"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
            <p:cNvSpPr/>
            <p:nvPr/>
          </p:nvSpPr>
          <p:spPr>
            <a:xfrm>
              <a:off x="1991850" y="2250825"/>
              <a:ext cx="1225" cy="1850"/>
            </a:xfrm>
            <a:custGeom>
              <a:avLst/>
              <a:gdLst/>
              <a:ahLst/>
              <a:cxnLst/>
              <a:rect l="l" t="t" r="r" b="b"/>
              <a:pathLst>
                <a:path w="49" h="74" extrusionOk="0">
                  <a:moveTo>
                    <a:pt x="25" y="1"/>
                  </a:moveTo>
                  <a:lnTo>
                    <a:pt x="1" y="25"/>
                  </a:lnTo>
                  <a:lnTo>
                    <a:pt x="1" y="49"/>
                  </a:lnTo>
                  <a:lnTo>
                    <a:pt x="1" y="73"/>
                  </a:lnTo>
                  <a:lnTo>
                    <a:pt x="25" y="49"/>
                  </a:lnTo>
                  <a:lnTo>
                    <a:pt x="49"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
            <p:cNvSpPr/>
            <p:nvPr/>
          </p:nvSpPr>
          <p:spPr>
            <a:xfrm>
              <a:off x="2140500" y="2264675"/>
              <a:ext cx="1825" cy="2425"/>
            </a:xfrm>
            <a:custGeom>
              <a:avLst/>
              <a:gdLst/>
              <a:ahLst/>
              <a:cxnLst/>
              <a:rect l="l" t="t" r="r" b="b"/>
              <a:pathLst>
                <a:path w="73" h="97" extrusionOk="0">
                  <a:moveTo>
                    <a:pt x="25" y="0"/>
                  </a:moveTo>
                  <a:lnTo>
                    <a:pt x="1" y="25"/>
                  </a:lnTo>
                  <a:lnTo>
                    <a:pt x="1" y="49"/>
                  </a:lnTo>
                  <a:lnTo>
                    <a:pt x="25" y="73"/>
                  </a:lnTo>
                  <a:lnTo>
                    <a:pt x="49" y="97"/>
                  </a:lnTo>
                  <a:lnTo>
                    <a:pt x="73" y="73"/>
                  </a:lnTo>
                  <a:lnTo>
                    <a:pt x="73" y="25"/>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
            <p:cNvSpPr/>
            <p:nvPr/>
          </p:nvSpPr>
          <p:spPr>
            <a:xfrm>
              <a:off x="2047825" y="2298375"/>
              <a:ext cx="625" cy="625"/>
            </a:xfrm>
            <a:custGeom>
              <a:avLst/>
              <a:gdLst/>
              <a:ahLst/>
              <a:cxnLst/>
              <a:rect l="l" t="t" r="r" b="b"/>
              <a:pathLst>
                <a:path w="25" h="25" extrusionOk="0">
                  <a:moveTo>
                    <a:pt x="0" y="1"/>
                  </a:moveTo>
                  <a:lnTo>
                    <a:pt x="0" y="25"/>
                  </a:lnTo>
                  <a:lnTo>
                    <a:pt x="24"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
            <p:cNvSpPr/>
            <p:nvPr/>
          </p:nvSpPr>
          <p:spPr>
            <a:xfrm>
              <a:off x="2043000" y="2385050"/>
              <a:ext cx="1850" cy="1225"/>
            </a:xfrm>
            <a:custGeom>
              <a:avLst/>
              <a:gdLst/>
              <a:ahLst/>
              <a:cxnLst/>
              <a:rect l="l" t="t" r="r" b="b"/>
              <a:pathLst>
                <a:path w="74" h="49" extrusionOk="0">
                  <a:moveTo>
                    <a:pt x="25" y="0"/>
                  </a:moveTo>
                  <a:lnTo>
                    <a:pt x="1" y="48"/>
                  </a:lnTo>
                  <a:lnTo>
                    <a:pt x="73"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
            <p:cNvSpPr/>
            <p:nvPr/>
          </p:nvSpPr>
          <p:spPr>
            <a:xfrm>
              <a:off x="2125450" y="2172000"/>
              <a:ext cx="1225" cy="1225"/>
            </a:xfrm>
            <a:custGeom>
              <a:avLst/>
              <a:gdLst/>
              <a:ahLst/>
              <a:cxnLst/>
              <a:rect l="l" t="t" r="r" b="b"/>
              <a:pathLst>
                <a:path w="49" h="49" extrusionOk="0">
                  <a:moveTo>
                    <a:pt x="1" y="0"/>
                  </a:moveTo>
                  <a:lnTo>
                    <a:pt x="25"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
            <p:cNvSpPr/>
            <p:nvPr/>
          </p:nvSpPr>
          <p:spPr>
            <a:xfrm>
              <a:off x="2053250" y="2170175"/>
              <a:ext cx="1825" cy="2450"/>
            </a:xfrm>
            <a:custGeom>
              <a:avLst/>
              <a:gdLst/>
              <a:ahLst/>
              <a:cxnLst/>
              <a:rect l="l" t="t" r="r" b="b"/>
              <a:pathLst>
                <a:path w="73" h="98" extrusionOk="0">
                  <a:moveTo>
                    <a:pt x="48" y="1"/>
                  </a:moveTo>
                  <a:lnTo>
                    <a:pt x="0" y="49"/>
                  </a:lnTo>
                  <a:lnTo>
                    <a:pt x="24" y="73"/>
                  </a:lnTo>
                  <a:lnTo>
                    <a:pt x="48" y="97"/>
                  </a:lnTo>
                  <a:lnTo>
                    <a:pt x="72" y="73"/>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
            <p:cNvSpPr/>
            <p:nvPr/>
          </p:nvSpPr>
          <p:spPr>
            <a:xfrm>
              <a:off x="1956950" y="2152725"/>
              <a:ext cx="625" cy="1250"/>
            </a:xfrm>
            <a:custGeom>
              <a:avLst/>
              <a:gdLst/>
              <a:ahLst/>
              <a:cxnLst/>
              <a:rect l="l" t="t" r="r" b="b"/>
              <a:pathLst>
                <a:path w="25" h="50" extrusionOk="0">
                  <a:moveTo>
                    <a:pt x="0" y="1"/>
                  </a:moveTo>
                  <a:lnTo>
                    <a:pt x="0" y="25"/>
                  </a:lnTo>
                  <a:lnTo>
                    <a:pt x="0" y="49"/>
                  </a:lnTo>
                  <a:lnTo>
                    <a:pt x="24" y="25"/>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
            <p:cNvSpPr/>
            <p:nvPr/>
          </p:nvSpPr>
          <p:spPr>
            <a:xfrm>
              <a:off x="2022550" y="2136475"/>
              <a:ext cx="1825" cy="1250"/>
            </a:xfrm>
            <a:custGeom>
              <a:avLst/>
              <a:gdLst/>
              <a:ahLst/>
              <a:cxnLst/>
              <a:rect l="l" t="t" r="r" b="b"/>
              <a:pathLst>
                <a:path w="73" h="50" extrusionOk="0">
                  <a:moveTo>
                    <a:pt x="24" y="1"/>
                  </a:moveTo>
                  <a:lnTo>
                    <a:pt x="0" y="25"/>
                  </a:lnTo>
                  <a:lnTo>
                    <a:pt x="24" y="49"/>
                  </a:lnTo>
                  <a:lnTo>
                    <a:pt x="73"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
            <p:cNvSpPr/>
            <p:nvPr/>
          </p:nvSpPr>
          <p:spPr>
            <a:xfrm>
              <a:off x="2086950" y="2290550"/>
              <a:ext cx="625" cy="25"/>
            </a:xfrm>
            <a:custGeom>
              <a:avLst/>
              <a:gdLst/>
              <a:ahLst/>
              <a:cxnLst/>
              <a:rect l="l" t="t" r="r" b="b"/>
              <a:pathLst>
                <a:path w="25" h="1" extrusionOk="0">
                  <a:moveTo>
                    <a:pt x="0" y="1"/>
                  </a:moveTo>
                  <a:lnTo>
                    <a:pt x="0" y="1"/>
                  </a:lnTo>
                  <a:lnTo>
                    <a:pt x="24" y="1"/>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
            <p:cNvSpPr/>
            <p:nvPr/>
          </p:nvSpPr>
          <p:spPr>
            <a:xfrm>
              <a:off x="2053850" y="2122050"/>
              <a:ext cx="1225" cy="1225"/>
            </a:xfrm>
            <a:custGeom>
              <a:avLst/>
              <a:gdLst/>
              <a:ahLst/>
              <a:cxnLst/>
              <a:rect l="l" t="t" r="r" b="b"/>
              <a:pathLst>
                <a:path w="49" h="49" extrusionOk="0">
                  <a:moveTo>
                    <a:pt x="24" y="0"/>
                  </a:moveTo>
                  <a:lnTo>
                    <a:pt x="0" y="24"/>
                  </a:lnTo>
                  <a:lnTo>
                    <a:pt x="24" y="48"/>
                  </a:lnTo>
                  <a:lnTo>
                    <a:pt x="48" y="48"/>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
            <p:cNvSpPr/>
            <p:nvPr/>
          </p:nvSpPr>
          <p:spPr>
            <a:xfrm>
              <a:off x="2026750" y="2274900"/>
              <a:ext cx="1225" cy="1825"/>
            </a:xfrm>
            <a:custGeom>
              <a:avLst/>
              <a:gdLst/>
              <a:ahLst/>
              <a:cxnLst/>
              <a:rect l="l" t="t" r="r" b="b"/>
              <a:pathLst>
                <a:path w="49" h="73" extrusionOk="0">
                  <a:moveTo>
                    <a:pt x="25" y="1"/>
                  </a:moveTo>
                  <a:lnTo>
                    <a:pt x="1" y="25"/>
                  </a:lnTo>
                  <a:lnTo>
                    <a:pt x="1" y="49"/>
                  </a:lnTo>
                  <a:lnTo>
                    <a:pt x="1" y="73"/>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
            <p:cNvSpPr/>
            <p:nvPr/>
          </p:nvSpPr>
          <p:spPr>
            <a:xfrm>
              <a:off x="2071900" y="2254450"/>
              <a:ext cx="625" cy="1225"/>
            </a:xfrm>
            <a:custGeom>
              <a:avLst/>
              <a:gdLst/>
              <a:ahLst/>
              <a:cxnLst/>
              <a:rect l="l" t="t" r="r" b="b"/>
              <a:pathLst>
                <a:path w="25" h="49" extrusionOk="0">
                  <a:moveTo>
                    <a:pt x="24" y="0"/>
                  </a:moveTo>
                  <a:lnTo>
                    <a:pt x="0" y="48"/>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
            <p:cNvSpPr/>
            <p:nvPr/>
          </p:nvSpPr>
          <p:spPr>
            <a:xfrm>
              <a:off x="2059850" y="2227975"/>
              <a:ext cx="1250" cy="2425"/>
            </a:xfrm>
            <a:custGeom>
              <a:avLst/>
              <a:gdLst/>
              <a:ahLst/>
              <a:cxnLst/>
              <a:rect l="l" t="t" r="r" b="b"/>
              <a:pathLst>
                <a:path w="50" h="97" extrusionOk="0">
                  <a:moveTo>
                    <a:pt x="49" y="0"/>
                  </a:moveTo>
                  <a:lnTo>
                    <a:pt x="25" y="48"/>
                  </a:lnTo>
                  <a:lnTo>
                    <a:pt x="1" y="72"/>
                  </a:lnTo>
                  <a:lnTo>
                    <a:pt x="25" y="96"/>
                  </a:lnTo>
                  <a:lnTo>
                    <a:pt x="49" y="72"/>
                  </a:lnTo>
                  <a:lnTo>
                    <a:pt x="49"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
            <p:cNvSpPr/>
            <p:nvPr/>
          </p:nvSpPr>
          <p:spPr>
            <a:xfrm>
              <a:off x="1964175" y="2251425"/>
              <a:ext cx="1825" cy="1850"/>
            </a:xfrm>
            <a:custGeom>
              <a:avLst/>
              <a:gdLst/>
              <a:ahLst/>
              <a:cxnLst/>
              <a:rect l="l" t="t" r="r" b="b"/>
              <a:pathLst>
                <a:path w="73" h="74" extrusionOk="0">
                  <a:moveTo>
                    <a:pt x="24" y="1"/>
                  </a:moveTo>
                  <a:lnTo>
                    <a:pt x="0" y="25"/>
                  </a:lnTo>
                  <a:lnTo>
                    <a:pt x="24" y="49"/>
                  </a:lnTo>
                  <a:lnTo>
                    <a:pt x="24" y="73"/>
                  </a:lnTo>
                  <a:lnTo>
                    <a:pt x="72"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
            <p:cNvSpPr/>
            <p:nvPr/>
          </p:nvSpPr>
          <p:spPr>
            <a:xfrm>
              <a:off x="2088750" y="2235175"/>
              <a:ext cx="2425" cy="1850"/>
            </a:xfrm>
            <a:custGeom>
              <a:avLst/>
              <a:gdLst/>
              <a:ahLst/>
              <a:cxnLst/>
              <a:rect l="l" t="t" r="r" b="b"/>
              <a:pathLst>
                <a:path w="97" h="74" extrusionOk="0">
                  <a:moveTo>
                    <a:pt x="24" y="1"/>
                  </a:moveTo>
                  <a:lnTo>
                    <a:pt x="0" y="25"/>
                  </a:lnTo>
                  <a:lnTo>
                    <a:pt x="24"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
            <p:cNvSpPr/>
            <p:nvPr/>
          </p:nvSpPr>
          <p:spPr>
            <a:xfrm>
              <a:off x="2111025" y="2230375"/>
              <a:ext cx="625" cy="1225"/>
            </a:xfrm>
            <a:custGeom>
              <a:avLst/>
              <a:gdLst/>
              <a:ahLst/>
              <a:cxnLst/>
              <a:rect l="l" t="t" r="r" b="b"/>
              <a:pathLst>
                <a:path w="25" h="49" extrusionOk="0">
                  <a:moveTo>
                    <a:pt x="0" y="0"/>
                  </a:moveTo>
                  <a:lnTo>
                    <a:pt x="0" y="24"/>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
            <p:cNvSpPr/>
            <p:nvPr/>
          </p:nvSpPr>
          <p:spPr>
            <a:xfrm>
              <a:off x="2051425" y="2217125"/>
              <a:ext cx="1850" cy="1825"/>
            </a:xfrm>
            <a:custGeom>
              <a:avLst/>
              <a:gdLst/>
              <a:ahLst/>
              <a:cxnLst/>
              <a:rect l="l" t="t" r="r" b="b"/>
              <a:pathLst>
                <a:path w="74" h="73" extrusionOk="0">
                  <a:moveTo>
                    <a:pt x="25" y="1"/>
                  </a:moveTo>
                  <a:lnTo>
                    <a:pt x="1" y="25"/>
                  </a:lnTo>
                  <a:lnTo>
                    <a:pt x="1" y="49"/>
                  </a:lnTo>
                  <a:lnTo>
                    <a:pt x="1" y="73"/>
                  </a:lnTo>
                  <a:lnTo>
                    <a:pt x="25" y="73"/>
                  </a:lnTo>
                  <a:lnTo>
                    <a:pt x="49" y="49"/>
                  </a:lnTo>
                  <a:lnTo>
                    <a:pt x="73" y="25"/>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
            <p:cNvSpPr/>
            <p:nvPr/>
          </p:nvSpPr>
          <p:spPr>
            <a:xfrm>
              <a:off x="2038800" y="2196075"/>
              <a:ext cx="1825" cy="1225"/>
            </a:xfrm>
            <a:custGeom>
              <a:avLst/>
              <a:gdLst/>
              <a:ahLst/>
              <a:cxnLst/>
              <a:rect l="l" t="t" r="r" b="b"/>
              <a:pathLst>
                <a:path w="73" h="49" extrusionOk="0">
                  <a:moveTo>
                    <a:pt x="24" y="0"/>
                  </a:moveTo>
                  <a:lnTo>
                    <a:pt x="0" y="24"/>
                  </a:lnTo>
                  <a:lnTo>
                    <a:pt x="24" y="48"/>
                  </a:lnTo>
                  <a:lnTo>
                    <a:pt x="73"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
            <p:cNvSpPr/>
            <p:nvPr/>
          </p:nvSpPr>
          <p:spPr>
            <a:xfrm>
              <a:off x="2046625" y="2193050"/>
              <a:ext cx="1225" cy="1225"/>
            </a:xfrm>
            <a:custGeom>
              <a:avLst/>
              <a:gdLst/>
              <a:ahLst/>
              <a:cxnLst/>
              <a:rect l="l" t="t" r="r" b="b"/>
              <a:pathLst>
                <a:path w="49" h="49" extrusionOk="0">
                  <a:moveTo>
                    <a:pt x="0" y="1"/>
                  </a:moveTo>
                  <a:lnTo>
                    <a:pt x="0" y="25"/>
                  </a:lnTo>
                  <a:lnTo>
                    <a:pt x="24" y="49"/>
                  </a:lnTo>
                  <a:lnTo>
                    <a:pt x="48"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
            <p:cNvSpPr/>
            <p:nvPr/>
          </p:nvSpPr>
          <p:spPr>
            <a:xfrm>
              <a:off x="2076700" y="2183425"/>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
            <p:cNvSpPr/>
            <p:nvPr/>
          </p:nvSpPr>
          <p:spPr>
            <a:xfrm>
              <a:off x="2005100" y="2279125"/>
              <a:ext cx="25" cy="1225"/>
            </a:xfrm>
            <a:custGeom>
              <a:avLst/>
              <a:gdLst/>
              <a:ahLst/>
              <a:cxnLst/>
              <a:rect l="l" t="t" r="r" b="b"/>
              <a:pathLst>
                <a:path w="1" h="49" extrusionOk="0">
                  <a:moveTo>
                    <a:pt x="0" y="0"/>
                  </a:moveTo>
                  <a:lnTo>
                    <a:pt x="0" y="0"/>
                  </a:lnTo>
                  <a:lnTo>
                    <a:pt x="0" y="48"/>
                  </a:lnTo>
                  <a:lnTo>
                    <a:pt x="0" y="48"/>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
            <p:cNvSpPr/>
            <p:nvPr/>
          </p:nvSpPr>
          <p:spPr>
            <a:xfrm>
              <a:off x="1983425" y="2181025"/>
              <a:ext cx="1225" cy="1225"/>
            </a:xfrm>
            <a:custGeom>
              <a:avLst/>
              <a:gdLst/>
              <a:ahLst/>
              <a:cxnLst/>
              <a:rect l="l" t="t" r="r" b="b"/>
              <a:pathLst>
                <a:path w="49" h="49" extrusionOk="0">
                  <a:moveTo>
                    <a:pt x="1" y="0"/>
                  </a:moveTo>
                  <a:lnTo>
                    <a:pt x="1" y="24"/>
                  </a:lnTo>
                  <a:lnTo>
                    <a:pt x="1" y="48"/>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
            <p:cNvSpPr/>
            <p:nvPr/>
          </p:nvSpPr>
          <p:spPr>
            <a:xfrm>
              <a:off x="2076700" y="2179825"/>
              <a:ext cx="1250" cy="1225"/>
            </a:xfrm>
            <a:custGeom>
              <a:avLst/>
              <a:gdLst/>
              <a:ahLst/>
              <a:cxnLst/>
              <a:rect l="l" t="t" r="r" b="b"/>
              <a:pathLst>
                <a:path w="50" h="49" extrusionOk="0">
                  <a:moveTo>
                    <a:pt x="25" y="0"/>
                  </a:moveTo>
                  <a:lnTo>
                    <a:pt x="1" y="24"/>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
            <p:cNvSpPr/>
            <p:nvPr/>
          </p:nvSpPr>
          <p:spPr>
            <a:xfrm>
              <a:off x="2023150" y="2178625"/>
              <a:ext cx="625" cy="1825"/>
            </a:xfrm>
            <a:custGeom>
              <a:avLst/>
              <a:gdLst/>
              <a:ahLst/>
              <a:cxnLst/>
              <a:rect l="l" t="t" r="r" b="b"/>
              <a:pathLst>
                <a:path w="25" h="73" extrusionOk="0">
                  <a:moveTo>
                    <a:pt x="0" y="0"/>
                  </a:moveTo>
                  <a:lnTo>
                    <a:pt x="0" y="24"/>
                  </a:lnTo>
                  <a:lnTo>
                    <a:pt x="0" y="72"/>
                  </a:lnTo>
                  <a:lnTo>
                    <a:pt x="24" y="48"/>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
            <p:cNvSpPr/>
            <p:nvPr/>
          </p:nvSpPr>
          <p:spPr>
            <a:xfrm>
              <a:off x="2037600" y="22544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
            <p:cNvSpPr/>
            <p:nvPr/>
          </p:nvSpPr>
          <p:spPr>
            <a:xfrm>
              <a:off x="2032175" y="2358550"/>
              <a:ext cx="1225" cy="1250"/>
            </a:xfrm>
            <a:custGeom>
              <a:avLst/>
              <a:gdLst/>
              <a:ahLst/>
              <a:cxnLst/>
              <a:rect l="l" t="t" r="r" b="b"/>
              <a:pathLst>
                <a:path w="49" h="50" extrusionOk="0">
                  <a:moveTo>
                    <a:pt x="25" y="1"/>
                  </a:moveTo>
                  <a:lnTo>
                    <a:pt x="0" y="25"/>
                  </a:lnTo>
                  <a:lnTo>
                    <a:pt x="25"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
            <p:cNvSpPr/>
            <p:nvPr/>
          </p:nvSpPr>
          <p:spPr>
            <a:xfrm>
              <a:off x="1970175" y="2147925"/>
              <a:ext cx="650" cy="625"/>
            </a:xfrm>
            <a:custGeom>
              <a:avLst/>
              <a:gdLst/>
              <a:ahLst/>
              <a:cxnLst/>
              <a:rect l="l" t="t" r="r" b="b"/>
              <a:pathLst>
                <a:path w="26" h="25" extrusionOk="0">
                  <a:moveTo>
                    <a:pt x="1" y="0"/>
                  </a:moveTo>
                  <a:lnTo>
                    <a:pt x="1"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
            <p:cNvSpPr/>
            <p:nvPr/>
          </p:nvSpPr>
          <p:spPr>
            <a:xfrm>
              <a:off x="2005700" y="2146125"/>
              <a:ext cx="1225" cy="625"/>
            </a:xfrm>
            <a:custGeom>
              <a:avLst/>
              <a:gdLst/>
              <a:ahLst/>
              <a:cxnLst/>
              <a:rect l="l" t="t" r="r" b="b"/>
              <a:pathLst>
                <a:path w="49" h="25" extrusionOk="0">
                  <a:moveTo>
                    <a:pt x="0" y="0"/>
                  </a:moveTo>
                  <a:lnTo>
                    <a:pt x="0" y="24"/>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
            <p:cNvSpPr/>
            <p:nvPr/>
          </p:nvSpPr>
          <p:spPr>
            <a:xfrm>
              <a:off x="1972000" y="22869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
            <p:cNvSpPr/>
            <p:nvPr/>
          </p:nvSpPr>
          <p:spPr>
            <a:xfrm>
              <a:off x="1987650" y="2284525"/>
              <a:ext cx="1225" cy="1250"/>
            </a:xfrm>
            <a:custGeom>
              <a:avLst/>
              <a:gdLst/>
              <a:ahLst/>
              <a:cxnLst/>
              <a:rect l="l" t="t" r="r" b="b"/>
              <a:pathLst>
                <a:path w="49" h="50" extrusionOk="0">
                  <a:moveTo>
                    <a:pt x="24" y="1"/>
                  </a:moveTo>
                  <a:lnTo>
                    <a:pt x="0" y="25"/>
                  </a:lnTo>
                  <a:lnTo>
                    <a:pt x="0" y="49"/>
                  </a:lnTo>
                  <a:lnTo>
                    <a:pt x="48"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
            <p:cNvSpPr/>
            <p:nvPr/>
          </p:nvSpPr>
          <p:spPr>
            <a:xfrm>
              <a:off x="2002075" y="2243600"/>
              <a:ext cx="625" cy="1250"/>
            </a:xfrm>
            <a:custGeom>
              <a:avLst/>
              <a:gdLst/>
              <a:ahLst/>
              <a:cxnLst/>
              <a:rect l="l" t="t" r="r" b="b"/>
              <a:pathLst>
                <a:path w="25" h="50" extrusionOk="0">
                  <a:moveTo>
                    <a:pt x="1" y="49"/>
                  </a:moveTo>
                  <a:lnTo>
                    <a:pt x="1" y="49"/>
                  </a:lnTo>
                  <a:lnTo>
                    <a:pt x="25" y="1"/>
                  </a:lnTo>
                  <a:lnTo>
                    <a:pt x="1" y="49"/>
                  </a:lnTo>
                  <a:lnTo>
                    <a:pt x="1" y="49"/>
                  </a:lnTo>
                  <a:lnTo>
                    <a:pt x="1" y="49"/>
                  </a:lnTo>
                  <a:lnTo>
                    <a:pt x="1" y="49"/>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
            <p:cNvSpPr/>
            <p:nvPr/>
          </p:nvSpPr>
          <p:spPr>
            <a:xfrm>
              <a:off x="2024950" y="2236400"/>
              <a:ext cx="1225" cy="1225"/>
            </a:xfrm>
            <a:custGeom>
              <a:avLst/>
              <a:gdLst/>
              <a:ahLst/>
              <a:cxnLst/>
              <a:rect l="l" t="t" r="r" b="b"/>
              <a:pathLst>
                <a:path w="49" h="49" extrusionOk="0">
                  <a:moveTo>
                    <a:pt x="25" y="0"/>
                  </a:moveTo>
                  <a:lnTo>
                    <a:pt x="1" y="24"/>
                  </a:lnTo>
                  <a:lnTo>
                    <a:pt x="25" y="48"/>
                  </a:lnTo>
                  <a:lnTo>
                    <a:pt x="49"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
            <p:cNvSpPr/>
            <p:nvPr/>
          </p:nvSpPr>
          <p:spPr>
            <a:xfrm>
              <a:off x="1998475" y="2235175"/>
              <a:ext cx="1825" cy="1250"/>
            </a:xfrm>
            <a:custGeom>
              <a:avLst/>
              <a:gdLst/>
              <a:ahLst/>
              <a:cxnLst/>
              <a:rect l="l" t="t" r="r" b="b"/>
              <a:pathLst>
                <a:path w="73" h="50" extrusionOk="0">
                  <a:moveTo>
                    <a:pt x="24" y="1"/>
                  </a:moveTo>
                  <a:lnTo>
                    <a:pt x="0" y="25"/>
                  </a:lnTo>
                  <a:lnTo>
                    <a:pt x="24"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
            <p:cNvSpPr/>
            <p:nvPr/>
          </p:nvSpPr>
          <p:spPr>
            <a:xfrm>
              <a:off x="2086950" y="2230375"/>
              <a:ext cx="625" cy="25"/>
            </a:xfrm>
            <a:custGeom>
              <a:avLst/>
              <a:gdLst/>
              <a:ahLst/>
              <a:cxnLst/>
              <a:rect l="l" t="t" r="r" b="b"/>
              <a:pathLst>
                <a:path w="25" h="1" extrusionOk="0">
                  <a:moveTo>
                    <a:pt x="24" y="0"/>
                  </a:moveTo>
                  <a:lnTo>
                    <a:pt x="0" y="0"/>
                  </a:lnTo>
                  <a:lnTo>
                    <a:pt x="0" y="0"/>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
            <p:cNvSpPr/>
            <p:nvPr/>
          </p:nvSpPr>
          <p:spPr>
            <a:xfrm>
              <a:off x="2126675" y="2229175"/>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
            <p:cNvSpPr/>
            <p:nvPr/>
          </p:nvSpPr>
          <p:spPr>
            <a:xfrm>
              <a:off x="2026750" y="2306200"/>
              <a:ext cx="625" cy="1225"/>
            </a:xfrm>
            <a:custGeom>
              <a:avLst/>
              <a:gdLst/>
              <a:ahLst/>
              <a:cxnLst/>
              <a:rect l="l" t="t" r="r" b="b"/>
              <a:pathLst>
                <a:path w="25" h="49" extrusionOk="0">
                  <a:moveTo>
                    <a:pt x="25" y="1"/>
                  </a:moveTo>
                  <a:lnTo>
                    <a:pt x="1" y="25"/>
                  </a:lnTo>
                  <a:lnTo>
                    <a:pt x="25" y="49"/>
                  </a:lnTo>
                  <a:lnTo>
                    <a:pt x="25"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
            <p:cNvSpPr/>
            <p:nvPr/>
          </p:nvSpPr>
          <p:spPr>
            <a:xfrm>
              <a:off x="1968975" y="2205700"/>
              <a:ext cx="625" cy="1225"/>
            </a:xfrm>
            <a:custGeom>
              <a:avLst/>
              <a:gdLst/>
              <a:ahLst/>
              <a:cxnLst/>
              <a:rect l="l" t="t" r="r" b="b"/>
              <a:pathLst>
                <a:path w="25" h="49" extrusionOk="0">
                  <a:moveTo>
                    <a:pt x="1" y="0"/>
                  </a:moveTo>
                  <a:lnTo>
                    <a:pt x="1" y="24"/>
                  </a:lnTo>
                  <a:lnTo>
                    <a:pt x="1" y="48"/>
                  </a:lnTo>
                  <a:lnTo>
                    <a:pt x="25" y="24"/>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
            <p:cNvSpPr/>
            <p:nvPr/>
          </p:nvSpPr>
          <p:spPr>
            <a:xfrm>
              <a:off x="2072500" y="2198475"/>
              <a:ext cx="1225" cy="1225"/>
            </a:xfrm>
            <a:custGeom>
              <a:avLst/>
              <a:gdLst/>
              <a:ahLst/>
              <a:cxnLst/>
              <a:rect l="l" t="t" r="r" b="b"/>
              <a:pathLst>
                <a:path w="49" h="49" extrusionOk="0">
                  <a:moveTo>
                    <a:pt x="24" y="0"/>
                  </a:moveTo>
                  <a:lnTo>
                    <a:pt x="0" y="25"/>
                  </a:lnTo>
                  <a:lnTo>
                    <a:pt x="24" y="49"/>
                  </a:lnTo>
                  <a:lnTo>
                    <a:pt x="49" y="49"/>
                  </a:lnTo>
                  <a:lnTo>
                    <a:pt x="49" y="25"/>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
            <p:cNvSpPr/>
            <p:nvPr/>
          </p:nvSpPr>
          <p:spPr>
            <a:xfrm>
              <a:off x="2085125" y="2146125"/>
              <a:ext cx="650" cy="625"/>
            </a:xfrm>
            <a:custGeom>
              <a:avLst/>
              <a:gdLst/>
              <a:ahLst/>
              <a:cxnLst/>
              <a:rect l="l" t="t" r="r" b="b"/>
              <a:pathLst>
                <a:path w="26"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
            <p:cNvSpPr/>
            <p:nvPr/>
          </p:nvSpPr>
          <p:spPr>
            <a:xfrm>
              <a:off x="2052625" y="2283925"/>
              <a:ext cx="650" cy="625"/>
            </a:xfrm>
            <a:custGeom>
              <a:avLst/>
              <a:gdLst/>
              <a:ahLst/>
              <a:cxnLst/>
              <a:rect l="l" t="t" r="r" b="b"/>
              <a:pathLst>
                <a:path w="26" h="25" extrusionOk="0">
                  <a:moveTo>
                    <a:pt x="1" y="1"/>
                  </a:moveTo>
                  <a:lnTo>
                    <a:pt x="1" y="25"/>
                  </a:lnTo>
                  <a:lnTo>
                    <a:pt x="25" y="25"/>
                  </a:lnTo>
                  <a:lnTo>
                    <a:pt x="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
            <p:cNvSpPr/>
            <p:nvPr/>
          </p:nvSpPr>
          <p:spPr>
            <a:xfrm>
              <a:off x="1971400" y="2338100"/>
              <a:ext cx="625" cy="625"/>
            </a:xfrm>
            <a:custGeom>
              <a:avLst/>
              <a:gdLst/>
              <a:ahLst/>
              <a:cxnLst/>
              <a:rect l="l" t="t" r="r" b="b"/>
              <a:pathLst>
                <a:path w="25" h="25" extrusionOk="0">
                  <a:moveTo>
                    <a:pt x="24" y="0"/>
                  </a:moveTo>
                  <a:lnTo>
                    <a:pt x="0" y="24"/>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
            <p:cNvSpPr/>
            <p:nvPr/>
          </p:nvSpPr>
          <p:spPr>
            <a:xfrm>
              <a:off x="2008100" y="2412725"/>
              <a:ext cx="625" cy="625"/>
            </a:xfrm>
            <a:custGeom>
              <a:avLst/>
              <a:gdLst/>
              <a:ahLst/>
              <a:cxnLst/>
              <a:rect l="l" t="t" r="r" b="b"/>
              <a:pathLst>
                <a:path w="25" h="25" extrusionOk="0">
                  <a:moveTo>
                    <a:pt x="1" y="0"/>
                  </a:moveTo>
                  <a:lnTo>
                    <a:pt x="1" y="25"/>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
            <p:cNvSpPr/>
            <p:nvPr/>
          </p:nvSpPr>
          <p:spPr>
            <a:xfrm>
              <a:off x="1978600" y="2316425"/>
              <a:ext cx="25" cy="625"/>
            </a:xfrm>
            <a:custGeom>
              <a:avLst/>
              <a:gdLst/>
              <a:ahLst/>
              <a:cxnLst/>
              <a:rect l="l" t="t" r="r" b="b"/>
              <a:pathLst>
                <a:path w="1" h="25" extrusionOk="0">
                  <a:moveTo>
                    <a:pt x="1" y="25"/>
                  </a:moveTo>
                  <a:lnTo>
                    <a:pt x="1" y="25"/>
                  </a:lnTo>
                  <a:lnTo>
                    <a:pt x="1" y="1"/>
                  </a:lnTo>
                  <a:lnTo>
                    <a:pt x="1"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
            <p:cNvSpPr/>
            <p:nvPr/>
          </p:nvSpPr>
          <p:spPr>
            <a:xfrm>
              <a:off x="2038800" y="2217125"/>
              <a:ext cx="625" cy="625"/>
            </a:xfrm>
            <a:custGeom>
              <a:avLst/>
              <a:gdLst/>
              <a:ahLst/>
              <a:cxnLst/>
              <a:rect l="l" t="t" r="r" b="b"/>
              <a:pathLst>
                <a:path w="25" h="25" extrusionOk="0">
                  <a:moveTo>
                    <a:pt x="0" y="25"/>
                  </a:moveTo>
                  <a:lnTo>
                    <a:pt x="0" y="25"/>
                  </a:lnTo>
                  <a:lnTo>
                    <a:pt x="0" y="1"/>
                  </a:lnTo>
                  <a:lnTo>
                    <a:pt x="24" y="1"/>
                  </a:lnTo>
                  <a:lnTo>
                    <a:pt x="24"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
            <p:cNvSpPr/>
            <p:nvPr/>
          </p:nvSpPr>
          <p:spPr>
            <a:xfrm>
              <a:off x="2006900" y="2215325"/>
              <a:ext cx="25" cy="25"/>
            </a:xfrm>
            <a:custGeom>
              <a:avLst/>
              <a:gdLst/>
              <a:ahLst/>
              <a:cxnLst/>
              <a:rect l="l" t="t" r="r" b="b"/>
              <a:pathLst>
                <a:path w="1" h="1" extrusionOk="0">
                  <a:moveTo>
                    <a:pt x="0" y="0"/>
                  </a:moveTo>
                  <a:lnTo>
                    <a:pt x="0" y="0"/>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
            <p:cNvSpPr/>
            <p:nvPr/>
          </p:nvSpPr>
          <p:spPr>
            <a:xfrm>
              <a:off x="2041200" y="2205100"/>
              <a:ext cx="25" cy="25"/>
            </a:xfrm>
            <a:custGeom>
              <a:avLst/>
              <a:gdLst/>
              <a:ahLst/>
              <a:cxnLst/>
              <a:rect l="l" t="t" r="r" b="b"/>
              <a:pathLst>
                <a:path w="1" h="1" extrusionOk="0">
                  <a:moveTo>
                    <a:pt x="1" y="0"/>
                  </a:moveTo>
                  <a:lnTo>
                    <a:pt x="1" y="0"/>
                  </a:lnTo>
                  <a:lnTo>
                    <a:pt x="1" y="0"/>
                  </a:ln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
            <p:cNvSpPr/>
            <p:nvPr/>
          </p:nvSpPr>
          <p:spPr>
            <a:xfrm>
              <a:off x="1952125" y="2182225"/>
              <a:ext cx="25" cy="25"/>
            </a:xfrm>
            <a:custGeom>
              <a:avLst/>
              <a:gdLst/>
              <a:ahLst/>
              <a:cxnLst/>
              <a:rect l="l" t="t" r="r" b="b"/>
              <a:pathLst>
                <a:path w="1" h="1" extrusionOk="0">
                  <a:moveTo>
                    <a:pt x="1" y="0"/>
                  </a:move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
            <p:cNvSpPr/>
            <p:nvPr/>
          </p:nvSpPr>
          <p:spPr>
            <a:xfrm>
              <a:off x="1952125" y="2181625"/>
              <a:ext cx="625" cy="625"/>
            </a:xfrm>
            <a:custGeom>
              <a:avLst/>
              <a:gdLst/>
              <a:ahLst/>
              <a:cxnLst/>
              <a:rect l="l" t="t" r="r" b="b"/>
              <a:pathLst>
                <a:path w="25"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
            <p:cNvSpPr/>
            <p:nvPr/>
          </p:nvSpPr>
          <p:spPr>
            <a:xfrm>
              <a:off x="1924450" y="2177400"/>
              <a:ext cx="25" cy="625"/>
            </a:xfrm>
            <a:custGeom>
              <a:avLst/>
              <a:gdLst/>
              <a:ahLst/>
              <a:cxnLst/>
              <a:rect l="l" t="t" r="r" b="b"/>
              <a:pathLst>
                <a:path w="1" h="25" extrusionOk="0">
                  <a:moveTo>
                    <a:pt x="0" y="25"/>
                  </a:moveTo>
                  <a:lnTo>
                    <a:pt x="0"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
            <p:cNvSpPr/>
            <p:nvPr/>
          </p:nvSpPr>
          <p:spPr>
            <a:xfrm>
              <a:off x="1781825" y="1840975"/>
              <a:ext cx="652400" cy="709600"/>
            </a:xfrm>
            <a:custGeom>
              <a:avLst/>
              <a:gdLst/>
              <a:ahLst/>
              <a:cxnLst/>
              <a:rect l="l" t="t" r="r" b="b"/>
              <a:pathLst>
                <a:path w="26096" h="28384" extrusionOk="0">
                  <a:moveTo>
                    <a:pt x="18392" y="1"/>
                  </a:moveTo>
                  <a:lnTo>
                    <a:pt x="18031" y="49"/>
                  </a:lnTo>
                  <a:lnTo>
                    <a:pt x="17646" y="121"/>
                  </a:lnTo>
                  <a:lnTo>
                    <a:pt x="17261" y="194"/>
                  </a:lnTo>
                  <a:lnTo>
                    <a:pt x="16851" y="314"/>
                  </a:lnTo>
                  <a:lnTo>
                    <a:pt x="16418" y="434"/>
                  </a:lnTo>
                  <a:lnTo>
                    <a:pt x="15599" y="747"/>
                  </a:lnTo>
                  <a:lnTo>
                    <a:pt x="13938" y="1397"/>
                  </a:lnTo>
                  <a:lnTo>
                    <a:pt x="13529" y="1542"/>
                  </a:lnTo>
                  <a:lnTo>
                    <a:pt x="13120" y="1662"/>
                  </a:lnTo>
                  <a:lnTo>
                    <a:pt x="12711" y="1758"/>
                  </a:lnTo>
                  <a:lnTo>
                    <a:pt x="12277" y="1855"/>
                  </a:lnTo>
                  <a:lnTo>
                    <a:pt x="11676" y="1951"/>
                  </a:lnTo>
                  <a:lnTo>
                    <a:pt x="11098" y="2023"/>
                  </a:lnTo>
                  <a:lnTo>
                    <a:pt x="10472" y="2047"/>
                  </a:lnTo>
                  <a:lnTo>
                    <a:pt x="9870" y="2071"/>
                  </a:lnTo>
                  <a:lnTo>
                    <a:pt x="8715" y="2095"/>
                  </a:lnTo>
                  <a:lnTo>
                    <a:pt x="7968" y="2168"/>
                  </a:lnTo>
                  <a:lnTo>
                    <a:pt x="7607" y="2216"/>
                  </a:lnTo>
                  <a:lnTo>
                    <a:pt x="7270" y="2288"/>
                  </a:lnTo>
                  <a:lnTo>
                    <a:pt x="6909" y="2360"/>
                  </a:lnTo>
                  <a:lnTo>
                    <a:pt x="6548" y="2456"/>
                  </a:lnTo>
                  <a:lnTo>
                    <a:pt x="6211" y="2577"/>
                  </a:lnTo>
                  <a:lnTo>
                    <a:pt x="5874" y="2697"/>
                  </a:lnTo>
                  <a:lnTo>
                    <a:pt x="5007" y="3058"/>
                  </a:lnTo>
                  <a:lnTo>
                    <a:pt x="4165" y="3468"/>
                  </a:lnTo>
                  <a:lnTo>
                    <a:pt x="3346" y="3925"/>
                  </a:lnTo>
                  <a:lnTo>
                    <a:pt x="2552" y="4430"/>
                  </a:lnTo>
                  <a:lnTo>
                    <a:pt x="1998" y="4816"/>
                  </a:lnTo>
                  <a:lnTo>
                    <a:pt x="1420" y="5225"/>
                  </a:lnTo>
                  <a:lnTo>
                    <a:pt x="313" y="6067"/>
                  </a:lnTo>
                  <a:lnTo>
                    <a:pt x="120" y="6212"/>
                  </a:lnTo>
                  <a:lnTo>
                    <a:pt x="24" y="6356"/>
                  </a:lnTo>
                  <a:lnTo>
                    <a:pt x="0" y="6404"/>
                  </a:lnTo>
                  <a:lnTo>
                    <a:pt x="24" y="6477"/>
                  </a:lnTo>
                  <a:lnTo>
                    <a:pt x="48" y="6525"/>
                  </a:lnTo>
                  <a:lnTo>
                    <a:pt x="265" y="6525"/>
                  </a:lnTo>
                  <a:lnTo>
                    <a:pt x="385" y="6501"/>
                  </a:lnTo>
                  <a:lnTo>
                    <a:pt x="1372" y="6236"/>
                  </a:lnTo>
                  <a:lnTo>
                    <a:pt x="2672" y="5875"/>
                  </a:lnTo>
                  <a:lnTo>
                    <a:pt x="3972" y="5562"/>
                  </a:lnTo>
                  <a:lnTo>
                    <a:pt x="5296" y="5297"/>
                  </a:lnTo>
                  <a:lnTo>
                    <a:pt x="6620" y="5056"/>
                  </a:lnTo>
                  <a:lnTo>
                    <a:pt x="8474" y="4767"/>
                  </a:lnTo>
                  <a:lnTo>
                    <a:pt x="10327" y="4527"/>
                  </a:lnTo>
                  <a:lnTo>
                    <a:pt x="12181" y="4334"/>
                  </a:lnTo>
                  <a:lnTo>
                    <a:pt x="14035" y="4166"/>
                  </a:lnTo>
                  <a:lnTo>
                    <a:pt x="14805" y="4117"/>
                  </a:lnTo>
                  <a:lnTo>
                    <a:pt x="15599" y="4069"/>
                  </a:lnTo>
                  <a:lnTo>
                    <a:pt x="16394" y="4069"/>
                  </a:lnTo>
                  <a:lnTo>
                    <a:pt x="17164" y="4093"/>
                  </a:lnTo>
                  <a:lnTo>
                    <a:pt x="17670" y="4142"/>
                  </a:lnTo>
                  <a:lnTo>
                    <a:pt x="18175" y="4190"/>
                  </a:lnTo>
                  <a:lnTo>
                    <a:pt x="18681" y="4238"/>
                  </a:lnTo>
                  <a:lnTo>
                    <a:pt x="19186" y="4334"/>
                  </a:lnTo>
                  <a:lnTo>
                    <a:pt x="19620" y="4430"/>
                  </a:lnTo>
                  <a:lnTo>
                    <a:pt x="20029" y="4575"/>
                  </a:lnTo>
                  <a:lnTo>
                    <a:pt x="20438" y="4719"/>
                  </a:lnTo>
                  <a:lnTo>
                    <a:pt x="20847" y="4912"/>
                  </a:lnTo>
                  <a:lnTo>
                    <a:pt x="21257" y="5153"/>
                  </a:lnTo>
                  <a:lnTo>
                    <a:pt x="21666" y="5442"/>
                  </a:lnTo>
                  <a:lnTo>
                    <a:pt x="22027" y="5754"/>
                  </a:lnTo>
                  <a:lnTo>
                    <a:pt x="22364" y="6091"/>
                  </a:lnTo>
                  <a:lnTo>
                    <a:pt x="22749" y="6501"/>
                  </a:lnTo>
                  <a:lnTo>
                    <a:pt x="23086" y="6934"/>
                  </a:lnTo>
                  <a:lnTo>
                    <a:pt x="23375" y="7391"/>
                  </a:lnTo>
                  <a:lnTo>
                    <a:pt x="23616" y="7897"/>
                  </a:lnTo>
                  <a:lnTo>
                    <a:pt x="23784" y="8282"/>
                  </a:lnTo>
                  <a:lnTo>
                    <a:pt x="23905" y="8691"/>
                  </a:lnTo>
                  <a:lnTo>
                    <a:pt x="23977" y="9101"/>
                  </a:lnTo>
                  <a:lnTo>
                    <a:pt x="24025" y="9534"/>
                  </a:lnTo>
                  <a:lnTo>
                    <a:pt x="24025" y="9823"/>
                  </a:lnTo>
                  <a:lnTo>
                    <a:pt x="23977" y="10088"/>
                  </a:lnTo>
                  <a:lnTo>
                    <a:pt x="23881" y="10352"/>
                  </a:lnTo>
                  <a:lnTo>
                    <a:pt x="23760" y="10593"/>
                  </a:lnTo>
                  <a:lnTo>
                    <a:pt x="23616" y="10810"/>
                  </a:lnTo>
                  <a:lnTo>
                    <a:pt x="23447" y="11026"/>
                  </a:lnTo>
                  <a:lnTo>
                    <a:pt x="22725" y="12038"/>
                  </a:lnTo>
                  <a:lnTo>
                    <a:pt x="22027" y="13049"/>
                  </a:lnTo>
                  <a:lnTo>
                    <a:pt x="21690" y="13626"/>
                  </a:lnTo>
                  <a:lnTo>
                    <a:pt x="21377" y="14204"/>
                  </a:lnTo>
                  <a:lnTo>
                    <a:pt x="21064" y="14782"/>
                  </a:lnTo>
                  <a:lnTo>
                    <a:pt x="20823" y="15408"/>
                  </a:lnTo>
                  <a:lnTo>
                    <a:pt x="20510" y="16226"/>
                  </a:lnTo>
                  <a:lnTo>
                    <a:pt x="20246" y="17069"/>
                  </a:lnTo>
                  <a:lnTo>
                    <a:pt x="20029" y="17935"/>
                  </a:lnTo>
                  <a:lnTo>
                    <a:pt x="19885" y="18802"/>
                  </a:lnTo>
                  <a:lnTo>
                    <a:pt x="19764" y="19500"/>
                  </a:lnTo>
                  <a:lnTo>
                    <a:pt x="19620" y="20222"/>
                  </a:lnTo>
                  <a:lnTo>
                    <a:pt x="19523" y="20608"/>
                  </a:lnTo>
                  <a:lnTo>
                    <a:pt x="19403" y="20969"/>
                  </a:lnTo>
                  <a:lnTo>
                    <a:pt x="19283" y="21354"/>
                  </a:lnTo>
                  <a:lnTo>
                    <a:pt x="19138" y="21715"/>
                  </a:lnTo>
                  <a:lnTo>
                    <a:pt x="18970" y="22076"/>
                  </a:lnTo>
                  <a:lnTo>
                    <a:pt x="18801" y="22413"/>
                  </a:lnTo>
                  <a:lnTo>
                    <a:pt x="18609" y="22750"/>
                  </a:lnTo>
                  <a:lnTo>
                    <a:pt x="18392" y="23087"/>
                  </a:lnTo>
                  <a:lnTo>
                    <a:pt x="18199" y="23352"/>
                  </a:lnTo>
                  <a:lnTo>
                    <a:pt x="17983" y="23593"/>
                  </a:lnTo>
                  <a:lnTo>
                    <a:pt x="17766" y="23833"/>
                  </a:lnTo>
                  <a:lnTo>
                    <a:pt x="17549" y="24026"/>
                  </a:lnTo>
                  <a:lnTo>
                    <a:pt x="17309" y="24243"/>
                  </a:lnTo>
                  <a:lnTo>
                    <a:pt x="17044" y="24411"/>
                  </a:lnTo>
                  <a:lnTo>
                    <a:pt x="16779" y="24580"/>
                  </a:lnTo>
                  <a:lnTo>
                    <a:pt x="16490" y="24724"/>
                  </a:lnTo>
                  <a:lnTo>
                    <a:pt x="16153" y="24893"/>
                  </a:lnTo>
                  <a:lnTo>
                    <a:pt x="15816" y="25037"/>
                  </a:lnTo>
                  <a:lnTo>
                    <a:pt x="15118" y="25278"/>
                  </a:lnTo>
                  <a:lnTo>
                    <a:pt x="13866" y="25639"/>
                  </a:lnTo>
                  <a:lnTo>
                    <a:pt x="13240" y="25807"/>
                  </a:lnTo>
                  <a:lnTo>
                    <a:pt x="12590" y="25976"/>
                  </a:lnTo>
                  <a:lnTo>
                    <a:pt x="12157" y="26072"/>
                  </a:lnTo>
                  <a:lnTo>
                    <a:pt x="11724" y="26217"/>
                  </a:lnTo>
                  <a:lnTo>
                    <a:pt x="11290" y="26361"/>
                  </a:lnTo>
                  <a:lnTo>
                    <a:pt x="10857" y="26530"/>
                  </a:lnTo>
                  <a:lnTo>
                    <a:pt x="10568" y="26674"/>
                  </a:lnTo>
                  <a:lnTo>
                    <a:pt x="10303" y="26843"/>
                  </a:lnTo>
                  <a:lnTo>
                    <a:pt x="10183" y="26939"/>
                  </a:lnTo>
                  <a:lnTo>
                    <a:pt x="10111" y="27083"/>
                  </a:lnTo>
                  <a:lnTo>
                    <a:pt x="10063" y="27228"/>
                  </a:lnTo>
                  <a:lnTo>
                    <a:pt x="10063" y="27372"/>
                  </a:lnTo>
                  <a:lnTo>
                    <a:pt x="10111" y="27517"/>
                  </a:lnTo>
                  <a:lnTo>
                    <a:pt x="10159" y="27661"/>
                  </a:lnTo>
                  <a:lnTo>
                    <a:pt x="10279" y="27781"/>
                  </a:lnTo>
                  <a:lnTo>
                    <a:pt x="10400" y="27854"/>
                  </a:lnTo>
                  <a:lnTo>
                    <a:pt x="10953" y="28070"/>
                  </a:lnTo>
                  <a:lnTo>
                    <a:pt x="11242" y="28142"/>
                  </a:lnTo>
                  <a:lnTo>
                    <a:pt x="11531" y="28215"/>
                  </a:lnTo>
                  <a:lnTo>
                    <a:pt x="12037" y="28287"/>
                  </a:lnTo>
                  <a:lnTo>
                    <a:pt x="12542" y="28359"/>
                  </a:lnTo>
                  <a:lnTo>
                    <a:pt x="13024" y="28383"/>
                  </a:lnTo>
                  <a:lnTo>
                    <a:pt x="13529" y="28383"/>
                  </a:lnTo>
                  <a:lnTo>
                    <a:pt x="15455" y="28359"/>
                  </a:lnTo>
                  <a:lnTo>
                    <a:pt x="16129" y="28335"/>
                  </a:lnTo>
                  <a:lnTo>
                    <a:pt x="16611" y="28287"/>
                  </a:lnTo>
                  <a:lnTo>
                    <a:pt x="17092" y="28215"/>
                  </a:lnTo>
                  <a:lnTo>
                    <a:pt x="17574" y="28142"/>
                  </a:lnTo>
                  <a:lnTo>
                    <a:pt x="18055" y="28022"/>
                  </a:lnTo>
                  <a:lnTo>
                    <a:pt x="18512" y="27878"/>
                  </a:lnTo>
                  <a:lnTo>
                    <a:pt x="18970" y="27709"/>
                  </a:lnTo>
                  <a:lnTo>
                    <a:pt x="19427" y="27517"/>
                  </a:lnTo>
                  <a:lnTo>
                    <a:pt x="19885" y="27300"/>
                  </a:lnTo>
                  <a:lnTo>
                    <a:pt x="20390" y="27035"/>
                  </a:lnTo>
                  <a:lnTo>
                    <a:pt x="20872" y="26746"/>
                  </a:lnTo>
                  <a:lnTo>
                    <a:pt x="21859" y="26120"/>
                  </a:lnTo>
                  <a:lnTo>
                    <a:pt x="22147" y="25928"/>
                  </a:lnTo>
                  <a:lnTo>
                    <a:pt x="22436" y="25711"/>
                  </a:lnTo>
                  <a:lnTo>
                    <a:pt x="23014" y="25254"/>
                  </a:lnTo>
                  <a:lnTo>
                    <a:pt x="23183" y="25085"/>
                  </a:lnTo>
                  <a:lnTo>
                    <a:pt x="23327" y="24917"/>
                  </a:lnTo>
                  <a:lnTo>
                    <a:pt x="23568" y="24532"/>
                  </a:lnTo>
                  <a:lnTo>
                    <a:pt x="23664" y="24363"/>
                  </a:lnTo>
                  <a:lnTo>
                    <a:pt x="23736" y="24170"/>
                  </a:lnTo>
                  <a:lnTo>
                    <a:pt x="23760" y="24026"/>
                  </a:lnTo>
                  <a:lnTo>
                    <a:pt x="23784" y="23906"/>
                  </a:lnTo>
                  <a:lnTo>
                    <a:pt x="23760" y="23617"/>
                  </a:lnTo>
                  <a:lnTo>
                    <a:pt x="23712" y="23352"/>
                  </a:lnTo>
                  <a:lnTo>
                    <a:pt x="23592" y="23087"/>
                  </a:lnTo>
                  <a:lnTo>
                    <a:pt x="23423" y="22798"/>
                  </a:lnTo>
                  <a:lnTo>
                    <a:pt x="23207" y="22533"/>
                  </a:lnTo>
                  <a:lnTo>
                    <a:pt x="22629" y="21763"/>
                  </a:lnTo>
                  <a:lnTo>
                    <a:pt x="22509" y="21571"/>
                  </a:lnTo>
                  <a:lnTo>
                    <a:pt x="22388" y="21378"/>
                  </a:lnTo>
                  <a:lnTo>
                    <a:pt x="22292" y="21161"/>
                  </a:lnTo>
                  <a:lnTo>
                    <a:pt x="22220" y="20945"/>
                  </a:lnTo>
                  <a:lnTo>
                    <a:pt x="22147" y="20728"/>
                  </a:lnTo>
                  <a:lnTo>
                    <a:pt x="22099" y="20487"/>
                  </a:lnTo>
                  <a:lnTo>
                    <a:pt x="22099" y="20271"/>
                  </a:lnTo>
                  <a:lnTo>
                    <a:pt x="22075" y="20030"/>
                  </a:lnTo>
                  <a:lnTo>
                    <a:pt x="22099" y="19717"/>
                  </a:lnTo>
                  <a:lnTo>
                    <a:pt x="22123" y="19404"/>
                  </a:lnTo>
                  <a:lnTo>
                    <a:pt x="22196" y="19043"/>
                  </a:lnTo>
                  <a:lnTo>
                    <a:pt x="22268" y="18682"/>
                  </a:lnTo>
                  <a:lnTo>
                    <a:pt x="22364" y="18345"/>
                  </a:lnTo>
                  <a:lnTo>
                    <a:pt x="22484" y="17984"/>
                  </a:lnTo>
                  <a:lnTo>
                    <a:pt x="22677" y="17478"/>
                  </a:lnTo>
                  <a:lnTo>
                    <a:pt x="22894" y="16997"/>
                  </a:lnTo>
                  <a:lnTo>
                    <a:pt x="23159" y="16491"/>
                  </a:lnTo>
                  <a:lnTo>
                    <a:pt x="23399" y="16034"/>
                  </a:lnTo>
                  <a:lnTo>
                    <a:pt x="24001" y="14999"/>
                  </a:lnTo>
                  <a:lnTo>
                    <a:pt x="24579" y="13963"/>
                  </a:lnTo>
                  <a:lnTo>
                    <a:pt x="24844" y="13458"/>
                  </a:lnTo>
                  <a:lnTo>
                    <a:pt x="25108" y="12928"/>
                  </a:lnTo>
                  <a:lnTo>
                    <a:pt x="25325" y="12399"/>
                  </a:lnTo>
                  <a:lnTo>
                    <a:pt x="25518" y="11845"/>
                  </a:lnTo>
                  <a:lnTo>
                    <a:pt x="25686" y="11315"/>
                  </a:lnTo>
                  <a:lnTo>
                    <a:pt x="25831" y="10786"/>
                  </a:lnTo>
                  <a:lnTo>
                    <a:pt x="25951" y="10256"/>
                  </a:lnTo>
                  <a:lnTo>
                    <a:pt x="26023" y="9727"/>
                  </a:lnTo>
                  <a:lnTo>
                    <a:pt x="26071" y="9173"/>
                  </a:lnTo>
                  <a:lnTo>
                    <a:pt x="26095" y="8643"/>
                  </a:lnTo>
                  <a:lnTo>
                    <a:pt x="26095" y="8090"/>
                  </a:lnTo>
                  <a:lnTo>
                    <a:pt x="26047" y="7536"/>
                  </a:lnTo>
                  <a:lnTo>
                    <a:pt x="25975" y="6910"/>
                  </a:lnTo>
                  <a:lnTo>
                    <a:pt x="25831" y="6284"/>
                  </a:lnTo>
                  <a:lnTo>
                    <a:pt x="25662" y="5682"/>
                  </a:lnTo>
                  <a:lnTo>
                    <a:pt x="25445" y="5104"/>
                  </a:lnTo>
                  <a:lnTo>
                    <a:pt x="25205" y="4527"/>
                  </a:lnTo>
                  <a:lnTo>
                    <a:pt x="24892" y="3997"/>
                  </a:lnTo>
                  <a:lnTo>
                    <a:pt x="24555" y="3468"/>
                  </a:lnTo>
                  <a:lnTo>
                    <a:pt x="24146" y="2962"/>
                  </a:lnTo>
                  <a:lnTo>
                    <a:pt x="23881" y="2649"/>
                  </a:lnTo>
                  <a:lnTo>
                    <a:pt x="23592" y="2360"/>
                  </a:lnTo>
                  <a:lnTo>
                    <a:pt x="23303" y="2095"/>
                  </a:lnTo>
                  <a:lnTo>
                    <a:pt x="23014" y="1831"/>
                  </a:lnTo>
                  <a:lnTo>
                    <a:pt x="22701" y="1566"/>
                  </a:lnTo>
                  <a:lnTo>
                    <a:pt x="22388" y="1325"/>
                  </a:lnTo>
                  <a:lnTo>
                    <a:pt x="21714" y="892"/>
                  </a:lnTo>
                  <a:lnTo>
                    <a:pt x="21305" y="651"/>
                  </a:lnTo>
                  <a:lnTo>
                    <a:pt x="20896" y="434"/>
                  </a:lnTo>
                  <a:lnTo>
                    <a:pt x="20390" y="242"/>
                  </a:lnTo>
                  <a:lnTo>
                    <a:pt x="20125" y="170"/>
                  </a:lnTo>
                  <a:lnTo>
                    <a:pt x="19860" y="97"/>
                  </a:lnTo>
                  <a:lnTo>
                    <a:pt x="19596" y="49"/>
                  </a:lnTo>
                  <a:lnTo>
                    <a:pt x="19331" y="25"/>
                  </a:lnTo>
                  <a:lnTo>
                    <a:pt x="190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
            <p:cNvSpPr/>
            <p:nvPr/>
          </p:nvSpPr>
          <p:spPr>
            <a:xfrm>
              <a:off x="1802875" y="1996850"/>
              <a:ext cx="521825" cy="518800"/>
            </a:xfrm>
            <a:custGeom>
              <a:avLst/>
              <a:gdLst/>
              <a:ahLst/>
              <a:cxnLst/>
              <a:rect l="l" t="t" r="r" b="b"/>
              <a:pathLst>
                <a:path w="20873" h="20752" extrusionOk="0">
                  <a:moveTo>
                    <a:pt x="18224" y="1"/>
                  </a:moveTo>
                  <a:lnTo>
                    <a:pt x="17983" y="25"/>
                  </a:lnTo>
                  <a:lnTo>
                    <a:pt x="17767" y="49"/>
                  </a:lnTo>
                  <a:lnTo>
                    <a:pt x="17430" y="97"/>
                  </a:lnTo>
                  <a:lnTo>
                    <a:pt x="17093" y="169"/>
                  </a:lnTo>
                  <a:lnTo>
                    <a:pt x="16419" y="338"/>
                  </a:lnTo>
                  <a:lnTo>
                    <a:pt x="15143" y="627"/>
                  </a:lnTo>
                  <a:lnTo>
                    <a:pt x="14709" y="723"/>
                  </a:lnTo>
                  <a:lnTo>
                    <a:pt x="14252" y="771"/>
                  </a:lnTo>
                  <a:lnTo>
                    <a:pt x="13795" y="795"/>
                  </a:lnTo>
                  <a:lnTo>
                    <a:pt x="13337" y="795"/>
                  </a:lnTo>
                  <a:lnTo>
                    <a:pt x="12639" y="771"/>
                  </a:lnTo>
                  <a:lnTo>
                    <a:pt x="11941" y="699"/>
                  </a:lnTo>
                  <a:lnTo>
                    <a:pt x="11243" y="603"/>
                  </a:lnTo>
                  <a:lnTo>
                    <a:pt x="10569" y="482"/>
                  </a:lnTo>
                  <a:lnTo>
                    <a:pt x="9774" y="314"/>
                  </a:lnTo>
                  <a:lnTo>
                    <a:pt x="8980" y="169"/>
                  </a:lnTo>
                  <a:lnTo>
                    <a:pt x="8330" y="97"/>
                  </a:lnTo>
                  <a:lnTo>
                    <a:pt x="7680" y="73"/>
                  </a:lnTo>
                  <a:lnTo>
                    <a:pt x="7367" y="73"/>
                  </a:lnTo>
                  <a:lnTo>
                    <a:pt x="7030" y="97"/>
                  </a:lnTo>
                  <a:lnTo>
                    <a:pt x="6717" y="145"/>
                  </a:lnTo>
                  <a:lnTo>
                    <a:pt x="6380" y="218"/>
                  </a:lnTo>
                  <a:lnTo>
                    <a:pt x="5778" y="338"/>
                  </a:lnTo>
                  <a:lnTo>
                    <a:pt x="5176" y="482"/>
                  </a:lnTo>
                  <a:lnTo>
                    <a:pt x="4574" y="651"/>
                  </a:lnTo>
                  <a:lnTo>
                    <a:pt x="3997" y="868"/>
                  </a:lnTo>
                  <a:lnTo>
                    <a:pt x="3082" y="1205"/>
                  </a:lnTo>
                  <a:lnTo>
                    <a:pt x="2167" y="1542"/>
                  </a:lnTo>
                  <a:lnTo>
                    <a:pt x="1782" y="1686"/>
                  </a:lnTo>
                  <a:lnTo>
                    <a:pt x="1373" y="1782"/>
                  </a:lnTo>
                  <a:lnTo>
                    <a:pt x="964" y="1879"/>
                  </a:lnTo>
                  <a:lnTo>
                    <a:pt x="554" y="1951"/>
                  </a:lnTo>
                  <a:lnTo>
                    <a:pt x="193" y="1999"/>
                  </a:lnTo>
                  <a:lnTo>
                    <a:pt x="97" y="2023"/>
                  </a:lnTo>
                  <a:lnTo>
                    <a:pt x="49" y="2047"/>
                  </a:lnTo>
                  <a:lnTo>
                    <a:pt x="1" y="2095"/>
                  </a:lnTo>
                  <a:lnTo>
                    <a:pt x="1" y="2143"/>
                  </a:lnTo>
                  <a:lnTo>
                    <a:pt x="25" y="2192"/>
                  </a:lnTo>
                  <a:lnTo>
                    <a:pt x="97" y="2240"/>
                  </a:lnTo>
                  <a:lnTo>
                    <a:pt x="169" y="2264"/>
                  </a:lnTo>
                  <a:lnTo>
                    <a:pt x="458" y="2312"/>
                  </a:lnTo>
                  <a:lnTo>
                    <a:pt x="723" y="2360"/>
                  </a:lnTo>
                  <a:lnTo>
                    <a:pt x="988" y="2360"/>
                  </a:lnTo>
                  <a:lnTo>
                    <a:pt x="1517" y="2336"/>
                  </a:lnTo>
                  <a:lnTo>
                    <a:pt x="5706" y="1927"/>
                  </a:lnTo>
                  <a:lnTo>
                    <a:pt x="6573" y="1855"/>
                  </a:lnTo>
                  <a:lnTo>
                    <a:pt x="7463" y="1806"/>
                  </a:lnTo>
                  <a:lnTo>
                    <a:pt x="7921" y="1806"/>
                  </a:lnTo>
                  <a:lnTo>
                    <a:pt x="8402" y="1830"/>
                  </a:lnTo>
                  <a:lnTo>
                    <a:pt x="8811" y="1855"/>
                  </a:lnTo>
                  <a:lnTo>
                    <a:pt x="9221" y="1951"/>
                  </a:lnTo>
                  <a:lnTo>
                    <a:pt x="9630" y="2047"/>
                  </a:lnTo>
                  <a:lnTo>
                    <a:pt x="10015" y="2216"/>
                  </a:lnTo>
                  <a:lnTo>
                    <a:pt x="10545" y="2432"/>
                  </a:lnTo>
                  <a:lnTo>
                    <a:pt x="11050" y="2649"/>
                  </a:lnTo>
                  <a:lnTo>
                    <a:pt x="11435" y="2793"/>
                  </a:lnTo>
                  <a:lnTo>
                    <a:pt x="11821" y="2914"/>
                  </a:lnTo>
                  <a:lnTo>
                    <a:pt x="12206" y="3010"/>
                  </a:lnTo>
                  <a:lnTo>
                    <a:pt x="12591" y="3082"/>
                  </a:lnTo>
                  <a:lnTo>
                    <a:pt x="12976" y="3130"/>
                  </a:lnTo>
                  <a:lnTo>
                    <a:pt x="13770" y="3130"/>
                  </a:lnTo>
                  <a:lnTo>
                    <a:pt x="14156" y="3082"/>
                  </a:lnTo>
                  <a:lnTo>
                    <a:pt x="15552" y="2866"/>
                  </a:lnTo>
                  <a:lnTo>
                    <a:pt x="15913" y="2817"/>
                  </a:lnTo>
                  <a:lnTo>
                    <a:pt x="16274" y="2769"/>
                  </a:lnTo>
                  <a:lnTo>
                    <a:pt x="17020" y="2769"/>
                  </a:lnTo>
                  <a:lnTo>
                    <a:pt x="17261" y="2793"/>
                  </a:lnTo>
                  <a:lnTo>
                    <a:pt x="17502" y="2817"/>
                  </a:lnTo>
                  <a:lnTo>
                    <a:pt x="17743" y="2890"/>
                  </a:lnTo>
                  <a:lnTo>
                    <a:pt x="17983" y="2962"/>
                  </a:lnTo>
                  <a:lnTo>
                    <a:pt x="18128" y="3010"/>
                  </a:lnTo>
                  <a:lnTo>
                    <a:pt x="18248" y="3082"/>
                  </a:lnTo>
                  <a:lnTo>
                    <a:pt x="18368" y="3155"/>
                  </a:lnTo>
                  <a:lnTo>
                    <a:pt x="18465" y="3251"/>
                  </a:lnTo>
                  <a:lnTo>
                    <a:pt x="18609" y="3419"/>
                  </a:lnTo>
                  <a:lnTo>
                    <a:pt x="18706" y="3588"/>
                  </a:lnTo>
                  <a:lnTo>
                    <a:pt x="18778" y="3804"/>
                  </a:lnTo>
                  <a:lnTo>
                    <a:pt x="18802" y="4021"/>
                  </a:lnTo>
                  <a:lnTo>
                    <a:pt x="18802" y="4238"/>
                  </a:lnTo>
                  <a:lnTo>
                    <a:pt x="18778" y="4430"/>
                  </a:lnTo>
                  <a:lnTo>
                    <a:pt x="18754" y="4647"/>
                  </a:lnTo>
                  <a:lnTo>
                    <a:pt x="18706" y="4864"/>
                  </a:lnTo>
                  <a:lnTo>
                    <a:pt x="18537" y="5393"/>
                  </a:lnTo>
                  <a:lnTo>
                    <a:pt x="18320" y="5899"/>
                  </a:lnTo>
                  <a:lnTo>
                    <a:pt x="18056" y="6404"/>
                  </a:lnTo>
                  <a:lnTo>
                    <a:pt x="17767" y="6886"/>
                  </a:lnTo>
                  <a:lnTo>
                    <a:pt x="17093" y="7921"/>
                  </a:lnTo>
                  <a:lnTo>
                    <a:pt x="16659" y="8667"/>
                  </a:lnTo>
                  <a:lnTo>
                    <a:pt x="16443" y="9028"/>
                  </a:lnTo>
                  <a:lnTo>
                    <a:pt x="16274" y="9414"/>
                  </a:lnTo>
                  <a:lnTo>
                    <a:pt x="15817" y="10425"/>
                  </a:lnTo>
                  <a:lnTo>
                    <a:pt x="15383" y="11460"/>
                  </a:lnTo>
                  <a:lnTo>
                    <a:pt x="15215" y="11941"/>
                  </a:lnTo>
                  <a:lnTo>
                    <a:pt x="15070" y="12447"/>
                  </a:lnTo>
                  <a:lnTo>
                    <a:pt x="14950" y="12952"/>
                  </a:lnTo>
                  <a:lnTo>
                    <a:pt x="14902" y="13482"/>
                  </a:lnTo>
                  <a:lnTo>
                    <a:pt x="14854" y="14011"/>
                  </a:lnTo>
                  <a:lnTo>
                    <a:pt x="14806" y="14397"/>
                  </a:lnTo>
                  <a:lnTo>
                    <a:pt x="14733" y="14782"/>
                  </a:lnTo>
                  <a:lnTo>
                    <a:pt x="14661" y="14974"/>
                  </a:lnTo>
                  <a:lnTo>
                    <a:pt x="14589" y="15143"/>
                  </a:lnTo>
                  <a:lnTo>
                    <a:pt x="14493" y="15311"/>
                  </a:lnTo>
                  <a:lnTo>
                    <a:pt x="14396" y="15480"/>
                  </a:lnTo>
                  <a:lnTo>
                    <a:pt x="14276" y="15648"/>
                  </a:lnTo>
                  <a:lnTo>
                    <a:pt x="14132" y="15793"/>
                  </a:lnTo>
                  <a:lnTo>
                    <a:pt x="13987" y="15913"/>
                  </a:lnTo>
                  <a:lnTo>
                    <a:pt x="13843" y="16058"/>
                  </a:lnTo>
                  <a:lnTo>
                    <a:pt x="13578" y="16226"/>
                  </a:lnTo>
                  <a:lnTo>
                    <a:pt x="13289" y="16371"/>
                  </a:lnTo>
                  <a:lnTo>
                    <a:pt x="12952" y="16539"/>
                  </a:lnTo>
                  <a:lnTo>
                    <a:pt x="12591" y="16684"/>
                  </a:lnTo>
                  <a:lnTo>
                    <a:pt x="12037" y="16924"/>
                  </a:lnTo>
                  <a:lnTo>
                    <a:pt x="11484" y="17189"/>
                  </a:lnTo>
                  <a:lnTo>
                    <a:pt x="10954" y="17502"/>
                  </a:lnTo>
                  <a:lnTo>
                    <a:pt x="10424" y="17815"/>
                  </a:lnTo>
                  <a:lnTo>
                    <a:pt x="9967" y="18104"/>
                  </a:lnTo>
                  <a:lnTo>
                    <a:pt x="9534" y="18441"/>
                  </a:lnTo>
                  <a:lnTo>
                    <a:pt x="9293" y="18658"/>
                  </a:lnTo>
                  <a:lnTo>
                    <a:pt x="9076" y="18874"/>
                  </a:lnTo>
                  <a:lnTo>
                    <a:pt x="8884" y="19091"/>
                  </a:lnTo>
                  <a:lnTo>
                    <a:pt x="8715" y="19332"/>
                  </a:lnTo>
                  <a:lnTo>
                    <a:pt x="8571" y="19572"/>
                  </a:lnTo>
                  <a:lnTo>
                    <a:pt x="8426" y="19837"/>
                  </a:lnTo>
                  <a:lnTo>
                    <a:pt x="8306" y="20126"/>
                  </a:lnTo>
                  <a:lnTo>
                    <a:pt x="8185" y="20391"/>
                  </a:lnTo>
                  <a:lnTo>
                    <a:pt x="8137" y="20608"/>
                  </a:lnTo>
                  <a:lnTo>
                    <a:pt x="8137" y="20680"/>
                  </a:lnTo>
                  <a:lnTo>
                    <a:pt x="8161" y="20704"/>
                  </a:lnTo>
                  <a:lnTo>
                    <a:pt x="8185" y="20728"/>
                  </a:lnTo>
                  <a:lnTo>
                    <a:pt x="8258" y="20752"/>
                  </a:lnTo>
                  <a:lnTo>
                    <a:pt x="8306" y="20704"/>
                  </a:lnTo>
                  <a:lnTo>
                    <a:pt x="8474" y="20559"/>
                  </a:lnTo>
                  <a:lnTo>
                    <a:pt x="8835" y="20126"/>
                  </a:lnTo>
                  <a:lnTo>
                    <a:pt x="9221" y="19717"/>
                  </a:lnTo>
                  <a:lnTo>
                    <a:pt x="9437" y="19500"/>
                  </a:lnTo>
                  <a:lnTo>
                    <a:pt x="9654" y="19308"/>
                  </a:lnTo>
                  <a:lnTo>
                    <a:pt x="10111" y="18995"/>
                  </a:lnTo>
                  <a:lnTo>
                    <a:pt x="10569" y="18730"/>
                  </a:lnTo>
                  <a:lnTo>
                    <a:pt x="11074" y="18489"/>
                  </a:lnTo>
                  <a:lnTo>
                    <a:pt x="11580" y="18321"/>
                  </a:lnTo>
                  <a:lnTo>
                    <a:pt x="12326" y="18152"/>
                  </a:lnTo>
                  <a:lnTo>
                    <a:pt x="13072" y="17959"/>
                  </a:lnTo>
                  <a:lnTo>
                    <a:pt x="13626" y="17839"/>
                  </a:lnTo>
                  <a:lnTo>
                    <a:pt x="14156" y="17695"/>
                  </a:lnTo>
                  <a:lnTo>
                    <a:pt x="14565" y="17526"/>
                  </a:lnTo>
                  <a:lnTo>
                    <a:pt x="14950" y="17334"/>
                  </a:lnTo>
                  <a:lnTo>
                    <a:pt x="15311" y="17093"/>
                  </a:lnTo>
                  <a:lnTo>
                    <a:pt x="15672" y="16828"/>
                  </a:lnTo>
                  <a:lnTo>
                    <a:pt x="15889" y="16635"/>
                  </a:lnTo>
                  <a:lnTo>
                    <a:pt x="16082" y="16419"/>
                  </a:lnTo>
                  <a:lnTo>
                    <a:pt x="16226" y="16178"/>
                  </a:lnTo>
                  <a:lnTo>
                    <a:pt x="16370" y="15913"/>
                  </a:lnTo>
                  <a:lnTo>
                    <a:pt x="16443" y="15648"/>
                  </a:lnTo>
                  <a:lnTo>
                    <a:pt x="16539" y="15384"/>
                  </a:lnTo>
                  <a:lnTo>
                    <a:pt x="16587" y="15119"/>
                  </a:lnTo>
                  <a:lnTo>
                    <a:pt x="16635" y="14854"/>
                  </a:lnTo>
                  <a:lnTo>
                    <a:pt x="16683" y="14324"/>
                  </a:lnTo>
                  <a:lnTo>
                    <a:pt x="16732" y="13771"/>
                  </a:lnTo>
                  <a:lnTo>
                    <a:pt x="16756" y="13217"/>
                  </a:lnTo>
                  <a:lnTo>
                    <a:pt x="16780" y="12663"/>
                  </a:lnTo>
                  <a:lnTo>
                    <a:pt x="16780" y="12062"/>
                  </a:lnTo>
                  <a:lnTo>
                    <a:pt x="16852" y="11460"/>
                  </a:lnTo>
                  <a:lnTo>
                    <a:pt x="16948" y="10954"/>
                  </a:lnTo>
                  <a:lnTo>
                    <a:pt x="17069" y="10497"/>
                  </a:lnTo>
                  <a:lnTo>
                    <a:pt x="17285" y="10039"/>
                  </a:lnTo>
                  <a:lnTo>
                    <a:pt x="17526" y="9606"/>
                  </a:lnTo>
                  <a:lnTo>
                    <a:pt x="17791" y="9197"/>
                  </a:lnTo>
                  <a:lnTo>
                    <a:pt x="18080" y="8812"/>
                  </a:lnTo>
                  <a:lnTo>
                    <a:pt x="19139" y="7367"/>
                  </a:lnTo>
                  <a:lnTo>
                    <a:pt x="19572" y="6765"/>
                  </a:lnTo>
                  <a:lnTo>
                    <a:pt x="19789" y="6453"/>
                  </a:lnTo>
                  <a:lnTo>
                    <a:pt x="20005" y="6116"/>
                  </a:lnTo>
                  <a:lnTo>
                    <a:pt x="20294" y="5610"/>
                  </a:lnTo>
                  <a:lnTo>
                    <a:pt x="20415" y="5345"/>
                  </a:lnTo>
                  <a:lnTo>
                    <a:pt x="20535" y="5056"/>
                  </a:lnTo>
                  <a:lnTo>
                    <a:pt x="20655" y="4743"/>
                  </a:lnTo>
                  <a:lnTo>
                    <a:pt x="20752" y="4430"/>
                  </a:lnTo>
                  <a:lnTo>
                    <a:pt x="20824" y="4117"/>
                  </a:lnTo>
                  <a:lnTo>
                    <a:pt x="20848" y="3804"/>
                  </a:lnTo>
                  <a:lnTo>
                    <a:pt x="20872" y="3492"/>
                  </a:lnTo>
                  <a:lnTo>
                    <a:pt x="20872" y="3155"/>
                  </a:lnTo>
                  <a:lnTo>
                    <a:pt x="20848" y="2842"/>
                  </a:lnTo>
                  <a:lnTo>
                    <a:pt x="20776" y="2505"/>
                  </a:lnTo>
                  <a:lnTo>
                    <a:pt x="20680" y="2095"/>
                  </a:lnTo>
                  <a:lnTo>
                    <a:pt x="20535" y="1686"/>
                  </a:lnTo>
                  <a:lnTo>
                    <a:pt x="20439" y="1445"/>
                  </a:lnTo>
                  <a:lnTo>
                    <a:pt x="20343" y="1205"/>
                  </a:lnTo>
                  <a:lnTo>
                    <a:pt x="20198" y="964"/>
                  </a:lnTo>
                  <a:lnTo>
                    <a:pt x="20030" y="771"/>
                  </a:lnTo>
                  <a:lnTo>
                    <a:pt x="19861" y="579"/>
                  </a:lnTo>
                  <a:lnTo>
                    <a:pt x="19668" y="410"/>
                  </a:lnTo>
                  <a:lnTo>
                    <a:pt x="19452" y="290"/>
                  </a:lnTo>
                  <a:lnTo>
                    <a:pt x="19211" y="169"/>
                  </a:lnTo>
                  <a:lnTo>
                    <a:pt x="18970" y="97"/>
                  </a:lnTo>
                  <a:lnTo>
                    <a:pt x="18706" y="25"/>
                  </a:lnTo>
                  <a:lnTo>
                    <a:pt x="184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
            <p:cNvSpPr/>
            <p:nvPr/>
          </p:nvSpPr>
          <p:spPr>
            <a:xfrm>
              <a:off x="1946725" y="1787425"/>
              <a:ext cx="588000" cy="766750"/>
            </a:xfrm>
            <a:custGeom>
              <a:avLst/>
              <a:gdLst/>
              <a:ahLst/>
              <a:cxnLst/>
              <a:rect l="l" t="t" r="r" b="b"/>
              <a:pathLst>
                <a:path w="23520" h="30670" extrusionOk="0">
                  <a:moveTo>
                    <a:pt x="11098" y="0"/>
                  </a:moveTo>
                  <a:lnTo>
                    <a:pt x="10640" y="49"/>
                  </a:lnTo>
                  <a:lnTo>
                    <a:pt x="9942" y="97"/>
                  </a:lnTo>
                  <a:lnTo>
                    <a:pt x="9292" y="169"/>
                  </a:lnTo>
                  <a:lnTo>
                    <a:pt x="8618" y="265"/>
                  </a:lnTo>
                  <a:lnTo>
                    <a:pt x="7944" y="410"/>
                  </a:lnTo>
                  <a:lnTo>
                    <a:pt x="7270" y="602"/>
                  </a:lnTo>
                  <a:lnTo>
                    <a:pt x="6596" y="795"/>
                  </a:lnTo>
                  <a:lnTo>
                    <a:pt x="5946" y="1012"/>
                  </a:lnTo>
                  <a:lnTo>
                    <a:pt x="4093" y="1589"/>
                  </a:lnTo>
                  <a:lnTo>
                    <a:pt x="2239" y="2119"/>
                  </a:lnTo>
                  <a:lnTo>
                    <a:pt x="1300" y="2384"/>
                  </a:lnTo>
                  <a:lnTo>
                    <a:pt x="361" y="2673"/>
                  </a:lnTo>
                  <a:lnTo>
                    <a:pt x="193" y="2721"/>
                  </a:lnTo>
                  <a:lnTo>
                    <a:pt x="24" y="2793"/>
                  </a:lnTo>
                  <a:lnTo>
                    <a:pt x="0" y="2841"/>
                  </a:lnTo>
                  <a:lnTo>
                    <a:pt x="0" y="2889"/>
                  </a:lnTo>
                  <a:lnTo>
                    <a:pt x="24" y="2937"/>
                  </a:lnTo>
                  <a:lnTo>
                    <a:pt x="72" y="2961"/>
                  </a:lnTo>
                  <a:lnTo>
                    <a:pt x="241" y="2986"/>
                  </a:lnTo>
                  <a:lnTo>
                    <a:pt x="433" y="2961"/>
                  </a:lnTo>
                  <a:lnTo>
                    <a:pt x="1709" y="2793"/>
                  </a:lnTo>
                  <a:lnTo>
                    <a:pt x="3009" y="2673"/>
                  </a:lnTo>
                  <a:lnTo>
                    <a:pt x="4526" y="2528"/>
                  </a:lnTo>
                  <a:lnTo>
                    <a:pt x="5296" y="2456"/>
                  </a:lnTo>
                  <a:lnTo>
                    <a:pt x="6042" y="2336"/>
                  </a:lnTo>
                  <a:lnTo>
                    <a:pt x="6789" y="2167"/>
                  </a:lnTo>
                  <a:lnTo>
                    <a:pt x="7535" y="1974"/>
                  </a:lnTo>
                  <a:lnTo>
                    <a:pt x="8522" y="1710"/>
                  </a:lnTo>
                  <a:lnTo>
                    <a:pt x="10279" y="1228"/>
                  </a:lnTo>
                  <a:lnTo>
                    <a:pt x="10929" y="1060"/>
                  </a:lnTo>
                  <a:lnTo>
                    <a:pt x="11579" y="939"/>
                  </a:lnTo>
                  <a:lnTo>
                    <a:pt x="12229" y="843"/>
                  </a:lnTo>
                  <a:lnTo>
                    <a:pt x="12903" y="771"/>
                  </a:lnTo>
                  <a:lnTo>
                    <a:pt x="13192" y="747"/>
                  </a:lnTo>
                  <a:lnTo>
                    <a:pt x="13722" y="747"/>
                  </a:lnTo>
                  <a:lnTo>
                    <a:pt x="13939" y="795"/>
                  </a:lnTo>
                  <a:lnTo>
                    <a:pt x="14372" y="867"/>
                  </a:lnTo>
                  <a:lnTo>
                    <a:pt x="14709" y="987"/>
                  </a:lnTo>
                  <a:lnTo>
                    <a:pt x="15022" y="1108"/>
                  </a:lnTo>
                  <a:lnTo>
                    <a:pt x="15335" y="1276"/>
                  </a:lnTo>
                  <a:lnTo>
                    <a:pt x="15576" y="1445"/>
                  </a:lnTo>
                  <a:lnTo>
                    <a:pt x="16009" y="1734"/>
                  </a:lnTo>
                  <a:lnTo>
                    <a:pt x="16394" y="1999"/>
                  </a:lnTo>
                  <a:lnTo>
                    <a:pt x="17116" y="2576"/>
                  </a:lnTo>
                  <a:lnTo>
                    <a:pt x="17453" y="2841"/>
                  </a:lnTo>
                  <a:lnTo>
                    <a:pt x="17766" y="3154"/>
                  </a:lnTo>
                  <a:lnTo>
                    <a:pt x="18874" y="4334"/>
                  </a:lnTo>
                  <a:lnTo>
                    <a:pt x="19379" y="4911"/>
                  </a:lnTo>
                  <a:lnTo>
                    <a:pt x="19548" y="5176"/>
                  </a:lnTo>
                  <a:lnTo>
                    <a:pt x="19716" y="5417"/>
                  </a:lnTo>
                  <a:lnTo>
                    <a:pt x="19861" y="5658"/>
                  </a:lnTo>
                  <a:lnTo>
                    <a:pt x="20005" y="5947"/>
                  </a:lnTo>
                  <a:lnTo>
                    <a:pt x="20294" y="6645"/>
                  </a:lnTo>
                  <a:lnTo>
                    <a:pt x="20848" y="8017"/>
                  </a:lnTo>
                  <a:lnTo>
                    <a:pt x="21161" y="8691"/>
                  </a:lnTo>
                  <a:lnTo>
                    <a:pt x="21473" y="9341"/>
                  </a:lnTo>
                  <a:lnTo>
                    <a:pt x="21570" y="9558"/>
                  </a:lnTo>
                  <a:lnTo>
                    <a:pt x="21618" y="9774"/>
                  </a:lnTo>
                  <a:lnTo>
                    <a:pt x="21666" y="9991"/>
                  </a:lnTo>
                  <a:lnTo>
                    <a:pt x="21690" y="10207"/>
                  </a:lnTo>
                  <a:lnTo>
                    <a:pt x="21714" y="10785"/>
                  </a:lnTo>
                  <a:lnTo>
                    <a:pt x="21666" y="11363"/>
                  </a:lnTo>
                  <a:lnTo>
                    <a:pt x="21618" y="11748"/>
                  </a:lnTo>
                  <a:lnTo>
                    <a:pt x="21546" y="12109"/>
                  </a:lnTo>
                  <a:lnTo>
                    <a:pt x="21425" y="12446"/>
                  </a:lnTo>
                  <a:lnTo>
                    <a:pt x="21305" y="12807"/>
                  </a:lnTo>
                  <a:lnTo>
                    <a:pt x="21136" y="13120"/>
                  </a:lnTo>
                  <a:lnTo>
                    <a:pt x="20968" y="13457"/>
                  </a:lnTo>
                  <a:lnTo>
                    <a:pt x="20775" y="13746"/>
                  </a:lnTo>
                  <a:lnTo>
                    <a:pt x="20535" y="14059"/>
                  </a:lnTo>
                  <a:lnTo>
                    <a:pt x="20101" y="14565"/>
                  </a:lnTo>
                  <a:lnTo>
                    <a:pt x="19668" y="15070"/>
                  </a:lnTo>
                  <a:lnTo>
                    <a:pt x="19451" y="15359"/>
                  </a:lnTo>
                  <a:lnTo>
                    <a:pt x="19235" y="15672"/>
                  </a:lnTo>
                  <a:lnTo>
                    <a:pt x="19042" y="15985"/>
                  </a:lnTo>
                  <a:lnTo>
                    <a:pt x="18898" y="16322"/>
                  </a:lnTo>
                  <a:lnTo>
                    <a:pt x="18777" y="16611"/>
                  </a:lnTo>
                  <a:lnTo>
                    <a:pt x="18681" y="16924"/>
                  </a:lnTo>
                  <a:lnTo>
                    <a:pt x="18512" y="17526"/>
                  </a:lnTo>
                  <a:lnTo>
                    <a:pt x="18392" y="18079"/>
                  </a:lnTo>
                  <a:lnTo>
                    <a:pt x="18199" y="18585"/>
                  </a:lnTo>
                  <a:lnTo>
                    <a:pt x="17911" y="19235"/>
                  </a:lnTo>
                  <a:lnTo>
                    <a:pt x="17598" y="19861"/>
                  </a:lnTo>
                  <a:lnTo>
                    <a:pt x="17405" y="20318"/>
                  </a:lnTo>
                  <a:lnTo>
                    <a:pt x="17237" y="20800"/>
                  </a:lnTo>
                  <a:lnTo>
                    <a:pt x="17140" y="21305"/>
                  </a:lnTo>
                  <a:lnTo>
                    <a:pt x="17068" y="21811"/>
                  </a:lnTo>
                  <a:lnTo>
                    <a:pt x="17068" y="22220"/>
                  </a:lnTo>
                  <a:lnTo>
                    <a:pt x="17092" y="22653"/>
                  </a:lnTo>
                  <a:lnTo>
                    <a:pt x="17188" y="23063"/>
                  </a:lnTo>
                  <a:lnTo>
                    <a:pt x="17333" y="23472"/>
                  </a:lnTo>
                  <a:lnTo>
                    <a:pt x="17622" y="24098"/>
                  </a:lnTo>
                  <a:lnTo>
                    <a:pt x="17862" y="24627"/>
                  </a:lnTo>
                  <a:lnTo>
                    <a:pt x="17983" y="24892"/>
                  </a:lnTo>
                  <a:lnTo>
                    <a:pt x="18079" y="25157"/>
                  </a:lnTo>
                  <a:lnTo>
                    <a:pt x="18175" y="25446"/>
                  </a:lnTo>
                  <a:lnTo>
                    <a:pt x="18224" y="25735"/>
                  </a:lnTo>
                  <a:lnTo>
                    <a:pt x="18248" y="26024"/>
                  </a:lnTo>
                  <a:lnTo>
                    <a:pt x="18224" y="26312"/>
                  </a:lnTo>
                  <a:lnTo>
                    <a:pt x="18175" y="26601"/>
                  </a:lnTo>
                  <a:lnTo>
                    <a:pt x="18103" y="26866"/>
                  </a:lnTo>
                  <a:lnTo>
                    <a:pt x="18007" y="27155"/>
                  </a:lnTo>
                  <a:lnTo>
                    <a:pt x="17862" y="27420"/>
                  </a:lnTo>
                  <a:lnTo>
                    <a:pt x="17742" y="27612"/>
                  </a:lnTo>
                  <a:lnTo>
                    <a:pt x="17622" y="27781"/>
                  </a:lnTo>
                  <a:lnTo>
                    <a:pt x="17333" y="28118"/>
                  </a:lnTo>
                  <a:lnTo>
                    <a:pt x="17020" y="28407"/>
                  </a:lnTo>
                  <a:lnTo>
                    <a:pt x="16683" y="28696"/>
                  </a:lnTo>
                  <a:lnTo>
                    <a:pt x="16274" y="28985"/>
                  </a:lnTo>
                  <a:lnTo>
                    <a:pt x="15864" y="29249"/>
                  </a:lnTo>
                  <a:lnTo>
                    <a:pt x="15431" y="29490"/>
                  </a:lnTo>
                  <a:lnTo>
                    <a:pt x="14998" y="29707"/>
                  </a:lnTo>
                  <a:lnTo>
                    <a:pt x="14155" y="30068"/>
                  </a:lnTo>
                  <a:lnTo>
                    <a:pt x="13337" y="30405"/>
                  </a:lnTo>
                  <a:lnTo>
                    <a:pt x="13192" y="30477"/>
                  </a:lnTo>
                  <a:lnTo>
                    <a:pt x="13048" y="30549"/>
                  </a:lnTo>
                  <a:lnTo>
                    <a:pt x="13024" y="30573"/>
                  </a:lnTo>
                  <a:lnTo>
                    <a:pt x="13024" y="30622"/>
                  </a:lnTo>
                  <a:lnTo>
                    <a:pt x="13072" y="30646"/>
                  </a:lnTo>
                  <a:lnTo>
                    <a:pt x="13096" y="30670"/>
                  </a:lnTo>
                  <a:lnTo>
                    <a:pt x="13289" y="30670"/>
                  </a:lnTo>
                  <a:lnTo>
                    <a:pt x="13842" y="30597"/>
                  </a:lnTo>
                  <a:lnTo>
                    <a:pt x="14372" y="30525"/>
                  </a:lnTo>
                  <a:lnTo>
                    <a:pt x="14901" y="30405"/>
                  </a:lnTo>
                  <a:lnTo>
                    <a:pt x="15431" y="30236"/>
                  </a:lnTo>
                  <a:lnTo>
                    <a:pt x="15816" y="30116"/>
                  </a:lnTo>
                  <a:lnTo>
                    <a:pt x="16177" y="29947"/>
                  </a:lnTo>
                  <a:lnTo>
                    <a:pt x="16538" y="29779"/>
                  </a:lnTo>
                  <a:lnTo>
                    <a:pt x="16875" y="29562"/>
                  </a:lnTo>
                  <a:lnTo>
                    <a:pt x="17188" y="29346"/>
                  </a:lnTo>
                  <a:lnTo>
                    <a:pt x="17477" y="29081"/>
                  </a:lnTo>
                  <a:lnTo>
                    <a:pt x="17766" y="28816"/>
                  </a:lnTo>
                  <a:lnTo>
                    <a:pt x="18031" y="28503"/>
                  </a:lnTo>
                  <a:lnTo>
                    <a:pt x="18296" y="28166"/>
                  </a:lnTo>
                  <a:lnTo>
                    <a:pt x="18392" y="27973"/>
                  </a:lnTo>
                  <a:lnTo>
                    <a:pt x="18488" y="27805"/>
                  </a:lnTo>
                  <a:lnTo>
                    <a:pt x="18561" y="27612"/>
                  </a:lnTo>
                  <a:lnTo>
                    <a:pt x="18609" y="27396"/>
                  </a:lnTo>
                  <a:lnTo>
                    <a:pt x="18657" y="27203"/>
                  </a:lnTo>
                  <a:lnTo>
                    <a:pt x="18681" y="26986"/>
                  </a:lnTo>
                  <a:lnTo>
                    <a:pt x="18705" y="26505"/>
                  </a:lnTo>
                  <a:lnTo>
                    <a:pt x="18705" y="26264"/>
                  </a:lnTo>
                  <a:lnTo>
                    <a:pt x="18705" y="26024"/>
                  </a:lnTo>
                  <a:lnTo>
                    <a:pt x="18657" y="25374"/>
                  </a:lnTo>
                  <a:lnTo>
                    <a:pt x="18633" y="24700"/>
                  </a:lnTo>
                  <a:lnTo>
                    <a:pt x="18585" y="23400"/>
                  </a:lnTo>
                  <a:lnTo>
                    <a:pt x="18585" y="22966"/>
                  </a:lnTo>
                  <a:lnTo>
                    <a:pt x="18633" y="22533"/>
                  </a:lnTo>
                  <a:lnTo>
                    <a:pt x="18657" y="22196"/>
                  </a:lnTo>
                  <a:lnTo>
                    <a:pt x="18705" y="21835"/>
                  </a:lnTo>
                  <a:lnTo>
                    <a:pt x="18705" y="21137"/>
                  </a:lnTo>
                  <a:lnTo>
                    <a:pt x="18705" y="20559"/>
                  </a:lnTo>
                  <a:lnTo>
                    <a:pt x="18729" y="20198"/>
                  </a:lnTo>
                  <a:lnTo>
                    <a:pt x="18753" y="19837"/>
                  </a:lnTo>
                  <a:lnTo>
                    <a:pt x="18825" y="19476"/>
                  </a:lnTo>
                  <a:lnTo>
                    <a:pt x="18922" y="19115"/>
                  </a:lnTo>
                  <a:lnTo>
                    <a:pt x="19114" y="18561"/>
                  </a:lnTo>
                  <a:lnTo>
                    <a:pt x="19331" y="17983"/>
                  </a:lnTo>
                  <a:lnTo>
                    <a:pt x="19548" y="17429"/>
                  </a:lnTo>
                  <a:lnTo>
                    <a:pt x="19812" y="16900"/>
                  </a:lnTo>
                  <a:lnTo>
                    <a:pt x="20029" y="16491"/>
                  </a:lnTo>
                  <a:lnTo>
                    <a:pt x="20294" y="16105"/>
                  </a:lnTo>
                  <a:lnTo>
                    <a:pt x="20535" y="15817"/>
                  </a:lnTo>
                  <a:lnTo>
                    <a:pt x="20799" y="15504"/>
                  </a:lnTo>
                  <a:lnTo>
                    <a:pt x="21353" y="14950"/>
                  </a:lnTo>
                  <a:lnTo>
                    <a:pt x="21594" y="14733"/>
                  </a:lnTo>
                  <a:lnTo>
                    <a:pt x="21786" y="14493"/>
                  </a:lnTo>
                  <a:lnTo>
                    <a:pt x="21979" y="14228"/>
                  </a:lnTo>
                  <a:lnTo>
                    <a:pt x="22148" y="13963"/>
                  </a:lnTo>
                  <a:lnTo>
                    <a:pt x="22340" y="13578"/>
                  </a:lnTo>
                  <a:lnTo>
                    <a:pt x="22557" y="13193"/>
                  </a:lnTo>
                  <a:lnTo>
                    <a:pt x="22918" y="12398"/>
                  </a:lnTo>
                  <a:lnTo>
                    <a:pt x="23183" y="11724"/>
                  </a:lnTo>
                  <a:lnTo>
                    <a:pt x="23303" y="11363"/>
                  </a:lnTo>
                  <a:lnTo>
                    <a:pt x="23399" y="11002"/>
                  </a:lnTo>
                  <a:lnTo>
                    <a:pt x="23472" y="10761"/>
                  </a:lnTo>
                  <a:lnTo>
                    <a:pt x="23496" y="10520"/>
                  </a:lnTo>
                  <a:lnTo>
                    <a:pt x="23520" y="10280"/>
                  </a:lnTo>
                  <a:lnTo>
                    <a:pt x="23520" y="10039"/>
                  </a:lnTo>
                  <a:lnTo>
                    <a:pt x="23520" y="9798"/>
                  </a:lnTo>
                  <a:lnTo>
                    <a:pt x="23496" y="9582"/>
                  </a:lnTo>
                  <a:lnTo>
                    <a:pt x="23447" y="9341"/>
                  </a:lnTo>
                  <a:lnTo>
                    <a:pt x="23375" y="9100"/>
                  </a:lnTo>
                  <a:lnTo>
                    <a:pt x="23231" y="8595"/>
                  </a:lnTo>
                  <a:lnTo>
                    <a:pt x="23038" y="8113"/>
                  </a:lnTo>
                  <a:lnTo>
                    <a:pt x="22846" y="7632"/>
                  </a:lnTo>
                  <a:lnTo>
                    <a:pt x="22629" y="7150"/>
                  </a:lnTo>
                  <a:lnTo>
                    <a:pt x="22388" y="6717"/>
                  </a:lnTo>
                  <a:lnTo>
                    <a:pt x="22148" y="6284"/>
                  </a:lnTo>
                  <a:lnTo>
                    <a:pt x="21883" y="5850"/>
                  </a:lnTo>
                  <a:lnTo>
                    <a:pt x="21594" y="5441"/>
                  </a:lnTo>
                  <a:lnTo>
                    <a:pt x="21305" y="5032"/>
                  </a:lnTo>
                  <a:lnTo>
                    <a:pt x="21016" y="4647"/>
                  </a:lnTo>
                  <a:lnTo>
                    <a:pt x="20679" y="4261"/>
                  </a:lnTo>
                  <a:lnTo>
                    <a:pt x="20342" y="3900"/>
                  </a:lnTo>
                  <a:lnTo>
                    <a:pt x="19764" y="3347"/>
                  </a:lnTo>
                  <a:lnTo>
                    <a:pt x="19475" y="3082"/>
                  </a:lnTo>
                  <a:lnTo>
                    <a:pt x="19162" y="2841"/>
                  </a:lnTo>
                  <a:lnTo>
                    <a:pt x="18079" y="2047"/>
                  </a:lnTo>
                  <a:lnTo>
                    <a:pt x="17742" y="1830"/>
                  </a:lnTo>
                  <a:lnTo>
                    <a:pt x="17405" y="1613"/>
                  </a:lnTo>
                  <a:lnTo>
                    <a:pt x="17044" y="1421"/>
                  </a:lnTo>
                  <a:lnTo>
                    <a:pt x="16683" y="1276"/>
                  </a:lnTo>
                  <a:lnTo>
                    <a:pt x="16081" y="1012"/>
                  </a:lnTo>
                  <a:lnTo>
                    <a:pt x="15455" y="795"/>
                  </a:lnTo>
                  <a:lnTo>
                    <a:pt x="14829" y="578"/>
                  </a:lnTo>
                  <a:lnTo>
                    <a:pt x="14179" y="386"/>
                  </a:lnTo>
                  <a:lnTo>
                    <a:pt x="13746" y="289"/>
                  </a:lnTo>
                  <a:lnTo>
                    <a:pt x="13313" y="169"/>
                  </a:lnTo>
                  <a:lnTo>
                    <a:pt x="12879" y="97"/>
                  </a:lnTo>
                  <a:lnTo>
                    <a:pt x="12422" y="49"/>
                  </a:lnTo>
                  <a:lnTo>
                    <a:pt x="1198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
            <p:cNvSpPr/>
            <p:nvPr/>
          </p:nvSpPr>
          <p:spPr>
            <a:xfrm>
              <a:off x="2080325" y="1904775"/>
              <a:ext cx="13875" cy="10875"/>
            </a:xfrm>
            <a:custGeom>
              <a:avLst/>
              <a:gdLst/>
              <a:ahLst/>
              <a:cxnLst/>
              <a:rect l="l" t="t" r="r" b="b"/>
              <a:pathLst>
                <a:path w="555" h="435" extrusionOk="0">
                  <a:moveTo>
                    <a:pt x="217" y="1"/>
                  </a:moveTo>
                  <a:lnTo>
                    <a:pt x="169" y="49"/>
                  </a:lnTo>
                  <a:lnTo>
                    <a:pt x="145" y="121"/>
                  </a:lnTo>
                  <a:lnTo>
                    <a:pt x="121" y="145"/>
                  </a:lnTo>
                  <a:lnTo>
                    <a:pt x="97" y="145"/>
                  </a:lnTo>
                  <a:lnTo>
                    <a:pt x="24" y="217"/>
                  </a:lnTo>
                  <a:lnTo>
                    <a:pt x="0" y="266"/>
                  </a:lnTo>
                  <a:lnTo>
                    <a:pt x="0" y="338"/>
                  </a:lnTo>
                  <a:lnTo>
                    <a:pt x="24" y="386"/>
                  </a:lnTo>
                  <a:lnTo>
                    <a:pt x="73" y="410"/>
                  </a:lnTo>
                  <a:lnTo>
                    <a:pt x="97" y="434"/>
                  </a:lnTo>
                  <a:lnTo>
                    <a:pt x="145" y="434"/>
                  </a:lnTo>
                  <a:lnTo>
                    <a:pt x="145" y="386"/>
                  </a:lnTo>
                  <a:lnTo>
                    <a:pt x="169" y="338"/>
                  </a:lnTo>
                  <a:lnTo>
                    <a:pt x="169" y="290"/>
                  </a:lnTo>
                  <a:lnTo>
                    <a:pt x="313" y="290"/>
                  </a:lnTo>
                  <a:lnTo>
                    <a:pt x="361" y="217"/>
                  </a:lnTo>
                  <a:lnTo>
                    <a:pt x="434" y="169"/>
                  </a:lnTo>
                  <a:lnTo>
                    <a:pt x="482" y="145"/>
                  </a:lnTo>
                  <a:lnTo>
                    <a:pt x="554" y="97"/>
                  </a:lnTo>
                  <a:lnTo>
                    <a:pt x="554" y="73"/>
                  </a:lnTo>
                  <a:lnTo>
                    <a:pt x="554" y="25"/>
                  </a:lnTo>
                  <a:lnTo>
                    <a:pt x="530" y="1"/>
                  </a:lnTo>
                  <a:lnTo>
                    <a:pt x="458" y="1"/>
                  </a:lnTo>
                  <a:lnTo>
                    <a:pt x="410" y="25"/>
                  </a:lnTo>
                  <a:lnTo>
                    <a:pt x="289" y="25"/>
                  </a:lnTo>
                  <a:lnTo>
                    <a:pt x="24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
            <p:cNvSpPr/>
            <p:nvPr/>
          </p:nvSpPr>
          <p:spPr>
            <a:xfrm>
              <a:off x="1955750" y="1926450"/>
              <a:ext cx="13850" cy="9650"/>
            </a:xfrm>
            <a:custGeom>
              <a:avLst/>
              <a:gdLst/>
              <a:ahLst/>
              <a:cxnLst/>
              <a:rect l="l" t="t" r="r" b="b"/>
              <a:pathLst>
                <a:path w="554" h="386" extrusionOk="0">
                  <a:moveTo>
                    <a:pt x="193" y="0"/>
                  </a:moveTo>
                  <a:lnTo>
                    <a:pt x="145" y="49"/>
                  </a:lnTo>
                  <a:lnTo>
                    <a:pt x="96" y="97"/>
                  </a:lnTo>
                  <a:lnTo>
                    <a:pt x="0" y="337"/>
                  </a:lnTo>
                  <a:lnTo>
                    <a:pt x="24" y="386"/>
                  </a:lnTo>
                  <a:lnTo>
                    <a:pt x="72" y="386"/>
                  </a:lnTo>
                  <a:lnTo>
                    <a:pt x="145" y="337"/>
                  </a:lnTo>
                  <a:lnTo>
                    <a:pt x="169" y="289"/>
                  </a:lnTo>
                  <a:lnTo>
                    <a:pt x="217" y="193"/>
                  </a:lnTo>
                  <a:lnTo>
                    <a:pt x="217" y="121"/>
                  </a:lnTo>
                  <a:lnTo>
                    <a:pt x="409" y="169"/>
                  </a:lnTo>
                  <a:lnTo>
                    <a:pt x="530" y="169"/>
                  </a:lnTo>
                  <a:lnTo>
                    <a:pt x="530" y="121"/>
                  </a:lnTo>
                  <a:lnTo>
                    <a:pt x="554" y="97"/>
                  </a:lnTo>
                  <a:lnTo>
                    <a:pt x="530" y="73"/>
                  </a:lnTo>
                  <a:lnTo>
                    <a:pt x="458" y="49"/>
                  </a:lnTo>
                  <a:lnTo>
                    <a:pt x="33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
            <p:cNvSpPr/>
            <p:nvPr/>
          </p:nvSpPr>
          <p:spPr>
            <a:xfrm>
              <a:off x="1876900" y="1956550"/>
              <a:ext cx="12675" cy="9650"/>
            </a:xfrm>
            <a:custGeom>
              <a:avLst/>
              <a:gdLst/>
              <a:ahLst/>
              <a:cxnLst/>
              <a:rect l="l" t="t" r="r" b="b"/>
              <a:pathLst>
                <a:path w="507" h="386" extrusionOk="0">
                  <a:moveTo>
                    <a:pt x="121" y="0"/>
                  </a:moveTo>
                  <a:lnTo>
                    <a:pt x="49" y="24"/>
                  </a:lnTo>
                  <a:lnTo>
                    <a:pt x="1" y="72"/>
                  </a:lnTo>
                  <a:lnTo>
                    <a:pt x="25" y="144"/>
                  </a:lnTo>
                  <a:lnTo>
                    <a:pt x="73" y="193"/>
                  </a:lnTo>
                  <a:lnTo>
                    <a:pt x="193" y="265"/>
                  </a:lnTo>
                  <a:lnTo>
                    <a:pt x="314" y="313"/>
                  </a:lnTo>
                  <a:lnTo>
                    <a:pt x="434" y="385"/>
                  </a:lnTo>
                  <a:lnTo>
                    <a:pt x="482" y="361"/>
                  </a:lnTo>
                  <a:lnTo>
                    <a:pt x="506" y="313"/>
                  </a:lnTo>
                  <a:lnTo>
                    <a:pt x="482" y="289"/>
                  </a:lnTo>
                  <a:lnTo>
                    <a:pt x="386" y="144"/>
                  </a:lnTo>
                  <a:lnTo>
                    <a:pt x="241"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
            <p:cNvSpPr/>
            <p:nvPr/>
          </p:nvSpPr>
          <p:spPr>
            <a:xfrm>
              <a:off x="1950325" y="1918625"/>
              <a:ext cx="8450" cy="8450"/>
            </a:xfrm>
            <a:custGeom>
              <a:avLst/>
              <a:gdLst/>
              <a:ahLst/>
              <a:cxnLst/>
              <a:rect l="l" t="t" r="r" b="b"/>
              <a:pathLst>
                <a:path w="338" h="338" extrusionOk="0">
                  <a:moveTo>
                    <a:pt x="145" y="0"/>
                  </a:moveTo>
                  <a:lnTo>
                    <a:pt x="73" y="24"/>
                  </a:lnTo>
                  <a:lnTo>
                    <a:pt x="25" y="73"/>
                  </a:lnTo>
                  <a:lnTo>
                    <a:pt x="1" y="193"/>
                  </a:lnTo>
                  <a:lnTo>
                    <a:pt x="25" y="313"/>
                  </a:lnTo>
                  <a:lnTo>
                    <a:pt x="49" y="337"/>
                  </a:lnTo>
                  <a:lnTo>
                    <a:pt x="97" y="337"/>
                  </a:lnTo>
                  <a:lnTo>
                    <a:pt x="145" y="313"/>
                  </a:lnTo>
                  <a:lnTo>
                    <a:pt x="193" y="265"/>
                  </a:lnTo>
                  <a:lnTo>
                    <a:pt x="241" y="241"/>
                  </a:lnTo>
                  <a:lnTo>
                    <a:pt x="313" y="241"/>
                  </a:lnTo>
                  <a:lnTo>
                    <a:pt x="313" y="217"/>
                  </a:lnTo>
                  <a:lnTo>
                    <a:pt x="338" y="217"/>
                  </a:lnTo>
                  <a:lnTo>
                    <a:pt x="338" y="169"/>
                  </a:lnTo>
                  <a:lnTo>
                    <a:pt x="265" y="49"/>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
            <p:cNvSpPr/>
            <p:nvPr/>
          </p:nvSpPr>
          <p:spPr>
            <a:xfrm>
              <a:off x="2000275" y="1944500"/>
              <a:ext cx="6650" cy="12075"/>
            </a:xfrm>
            <a:custGeom>
              <a:avLst/>
              <a:gdLst/>
              <a:ahLst/>
              <a:cxnLst/>
              <a:rect l="l" t="t" r="r" b="b"/>
              <a:pathLst>
                <a:path w="266" h="483" extrusionOk="0">
                  <a:moveTo>
                    <a:pt x="193" y="1"/>
                  </a:moveTo>
                  <a:lnTo>
                    <a:pt x="73" y="97"/>
                  </a:lnTo>
                  <a:lnTo>
                    <a:pt x="25" y="145"/>
                  </a:lnTo>
                  <a:lnTo>
                    <a:pt x="25" y="193"/>
                  </a:lnTo>
                  <a:lnTo>
                    <a:pt x="1" y="241"/>
                  </a:lnTo>
                  <a:lnTo>
                    <a:pt x="25" y="289"/>
                  </a:lnTo>
                  <a:lnTo>
                    <a:pt x="97" y="434"/>
                  </a:lnTo>
                  <a:lnTo>
                    <a:pt x="169" y="482"/>
                  </a:lnTo>
                  <a:lnTo>
                    <a:pt x="217" y="458"/>
                  </a:lnTo>
                  <a:lnTo>
                    <a:pt x="265" y="410"/>
                  </a:lnTo>
                  <a:lnTo>
                    <a:pt x="241" y="362"/>
                  </a:lnTo>
                  <a:lnTo>
                    <a:pt x="217" y="289"/>
                  </a:lnTo>
                  <a:lnTo>
                    <a:pt x="193" y="217"/>
                  </a:lnTo>
                  <a:lnTo>
                    <a:pt x="193" y="121"/>
                  </a:lnTo>
                  <a:lnTo>
                    <a:pt x="241" y="49"/>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
            <p:cNvSpPr/>
            <p:nvPr/>
          </p:nvSpPr>
          <p:spPr>
            <a:xfrm>
              <a:off x="1997275" y="1844000"/>
              <a:ext cx="6650" cy="8450"/>
            </a:xfrm>
            <a:custGeom>
              <a:avLst/>
              <a:gdLst/>
              <a:ahLst/>
              <a:cxnLst/>
              <a:rect l="l" t="t" r="r" b="b"/>
              <a:pathLst>
                <a:path w="266" h="338" extrusionOk="0">
                  <a:moveTo>
                    <a:pt x="72" y="0"/>
                  </a:moveTo>
                  <a:lnTo>
                    <a:pt x="0" y="49"/>
                  </a:lnTo>
                  <a:lnTo>
                    <a:pt x="0" y="73"/>
                  </a:lnTo>
                  <a:lnTo>
                    <a:pt x="0" y="121"/>
                  </a:lnTo>
                  <a:lnTo>
                    <a:pt x="48" y="241"/>
                  </a:lnTo>
                  <a:lnTo>
                    <a:pt x="97" y="313"/>
                  </a:lnTo>
                  <a:lnTo>
                    <a:pt x="145" y="337"/>
                  </a:lnTo>
                  <a:lnTo>
                    <a:pt x="169" y="337"/>
                  </a:lnTo>
                  <a:lnTo>
                    <a:pt x="217" y="313"/>
                  </a:lnTo>
                  <a:lnTo>
                    <a:pt x="241" y="289"/>
                  </a:lnTo>
                  <a:lnTo>
                    <a:pt x="241" y="193"/>
                  </a:lnTo>
                  <a:lnTo>
                    <a:pt x="265" y="121"/>
                  </a:lnTo>
                  <a:lnTo>
                    <a:pt x="241" y="73"/>
                  </a:lnTo>
                  <a:lnTo>
                    <a:pt x="193"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
            <p:cNvSpPr/>
            <p:nvPr/>
          </p:nvSpPr>
          <p:spPr>
            <a:xfrm>
              <a:off x="2005700" y="1909600"/>
              <a:ext cx="9050" cy="7850"/>
            </a:xfrm>
            <a:custGeom>
              <a:avLst/>
              <a:gdLst/>
              <a:ahLst/>
              <a:cxnLst/>
              <a:rect l="l" t="t" r="r" b="b"/>
              <a:pathLst>
                <a:path w="362" h="314" extrusionOk="0">
                  <a:moveTo>
                    <a:pt x="48" y="0"/>
                  </a:moveTo>
                  <a:lnTo>
                    <a:pt x="0" y="48"/>
                  </a:lnTo>
                  <a:lnTo>
                    <a:pt x="0" y="97"/>
                  </a:lnTo>
                  <a:lnTo>
                    <a:pt x="0" y="169"/>
                  </a:lnTo>
                  <a:lnTo>
                    <a:pt x="24" y="217"/>
                  </a:lnTo>
                  <a:lnTo>
                    <a:pt x="72" y="265"/>
                  </a:lnTo>
                  <a:lnTo>
                    <a:pt x="121" y="289"/>
                  </a:lnTo>
                  <a:lnTo>
                    <a:pt x="193" y="313"/>
                  </a:lnTo>
                  <a:lnTo>
                    <a:pt x="313" y="289"/>
                  </a:lnTo>
                  <a:lnTo>
                    <a:pt x="361" y="265"/>
                  </a:lnTo>
                  <a:lnTo>
                    <a:pt x="361" y="241"/>
                  </a:lnTo>
                  <a:lnTo>
                    <a:pt x="217" y="121"/>
                  </a:lnTo>
                  <a:lnTo>
                    <a:pt x="97"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
            <p:cNvSpPr/>
            <p:nvPr/>
          </p:nvSpPr>
          <p:spPr>
            <a:xfrm>
              <a:off x="2018325" y="2007100"/>
              <a:ext cx="9050" cy="9050"/>
            </a:xfrm>
            <a:custGeom>
              <a:avLst/>
              <a:gdLst/>
              <a:ahLst/>
              <a:cxnLst/>
              <a:rect l="l" t="t" r="r" b="b"/>
              <a:pathLst>
                <a:path w="362" h="362" extrusionOk="0">
                  <a:moveTo>
                    <a:pt x="290" y="0"/>
                  </a:moveTo>
                  <a:lnTo>
                    <a:pt x="242" y="24"/>
                  </a:lnTo>
                  <a:lnTo>
                    <a:pt x="217" y="48"/>
                  </a:lnTo>
                  <a:lnTo>
                    <a:pt x="193" y="96"/>
                  </a:lnTo>
                  <a:lnTo>
                    <a:pt x="169" y="169"/>
                  </a:lnTo>
                  <a:lnTo>
                    <a:pt x="145" y="193"/>
                  </a:lnTo>
                  <a:lnTo>
                    <a:pt x="97" y="217"/>
                  </a:lnTo>
                  <a:lnTo>
                    <a:pt x="49" y="241"/>
                  </a:lnTo>
                  <a:lnTo>
                    <a:pt x="1" y="265"/>
                  </a:lnTo>
                  <a:lnTo>
                    <a:pt x="25" y="313"/>
                  </a:lnTo>
                  <a:lnTo>
                    <a:pt x="73" y="361"/>
                  </a:lnTo>
                  <a:lnTo>
                    <a:pt x="121" y="361"/>
                  </a:lnTo>
                  <a:lnTo>
                    <a:pt x="193" y="289"/>
                  </a:lnTo>
                  <a:lnTo>
                    <a:pt x="217" y="265"/>
                  </a:lnTo>
                  <a:lnTo>
                    <a:pt x="242" y="265"/>
                  </a:lnTo>
                  <a:lnTo>
                    <a:pt x="314" y="217"/>
                  </a:lnTo>
                  <a:lnTo>
                    <a:pt x="338" y="193"/>
                  </a:lnTo>
                  <a:lnTo>
                    <a:pt x="362" y="121"/>
                  </a:lnTo>
                  <a:lnTo>
                    <a:pt x="338" y="72"/>
                  </a:lnTo>
                  <a:lnTo>
                    <a:pt x="338" y="24"/>
                  </a:lnTo>
                  <a:lnTo>
                    <a:pt x="29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
            <p:cNvSpPr/>
            <p:nvPr/>
          </p:nvSpPr>
          <p:spPr>
            <a:xfrm>
              <a:off x="1799275" y="1984225"/>
              <a:ext cx="9050" cy="4825"/>
            </a:xfrm>
            <a:custGeom>
              <a:avLst/>
              <a:gdLst/>
              <a:ahLst/>
              <a:cxnLst/>
              <a:rect l="l" t="t" r="r" b="b"/>
              <a:pathLst>
                <a:path w="362" h="193" extrusionOk="0">
                  <a:moveTo>
                    <a:pt x="265" y="0"/>
                  </a:moveTo>
                  <a:lnTo>
                    <a:pt x="24" y="73"/>
                  </a:lnTo>
                  <a:lnTo>
                    <a:pt x="0" y="121"/>
                  </a:lnTo>
                  <a:lnTo>
                    <a:pt x="24" y="145"/>
                  </a:lnTo>
                  <a:lnTo>
                    <a:pt x="48" y="169"/>
                  </a:lnTo>
                  <a:lnTo>
                    <a:pt x="169" y="193"/>
                  </a:lnTo>
                  <a:lnTo>
                    <a:pt x="289" y="193"/>
                  </a:lnTo>
                  <a:lnTo>
                    <a:pt x="337" y="169"/>
                  </a:lnTo>
                  <a:lnTo>
                    <a:pt x="361" y="97"/>
                  </a:lnTo>
                  <a:lnTo>
                    <a:pt x="337" y="49"/>
                  </a:lnTo>
                  <a:lnTo>
                    <a:pt x="313" y="24"/>
                  </a:lnTo>
                  <a:lnTo>
                    <a:pt x="26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
            <p:cNvSpPr/>
            <p:nvPr/>
          </p:nvSpPr>
          <p:spPr>
            <a:xfrm>
              <a:off x="2308425" y="2495775"/>
              <a:ext cx="4825" cy="8450"/>
            </a:xfrm>
            <a:custGeom>
              <a:avLst/>
              <a:gdLst/>
              <a:ahLst/>
              <a:cxnLst/>
              <a:rect l="l" t="t" r="r" b="b"/>
              <a:pathLst>
                <a:path w="193" h="338" extrusionOk="0">
                  <a:moveTo>
                    <a:pt x="72" y="1"/>
                  </a:moveTo>
                  <a:lnTo>
                    <a:pt x="24" y="25"/>
                  </a:lnTo>
                  <a:lnTo>
                    <a:pt x="0" y="97"/>
                  </a:lnTo>
                  <a:lnTo>
                    <a:pt x="0" y="145"/>
                  </a:lnTo>
                  <a:lnTo>
                    <a:pt x="24" y="289"/>
                  </a:lnTo>
                  <a:lnTo>
                    <a:pt x="48" y="338"/>
                  </a:lnTo>
                  <a:lnTo>
                    <a:pt x="96" y="338"/>
                  </a:lnTo>
                  <a:lnTo>
                    <a:pt x="169" y="314"/>
                  </a:lnTo>
                  <a:lnTo>
                    <a:pt x="193" y="289"/>
                  </a:lnTo>
                  <a:lnTo>
                    <a:pt x="193" y="265"/>
                  </a:lnTo>
                  <a:lnTo>
                    <a:pt x="169" y="121"/>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
            <p:cNvSpPr/>
            <p:nvPr/>
          </p:nvSpPr>
          <p:spPr>
            <a:xfrm>
              <a:off x="1916625" y="1937875"/>
              <a:ext cx="6050" cy="7250"/>
            </a:xfrm>
            <a:custGeom>
              <a:avLst/>
              <a:gdLst/>
              <a:ahLst/>
              <a:cxnLst/>
              <a:rect l="l" t="t" r="r" b="b"/>
              <a:pathLst>
                <a:path w="242" h="290" extrusionOk="0">
                  <a:moveTo>
                    <a:pt x="145" y="1"/>
                  </a:moveTo>
                  <a:lnTo>
                    <a:pt x="97" y="25"/>
                  </a:lnTo>
                  <a:lnTo>
                    <a:pt x="49" y="97"/>
                  </a:lnTo>
                  <a:lnTo>
                    <a:pt x="24" y="169"/>
                  </a:lnTo>
                  <a:lnTo>
                    <a:pt x="0" y="217"/>
                  </a:lnTo>
                  <a:lnTo>
                    <a:pt x="24" y="266"/>
                  </a:lnTo>
                  <a:lnTo>
                    <a:pt x="73" y="290"/>
                  </a:lnTo>
                  <a:lnTo>
                    <a:pt x="121" y="290"/>
                  </a:lnTo>
                  <a:lnTo>
                    <a:pt x="193" y="266"/>
                  </a:lnTo>
                  <a:lnTo>
                    <a:pt x="241" y="193"/>
                  </a:lnTo>
                  <a:lnTo>
                    <a:pt x="241" y="145"/>
                  </a:lnTo>
                  <a:lnTo>
                    <a:pt x="241" y="97"/>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
            <p:cNvSpPr/>
            <p:nvPr/>
          </p:nvSpPr>
          <p:spPr>
            <a:xfrm>
              <a:off x="2332500" y="2432575"/>
              <a:ext cx="6025" cy="6050"/>
            </a:xfrm>
            <a:custGeom>
              <a:avLst/>
              <a:gdLst/>
              <a:ahLst/>
              <a:cxnLst/>
              <a:rect l="l" t="t" r="r" b="b"/>
              <a:pathLst>
                <a:path w="241" h="242" extrusionOk="0">
                  <a:moveTo>
                    <a:pt x="96" y="1"/>
                  </a:moveTo>
                  <a:lnTo>
                    <a:pt x="48" y="25"/>
                  </a:lnTo>
                  <a:lnTo>
                    <a:pt x="24" y="49"/>
                  </a:lnTo>
                  <a:lnTo>
                    <a:pt x="0" y="97"/>
                  </a:lnTo>
                  <a:lnTo>
                    <a:pt x="0" y="169"/>
                  </a:lnTo>
                  <a:lnTo>
                    <a:pt x="48" y="193"/>
                  </a:lnTo>
                  <a:lnTo>
                    <a:pt x="72" y="242"/>
                  </a:lnTo>
                  <a:lnTo>
                    <a:pt x="145" y="242"/>
                  </a:lnTo>
                  <a:lnTo>
                    <a:pt x="217" y="218"/>
                  </a:lnTo>
                  <a:lnTo>
                    <a:pt x="241" y="169"/>
                  </a:lnTo>
                  <a:lnTo>
                    <a:pt x="241" y="97"/>
                  </a:lnTo>
                  <a:lnTo>
                    <a:pt x="217" y="49"/>
                  </a:lnTo>
                  <a:lnTo>
                    <a:pt x="169"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
            <p:cNvSpPr/>
            <p:nvPr/>
          </p:nvSpPr>
          <p:spPr>
            <a:xfrm>
              <a:off x="1887125" y="1972175"/>
              <a:ext cx="8450" cy="6050"/>
            </a:xfrm>
            <a:custGeom>
              <a:avLst/>
              <a:gdLst/>
              <a:ahLst/>
              <a:cxnLst/>
              <a:rect l="l" t="t" r="r" b="b"/>
              <a:pathLst>
                <a:path w="338" h="242" extrusionOk="0">
                  <a:moveTo>
                    <a:pt x="73" y="1"/>
                  </a:moveTo>
                  <a:lnTo>
                    <a:pt x="25" y="25"/>
                  </a:lnTo>
                  <a:lnTo>
                    <a:pt x="1" y="97"/>
                  </a:lnTo>
                  <a:lnTo>
                    <a:pt x="25" y="145"/>
                  </a:lnTo>
                  <a:lnTo>
                    <a:pt x="49" y="218"/>
                  </a:lnTo>
                  <a:lnTo>
                    <a:pt x="121" y="242"/>
                  </a:lnTo>
                  <a:lnTo>
                    <a:pt x="217" y="218"/>
                  </a:lnTo>
                  <a:lnTo>
                    <a:pt x="290" y="194"/>
                  </a:lnTo>
                  <a:lnTo>
                    <a:pt x="338" y="145"/>
                  </a:lnTo>
                  <a:lnTo>
                    <a:pt x="242" y="73"/>
                  </a:lnTo>
                  <a:lnTo>
                    <a:pt x="193"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
            <p:cNvSpPr/>
            <p:nvPr/>
          </p:nvSpPr>
          <p:spPr>
            <a:xfrm>
              <a:off x="2236200" y="2445825"/>
              <a:ext cx="6050" cy="7850"/>
            </a:xfrm>
            <a:custGeom>
              <a:avLst/>
              <a:gdLst/>
              <a:ahLst/>
              <a:cxnLst/>
              <a:rect l="l" t="t" r="r" b="b"/>
              <a:pathLst>
                <a:path w="242" h="314" extrusionOk="0">
                  <a:moveTo>
                    <a:pt x="24" y="0"/>
                  </a:moveTo>
                  <a:lnTo>
                    <a:pt x="0" y="49"/>
                  </a:lnTo>
                  <a:lnTo>
                    <a:pt x="0" y="121"/>
                  </a:lnTo>
                  <a:lnTo>
                    <a:pt x="24" y="193"/>
                  </a:lnTo>
                  <a:lnTo>
                    <a:pt x="97" y="289"/>
                  </a:lnTo>
                  <a:lnTo>
                    <a:pt x="169" y="313"/>
                  </a:lnTo>
                  <a:lnTo>
                    <a:pt x="193" y="289"/>
                  </a:lnTo>
                  <a:lnTo>
                    <a:pt x="241" y="241"/>
                  </a:lnTo>
                  <a:lnTo>
                    <a:pt x="241" y="217"/>
                  </a:lnTo>
                  <a:lnTo>
                    <a:pt x="241" y="169"/>
                  </a:lnTo>
                  <a:lnTo>
                    <a:pt x="169" y="73"/>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
            <p:cNvSpPr/>
            <p:nvPr/>
          </p:nvSpPr>
          <p:spPr>
            <a:xfrm>
              <a:off x="1850425" y="1947500"/>
              <a:ext cx="4825" cy="8450"/>
            </a:xfrm>
            <a:custGeom>
              <a:avLst/>
              <a:gdLst/>
              <a:ahLst/>
              <a:cxnLst/>
              <a:rect l="l" t="t" r="r" b="b"/>
              <a:pathLst>
                <a:path w="193" h="338" extrusionOk="0">
                  <a:moveTo>
                    <a:pt x="49" y="1"/>
                  </a:moveTo>
                  <a:lnTo>
                    <a:pt x="24" y="49"/>
                  </a:lnTo>
                  <a:lnTo>
                    <a:pt x="0" y="97"/>
                  </a:lnTo>
                  <a:lnTo>
                    <a:pt x="24" y="169"/>
                  </a:lnTo>
                  <a:lnTo>
                    <a:pt x="49" y="266"/>
                  </a:lnTo>
                  <a:lnTo>
                    <a:pt x="73" y="314"/>
                  </a:lnTo>
                  <a:lnTo>
                    <a:pt x="97" y="338"/>
                  </a:lnTo>
                  <a:lnTo>
                    <a:pt x="145" y="338"/>
                  </a:lnTo>
                  <a:lnTo>
                    <a:pt x="169" y="314"/>
                  </a:lnTo>
                  <a:lnTo>
                    <a:pt x="193" y="242"/>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
            <p:cNvSpPr/>
            <p:nvPr/>
          </p:nvSpPr>
          <p:spPr>
            <a:xfrm>
              <a:off x="2291575" y="2463875"/>
              <a:ext cx="6025" cy="5450"/>
            </a:xfrm>
            <a:custGeom>
              <a:avLst/>
              <a:gdLst/>
              <a:ahLst/>
              <a:cxnLst/>
              <a:rect l="l" t="t" r="r" b="b"/>
              <a:pathLst>
                <a:path w="241" h="218" extrusionOk="0">
                  <a:moveTo>
                    <a:pt x="96" y="1"/>
                  </a:moveTo>
                  <a:lnTo>
                    <a:pt x="48" y="25"/>
                  </a:lnTo>
                  <a:lnTo>
                    <a:pt x="24" y="49"/>
                  </a:lnTo>
                  <a:lnTo>
                    <a:pt x="0" y="145"/>
                  </a:lnTo>
                  <a:lnTo>
                    <a:pt x="0" y="169"/>
                  </a:lnTo>
                  <a:lnTo>
                    <a:pt x="24" y="193"/>
                  </a:lnTo>
                  <a:lnTo>
                    <a:pt x="72" y="217"/>
                  </a:lnTo>
                  <a:lnTo>
                    <a:pt x="120" y="217"/>
                  </a:lnTo>
                  <a:lnTo>
                    <a:pt x="169" y="193"/>
                  </a:lnTo>
                  <a:lnTo>
                    <a:pt x="217" y="145"/>
                  </a:lnTo>
                  <a:lnTo>
                    <a:pt x="241" y="97"/>
                  </a:lnTo>
                  <a:lnTo>
                    <a:pt x="241" y="73"/>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
            <p:cNvSpPr/>
            <p:nvPr/>
          </p:nvSpPr>
          <p:spPr>
            <a:xfrm>
              <a:off x="1889550" y="2042600"/>
              <a:ext cx="5425" cy="6050"/>
            </a:xfrm>
            <a:custGeom>
              <a:avLst/>
              <a:gdLst/>
              <a:ahLst/>
              <a:cxnLst/>
              <a:rect l="l" t="t" r="r" b="b"/>
              <a:pathLst>
                <a:path w="217" h="242" extrusionOk="0">
                  <a:moveTo>
                    <a:pt x="72" y="0"/>
                  </a:moveTo>
                  <a:lnTo>
                    <a:pt x="48" y="25"/>
                  </a:lnTo>
                  <a:lnTo>
                    <a:pt x="0" y="49"/>
                  </a:lnTo>
                  <a:lnTo>
                    <a:pt x="0" y="97"/>
                  </a:lnTo>
                  <a:lnTo>
                    <a:pt x="0" y="145"/>
                  </a:lnTo>
                  <a:lnTo>
                    <a:pt x="24" y="193"/>
                  </a:lnTo>
                  <a:lnTo>
                    <a:pt x="48" y="241"/>
                  </a:lnTo>
                  <a:lnTo>
                    <a:pt x="145" y="241"/>
                  </a:lnTo>
                  <a:lnTo>
                    <a:pt x="169" y="217"/>
                  </a:lnTo>
                  <a:lnTo>
                    <a:pt x="217" y="169"/>
                  </a:lnTo>
                  <a:lnTo>
                    <a:pt x="217" y="121"/>
                  </a:lnTo>
                  <a:lnTo>
                    <a:pt x="217" y="73"/>
                  </a:lnTo>
                  <a:lnTo>
                    <a:pt x="193" y="25"/>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
            <p:cNvSpPr/>
            <p:nvPr/>
          </p:nvSpPr>
          <p:spPr>
            <a:xfrm>
              <a:off x="1903375" y="1937875"/>
              <a:ext cx="6050" cy="6050"/>
            </a:xfrm>
            <a:custGeom>
              <a:avLst/>
              <a:gdLst/>
              <a:ahLst/>
              <a:cxnLst/>
              <a:rect l="l" t="t" r="r" b="b"/>
              <a:pathLst>
                <a:path w="242" h="242" extrusionOk="0">
                  <a:moveTo>
                    <a:pt x="97" y="1"/>
                  </a:moveTo>
                  <a:lnTo>
                    <a:pt x="49" y="25"/>
                  </a:lnTo>
                  <a:lnTo>
                    <a:pt x="25" y="49"/>
                  </a:lnTo>
                  <a:lnTo>
                    <a:pt x="1" y="121"/>
                  </a:lnTo>
                  <a:lnTo>
                    <a:pt x="25" y="169"/>
                  </a:lnTo>
                  <a:lnTo>
                    <a:pt x="49" y="217"/>
                  </a:lnTo>
                  <a:lnTo>
                    <a:pt x="97" y="241"/>
                  </a:lnTo>
                  <a:lnTo>
                    <a:pt x="169" y="241"/>
                  </a:lnTo>
                  <a:lnTo>
                    <a:pt x="193" y="217"/>
                  </a:lnTo>
                  <a:lnTo>
                    <a:pt x="217" y="193"/>
                  </a:lnTo>
                  <a:lnTo>
                    <a:pt x="242" y="145"/>
                  </a:lnTo>
                  <a:lnTo>
                    <a:pt x="242" y="97"/>
                  </a:lnTo>
                  <a:lnTo>
                    <a:pt x="217"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
            <p:cNvSpPr/>
            <p:nvPr/>
          </p:nvSpPr>
          <p:spPr>
            <a:xfrm>
              <a:off x="2095975" y="1907200"/>
              <a:ext cx="6025" cy="5425"/>
            </a:xfrm>
            <a:custGeom>
              <a:avLst/>
              <a:gdLst/>
              <a:ahLst/>
              <a:cxnLst/>
              <a:rect l="l" t="t" r="r" b="b"/>
              <a:pathLst>
                <a:path w="241" h="217" extrusionOk="0">
                  <a:moveTo>
                    <a:pt x="72" y="0"/>
                  </a:moveTo>
                  <a:lnTo>
                    <a:pt x="24" y="48"/>
                  </a:lnTo>
                  <a:lnTo>
                    <a:pt x="0" y="72"/>
                  </a:lnTo>
                  <a:lnTo>
                    <a:pt x="0" y="120"/>
                  </a:lnTo>
                  <a:lnTo>
                    <a:pt x="24" y="144"/>
                  </a:lnTo>
                  <a:lnTo>
                    <a:pt x="48" y="193"/>
                  </a:lnTo>
                  <a:lnTo>
                    <a:pt x="97" y="217"/>
                  </a:lnTo>
                  <a:lnTo>
                    <a:pt x="193" y="217"/>
                  </a:lnTo>
                  <a:lnTo>
                    <a:pt x="217" y="193"/>
                  </a:lnTo>
                  <a:lnTo>
                    <a:pt x="241" y="144"/>
                  </a:lnTo>
                  <a:lnTo>
                    <a:pt x="241" y="96"/>
                  </a:lnTo>
                  <a:lnTo>
                    <a:pt x="241"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
            <p:cNvSpPr/>
            <p:nvPr/>
          </p:nvSpPr>
          <p:spPr>
            <a:xfrm>
              <a:off x="2312625" y="1857225"/>
              <a:ext cx="6650" cy="6650"/>
            </a:xfrm>
            <a:custGeom>
              <a:avLst/>
              <a:gdLst/>
              <a:ahLst/>
              <a:cxnLst/>
              <a:rect l="l" t="t" r="r" b="b"/>
              <a:pathLst>
                <a:path w="266" h="266" extrusionOk="0">
                  <a:moveTo>
                    <a:pt x="49" y="1"/>
                  </a:moveTo>
                  <a:lnTo>
                    <a:pt x="25" y="49"/>
                  </a:lnTo>
                  <a:lnTo>
                    <a:pt x="1" y="97"/>
                  </a:lnTo>
                  <a:lnTo>
                    <a:pt x="1" y="145"/>
                  </a:lnTo>
                  <a:lnTo>
                    <a:pt x="145" y="266"/>
                  </a:lnTo>
                  <a:lnTo>
                    <a:pt x="241" y="266"/>
                  </a:lnTo>
                  <a:lnTo>
                    <a:pt x="265" y="242"/>
                  </a:lnTo>
                  <a:lnTo>
                    <a:pt x="265" y="194"/>
                  </a:lnTo>
                  <a:lnTo>
                    <a:pt x="217" y="97"/>
                  </a:lnTo>
                  <a:lnTo>
                    <a:pt x="169" y="49"/>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
            <p:cNvSpPr/>
            <p:nvPr/>
          </p:nvSpPr>
          <p:spPr>
            <a:xfrm>
              <a:off x="1837775" y="2042600"/>
              <a:ext cx="6650" cy="4850"/>
            </a:xfrm>
            <a:custGeom>
              <a:avLst/>
              <a:gdLst/>
              <a:ahLst/>
              <a:cxnLst/>
              <a:rect l="l" t="t" r="r" b="b"/>
              <a:pathLst>
                <a:path w="266" h="194" extrusionOk="0">
                  <a:moveTo>
                    <a:pt x="97" y="0"/>
                  </a:moveTo>
                  <a:lnTo>
                    <a:pt x="49" y="25"/>
                  </a:lnTo>
                  <a:lnTo>
                    <a:pt x="1" y="49"/>
                  </a:lnTo>
                  <a:lnTo>
                    <a:pt x="1" y="121"/>
                  </a:lnTo>
                  <a:lnTo>
                    <a:pt x="49" y="169"/>
                  </a:lnTo>
                  <a:lnTo>
                    <a:pt x="97" y="193"/>
                  </a:lnTo>
                  <a:lnTo>
                    <a:pt x="169" y="193"/>
                  </a:lnTo>
                  <a:lnTo>
                    <a:pt x="217" y="169"/>
                  </a:lnTo>
                  <a:lnTo>
                    <a:pt x="266" y="121"/>
                  </a:lnTo>
                  <a:lnTo>
                    <a:pt x="266" y="97"/>
                  </a:lnTo>
                  <a:lnTo>
                    <a:pt x="266" y="73"/>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
            <p:cNvSpPr/>
            <p:nvPr/>
          </p:nvSpPr>
          <p:spPr>
            <a:xfrm>
              <a:off x="1893750" y="1946300"/>
              <a:ext cx="4850" cy="6650"/>
            </a:xfrm>
            <a:custGeom>
              <a:avLst/>
              <a:gdLst/>
              <a:ahLst/>
              <a:cxnLst/>
              <a:rect l="l" t="t" r="r" b="b"/>
              <a:pathLst>
                <a:path w="194" h="266" extrusionOk="0">
                  <a:moveTo>
                    <a:pt x="49" y="1"/>
                  </a:moveTo>
                  <a:lnTo>
                    <a:pt x="25" y="25"/>
                  </a:lnTo>
                  <a:lnTo>
                    <a:pt x="1" y="73"/>
                  </a:lnTo>
                  <a:lnTo>
                    <a:pt x="25" y="169"/>
                  </a:lnTo>
                  <a:lnTo>
                    <a:pt x="49" y="217"/>
                  </a:lnTo>
                  <a:lnTo>
                    <a:pt x="121" y="266"/>
                  </a:lnTo>
                  <a:lnTo>
                    <a:pt x="145" y="266"/>
                  </a:lnTo>
                  <a:lnTo>
                    <a:pt x="169" y="242"/>
                  </a:lnTo>
                  <a:lnTo>
                    <a:pt x="193" y="169"/>
                  </a:lnTo>
                  <a:lnTo>
                    <a:pt x="169" y="121"/>
                  </a:lnTo>
                  <a:lnTo>
                    <a:pt x="145"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
            <p:cNvSpPr/>
            <p:nvPr/>
          </p:nvSpPr>
          <p:spPr>
            <a:xfrm>
              <a:off x="2256650" y="1846400"/>
              <a:ext cx="5450" cy="6050"/>
            </a:xfrm>
            <a:custGeom>
              <a:avLst/>
              <a:gdLst/>
              <a:ahLst/>
              <a:cxnLst/>
              <a:rect l="l" t="t" r="r" b="b"/>
              <a:pathLst>
                <a:path w="218" h="242" extrusionOk="0">
                  <a:moveTo>
                    <a:pt x="145" y="1"/>
                  </a:moveTo>
                  <a:lnTo>
                    <a:pt x="97" y="25"/>
                  </a:lnTo>
                  <a:lnTo>
                    <a:pt x="49" y="49"/>
                  </a:lnTo>
                  <a:lnTo>
                    <a:pt x="1" y="97"/>
                  </a:lnTo>
                  <a:lnTo>
                    <a:pt x="1" y="121"/>
                  </a:lnTo>
                  <a:lnTo>
                    <a:pt x="1" y="169"/>
                  </a:lnTo>
                  <a:lnTo>
                    <a:pt x="1" y="217"/>
                  </a:lnTo>
                  <a:lnTo>
                    <a:pt x="25" y="241"/>
                  </a:lnTo>
                  <a:lnTo>
                    <a:pt x="169" y="241"/>
                  </a:lnTo>
                  <a:lnTo>
                    <a:pt x="193" y="217"/>
                  </a:lnTo>
                  <a:lnTo>
                    <a:pt x="217" y="169"/>
                  </a:lnTo>
                  <a:lnTo>
                    <a:pt x="217" y="97"/>
                  </a:lnTo>
                  <a:lnTo>
                    <a:pt x="217" y="73"/>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
            <p:cNvSpPr/>
            <p:nvPr/>
          </p:nvSpPr>
          <p:spPr>
            <a:xfrm>
              <a:off x="2406525" y="2419350"/>
              <a:ext cx="4825" cy="6025"/>
            </a:xfrm>
            <a:custGeom>
              <a:avLst/>
              <a:gdLst/>
              <a:ahLst/>
              <a:cxnLst/>
              <a:rect l="l" t="t" r="r" b="b"/>
              <a:pathLst>
                <a:path w="193" h="241" extrusionOk="0">
                  <a:moveTo>
                    <a:pt x="96" y="0"/>
                  </a:moveTo>
                  <a:lnTo>
                    <a:pt x="48" y="24"/>
                  </a:lnTo>
                  <a:lnTo>
                    <a:pt x="0" y="72"/>
                  </a:lnTo>
                  <a:lnTo>
                    <a:pt x="0" y="145"/>
                  </a:lnTo>
                  <a:lnTo>
                    <a:pt x="0" y="193"/>
                  </a:lnTo>
                  <a:lnTo>
                    <a:pt x="24" y="217"/>
                  </a:lnTo>
                  <a:lnTo>
                    <a:pt x="72" y="241"/>
                  </a:lnTo>
                  <a:lnTo>
                    <a:pt x="120" y="217"/>
                  </a:lnTo>
                  <a:lnTo>
                    <a:pt x="169" y="169"/>
                  </a:lnTo>
                  <a:lnTo>
                    <a:pt x="193" y="121"/>
                  </a:lnTo>
                  <a:lnTo>
                    <a:pt x="193" y="72"/>
                  </a:lnTo>
                  <a:lnTo>
                    <a:pt x="169"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
            <p:cNvSpPr/>
            <p:nvPr/>
          </p:nvSpPr>
          <p:spPr>
            <a:xfrm>
              <a:off x="1805275" y="1993250"/>
              <a:ext cx="6650" cy="6050"/>
            </a:xfrm>
            <a:custGeom>
              <a:avLst/>
              <a:gdLst/>
              <a:ahLst/>
              <a:cxnLst/>
              <a:rect l="l" t="t" r="r" b="b"/>
              <a:pathLst>
                <a:path w="266" h="242" extrusionOk="0">
                  <a:moveTo>
                    <a:pt x="97" y="0"/>
                  </a:moveTo>
                  <a:lnTo>
                    <a:pt x="49" y="49"/>
                  </a:lnTo>
                  <a:lnTo>
                    <a:pt x="25" y="97"/>
                  </a:lnTo>
                  <a:lnTo>
                    <a:pt x="1" y="169"/>
                  </a:lnTo>
                  <a:lnTo>
                    <a:pt x="25" y="217"/>
                  </a:lnTo>
                  <a:lnTo>
                    <a:pt x="73" y="241"/>
                  </a:lnTo>
                  <a:lnTo>
                    <a:pt x="169" y="217"/>
                  </a:lnTo>
                  <a:lnTo>
                    <a:pt x="266" y="169"/>
                  </a:lnTo>
                  <a:lnTo>
                    <a:pt x="145" y="25"/>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
            <p:cNvSpPr/>
            <p:nvPr/>
          </p:nvSpPr>
          <p:spPr>
            <a:xfrm>
              <a:off x="2023750" y="1842800"/>
              <a:ext cx="6650" cy="5425"/>
            </a:xfrm>
            <a:custGeom>
              <a:avLst/>
              <a:gdLst/>
              <a:ahLst/>
              <a:cxnLst/>
              <a:rect l="l" t="t" r="r" b="b"/>
              <a:pathLst>
                <a:path w="266" h="217" extrusionOk="0">
                  <a:moveTo>
                    <a:pt x="97" y="0"/>
                  </a:moveTo>
                  <a:lnTo>
                    <a:pt x="49" y="24"/>
                  </a:lnTo>
                  <a:lnTo>
                    <a:pt x="25" y="72"/>
                  </a:lnTo>
                  <a:lnTo>
                    <a:pt x="0" y="145"/>
                  </a:lnTo>
                  <a:lnTo>
                    <a:pt x="49" y="193"/>
                  </a:lnTo>
                  <a:lnTo>
                    <a:pt x="97" y="217"/>
                  </a:lnTo>
                  <a:lnTo>
                    <a:pt x="193" y="217"/>
                  </a:lnTo>
                  <a:lnTo>
                    <a:pt x="241" y="193"/>
                  </a:lnTo>
                  <a:lnTo>
                    <a:pt x="265" y="145"/>
                  </a:lnTo>
                  <a:lnTo>
                    <a:pt x="265" y="97"/>
                  </a:lnTo>
                  <a:lnTo>
                    <a:pt x="241" y="72"/>
                  </a:lnTo>
                  <a:lnTo>
                    <a:pt x="193"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
            <p:cNvSpPr/>
            <p:nvPr/>
          </p:nvSpPr>
          <p:spPr>
            <a:xfrm>
              <a:off x="2292175" y="2349525"/>
              <a:ext cx="6025" cy="6050"/>
            </a:xfrm>
            <a:custGeom>
              <a:avLst/>
              <a:gdLst/>
              <a:ahLst/>
              <a:cxnLst/>
              <a:rect l="l" t="t" r="r" b="b"/>
              <a:pathLst>
                <a:path w="241" h="242" extrusionOk="0">
                  <a:moveTo>
                    <a:pt x="169" y="1"/>
                  </a:moveTo>
                  <a:lnTo>
                    <a:pt x="96" y="49"/>
                  </a:lnTo>
                  <a:lnTo>
                    <a:pt x="0" y="121"/>
                  </a:lnTo>
                  <a:lnTo>
                    <a:pt x="0" y="193"/>
                  </a:lnTo>
                  <a:lnTo>
                    <a:pt x="24" y="242"/>
                  </a:lnTo>
                  <a:lnTo>
                    <a:pt x="96" y="242"/>
                  </a:lnTo>
                  <a:lnTo>
                    <a:pt x="193" y="169"/>
                  </a:lnTo>
                  <a:lnTo>
                    <a:pt x="241" y="97"/>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
            <p:cNvSpPr/>
            <p:nvPr/>
          </p:nvSpPr>
          <p:spPr>
            <a:xfrm>
              <a:off x="1922050" y="1945100"/>
              <a:ext cx="4825" cy="6050"/>
            </a:xfrm>
            <a:custGeom>
              <a:avLst/>
              <a:gdLst/>
              <a:ahLst/>
              <a:cxnLst/>
              <a:rect l="l" t="t" r="r" b="b"/>
              <a:pathLst>
                <a:path w="193" h="242" extrusionOk="0">
                  <a:moveTo>
                    <a:pt x="96" y="1"/>
                  </a:moveTo>
                  <a:lnTo>
                    <a:pt x="48" y="25"/>
                  </a:lnTo>
                  <a:lnTo>
                    <a:pt x="0" y="73"/>
                  </a:lnTo>
                  <a:lnTo>
                    <a:pt x="0" y="145"/>
                  </a:lnTo>
                  <a:lnTo>
                    <a:pt x="24" y="193"/>
                  </a:lnTo>
                  <a:lnTo>
                    <a:pt x="48" y="217"/>
                  </a:lnTo>
                  <a:lnTo>
                    <a:pt x="72" y="241"/>
                  </a:lnTo>
                  <a:lnTo>
                    <a:pt x="145" y="217"/>
                  </a:lnTo>
                  <a:lnTo>
                    <a:pt x="193"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
            <p:cNvSpPr/>
            <p:nvPr/>
          </p:nvSpPr>
          <p:spPr>
            <a:xfrm>
              <a:off x="2171800" y="2514425"/>
              <a:ext cx="4850" cy="6650"/>
            </a:xfrm>
            <a:custGeom>
              <a:avLst/>
              <a:gdLst/>
              <a:ahLst/>
              <a:cxnLst/>
              <a:rect l="l" t="t" r="r" b="b"/>
              <a:pathLst>
                <a:path w="194" h="266" extrusionOk="0">
                  <a:moveTo>
                    <a:pt x="97" y="1"/>
                  </a:moveTo>
                  <a:lnTo>
                    <a:pt x="49" y="25"/>
                  </a:lnTo>
                  <a:lnTo>
                    <a:pt x="25" y="73"/>
                  </a:lnTo>
                  <a:lnTo>
                    <a:pt x="0" y="145"/>
                  </a:lnTo>
                  <a:lnTo>
                    <a:pt x="0" y="217"/>
                  </a:lnTo>
                  <a:lnTo>
                    <a:pt x="25" y="266"/>
                  </a:lnTo>
                  <a:lnTo>
                    <a:pt x="97" y="266"/>
                  </a:lnTo>
                  <a:lnTo>
                    <a:pt x="121" y="193"/>
                  </a:lnTo>
                  <a:lnTo>
                    <a:pt x="169"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
            <p:cNvSpPr/>
            <p:nvPr/>
          </p:nvSpPr>
          <p:spPr>
            <a:xfrm>
              <a:off x="1826350" y="1983025"/>
              <a:ext cx="7250" cy="3625"/>
            </a:xfrm>
            <a:custGeom>
              <a:avLst/>
              <a:gdLst/>
              <a:ahLst/>
              <a:cxnLst/>
              <a:rect l="l" t="t" r="r" b="b"/>
              <a:pathLst>
                <a:path w="290" h="145" extrusionOk="0">
                  <a:moveTo>
                    <a:pt x="73" y="0"/>
                  </a:moveTo>
                  <a:lnTo>
                    <a:pt x="25" y="48"/>
                  </a:lnTo>
                  <a:lnTo>
                    <a:pt x="0" y="97"/>
                  </a:lnTo>
                  <a:lnTo>
                    <a:pt x="25" y="121"/>
                  </a:lnTo>
                  <a:lnTo>
                    <a:pt x="73" y="145"/>
                  </a:lnTo>
                  <a:lnTo>
                    <a:pt x="241" y="145"/>
                  </a:lnTo>
                  <a:lnTo>
                    <a:pt x="289" y="121"/>
                  </a:lnTo>
                  <a:lnTo>
                    <a:pt x="289" y="48"/>
                  </a:lnTo>
                  <a:lnTo>
                    <a:pt x="265"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
            <p:cNvSpPr/>
            <p:nvPr/>
          </p:nvSpPr>
          <p:spPr>
            <a:xfrm>
              <a:off x="2026750" y="1948725"/>
              <a:ext cx="6650" cy="6025"/>
            </a:xfrm>
            <a:custGeom>
              <a:avLst/>
              <a:gdLst/>
              <a:ahLst/>
              <a:cxnLst/>
              <a:rect l="l" t="t" r="r" b="b"/>
              <a:pathLst>
                <a:path w="266" h="241" extrusionOk="0">
                  <a:moveTo>
                    <a:pt x="217" y="0"/>
                  </a:moveTo>
                  <a:lnTo>
                    <a:pt x="145" y="24"/>
                  </a:lnTo>
                  <a:lnTo>
                    <a:pt x="97" y="48"/>
                  </a:lnTo>
                  <a:lnTo>
                    <a:pt x="49" y="96"/>
                  </a:lnTo>
                  <a:lnTo>
                    <a:pt x="25" y="145"/>
                  </a:lnTo>
                  <a:lnTo>
                    <a:pt x="1" y="193"/>
                  </a:lnTo>
                  <a:lnTo>
                    <a:pt x="25" y="217"/>
                  </a:lnTo>
                  <a:lnTo>
                    <a:pt x="49" y="241"/>
                  </a:lnTo>
                  <a:lnTo>
                    <a:pt x="73" y="241"/>
                  </a:lnTo>
                  <a:lnTo>
                    <a:pt x="121" y="217"/>
                  </a:lnTo>
                  <a:lnTo>
                    <a:pt x="193" y="169"/>
                  </a:lnTo>
                  <a:lnTo>
                    <a:pt x="242" y="145"/>
                  </a:lnTo>
                  <a:lnTo>
                    <a:pt x="266" y="120"/>
                  </a:lnTo>
                  <a:lnTo>
                    <a:pt x="266" y="48"/>
                  </a:lnTo>
                  <a:lnTo>
                    <a:pt x="242"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
            <p:cNvSpPr/>
            <p:nvPr/>
          </p:nvSpPr>
          <p:spPr>
            <a:xfrm>
              <a:off x="2239200" y="2050425"/>
              <a:ext cx="7250" cy="4850"/>
            </a:xfrm>
            <a:custGeom>
              <a:avLst/>
              <a:gdLst/>
              <a:ahLst/>
              <a:cxnLst/>
              <a:rect l="l" t="t" r="r" b="b"/>
              <a:pathLst>
                <a:path w="290" h="194" extrusionOk="0">
                  <a:moveTo>
                    <a:pt x="97" y="0"/>
                  </a:moveTo>
                  <a:lnTo>
                    <a:pt x="49" y="25"/>
                  </a:lnTo>
                  <a:lnTo>
                    <a:pt x="25" y="49"/>
                  </a:lnTo>
                  <a:lnTo>
                    <a:pt x="1" y="97"/>
                  </a:lnTo>
                  <a:lnTo>
                    <a:pt x="25" y="121"/>
                  </a:lnTo>
                  <a:lnTo>
                    <a:pt x="73" y="169"/>
                  </a:lnTo>
                  <a:lnTo>
                    <a:pt x="145" y="193"/>
                  </a:lnTo>
                  <a:lnTo>
                    <a:pt x="193" y="193"/>
                  </a:lnTo>
                  <a:lnTo>
                    <a:pt x="266" y="169"/>
                  </a:lnTo>
                  <a:lnTo>
                    <a:pt x="290" y="145"/>
                  </a:lnTo>
                  <a:lnTo>
                    <a:pt x="290" y="97"/>
                  </a:lnTo>
                  <a:lnTo>
                    <a:pt x="217"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
            <p:cNvSpPr/>
            <p:nvPr/>
          </p:nvSpPr>
          <p:spPr>
            <a:xfrm>
              <a:off x="2292175" y="2333875"/>
              <a:ext cx="4225" cy="6650"/>
            </a:xfrm>
            <a:custGeom>
              <a:avLst/>
              <a:gdLst/>
              <a:ahLst/>
              <a:cxnLst/>
              <a:rect l="l" t="t" r="r" b="b"/>
              <a:pathLst>
                <a:path w="169" h="266" extrusionOk="0">
                  <a:moveTo>
                    <a:pt x="96" y="1"/>
                  </a:moveTo>
                  <a:lnTo>
                    <a:pt x="48" y="25"/>
                  </a:lnTo>
                  <a:lnTo>
                    <a:pt x="24" y="49"/>
                  </a:lnTo>
                  <a:lnTo>
                    <a:pt x="0" y="121"/>
                  </a:lnTo>
                  <a:lnTo>
                    <a:pt x="0" y="193"/>
                  </a:lnTo>
                  <a:lnTo>
                    <a:pt x="24" y="242"/>
                  </a:lnTo>
                  <a:lnTo>
                    <a:pt x="48" y="266"/>
                  </a:lnTo>
                  <a:lnTo>
                    <a:pt x="96" y="242"/>
                  </a:lnTo>
                  <a:lnTo>
                    <a:pt x="145" y="218"/>
                  </a:lnTo>
                  <a:lnTo>
                    <a:pt x="169" y="169"/>
                  </a:lnTo>
                  <a:lnTo>
                    <a:pt x="169" y="97"/>
                  </a:lnTo>
                  <a:lnTo>
                    <a:pt x="145" y="49"/>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
            <p:cNvSpPr/>
            <p:nvPr/>
          </p:nvSpPr>
          <p:spPr>
            <a:xfrm>
              <a:off x="2404100" y="1974600"/>
              <a:ext cx="4250" cy="7250"/>
            </a:xfrm>
            <a:custGeom>
              <a:avLst/>
              <a:gdLst/>
              <a:ahLst/>
              <a:cxnLst/>
              <a:rect l="l" t="t" r="r" b="b"/>
              <a:pathLst>
                <a:path w="170" h="290" extrusionOk="0">
                  <a:moveTo>
                    <a:pt x="97" y="0"/>
                  </a:moveTo>
                  <a:lnTo>
                    <a:pt x="49" y="24"/>
                  </a:lnTo>
                  <a:lnTo>
                    <a:pt x="1" y="97"/>
                  </a:lnTo>
                  <a:lnTo>
                    <a:pt x="1" y="193"/>
                  </a:lnTo>
                  <a:lnTo>
                    <a:pt x="25" y="241"/>
                  </a:lnTo>
                  <a:lnTo>
                    <a:pt x="73" y="289"/>
                  </a:lnTo>
                  <a:lnTo>
                    <a:pt x="97" y="265"/>
                  </a:lnTo>
                  <a:lnTo>
                    <a:pt x="121" y="241"/>
                  </a:lnTo>
                  <a:lnTo>
                    <a:pt x="169" y="169"/>
                  </a:lnTo>
                  <a:lnTo>
                    <a:pt x="169" y="121"/>
                  </a:lnTo>
                  <a:lnTo>
                    <a:pt x="169"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
            <p:cNvSpPr/>
            <p:nvPr/>
          </p:nvSpPr>
          <p:spPr>
            <a:xfrm>
              <a:off x="2280725" y="2492775"/>
              <a:ext cx="6050" cy="4225"/>
            </a:xfrm>
            <a:custGeom>
              <a:avLst/>
              <a:gdLst/>
              <a:ahLst/>
              <a:cxnLst/>
              <a:rect l="l" t="t" r="r" b="b"/>
              <a:pathLst>
                <a:path w="242" h="169" extrusionOk="0">
                  <a:moveTo>
                    <a:pt x="97" y="0"/>
                  </a:moveTo>
                  <a:lnTo>
                    <a:pt x="49" y="24"/>
                  </a:lnTo>
                  <a:lnTo>
                    <a:pt x="25" y="48"/>
                  </a:lnTo>
                  <a:lnTo>
                    <a:pt x="1" y="96"/>
                  </a:lnTo>
                  <a:lnTo>
                    <a:pt x="1" y="121"/>
                  </a:lnTo>
                  <a:lnTo>
                    <a:pt x="25" y="145"/>
                  </a:lnTo>
                  <a:lnTo>
                    <a:pt x="73" y="169"/>
                  </a:lnTo>
                  <a:lnTo>
                    <a:pt x="121" y="169"/>
                  </a:lnTo>
                  <a:lnTo>
                    <a:pt x="193" y="145"/>
                  </a:lnTo>
                  <a:lnTo>
                    <a:pt x="217" y="121"/>
                  </a:lnTo>
                  <a:lnTo>
                    <a:pt x="241" y="72"/>
                  </a:lnTo>
                  <a:lnTo>
                    <a:pt x="217"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
            <p:cNvSpPr/>
            <p:nvPr/>
          </p:nvSpPr>
          <p:spPr>
            <a:xfrm>
              <a:off x="2036400" y="1923450"/>
              <a:ext cx="3625" cy="6625"/>
            </a:xfrm>
            <a:custGeom>
              <a:avLst/>
              <a:gdLst/>
              <a:ahLst/>
              <a:cxnLst/>
              <a:rect l="l" t="t" r="r" b="b"/>
              <a:pathLst>
                <a:path w="145" h="265" extrusionOk="0">
                  <a:moveTo>
                    <a:pt x="48" y="0"/>
                  </a:moveTo>
                  <a:lnTo>
                    <a:pt x="24" y="120"/>
                  </a:lnTo>
                  <a:lnTo>
                    <a:pt x="0" y="241"/>
                  </a:lnTo>
                  <a:lnTo>
                    <a:pt x="24" y="265"/>
                  </a:lnTo>
                  <a:lnTo>
                    <a:pt x="48" y="265"/>
                  </a:lnTo>
                  <a:lnTo>
                    <a:pt x="96" y="241"/>
                  </a:lnTo>
                  <a:lnTo>
                    <a:pt x="144" y="169"/>
                  </a:lnTo>
                  <a:lnTo>
                    <a:pt x="120" y="72"/>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
            <p:cNvSpPr/>
            <p:nvPr/>
          </p:nvSpPr>
          <p:spPr>
            <a:xfrm>
              <a:off x="1929875" y="1918625"/>
              <a:ext cx="6025" cy="4225"/>
            </a:xfrm>
            <a:custGeom>
              <a:avLst/>
              <a:gdLst/>
              <a:ahLst/>
              <a:cxnLst/>
              <a:rect l="l" t="t" r="r" b="b"/>
              <a:pathLst>
                <a:path w="241" h="169" extrusionOk="0">
                  <a:moveTo>
                    <a:pt x="72" y="0"/>
                  </a:moveTo>
                  <a:lnTo>
                    <a:pt x="24" y="24"/>
                  </a:lnTo>
                  <a:lnTo>
                    <a:pt x="0" y="49"/>
                  </a:lnTo>
                  <a:lnTo>
                    <a:pt x="24" y="73"/>
                  </a:lnTo>
                  <a:lnTo>
                    <a:pt x="48" y="121"/>
                  </a:lnTo>
                  <a:lnTo>
                    <a:pt x="96" y="145"/>
                  </a:lnTo>
                  <a:lnTo>
                    <a:pt x="144" y="169"/>
                  </a:lnTo>
                  <a:lnTo>
                    <a:pt x="193" y="145"/>
                  </a:lnTo>
                  <a:lnTo>
                    <a:pt x="241" y="121"/>
                  </a:lnTo>
                  <a:lnTo>
                    <a:pt x="241" y="97"/>
                  </a:lnTo>
                  <a:lnTo>
                    <a:pt x="241" y="73"/>
                  </a:lnTo>
                  <a:lnTo>
                    <a:pt x="193" y="24"/>
                  </a:lnTo>
                  <a:lnTo>
                    <a:pt x="14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
            <p:cNvSpPr/>
            <p:nvPr/>
          </p:nvSpPr>
          <p:spPr>
            <a:xfrm>
              <a:off x="2047225" y="1924650"/>
              <a:ext cx="6050" cy="4825"/>
            </a:xfrm>
            <a:custGeom>
              <a:avLst/>
              <a:gdLst/>
              <a:ahLst/>
              <a:cxnLst/>
              <a:rect l="l" t="t" r="r" b="b"/>
              <a:pathLst>
                <a:path w="242" h="193" extrusionOk="0">
                  <a:moveTo>
                    <a:pt x="193" y="0"/>
                  </a:moveTo>
                  <a:lnTo>
                    <a:pt x="169" y="24"/>
                  </a:lnTo>
                  <a:lnTo>
                    <a:pt x="73" y="24"/>
                  </a:lnTo>
                  <a:lnTo>
                    <a:pt x="24" y="72"/>
                  </a:lnTo>
                  <a:lnTo>
                    <a:pt x="0" y="121"/>
                  </a:lnTo>
                  <a:lnTo>
                    <a:pt x="24" y="145"/>
                  </a:lnTo>
                  <a:lnTo>
                    <a:pt x="48" y="169"/>
                  </a:lnTo>
                  <a:lnTo>
                    <a:pt x="97" y="193"/>
                  </a:lnTo>
                  <a:lnTo>
                    <a:pt x="145" y="169"/>
                  </a:lnTo>
                  <a:lnTo>
                    <a:pt x="217" y="96"/>
                  </a:lnTo>
                  <a:lnTo>
                    <a:pt x="241" y="72"/>
                  </a:lnTo>
                  <a:lnTo>
                    <a:pt x="241"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
            <p:cNvSpPr/>
            <p:nvPr/>
          </p:nvSpPr>
          <p:spPr>
            <a:xfrm>
              <a:off x="2114625" y="1818725"/>
              <a:ext cx="4850" cy="5425"/>
            </a:xfrm>
            <a:custGeom>
              <a:avLst/>
              <a:gdLst/>
              <a:ahLst/>
              <a:cxnLst/>
              <a:rect l="l" t="t" r="r" b="b"/>
              <a:pathLst>
                <a:path w="194" h="217" extrusionOk="0">
                  <a:moveTo>
                    <a:pt x="97" y="0"/>
                  </a:moveTo>
                  <a:lnTo>
                    <a:pt x="49" y="24"/>
                  </a:lnTo>
                  <a:lnTo>
                    <a:pt x="25" y="73"/>
                  </a:lnTo>
                  <a:lnTo>
                    <a:pt x="1" y="121"/>
                  </a:lnTo>
                  <a:lnTo>
                    <a:pt x="1" y="145"/>
                  </a:lnTo>
                  <a:lnTo>
                    <a:pt x="25" y="193"/>
                  </a:lnTo>
                  <a:lnTo>
                    <a:pt x="49" y="217"/>
                  </a:lnTo>
                  <a:lnTo>
                    <a:pt x="121" y="217"/>
                  </a:lnTo>
                  <a:lnTo>
                    <a:pt x="169" y="145"/>
                  </a:lnTo>
                  <a:lnTo>
                    <a:pt x="193" y="48"/>
                  </a:lnTo>
                  <a:lnTo>
                    <a:pt x="169"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
            <p:cNvSpPr/>
            <p:nvPr/>
          </p:nvSpPr>
          <p:spPr>
            <a:xfrm>
              <a:off x="2024350" y="1921625"/>
              <a:ext cx="4250" cy="4250"/>
            </a:xfrm>
            <a:custGeom>
              <a:avLst/>
              <a:gdLst/>
              <a:ahLst/>
              <a:cxnLst/>
              <a:rect l="l" t="t" r="r" b="b"/>
              <a:pathLst>
                <a:path w="170" h="170" extrusionOk="0">
                  <a:moveTo>
                    <a:pt x="73" y="1"/>
                  </a:moveTo>
                  <a:lnTo>
                    <a:pt x="25" y="25"/>
                  </a:lnTo>
                  <a:lnTo>
                    <a:pt x="1" y="73"/>
                  </a:lnTo>
                  <a:lnTo>
                    <a:pt x="25" y="121"/>
                  </a:lnTo>
                  <a:lnTo>
                    <a:pt x="25" y="145"/>
                  </a:lnTo>
                  <a:lnTo>
                    <a:pt x="49" y="169"/>
                  </a:lnTo>
                  <a:lnTo>
                    <a:pt x="121" y="169"/>
                  </a:lnTo>
                  <a:lnTo>
                    <a:pt x="145" y="145"/>
                  </a:lnTo>
                  <a:lnTo>
                    <a:pt x="169" y="97"/>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
            <p:cNvSpPr/>
            <p:nvPr/>
          </p:nvSpPr>
          <p:spPr>
            <a:xfrm>
              <a:off x="1956950" y="1960750"/>
              <a:ext cx="4825" cy="4250"/>
            </a:xfrm>
            <a:custGeom>
              <a:avLst/>
              <a:gdLst/>
              <a:ahLst/>
              <a:cxnLst/>
              <a:rect l="l" t="t" r="r" b="b"/>
              <a:pathLst>
                <a:path w="193" h="170" extrusionOk="0">
                  <a:moveTo>
                    <a:pt x="48" y="1"/>
                  </a:moveTo>
                  <a:lnTo>
                    <a:pt x="0" y="49"/>
                  </a:lnTo>
                  <a:lnTo>
                    <a:pt x="0" y="121"/>
                  </a:lnTo>
                  <a:lnTo>
                    <a:pt x="24" y="169"/>
                  </a:lnTo>
                  <a:lnTo>
                    <a:pt x="121" y="169"/>
                  </a:lnTo>
                  <a:lnTo>
                    <a:pt x="169" y="145"/>
                  </a:lnTo>
                  <a:lnTo>
                    <a:pt x="193" y="121"/>
                  </a:lnTo>
                  <a:lnTo>
                    <a:pt x="169" y="97"/>
                  </a:lnTo>
                  <a:lnTo>
                    <a:pt x="169"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
            <p:cNvSpPr/>
            <p:nvPr/>
          </p:nvSpPr>
          <p:spPr>
            <a:xfrm>
              <a:off x="1946725" y="2012500"/>
              <a:ext cx="4225" cy="4850"/>
            </a:xfrm>
            <a:custGeom>
              <a:avLst/>
              <a:gdLst/>
              <a:ahLst/>
              <a:cxnLst/>
              <a:rect l="l" t="t" r="r" b="b"/>
              <a:pathLst>
                <a:path w="169" h="194" extrusionOk="0">
                  <a:moveTo>
                    <a:pt x="72" y="1"/>
                  </a:moveTo>
                  <a:lnTo>
                    <a:pt x="24" y="49"/>
                  </a:lnTo>
                  <a:lnTo>
                    <a:pt x="0" y="73"/>
                  </a:lnTo>
                  <a:lnTo>
                    <a:pt x="0" y="121"/>
                  </a:lnTo>
                  <a:lnTo>
                    <a:pt x="0" y="169"/>
                  </a:lnTo>
                  <a:lnTo>
                    <a:pt x="24" y="193"/>
                  </a:lnTo>
                  <a:lnTo>
                    <a:pt x="96" y="193"/>
                  </a:lnTo>
                  <a:lnTo>
                    <a:pt x="120" y="145"/>
                  </a:lnTo>
                  <a:lnTo>
                    <a:pt x="145" y="121"/>
                  </a:lnTo>
                  <a:lnTo>
                    <a:pt x="169" y="73"/>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
            <p:cNvSpPr/>
            <p:nvPr/>
          </p:nvSpPr>
          <p:spPr>
            <a:xfrm>
              <a:off x="2101375" y="1898775"/>
              <a:ext cx="6050" cy="3625"/>
            </a:xfrm>
            <a:custGeom>
              <a:avLst/>
              <a:gdLst/>
              <a:ahLst/>
              <a:cxnLst/>
              <a:rect l="l" t="t" r="r" b="b"/>
              <a:pathLst>
                <a:path w="242" h="145" extrusionOk="0">
                  <a:moveTo>
                    <a:pt x="49" y="0"/>
                  </a:moveTo>
                  <a:lnTo>
                    <a:pt x="1" y="48"/>
                  </a:lnTo>
                  <a:lnTo>
                    <a:pt x="25" y="96"/>
                  </a:lnTo>
                  <a:lnTo>
                    <a:pt x="73" y="120"/>
                  </a:lnTo>
                  <a:lnTo>
                    <a:pt x="121" y="144"/>
                  </a:lnTo>
                  <a:lnTo>
                    <a:pt x="194" y="120"/>
                  </a:lnTo>
                  <a:lnTo>
                    <a:pt x="242" y="96"/>
                  </a:lnTo>
                  <a:lnTo>
                    <a:pt x="242" y="72"/>
                  </a:lnTo>
                  <a:lnTo>
                    <a:pt x="218"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
            <p:cNvSpPr/>
            <p:nvPr/>
          </p:nvSpPr>
          <p:spPr>
            <a:xfrm>
              <a:off x="2298175" y="2103975"/>
              <a:ext cx="4850" cy="4850"/>
            </a:xfrm>
            <a:custGeom>
              <a:avLst/>
              <a:gdLst/>
              <a:ahLst/>
              <a:cxnLst/>
              <a:rect l="l" t="t" r="r" b="b"/>
              <a:pathLst>
                <a:path w="194" h="194" extrusionOk="0">
                  <a:moveTo>
                    <a:pt x="97" y="1"/>
                  </a:moveTo>
                  <a:lnTo>
                    <a:pt x="25" y="25"/>
                  </a:lnTo>
                  <a:lnTo>
                    <a:pt x="1" y="73"/>
                  </a:lnTo>
                  <a:lnTo>
                    <a:pt x="1" y="97"/>
                  </a:lnTo>
                  <a:lnTo>
                    <a:pt x="25" y="145"/>
                  </a:lnTo>
                  <a:lnTo>
                    <a:pt x="49" y="169"/>
                  </a:lnTo>
                  <a:lnTo>
                    <a:pt x="73" y="194"/>
                  </a:lnTo>
                  <a:lnTo>
                    <a:pt x="145" y="194"/>
                  </a:lnTo>
                  <a:lnTo>
                    <a:pt x="169" y="169"/>
                  </a:lnTo>
                  <a:lnTo>
                    <a:pt x="193" y="97"/>
                  </a:lnTo>
                  <a:lnTo>
                    <a:pt x="145" y="25"/>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
            <p:cNvSpPr/>
            <p:nvPr/>
          </p:nvSpPr>
          <p:spPr>
            <a:xfrm>
              <a:off x="1941900" y="1912000"/>
              <a:ext cx="4850" cy="4850"/>
            </a:xfrm>
            <a:custGeom>
              <a:avLst/>
              <a:gdLst/>
              <a:ahLst/>
              <a:cxnLst/>
              <a:rect l="l" t="t" r="r" b="b"/>
              <a:pathLst>
                <a:path w="194" h="194" extrusionOk="0">
                  <a:moveTo>
                    <a:pt x="49" y="1"/>
                  </a:moveTo>
                  <a:lnTo>
                    <a:pt x="25" y="25"/>
                  </a:lnTo>
                  <a:lnTo>
                    <a:pt x="0" y="73"/>
                  </a:lnTo>
                  <a:lnTo>
                    <a:pt x="0" y="97"/>
                  </a:lnTo>
                  <a:lnTo>
                    <a:pt x="0" y="121"/>
                  </a:lnTo>
                  <a:lnTo>
                    <a:pt x="49" y="169"/>
                  </a:lnTo>
                  <a:lnTo>
                    <a:pt x="97" y="193"/>
                  </a:lnTo>
                  <a:lnTo>
                    <a:pt x="169" y="193"/>
                  </a:lnTo>
                  <a:lnTo>
                    <a:pt x="193" y="145"/>
                  </a:lnTo>
                  <a:lnTo>
                    <a:pt x="169" y="121"/>
                  </a:lnTo>
                  <a:lnTo>
                    <a:pt x="145"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
            <p:cNvSpPr/>
            <p:nvPr/>
          </p:nvSpPr>
          <p:spPr>
            <a:xfrm>
              <a:off x="2217550" y="2465075"/>
              <a:ext cx="3625" cy="5450"/>
            </a:xfrm>
            <a:custGeom>
              <a:avLst/>
              <a:gdLst/>
              <a:ahLst/>
              <a:cxnLst/>
              <a:rect l="l" t="t" r="r" b="b"/>
              <a:pathLst>
                <a:path w="145" h="218" extrusionOk="0">
                  <a:moveTo>
                    <a:pt x="48" y="1"/>
                  </a:moveTo>
                  <a:lnTo>
                    <a:pt x="0" y="25"/>
                  </a:lnTo>
                  <a:lnTo>
                    <a:pt x="0" y="121"/>
                  </a:lnTo>
                  <a:lnTo>
                    <a:pt x="24" y="193"/>
                  </a:lnTo>
                  <a:lnTo>
                    <a:pt x="96" y="217"/>
                  </a:lnTo>
                  <a:lnTo>
                    <a:pt x="120" y="193"/>
                  </a:lnTo>
                  <a:lnTo>
                    <a:pt x="145" y="169"/>
                  </a:lnTo>
                  <a:lnTo>
                    <a:pt x="145" y="145"/>
                  </a:lnTo>
                  <a:lnTo>
                    <a:pt x="120"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
            <p:cNvSpPr/>
            <p:nvPr/>
          </p:nvSpPr>
          <p:spPr>
            <a:xfrm>
              <a:off x="2209725" y="2454850"/>
              <a:ext cx="5425" cy="4250"/>
            </a:xfrm>
            <a:custGeom>
              <a:avLst/>
              <a:gdLst/>
              <a:ahLst/>
              <a:cxnLst/>
              <a:rect l="l" t="t" r="r" b="b"/>
              <a:pathLst>
                <a:path w="217" h="170" extrusionOk="0">
                  <a:moveTo>
                    <a:pt x="72" y="1"/>
                  </a:moveTo>
                  <a:lnTo>
                    <a:pt x="48" y="25"/>
                  </a:lnTo>
                  <a:lnTo>
                    <a:pt x="24" y="73"/>
                  </a:lnTo>
                  <a:lnTo>
                    <a:pt x="0" y="121"/>
                  </a:lnTo>
                  <a:lnTo>
                    <a:pt x="48" y="169"/>
                  </a:lnTo>
                  <a:lnTo>
                    <a:pt x="96" y="169"/>
                  </a:lnTo>
                  <a:lnTo>
                    <a:pt x="169" y="145"/>
                  </a:lnTo>
                  <a:lnTo>
                    <a:pt x="193"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
            <p:cNvSpPr/>
            <p:nvPr/>
          </p:nvSpPr>
          <p:spPr>
            <a:xfrm>
              <a:off x="2131475" y="1877700"/>
              <a:ext cx="7850" cy="5450"/>
            </a:xfrm>
            <a:custGeom>
              <a:avLst/>
              <a:gdLst/>
              <a:ahLst/>
              <a:cxnLst/>
              <a:rect l="l" t="t" r="r" b="b"/>
              <a:pathLst>
                <a:path w="314" h="218" extrusionOk="0">
                  <a:moveTo>
                    <a:pt x="289" y="0"/>
                  </a:moveTo>
                  <a:lnTo>
                    <a:pt x="249" y="14"/>
                  </a:lnTo>
                  <a:lnTo>
                    <a:pt x="249" y="14"/>
                  </a:lnTo>
                  <a:lnTo>
                    <a:pt x="314" y="25"/>
                  </a:lnTo>
                  <a:lnTo>
                    <a:pt x="289" y="0"/>
                  </a:lnTo>
                  <a:close/>
                  <a:moveTo>
                    <a:pt x="169" y="0"/>
                  </a:moveTo>
                  <a:lnTo>
                    <a:pt x="97" y="25"/>
                  </a:lnTo>
                  <a:lnTo>
                    <a:pt x="25" y="49"/>
                  </a:lnTo>
                  <a:lnTo>
                    <a:pt x="1" y="73"/>
                  </a:lnTo>
                  <a:lnTo>
                    <a:pt x="1" y="121"/>
                  </a:lnTo>
                  <a:lnTo>
                    <a:pt x="25" y="169"/>
                  </a:lnTo>
                  <a:lnTo>
                    <a:pt x="73" y="193"/>
                  </a:lnTo>
                  <a:lnTo>
                    <a:pt x="169" y="193"/>
                  </a:lnTo>
                  <a:lnTo>
                    <a:pt x="121" y="145"/>
                  </a:lnTo>
                  <a:lnTo>
                    <a:pt x="121" y="97"/>
                  </a:lnTo>
                  <a:lnTo>
                    <a:pt x="145" y="73"/>
                  </a:lnTo>
                  <a:lnTo>
                    <a:pt x="217" y="25"/>
                  </a:lnTo>
                  <a:lnTo>
                    <a:pt x="249" y="14"/>
                  </a:lnTo>
                  <a:lnTo>
                    <a:pt x="249" y="14"/>
                  </a:lnTo>
                  <a:lnTo>
                    <a:pt x="169" y="0"/>
                  </a:lnTo>
                  <a:close/>
                  <a:moveTo>
                    <a:pt x="169" y="193"/>
                  </a:moveTo>
                  <a:lnTo>
                    <a:pt x="193" y="217"/>
                  </a:lnTo>
                  <a:lnTo>
                    <a:pt x="193" y="19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
            <p:cNvSpPr/>
            <p:nvPr/>
          </p:nvSpPr>
          <p:spPr>
            <a:xfrm>
              <a:off x="1984025" y="2028150"/>
              <a:ext cx="4850" cy="4250"/>
            </a:xfrm>
            <a:custGeom>
              <a:avLst/>
              <a:gdLst/>
              <a:ahLst/>
              <a:cxnLst/>
              <a:rect l="l" t="t" r="r" b="b"/>
              <a:pathLst>
                <a:path w="194" h="170" extrusionOk="0">
                  <a:moveTo>
                    <a:pt x="73" y="1"/>
                  </a:moveTo>
                  <a:lnTo>
                    <a:pt x="25" y="25"/>
                  </a:lnTo>
                  <a:lnTo>
                    <a:pt x="1" y="49"/>
                  </a:lnTo>
                  <a:lnTo>
                    <a:pt x="1" y="121"/>
                  </a:lnTo>
                  <a:lnTo>
                    <a:pt x="49" y="145"/>
                  </a:lnTo>
                  <a:lnTo>
                    <a:pt x="73" y="169"/>
                  </a:lnTo>
                  <a:lnTo>
                    <a:pt x="121" y="169"/>
                  </a:lnTo>
                  <a:lnTo>
                    <a:pt x="145" y="145"/>
                  </a:lnTo>
                  <a:lnTo>
                    <a:pt x="169" y="121"/>
                  </a:lnTo>
                  <a:lnTo>
                    <a:pt x="193"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
            <p:cNvSpPr/>
            <p:nvPr/>
          </p:nvSpPr>
          <p:spPr>
            <a:xfrm>
              <a:off x="2285550" y="2412125"/>
              <a:ext cx="4225" cy="4225"/>
            </a:xfrm>
            <a:custGeom>
              <a:avLst/>
              <a:gdLst/>
              <a:ahLst/>
              <a:cxnLst/>
              <a:rect l="l" t="t" r="r" b="b"/>
              <a:pathLst>
                <a:path w="169" h="169" extrusionOk="0">
                  <a:moveTo>
                    <a:pt x="24" y="0"/>
                  </a:moveTo>
                  <a:lnTo>
                    <a:pt x="0" y="24"/>
                  </a:lnTo>
                  <a:lnTo>
                    <a:pt x="0" y="97"/>
                  </a:lnTo>
                  <a:lnTo>
                    <a:pt x="48" y="145"/>
                  </a:lnTo>
                  <a:lnTo>
                    <a:pt x="73" y="145"/>
                  </a:lnTo>
                  <a:lnTo>
                    <a:pt x="121" y="169"/>
                  </a:lnTo>
                  <a:lnTo>
                    <a:pt x="145" y="145"/>
                  </a:lnTo>
                  <a:lnTo>
                    <a:pt x="169" y="121"/>
                  </a:lnTo>
                  <a:lnTo>
                    <a:pt x="169"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
            <p:cNvSpPr/>
            <p:nvPr/>
          </p:nvSpPr>
          <p:spPr>
            <a:xfrm>
              <a:off x="2083925" y="2442825"/>
              <a:ext cx="4850" cy="4225"/>
            </a:xfrm>
            <a:custGeom>
              <a:avLst/>
              <a:gdLst/>
              <a:ahLst/>
              <a:cxnLst/>
              <a:rect l="l" t="t" r="r" b="b"/>
              <a:pathLst>
                <a:path w="194" h="169" extrusionOk="0">
                  <a:moveTo>
                    <a:pt x="73" y="0"/>
                  </a:moveTo>
                  <a:lnTo>
                    <a:pt x="49" y="24"/>
                  </a:lnTo>
                  <a:lnTo>
                    <a:pt x="25" y="48"/>
                  </a:lnTo>
                  <a:lnTo>
                    <a:pt x="1" y="120"/>
                  </a:lnTo>
                  <a:lnTo>
                    <a:pt x="49" y="145"/>
                  </a:lnTo>
                  <a:lnTo>
                    <a:pt x="73" y="169"/>
                  </a:lnTo>
                  <a:lnTo>
                    <a:pt x="145" y="169"/>
                  </a:lnTo>
                  <a:lnTo>
                    <a:pt x="193" y="145"/>
                  </a:lnTo>
                  <a:lnTo>
                    <a:pt x="193" y="72"/>
                  </a:lnTo>
                  <a:lnTo>
                    <a:pt x="145"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
            <p:cNvSpPr/>
            <p:nvPr/>
          </p:nvSpPr>
          <p:spPr>
            <a:xfrm>
              <a:off x="2268700" y="1899375"/>
              <a:ext cx="4825" cy="3625"/>
            </a:xfrm>
            <a:custGeom>
              <a:avLst/>
              <a:gdLst/>
              <a:ahLst/>
              <a:cxnLst/>
              <a:rect l="l" t="t" r="r" b="b"/>
              <a:pathLst>
                <a:path w="193" h="145" extrusionOk="0">
                  <a:moveTo>
                    <a:pt x="48" y="0"/>
                  </a:moveTo>
                  <a:lnTo>
                    <a:pt x="24" y="24"/>
                  </a:lnTo>
                  <a:lnTo>
                    <a:pt x="0" y="48"/>
                  </a:lnTo>
                  <a:lnTo>
                    <a:pt x="24" y="72"/>
                  </a:lnTo>
                  <a:lnTo>
                    <a:pt x="48" y="145"/>
                  </a:lnTo>
                  <a:lnTo>
                    <a:pt x="121" y="145"/>
                  </a:lnTo>
                  <a:lnTo>
                    <a:pt x="193" y="120"/>
                  </a:lnTo>
                  <a:lnTo>
                    <a:pt x="193" y="96"/>
                  </a:lnTo>
                  <a:lnTo>
                    <a:pt x="193" y="72"/>
                  </a:lnTo>
                  <a:lnTo>
                    <a:pt x="193" y="48"/>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
            <p:cNvSpPr/>
            <p:nvPr/>
          </p:nvSpPr>
          <p:spPr>
            <a:xfrm>
              <a:off x="2072500" y="2030575"/>
              <a:ext cx="4225" cy="4225"/>
            </a:xfrm>
            <a:custGeom>
              <a:avLst/>
              <a:gdLst/>
              <a:ahLst/>
              <a:cxnLst/>
              <a:rect l="l" t="t" r="r" b="b"/>
              <a:pathLst>
                <a:path w="169" h="169" extrusionOk="0">
                  <a:moveTo>
                    <a:pt x="73" y="0"/>
                  </a:moveTo>
                  <a:lnTo>
                    <a:pt x="49" y="24"/>
                  </a:lnTo>
                  <a:lnTo>
                    <a:pt x="24" y="48"/>
                  </a:lnTo>
                  <a:lnTo>
                    <a:pt x="0" y="96"/>
                  </a:lnTo>
                  <a:lnTo>
                    <a:pt x="24" y="144"/>
                  </a:lnTo>
                  <a:lnTo>
                    <a:pt x="73" y="169"/>
                  </a:lnTo>
                  <a:lnTo>
                    <a:pt x="97" y="169"/>
                  </a:lnTo>
                  <a:lnTo>
                    <a:pt x="145" y="144"/>
                  </a:lnTo>
                  <a:lnTo>
                    <a:pt x="169" y="120"/>
                  </a:lnTo>
                  <a:lnTo>
                    <a:pt x="169" y="72"/>
                  </a:lnTo>
                  <a:lnTo>
                    <a:pt x="169"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
            <p:cNvSpPr/>
            <p:nvPr/>
          </p:nvSpPr>
          <p:spPr>
            <a:xfrm>
              <a:off x="2195875" y="2379625"/>
              <a:ext cx="4225" cy="4850"/>
            </a:xfrm>
            <a:custGeom>
              <a:avLst/>
              <a:gdLst/>
              <a:ahLst/>
              <a:cxnLst/>
              <a:rect l="l" t="t" r="r" b="b"/>
              <a:pathLst>
                <a:path w="169" h="194" extrusionOk="0">
                  <a:moveTo>
                    <a:pt x="25" y="0"/>
                  </a:moveTo>
                  <a:lnTo>
                    <a:pt x="0" y="49"/>
                  </a:lnTo>
                  <a:lnTo>
                    <a:pt x="0" y="73"/>
                  </a:lnTo>
                  <a:lnTo>
                    <a:pt x="25" y="145"/>
                  </a:lnTo>
                  <a:lnTo>
                    <a:pt x="73" y="193"/>
                  </a:lnTo>
                  <a:lnTo>
                    <a:pt x="121" y="193"/>
                  </a:lnTo>
                  <a:lnTo>
                    <a:pt x="169" y="169"/>
                  </a:lnTo>
                  <a:lnTo>
                    <a:pt x="169" y="121"/>
                  </a:lnTo>
                  <a:lnTo>
                    <a:pt x="121" y="49"/>
                  </a:lnTo>
                  <a:lnTo>
                    <a:pt x="73"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
            <p:cNvSpPr/>
            <p:nvPr/>
          </p:nvSpPr>
          <p:spPr>
            <a:xfrm>
              <a:off x="2186250" y="2315825"/>
              <a:ext cx="6025" cy="3650"/>
            </a:xfrm>
            <a:custGeom>
              <a:avLst/>
              <a:gdLst/>
              <a:ahLst/>
              <a:cxnLst/>
              <a:rect l="l" t="t" r="r" b="b"/>
              <a:pathLst>
                <a:path w="241" h="146" extrusionOk="0">
                  <a:moveTo>
                    <a:pt x="48" y="1"/>
                  </a:moveTo>
                  <a:lnTo>
                    <a:pt x="24" y="25"/>
                  </a:lnTo>
                  <a:lnTo>
                    <a:pt x="0" y="73"/>
                  </a:lnTo>
                  <a:lnTo>
                    <a:pt x="24" y="121"/>
                  </a:lnTo>
                  <a:lnTo>
                    <a:pt x="97" y="145"/>
                  </a:lnTo>
                  <a:lnTo>
                    <a:pt x="145" y="145"/>
                  </a:lnTo>
                  <a:lnTo>
                    <a:pt x="217" y="121"/>
                  </a:lnTo>
                  <a:lnTo>
                    <a:pt x="241" y="73"/>
                  </a:lnTo>
                  <a:lnTo>
                    <a:pt x="241" y="49"/>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
            <p:cNvSpPr/>
            <p:nvPr/>
          </p:nvSpPr>
          <p:spPr>
            <a:xfrm>
              <a:off x="1810100" y="1977000"/>
              <a:ext cx="4225" cy="4850"/>
            </a:xfrm>
            <a:custGeom>
              <a:avLst/>
              <a:gdLst/>
              <a:ahLst/>
              <a:cxnLst/>
              <a:rect l="l" t="t" r="r" b="b"/>
              <a:pathLst>
                <a:path w="169" h="194" extrusionOk="0">
                  <a:moveTo>
                    <a:pt x="49" y="1"/>
                  </a:moveTo>
                  <a:lnTo>
                    <a:pt x="25" y="25"/>
                  </a:lnTo>
                  <a:lnTo>
                    <a:pt x="0" y="49"/>
                  </a:lnTo>
                  <a:lnTo>
                    <a:pt x="0" y="97"/>
                  </a:lnTo>
                  <a:lnTo>
                    <a:pt x="25" y="145"/>
                  </a:lnTo>
                  <a:lnTo>
                    <a:pt x="73" y="169"/>
                  </a:lnTo>
                  <a:lnTo>
                    <a:pt x="121" y="193"/>
                  </a:lnTo>
                  <a:lnTo>
                    <a:pt x="145" y="169"/>
                  </a:lnTo>
                  <a:lnTo>
                    <a:pt x="169"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
            <p:cNvSpPr/>
            <p:nvPr/>
          </p:nvSpPr>
          <p:spPr>
            <a:xfrm>
              <a:off x="2389050" y="1996250"/>
              <a:ext cx="3650" cy="4850"/>
            </a:xfrm>
            <a:custGeom>
              <a:avLst/>
              <a:gdLst/>
              <a:ahLst/>
              <a:cxnLst/>
              <a:rect l="l" t="t" r="r" b="b"/>
              <a:pathLst>
                <a:path w="146" h="194" extrusionOk="0">
                  <a:moveTo>
                    <a:pt x="73" y="1"/>
                  </a:moveTo>
                  <a:lnTo>
                    <a:pt x="25" y="49"/>
                  </a:lnTo>
                  <a:lnTo>
                    <a:pt x="1" y="121"/>
                  </a:lnTo>
                  <a:lnTo>
                    <a:pt x="1" y="145"/>
                  </a:lnTo>
                  <a:lnTo>
                    <a:pt x="25" y="169"/>
                  </a:lnTo>
                  <a:lnTo>
                    <a:pt x="49" y="193"/>
                  </a:lnTo>
                  <a:lnTo>
                    <a:pt x="73" y="193"/>
                  </a:lnTo>
                  <a:lnTo>
                    <a:pt x="121" y="145"/>
                  </a:lnTo>
                  <a:lnTo>
                    <a:pt x="145" y="97"/>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
            <p:cNvSpPr/>
            <p:nvPr/>
          </p:nvSpPr>
          <p:spPr>
            <a:xfrm>
              <a:off x="2236200" y="1855425"/>
              <a:ext cx="4825" cy="3050"/>
            </a:xfrm>
            <a:custGeom>
              <a:avLst/>
              <a:gdLst/>
              <a:ahLst/>
              <a:cxnLst/>
              <a:rect l="l" t="t" r="r" b="b"/>
              <a:pathLst>
                <a:path w="193" h="122" extrusionOk="0">
                  <a:moveTo>
                    <a:pt x="48" y="1"/>
                  </a:moveTo>
                  <a:lnTo>
                    <a:pt x="0" y="25"/>
                  </a:lnTo>
                  <a:lnTo>
                    <a:pt x="48" y="97"/>
                  </a:lnTo>
                  <a:lnTo>
                    <a:pt x="121" y="121"/>
                  </a:lnTo>
                  <a:lnTo>
                    <a:pt x="169" y="97"/>
                  </a:lnTo>
                  <a:lnTo>
                    <a:pt x="193" y="73"/>
                  </a:lnTo>
                  <a:lnTo>
                    <a:pt x="193"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
            <p:cNvSpPr/>
            <p:nvPr/>
          </p:nvSpPr>
          <p:spPr>
            <a:xfrm>
              <a:off x="2015925" y="1900575"/>
              <a:ext cx="3625" cy="3625"/>
            </a:xfrm>
            <a:custGeom>
              <a:avLst/>
              <a:gdLst/>
              <a:ahLst/>
              <a:cxnLst/>
              <a:rect l="l" t="t" r="r" b="b"/>
              <a:pathLst>
                <a:path w="145" h="145" extrusionOk="0">
                  <a:moveTo>
                    <a:pt x="49" y="0"/>
                  </a:moveTo>
                  <a:lnTo>
                    <a:pt x="25" y="24"/>
                  </a:lnTo>
                  <a:lnTo>
                    <a:pt x="1" y="48"/>
                  </a:lnTo>
                  <a:lnTo>
                    <a:pt x="1" y="97"/>
                  </a:lnTo>
                  <a:lnTo>
                    <a:pt x="49" y="145"/>
                  </a:lnTo>
                  <a:lnTo>
                    <a:pt x="97" y="145"/>
                  </a:lnTo>
                  <a:lnTo>
                    <a:pt x="145" y="97"/>
                  </a:lnTo>
                  <a:lnTo>
                    <a:pt x="145" y="48"/>
                  </a:lnTo>
                  <a:lnTo>
                    <a:pt x="121"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
            <p:cNvSpPr/>
            <p:nvPr/>
          </p:nvSpPr>
          <p:spPr>
            <a:xfrm>
              <a:off x="2054450" y="1927650"/>
              <a:ext cx="4225" cy="3625"/>
            </a:xfrm>
            <a:custGeom>
              <a:avLst/>
              <a:gdLst/>
              <a:ahLst/>
              <a:cxnLst/>
              <a:rect l="l" t="t" r="r" b="b"/>
              <a:pathLst>
                <a:path w="169" h="145" extrusionOk="0">
                  <a:moveTo>
                    <a:pt x="72" y="1"/>
                  </a:moveTo>
                  <a:lnTo>
                    <a:pt x="0" y="49"/>
                  </a:lnTo>
                  <a:lnTo>
                    <a:pt x="0" y="121"/>
                  </a:lnTo>
                  <a:lnTo>
                    <a:pt x="24" y="145"/>
                  </a:lnTo>
                  <a:lnTo>
                    <a:pt x="121" y="145"/>
                  </a:lnTo>
                  <a:lnTo>
                    <a:pt x="169"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
            <p:cNvSpPr/>
            <p:nvPr/>
          </p:nvSpPr>
          <p:spPr>
            <a:xfrm>
              <a:off x="1931075" y="1907800"/>
              <a:ext cx="3025" cy="5425"/>
            </a:xfrm>
            <a:custGeom>
              <a:avLst/>
              <a:gdLst/>
              <a:ahLst/>
              <a:cxnLst/>
              <a:rect l="l" t="t" r="r" b="b"/>
              <a:pathLst>
                <a:path w="121" h="217" extrusionOk="0">
                  <a:moveTo>
                    <a:pt x="0" y="0"/>
                  </a:moveTo>
                  <a:lnTo>
                    <a:pt x="0" y="24"/>
                  </a:lnTo>
                  <a:lnTo>
                    <a:pt x="0" y="217"/>
                  </a:lnTo>
                  <a:lnTo>
                    <a:pt x="72" y="145"/>
                  </a:lnTo>
                  <a:lnTo>
                    <a:pt x="96" y="120"/>
                  </a:lnTo>
                  <a:lnTo>
                    <a:pt x="121" y="72"/>
                  </a:lnTo>
                  <a:lnTo>
                    <a:pt x="96"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
            <p:cNvSpPr/>
            <p:nvPr/>
          </p:nvSpPr>
          <p:spPr>
            <a:xfrm>
              <a:off x="2281925" y="2300775"/>
              <a:ext cx="4250" cy="3650"/>
            </a:xfrm>
            <a:custGeom>
              <a:avLst/>
              <a:gdLst/>
              <a:ahLst/>
              <a:cxnLst/>
              <a:rect l="l" t="t" r="r" b="b"/>
              <a:pathLst>
                <a:path w="170" h="146" extrusionOk="0">
                  <a:moveTo>
                    <a:pt x="73" y="1"/>
                  </a:moveTo>
                  <a:lnTo>
                    <a:pt x="25" y="25"/>
                  </a:lnTo>
                  <a:lnTo>
                    <a:pt x="1" y="73"/>
                  </a:lnTo>
                  <a:lnTo>
                    <a:pt x="25" y="121"/>
                  </a:lnTo>
                  <a:lnTo>
                    <a:pt x="49" y="145"/>
                  </a:lnTo>
                  <a:lnTo>
                    <a:pt x="121" y="145"/>
                  </a:lnTo>
                  <a:lnTo>
                    <a:pt x="169" y="97"/>
                  </a:lnTo>
                  <a:lnTo>
                    <a:pt x="169" y="49"/>
                  </a:lnTo>
                  <a:lnTo>
                    <a:pt x="145"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
            <p:cNvSpPr/>
            <p:nvPr/>
          </p:nvSpPr>
          <p:spPr>
            <a:xfrm>
              <a:off x="2221150" y="2480125"/>
              <a:ext cx="4250" cy="4250"/>
            </a:xfrm>
            <a:custGeom>
              <a:avLst/>
              <a:gdLst/>
              <a:ahLst/>
              <a:cxnLst/>
              <a:rect l="l" t="t" r="r" b="b"/>
              <a:pathLst>
                <a:path w="170" h="170" extrusionOk="0">
                  <a:moveTo>
                    <a:pt x="73" y="1"/>
                  </a:moveTo>
                  <a:lnTo>
                    <a:pt x="25" y="25"/>
                  </a:lnTo>
                  <a:lnTo>
                    <a:pt x="1" y="49"/>
                  </a:lnTo>
                  <a:lnTo>
                    <a:pt x="1" y="73"/>
                  </a:lnTo>
                  <a:lnTo>
                    <a:pt x="25" y="121"/>
                  </a:lnTo>
                  <a:lnTo>
                    <a:pt x="49" y="145"/>
                  </a:lnTo>
                  <a:lnTo>
                    <a:pt x="97" y="169"/>
                  </a:lnTo>
                  <a:lnTo>
                    <a:pt x="145" y="145"/>
                  </a:lnTo>
                  <a:lnTo>
                    <a:pt x="169" y="121"/>
                  </a:lnTo>
                  <a:lnTo>
                    <a:pt x="169"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
            <p:cNvSpPr/>
            <p:nvPr/>
          </p:nvSpPr>
          <p:spPr>
            <a:xfrm>
              <a:off x="2048425" y="2019125"/>
              <a:ext cx="4225" cy="3650"/>
            </a:xfrm>
            <a:custGeom>
              <a:avLst/>
              <a:gdLst/>
              <a:ahLst/>
              <a:cxnLst/>
              <a:rect l="l" t="t" r="r" b="b"/>
              <a:pathLst>
                <a:path w="169" h="146" extrusionOk="0">
                  <a:moveTo>
                    <a:pt x="49" y="1"/>
                  </a:moveTo>
                  <a:lnTo>
                    <a:pt x="0" y="25"/>
                  </a:lnTo>
                  <a:lnTo>
                    <a:pt x="0" y="73"/>
                  </a:lnTo>
                  <a:lnTo>
                    <a:pt x="25" y="121"/>
                  </a:lnTo>
                  <a:lnTo>
                    <a:pt x="73" y="145"/>
                  </a:lnTo>
                  <a:lnTo>
                    <a:pt x="145" y="145"/>
                  </a:lnTo>
                  <a:lnTo>
                    <a:pt x="169" y="121"/>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
            <p:cNvSpPr/>
            <p:nvPr/>
          </p:nvSpPr>
          <p:spPr>
            <a:xfrm>
              <a:off x="2100175" y="1940900"/>
              <a:ext cx="4850" cy="3025"/>
            </a:xfrm>
            <a:custGeom>
              <a:avLst/>
              <a:gdLst/>
              <a:ahLst/>
              <a:cxnLst/>
              <a:rect l="l" t="t" r="r" b="b"/>
              <a:pathLst>
                <a:path w="194" h="121" extrusionOk="0">
                  <a:moveTo>
                    <a:pt x="73" y="0"/>
                  </a:moveTo>
                  <a:lnTo>
                    <a:pt x="25" y="48"/>
                  </a:lnTo>
                  <a:lnTo>
                    <a:pt x="1" y="96"/>
                  </a:lnTo>
                  <a:lnTo>
                    <a:pt x="25" y="120"/>
                  </a:lnTo>
                  <a:lnTo>
                    <a:pt x="73" y="120"/>
                  </a:lnTo>
                  <a:lnTo>
                    <a:pt x="145" y="96"/>
                  </a:lnTo>
                  <a:lnTo>
                    <a:pt x="169" y="72"/>
                  </a:lnTo>
                  <a:lnTo>
                    <a:pt x="193"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
            <p:cNvSpPr/>
            <p:nvPr/>
          </p:nvSpPr>
          <p:spPr>
            <a:xfrm>
              <a:off x="2279525" y="1938475"/>
              <a:ext cx="3650" cy="3650"/>
            </a:xfrm>
            <a:custGeom>
              <a:avLst/>
              <a:gdLst/>
              <a:ahLst/>
              <a:cxnLst/>
              <a:rect l="l" t="t" r="r" b="b"/>
              <a:pathLst>
                <a:path w="146" h="146" extrusionOk="0">
                  <a:moveTo>
                    <a:pt x="49" y="1"/>
                  </a:moveTo>
                  <a:lnTo>
                    <a:pt x="25" y="25"/>
                  </a:lnTo>
                  <a:lnTo>
                    <a:pt x="1" y="49"/>
                  </a:lnTo>
                  <a:lnTo>
                    <a:pt x="1" y="97"/>
                  </a:lnTo>
                  <a:lnTo>
                    <a:pt x="25" y="145"/>
                  </a:lnTo>
                  <a:lnTo>
                    <a:pt x="73" y="145"/>
                  </a:lnTo>
                  <a:lnTo>
                    <a:pt x="121" y="121"/>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
            <p:cNvSpPr/>
            <p:nvPr/>
          </p:nvSpPr>
          <p:spPr>
            <a:xfrm>
              <a:off x="1877500" y="1936075"/>
              <a:ext cx="4250" cy="3625"/>
            </a:xfrm>
            <a:custGeom>
              <a:avLst/>
              <a:gdLst/>
              <a:ahLst/>
              <a:cxnLst/>
              <a:rect l="l" t="t" r="r" b="b"/>
              <a:pathLst>
                <a:path w="170" h="145" extrusionOk="0">
                  <a:moveTo>
                    <a:pt x="49" y="1"/>
                  </a:moveTo>
                  <a:lnTo>
                    <a:pt x="1" y="49"/>
                  </a:lnTo>
                  <a:lnTo>
                    <a:pt x="1" y="97"/>
                  </a:lnTo>
                  <a:lnTo>
                    <a:pt x="49" y="145"/>
                  </a:lnTo>
                  <a:lnTo>
                    <a:pt x="121" y="145"/>
                  </a:lnTo>
                  <a:lnTo>
                    <a:pt x="145" y="121"/>
                  </a:lnTo>
                  <a:lnTo>
                    <a:pt x="169" y="97"/>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
            <p:cNvSpPr/>
            <p:nvPr/>
          </p:nvSpPr>
          <p:spPr>
            <a:xfrm>
              <a:off x="2382450" y="2011900"/>
              <a:ext cx="3625" cy="3650"/>
            </a:xfrm>
            <a:custGeom>
              <a:avLst/>
              <a:gdLst/>
              <a:ahLst/>
              <a:cxnLst/>
              <a:rect l="l" t="t" r="r" b="b"/>
              <a:pathLst>
                <a:path w="145" h="146" extrusionOk="0">
                  <a:moveTo>
                    <a:pt x="48" y="1"/>
                  </a:moveTo>
                  <a:lnTo>
                    <a:pt x="0" y="25"/>
                  </a:lnTo>
                  <a:lnTo>
                    <a:pt x="0" y="73"/>
                  </a:lnTo>
                  <a:lnTo>
                    <a:pt x="24" y="121"/>
                  </a:lnTo>
                  <a:lnTo>
                    <a:pt x="96" y="145"/>
                  </a:lnTo>
                  <a:lnTo>
                    <a:pt x="145" y="121"/>
                  </a:lnTo>
                  <a:lnTo>
                    <a:pt x="145" y="73"/>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
            <p:cNvSpPr/>
            <p:nvPr/>
          </p:nvSpPr>
          <p:spPr>
            <a:xfrm>
              <a:off x="2290975" y="2317625"/>
              <a:ext cx="3625" cy="3050"/>
            </a:xfrm>
            <a:custGeom>
              <a:avLst/>
              <a:gdLst/>
              <a:ahLst/>
              <a:cxnLst/>
              <a:rect l="l" t="t" r="r" b="b"/>
              <a:pathLst>
                <a:path w="145" h="122" extrusionOk="0">
                  <a:moveTo>
                    <a:pt x="48" y="1"/>
                  </a:moveTo>
                  <a:lnTo>
                    <a:pt x="0" y="25"/>
                  </a:lnTo>
                  <a:lnTo>
                    <a:pt x="0" y="73"/>
                  </a:lnTo>
                  <a:lnTo>
                    <a:pt x="48" y="121"/>
                  </a:lnTo>
                  <a:lnTo>
                    <a:pt x="96" y="121"/>
                  </a:lnTo>
                  <a:lnTo>
                    <a:pt x="144" y="97"/>
                  </a:lnTo>
                  <a:lnTo>
                    <a:pt x="144"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
            <p:cNvSpPr/>
            <p:nvPr/>
          </p:nvSpPr>
          <p:spPr>
            <a:xfrm>
              <a:off x="2074300" y="1934875"/>
              <a:ext cx="3650" cy="4225"/>
            </a:xfrm>
            <a:custGeom>
              <a:avLst/>
              <a:gdLst/>
              <a:ahLst/>
              <a:cxnLst/>
              <a:rect l="l" t="t" r="r" b="b"/>
              <a:pathLst>
                <a:path w="146" h="169" extrusionOk="0">
                  <a:moveTo>
                    <a:pt x="49" y="0"/>
                  </a:moveTo>
                  <a:lnTo>
                    <a:pt x="25" y="24"/>
                  </a:lnTo>
                  <a:lnTo>
                    <a:pt x="1" y="73"/>
                  </a:lnTo>
                  <a:lnTo>
                    <a:pt x="1" y="97"/>
                  </a:lnTo>
                  <a:lnTo>
                    <a:pt x="25" y="145"/>
                  </a:lnTo>
                  <a:lnTo>
                    <a:pt x="49" y="169"/>
                  </a:lnTo>
                  <a:lnTo>
                    <a:pt x="121" y="169"/>
                  </a:lnTo>
                  <a:lnTo>
                    <a:pt x="145" y="121"/>
                  </a:lnTo>
                  <a:lnTo>
                    <a:pt x="145" y="97"/>
                  </a:lnTo>
                  <a:lnTo>
                    <a:pt x="121" y="49"/>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
            <p:cNvSpPr/>
            <p:nvPr/>
          </p:nvSpPr>
          <p:spPr>
            <a:xfrm>
              <a:off x="2337900" y="2410325"/>
              <a:ext cx="3050" cy="4225"/>
            </a:xfrm>
            <a:custGeom>
              <a:avLst/>
              <a:gdLst/>
              <a:ahLst/>
              <a:cxnLst/>
              <a:rect l="l" t="t" r="r" b="b"/>
              <a:pathLst>
                <a:path w="122" h="169" extrusionOk="0">
                  <a:moveTo>
                    <a:pt x="25" y="0"/>
                  </a:moveTo>
                  <a:lnTo>
                    <a:pt x="1" y="48"/>
                  </a:lnTo>
                  <a:lnTo>
                    <a:pt x="1" y="72"/>
                  </a:lnTo>
                  <a:lnTo>
                    <a:pt x="1" y="121"/>
                  </a:lnTo>
                  <a:lnTo>
                    <a:pt x="49" y="169"/>
                  </a:lnTo>
                  <a:lnTo>
                    <a:pt x="73" y="169"/>
                  </a:lnTo>
                  <a:lnTo>
                    <a:pt x="121" y="145"/>
                  </a:lnTo>
                  <a:lnTo>
                    <a:pt x="121" y="96"/>
                  </a:lnTo>
                  <a:lnTo>
                    <a:pt x="97"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
            <p:cNvSpPr/>
            <p:nvPr/>
          </p:nvSpPr>
          <p:spPr>
            <a:xfrm>
              <a:off x="2048425" y="2525875"/>
              <a:ext cx="3025" cy="5425"/>
            </a:xfrm>
            <a:custGeom>
              <a:avLst/>
              <a:gdLst/>
              <a:ahLst/>
              <a:cxnLst/>
              <a:rect l="l" t="t" r="r" b="b"/>
              <a:pathLst>
                <a:path w="121" h="217" extrusionOk="0">
                  <a:moveTo>
                    <a:pt x="0" y="0"/>
                  </a:moveTo>
                  <a:lnTo>
                    <a:pt x="0" y="24"/>
                  </a:lnTo>
                  <a:lnTo>
                    <a:pt x="0" y="72"/>
                  </a:lnTo>
                  <a:lnTo>
                    <a:pt x="25" y="217"/>
                  </a:lnTo>
                  <a:lnTo>
                    <a:pt x="121" y="121"/>
                  </a:lnTo>
                  <a:lnTo>
                    <a:pt x="121" y="97"/>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
            <p:cNvSpPr/>
            <p:nvPr/>
          </p:nvSpPr>
          <p:spPr>
            <a:xfrm>
              <a:off x="2126050" y="1902975"/>
              <a:ext cx="9075" cy="1225"/>
            </a:xfrm>
            <a:custGeom>
              <a:avLst/>
              <a:gdLst/>
              <a:ahLst/>
              <a:cxnLst/>
              <a:rect l="l" t="t" r="r" b="b"/>
              <a:pathLst>
                <a:path w="363" h="49" extrusionOk="0">
                  <a:moveTo>
                    <a:pt x="1" y="1"/>
                  </a:moveTo>
                  <a:lnTo>
                    <a:pt x="169" y="49"/>
                  </a:lnTo>
                  <a:lnTo>
                    <a:pt x="266" y="49"/>
                  </a:lnTo>
                  <a:lnTo>
                    <a:pt x="36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
            <p:cNvSpPr/>
            <p:nvPr/>
          </p:nvSpPr>
          <p:spPr>
            <a:xfrm>
              <a:off x="2280125" y="2017925"/>
              <a:ext cx="3650" cy="4225"/>
            </a:xfrm>
            <a:custGeom>
              <a:avLst/>
              <a:gdLst/>
              <a:ahLst/>
              <a:cxnLst/>
              <a:rect l="l" t="t" r="r" b="b"/>
              <a:pathLst>
                <a:path w="146" h="169" extrusionOk="0">
                  <a:moveTo>
                    <a:pt x="49" y="0"/>
                  </a:moveTo>
                  <a:lnTo>
                    <a:pt x="25" y="25"/>
                  </a:lnTo>
                  <a:lnTo>
                    <a:pt x="1" y="49"/>
                  </a:lnTo>
                  <a:lnTo>
                    <a:pt x="1" y="97"/>
                  </a:lnTo>
                  <a:lnTo>
                    <a:pt x="49" y="145"/>
                  </a:lnTo>
                  <a:lnTo>
                    <a:pt x="97" y="169"/>
                  </a:lnTo>
                  <a:lnTo>
                    <a:pt x="145" y="121"/>
                  </a:lnTo>
                  <a:lnTo>
                    <a:pt x="145" y="97"/>
                  </a:lnTo>
                  <a:lnTo>
                    <a:pt x="145" y="73"/>
                  </a:lnTo>
                  <a:lnTo>
                    <a:pt x="145" y="49"/>
                  </a:lnTo>
                  <a:lnTo>
                    <a:pt x="121"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
            <p:cNvSpPr/>
            <p:nvPr/>
          </p:nvSpPr>
          <p:spPr>
            <a:xfrm>
              <a:off x="2115225" y="1922225"/>
              <a:ext cx="3650" cy="3050"/>
            </a:xfrm>
            <a:custGeom>
              <a:avLst/>
              <a:gdLst/>
              <a:ahLst/>
              <a:cxnLst/>
              <a:rect l="l" t="t" r="r" b="b"/>
              <a:pathLst>
                <a:path w="146" h="122" extrusionOk="0">
                  <a:moveTo>
                    <a:pt x="73" y="1"/>
                  </a:moveTo>
                  <a:lnTo>
                    <a:pt x="1" y="49"/>
                  </a:lnTo>
                  <a:lnTo>
                    <a:pt x="1" y="73"/>
                  </a:lnTo>
                  <a:lnTo>
                    <a:pt x="1" y="121"/>
                  </a:lnTo>
                  <a:lnTo>
                    <a:pt x="73" y="121"/>
                  </a:lnTo>
                  <a:lnTo>
                    <a:pt x="121"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
            <p:cNvSpPr/>
            <p:nvPr/>
          </p:nvSpPr>
          <p:spPr>
            <a:xfrm>
              <a:off x="2260275" y="2067875"/>
              <a:ext cx="4225" cy="3625"/>
            </a:xfrm>
            <a:custGeom>
              <a:avLst/>
              <a:gdLst/>
              <a:ahLst/>
              <a:cxnLst/>
              <a:rect l="l" t="t" r="r" b="b"/>
              <a:pathLst>
                <a:path w="169" h="145" extrusionOk="0">
                  <a:moveTo>
                    <a:pt x="72" y="1"/>
                  </a:moveTo>
                  <a:lnTo>
                    <a:pt x="0" y="25"/>
                  </a:lnTo>
                  <a:lnTo>
                    <a:pt x="0" y="73"/>
                  </a:lnTo>
                  <a:lnTo>
                    <a:pt x="0" y="97"/>
                  </a:lnTo>
                  <a:lnTo>
                    <a:pt x="48" y="121"/>
                  </a:lnTo>
                  <a:lnTo>
                    <a:pt x="121" y="145"/>
                  </a:lnTo>
                  <a:lnTo>
                    <a:pt x="145" y="121"/>
                  </a:lnTo>
                  <a:lnTo>
                    <a:pt x="169" y="97"/>
                  </a:lnTo>
                  <a:lnTo>
                    <a:pt x="169" y="73"/>
                  </a:lnTo>
                  <a:lnTo>
                    <a:pt x="169" y="49"/>
                  </a:lnTo>
                  <a:lnTo>
                    <a:pt x="145"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
            <p:cNvSpPr/>
            <p:nvPr/>
          </p:nvSpPr>
          <p:spPr>
            <a:xfrm>
              <a:off x="2274100" y="2029350"/>
              <a:ext cx="3050" cy="3050"/>
            </a:xfrm>
            <a:custGeom>
              <a:avLst/>
              <a:gdLst/>
              <a:ahLst/>
              <a:cxnLst/>
              <a:rect l="l" t="t" r="r" b="b"/>
              <a:pathLst>
                <a:path w="122" h="122" extrusionOk="0">
                  <a:moveTo>
                    <a:pt x="25" y="1"/>
                  </a:moveTo>
                  <a:lnTo>
                    <a:pt x="1" y="25"/>
                  </a:lnTo>
                  <a:lnTo>
                    <a:pt x="1" y="73"/>
                  </a:lnTo>
                  <a:lnTo>
                    <a:pt x="25" y="121"/>
                  </a:lnTo>
                  <a:lnTo>
                    <a:pt x="97" y="121"/>
                  </a:lnTo>
                  <a:lnTo>
                    <a:pt x="121"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
            <p:cNvSpPr/>
            <p:nvPr/>
          </p:nvSpPr>
          <p:spPr>
            <a:xfrm>
              <a:off x="2053250" y="2460875"/>
              <a:ext cx="4225" cy="3625"/>
            </a:xfrm>
            <a:custGeom>
              <a:avLst/>
              <a:gdLst/>
              <a:ahLst/>
              <a:cxnLst/>
              <a:rect l="l" t="t" r="r" b="b"/>
              <a:pathLst>
                <a:path w="169" h="145" extrusionOk="0">
                  <a:moveTo>
                    <a:pt x="96" y="0"/>
                  </a:moveTo>
                  <a:lnTo>
                    <a:pt x="24" y="24"/>
                  </a:lnTo>
                  <a:lnTo>
                    <a:pt x="0" y="73"/>
                  </a:lnTo>
                  <a:lnTo>
                    <a:pt x="24" y="121"/>
                  </a:lnTo>
                  <a:lnTo>
                    <a:pt x="96" y="145"/>
                  </a:lnTo>
                  <a:lnTo>
                    <a:pt x="144" y="121"/>
                  </a:lnTo>
                  <a:lnTo>
                    <a:pt x="169" y="73"/>
                  </a:lnTo>
                  <a:lnTo>
                    <a:pt x="144" y="24"/>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
            <p:cNvSpPr/>
            <p:nvPr/>
          </p:nvSpPr>
          <p:spPr>
            <a:xfrm>
              <a:off x="1952125" y="1900575"/>
              <a:ext cx="3650" cy="3625"/>
            </a:xfrm>
            <a:custGeom>
              <a:avLst/>
              <a:gdLst/>
              <a:ahLst/>
              <a:cxnLst/>
              <a:rect l="l" t="t" r="r" b="b"/>
              <a:pathLst>
                <a:path w="146" h="145" extrusionOk="0">
                  <a:moveTo>
                    <a:pt x="73" y="0"/>
                  </a:moveTo>
                  <a:lnTo>
                    <a:pt x="25" y="24"/>
                  </a:lnTo>
                  <a:lnTo>
                    <a:pt x="1" y="72"/>
                  </a:lnTo>
                  <a:lnTo>
                    <a:pt x="25" y="121"/>
                  </a:lnTo>
                  <a:lnTo>
                    <a:pt x="49" y="145"/>
                  </a:lnTo>
                  <a:lnTo>
                    <a:pt x="97" y="145"/>
                  </a:lnTo>
                  <a:lnTo>
                    <a:pt x="121" y="121"/>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
            <p:cNvSpPr/>
            <p:nvPr/>
          </p:nvSpPr>
          <p:spPr>
            <a:xfrm>
              <a:off x="2002075" y="1936675"/>
              <a:ext cx="3650" cy="3650"/>
            </a:xfrm>
            <a:custGeom>
              <a:avLst/>
              <a:gdLst/>
              <a:ahLst/>
              <a:cxnLst/>
              <a:rect l="l" t="t" r="r" b="b"/>
              <a:pathLst>
                <a:path w="146" h="146" extrusionOk="0">
                  <a:moveTo>
                    <a:pt x="49" y="1"/>
                  </a:moveTo>
                  <a:lnTo>
                    <a:pt x="1" y="25"/>
                  </a:lnTo>
                  <a:lnTo>
                    <a:pt x="1" y="73"/>
                  </a:lnTo>
                  <a:lnTo>
                    <a:pt x="1" y="97"/>
                  </a:lnTo>
                  <a:lnTo>
                    <a:pt x="25" y="145"/>
                  </a:lnTo>
                  <a:lnTo>
                    <a:pt x="97" y="145"/>
                  </a:lnTo>
                  <a:lnTo>
                    <a:pt x="121" y="121"/>
                  </a:lnTo>
                  <a:lnTo>
                    <a:pt x="145" y="97"/>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
            <p:cNvSpPr/>
            <p:nvPr/>
          </p:nvSpPr>
          <p:spPr>
            <a:xfrm>
              <a:off x="1941300" y="2011900"/>
              <a:ext cx="3625" cy="3650"/>
            </a:xfrm>
            <a:custGeom>
              <a:avLst/>
              <a:gdLst/>
              <a:ahLst/>
              <a:cxnLst/>
              <a:rect l="l" t="t" r="r" b="b"/>
              <a:pathLst>
                <a:path w="145" h="146" extrusionOk="0">
                  <a:moveTo>
                    <a:pt x="49" y="1"/>
                  </a:moveTo>
                  <a:lnTo>
                    <a:pt x="24" y="25"/>
                  </a:lnTo>
                  <a:lnTo>
                    <a:pt x="0" y="49"/>
                  </a:lnTo>
                  <a:lnTo>
                    <a:pt x="0" y="97"/>
                  </a:lnTo>
                  <a:lnTo>
                    <a:pt x="24" y="145"/>
                  </a:lnTo>
                  <a:lnTo>
                    <a:pt x="73" y="145"/>
                  </a:lnTo>
                  <a:lnTo>
                    <a:pt x="121" y="121"/>
                  </a:lnTo>
                  <a:lnTo>
                    <a:pt x="145" y="73"/>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
            <p:cNvSpPr/>
            <p:nvPr/>
          </p:nvSpPr>
          <p:spPr>
            <a:xfrm>
              <a:off x="1992450" y="1937875"/>
              <a:ext cx="3650" cy="4250"/>
            </a:xfrm>
            <a:custGeom>
              <a:avLst/>
              <a:gdLst/>
              <a:ahLst/>
              <a:cxnLst/>
              <a:rect l="l" t="t" r="r" b="b"/>
              <a:pathLst>
                <a:path w="146" h="170" extrusionOk="0">
                  <a:moveTo>
                    <a:pt x="49" y="1"/>
                  </a:moveTo>
                  <a:lnTo>
                    <a:pt x="1" y="25"/>
                  </a:lnTo>
                  <a:lnTo>
                    <a:pt x="1" y="73"/>
                  </a:lnTo>
                  <a:lnTo>
                    <a:pt x="25" y="121"/>
                  </a:lnTo>
                  <a:lnTo>
                    <a:pt x="73" y="169"/>
                  </a:lnTo>
                  <a:lnTo>
                    <a:pt x="121" y="169"/>
                  </a:lnTo>
                  <a:lnTo>
                    <a:pt x="145"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
            <p:cNvSpPr/>
            <p:nvPr/>
          </p:nvSpPr>
          <p:spPr>
            <a:xfrm>
              <a:off x="1829350" y="1966775"/>
              <a:ext cx="3650" cy="4225"/>
            </a:xfrm>
            <a:custGeom>
              <a:avLst/>
              <a:gdLst/>
              <a:ahLst/>
              <a:cxnLst/>
              <a:rect l="l" t="t" r="r" b="b"/>
              <a:pathLst>
                <a:path w="146" h="169" extrusionOk="0">
                  <a:moveTo>
                    <a:pt x="49" y="0"/>
                  </a:moveTo>
                  <a:lnTo>
                    <a:pt x="25" y="24"/>
                  </a:lnTo>
                  <a:lnTo>
                    <a:pt x="1" y="72"/>
                  </a:lnTo>
                  <a:lnTo>
                    <a:pt x="25" y="97"/>
                  </a:lnTo>
                  <a:lnTo>
                    <a:pt x="25" y="145"/>
                  </a:lnTo>
                  <a:lnTo>
                    <a:pt x="73" y="169"/>
                  </a:lnTo>
                  <a:lnTo>
                    <a:pt x="121" y="169"/>
                  </a:lnTo>
                  <a:lnTo>
                    <a:pt x="145" y="145"/>
                  </a:lnTo>
                  <a:lnTo>
                    <a:pt x="145" y="97"/>
                  </a:lnTo>
                  <a:lnTo>
                    <a:pt x="145"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
            <p:cNvSpPr/>
            <p:nvPr/>
          </p:nvSpPr>
          <p:spPr>
            <a:xfrm>
              <a:off x="2295175" y="2282725"/>
              <a:ext cx="3625" cy="3650"/>
            </a:xfrm>
            <a:custGeom>
              <a:avLst/>
              <a:gdLst/>
              <a:ahLst/>
              <a:cxnLst/>
              <a:rect l="l" t="t" r="r" b="b"/>
              <a:pathLst>
                <a:path w="145" h="146" extrusionOk="0">
                  <a:moveTo>
                    <a:pt x="97" y="1"/>
                  </a:moveTo>
                  <a:lnTo>
                    <a:pt x="49" y="25"/>
                  </a:lnTo>
                  <a:lnTo>
                    <a:pt x="1" y="49"/>
                  </a:lnTo>
                  <a:lnTo>
                    <a:pt x="1" y="97"/>
                  </a:lnTo>
                  <a:lnTo>
                    <a:pt x="49" y="145"/>
                  </a:lnTo>
                  <a:lnTo>
                    <a:pt x="97" y="145"/>
                  </a:lnTo>
                  <a:lnTo>
                    <a:pt x="145"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
            <p:cNvSpPr/>
            <p:nvPr/>
          </p:nvSpPr>
          <p:spPr>
            <a:xfrm>
              <a:off x="1895550" y="1931875"/>
              <a:ext cx="4850" cy="3625"/>
            </a:xfrm>
            <a:custGeom>
              <a:avLst/>
              <a:gdLst/>
              <a:ahLst/>
              <a:cxnLst/>
              <a:rect l="l" t="t" r="r" b="b"/>
              <a:pathLst>
                <a:path w="194" h="145" extrusionOk="0">
                  <a:moveTo>
                    <a:pt x="25" y="0"/>
                  </a:moveTo>
                  <a:lnTo>
                    <a:pt x="1" y="24"/>
                  </a:lnTo>
                  <a:lnTo>
                    <a:pt x="1" y="48"/>
                  </a:lnTo>
                  <a:lnTo>
                    <a:pt x="25" y="72"/>
                  </a:lnTo>
                  <a:lnTo>
                    <a:pt x="97" y="144"/>
                  </a:lnTo>
                  <a:lnTo>
                    <a:pt x="193" y="144"/>
                  </a:lnTo>
                  <a:lnTo>
                    <a:pt x="193" y="120"/>
                  </a:lnTo>
                  <a:lnTo>
                    <a:pt x="193" y="72"/>
                  </a:lnTo>
                  <a:lnTo>
                    <a:pt x="145"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
            <p:cNvSpPr/>
            <p:nvPr/>
          </p:nvSpPr>
          <p:spPr>
            <a:xfrm>
              <a:off x="2280125" y="2372400"/>
              <a:ext cx="3650" cy="3625"/>
            </a:xfrm>
            <a:custGeom>
              <a:avLst/>
              <a:gdLst/>
              <a:ahLst/>
              <a:cxnLst/>
              <a:rect l="l" t="t" r="r" b="b"/>
              <a:pathLst>
                <a:path w="146" h="145" extrusionOk="0">
                  <a:moveTo>
                    <a:pt x="49" y="1"/>
                  </a:moveTo>
                  <a:lnTo>
                    <a:pt x="1" y="49"/>
                  </a:lnTo>
                  <a:lnTo>
                    <a:pt x="1" y="121"/>
                  </a:lnTo>
                  <a:lnTo>
                    <a:pt x="25" y="145"/>
                  </a:lnTo>
                  <a:lnTo>
                    <a:pt x="97" y="145"/>
                  </a:lnTo>
                  <a:lnTo>
                    <a:pt x="145"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
            <p:cNvSpPr/>
            <p:nvPr/>
          </p:nvSpPr>
          <p:spPr>
            <a:xfrm>
              <a:off x="2335500" y="1948725"/>
              <a:ext cx="3625" cy="3625"/>
            </a:xfrm>
            <a:custGeom>
              <a:avLst/>
              <a:gdLst/>
              <a:ahLst/>
              <a:cxnLst/>
              <a:rect l="l" t="t" r="r" b="b"/>
              <a:pathLst>
                <a:path w="145" h="145" extrusionOk="0">
                  <a:moveTo>
                    <a:pt x="25" y="0"/>
                  </a:moveTo>
                  <a:lnTo>
                    <a:pt x="0" y="24"/>
                  </a:lnTo>
                  <a:lnTo>
                    <a:pt x="0" y="72"/>
                  </a:lnTo>
                  <a:lnTo>
                    <a:pt x="25" y="96"/>
                  </a:lnTo>
                  <a:lnTo>
                    <a:pt x="73" y="145"/>
                  </a:lnTo>
                  <a:lnTo>
                    <a:pt x="121" y="120"/>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
            <p:cNvSpPr/>
            <p:nvPr/>
          </p:nvSpPr>
          <p:spPr>
            <a:xfrm>
              <a:off x="2136900" y="2417550"/>
              <a:ext cx="3025" cy="4225"/>
            </a:xfrm>
            <a:custGeom>
              <a:avLst/>
              <a:gdLst/>
              <a:ahLst/>
              <a:cxnLst/>
              <a:rect l="l" t="t" r="r" b="b"/>
              <a:pathLst>
                <a:path w="121" h="169" extrusionOk="0">
                  <a:moveTo>
                    <a:pt x="48" y="0"/>
                  </a:moveTo>
                  <a:lnTo>
                    <a:pt x="0" y="24"/>
                  </a:lnTo>
                  <a:lnTo>
                    <a:pt x="0" y="72"/>
                  </a:lnTo>
                  <a:lnTo>
                    <a:pt x="0" y="120"/>
                  </a:lnTo>
                  <a:lnTo>
                    <a:pt x="24" y="144"/>
                  </a:lnTo>
                  <a:lnTo>
                    <a:pt x="72" y="169"/>
                  </a:lnTo>
                  <a:lnTo>
                    <a:pt x="97" y="169"/>
                  </a:lnTo>
                  <a:lnTo>
                    <a:pt x="121" y="144"/>
                  </a:lnTo>
                  <a:lnTo>
                    <a:pt x="121" y="96"/>
                  </a:lnTo>
                  <a:lnTo>
                    <a:pt x="121" y="72"/>
                  </a:lnTo>
                  <a:lnTo>
                    <a:pt x="97"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
            <p:cNvSpPr/>
            <p:nvPr/>
          </p:nvSpPr>
          <p:spPr>
            <a:xfrm>
              <a:off x="2080925" y="1931875"/>
              <a:ext cx="3625" cy="4225"/>
            </a:xfrm>
            <a:custGeom>
              <a:avLst/>
              <a:gdLst/>
              <a:ahLst/>
              <a:cxnLst/>
              <a:rect l="l" t="t" r="r" b="b"/>
              <a:pathLst>
                <a:path w="145" h="169" extrusionOk="0">
                  <a:moveTo>
                    <a:pt x="49" y="0"/>
                  </a:moveTo>
                  <a:lnTo>
                    <a:pt x="25" y="24"/>
                  </a:lnTo>
                  <a:lnTo>
                    <a:pt x="0" y="48"/>
                  </a:lnTo>
                  <a:lnTo>
                    <a:pt x="0" y="96"/>
                  </a:lnTo>
                  <a:lnTo>
                    <a:pt x="25" y="144"/>
                  </a:lnTo>
                  <a:lnTo>
                    <a:pt x="97" y="169"/>
                  </a:lnTo>
                  <a:lnTo>
                    <a:pt x="121" y="144"/>
                  </a:lnTo>
                  <a:lnTo>
                    <a:pt x="145" y="96"/>
                  </a:lnTo>
                  <a:lnTo>
                    <a:pt x="145"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
            <p:cNvSpPr/>
            <p:nvPr/>
          </p:nvSpPr>
          <p:spPr>
            <a:xfrm>
              <a:off x="1920225" y="2043800"/>
              <a:ext cx="4250" cy="3650"/>
            </a:xfrm>
            <a:custGeom>
              <a:avLst/>
              <a:gdLst/>
              <a:ahLst/>
              <a:cxnLst/>
              <a:rect l="l" t="t" r="r" b="b"/>
              <a:pathLst>
                <a:path w="170" h="146" extrusionOk="0">
                  <a:moveTo>
                    <a:pt x="73" y="1"/>
                  </a:moveTo>
                  <a:lnTo>
                    <a:pt x="25" y="25"/>
                  </a:lnTo>
                  <a:lnTo>
                    <a:pt x="1" y="49"/>
                  </a:lnTo>
                  <a:lnTo>
                    <a:pt x="1" y="97"/>
                  </a:lnTo>
                  <a:lnTo>
                    <a:pt x="1" y="121"/>
                  </a:lnTo>
                  <a:lnTo>
                    <a:pt x="49" y="145"/>
                  </a:lnTo>
                  <a:lnTo>
                    <a:pt x="97" y="145"/>
                  </a:lnTo>
                  <a:lnTo>
                    <a:pt x="121" y="121"/>
                  </a:lnTo>
                  <a:lnTo>
                    <a:pt x="145" y="97"/>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
            <p:cNvSpPr/>
            <p:nvPr/>
          </p:nvSpPr>
          <p:spPr>
            <a:xfrm>
              <a:off x="2206100" y="2485550"/>
              <a:ext cx="3050" cy="3025"/>
            </a:xfrm>
            <a:custGeom>
              <a:avLst/>
              <a:gdLst/>
              <a:ahLst/>
              <a:cxnLst/>
              <a:rect l="l" t="t" r="r" b="b"/>
              <a:pathLst>
                <a:path w="122" h="121" extrusionOk="0">
                  <a:moveTo>
                    <a:pt x="49" y="0"/>
                  </a:moveTo>
                  <a:lnTo>
                    <a:pt x="25" y="24"/>
                  </a:lnTo>
                  <a:lnTo>
                    <a:pt x="1" y="48"/>
                  </a:lnTo>
                  <a:lnTo>
                    <a:pt x="1" y="97"/>
                  </a:lnTo>
                  <a:lnTo>
                    <a:pt x="25" y="121"/>
                  </a:lnTo>
                  <a:lnTo>
                    <a:pt x="97" y="97"/>
                  </a:lnTo>
                  <a:lnTo>
                    <a:pt x="121" y="73"/>
                  </a:lnTo>
                  <a:lnTo>
                    <a:pt x="121"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
            <p:cNvSpPr/>
            <p:nvPr/>
          </p:nvSpPr>
          <p:spPr>
            <a:xfrm>
              <a:off x="2222350" y="2032375"/>
              <a:ext cx="3650" cy="3025"/>
            </a:xfrm>
            <a:custGeom>
              <a:avLst/>
              <a:gdLst/>
              <a:ahLst/>
              <a:cxnLst/>
              <a:rect l="l" t="t" r="r" b="b"/>
              <a:pathLst>
                <a:path w="146" h="121" extrusionOk="0">
                  <a:moveTo>
                    <a:pt x="73" y="0"/>
                  </a:moveTo>
                  <a:lnTo>
                    <a:pt x="25" y="48"/>
                  </a:lnTo>
                  <a:lnTo>
                    <a:pt x="1" y="97"/>
                  </a:lnTo>
                  <a:lnTo>
                    <a:pt x="25" y="121"/>
                  </a:lnTo>
                  <a:lnTo>
                    <a:pt x="73" y="121"/>
                  </a:lnTo>
                  <a:lnTo>
                    <a:pt x="145" y="72"/>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
            <p:cNvSpPr/>
            <p:nvPr/>
          </p:nvSpPr>
          <p:spPr>
            <a:xfrm>
              <a:off x="2330675" y="2332075"/>
              <a:ext cx="3050" cy="3650"/>
            </a:xfrm>
            <a:custGeom>
              <a:avLst/>
              <a:gdLst/>
              <a:ahLst/>
              <a:cxnLst/>
              <a:rect l="l" t="t" r="r" b="b"/>
              <a:pathLst>
                <a:path w="122" h="146" extrusionOk="0">
                  <a:moveTo>
                    <a:pt x="25" y="1"/>
                  </a:moveTo>
                  <a:lnTo>
                    <a:pt x="1" y="49"/>
                  </a:lnTo>
                  <a:lnTo>
                    <a:pt x="1" y="73"/>
                  </a:lnTo>
                  <a:lnTo>
                    <a:pt x="1" y="97"/>
                  </a:lnTo>
                  <a:lnTo>
                    <a:pt x="49" y="145"/>
                  </a:lnTo>
                  <a:lnTo>
                    <a:pt x="97" y="145"/>
                  </a:lnTo>
                  <a:lnTo>
                    <a:pt x="121" y="121"/>
                  </a:lnTo>
                  <a:lnTo>
                    <a:pt x="121"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
            <p:cNvSpPr/>
            <p:nvPr/>
          </p:nvSpPr>
          <p:spPr>
            <a:xfrm>
              <a:off x="2275325" y="2075700"/>
              <a:ext cx="3625" cy="3625"/>
            </a:xfrm>
            <a:custGeom>
              <a:avLst/>
              <a:gdLst/>
              <a:ahLst/>
              <a:cxnLst/>
              <a:rect l="l" t="t" r="r" b="b"/>
              <a:pathLst>
                <a:path w="145" h="145" extrusionOk="0">
                  <a:moveTo>
                    <a:pt x="48" y="1"/>
                  </a:moveTo>
                  <a:lnTo>
                    <a:pt x="0" y="25"/>
                  </a:lnTo>
                  <a:lnTo>
                    <a:pt x="0" y="73"/>
                  </a:lnTo>
                  <a:lnTo>
                    <a:pt x="0" y="97"/>
                  </a:lnTo>
                  <a:lnTo>
                    <a:pt x="24" y="121"/>
                  </a:lnTo>
                  <a:lnTo>
                    <a:pt x="72" y="145"/>
                  </a:lnTo>
                  <a:lnTo>
                    <a:pt x="96" y="121"/>
                  </a:lnTo>
                  <a:lnTo>
                    <a:pt x="120" y="97"/>
                  </a:lnTo>
                  <a:lnTo>
                    <a:pt x="145" y="49"/>
                  </a:lnTo>
                  <a:lnTo>
                    <a:pt x="120"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
            <p:cNvSpPr/>
            <p:nvPr/>
          </p:nvSpPr>
          <p:spPr>
            <a:xfrm>
              <a:off x="1984025" y="1901175"/>
              <a:ext cx="3650" cy="4225"/>
            </a:xfrm>
            <a:custGeom>
              <a:avLst/>
              <a:gdLst/>
              <a:ahLst/>
              <a:cxnLst/>
              <a:rect l="l" t="t" r="r" b="b"/>
              <a:pathLst>
                <a:path w="146" h="169" extrusionOk="0">
                  <a:moveTo>
                    <a:pt x="97" y="0"/>
                  </a:moveTo>
                  <a:lnTo>
                    <a:pt x="1" y="97"/>
                  </a:lnTo>
                  <a:lnTo>
                    <a:pt x="1" y="121"/>
                  </a:lnTo>
                  <a:lnTo>
                    <a:pt x="25" y="169"/>
                  </a:lnTo>
                  <a:lnTo>
                    <a:pt x="49" y="169"/>
                  </a:lnTo>
                  <a:lnTo>
                    <a:pt x="73" y="145"/>
                  </a:lnTo>
                  <a:lnTo>
                    <a:pt x="121" y="73"/>
                  </a:lnTo>
                  <a:lnTo>
                    <a:pt x="121" y="97"/>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
            <p:cNvSpPr/>
            <p:nvPr/>
          </p:nvSpPr>
          <p:spPr>
            <a:xfrm>
              <a:off x="2192875" y="2498775"/>
              <a:ext cx="3025" cy="3650"/>
            </a:xfrm>
            <a:custGeom>
              <a:avLst/>
              <a:gdLst/>
              <a:ahLst/>
              <a:cxnLst/>
              <a:rect l="l" t="t" r="r" b="b"/>
              <a:pathLst>
                <a:path w="121" h="146" extrusionOk="0">
                  <a:moveTo>
                    <a:pt x="24" y="1"/>
                  </a:moveTo>
                  <a:lnTo>
                    <a:pt x="0" y="49"/>
                  </a:lnTo>
                  <a:lnTo>
                    <a:pt x="0" y="73"/>
                  </a:lnTo>
                  <a:lnTo>
                    <a:pt x="48" y="121"/>
                  </a:lnTo>
                  <a:lnTo>
                    <a:pt x="72" y="145"/>
                  </a:lnTo>
                  <a:lnTo>
                    <a:pt x="96" y="145"/>
                  </a:lnTo>
                  <a:lnTo>
                    <a:pt x="120" y="97"/>
                  </a:lnTo>
                  <a:lnTo>
                    <a:pt x="120"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
            <p:cNvSpPr/>
            <p:nvPr/>
          </p:nvSpPr>
          <p:spPr>
            <a:xfrm>
              <a:off x="2185650" y="2288750"/>
              <a:ext cx="3025" cy="3625"/>
            </a:xfrm>
            <a:custGeom>
              <a:avLst/>
              <a:gdLst/>
              <a:ahLst/>
              <a:cxnLst/>
              <a:rect l="l" t="t" r="r" b="b"/>
              <a:pathLst>
                <a:path w="121" h="145" extrusionOk="0">
                  <a:moveTo>
                    <a:pt x="72" y="0"/>
                  </a:moveTo>
                  <a:lnTo>
                    <a:pt x="0" y="24"/>
                  </a:lnTo>
                  <a:lnTo>
                    <a:pt x="0" y="73"/>
                  </a:lnTo>
                  <a:lnTo>
                    <a:pt x="0" y="121"/>
                  </a:lnTo>
                  <a:lnTo>
                    <a:pt x="48" y="145"/>
                  </a:lnTo>
                  <a:lnTo>
                    <a:pt x="96" y="145"/>
                  </a:lnTo>
                  <a:lnTo>
                    <a:pt x="121" y="121"/>
                  </a:lnTo>
                  <a:lnTo>
                    <a:pt x="121" y="73"/>
                  </a:lnTo>
                  <a:lnTo>
                    <a:pt x="121" y="49"/>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
            <p:cNvSpPr/>
            <p:nvPr/>
          </p:nvSpPr>
          <p:spPr>
            <a:xfrm>
              <a:off x="2313225" y="2460275"/>
              <a:ext cx="4250" cy="3025"/>
            </a:xfrm>
            <a:custGeom>
              <a:avLst/>
              <a:gdLst/>
              <a:ahLst/>
              <a:cxnLst/>
              <a:rect l="l" t="t" r="r" b="b"/>
              <a:pathLst>
                <a:path w="170" h="121" extrusionOk="0">
                  <a:moveTo>
                    <a:pt x="49" y="0"/>
                  </a:moveTo>
                  <a:lnTo>
                    <a:pt x="1" y="24"/>
                  </a:lnTo>
                  <a:lnTo>
                    <a:pt x="1" y="48"/>
                  </a:lnTo>
                  <a:lnTo>
                    <a:pt x="25" y="72"/>
                  </a:lnTo>
                  <a:lnTo>
                    <a:pt x="97" y="121"/>
                  </a:lnTo>
                  <a:lnTo>
                    <a:pt x="145" y="121"/>
                  </a:lnTo>
                  <a:lnTo>
                    <a:pt x="169" y="97"/>
                  </a:lnTo>
                  <a:lnTo>
                    <a:pt x="169"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
            <p:cNvSpPr/>
            <p:nvPr/>
          </p:nvSpPr>
          <p:spPr>
            <a:xfrm>
              <a:off x="2145325" y="2497575"/>
              <a:ext cx="3025" cy="3650"/>
            </a:xfrm>
            <a:custGeom>
              <a:avLst/>
              <a:gdLst/>
              <a:ahLst/>
              <a:cxnLst/>
              <a:rect l="l" t="t" r="r" b="b"/>
              <a:pathLst>
                <a:path w="121" h="146" extrusionOk="0">
                  <a:moveTo>
                    <a:pt x="48" y="1"/>
                  </a:moveTo>
                  <a:lnTo>
                    <a:pt x="0" y="25"/>
                  </a:lnTo>
                  <a:lnTo>
                    <a:pt x="0" y="73"/>
                  </a:lnTo>
                  <a:lnTo>
                    <a:pt x="24" y="121"/>
                  </a:lnTo>
                  <a:lnTo>
                    <a:pt x="72" y="145"/>
                  </a:lnTo>
                  <a:lnTo>
                    <a:pt x="121" y="97"/>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
            <p:cNvSpPr/>
            <p:nvPr/>
          </p:nvSpPr>
          <p:spPr>
            <a:xfrm>
              <a:off x="2269900" y="2033575"/>
              <a:ext cx="3025" cy="3625"/>
            </a:xfrm>
            <a:custGeom>
              <a:avLst/>
              <a:gdLst/>
              <a:ahLst/>
              <a:cxnLst/>
              <a:rect l="l" t="t" r="r" b="b"/>
              <a:pathLst>
                <a:path w="121" h="145" extrusionOk="0">
                  <a:moveTo>
                    <a:pt x="49" y="0"/>
                  </a:moveTo>
                  <a:lnTo>
                    <a:pt x="25" y="24"/>
                  </a:lnTo>
                  <a:lnTo>
                    <a:pt x="0" y="73"/>
                  </a:lnTo>
                  <a:lnTo>
                    <a:pt x="25" y="121"/>
                  </a:lnTo>
                  <a:lnTo>
                    <a:pt x="49" y="145"/>
                  </a:lnTo>
                  <a:lnTo>
                    <a:pt x="97" y="145"/>
                  </a:lnTo>
                  <a:lnTo>
                    <a:pt x="121" y="97"/>
                  </a:lnTo>
                  <a:lnTo>
                    <a:pt x="121" y="49"/>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
            <p:cNvSpPr/>
            <p:nvPr/>
          </p:nvSpPr>
          <p:spPr>
            <a:xfrm>
              <a:off x="1966575" y="1850025"/>
              <a:ext cx="4250" cy="3025"/>
            </a:xfrm>
            <a:custGeom>
              <a:avLst/>
              <a:gdLst/>
              <a:ahLst/>
              <a:cxnLst/>
              <a:rect l="l" t="t" r="r" b="b"/>
              <a:pathLst>
                <a:path w="170" h="121" extrusionOk="0">
                  <a:moveTo>
                    <a:pt x="145" y="0"/>
                  </a:moveTo>
                  <a:lnTo>
                    <a:pt x="49" y="24"/>
                  </a:lnTo>
                  <a:lnTo>
                    <a:pt x="25" y="48"/>
                  </a:lnTo>
                  <a:lnTo>
                    <a:pt x="1" y="72"/>
                  </a:lnTo>
                  <a:lnTo>
                    <a:pt x="25" y="120"/>
                  </a:lnTo>
                  <a:lnTo>
                    <a:pt x="73" y="120"/>
                  </a:lnTo>
                  <a:lnTo>
                    <a:pt x="97" y="96"/>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
            <p:cNvSpPr/>
            <p:nvPr/>
          </p:nvSpPr>
          <p:spPr>
            <a:xfrm>
              <a:off x="1980425" y="2009500"/>
              <a:ext cx="3625" cy="3025"/>
            </a:xfrm>
            <a:custGeom>
              <a:avLst/>
              <a:gdLst/>
              <a:ahLst/>
              <a:cxnLst/>
              <a:rect l="l" t="t" r="r" b="b"/>
              <a:pathLst>
                <a:path w="145" h="121" extrusionOk="0">
                  <a:moveTo>
                    <a:pt x="48" y="0"/>
                  </a:moveTo>
                  <a:lnTo>
                    <a:pt x="0" y="49"/>
                  </a:lnTo>
                  <a:lnTo>
                    <a:pt x="0" y="73"/>
                  </a:lnTo>
                  <a:lnTo>
                    <a:pt x="0" y="97"/>
                  </a:lnTo>
                  <a:lnTo>
                    <a:pt x="48" y="121"/>
                  </a:lnTo>
                  <a:lnTo>
                    <a:pt x="96" y="121"/>
                  </a:lnTo>
                  <a:lnTo>
                    <a:pt x="121" y="97"/>
                  </a:lnTo>
                  <a:lnTo>
                    <a:pt x="145" y="73"/>
                  </a:lnTo>
                  <a:lnTo>
                    <a:pt x="121" y="49"/>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
            <p:cNvSpPr/>
            <p:nvPr/>
          </p:nvSpPr>
          <p:spPr>
            <a:xfrm>
              <a:off x="1993650" y="2013700"/>
              <a:ext cx="3650" cy="3650"/>
            </a:xfrm>
            <a:custGeom>
              <a:avLst/>
              <a:gdLst/>
              <a:ahLst/>
              <a:cxnLst/>
              <a:rect l="l" t="t" r="r" b="b"/>
              <a:pathLst>
                <a:path w="146" h="146" extrusionOk="0">
                  <a:moveTo>
                    <a:pt x="73" y="1"/>
                  </a:moveTo>
                  <a:lnTo>
                    <a:pt x="25" y="25"/>
                  </a:lnTo>
                  <a:lnTo>
                    <a:pt x="1" y="97"/>
                  </a:lnTo>
                  <a:lnTo>
                    <a:pt x="25" y="121"/>
                  </a:lnTo>
                  <a:lnTo>
                    <a:pt x="73" y="145"/>
                  </a:lnTo>
                  <a:lnTo>
                    <a:pt x="97" y="145"/>
                  </a:lnTo>
                  <a:lnTo>
                    <a:pt x="121" y="121"/>
                  </a:lnTo>
                  <a:lnTo>
                    <a:pt x="145"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
            <p:cNvSpPr/>
            <p:nvPr/>
          </p:nvSpPr>
          <p:spPr>
            <a:xfrm>
              <a:off x="2341525" y="1818725"/>
              <a:ext cx="3625" cy="3025"/>
            </a:xfrm>
            <a:custGeom>
              <a:avLst/>
              <a:gdLst/>
              <a:ahLst/>
              <a:cxnLst/>
              <a:rect l="l" t="t" r="r" b="b"/>
              <a:pathLst>
                <a:path w="145" h="121" extrusionOk="0">
                  <a:moveTo>
                    <a:pt x="72" y="0"/>
                  </a:moveTo>
                  <a:lnTo>
                    <a:pt x="24" y="24"/>
                  </a:lnTo>
                  <a:lnTo>
                    <a:pt x="0" y="73"/>
                  </a:lnTo>
                  <a:lnTo>
                    <a:pt x="24" y="97"/>
                  </a:lnTo>
                  <a:lnTo>
                    <a:pt x="48" y="121"/>
                  </a:lnTo>
                  <a:lnTo>
                    <a:pt x="96" y="121"/>
                  </a:lnTo>
                  <a:lnTo>
                    <a:pt x="145" y="73"/>
                  </a:lnTo>
                  <a:lnTo>
                    <a:pt x="145"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
            <p:cNvSpPr/>
            <p:nvPr/>
          </p:nvSpPr>
          <p:spPr>
            <a:xfrm>
              <a:off x="1881125" y="1930050"/>
              <a:ext cx="3625" cy="3050"/>
            </a:xfrm>
            <a:custGeom>
              <a:avLst/>
              <a:gdLst/>
              <a:ahLst/>
              <a:cxnLst/>
              <a:rect l="l" t="t" r="r" b="b"/>
              <a:pathLst>
                <a:path w="145" h="122" extrusionOk="0">
                  <a:moveTo>
                    <a:pt x="24" y="1"/>
                  </a:moveTo>
                  <a:lnTo>
                    <a:pt x="0" y="49"/>
                  </a:lnTo>
                  <a:lnTo>
                    <a:pt x="0" y="73"/>
                  </a:lnTo>
                  <a:lnTo>
                    <a:pt x="24" y="97"/>
                  </a:lnTo>
                  <a:lnTo>
                    <a:pt x="72" y="121"/>
                  </a:lnTo>
                  <a:lnTo>
                    <a:pt x="120" y="97"/>
                  </a:lnTo>
                  <a:lnTo>
                    <a:pt x="145" y="49"/>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
            <p:cNvSpPr/>
            <p:nvPr/>
          </p:nvSpPr>
          <p:spPr>
            <a:xfrm>
              <a:off x="2287350" y="2454850"/>
              <a:ext cx="3025" cy="4250"/>
            </a:xfrm>
            <a:custGeom>
              <a:avLst/>
              <a:gdLst/>
              <a:ahLst/>
              <a:cxnLst/>
              <a:rect l="l" t="t" r="r" b="b"/>
              <a:pathLst>
                <a:path w="121" h="170" extrusionOk="0">
                  <a:moveTo>
                    <a:pt x="49" y="1"/>
                  </a:moveTo>
                  <a:lnTo>
                    <a:pt x="1" y="25"/>
                  </a:lnTo>
                  <a:lnTo>
                    <a:pt x="1" y="73"/>
                  </a:lnTo>
                  <a:lnTo>
                    <a:pt x="1" y="97"/>
                  </a:lnTo>
                  <a:lnTo>
                    <a:pt x="25" y="145"/>
                  </a:lnTo>
                  <a:lnTo>
                    <a:pt x="73" y="169"/>
                  </a:lnTo>
                  <a:lnTo>
                    <a:pt x="97" y="145"/>
                  </a:lnTo>
                  <a:lnTo>
                    <a:pt x="121" y="121"/>
                  </a:lnTo>
                  <a:lnTo>
                    <a:pt x="121" y="73"/>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
            <p:cNvSpPr/>
            <p:nvPr/>
          </p:nvSpPr>
          <p:spPr>
            <a:xfrm>
              <a:off x="2316850" y="2341700"/>
              <a:ext cx="3625" cy="3650"/>
            </a:xfrm>
            <a:custGeom>
              <a:avLst/>
              <a:gdLst/>
              <a:ahLst/>
              <a:cxnLst/>
              <a:rect l="l" t="t" r="r" b="b"/>
              <a:pathLst>
                <a:path w="145" h="146" extrusionOk="0">
                  <a:moveTo>
                    <a:pt x="48" y="1"/>
                  </a:moveTo>
                  <a:lnTo>
                    <a:pt x="24" y="25"/>
                  </a:lnTo>
                  <a:lnTo>
                    <a:pt x="0" y="73"/>
                  </a:lnTo>
                  <a:lnTo>
                    <a:pt x="24" y="121"/>
                  </a:lnTo>
                  <a:lnTo>
                    <a:pt x="72" y="145"/>
                  </a:lnTo>
                  <a:lnTo>
                    <a:pt x="96" y="121"/>
                  </a:lnTo>
                  <a:lnTo>
                    <a:pt x="145" y="73"/>
                  </a:lnTo>
                  <a:lnTo>
                    <a:pt x="145"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
            <p:cNvSpPr/>
            <p:nvPr/>
          </p:nvSpPr>
          <p:spPr>
            <a:xfrm>
              <a:off x="2077300" y="1945100"/>
              <a:ext cx="2450" cy="3025"/>
            </a:xfrm>
            <a:custGeom>
              <a:avLst/>
              <a:gdLst/>
              <a:ahLst/>
              <a:cxnLst/>
              <a:rect l="l" t="t" r="r" b="b"/>
              <a:pathLst>
                <a:path w="98" h="121" extrusionOk="0">
                  <a:moveTo>
                    <a:pt x="25" y="1"/>
                  </a:moveTo>
                  <a:lnTo>
                    <a:pt x="1" y="25"/>
                  </a:lnTo>
                  <a:lnTo>
                    <a:pt x="1" y="73"/>
                  </a:lnTo>
                  <a:lnTo>
                    <a:pt x="1" y="97"/>
                  </a:lnTo>
                  <a:lnTo>
                    <a:pt x="25" y="121"/>
                  </a:lnTo>
                  <a:lnTo>
                    <a:pt x="49" y="121"/>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
            <p:cNvSpPr/>
            <p:nvPr/>
          </p:nvSpPr>
          <p:spPr>
            <a:xfrm>
              <a:off x="2123650" y="2501200"/>
              <a:ext cx="2425" cy="3025"/>
            </a:xfrm>
            <a:custGeom>
              <a:avLst/>
              <a:gdLst/>
              <a:ahLst/>
              <a:cxnLst/>
              <a:rect l="l" t="t" r="r" b="b"/>
              <a:pathLst>
                <a:path w="97" h="121" extrusionOk="0">
                  <a:moveTo>
                    <a:pt x="73" y="0"/>
                  </a:moveTo>
                  <a:lnTo>
                    <a:pt x="25" y="24"/>
                  </a:lnTo>
                  <a:lnTo>
                    <a:pt x="1" y="48"/>
                  </a:lnTo>
                  <a:lnTo>
                    <a:pt x="25" y="97"/>
                  </a:lnTo>
                  <a:lnTo>
                    <a:pt x="73" y="121"/>
                  </a:lnTo>
                  <a:lnTo>
                    <a:pt x="97"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
            <p:cNvSpPr/>
            <p:nvPr/>
          </p:nvSpPr>
          <p:spPr>
            <a:xfrm>
              <a:off x="2031575" y="1922825"/>
              <a:ext cx="2425" cy="3650"/>
            </a:xfrm>
            <a:custGeom>
              <a:avLst/>
              <a:gdLst/>
              <a:ahLst/>
              <a:cxnLst/>
              <a:rect l="l" t="t" r="r" b="b"/>
              <a:pathLst>
                <a:path w="97" h="146" extrusionOk="0">
                  <a:moveTo>
                    <a:pt x="24" y="1"/>
                  </a:moveTo>
                  <a:lnTo>
                    <a:pt x="0" y="25"/>
                  </a:lnTo>
                  <a:lnTo>
                    <a:pt x="0" y="97"/>
                  </a:lnTo>
                  <a:lnTo>
                    <a:pt x="24" y="121"/>
                  </a:lnTo>
                  <a:lnTo>
                    <a:pt x="49" y="145"/>
                  </a:lnTo>
                  <a:lnTo>
                    <a:pt x="97" y="97"/>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
            <p:cNvSpPr/>
            <p:nvPr/>
          </p:nvSpPr>
          <p:spPr>
            <a:xfrm>
              <a:off x="1864275" y="1957750"/>
              <a:ext cx="3025" cy="3025"/>
            </a:xfrm>
            <a:custGeom>
              <a:avLst/>
              <a:gdLst/>
              <a:ahLst/>
              <a:cxnLst/>
              <a:rect l="l" t="t" r="r" b="b"/>
              <a:pathLst>
                <a:path w="121" h="121" extrusionOk="0">
                  <a:moveTo>
                    <a:pt x="48" y="0"/>
                  </a:moveTo>
                  <a:lnTo>
                    <a:pt x="0" y="48"/>
                  </a:lnTo>
                  <a:lnTo>
                    <a:pt x="0" y="96"/>
                  </a:lnTo>
                  <a:lnTo>
                    <a:pt x="0" y="121"/>
                  </a:lnTo>
                  <a:lnTo>
                    <a:pt x="72" y="121"/>
                  </a:lnTo>
                  <a:lnTo>
                    <a:pt x="120" y="72"/>
                  </a:lnTo>
                  <a:lnTo>
                    <a:pt x="120"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
            <p:cNvSpPr/>
            <p:nvPr/>
          </p:nvSpPr>
          <p:spPr>
            <a:xfrm>
              <a:off x="1984025" y="1915000"/>
              <a:ext cx="2425" cy="3650"/>
            </a:xfrm>
            <a:custGeom>
              <a:avLst/>
              <a:gdLst/>
              <a:ahLst/>
              <a:cxnLst/>
              <a:rect l="l" t="t" r="r" b="b"/>
              <a:pathLst>
                <a:path w="97" h="146" extrusionOk="0">
                  <a:moveTo>
                    <a:pt x="49" y="1"/>
                  </a:moveTo>
                  <a:lnTo>
                    <a:pt x="1" y="97"/>
                  </a:lnTo>
                  <a:lnTo>
                    <a:pt x="49" y="145"/>
                  </a:lnTo>
                  <a:lnTo>
                    <a:pt x="73" y="145"/>
                  </a:lnTo>
                  <a:lnTo>
                    <a:pt x="97" y="121"/>
                  </a:lnTo>
                  <a:lnTo>
                    <a:pt x="97"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
            <p:cNvSpPr/>
            <p:nvPr/>
          </p:nvSpPr>
          <p:spPr>
            <a:xfrm>
              <a:off x="2124850" y="2506600"/>
              <a:ext cx="3050" cy="3050"/>
            </a:xfrm>
            <a:custGeom>
              <a:avLst/>
              <a:gdLst/>
              <a:ahLst/>
              <a:cxnLst/>
              <a:rect l="l" t="t" r="r" b="b"/>
              <a:pathLst>
                <a:path w="122" h="122" extrusionOk="0">
                  <a:moveTo>
                    <a:pt x="49" y="1"/>
                  </a:moveTo>
                  <a:lnTo>
                    <a:pt x="25" y="25"/>
                  </a:lnTo>
                  <a:lnTo>
                    <a:pt x="1" y="49"/>
                  </a:lnTo>
                  <a:lnTo>
                    <a:pt x="1" y="73"/>
                  </a:lnTo>
                  <a:lnTo>
                    <a:pt x="25" y="121"/>
                  </a:lnTo>
                  <a:lnTo>
                    <a:pt x="97" y="121"/>
                  </a:lnTo>
                  <a:lnTo>
                    <a:pt x="121" y="73"/>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
            <p:cNvSpPr/>
            <p:nvPr/>
          </p:nvSpPr>
          <p:spPr>
            <a:xfrm>
              <a:off x="2109200" y="1928850"/>
              <a:ext cx="3650" cy="3050"/>
            </a:xfrm>
            <a:custGeom>
              <a:avLst/>
              <a:gdLst/>
              <a:ahLst/>
              <a:cxnLst/>
              <a:rect l="l" t="t" r="r" b="b"/>
              <a:pathLst>
                <a:path w="146" h="122" extrusionOk="0">
                  <a:moveTo>
                    <a:pt x="49" y="1"/>
                  </a:moveTo>
                  <a:lnTo>
                    <a:pt x="1" y="49"/>
                  </a:lnTo>
                  <a:lnTo>
                    <a:pt x="1" y="97"/>
                  </a:lnTo>
                  <a:lnTo>
                    <a:pt x="49" y="121"/>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
            <p:cNvSpPr/>
            <p:nvPr/>
          </p:nvSpPr>
          <p:spPr>
            <a:xfrm>
              <a:off x="1990050" y="1933075"/>
              <a:ext cx="2425" cy="2425"/>
            </a:xfrm>
            <a:custGeom>
              <a:avLst/>
              <a:gdLst/>
              <a:ahLst/>
              <a:cxnLst/>
              <a:rect l="l" t="t" r="r" b="b"/>
              <a:pathLst>
                <a:path w="97" h="97" extrusionOk="0">
                  <a:moveTo>
                    <a:pt x="49" y="0"/>
                  </a:moveTo>
                  <a:lnTo>
                    <a:pt x="0" y="24"/>
                  </a:lnTo>
                  <a:lnTo>
                    <a:pt x="0" y="72"/>
                  </a:lnTo>
                  <a:lnTo>
                    <a:pt x="24" y="96"/>
                  </a:lnTo>
                  <a:lnTo>
                    <a:pt x="73" y="96"/>
                  </a:lnTo>
                  <a:lnTo>
                    <a:pt x="97" y="72"/>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
            <p:cNvSpPr/>
            <p:nvPr/>
          </p:nvSpPr>
          <p:spPr>
            <a:xfrm>
              <a:off x="2284950" y="2010100"/>
              <a:ext cx="3625" cy="2425"/>
            </a:xfrm>
            <a:custGeom>
              <a:avLst/>
              <a:gdLst/>
              <a:ahLst/>
              <a:cxnLst/>
              <a:rect l="l" t="t" r="r" b="b"/>
              <a:pathLst>
                <a:path w="145" h="97" extrusionOk="0">
                  <a:moveTo>
                    <a:pt x="24" y="1"/>
                  </a:moveTo>
                  <a:lnTo>
                    <a:pt x="0" y="49"/>
                  </a:lnTo>
                  <a:lnTo>
                    <a:pt x="24" y="73"/>
                  </a:lnTo>
                  <a:lnTo>
                    <a:pt x="72" y="97"/>
                  </a:lnTo>
                  <a:lnTo>
                    <a:pt x="121" y="73"/>
                  </a:lnTo>
                  <a:lnTo>
                    <a:pt x="145" y="49"/>
                  </a:lnTo>
                  <a:lnTo>
                    <a:pt x="121"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
            <p:cNvSpPr/>
            <p:nvPr/>
          </p:nvSpPr>
          <p:spPr>
            <a:xfrm>
              <a:off x="2223550" y="2499375"/>
              <a:ext cx="2450" cy="2450"/>
            </a:xfrm>
            <a:custGeom>
              <a:avLst/>
              <a:gdLst/>
              <a:ahLst/>
              <a:cxnLst/>
              <a:rect l="l" t="t" r="r" b="b"/>
              <a:pathLst>
                <a:path w="98" h="98" extrusionOk="0">
                  <a:moveTo>
                    <a:pt x="49" y="1"/>
                  </a:moveTo>
                  <a:lnTo>
                    <a:pt x="1" y="25"/>
                  </a:lnTo>
                  <a:lnTo>
                    <a:pt x="1" y="49"/>
                  </a:lnTo>
                  <a:lnTo>
                    <a:pt x="25" y="97"/>
                  </a:lnTo>
                  <a:lnTo>
                    <a:pt x="73" y="97"/>
                  </a:lnTo>
                  <a:lnTo>
                    <a:pt x="97" y="73"/>
                  </a:lnTo>
                  <a:lnTo>
                    <a:pt x="97"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
            <p:cNvSpPr/>
            <p:nvPr/>
          </p:nvSpPr>
          <p:spPr>
            <a:xfrm>
              <a:off x="2049025" y="2531275"/>
              <a:ext cx="3625" cy="3650"/>
            </a:xfrm>
            <a:custGeom>
              <a:avLst/>
              <a:gdLst/>
              <a:ahLst/>
              <a:cxnLst/>
              <a:rect l="l" t="t" r="r" b="b"/>
              <a:pathLst>
                <a:path w="145" h="146" extrusionOk="0">
                  <a:moveTo>
                    <a:pt x="1" y="1"/>
                  </a:moveTo>
                  <a:lnTo>
                    <a:pt x="25" y="97"/>
                  </a:lnTo>
                  <a:lnTo>
                    <a:pt x="49" y="145"/>
                  </a:lnTo>
                  <a:lnTo>
                    <a:pt x="97" y="145"/>
                  </a:lnTo>
                  <a:lnTo>
                    <a:pt x="145" y="97"/>
                  </a:lnTo>
                  <a:lnTo>
                    <a:pt x="97" y="49"/>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
            <p:cNvSpPr/>
            <p:nvPr/>
          </p:nvSpPr>
          <p:spPr>
            <a:xfrm>
              <a:off x="1894350" y="1923450"/>
              <a:ext cx="3050" cy="3025"/>
            </a:xfrm>
            <a:custGeom>
              <a:avLst/>
              <a:gdLst/>
              <a:ahLst/>
              <a:cxnLst/>
              <a:rect l="l" t="t" r="r" b="b"/>
              <a:pathLst>
                <a:path w="122" h="121" extrusionOk="0">
                  <a:moveTo>
                    <a:pt x="49" y="0"/>
                  </a:moveTo>
                  <a:lnTo>
                    <a:pt x="25" y="24"/>
                  </a:lnTo>
                  <a:lnTo>
                    <a:pt x="1" y="48"/>
                  </a:lnTo>
                  <a:lnTo>
                    <a:pt x="25" y="96"/>
                  </a:lnTo>
                  <a:lnTo>
                    <a:pt x="49" y="120"/>
                  </a:lnTo>
                  <a:lnTo>
                    <a:pt x="97" y="96"/>
                  </a:lnTo>
                  <a:lnTo>
                    <a:pt x="121"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
            <p:cNvSpPr/>
            <p:nvPr/>
          </p:nvSpPr>
          <p:spPr>
            <a:xfrm>
              <a:off x="2041200" y="2034175"/>
              <a:ext cx="3025" cy="3025"/>
            </a:xfrm>
            <a:custGeom>
              <a:avLst/>
              <a:gdLst/>
              <a:ahLst/>
              <a:cxnLst/>
              <a:rect l="l" t="t" r="r" b="b"/>
              <a:pathLst>
                <a:path w="121" h="121" extrusionOk="0">
                  <a:moveTo>
                    <a:pt x="49" y="0"/>
                  </a:moveTo>
                  <a:lnTo>
                    <a:pt x="1" y="49"/>
                  </a:lnTo>
                  <a:lnTo>
                    <a:pt x="1" y="97"/>
                  </a:lnTo>
                  <a:lnTo>
                    <a:pt x="49" y="121"/>
                  </a:lnTo>
                  <a:lnTo>
                    <a:pt x="73" y="97"/>
                  </a:lnTo>
                  <a:lnTo>
                    <a:pt x="121"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
            <p:cNvSpPr/>
            <p:nvPr/>
          </p:nvSpPr>
          <p:spPr>
            <a:xfrm>
              <a:off x="2235000" y="2489150"/>
              <a:ext cx="2425" cy="2450"/>
            </a:xfrm>
            <a:custGeom>
              <a:avLst/>
              <a:gdLst/>
              <a:ahLst/>
              <a:cxnLst/>
              <a:rect l="l" t="t" r="r" b="b"/>
              <a:pathLst>
                <a:path w="97" h="98" extrusionOk="0">
                  <a:moveTo>
                    <a:pt x="24" y="1"/>
                  </a:moveTo>
                  <a:lnTo>
                    <a:pt x="0" y="25"/>
                  </a:lnTo>
                  <a:lnTo>
                    <a:pt x="0" y="73"/>
                  </a:lnTo>
                  <a:lnTo>
                    <a:pt x="24" y="97"/>
                  </a:lnTo>
                  <a:lnTo>
                    <a:pt x="72" y="97"/>
                  </a:lnTo>
                  <a:lnTo>
                    <a:pt x="96" y="73"/>
                  </a:lnTo>
                  <a:lnTo>
                    <a:pt x="96"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
            <p:cNvSpPr/>
            <p:nvPr/>
          </p:nvSpPr>
          <p:spPr>
            <a:xfrm>
              <a:off x="2166375" y="2471700"/>
              <a:ext cx="2450" cy="2425"/>
            </a:xfrm>
            <a:custGeom>
              <a:avLst/>
              <a:gdLst/>
              <a:ahLst/>
              <a:cxnLst/>
              <a:rect l="l" t="t" r="r" b="b"/>
              <a:pathLst>
                <a:path w="98" h="97" extrusionOk="0">
                  <a:moveTo>
                    <a:pt x="73" y="1"/>
                  </a:moveTo>
                  <a:lnTo>
                    <a:pt x="1" y="25"/>
                  </a:lnTo>
                  <a:lnTo>
                    <a:pt x="1" y="49"/>
                  </a:lnTo>
                  <a:lnTo>
                    <a:pt x="1" y="73"/>
                  </a:lnTo>
                  <a:lnTo>
                    <a:pt x="49" y="97"/>
                  </a:lnTo>
                  <a:lnTo>
                    <a:pt x="73" y="97"/>
                  </a:lnTo>
                  <a:lnTo>
                    <a:pt x="97"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
            <p:cNvSpPr/>
            <p:nvPr/>
          </p:nvSpPr>
          <p:spPr>
            <a:xfrm>
              <a:off x="2423975" y="2004075"/>
              <a:ext cx="3625" cy="3050"/>
            </a:xfrm>
            <a:custGeom>
              <a:avLst/>
              <a:gdLst/>
              <a:ahLst/>
              <a:cxnLst/>
              <a:rect l="l" t="t" r="r" b="b"/>
              <a:pathLst>
                <a:path w="145" h="122" extrusionOk="0">
                  <a:moveTo>
                    <a:pt x="72" y="1"/>
                  </a:moveTo>
                  <a:lnTo>
                    <a:pt x="0" y="49"/>
                  </a:lnTo>
                  <a:lnTo>
                    <a:pt x="0" y="73"/>
                  </a:lnTo>
                  <a:lnTo>
                    <a:pt x="24" y="121"/>
                  </a:lnTo>
                  <a:lnTo>
                    <a:pt x="72"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
            <p:cNvSpPr/>
            <p:nvPr/>
          </p:nvSpPr>
          <p:spPr>
            <a:xfrm>
              <a:off x="1823350" y="1970375"/>
              <a:ext cx="3025" cy="3050"/>
            </a:xfrm>
            <a:custGeom>
              <a:avLst/>
              <a:gdLst/>
              <a:ahLst/>
              <a:cxnLst/>
              <a:rect l="l" t="t" r="r" b="b"/>
              <a:pathLst>
                <a:path w="121" h="122" extrusionOk="0">
                  <a:moveTo>
                    <a:pt x="48" y="1"/>
                  </a:moveTo>
                  <a:lnTo>
                    <a:pt x="24" y="25"/>
                  </a:lnTo>
                  <a:lnTo>
                    <a:pt x="0" y="49"/>
                  </a:lnTo>
                  <a:lnTo>
                    <a:pt x="0" y="73"/>
                  </a:lnTo>
                  <a:lnTo>
                    <a:pt x="48" y="121"/>
                  </a:lnTo>
                  <a:lnTo>
                    <a:pt x="72" y="121"/>
                  </a:lnTo>
                  <a:lnTo>
                    <a:pt x="96" y="97"/>
                  </a:lnTo>
                  <a:lnTo>
                    <a:pt x="120" y="73"/>
                  </a:lnTo>
                  <a:lnTo>
                    <a:pt x="120"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
            <p:cNvSpPr/>
            <p:nvPr/>
          </p:nvSpPr>
          <p:spPr>
            <a:xfrm>
              <a:off x="1914825" y="2019125"/>
              <a:ext cx="3625" cy="3025"/>
            </a:xfrm>
            <a:custGeom>
              <a:avLst/>
              <a:gdLst/>
              <a:ahLst/>
              <a:cxnLst/>
              <a:rect l="l" t="t" r="r" b="b"/>
              <a:pathLst>
                <a:path w="145" h="121" extrusionOk="0">
                  <a:moveTo>
                    <a:pt x="48" y="1"/>
                  </a:moveTo>
                  <a:lnTo>
                    <a:pt x="24" y="25"/>
                  </a:lnTo>
                  <a:lnTo>
                    <a:pt x="0" y="73"/>
                  </a:lnTo>
                  <a:lnTo>
                    <a:pt x="48" y="121"/>
                  </a:lnTo>
                  <a:lnTo>
                    <a:pt x="96" y="121"/>
                  </a:lnTo>
                  <a:lnTo>
                    <a:pt x="145" y="97"/>
                  </a:lnTo>
                  <a:lnTo>
                    <a:pt x="145"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
            <p:cNvSpPr/>
            <p:nvPr/>
          </p:nvSpPr>
          <p:spPr>
            <a:xfrm>
              <a:off x="2397475" y="2362175"/>
              <a:ext cx="2450" cy="2425"/>
            </a:xfrm>
            <a:custGeom>
              <a:avLst/>
              <a:gdLst/>
              <a:ahLst/>
              <a:cxnLst/>
              <a:rect l="l" t="t" r="r" b="b"/>
              <a:pathLst>
                <a:path w="98" h="97" extrusionOk="0">
                  <a:moveTo>
                    <a:pt x="49" y="0"/>
                  </a:moveTo>
                  <a:lnTo>
                    <a:pt x="1" y="24"/>
                  </a:lnTo>
                  <a:lnTo>
                    <a:pt x="1" y="48"/>
                  </a:lnTo>
                  <a:lnTo>
                    <a:pt x="25" y="73"/>
                  </a:lnTo>
                  <a:lnTo>
                    <a:pt x="73" y="97"/>
                  </a:lnTo>
                  <a:lnTo>
                    <a:pt x="97"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
            <p:cNvSpPr/>
            <p:nvPr/>
          </p:nvSpPr>
          <p:spPr>
            <a:xfrm>
              <a:off x="2240400" y="1803675"/>
              <a:ext cx="3650" cy="2425"/>
            </a:xfrm>
            <a:custGeom>
              <a:avLst/>
              <a:gdLst/>
              <a:ahLst/>
              <a:cxnLst/>
              <a:rect l="l" t="t" r="r" b="b"/>
              <a:pathLst>
                <a:path w="146" h="97" extrusionOk="0">
                  <a:moveTo>
                    <a:pt x="49" y="0"/>
                  </a:moveTo>
                  <a:lnTo>
                    <a:pt x="25" y="25"/>
                  </a:lnTo>
                  <a:lnTo>
                    <a:pt x="1" y="49"/>
                  </a:lnTo>
                  <a:lnTo>
                    <a:pt x="25" y="73"/>
                  </a:lnTo>
                  <a:lnTo>
                    <a:pt x="49" y="97"/>
                  </a:lnTo>
                  <a:lnTo>
                    <a:pt x="97" y="97"/>
                  </a:lnTo>
                  <a:lnTo>
                    <a:pt x="145" y="73"/>
                  </a:lnTo>
                  <a:lnTo>
                    <a:pt x="145" y="25"/>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
            <p:cNvSpPr/>
            <p:nvPr/>
          </p:nvSpPr>
          <p:spPr>
            <a:xfrm>
              <a:off x="2028575" y="1904175"/>
              <a:ext cx="2425" cy="2425"/>
            </a:xfrm>
            <a:custGeom>
              <a:avLst/>
              <a:gdLst/>
              <a:ahLst/>
              <a:cxnLst/>
              <a:rect l="l" t="t" r="r" b="b"/>
              <a:pathLst>
                <a:path w="97" h="97" extrusionOk="0">
                  <a:moveTo>
                    <a:pt x="48" y="1"/>
                  </a:moveTo>
                  <a:lnTo>
                    <a:pt x="0" y="25"/>
                  </a:lnTo>
                  <a:lnTo>
                    <a:pt x="0" y="49"/>
                  </a:lnTo>
                  <a:lnTo>
                    <a:pt x="24" y="97"/>
                  </a:lnTo>
                  <a:lnTo>
                    <a:pt x="96" y="97"/>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
            <p:cNvSpPr/>
            <p:nvPr/>
          </p:nvSpPr>
          <p:spPr>
            <a:xfrm>
              <a:off x="2041200" y="1921625"/>
              <a:ext cx="3650" cy="2450"/>
            </a:xfrm>
            <a:custGeom>
              <a:avLst/>
              <a:gdLst/>
              <a:ahLst/>
              <a:cxnLst/>
              <a:rect l="l" t="t" r="r" b="b"/>
              <a:pathLst>
                <a:path w="146" h="98" extrusionOk="0">
                  <a:moveTo>
                    <a:pt x="73" y="1"/>
                  </a:moveTo>
                  <a:lnTo>
                    <a:pt x="25" y="25"/>
                  </a:lnTo>
                  <a:lnTo>
                    <a:pt x="1" y="49"/>
                  </a:lnTo>
                  <a:lnTo>
                    <a:pt x="1" y="73"/>
                  </a:lnTo>
                  <a:lnTo>
                    <a:pt x="73" y="97"/>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
            <p:cNvSpPr/>
            <p:nvPr/>
          </p:nvSpPr>
          <p:spPr>
            <a:xfrm>
              <a:off x="1939500" y="1923450"/>
              <a:ext cx="2425" cy="3025"/>
            </a:xfrm>
            <a:custGeom>
              <a:avLst/>
              <a:gdLst/>
              <a:ahLst/>
              <a:cxnLst/>
              <a:rect l="l" t="t" r="r" b="b"/>
              <a:pathLst>
                <a:path w="97" h="121" extrusionOk="0">
                  <a:moveTo>
                    <a:pt x="24" y="0"/>
                  </a:moveTo>
                  <a:lnTo>
                    <a:pt x="0" y="24"/>
                  </a:lnTo>
                  <a:lnTo>
                    <a:pt x="24" y="96"/>
                  </a:lnTo>
                  <a:lnTo>
                    <a:pt x="48" y="120"/>
                  </a:lnTo>
                  <a:lnTo>
                    <a:pt x="96" y="96"/>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
            <p:cNvSpPr/>
            <p:nvPr/>
          </p:nvSpPr>
          <p:spPr>
            <a:xfrm>
              <a:off x="1911800" y="1927650"/>
              <a:ext cx="3050" cy="2425"/>
            </a:xfrm>
            <a:custGeom>
              <a:avLst/>
              <a:gdLst/>
              <a:ahLst/>
              <a:cxnLst/>
              <a:rect l="l" t="t" r="r" b="b"/>
              <a:pathLst>
                <a:path w="122" h="97" extrusionOk="0">
                  <a:moveTo>
                    <a:pt x="49" y="1"/>
                  </a:moveTo>
                  <a:lnTo>
                    <a:pt x="1" y="49"/>
                  </a:lnTo>
                  <a:lnTo>
                    <a:pt x="25" y="97"/>
                  </a:lnTo>
                  <a:lnTo>
                    <a:pt x="97"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
            <p:cNvSpPr/>
            <p:nvPr/>
          </p:nvSpPr>
          <p:spPr>
            <a:xfrm>
              <a:off x="2061075" y="2017325"/>
              <a:ext cx="3625" cy="3025"/>
            </a:xfrm>
            <a:custGeom>
              <a:avLst/>
              <a:gdLst/>
              <a:ahLst/>
              <a:cxnLst/>
              <a:rect l="l" t="t" r="r" b="b"/>
              <a:pathLst>
                <a:path w="145" h="121" extrusionOk="0">
                  <a:moveTo>
                    <a:pt x="72" y="0"/>
                  </a:moveTo>
                  <a:lnTo>
                    <a:pt x="48" y="24"/>
                  </a:lnTo>
                  <a:lnTo>
                    <a:pt x="0" y="49"/>
                  </a:lnTo>
                  <a:lnTo>
                    <a:pt x="0" y="73"/>
                  </a:lnTo>
                  <a:lnTo>
                    <a:pt x="24" y="97"/>
                  </a:lnTo>
                  <a:lnTo>
                    <a:pt x="72" y="121"/>
                  </a:lnTo>
                  <a:lnTo>
                    <a:pt x="120" y="97"/>
                  </a:lnTo>
                  <a:lnTo>
                    <a:pt x="144" y="73"/>
                  </a:lnTo>
                  <a:lnTo>
                    <a:pt x="120"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
            <p:cNvSpPr/>
            <p:nvPr/>
          </p:nvSpPr>
          <p:spPr>
            <a:xfrm>
              <a:off x="2209725" y="2335100"/>
              <a:ext cx="2425" cy="3025"/>
            </a:xfrm>
            <a:custGeom>
              <a:avLst/>
              <a:gdLst/>
              <a:ahLst/>
              <a:cxnLst/>
              <a:rect l="l" t="t" r="r" b="b"/>
              <a:pathLst>
                <a:path w="97" h="121" extrusionOk="0">
                  <a:moveTo>
                    <a:pt x="72" y="0"/>
                  </a:moveTo>
                  <a:lnTo>
                    <a:pt x="24" y="24"/>
                  </a:lnTo>
                  <a:lnTo>
                    <a:pt x="0" y="72"/>
                  </a:lnTo>
                  <a:lnTo>
                    <a:pt x="24" y="120"/>
                  </a:lnTo>
                  <a:lnTo>
                    <a:pt x="72" y="120"/>
                  </a:lnTo>
                  <a:lnTo>
                    <a:pt x="96"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
            <p:cNvSpPr/>
            <p:nvPr/>
          </p:nvSpPr>
          <p:spPr>
            <a:xfrm>
              <a:off x="1920825" y="2032375"/>
              <a:ext cx="2450" cy="3025"/>
            </a:xfrm>
            <a:custGeom>
              <a:avLst/>
              <a:gdLst/>
              <a:ahLst/>
              <a:cxnLst/>
              <a:rect l="l" t="t" r="r" b="b"/>
              <a:pathLst>
                <a:path w="98" h="121" extrusionOk="0">
                  <a:moveTo>
                    <a:pt x="49" y="0"/>
                  </a:moveTo>
                  <a:lnTo>
                    <a:pt x="1" y="24"/>
                  </a:lnTo>
                  <a:lnTo>
                    <a:pt x="1" y="72"/>
                  </a:lnTo>
                  <a:lnTo>
                    <a:pt x="25" y="121"/>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
            <p:cNvSpPr/>
            <p:nvPr/>
          </p:nvSpPr>
          <p:spPr>
            <a:xfrm>
              <a:off x="2403500" y="2484950"/>
              <a:ext cx="3050" cy="3025"/>
            </a:xfrm>
            <a:custGeom>
              <a:avLst/>
              <a:gdLst/>
              <a:ahLst/>
              <a:cxnLst/>
              <a:rect l="l" t="t" r="r" b="b"/>
              <a:pathLst>
                <a:path w="122" h="121" extrusionOk="0">
                  <a:moveTo>
                    <a:pt x="49" y="0"/>
                  </a:moveTo>
                  <a:lnTo>
                    <a:pt x="1" y="24"/>
                  </a:lnTo>
                  <a:lnTo>
                    <a:pt x="1" y="72"/>
                  </a:lnTo>
                  <a:lnTo>
                    <a:pt x="1" y="97"/>
                  </a:lnTo>
                  <a:lnTo>
                    <a:pt x="25" y="121"/>
                  </a:lnTo>
                  <a:lnTo>
                    <a:pt x="73" y="121"/>
                  </a:lnTo>
                  <a:lnTo>
                    <a:pt x="97" y="97"/>
                  </a:lnTo>
                  <a:lnTo>
                    <a:pt x="121"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
            <p:cNvSpPr/>
            <p:nvPr/>
          </p:nvSpPr>
          <p:spPr>
            <a:xfrm>
              <a:off x="2078525" y="1822925"/>
              <a:ext cx="2425" cy="2450"/>
            </a:xfrm>
            <a:custGeom>
              <a:avLst/>
              <a:gdLst/>
              <a:ahLst/>
              <a:cxnLst/>
              <a:rect l="l" t="t" r="r" b="b"/>
              <a:pathLst>
                <a:path w="97" h="98" extrusionOk="0">
                  <a:moveTo>
                    <a:pt x="24" y="1"/>
                  </a:moveTo>
                  <a:lnTo>
                    <a:pt x="0" y="49"/>
                  </a:lnTo>
                  <a:lnTo>
                    <a:pt x="0" y="73"/>
                  </a:lnTo>
                  <a:lnTo>
                    <a:pt x="0" y="97"/>
                  </a:lnTo>
                  <a:lnTo>
                    <a:pt x="72"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
            <p:cNvSpPr/>
            <p:nvPr/>
          </p:nvSpPr>
          <p:spPr>
            <a:xfrm>
              <a:off x="2075500" y="1819925"/>
              <a:ext cx="1825" cy="2425"/>
            </a:xfrm>
            <a:custGeom>
              <a:avLst/>
              <a:gdLst/>
              <a:ahLst/>
              <a:cxnLst/>
              <a:rect l="l" t="t" r="r" b="b"/>
              <a:pathLst>
                <a:path w="73" h="97" extrusionOk="0">
                  <a:moveTo>
                    <a:pt x="25" y="0"/>
                  </a:moveTo>
                  <a:lnTo>
                    <a:pt x="1" y="49"/>
                  </a:lnTo>
                  <a:lnTo>
                    <a:pt x="1" y="97"/>
                  </a:lnTo>
                  <a:lnTo>
                    <a:pt x="73" y="97"/>
                  </a:lnTo>
                  <a:lnTo>
                    <a:pt x="73"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
            <p:cNvSpPr/>
            <p:nvPr/>
          </p:nvSpPr>
          <p:spPr>
            <a:xfrm>
              <a:off x="1960550" y="2004675"/>
              <a:ext cx="1825" cy="2450"/>
            </a:xfrm>
            <a:custGeom>
              <a:avLst/>
              <a:gdLst/>
              <a:ahLst/>
              <a:cxnLst/>
              <a:rect l="l" t="t" r="r" b="b"/>
              <a:pathLst>
                <a:path w="73" h="98" extrusionOk="0">
                  <a:moveTo>
                    <a:pt x="25" y="1"/>
                  </a:moveTo>
                  <a:lnTo>
                    <a:pt x="1" y="25"/>
                  </a:lnTo>
                  <a:lnTo>
                    <a:pt x="1" y="73"/>
                  </a:lnTo>
                  <a:lnTo>
                    <a:pt x="1" y="97"/>
                  </a:lnTo>
                  <a:lnTo>
                    <a:pt x="49" y="97"/>
                  </a:lnTo>
                  <a:lnTo>
                    <a:pt x="73" y="73"/>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
            <p:cNvSpPr/>
            <p:nvPr/>
          </p:nvSpPr>
          <p:spPr>
            <a:xfrm>
              <a:off x="2354750" y="1968575"/>
              <a:ext cx="1825" cy="3025"/>
            </a:xfrm>
            <a:custGeom>
              <a:avLst/>
              <a:gdLst/>
              <a:ahLst/>
              <a:cxnLst/>
              <a:rect l="l" t="t" r="r" b="b"/>
              <a:pathLst>
                <a:path w="73" h="121" extrusionOk="0">
                  <a:moveTo>
                    <a:pt x="49" y="0"/>
                  </a:moveTo>
                  <a:lnTo>
                    <a:pt x="25" y="25"/>
                  </a:lnTo>
                  <a:lnTo>
                    <a:pt x="1" y="73"/>
                  </a:lnTo>
                  <a:lnTo>
                    <a:pt x="1" y="97"/>
                  </a:lnTo>
                  <a:lnTo>
                    <a:pt x="1" y="121"/>
                  </a:lnTo>
                  <a:lnTo>
                    <a:pt x="49" y="121"/>
                  </a:lnTo>
                  <a:lnTo>
                    <a:pt x="73" y="73"/>
                  </a:lnTo>
                  <a:lnTo>
                    <a:pt x="73"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
            <p:cNvSpPr/>
            <p:nvPr/>
          </p:nvSpPr>
          <p:spPr>
            <a:xfrm>
              <a:off x="1858250" y="2049825"/>
              <a:ext cx="2425" cy="3025"/>
            </a:xfrm>
            <a:custGeom>
              <a:avLst/>
              <a:gdLst/>
              <a:ahLst/>
              <a:cxnLst/>
              <a:rect l="l" t="t" r="r" b="b"/>
              <a:pathLst>
                <a:path w="97" h="121" extrusionOk="0">
                  <a:moveTo>
                    <a:pt x="24" y="0"/>
                  </a:moveTo>
                  <a:lnTo>
                    <a:pt x="0" y="24"/>
                  </a:lnTo>
                  <a:lnTo>
                    <a:pt x="24" y="97"/>
                  </a:lnTo>
                  <a:lnTo>
                    <a:pt x="48" y="121"/>
                  </a:lnTo>
                  <a:lnTo>
                    <a:pt x="97" y="97"/>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
            <p:cNvSpPr/>
            <p:nvPr/>
          </p:nvSpPr>
          <p:spPr>
            <a:xfrm>
              <a:off x="2265075" y="2500000"/>
              <a:ext cx="3050" cy="2425"/>
            </a:xfrm>
            <a:custGeom>
              <a:avLst/>
              <a:gdLst/>
              <a:ahLst/>
              <a:cxnLst/>
              <a:rect l="l" t="t" r="r" b="b"/>
              <a:pathLst>
                <a:path w="122" h="97" extrusionOk="0">
                  <a:moveTo>
                    <a:pt x="73" y="0"/>
                  </a:moveTo>
                  <a:lnTo>
                    <a:pt x="25" y="24"/>
                  </a:lnTo>
                  <a:lnTo>
                    <a:pt x="1" y="72"/>
                  </a:lnTo>
                  <a:lnTo>
                    <a:pt x="25" y="96"/>
                  </a:lnTo>
                  <a:lnTo>
                    <a:pt x="97" y="96"/>
                  </a:lnTo>
                  <a:lnTo>
                    <a:pt x="121"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
            <p:cNvSpPr/>
            <p:nvPr/>
          </p:nvSpPr>
          <p:spPr>
            <a:xfrm>
              <a:off x="2405925" y="2478925"/>
              <a:ext cx="3025" cy="2425"/>
            </a:xfrm>
            <a:custGeom>
              <a:avLst/>
              <a:gdLst/>
              <a:ahLst/>
              <a:cxnLst/>
              <a:rect l="l" t="t" r="r" b="b"/>
              <a:pathLst>
                <a:path w="121" h="97" extrusionOk="0">
                  <a:moveTo>
                    <a:pt x="24" y="1"/>
                  </a:moveTo>
                  <a:lnTo>
                    <a:pt x="0" y="49"/>
                  </a:lnTo>
                  <a:lnTo>
                    <a:pt x="24" y="73"/>
                  </a:lnTo>
                  <a:lnTo>
                    <a:pt x="72" y="97"/>
                  </a:lnTo>
                  <a:lnTo>
                    <a:pt x="120" y="49"/>
                  </a:lnTo>
                  <a:lnTo>
                    <a:pt x="120"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
            <p:cNvSpPr/>
            <p:nvPr/>
          </p:nvSpPr>
          <p:spPr>
            <a:xfrm>
              <a:off x="2105000" y="1916225"/>
              <a:ext cx="2425" cy="2425"/>
            </a:xfrm>
            <a:custGeom>
              <a:avLst/>
              <a:gdLst/>
              <a:ahLst/>
              <a:cxnLst/>
              <a:rect l="l" t="t" r="r" b="b"/>
              <a:pathLst>
                <a:path w="97" h="97" extrusionOk="0">
                  <a:moveTo>
                    <a:pt x="24" y="0"/>
                  </a:moveTo>
                  <a:lnTo>
                    <a:pt x="0" y="24"/>
                  </a:lnTo>
                  <a:lnTo>
                    <a:pt x="0" y="72"/>
                  </a:lnTo>
                  <a:lnTo>
                    <a:pt x="24" y="96"/>
                  </a:lnTo>
                  <a:lnTo>
                    <a:pt x="49" y="96"/>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
            <p:cNvSpPr/>
            <p:nvPr/>
          </p:nvSpPr>
          <p:spPr>
            <a:xfrm>
              <a:off x="2332500" y="2384450"/>
              <a:ext cx="3025" cy="3025"/>
            </a:xfrm>
            <a:custGeom>
              <a:avLst/>
              <a:gdLst/>
              <a:ahLst/>
              <a:cxnLst/>
              <a:rect l="l" t="t" r="r" b="b"/>
              <a:pathLst>
                <a:path w="121" h="121" extrusionOk="0">
                  <a:moveTo>
                    <a:pt x="72" y="0"/>
                  </a:moveTo>
                  <a:lnTo>
                    <a:pt x="24" y="48"/>
                  </a:lnTo>
                  <a:lnTo>
                    <a:pt x="0" y="96"/>
                  </a:lnTo>
                  <a:lnTo>
                    <a:pt x="48" y="120"/>
                  </a:lnTo>
                  <a:lnTo>
                    <a:pt x="72" y="96"/>
                  </a:lnTo>
                  <a:lnTo>
                    <a:pt x="120"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
            <p:cNvSpPr/>
            <p:nvPr/>
          </p:nvSpPr>
          <p:spPr>
            <a:xfrm>
              <a:off x="2316850" y="2388650"/>
              <a:ext cx="2425" cy="2425"/>
            </a:xfrm>
            <a:custGeom>
              <a:avLst/>
              <a:gdLst/>
              <a:ahLst/>
              <a:cxnLst/>
              <a:rect l="l" t="t" r="r" b="b"/>
              <a:pathLst>
                <a:path w="97" h="97" extrusionOk="0">
                  <a:moveTo>
                    <a:pt x="24" y="1"/>
                  </a:moveTo>
                  <a:lnTo>
                    <a:pt x="0" y="25"/>
                  </a:lnTo>
                  <a:lnTo>
                    <a:pt x="0" y="97"/>
                  </a:lnTo>
                  <a:lnTo>
                    <a:pt x="48"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
            <p:cNvSpPr/>
            <p:nvPr/>
          </p:nvSpPr>
          <p:spPr>
            <a:xfrm>
              <a:off x="1890150" y="1955325"/>
              <a:ext cx="2425" cy="3050"/>
            </a:xfrm>
            <a:custGeom>
              <a:avLst/>
              <a:gdLst/>
              <a:ahLst/>
              <a:cxnLst/>
              <a:rect l="l" t="t" r="r" b="b"/>
              <a:pathLst>
                <a:path w="97" h="122" extrusionOk="0">
                  <a:moveTo>
                    <a:pt x="48" y="1"/>
                  </a:moveTo>
                  <a:lnTo>
                    <a:pt x="24" y="25"/>
                  </a:lnTo>
                  <a:lnTo>
                    <a:pt x="0" y="73"/>
                  </a:lnTo>
                  <a:lnTo>
                    <a:pt x="24" y="121"/>
                  </a:lnTo>
                  <a:lnTo>
                    <a:pt x="72" y="121"/>
                  </a:lnTo>
                  <a:lnTo>
                    <a:pt x="96"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
            <p:cNvSpPr/>
            <p:nvPr/>
          </p:nvSpPr>
          <p:spPr>
            <a:xfrm>
              <a:off x="1837175" y="1980600"/>
              <a:ext cx="2450" cy="2450"/>
            </a:xfrm>
            <a:custGeom>
              <a:avLst/>
              <a:gdLst/>
              <a:ahLst/>
              <a:cxnLst/>
              <a:rect l="l" t="t" r="r" b="b"/>
              <a:pathLst>
                <a:path w="98" h="98" extrusionOk="0">
                  <a:moveTo>
                    <a:pt x="49" y="1"/>
                  </a:moveTo>
                  <a:lnTo>
                    <a:pt x="1" y="25"/>
                  </a:lnTo>
                  <a:lnTo>
                    <a:pt x="1" y="49"/>
                  </a:lnTo>
                  <a:lnTo>
                    <a:pt x="49" y="73"/>
                  </a:lnTo>
                  <a:lnTo>
                    <a:pt x="73" y="97"/>
                  </a:lnTo>
                  <a:lnTo>
                    <a:pt x="97"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
            <p:cNvSpPr/>
            <p:nvPr/>
          </p:nvSpPr>
          <p:spPr>
            <a:xfrm>
              <a:off x="2323450" y="1807275"/>
              <a:ext cx="3050" cy="2450"/>
            </a:xfrm>
            <a:custGeom>
              <a:avLst/>
              <a:gdLst/>
              <a:ahLst/>
              <a:cxnLst/>
              <a:rect l="l" t="t" r="r" b="b"/>
              <a:pathLst>
                <a:path w="122" h="98" extrusionOk="0">
                  <a:moveTo>
                    <a:pt x="73" y="1"/>
                  </a:moveTo>
                  <a:lnTo>
                    <a:pt x="25" y="25"/>
                  </a:lnTo>
                  <a:lnTo>
                    <a:pt x="1" y="49"/>
                  </a:lnTo>
                  <a:lnTo>
                    <a:pt x="25" y="97"/>
                  </a:lnTo>
                  <a:lnTo>
                    <a:pt x="73"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
            <p:cNvSpPr/>
            <p:nvPr/>
          </p:nvSpPr>
          <p:spPr>
            <a:xfrm>
              <a:off x="2383650" y="1829550"/>
              <a:ext cx="1825" cy="2425"/>
            </a:xfrm>
            <a:custGeom>
              <a:avLst/>
              <a:gdLst/>
              <a:ahLst/>
              <a:cxnLst/>
              <a:rect l="l" t="t" r="r" b="b"/>
              <a:pathLst>
                <a:path w="73" h="97" extrusionOk="0">
                  <a:moveTo>
                    <a:pt x="24" y="1"/>
                  </a:moveTo>
                  <a:lnTo>
                    <a:pt x="0" y="49"/>
                  </a:lnTo>
                  <a:lnTo>
                    <a:pt x="0" y="73"/>
                  </a:lnTo>
                  <a:lnTo>
                    <a:pt x="48" y="97"/>
                  </a:lnTo>
                  <a:lnTo>
                    <a:pt x="73" y="49"/>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
            <p:cNvSpPr/>
            <p:nvPr/>
          </p:nvSpPr>
          <p:spPr>
            <a:xfrm>
              <a:off x="2040000" y="2518650"/>
              <a:ext cx="1225" cy="1225"/>
            </a:xfrm>
            <a:custGeom>
              <a:avLst/>
              <a:gdLst/>
              <a:ahLst/>
              <a:cxnLst/>
              <a:rect l="l" t="t" r="r" b="b"/>
              <a:pathLst>
                <a:path w="49" h="49" extrusionOk="0">
                  <a:moveTo>
                    <a:pt x="0" y="0"/>
                  </a:moveTo>
                  <a:lnTo>
                    <a:pt x="0" y="48"/>
                  </a:lnTo>
                  <a:lnTo>
                    <a:pt x="49" y="48"/>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
            <p:cNvSpPr/>
            <p:nvPr/>
          </p:nvSpPr>
          <p:spPr>
            <a:xfrm>
              <a:off x="2106200" y="2522850"/>
              <a:ext cx="1225" cy="1225"/>
            </a:xfrm>
            <a:custGeom>
              <a:avLst/>
              <a:gdLst/>
              <a:ahLst/>
              <a:cxnLst/>
              <a:rect l="l" t="t" r="r" b="b"/>
              <a:pathLst>
                <a:path w="49" h="49" extrusionOk="0">
                  <a:moveTo>
                    <a:pt x="1" y="1"/>
                  </a:moveTo>
                  <a:lnTo>
                    <a:pt x="1" y="25"/>
                  </a:lnTo>
                  <a:lnTo>
                    <a:pt x="25"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
            <p:cNvSpPr/>
            <p:nvPr/>
          </p:nvSpPr>
          <p:spPr>
            <a:xfrm>
              <a:off x="2085750" y="2451850"/>
              <a:ext cx="2425" cy="1825"/>
            </a:xfrm>
            <a:custGeom>
              <a:avLst/>
              <a:gdLst/>
              <a:ahLst/>
              <a:cxnLst/>
              <a:rect l="l" t="t" r="r" b="b"/>
              <a:pathLst>
                <a:path w="97" h="73" extrusionOk="0">
                  <a:moveTo>
                    <a:pt x="24" y="0"/>
                  </a:moveTo>
                  <a:lnTo>
                    <a:pt x="0" y="24"/>
                  </a:lnTo>
                  <a:lnTo>
                    <a:pt x="0" y="48"/>
                  </a:lnTo>
                  <a:lnTo>
                    <a:pt x="24" y="72"/>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
            <p:cNvSpPr/>
            <p:nvPr/>
          </p:nvSpPr>
          <p:spPr>
            <a:xfrm>
              <a:off x="2159775" y="2429575"/>
              <a:ext cx="1825" cy="1825"/>
            </a:xfrm>
            <a:custGeom>
              <a:avLst/>
              <a:gdLst/>
              <a:ahLst/>
              <a:cxnLst/>
              <a:rect l="l" t="t" r="r" b="b"/>
              <a:pathLst>
                <a:path w="73" h="73" extrusionOk="0">
                  <a:moveTo>
                    <a:pt x="48" y="1"/>
                  </a:moveTo>
                  <a:lnTo>
                    <a:pt x="0" y="25"/>
                  </a:lnTo>
                  <a:lnTo>
                    <a:pt x="0" y="49"/>
                  </a:lnTo>
                  <a:lnTo>
                    <a:pt x="24" y="73"/>
                  </a:lnTo>
                  <a:lnTo>
                    <a:pt x="72"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
            <p:cNvSpPr/>
            <p:nvPr/>
          </p:nvSpPr>
          <p:spPr>
            <a:xfrm>
              <a:off x="2177225" y="2409125"/>
              <a:ext cx="1825" cy="2425"/>
            </a:xfrm>
            <a:custGeom>
              <a:avLst/>
              <a:gdLst/>
              <a:ahLst/>
              <a:cxnLst/>
              <a:rect l="l" t="t" r="r" b="b"/>
              <a:pathLst>
                <a:path w="73" h="97" extrusionOk="0">
                  <a:moveTo>
                    <a:pt x="48" y="0"/>
                  </a:moveTo>
                  <a:lnTo>
                    <a:pt x="0" y="24"/>
                  </a:lnTo>
                  <a:lnTo>
                    <a:pt x="0" y="48"/>
                  </a:lnTo>
                  <a:lnTo>
                    <a:pt x="24" y="96"/>
                  </a:lnTo>
                  <a:lnTo>
                    <a:pt x="48" y="72"/>
                  </a:lnTo>
                  <a:lnTo>
                    <a:pt x="72" y="48"/>
                  </a:lnTo>
                  <a:lnTo>
                    <a:pt x="72"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
            <p:cNvSpPr/>
            <p:nvPr/>
          </p:nvSpPr>
          <p:spPr>
            <a:xfrm>
              <a:off x="2336100" y="2477125"/>
              <a:ext cx="2425" cy="1825"/>
            </a:xfrm>
            <a:custGeom>
              <a:avLst/>
              <a:gdLst/>
              <a:ahLst/>
              <a:cxnLst/>
              <a:rect l="l" t="t" r="r" b="b"/>
              <a:pathLst>
                <a:path w="97" h="73" extrusionOk="0">
                  <a:moveTo>
                    <a:pt x="25" y="0"/>
                  </a:moveTo>
                  <a:lnTo>
                    <a:pt x="1" y="48"/>
                  </a:lnTo>
                  <a:lnTo>
                    <a:pt x="49" y="73"/>
                  </a:lnTo>
                  <a:lnTo>
                    <a:pt x="73" y="73"/>
                  </a:lnTo>
                  <a:lnTo>
                    <a:pt x="97"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
            <p:cNvSpPr/>
            <p:nvPr/>
          </p:nvSpPr>
          <p:spPr>
            <a:xfrm>
              <a:off x="2271100" y="2436800"/>
              <a:ext cx="2425" cy="2425"/>
            </a:xfrm>
            <a:custGeom>
              <a:avLst/>
              <a:gdLst/>
              <a:ahLst/>
              <a:cxnLst/>
              <a:rect l="l" t="t" r="r" b="b"/>
              <a:pathLst>
                <a:path w="97" h="97" extrusionOk="0">
                  <a:moveTo>
                    <a:pt x="73" y="0"/>
                  </a:moveTo>
                  <a:lnTo>
                    <a:pt x="49" y="24"/>
                  </a:lnTo>
                  <a:lnTo>
                    <a:pt x="1" y="49"/>
                  </a:lnTo>
                  <a:lnTo>
                    <a:pt x="1" y="73"/>
                  </a:lnTo>
                  <a:lnTo>
                    <a:pt x="49" y="97"/>
                  </a:lnTo>
                  <a:lnTo>
                    <a:pt x="73" y="73"/>
                  </a:lnTo>
                  <a:lnTo>
                    <a:pt x="97"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
            <p:cNvSpPr/>
            <p:nvPr/>
          </p:nvSpPr>
          <p:spPr>
            <a:xfrm>
              <a:off x="2253050" y="2417550"/>
              <a:ext cx="1825" cy="1825"/>
            </a:xfrm>
            <a:custGeom>
              <a:avLst/>
              <a:gdLst/>
              <a:ahLst/>
              <a:cxnLst/>
              <a:rect l="l" t="t" r="r" b="b"/>
              <a:pathLst>
                <a:path w="73" h="73" extrusionOk="0">
                  <a:moveTo>
                    <a:pt x="0" y="0"/>
                  </a:moveTo>
                  <a:lnTo>
                    <a:pt x="0" y="48"/>
                  </a:lnTo>
                  <a:lnTo>
                    <a:pt x="24" y="72"/>
                  </a:lnTo>
                  <a:lnTo>
                    <a:pt x="49" y="48"/>
                  </a:lnTo>
                  <a:lnTo>
                    <a:pt x="73"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
            <p:cNvSpPr/>
            <p:nvPr/>
          </p:nvSpPr>
          <p:spPr>
            <a:xfrm>
              <a:off x="2172400" y="2366975"/>
              <a:ext cx="2425" cy="2450"/>
            </a:xfrm>
            <a:custGeom>
              <a:avLst/>
              <a:gdLst/>
              <a:ahLst/>
              <a:cxnLst/>
              <a:rect l="l" t="t" r="r" b="b"/>
              <a:pathLst>
                <a:path w="97" h="98" extrusionOk="0">
                  <a:moveTo>
                    <a:pt x="49" y="1"/>
                  </a:moveTo>
                  <a:lnTo>
                    <a:pt x="1" y="25"/>
                  </a:lnTo>
                  <a:lnTo>
                    <a:pt x="1" y="49"/>
                  </a:lnTo>
                  <a:lnTo>
                    <a:pt x="25" y="97"/>
                  </a:lnTo>
                  <a:lnTo>
                    <a:pt x="49" y="97"/>
                  </a:lnTo>
                  <a:lnTo>
                    <a:pt x="73" y="73"/>
                  </a:lnTo>
                  <a:lnTo>
                    <a:pt x="97"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
            <p:cNvSpPr/>
            <p:nvPr/>
          </p:nvSpPr>
          <p:spPr>
            <a:xfrm>
              <a:off x="2341525" y="2435600"/>
              <a:ext cx="1825" cy="1825"/>
            </a:xfrm>
            <a:custGeom>
              <a:avLst/>
              <a:gdLst/>
              <a:ahLst/>
              <a:cxnLst/>
              <a:rect l="l" t="t" r="r" b="b"/>
              <a:pathLst>
                <a:path w="73" h="73" extrusionOk="0">
                  <a:moveTo>
                    <a:pt x="48" y="0"/>
                  </a:moveTo>
                  <a:lnTo>
                    <a:pt x="0" y="24"/>
                  </a:lnTo>
                  <a:lnTo>
                    <a:pt x="0" y="48"/>
                  </a:lnTo>
                  <a:lnTo>
                    <a:pt x="24" y="72"/>
                  </a:lnTo>
                  <a:lnTo>
                    <a:pt x="72"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
            <p:cNvSpPr/>
            <p:nvPr/>
          </p:nvSpPr>
          <p:spPr>
            <a:xfrm>
              <a:off x="2268700" y="2359150"/>
              <a:ext cx="1825" cy="3050"/>
            </a:xfrm>
            <a:custGeom>
              <a:avLst/>
              <a:gdLst/>
              <a:ahLst/>
              <a:cxnLst/>
              <a:rect l="l" t="t" r="r" b="b"/>
              <a:pathLst>
                <a:path w="73" h="122" extrusionOk="0">
                  <a:moveTo>
                    <a:pt x="24" y="1"/>
                  </a:moveTo>
                  <a:lnTo>
                    <a:pt x="0" y="49"/>
                  </a:lnTo>
                  <a:lnTo>
                    <a:pt x="0" y="97"/>
                  </a:lnTo>
                  <a:lnTo>
                    <a:pt x="24" y="121"/>
                  </a:lnTo>
                  <a:lnTo>
                    <a:pt x="48" y="97"/>
                  </a:lnTo>
                  <a:lnTo>
                    <a:pt x="73"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
            <p:cNvSpPr/>
            <p:nvPr/>
          </p:nvSpPr>
          <p:spPr>
            <a:xfrm>
              <a:off x="2311425" y="2298375"/>
              <a:ext cx="2425" cy="1825"/>
            </a:xfrm>
            <a:custGeom>
              <a:avLst/>
              <a:gdLst/>
              <a:ahLst/>
              <a:cxnLst/>
              <a:rect l="l" t="t" r="r" b="b"/>
              <a:pathLst>
                <a:path w="97"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
            <p:cNvSpPr/>
            <p:nvPr/>
          </p:nvSpPr>
          <p:spPr>
            <a:xfrm>
              <a:off x="2235600" y="2185225"/>
              <a:ext cx="2425" cy="3050"/>
            </a:xfrm>
            <a:custGeom>
              <a:avLst/>
              <a:gdLst/>
              <a:ahLst/>
              <a:cxnLst/>
              <a:rect l="l" t="t" r="r" b="b"/>
              <a:pathLst>
                <a:path w="97" h="122" extrusionOk="0">
                  <a:moveTo>
                    <a:pt x="48" y="1"/>
                  </a:moveTo>
                  <a:lnTo>
                    <a:pt x="24" y="49"/>
                  </a:lnTo>
                  <a:lnTo>
                    <a:pt x="0" y="73"/>
                  </a:lnTo>
                  <a:lnTo>
                    <a:pt x="24" y="97"/>
                  </a:lnTo>
                  <a:lnTo>
                    <a:pt x="48" y="121"/>
                  </a:lnTo>
                  <a:lnTo>
                    <a:pt x="72" y="97"/>
                  </a:lnTo>
                  <a:lnTo>
                    <a:pt x="97" y="49"/>
                  </a:lnTo>
                  <a:lnTo>
                    <a:pt x="72"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
            <p:cNvSpPr/>
            <p:nvPr/>
          </p:nvSpPr>
          <p:spPr>
            <a:xfrm>
              <a:off x="1973200" y="2011300"/>
              <a:ext cx="2425" cy="2425"/>
            </a:xfrm>
            <a:custGeom>
              <a:avLst/>
              <a:gdLst/>
              <a:ahLst/>
              <a:cxnLst/>
              <a:rect l="l" t="t" r="r" b="b"/>
              <a:pathLst>
                <a:path w="97" h="97" extrusionOk="0">
                  <a:moveTo>
                    <a:pt x="48" y="1"/>
                  </a:moveTo>
                  <a:lnTo>
                    <a:pt x="0" y="25"/>
                  </a:lnTo>
                  <a:lnTo>
                    <a:pt x="24" y="73"/>
                  </a:lnTo>
                  <a:lnTo>
                    <a:pt x="48" y="97"/>
                  </a:lnTo>
                  <a:lnTo>
                    <a:pt x="73"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
            <p:cNvSpPr/>
            <p:nvPr/>
          </p:nvSpPr>
          <p:spPr>
            <a:xfrm>
              <a:off x="1863050" y="1940300"/>
              <a:ext cx="1850" cy="1225"/>
            </a:xfrm>
            <a:custGeom>
              <a:avLst/>
              <a:gdLst/>
              <a:ahLst/>
              <a:cxnLst/>
              <a:rect l="l" t="t" r="r" b="b"/>
              <a:pathLst>
                <a:path w="74" h="49" extrusionOk="0">
                  <a:moveTo>
                    <a:pt x="49" y="0"/>
                  </a:moveTo>
                  <a:lnTo>
                    <a:pt x="1" y="24"/>
                  </a:lnTo>
                  <a:lnTo>
                    <a:pt x="1" y="48"/>
                  </a:lnTo>
                  <a:lnTo>
                    <a:pt x="73"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
            <p:cNvSpPr/>
            <p:nvPr/>
          </p:nvSpPr>
          <p:spPr>
            <a:xfrm>
              <a:off x="1925650" y="1964975"/>
              <a:ext cx="2425" cy="3025"/>
            </a:xfrm>
            <a:custGeom>
              <a:avLst/>
              <a:gdLst/>
              <a:ahLst/>
              <a:cxnLst/>
              <a:rect l="l" t="t" r="r" b="b"/>
              <a:pathLst>
                <a:path w="97" h="121" extrusionOk="0">
                  <a:moveTo>
                    <a:pt x="25" y="0"/>
                  </a:moveTo>
                  <a:lnTo>
                    <a:pt x="1" y="24"/>
                  </a:lnTo>
                  <a:lnTo>
                    <a:pt x="1" y="48"/>
                  </a:lnTo>
                  <a:lnTo>
                    <a:pt x="1" y="72"/>
                  </a:lnTo>
                  <a:lnTo>
                    <a:pt x="25" y="96"/>
                  </a:lnTo>
                  <a:lnTo>
                    <a:pt x="73" y="120"/>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
            <p:cNvSpPr/>
            <p:nvPr/>
          </p:nvSpPr>
          <p:spPr>
            <a:xfrm>
              <a:off x="2092950" y="2064275"/>
              <a:ext cx="2450" cy="2425"/>
            </a:xfrm>
            <a:custGeom>
              <a:avLst/>
              <a:gdLst/>
              <a:ahLst/>
              <a:cxnLst/>
              <a:rect l="l" t="t" r="r" b="b"/>
              <a:pathLst>
                <a:path w="98" h="97" extrusionOk="0">
                  <a:moveTo>
                    <a:pt x="25" y="0"/>
                  </a:moveTo>
                  <a:lnTo>
                    <a:pt x="1" y="24"/>
                  </a:lnTo>
                  <a:lnTo>
                    <a:pt x="1" y="72"/>
                  </a:lnTo>
                  <a:lnTo>
                    <a:pt x="25" y="96"/>
                  </a:lnTo>
                  <a:lnTo>
                    <a:pt x="49" y="96"/>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
            <p:cNvSpPr/>
            <p:nvPr/>
          </p:nvSpPr>
          <p:spPr>
            <a:xfrm>
              <a:off x="2063475" y="2032375"/>
              <a:ext cx="2425" cy="1825"/>
            </a:xfrm>
            <a:custGeom>
              <a:avLst/>
              <a:gdLst/>
              <a:ahLst/>
              <a:cxnLst/>
              <a:rect l="l" t="t" r="r" b="b"/>
              <a:pathLst>
                <a:path w="97" h="73" extrusionOk="0">
                  <a:moveTo>
                    <a:pt x="24" y="0"/>
                  </a:moveTo>
                  <a:lnTo>
                    <a:pt x="0" y="24"/>
                  </a:lnTo>
                  <a:lnTo>
                    <a:pt x="0" y="48"/>
                  </a:lnTo>
                  <a:lnTo>
                    <a:pt x="24" y="72"/>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
            <p:cNvSpPr/>
            <p:nvPr/>
          </p:nvSpPr>
          <p:spPr>
            <a:xfrm>
              <a:off x="2029775" y="2001675"/>
              <a:ext cx="2425" cy="1825"/>
            </a:xfrm>
            <a:custGeom>
              <a:avLst/>
              <a:gdLst/>
              <a:ahLst/>
              <a:cxnLst/>
              <a:rect l="l" t="t" r="r" b="b"/>
              <a:pathLst>
                <a:path w="97" h="73" extrusionOk="0">
                  <a:moveTo>
                    <a:pt x="48" y="1"/>
                  </a:moveTo>
                  <a:lnTo>
                    <a:pt x="24" y="25"/>
                  </a:lnTo>
                  <a:lnTo>
                    <a:pt x="0" y="73"/>
                  </a:lnTo>
                  <a:lnTo>
                    <a:pt x="72" y="73"/>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
            <p:cNvSpPr/>
            <p:nvPr/>
          </p:nvSpPr>
          <p:spPr>
            <a:xfrm>
              <a:off x="1990050" y="1905375"/>
              <a:ext cx="1225" cy="1850"/>
            </a:xfrm>
            <a:custGeom>
              <a:avLst/>
              <a:gdLst/>
              <a:ahLst/>
              <a:cxnLst/>
              <a:rect l="l" t="t" r="r" b="b"/>
              <a:pathLst>
                <a:path w="49" h="74" extrusionOk="0">
                  <a:moveTo>
                    <a:pt x="24" y="1"/>
                  </a:moveTo>
                  <a:lnTo>
                    <a:pt x="0" y="25"/>
                  </a:lnTo>
                  <a:lnTo>
                    <a:pt x="0" y="49"/>
                  </a:lnTo>
                  <a:lnTo>
                    <a:pt x="49" y="73"/>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
            <p:cNvSpPr/>
            <p:nvPr/>
          </p:nvSpPr>
          <p:spPr>
            <a:xfrm>
              <a:off x="1988250" y="1894550"/>
              <a:ext cx="1825" cy="1225"/>
            </a:xfrm>
            <a:custGeom>
              <a:avLst/>
              <a:gdLst/>
              <a:ahLst/>
              <a:cxnLst/>
              <a:rect l="l" t="t" r="r" b="b"/>
              <a:pathLst>
                <a:path w="73" h="49" extrusionOk="0">
                  <a:moveTo>
                    <a:pt x="48" y="0"/>
                  </a:moveTo>
                  <a:lnTo>
                    <a:pt x="0" y="25"/>
                  </a:lnTo>
                  <a:lnTo>
                    <a:pt x="0" y="49"/>
                  </a:lnTo>
                  <a:lnTo>
                    <a:pt x="72"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
            <p:cNvSpPr/>
            <p:nvPr/>
          </p:nvSpPr>
          <p:spPr>
            <a:xfrm>
              <a:off x="2051425" y="1897550"/>
              <a:ext cx="2450" cy="1850"/>
            </a:xfrm>
            <a:custGeom>
              <a:avLst/>
              <a:gdLst/>
              <a:ahLst/>
              <a:cxnLst/>
              <a:rect l="l" t="t" r="r" b="b"/>
              <a:pathLst>
                <a:path w="98" h="74" extrusionOk="0">
                  <a:moveTo>
                    <a:pt x="25" y="1"/>
                  </a:moveTo>
                  <a:lnTo>
                    <a:pt x="1" y="49"/>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
            <p:cNvSpPr/>
            <p:nvPr/>
          </p:nvSpPr>
          <p:spPr>
            <a:xfrm>
              <a:off x="2257250" y="2017325"/>
              <a:ext cx="2450" cy="1825"/>
            </a:xfrm>
            <a:custGeom>
              <a:avLst/>
              <a:gdLst/>
              <a:ahLst/>
              <a:cxnLst/>
              <a:rect l="l" t="t" r="r" b="b"/>
              <a:pathLst>
                <a:path w="98" h="73" extrusionOk="0">
                  <a:moveTo>
                    <a:pt x="25" y="0"/>
                  </a:moveTo>
                  <a:lnTo>
                    <a:pt x="1" y="24"/>
                  </a:lnTo>
                  <a:lnTo>
                    <a:pt x="25" y="73"/>
                  </a:lnTo>
                  <a:lnTo>
                    <a:pt x="49" y="73"/>
                  </a:lnTo>
                  <a:lnTo>
                    <a:pt x="97" y="49"/>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
            <p:cNvSpPr/>
            <p:nvPr/>
          </p:nvSpPr>
          <p:spPr>
            <a:xfrm>
              <a:off x="2154950" y="1942100"/>
              <a:ext cx="5450" cy="1225"/>
            </a:xfrm>
            <a:custGeom>
              <a:avLst/>
              <a:gdLst/>
              <a:ahLst/>
              <a:cxnLst/>
              <a:rect l="l" t="t" r="r" b="b"/>
              <a:pathLst>
                <a:path w="218" h="49" extrusionOk="0">
                  <a:moveTo>
                    <a:pt x="49" y="0"/>
                  </a:moveTo>
                  <a:lnTo>
                    <a:pt x="0" y="48"/>
                  </a:lnTo>
                  <a:lnTo>
                    <a:pt x="97" y="48"/>
                  </a:lnTo>
                  <a:lnTo>
                    <a:pt x="197" y="28"/>
                  </a:lnTo>
                  <a:lnTo>
                    <a:pt x="197" y="28"/>
                  </a:lnTo>
                  <a:lnTo>
                    <a:pt x="169" y="0"/>
                  </a:lnTo>
                  <a:close/>
                  <a:moveTo>
                    <a:pt x="217" y="24"/>
                  </a:moveTo>
                  <a:lnTo>
                    <a:pt x="197" y="28"/>
                  </a:lnTo>
                  <a:lnTo>
                    <a:pt x="197" y="28"/>
                  </a:lnTo>
                  <a:lnTo>
                    <a:pt x="217" y="48"/>
                  </a:lnTo>
                  <a:lnTo>
                    <a:pt x="217"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
            <p:cNvSpPr/>
            <p:nvPr/>
          </p:nvSpPr>
          <p:spPr>
            <a:xfrm>
              <a:off x="2135100" y="1902375"/>
              <a:ext cx="4825" cy="1225"/>
            </a:xfrm>
            <a:custGeom>
              <a:avLst/>
              <a:gdLst/>
              <a:ahLst/>
              <a:cxnLst/>
              <a:rect l="l" t="t" r="r" b="b"/>
              <a:pathLst>
                <a:path w="193" h="49" extrusionOk="0">
                  <a:moveTo>
                    <a:pt x="96" y="0"/>
                  </a:moveTo>
                  <a:lnTo>
                    <a:pt x="0" y="25"/>
                  </a:lnTo>
                  <a:lnTo>
                    <a:pt x="48" y="49"/>
                  </a:lnTo>
                  <a:lnTo>
                    <a:pt x="96" y="49"/>
                  </a:lnTo>
                  <a:lnTo>
                    <a:pt x="161" y="33"/>
                  </a:lnTo>
                  <a:lnTo>
                    <a:pt x="161" y="33"/>
                  </a:lnTo>
                  <a:lnTo>
                    <a:pt x="144" y="25"/>
                  </a:lnTo>
                  <a:lnTo>
                    <a:pt x="96" y="0"/>
                  </a:lnTo>
                  <a:close/>
                  <a:moveTo>
                    <a:pt x="193" y="25"/>
                  </a:moveTo>
                  <a:lnTo>
                    <a:pt x="161" y="33"/>
                  </a:lnTo>
                  <a:lnTo>
                    <a:pt x="161" y="33"/>
                  </a:lnTo>
                  <a:lnTo>
                    <a:pt x="193" y="49"/>
                  </a:lnTo>
                  <a:lnTo>
                    <a:pt x="193"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
            <p:cNvSpPr/>
            <p:nvPr/>
          </p:nvSpPr>
          <p:spPr>
            <a:xfrm>
              <a:off x="2147125" y="1906575"/>
              <a:ext cx="5450" cy="1250"/>
            </a:xfrm>
            <a:custGeom>
              <a:avLst/>
              <a:gdLst/>
              <a:ahLst/>
              <a:cxnLst/>
              <a:rect l="l" t="t" r="r" b="b"/>
              <a:pathLst>
                <a:path w="218" h="50" extrusionOk="0">
                  <a:moveTo>
                    <a:pt x="0" y="1"/>
                  </a:moveTo>
                  <a:lnTo>
                    <a:pt x="49" y="49"/>
                  </a:lnTo>
                  <a:lnTo>
                    <a:pt x="145" y="49"/>
                  </a:lnTo>
                  <a:lnTo>
                    <a:pt x="217" y="25"/>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
            <p:cNvSpPr/>
            <p:nvPr/>
          </p:nvSpPr>
          <p:spPr>
            <a:xfrm>
              <a:off x="2073700" y="1837975"/>
              <a:ext cx="2425" cy="2425"/>
            </a:xfrm>
            <a:custGeom>
              <a:avLst/>
              <a:gdLst/>
              <a:ahLst/>
              <a:cxnLst/>
              <a:rect l="l" t="t" r="r" b="b"/>
              <a:pathLst>
                <a:path w="97" h="97" extrusionOk="0">
                  <a:moveTo>
                    <a:pt x="25" y="1"/>
                  </a:moveTo>
                  <a:lnTo>
                    <a:pt x="1" y="25"/>
                  </a:lnTo>
                  <a:lnTo>
                    <a:pt x="1" y="49"/>
                  </a:lnTo>
                  <a:lnTo>
                    <a:pt x="1" y="73"/>
                  </a:lnTo>
                  <a:lnTo>
                    <a:pt x="49" y="97"/>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
            <p:cNvSpPr/>
            <p:nvPr/>
          </p:nvSpPr>
          <p:spPr>
            <a:xfrm>
              <a:off x="2303600" y="1892750"/>
              <a:ext cx="1825" cy="1825"/>
            </a:xfrm>
            <a:custGeom>
              <a:avLst/>
              <a:gdLst/>
              <a:ahLst/>
              <a:cxnLst/>
              <a:rect l="l" t="t" r="r" b="b"/>
              <a:pathLst>
                <a:path w="73" h="73" extrusionOk="0">
                  <a:moveTo>
                    <a:pt x="49" y="0"/>
                  </a:moveTo>
                  <a:lnTo>
                    <a:pt x="1" y="24"/>
                  </a:lnTo>
                  <a:lnTo>
                    <a:pt x="25" y="48"/>
                  </a:lnTo>
                  <a:lnTo>
                    <a:pt x="49" y="72"/>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
            <p:cNvSpPr/>
            <p:nvPr/>
          </p:nvSpPr>
          <p:spPr>
            <a:xfrm>
              <a:off x="2436600" y="1894550"/>
              <a:ext cx="2450" cy="3025"/>
            </a:xfrm>
            <a:custGeom>
              <a:avLst/>
              <a:gdLst/>
              <a:ahLst/>
              <a:cxnLst/>
              <a:rect l="l" t="t" r="r" b="b"/>
              <a:pathLst>
                <a:path w="98" h="121" extrusionOk="0">
                  <a:moveTo>
                    <a:pt x="49" y="0"/>
                  </a:moveTo>
                  <a:lnTo>
                    <a:pt x="1" y="25"/>
                  </a:lnTo>
                  <a:lnTo>
                    <a:pt x="1" y="73"/>
                  </a:lnTo>
                  <a:lnTo>
                    <a:pt x="25" y="121"/>
                  </a:lnTo>
                  <a:lnTo>
                    <a:pt x="73" y="97"/>
                  </a:lnTo>
                  <a:lnTo>
                    <a:pt x="97"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
            <p:cNvSpPr/>
            <p:nvPr/>
          </p:nvSpPr>
          <p:spPr>
            <a:xfrm>
              <a:off x="1827550" y="2045000"/>
              <a:ext cx="1825" cy="1825"/>
            </a:xfrm>
            <a:custGeom>
              <a:avLst/>
              <a:gdLst/>
              <a:ahLst/>
              <a:cxnLst/>
              <a:rect l="l" t="t" r="r" b="b"/>
              <a:pathLst>
                <a:path w="73" h="73" extrusionOk="0">
                  <a:moveTo>
                    <a:pt x="1" y="1"/>
                  </a:moveTo>
                  <a:lnTo>
                    <a:pt x="1" y="49"/>
                  </a:lnTo>
                  <a:lnTo>
                    <a:pt x="49"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
            <p:cNvSpPr/>
            <p:nvPr/>
          </p:nvSpPr>
          <p:spPr>
            <a:xfrm>
              <a:off x="1990650" y="2040800"/>
              <a:ext cx="1225" cy="625"/>
            </a:xfrm>
            <a:custGeom>
              <a:avLst/>
              <a:gdLst/>
              <a:ahLst/>
              <a:cxnLst/>
              <a:rect l="l" t="t" r="r" b="b"/>
              <a:pathLst>
                <a:path w="49" h="25" extrusionOk="0">
                  <a:moveTo>
                    <a:pt x="0" y="0"/>
                  </a:moveTo>
                  <a:lnTo>
                    <a:pt x="0"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
            <p:cNvSpPr/>
            <p:nvPr/>
          </p:nvSpPr>
          <p:spPr>
            <a:xfrm>
              <a:off x="1983425" y="2019125"/>
              <a:ext cx="1825" cy="1825"/>
            </a:xfrm>
            <a:custGeom>
              <a:avLst/>
              <a:gdLst/>
              <a:ahLst/>
              <a:cxnLst/>
              <a:rect l="l" t="t" r="r" b="b"/>
              <a:pathLst>
                <a:path w="73" h="73" extrusionOk="0">
                  <a:moveTo>
                    <a:pt x="25" y="1"/>
                  </a:moveTo>
                  <a:lnTo>
                    <a:pt x="1" y="25"/>
                  </a:lnTo>
                  <a:lnTo>
                    <a:pt x="25" y="73"/>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
            <p:cNvSpPr/>
            <p:nvPr/>
          </p:nvSpPr>
          <p:spPr>
            <a:xfrm>
              <a:off x="1895550" y="1967975"/>
              <a:ext cx="1850" cy="1225"/>
            </a:xfrm>
            <a:custGeom>
              <a:avLst/>
              <a:gdLst/>
              <a:ahLst/>
              <a:cxnLst/>
              <a:rect l="l" t="t" r="r" b="b"/>
              <a:pathLst>
                <a:path w="74" h="49" extrusionOk="0">
                  <a:moveTo>
                    <a:pt x="25" y="0"/>
                  </a:moveTo>
                  <a:lnTo>
                    <a:pt x="1" y="24"/>
                  </a:lnTo>
                  <a:lnTo>
                    <a:pt x="25" y="49"/>
                  </a:lnTo>
                  <a:lnTo>
                    <a:pt x="49" y="49"/>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
            <p:cNvSpPr/>
            <p:nvPr/>
          </p:nvSpPr>
          <p:spPr>
            <a:xfrm>
              <a:off x="2407725" y="2450025"/>
              <a:ext cx="1825" cy="1850"/>
            </a:xfrm>
            <a:custGeom>
              <a:avLst/>
              <a:gdLst/>
              <a:ahLst/>
              <a:cxnLst/>
              <a:rect l="l" t="t" r="r" b="b"/>
              <a:pathLst>
                <a:path w="73" h="74" extrusionOk="0">
                  <a:moveTo>
                    <a:pt x="24" y="1"/>
                  </a:moveTo>
                  <a:lnTo>
                    <a:pt x="0" y="49"/>
                  </a:lnTo>
                  <a:lnTo>
                    <a:pt x="24" y="73"/>
                  </a:lnTo>
                  <a:lnTo>
                    <a:pt x="72" y="73"/>
                  </a:lnTo>
                  <a:lnTo>
                    <a:pt x="72"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
            <p:cNvSpPr/>
            <p:nvPr/>
          </p:nvSpPr>
          <p:spPr>
            <a:xfrm>
              <a:off x="2328875" y="2403700"/>
              <a:ext cx="1225" cy="1225"/>
            </a:xfrm>
            <a:custGeom>
              <a:avLst/>
              <a:gdLst/>
              <a:ahLst/>
              <a:cxnLst/>
              <a:rect l="l" t="t" r="r" b="b"/>
              <a:pathLst>
                <a:path w="49" h="49" extrusionOk="0">
                  <a:moveTo>
                    <a:pt x="25" y="0"/>
                  </a:moveTo>
                  <a:lnTo>
                    <a:pt x="1" y="24"/>
                  </a:lnTo>
                  <a:lnTo>
                    <a:pt x="1" y="49"/>
                  </a:lnTo>
                  <a:lnTo>
                    <a:pt x="49"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
            <p:cNvSpPr/>
            <p:nvPr/>
          </p:nvSpPr>
          <p:spPr>
            <a:xfrm>
              <a:off x="2178425" y="2395275"/>
              <a:ext cx="1225" cy="1225"/>
            </a:xfrm>
            <a:custGeom>
              <a:avLst/>
              <a:gdLst/>
              <a:ahLst/>
              <a:cxnLst/>
              <a:rect l="l" t="t" r="r" b="b"/>
              <a:pathLst>
                <a:path w="49" h="49" extrusionOk="0">
                  <a:moveTo>
                    <a:pt x="24" y="0"/>
                  </a:moveTo>
                  <a:lnTo>
                    <a:pt x="0" y="24"/>
                  </a:lnTo>
                  <a:lnTo>
                    <a:pt x="0" y="48"/>
                  </a:lnTo>
                  <a:lnTo>
                    <a:pt x="48" y="48"/>
                  </a:lnTo>
                  <a:lnTo>
                    <a:pt x="48"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
            <p:cNvSpPr/>
            <p:nvPr/>
          </p:nvSpPr>
          <p:spPr>
            <a:xfrm>
              <a:off x="2307825" y="2370000"/>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
            <p:cNvSpPr/>
            <p:nvPr/>
          </p:nvSpPr>
          <p:spPr>
            <a:xfrm>
              <a:off x="2171200" y="2383225"/>
              <a:ext cx="1225" cy="1250"/>
            </a:xfrm>
            <a:custGeom>
              <a:avLst/>
              <a:gdLst/>
              <a:ahLst/>
              <a:cxnLst/>
              <a:rect l="l" t="t" r="r" b="b"/>
              <a:pathLst>
                <a:path w="49" h="50" extrusionOk="0">
                  <a:moveTo>
                    <a:pt x="24" y="1"/>
                  </a:moveTo>
                  <a:lnTo>
                    <a:pt x="0" y="25"/>
                  </a:lnTo>
                  <a:lnTo>
                    <a:pt x="0" y="49"/>
                  </a:lnTo>
                  <a:lnTo>
                    <a:pt x="49" y="49"/>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
            <p:cNvSpPr/>
            <p:nvPr/>
          </p:nvSpPr>
          <p:spPr>
            <a:xfrm>
              <a:off x="1986425" y="2022750"/>
              <a:ext cx="1850" cy="1225"/>
            </a:xfrm>
            <a:custGeom>
              <a:avLst/>
              <a:gdLst/>
              <a:ahLst/>
              <a:cxnLst/>
              <a:rect l="l" t="t" r="r" b="b"/>
              <a:pathLst>
                <a:path w="74" h="49" extrusionOk="0">
                  <a:moveTo>
                    <a:pt x="1" y="0"/>
                  </a:moveTo>
                  <a:lnTo>
                    <a:pt x="1" y="24"/>
                  </a:lnTo>
                  <a:lnTo>
                    <a:pt x="49" y="48"/>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
            <p:cNvSpPr/>
            <p:nvPr/>
          </p:nvSpPr>
          <p:spPr>
            <a:xfrm>
              <a:off x="2180825" y="2333275"/>
              <a:ext cx="1225" cy="1225"/>
            </a:xfrm>
            <a:custGeom>
              <a:avLst/>
              <a:gdLst/>
              <a:ahLst/>
              <a:cxnLst/>
              <a:rect l="l" t="t" r="r" b="b"/>
              <a:pathLst>
                <a:path w="49" h="49" extrusionOk="0">
                  <a:moveTo>
                    <a:pt x="1" y="1"/>
                  </a:moveTo>
                  <a:lnTo>
                    <a:pt x="1" y="49"/>
                  </a:ln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
            <p:cNvSpPr/>
            <p:nvPr/>
          </p:nvSpPr>
          <p:spPr>
            <a:xfrm>
              <a:off x="2014125" y="2003475"/>
              <a:ext cx="1825" cy="1825"/>
            </a:xfrm>
            <a:custGeom>
              <a:avLst/>
              <a:gdLst/>
              <a:ahLst/>
              <a:cxnLst/>
              <a:rect l="l" t="t" r="r" b="b"/>
              <a:pathLst>
                <a:path w="73" h="73" extrusionOk="0">
                  <a:moveTo>
                    <a:pt x="24" y="1"/>
                  </a:moveTo>
                  <a:lnTo>
                    <a:pt x="0" y="25"/>
                  </a:lnTo>
                  <a:lnTo>
                    <a:pt x="24" y="49"/>
                  </a:lnTo>
                  <a:lnTo>
                    <a:pt x="48" y="73"/>
                  </a:lnTo>
                  <a:lnTo>
                    <a:pt x="73"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
            <p:cNvSpPr/>
            <p:nvPr/>
          </p:nvSpPr>
          <p:spPr>
            <a:xfrm>
              <a:off x="2272900" y="2126850"/>
              <a:ext cx="2450" cy="1825"/>
            </a:xfrm>
            <a:custGeom>
              <a:avLst/>
              <a:gdLst/>
              <a:ahLst/>
              <a:cxnLst/>
              <a:rect l="l" t="t" r="r" b="b"/>
              <a:pathLst>
                <a:path w="98"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
            <p:cNvSpPr/>
            <p:nvPr/>
          </p:nvSpPr>
          <p:spPr>
            <a:xfrm>
              <a:off x="2083325" y="194872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
            <p:cNvSpPr/>
            <p:nvPr/>
          </p:nvSpPr>
          <p:spPr>
            <a:xfrm>
              <a:off x="2023750" y="1910800"/>
              <a:ext cx="1825" cy="1825"/>
            </a:xfrm>
            <a:custGeom>
              <a:avLst/>
              <a:gdLst/>
              <a:ahLst/>
              <a:cxnLst/>
              <a:rect l="l" t="t" r="r" b="b"/>
              <a:pathLst>
                <a:path w="73" h="73" extrusionOk="0">
                  <a:moveTo>
                    <a:pt x="25" y="0"/>
                  </a:moveTo>
                  <a:lnTo>
                    <a:pt x="0" y="49"/>
                  </a:lnTo>
                  <a:lnTo>
                    <a:pt x="25" y="73"/>
                  </a:lnTo>
                  <a:lnTo>
                    <a:pt x="73"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
            <p:cNvSpPr/>
            <p:nvPr/>
          </p:nvSpPr>
          <p:spPr>
            <a:xfrm>
              <a:off x="2019525" y="1909000"/>
              <a:ext cx="1850" cy="1825"/>
            </a:xfrm>
            <a:custGeom>
              <a:avLst/>
              <a:gdLst/>
              <a:ahLst/>
              <a:cxnLst/>
              <a:rect l="l" t="t" r="r" b="b"/>
              <a:pathLst>
                <a:path w="74" h="73" extrusionOk="0">
                  <a:moveTo>
                    <a:pt x="25" y="0"/>
                  </a:moveTo>
                  <a:lnTo>
                    <a:pt x="1" y="24"/>
                  </a:lnTo>
                  <a:lnTo>
                    <a:pt x="25" y="72"/>
                  </a:lnTo>
                  <a:lnTo>
                    <a:pt x="49" y="48"/>
                  </a:lnTo>
                  <a:lnTo>
                    <a:pt x="73"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
            <p:cNvSpPr/>
            <p:nvPr/>
          </p:nvSpPr>
          <p:spPr>
            <a:xfrm>
              <a:off x="2149525" y="1868675"/>
              <a:ext cx="1225" cy="3025"/>
            </a:xfrm>
            <a:custGeom>
              <a:avLst/>
              <a:gdLst/>
              <a:ahLst/>
              <a:cxnLst/>
              <a:rect l="l" t="t" r="r" b="b"/>
              <a:pathLst>
                <a:path w="49" h="121" extrusionOk="0">
                  <a:moveTo>
                    <a:pt x="49" y="0"/>
                  </a:moveTo>
                  <a:lnTo>
                    <a:pt x="37" y="30"/>
                  </a:lnTo>
                  <a:lnTo>
                    <a:pt x="49" y="24"/>
                  </a:lnTo>
                  <a:lnTo>
                    <a:pt x="49" y="0"/>
                  </a:lnTo>
                  <a:close/>
                  <a:moveTo>
                    <a:pt x="37" y="30"/>
                  </a:moveTo>
                  <a:lnTo>
                    <a:pt x="1" y="48"/>
                  </a:lnTo>
                  <a:lnTo>
                    <a:pt x="1" y="73"/>
                  </a:lnTo>
                  <a:lnTo>
                    <a:pt x="1" y="121"/>
                  </a:lnTo>
                  <a:lnTo>
                    <a:pt x="37" y="3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
            <p:cNvSpPr/>
            <p:nvPr/>
          </p:nvSpPr>
          <p:spPr>
            <a:xfrm>
              <a:off x="2064075" y="1910200"/>
              <a:ext cx="1225" cy="1225"/>
            </a:xfrm>
            <a:custGeom>
              <a:avLst/>
              <a:gdLst/>
              <a:ahLst/>
              <a:cxnLst/>
              <a:rect l="l" t="t" r="r" b="b"/>
              <a:pathLst>
                <a:path w="49" h="49" extrusionOk="0">
                  <a:moveTo>
                    <a:pt x="0" y="0"/>
                  </a:moveTo>
                  <a:lnTo>
                    <a:pt x="0" y="49"/>
                  </a:lnTo>
                  <a:lnTo>
                    <a:pt x="49"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
            <p:cNvSpPr/>
            <p:nvPr/>
          </p:nvSpPr>
          <p:spPr>
            <a:xfrm>
              <a:off x="2068275" y="1892750"/>
              <a:ext cx="1250" cy="1225"/>
            </a:xfrm>
            <a:custGeom>
              <a:avLst/>
              <a:gdLst/>
              <a:ahLst/>
              <a:cxnLst/>
              <a:rect l="l" t="t" r="r" b="b"/>
              <a:pathLst>
                <a:path w="50" h="49" extrusionOk="0">
                  <a:moveTo>
                    <a:pt x="25" y="0"/>
                  </a:moveTo>
                  <a:lnTo>
                    <a:pt x="1" y="24"/>
                  </a:lnTo>
                  <a:lnTo>
                    <a:pt x="1" y="48"/>
                  </a:lnTo>
                  <a:lnTo>
                    <a:pt x="49"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
            <p:cNvSpPr/>
            <p:nvPr/>
          </p:nvSpPr>
          <p:spPr>
            <a:xfrm>
              <a:off x="2091150" y="1887325"/>
              <a:ext cx="1825" cy="1225"/>
            </a:xfrm>
            <a:custGeom>
              <a:avLst/>
              <a:gdLst/>
              <a:ahLst/>
              <a:cxnLst/>
              <a:rect l="l" t="t" r="r" b="b"/>
              <a:pathLst>
                <a:path w="73" h="49" extrusionOk="0">
                  <a:moveTo>
                    <a:pt x="25" y="1"/>
                  </a:moveTo>
                  <a:lnTo>
                    <a:pt x="1" y="25"/>
                  </a:lnTo>
                  <a:lnTo>
                    <a:pt x="1" y="49"/>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
            <p:cNvSpPr/>
            <p:nvPr/>
          </p:nvSpPr>
          <p:spPr>
            <a:xfrm>
              <a:off x="2064675" y="1831350"/>
              <a:ext cx="1825" cy="1850"/>
            </a:xfrm>
            <a:custGeom>
              <a:avLst/>
              <a:gdLst/>
              <a:ahLst/>
              <a:cxnLst/>
              <a:rect l="l" t="t" r="r" b="b"/>
              <a:pathLst>
                <a:path w="73" h="74" extrusionOk="0">
                  <a:moveTo>
                    <a:pt x="49" y="1"/>
                  </a:moveTo>
                  <a:lnTo>
                    <a:pt x="0" y="25"/>
                  </a:lnTo>
                  <a:lnTo>
                    <a:pt x="0" y="49"/>
                  </a:lnTo>
                  <a:lnTo>
                    <a:pt x="25" y="73"/>
                  </a:lnTo>
                  <a:lnTo>
                    <a:pt x="73"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
            <p:cNvSpPr/>
            <p:nvPr/>
          </p:nvSpPr>
          <p:spPr>
            <a:xfrm>
              <a:off x="2349350" y="1951125"/>
              <a:ext cx="1225" cy="1825"/>
            </a:xfrm>
            <a:custGeom>
              <a:avLst/>
              <a:gdLst/>
              <a:ahLst/>
              <a:cxnLst/>
              <a:rect l="l" t="t" r="r" b="b"/>
              <a:pathLst>
                <a:path w="49" h="73" extrusionOk="0">
                  <a:moveTo>
                    <a:pt x="0" y="0"/>
                  </a:moveTo>
                  <a:lnTo>
                    <a:pt x="0" y="49"/>
                  </a:lnTo>
                  <a:lnTo>
                    <a:pt x="48" y="73"/>
                  </a:lnTo>
                  <a:lnTo>
                    <a:pt x="48" y="49"/>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
            <p:cNvSpPr/>
            <p:nvPr/>
          </p:nvSpPr>
          <p:spPr>
            <a:xfrm>
              <a:off x="2384850" y="1969175"/>
              <a:ext cx="1225" cy="1825"/>
            </a:xfrm>
            <a:custGeom>
              <a:avLst/>
              <a:gdLst/>
              <a:ahLst/>
              <a:cxnLst/>
              <a:rect l="l" t="t" r="r" b="b"/>
              <a:pathLst>
                <a:path w="49" h="73" extrusionOk="0">
                  <a:moveTo>
                    <a:pt x="25" y="1"/>
                  </a:moveTo>
                  <a:lnTo>
                    <a:pt x="0" y="25"/>
                  </a:lnTo>
                  <a:lnTo>
                    <a:pt x="0" y="49"/>
                  </a:lnTo>
                  <a:lnTo>
                    <a:pt x="25" y="73"/>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
            <p:cNvSpPr/>
            <p:nvPr/>
          </p:nvSpPr>
          <p:spPr>
            <a:xfrm>
              <a:off x="2321050" y="1930650"/>
              <a:ext cx="1825" cy="1850"/>
            </a:xfrm>
            <a:custGeom>
              <a:avLst/>
              <a:gdLst/>
              <a:ahLst/>
              <a:cxnLst/>
              <a:rect l="l" t="t" r="r" b="b"/>
              <a:pathLst>
                <a:path w="73" h="74" extrusionOk="0">
                  <a:moveTo>
                    <a:pt x="25" y="1"/>
                  </a:moveTo>
                  <a:lnTo>
                    <a:pt x="1" y="25"/>
                  </a:lnTo>
                  <a:lnTo>
                    <a:pt x="25" y="73"/>
                  </a:lnTo>
                  <a:lnTo>
                    <a:pt x="73"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
            <p:cNvSpPr/>
            <p:nvPr/>
          </p:nvSpPr>
          <p:spPr>
            <a:xfrm>
              <a:off x="1879300" y="2041400"/>
              <a:ext cx="1250" cy="625"/>
            </a:xfrm>
            <a:custGeom>
              <a:avLst/>
              <a:gdLst/>
              <a:ahLst/>
              <a:cxnLst/>
              <a:rect l="l" t="t" r="r" b="b"/>
              <a:pathLst>
                <a:path w="50" h="25" extrusionOk="0">
                  <a:moveTo>
                    <a:pt x="1" y="0"/>
                  </a:moveTo>
                  <a:lnTo>
                    <a:pt x="25"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
            <p:cNvSpPr/>
            <p:nvPr/>
          </p:nvSpPr>
          <p:spPr>
            <a:xfrm>
              <a:off x="1979825" y="2037175"/>
              <a:ext cx="1225" cy="1225"/>
            </a:xfrm>
            <a:custGeom>
              <a:avLst/>
              <a:gdLst/>
              <a:ahLst/>
              <a:cxnLst/>
              <a:rect l="l" t="t" r="r" b="b"/>
              <a:pathLst>
                <a:path w="49" h="49" extrusionOk="0">
                  <a:moveTo>
                    <a:pt x="48" y="1"/>
                  </a:moveTo>
                  <a:lnTo>
                    <a:pt x="0" y="25"/>
                  </a:lnTo>
                  <a:lnTo>
                    <a:pt x="0" y="49"/>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
            <p:cNvSpPr/>
            <p:nvPr/>
          </p:nvSpPr>
          <p:spPr>
            <a:xfrm>
              <a:off x="2061075" y="2510825"/>
              <a:ext cx="1225" cy="1225"/>
            </a:xfrm>
            <a:custGeom>
              <a:avLst/>
              <a:gdLst/>
              <a:ahLst/>
              <a:cxnLst/>
              <a:rect l="l" t="t" r="r" b="b"/>
              <a:pathLst>
                <a:path w="49" h="49" extrusionOk="0">
                  <a:moveTo>
                    <a:pt x="0" y="0"/>
                  </a:moveTo>
                  <a:lnTo>
                    <a:pt x="0" y="24"/>
                  </a:lnTo>
                  <a:lnTo>
                    <a:pt x="24" y="49"/>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
            <p:cNvSpPr/>
            <p:nvPr/>
          </p:nvSpPr>
          <p:spPr>
            <a:xfrm>
              <a:off x="2277725" y="2411525"/>
              <a:ext cx="1225" cy="1225"/>
            </a:xfrm>
            <a:custGeom>
              <a:avLst/>
              <a:gdLst/>
              <a:ahLst/>
              <a:cxnLst/>
              <a:rect l="l" t="t" r="r" b="b"/>
              <a:pathLst>
                <a:path w="49" h="49" extrusionOk="0">
                  <a:moveTo>
                    <a:pt x="0" y="0"/>
                  </a:moveTo>
                  <a:lnTo>
                    <a:pt x="0" y="48"/>
                  </a:lnTo>
                  <a:lnTo>
                    <a:pt x="24"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
            <p:cNvSpPr/>
            <p:nvPr/>
          </p:nvSpPr>
          <p:spPr>
            <a:xfrm>
              <a:off x="1893750" y="2028750"/>
              <a:ext cx="625" cy="1225"/>
            </a:xfrm>
            <a:custGeom>
              <a:avLst/>
              <a:gdLst/>
              <a:ahLst/>
              <a:cxnLst/>
              <a:rect l="l" t="t" r="r" b="b"/>
              <a:pathLst>
                <a:path w="25" h="49" extrusionOk="0">
                  <a:moveTo>
                    <a:pt x="25" y="1"/>
                  </a:moveTo>
                  <a:lnTo>
                    <a:pt x="1" y="25"/>
                  </a:ln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
            <p:cNvSpPr/>
            <p:nvPr/>
          </p:nvSpPr>
          <p:spPr>
            <a:xfrm>
              <a:off x="2325875" y="2286350"/>
              <a:ext cx="25" cy="625"/>
            </a:xfrm>
            <a:custGeom>
              <a:avLst/>
              <a:gdLst/>
              <a:ahLst/>
              <a:cxnLst/>
              <a:rect l="l" t="t" r="r" b="b"/>
              <a:pathLst>
                <a:path w="1" h="25" extrusionOk="0">
                  <a:moveTo>
                    <a:pt x="0" y="0"/>
                  </a:moveTo>
                  <a:lnTo>
                    <a:pt x="0" y="0"/>
                  </a:lnTo>
                  <a:lnTo>
                    <a:pt x="0" y="0"/>
                  </a:lnTo>
                  <a:lnTo>
                    <a:pt x="0" y="0"/>
                  </a:lnTo>
                  <a:lnTo>
                    <a:pt x="0" y="24"/>
                  </a:lnTo>
                  <a:lnTo>
                    <a:pt x="0"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
            <p:cNvSpPr/>
            <p:nvPr/>
          </p:nvSpPr>
          <p:spPr>
            <a:xfrm>
              <a:off x="2021950" y="2483150"/>
              <a:ext cx="625" cy="1225"/>
            </a:xfrm>
            <a:custGeom>
              <a:avLst/>
              <a:gdLst/>
              <a:ahLst/>
              <a:cxnLst/>
              <a:rect l="l" t="t" r="r" b="b"/>
              <a:pathLst>
                <a:path w="25" h="49" extrusionOk="0">
                  <a:moveTo>
                    <a:pt x="24" y="0"/>
                  </a:moveTo>
                  <a:lnTo>
                    <a:pt x="0" y="24"/>
                  </a:lnTo>
                  <a:lnTo>
                    <a:pt x="0" y="48"/>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
            <p:cNvSpPr/>
            <p:nvPr/>
          </p:nvSpPr>
          <p:spPr>
            <a:xfrm>
              <a:off x="2214525" y="2354950"/>
              <a:ext cx="625" cy="1225"/>
            </a:xfrm>
            <a:custGeom>
              <a:avLst/>
              <a:gdLst/>
              <a:ahLst/>
              <a:cxnLst/>
              <a:rect l="l" t="t" r="r" b="b"/>
              <a:pathLst>
                <a:path w="25" h="49" extrusionOk="0">
                  <a:moveTo>
                    <a:pt x="1" y="0"/>
                  </a:moveTo>
                  <a:lnTo>
                    <a:pt x="1" y="49"/>
                  </a:lnTo>
                  <a:lnTo>
                    <a:pt x="25"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
            <p:cNvSpPr/>
            <p:nvPr/>
          </p:nvSpPr>
          <p:spPr>
            <a:xfrm>
              <a:off x="2185050" y="2481925"/>
              <a:ext cx="1225" cy="625"/>
            </a:xfrm>
            <a:custGeom>
              <a:avLst/>
              <a:gdLst/>
              <a:ahLst/>
              <a:cxnLst/>
              <a:rect l="l" t="t" r="r" b="b"/>
              <a:pathLst>
                <a:path w="49" h="25" extrusionOk="0">
                  <a:moveTo>
                    <a:pt x="24" y="1"/>
                  </a:moveTo>
                  <a:lnTo>
                    <a:pt x="0" y="25"/>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
            <p:cNvSpPr/>
            <p:nvPr/>
          </p:nvSpPr>
          <p:spPr>
            <a:xfrm>
              <a:off x="2399900" y="2465675"/>
              <a:ext cx="625" cy="625"/>
            </a:xfrm>
            <a:custGeom>
              <a:avLst/>
              <a:gdLst/>
              <a:ahLst/>
              <a:cxnLst/>
              <a:rect l="l" t="t" r="r" b="b"/>
              <a:pathLst>
                <a:path w="25" h="25" extrusionOk="0">
                  <a:moveTo>
                    <a:pt x="0" y="1"/>
                  </a:moveTo>
                  <a:lnTo>
                    <a:pt x="0"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
            <p:cNvSpPr/>
            <p:nvPr/>
          </p:nvSpPr>
          <p:spPr>
            <a:xfrm>
              <a:off x="1927450" y="1967975"/>
              <a:ext cx="25" cy="25"/>
            </a:xfrm>
            <a:custGeom>
              <a:avLst/>
              <a:gdLst/>
              <a:ahLst/>
              <a:cxnLst/>
              <a:rect l="l" t="t" r="r" b="b"/>
              <a:pathLst>
                <a:path w="1" h="1" extrusionOk="0">
                  <a:moveTo>
                    <a:pt x="1" y="0"/>
                  </a:move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
            <p:cNvSpPr/>
            <p:nvPr/>
          </p:nvSpPr>
          <p:spPr>
            <a:xfrm>
              <a:off x="2052025" y="20311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
            <p:cNvSpPr/>
            <p:nvPr/>
          </p:nvSpPr>
          <p:spPr>
            <a:xfrm>
              <a:off x="1893150" y="1937275"/>
              <a:ext cx="1225" cy="625"/>
            </a:xfrm>
            <a:custGeom>
              <a:avLst/>
              <a:gdLst/>
              <a:ahLst/>
              <a:cxnLst/>
              <a:rect l="l" t="t" r="r" b="b"/>
              <a:pathLst>
                <a:path w="49" h="25" extrusionOk="0">
                  <a:moveTo>
                    <a:pt x="1" y="1"/>
                  </a:moveTo>
                  <a:lnTo>
                    <a:pt x="1" y="25"/>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
            <p:cNvSpPr/>
            <p:nvPr/>
          </p:nvSpPr>
          <p:spPr>
            <a:xfrm>
              <a:off x="1941300" y="1962550"/>
              <a:ext cx="1825" cy="1225"/>
            </a:xfrm>
            <a:custGeom>
              <a:avLst/>
              <a:gdLst/>
              <a:ahLst/>
              <a:cxnLst/>
              <a:rect l="l" t="t" r="r" b="b"/>
              <a:pathLst>
                <a:path w="73" h="49" extrusionOk="0">
                  <a:moveTo>
                    <a:pt x="24" y="1"/>
                  </a:moveTo>
                  <a:lnTo>
                    <a:pt x="0" y="25"/>
                  </a:lnTo>
                  <a:lnTo>
                    <a:pt x="24" y="49"/>
                  </a:lnTo>
                  <a:lnTo>
                    <a:pt x="49"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
            <p:cNvSpPr/>
            <p:nvPr/>
          </p:nvSpPr>
          <p:spPr>
            <a:xfrm>
              <a:off x="1910600" y="1920425"/>
              <a:ext cx="625" cy="1225"/>
            </a:xfrm>
            <a:custGeom>
              <a:avLst/>
              <a:gdLst/>
              <a:ahLst/>
              <a:cxnLst/>
              <a:rect l="l" t="t" r="r" b="b"/>
              <a:pathLst>
                <a:path w="25" h="49" extrusionOk="0">
                  <a:moveTo>
                    <a:pt x="1" y="1"/>
                  </a:move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
            <p:cNvSpPr/>
            <p:nvPr/>
          </p:nvSpPr>
          <p:spPr>
            <a:xfrm>
              <a:off x="1861250" y="1954725"/>
              <a:ext cx="25" cy="625"/>
            </a:xfrm>
            <a:custGeom>
              <a:avLst/>
              <a:gdLst/>
              <a:ahLst/>
              <a:cxnLst/>
              <a:rect l="l" t="t" r="r" b="b"/>
              <a:pathLst>
                <a:path w="1" h="25" extrusionOk="0">
                  <a:moveTo>
                    <a:pt x="1" y="25"/>
                  </a:moveTo>
                  <a:lnTo>
                    <a:pt x="1" y="1"/>
                  </a:lnTo>
                  <a:lnTo>
                    <a:pt x="1" y="1"/>
                  </a:lnTo>
                  <a:lnTo>
                    <a:pt x="1"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
            <p:cNvSpPr/>
            <p:nvPr/>
          </p:nvSpPr>
          <p:spPr>
            <a:xfrm>
              <a:off x="2337900" y="2406100"/>
              <a:ext cx="1225" cy="1225"/>
            </a:xfrm>
            <a:custGeom>
              <a:avLst/>
              <a:gdLst/>
              <a:ahLst/>
              <a:cxnLst/>
              <a:rect l="l" t="t" r="r" b="b"/>
              <a:pathLst>
                <a:path w="49" h="49" extrusionOk="0">
                  <a:moveTo>
                    <a:pt x="1" y="1"/>
                  </a:moveTo>
                  <a:lnTo>
                    <a:pt x="1" y="25"/>
                  </a:lnTo>
                  <a:lnTo>
                    <a:pt x="25"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
            <p:cNvSpPr/>
            <p:nvPr/>
          </p:nvSpPr>
          <p:spPr>
            <a:xfrm>
              <a:off x="1912400" y="2023350"/>
              <a:ext cx="1250" cy="1225"/>
            </a:xfrm>
            <a:custGeom>
              <a:avLst/>
              <a:gdLst/>
              <a:ahLst/>
              <a:cxnLst/>
              <a:rect l="l" t="t" r="r" b="b"/>
              <a:pathLst>
                <a:path w="50" h="49" extrusionOk="0">
                  <a:moveTo>
                    <a:pt x="1" y="0"/>
                  </a:moveTo>
                  <a:lnTo>
                    <a:pt x="25" y="48"/>
                  </a:lnTo>
                  <a:lnTo>
                    <a:pt x="49" y="48"/>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
            <p:cNvSpPr/>
            <p:nvPr/>
          </p:nvSpPr>
          <p:spPr>
            <a:xfrm>
              <a:off x="2395075" y="2403100"/>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
            <p:cNvSpPr/>
            <p:nvPr/>
          </p:nvSpPr>
          <p:spPr>
            <a:xfrm>
              <a:off x="2241600" y="2462075"/>
              <a:ext cx="1250" cy="1225"/>
            </a:xfrm>
            <a:custGeom>
              <a:avLst/>
              <a:gdLst/>
              <a:ahLst/>
              <a:cxnLst/>
              <a:rect l="l" t="t" r="r" b="b"/>
              <a:pathLst>
                <a:path w="50" h="49" extrusionOk="0">
                  <a:moveTo>
                    <a:pt x="1" y="0"/>
                  </a:moveTo>
                  <a:lnTo>
                    <a:pt x="25" y="49"/>
                  </a:lnTo>
                  <a:lnTo>
                    <a:pt x="49"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
            <p:cNvSpPr/>
            <p:nvPr/>
          </p:nvSpPr>
          <p:spPr>
            <a:xfrm>
              <a:off x="1857650" y="1984225"/>
              <a:ext cx="1225" cy="625"/>
            </a:xfrm>
            <a:custGeom>
              <a:avLst/>
              <a:gdLst/>
              <a:ahLst/>
              <a:cxnLst/>
              <a:rect l="l" t="t" r="r" b="b"/>
              <a:pathLst>
                <a:path w="49" h="25" extrusionOk="0">
                  <a:moveTo>
                    <a:pt x="0" y="0"/>
                  </a:moveTo>
                  <a:lnTo>
                    <a:pt x="24" y="24"/>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
            <p:cNvSpPr/>
            <p:nvPr/>
          </p:nvSpPr>
          <p:spPr>
            <a:xfrm>
              <a:off x="2059250" y="1912000"/>
              <a:ext cx="1225" cy="1225"/>
            </a:xfrm>
            <a:custGeom>
              <a:avLst/>
              <a:gdLst/>
              <a:ahLst/>
              <a:cxnLst/>
              <a:rect l="l" t="t" r="r" b="b"/>
              <a:pathLst>
                <a:path w="49" h="49" extrusionOk="0">
                  <a:moveTo>
                    <a:pt x="25" y="1"/>
                  </a:moveTo>
                  <a:lnTo>
                    <a:pt x="1" y="25"/>
                  </a:lnTo>
                  <a:lnTo>
                    <a:pt x="25" y="49"/>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
            <p:cNvSpPr/>
            <p:nvPr/>
          </p:nvSpPr>
          <p:spPr>
            <a:xfrm>
              <a:off x="2127875" y="1943900"/>
              <a:ext cx="1825" cy="1225"/>
            </a:xfrm>
            <a:custGeom>
              <a:avLst/>
              <a:gdLst/>
              <a:ahLst/>
              <a:cxnLst/>
              <a:rect l="l" t="t" r="r" b="b"/>
              <a:pathLst>
                <a:path w="73" h="49" extrusionOk="0">
                  <a:moveTo>
                    <a:pt x="24" y="0"/>
                  </a:moveTo>
                  <a:lnTo>
                    <a:pt x="0" y="25"/>
                  </a:lnTo>
                  <a:lnTo>
                    <a:pt x="24" y="49"/>
                  </a:lnTo>
                  <a:lnTo>
                    <a:pt x="72" y="49"/>
                  </a:lnTo>
                  <a:lnTo>
                    <a:pt x="72" y="25"/>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
            <p:cNvSpPr/>
            <p:nvPr/>
          </p:nvSpPr>
          <p:spPr>
            <a:xfrm>
              <a:off x="2145325" y="1943300"/>
              <a:ext cx="2425" cy="625"/>
            </a:xfrm>
            <a:custGeom>
              <a:avLst/>
              <a:gdLst/>
              <a:ahLst/>
              <a:cxnLst/>
              <a:rect l="l" t="t" r="r" b="b"/>
              <a:pathLst>
                <a:path w="97" h="25" extrusionOk="0">
                  <a:moveTo>
                    <a:pt x="0" y="0"/>
                  </a:moveTo>
                  <a:lnTo>
                    <a:pt x="0" y="0"/>
                  </a:lnTo>
                  <a:lnTo>
                    <a:pt x="97" y="24"/>
                  </a:lnTo>
                  <a:lnTo>
                    <a:pt x="97" y="24"/>
                  </a:lnTo>
                  <a:lnTo>
                    <a:pt x="97" y="24"/>
                  </a:lnTo>
                  <a:lnTo>
                    <a:pt x="97"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
            <p:cNvSpPr/>
            <p:nvPr/>
          </p:nvSpPr>
          <p:spPr>
            <a:xfrm>
              <a:off x="1929250" y="2019725"/>
              <a:ext cx="25" cy="25"/>
            </a:xfrm>
            <a:custGeom>
              <a:avLst/>
              <a:gdLst/>
              <a:ahLst/>
              <a:cxnLst/>
              <a:rect l="l" t="t" r="r" b="b"/>
              <a:pathLst>
                <a:path w="1" h="1" extrusionOk="0">
                  <a:moveTo>
                    <a:pt x="1" y="1"/>
                  </a:moveTo>
                  <a:lnTo>
                    <a:pt x="1" y="1"/>
                  </a:lnTo>
                  <a:lnTo>
                    <a:pt x="1" y="1"/>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
            <p:cNvSpPr/>
            <p:nvPr/>
          </p:nvSpPr>
          <p:spPr>
            <a:xfrm>
              <a:off x="2125450" y="1902375"/>
              <a:ext cx="625" cy="625"/>
            </a:xfrm>
            <a:custGeom>
              <a:avLst/>
              <a:gdLst/>
              <a:ahLst/>
              <a:cxnLst/>
              <a:rect l="l" t="t" r="r" b="b"/>
              <a:pathLst>
                <a:path w="25" h="25" extrusionOk="0">
                  <a:moveTo>
                    <a:pt x="1" y="0"/>
                  </a:moveTo>
                  <a:lnTo>
                    <a:pt x="1" y="25"/>
                  </a:lnTo>
                  <a:lnTo>
                    <a:pt x="25" y="25"/>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
            <p:cNvSpPr/>
            <p:nvPr/>
          </p:nvSpPr>
          <p:spPr>
            <a:xfrm>
              <a:off x="2153750" y="2506000"/>
              <a:ext cx="1225" cy="1225"/>
            </a:xfrm>
            <a:custGeom>
              <a:avLst/>
              <a:gdLst/>
              <a:ahLst/>
              <a:cxnLst/>
              <a:rect l="l" t="t" r="r" b="b"/>
              <a:pathLst>
                <a:path w="49" h="49" extrusionOk="0">
                  <a:moveTo>
                    <a:pt x="24" y="1"/>
                  </a:moveTo>
                  <a:lnTo>
                    <a:pt x="0" y="25"/>
                  </a:lnTo>
                  <a:lnTo>
                    <a:pt x="24" y="49"/>
                  </a:lnTo>
                  <a:lnTo>
                    <a:pt x="48"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
            <p:cNvSpPr/>
            <p:nvPr/>
          </p:nvSpPr>
          <p:spPr>
            <a:xfrm>
              <a:off x="2413725" y="2051025"/>
              <a:ext cx="1250" cy="625"/>
            </a:xfrm>
            <a:custGeom>
              <a:avLst/>
              <a:gdLst/>
              <a:ahLst/>
              <a:cxnLst/>
              <a:rect l="l" t="t" r="r" b="b"/>
              <a:pathLst>
                <a:path w="50" h="25" extrusionOk="0">
                  <a:moveTo>
                    <a:pt x="1" y="1"/>
                  </a:moveTo>
                  <a:lnTo>
                    <a:pt x="25" y="25"/>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
            <p:cNvSpPr/>
            <p:nvPr/>
          </p:nvSpPr>
          <p:spPr>
            <a:xfrm>
              <a:off x="2211525" y="2259250"/>
              <a:ext cx="625" cy="625"/>
            </a:xfrm>
            <a:custGeom>
              <a:avLst/>
              <a:gdLst/>
              <a:ahLst/>
              <a:cxnLst/>
              <a:rect l="l" t="t" r="r" b="b"/>
              <a:pathLst>
                <a:path w="25" h="25"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
            <p:cNvSpPr/>
            <p:nvPr/>
          </p:nvSpPr>
          <p:spPr>
            <a:xfrm>
              <a:off x="1967775" y="2001675"/>
              <a:ext cx="625" cy="625"/>
            </a:xfrm>
            <a:custGeom>
              <a:avLst/>
              <a:gdLst/>
              <a:ahLst/>
              <a:cxnLst/>
              <a:rect l="l" t="t" r="r" b="b"/>
              <a:pathLst>
                <a:path w="25" h="25" extrusionOk="0">
                  <a:moveTo>
                    <a:pt x="1" y="1"/>
                  </a:move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
            <p:cNvSpPr/>
            <p:nvPr/>
          </p:nvSpPr>
          <p:spPr>
            <a:xfrm>
              <a:off x="2125450" y="18337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
            <p:cNvSpPr/>
            <p:nvPr/>
          </p:nvSpPr>
          <p:spPr>
            <a:xfrm>
              <a:off x="2225975" y="226107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
            <p:cNvSpPr/>
            <p:nvPr/>
          </p:nvSpPr>
          <p:spPr>
            <a:xfrm>
              <a:off x="1913000" y="1970375"/>
              <a:ext cx="650" cy="625"/>
            </a:xfrm>
            <a:custGeom>
              <a:avLst/>
              <a:gdLst/>
              <a:ahLst/>
              <a:cxnLst/>
              <a:rect l="l" t="t" r="r" b="b"/>
              <a:pathLst>
                <a:path w="26"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
            <p:cNvSpPr/>
            <p:nvPr/>
          </p:nvSpPr>
          <p:spPr>
            <a:xfrm>
              <a:off x="2356550" y="1886725"/>
              <a:ext cx="1250" cy="625"/>
            </a:xfrm>
            <a:custGeom>
              <a:avLst/>
              <a:gdLst/>
              <a:ahLst/>
              <a:cxnLst/>
              <a:rect l="l" t="t" r="r" b="b"/>
              <a:pathLst>
                <a:path w="50" h="25" extrusionOk="0">
                  <a:moveTo>
                    <a:pt x="1" y="1"/>
                  </a:moveTo>
                  <a:lnTo>
                    <a:pt x="25" y="13"/>
                  </a:lnTo>
                  <a:lnTo>
                    <a:pt x="25" y="1"/>
                  </a:lnTo>
                  <a:close/>
                  <a:moveTo>
                    <a:pt x="25" y="13"/>
                  </a:moveTo>
                  <a:lnTo>
                    <a:pt x="25" y="25"/>
                  </a:lnTo>
                  <a:lnTo>
                    <a:pt x="49" y="25"/>
                  </a:lnTo>
                  <a:lnTo>
                    <a:pt x="25" y="1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
            <p:cNvSpPr/>
            <p:nvPr/>
          </p:nvSpPr>
          <p:spPr>
            <a:xfrm>
              <a:off x="2393275" y="1856625"/>
              <a:ext cx="1225" cy="1250"/>
            </a:xfrm>
            <a:custGeom>
              <a:avLst/>
              <a:gdLst/>
              <a:ahLst/>
              <a:cxnLst/>
              <a:rect l="l" t="t" r="r" b="b"/>
              <a:pathLst>
                <a:path w="49" h="50" extrusionOk="0">
                  <a:moveTo>
                    <a:pt x="0" y="1"/>
                  </a:move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
            <p:cNvSpPr/>
            <p:nvPr/>
          </p:nvSpPr>
          <p:spPr>
            <a:xfrm>
              <a:off x="2076700" y="2016725"/>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
            <p:cNvSpPr/>
            <p:nvPr/>
          </p:nvSpPr>
          <p:spPr>
            <a:xfrm>
              <a:off x="2325275" y="234652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
            <p:cNvSpPr/>
            <p:nvPr/>
          </p:nvSpPr>
          <p:spPr>
            <a:xfrm>
              <a:off x="2127875" y="1944500"/>
              <a:ext cx="25" cy="25"/>
            </a:xfrm>
            <a:custGeom>
              <a:avLst/>
              <a:gdLst/>
              <a:ahLst/>
              <a:cxnLst/>
              <a:rect l="l" t="t" r="r" b="b"/>
              <a:pathLst>
                <a:path w="1" h="1" extrusionOk="0">
                  <a:moveTo>
                    <a:pt x="0" y="1"/>
                  </a:move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
            <p:cNvSpPr/>
            <p:nvPr/>
          </p:nvSpPr>
          <p:spPr>
            <a:xfrm>
              <a:off x="2375825" y="2359150"/>
              <a:ext cx="625" cy="650"/>
            </a:xfrm>
            <a:custGeom>
              <a:avLst/>
              <a:gdLst/>
              <a:ahLst/>
              <a:cxnLst/>
              <a:rect l="l" t="t" r="r" b="b"/>
              <a:pathLst>
                <a:path w="25" h="26"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
            <p:cNvSpPr/>
            <p:nvPr/>
          </p:nvSpPr>
          <p:spPr>
            <a:xfrm>
              <a:off x="2316250" y="2048625"/>
              <a:ext cx="25" cy="625"/>
            </a:xfrm>
            <a:custGeom>
              <a:avLst/>
              <a:gdLst/>
              <a:ahLst/>
              <a:cxnLst/>
              <a:rect l="l" t="t" r="r" b="b"/>
              <a:pathLst>
                <a:path w="1" h="25" extrusionOk="0">
                  <a:moveTo>
                    <a:pt x="0" y="24"/>
                  </a:moveTo>
                  <a:lnTo>
                    <a:pt x="0" y="24"/>
                  </a:lnTo>
                  <a:lnTo>
                    <a:pt x="0" y="0"/>
                  </a:lnTo>
                  <a:lnTo>
                    <a:pt x="0" y="0"/>
                  </a:lnTo>
                  <a:lnTo>
                    <a:pt x="0" y="0"/>
                  </a:lnTo>
                  <a:lnTo>
                    <a:pt x="0" y="0"/>
                  </a:lnTo>
                  <a:lnTo>
                    <a:pt x="0" y="24"/>
                  </a:lnTo>
                  <a:lnTo>
                    <a:pt x="0" y="24"/>
                  </a:lnTo>
                  <a:lnTo>
                    <a:pt x="0"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
            <p:cNvSpPr/>
            <p:nvPr/>
          </p:nvSpPr>
          <p:spPr>
            <a:xfrm>
              <a:off x="2142300" y="1943900"/>
              <a:ext cx="625" cy="625"/>
            </a:xfrm>
            <a:custGeom>
              <a:avLst/>
              <a:gdLst/>
              <a:ahLst/>
              <a:cxnLst/>
              <a:rect l="l" t="t" r="r" b="b"/>
              <a:pathLst>
                <a:path w="25" h="25" extrusionOk="0">
                  <a:moveTo>
                    <a:pt x="1" y="0"/>
                  </a:moveTo>
                  <a:lnTo>
                    <a:pt x="25"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
            <p:cNvSpPr/>
            <p:nvPr/>
          </p:nvSpPr>
          <p:spPr>
            <a:xfrm>
              <a:off x="2142900" y="1943300"/>
              <a:ext cx="2450" cy="625"/>
            </a:xfrm>
            <a:custGeom>
              <a:avLst/>
              <a:gdLst/>
              <a:ahLst/>
              <a:cxnLst/>
              <a:rect l="l" t="t" r="r" b="b"/>
              <a:pathLst>
                <a:path w="98" h="25" extrusionOk="0">
                  <a:moveTo>
                    <a:pt x="97" y="0"/>
                  </a:moveTo>
                  <a:lnTo>
                    <a:pt x="97" y="0"/>
                  </a:lnTo>
                  <a:lnTo>
                    <a:pt x="1" y="24"/>
                  </a:lnTo>
                  <a:lnTo>
                    <a:pt x="1" y="24"/>
                  </a:lnTo>
                  <a:lnTo>
                    <a:pt x="1" y="24"/>
                  </a:lnTo>
                  <a:lnTo>
                    <a:pt x="1" y="24"/>
                  </a:lnTo>
                  <a:lnTo>
                    <a:pt x="97" y="0"/>
                  </a:lnTo>
                  <a:lnTo>
                    <a:pt x="97" y="0"/>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
            <p:cNvSpPr/>
            <p:nvPr/>
          </p:nvSpPr>
          <p:spPr>
            <a:xfrm>
              <a:off x="2147725" y="1943300"/>
              <a:ext cx="2425" cy="625"/>
            </a:xfrm>
            <a:custGeom>
              <a:avLst/>
              <a:gdLst/>
              <a:ahLst/>
              <a:cxnLst/>
              <a:rect l="l" t="t" r="r" b="b"/>
              <a:pathLst>
                <a:path w="97" h="25" extrusionOk="0">
                  <a:moveTo>
                    <a:pt x="97" y="0"/>
                  </a:moveTo>
                  <a:lnTo>
                    <a:pt x="97" y="0"/>
                  </a:lnTo>
                  <a:lnTo>
                    <a:pt x="1" y="24"/>
                  </a:lnTo>
                  <a:lnTo>
                    <a:pt x="1" y="24"/>
                  </a:lnTo>
                  <a:lnTo>
                    <a:pt x="1" y="24"/>
                  </a:lnTo>
                  <a:lnTo>
                    <a:pt x="1" y="24"/>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
            <p:cNvSpPr/>
            <p:nvPr/>
          </p:nvSpPr>
          <p:spPr>
            <a:xfrm>
              <a:off x="2150125" y="1943300"/>
              <a:ext cx="25" cy="25"/>
            </a:xfrm>
            <a:custGeom>
              <a:avLst/>
              <a:gdLst/>
              <a:ahLst/>
              <a:cxnLst/>
              <a:rect l="l" t="t" r="r" b="b"/>
              <a:pathLst>
                <a:path w="1" h="1" extrusionOk="0">
                  <a:moveTo>
                    <a:pt x="1" y="0"/>
                  </a:moveTo>
                  <a:lnTo>
                    <a:pt x="1" y="0"/>
                  </a:ln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
            <p:cNvSpPr/>
            <p:nvPr/>
          </p:nvSpPr>
          <p:spPr>
            <a:xfrm>
              <a:off x="2154350" y="1943300"/>
              <a:ext cx="625" cy="25"/>
            </a:xfrm>
            <a:custGeom>
              <a:avLst/>
              <a:gdLst/>
              <a:ahLst/>
              <a:cxnLst/>
              <a:rect l="l" t="t" r="r" b="b"/>
              <a:pathLst>
                <a:path w="25" h="1" extrusionOk="0">
                  <a:moveTo>
                    <a:pt x="24" y="0"/>
                  </a:moveTo>
                  <a:lnTo>
                    <a:pt x="24" y="0"/>
                  </a:lnTo>
                  <a:lnTo>
                    <a:pt x="0" y="0"/>
                  </a:lnTo>
                  <a:lnTo>
                    <a:pt x="0" y="0"/>
                  </a:lnTo>
                  <a:lnTo>
                    <a:pt x="24" y="0"/>
                  </a:lnTo>
                  <a:lnTo>
                    <a:pt x="24" y="0"/>
                  </a:lnTo>
                  <a:lnTo>
                    <a:pt x="24"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
            <p:cNvSpPr/>
            <p:nvPr/>
          </p:nvSpPr>
          <p:spPr>
            <a:xfrm>
              <a:off x="2029775" y="1852425"/>
              <a:ext cx="625" cy="25"/>
            </a:xfrm>
            <a:custGeom>
              <a:avLst/>
              <a:gdLst/>
              <a:ahLst/>
              <a:cxnLst/>
              <a:rect l="l" t="t" r="r" b="b"/>
              <a:pathLst>
                <a:path w="25" h="1" extrusionOk="0">
                  <a:moveTo>
                    <a:pt x="24" y="0"/>
                  </a:moveTo>
                  <a:lnTo>
                    <a:pt x="24"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
            <p:cNvSpPr/>
            <p:nvPr/>
          </p:nvSpPr>
          <p:spPr>
            <a:xfrm>
              <a:off x="2135100" y="1908400"/>
              <a:ext cx="625" cy="25"/>
            </a:xfrm>
            <a:custGeom>
              <a:avLst/>
              <a:gdLst/>
              <a:ahLst/>
              <a:cxnLst/>
              <a:rect l="l" t="t" r="r" b="b"/>
              <a:pathLst>
                <a:path w="25" h="1" extrusionOk="0">
                  <a:moveTo>
                    <a:pt x="24" y="0"/>
                  </a:moveTo>
                  <a:lnTo>
                    <a:pt x="0"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
            <p:cNvSpPr/>
            <p:nvPr/>
          </p:nvSpPr>
          <p:spPr>
            <a:xfrm>
              <a:off x="2135100" y="1908400"/>
              <a:ext cx="625" cy="25"/>
            </a:xfrm>
            <a:custGeom>
              <a:avLst/>
              <a:gdLst/>
              <a:ahLst/>
              <a:cxnLst/>
              <a:rect l="l" t="t" r="r" b="b"/>
              <a:pathLst>
                <a:path w="25" h="1" extrusionOk="0">
                  <a:moveTo>
                    <a:pt x="0" y="0"/>
                  </a:moveTo>
                  <a:lnTo>
                    <a:pt x="24" y="0"/>
                  </a:lnTo>
                  <a:lnTo>
                    <a:pt x="24" y="0"/>
                  </a:lnTo>
                  <a:lnTo>
                    <a:pt x="0" y="0"/>
                  </a:lnTo>
                  <a:lnTo>
                    <a:pt x="0" y="0"/>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
            <p:cNvSpPr/>
            <p:nvPr/>
          </p:nvSpPr>
          <p:spPr>
            <a:xfrm>
              <a:off x="2139900" y="1907800"/>
              <a:ext cx="625" cy="625"/>
            </a:xfrm>
            <a:custGeom>
              <a:avLst/>
              <a:gdLst/>
              <a:ahLst/>
              <a:cxnLst/>
              <a:rect l="l" t="t" r="r" b="b"/>
              <a:pathLst>
                <a:path w="25" h="25" extrusionOk="0">
                  <a:moveTo>
                    <a:pt x="25"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
            <p:cNvSpPr/>
            <p:nvPr/>
          </p:nvSpPr>
          <p:spPr>
            <a:xfrm>
              <a:off x="2140500" y="1907800"/>
              <a:ext cx="25" cy="625"/>
            </a:xfrm>
            <a:custGeom>
              <a:avLst/>
              <a:gdLst/>
              <a:ahLst/>
              <a:cxnLst/>
              <a:rect l="l" t="t" r="r" b="b"/>
              <a:pathLst>
                <a:path w="1" h="25" extrusionOk="0">
                  <a:moveTo>
                    <a:pt x="1" y="24"/>
                  </a:moveTo>
                  <a:lnTo>
                    <a:pt x="1" y="24"/>
                  </a:lnTo>
                  <a:lnTo>
                    <a:pt x="1" y="24"/>
                  </a:lnTo>
                  <a:lnTo>
                    <a:pt x="1" y="24"/>
                  </a:lnTo>
                  <a:lnTo>
                    <a:pt x="1" y="0"/>
                  </a:lnTo>
                  <a:lnTo>
                    <a:pt x="1" y="24"/>
                  </a:lnTo>
                  <a:lnTo>
                    <a:pt x="1" y="24"/>
                  </a:lnTo>
                  <a:lnTo>
                    <a:pt x="1" y="24"/>
                  </a:lnTo>
                  <a:lnTo>
                    <a:pt x="1"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
            <p:cNvSpPr/>
            <p:nvPr/>
          </p:nvSpPr>
          <p:spPr>
            <a:xfrm>
              <a:off x="2128475" y="1897550"/>
              <a:ext cx="25" cy="25"/>
            </a:xfrm>
            <a:custGeom>
              <a:avLst/>
              <a:gdLst/>
              <a:ahLst/>
              <a:cxnLst/>
              <a:rect l="l" t="t" r="r" b="b"/>
              <a:pathLst>
                <a:path w="1" h="1" extrusionOk="0">
                  <a:moveTo>
                    <a:pt x="0" y="1"/>
                  </a:moveTo>
                  <a:lnTo>
                    <a:pt x="0" y="1"/>
                  </a:ln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
            <p:cNvSpPr/>
            <p:nvPr/>
          </p:nvSpPr>
          <p:spPr>
            <a:xfrm>
              <a:off x="2147125" y="1906575"/>
              <a:ext cx="25" cy="650"/>
            </a:xfrm>
            <a:custGeom>
              <a:avLst/>
              <a:gdLst/>
              <a:ahLst/>
              <a:cxnLst/>
              <a:rect l="l" t="t" r="r" b="b"/>
              <a:pathLst>
                <a:path w="1" h="26" extrusionOk="0">
                  <a:moveTo>
                    <a:pt x="0" y="1"/>
                  </a:moveTo>
                  <a:lnTo>
                    <a:pt x="0" y="25"/>
                  </a:lnTo>
                  <a:lnTo>
                    <a:pt x="0" y="25"/>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
            <p:cNvSpPr/>
            <p:nvPr/>
          </p:nvSpPr>
          <p:spPr>
            <a:xfrm>
              <a:off x="2128475" y="1897550"/>
              <a:ext cx="2425" cy="625"/>
            </a:xfrm>
            <a:custGeom>
              <a:avLst/>
              <a:gdLst/>
              <a:ahLst/>
              <a:cxnLst/>
              <a:rect l="l" t="t" r="r" b="b"/>
              <a:pathLst>
                <a:path w="97" h="25" extrusionOk="0">
                  <a:moveTo>
                    <a:pt x="0" y="1"/>
                  </a:moveTo>
                  <a:lnTo>
                    <a:pt x="24" y="25"/>
                  </a:lnTo>
                  <a:lnTo>
                    <a:pt x="97" y="25"/>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
            <p:cNvSpPr/>
            <p:nvPr/>
          </p:nvSpPr>
          <p:spPr>
            <a:xfrm>
              <a:off x="2139900" y="1902375"/>
              <a:ext cx="1825" cy="1225"/>
            </a:xfrm>
            <a:custGeom>
              <a:avLst/>
              <a:gdLst/>
              <a:ahLst/>
              <a:cxnLst/>
              <a:rect l="l" t="t" r="r" b="b"/>
              <a:pathLst>
                <a:path w="73" h="49" extrusionOk="0">
                  <a:moveTo>
                    <a:pt x="49" y="0"/>
                  </a:moveTo>
                  <a:lnTo>
                    <a:pt x="25" y="25"/>
                  </a:lnTo>
                  <a:lnTo>
                    <a:pt x="49" y="25"/>
                  </a:lnTo>
                  <a:lnTo>
                    <a:pt x="73" y="0"/>
                  </a:lnTo>
                  <a:close/>
                  <a:moveTo>
                    <a:pt x="1" y="25"/>
                  </a:moveTo>
                  <a:lnTo>
                    <a:pt x="1" y="49"/>
                  </a:lnTo>
                  <a:lnTo>
                    <a:pt x="25"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
            <p:cNvSpPr/>
            <p:nvPr/>
          </p:nvSpPr>
          <p:spPr>
            <a:xfrm>
              <a:off x="2130275" y="1896350"/>
              <a:ext cx="2425" cy="1825"/>
            </a:xfrm>
            <a:custGeom>
              <a:avLst/>
              <a:gdLst/>
              <a:ahLst/>
              <a:cxnLst/>
              <a:rect l="l" t="t" r="r" b="b"/>
              <a:pathLst>
                <a:path w="97" h="73" extrusionOk="0">
                  <a:moveTo>
                    <a:pt x="25" y="1"/>
                  </a:moveTo>
                  <a:lnTo>
                    <a:pt x="44" y="7"/>
                  </a:lnTo>
                  <a:lnTo>
                    <a:pt x="44" y="7"/>
                  </a:lnTo>
                  <a:lnTo>
                    <a:pt x="49" y="1"/>
                  </a:lnTo>
                  <a:close/>
                  <a:moveTo>
                    <a:pt x="44" y="7"/>
                  </a:moveTo>
                  <a:lnTo>
                    <a:pt x="0" y="73"/>
                  </a:lnTo>
                  <a:lnTo>
                    <a:pt x="25" y="73"/>
                  </a:lnTo>
                  <a:lnTo>
                    <a:pt x="49" y="25"/>
                  </a:lnTo>
                  <a:lnTo>
                    <a:pt x="97" y="25"/>
                  </a:lnTo>
                  <a:lnTo>
                    <a:pt x="44" y="7"/>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
            <p:cNvSpPr/>
            <p:nvPr/>
          </p:nvSpPr>
          <p:spPr>
            <a:xfrm>
              <a:off x="2118850" y="2487350"/>
              <a:ext cx="625" cy="625"/>
            </a:xfrm>
            <a:custGeom>
              <a:avLst/>
              <a:gdLst/>
              <a:ahLst/>
              <a:cxnLst/>
              <a:rect l="l" t="t" r="r" b="b"/>
              <a:pathLst>
                <a:path w="25" h="25" extrusionOk="0">
                  <a:moveTo>
                    <a:pt x="0"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
            <p:cNvSpPr/>
            <p:nvPr/>
          </p:nvSpPr>
          <p:spPr>
            <a:xfrm>
              <a:off x="2136300" y="1887325"/>
              <a:ext cx="1825" cy="625"/>
            </a:xfrm>
            <a:custGeom>
              <a:avLst/>
              <a:gdLst/>
              <a:ahLst/>
              <a:cxnLst/>
              <a:rect l="l" t="t" r="r" b="b"/>
              <a:pathLst>
                <a:path w="73" h="25" extrusionOk="0">
                  <a:moveTo>
                    <a:pt x="24" y="1"/>
                  </a:moveTo>
                  <a:lnTo>
                    <a:pt x="0" y="25"/>
                  </a:lnTo>
                  <a:lnTo>
                    <a:pt x="48"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
            <p:cNvSpPr/>
            <p:nvPr/>
          </p:nvSpPr>
          <p:spPr>
            <a:xfrm>
              <a:off x="2138100" y="1886725"/>
              <a:ext cx="1825" cy="625"/>
            </a:xfrm>
            <a:custGeom>
              <a:avLst/>
              <a:gdLst/>
              <a:ahLst/>
              <a:cxnLst/>
              <a:rect l="l" t="t" r="r" b="b"/>
              <a:pathLst>
                <a:path w="73" h="25" extrusionOk="0">
                  <a:moveTo>
                    <a:pt x="49" y="1"/>
                  </a:moveTo>
                  <a:lnTo>
                    <a:pt x="0" y="25"/>
                  </a:lnTo>
                  <a:lnTo>
                    <a:pt x="49"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
            <p:cNvSpPr/>
            <p:nvPr/>
          </p:nvSpPr>
          <p:spPr>
            <a:xfrm>
              <a:off x="2074900" y="1848200"/>
              <a:ext cx="625" cy="25"/>
            </a:xfrm>
            <a:custGeom>
              <a:avLst/>
              <a:gdLst/>
              <a:ahLst/>
              <a:cxnLst/>
              <a:rect l="l" t="t" r="r" b="b"/>
              <a:pathLst>
                <a:path w="25" h="1" extrusionOk="0">
                  <a:moveTo>
                    <a:pt x="25" y="1"/>
                  </a:moveTo>
                  <a:lnTo>
                    <a:pt x="25" y="1"/>
                  </a:lnTo>
                  <a:lnTo>
                    <a:pt x="1" y="1"/>
                  </a:lnTo>
                  <a:lnTo>
                    <a:pt x="1" y="1"/>
                  </a:lnTo>
                  <a:lnTo>
                    <a:pt x="25" y="1"/>
                  </a:lnTo>
                  <a:lnTo>
                    <a:pt x="25" y="1"/>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
            <p:cNvSpPr/>
            <p:nvPr/>
          </p:nvSpPr>
          <p:spPr>
            <a:xfrm>
              <a:off x="2139900" y="1886125"/>
              <a:ext cx="2425" cy="625"/>
            </a:xfrm>
            <a:custGeom>
              <a:avLst/>
              <a:gdLst/>
              <a:ahLst/>
              <a:cxnLst/>
              <a:rect l="l" t="t" r="r" b="b"/>
              <a:pathLst>
                <a:path w="97" h="25" extrusionOk="0">
                  <a:moveTo>
                    <a:pt x="49" y="0"/>
                  </a:moveTo>
                  <a:lnTo>
                    <a:pt x="1" y="25"/>
                  </a:lnTo>
                  <a:lnTo>
                    <a:pt x="49" y="25"/>
                  </a:lnTo>
                  <a:lnTo>
                    <a:pt x="65" y="8"/>
                  </a:lnTo>
                  <a:lnTo>
                    <a:pt x="65" y="8"/>
                  </a:lnTo>
                  <a:lnTo>
                    <a:pt x="49" y="0"/>
                  </a:lnTo>
                  <a:close/>
                  <a:moveTo>
                    <a:pt x="73" y="0"/>
                  </a:moveTo>
                  <a:lnTo>
                    <a:pt x="65" y="8"/>
                  </a:lnTo>
                  <a:lnTo>
                    <a:pt x="65" y="8"/>
                  </a:lnTo>
                  <a:lnTo>
                    <a:pt x="97"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
            <p:cNvSpPr/>
            <p:nvPr/>
          </p:nvSpPr>
          <p:spPr>
            <a:xfrm>
              <a:off x="2075500" y="1847600"/>
              <a:ext cx="1225" cy="625"/>
            </a:xfrm>
            <a:custGeom>
              <a:avLst/>
              <a:gdLst/>
              <a:ahLst/>
              <a:cxnLst/>
              <a:rect l="l" t="t" r="r" b="b"/>
              <a:pathLst>
                <a:path w="49" h="25" extrusionOk="0">
                  <a:moveTo>
                    <a:pt x="25" y="1"/>
                  </a:moveTo>
                  <a:lnTo>
                    <a:pt x="1" y="25"/>
                  </a:lnTo>
                  <a:lnTo>
                    <a:pt x="25"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
            <p:cNvSpPr/>
            <p:nvPr/>
          </p:nvSpPr>
          <p:spPr>
            <a:xfrm>
              <a:off x="1965975" y="2039600"/>
              <a:ext cx="625" cy="25"/>
            </a:xfrm>
            <a:custGeom>
              <a:avLst/>
              <a:gdLst/>
              <a:ahLst/>
              <a:cxnLst/>
              <a:rect l="l" t="t" r="r" b="b"/>
              <a:pathLst>
                <a:path w="25" h="1" extrusionOk="0">
                  <a:moveTo>
                    <a:pt x="0" y="0"/>
                  </a:moveTo>
                  <a:lnTo>
                    <a:pt x="0" y="0"/>
                  </a:lnTo>
                  <a:lnTo>
                    <a:pt x="25"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
            <p:cNvSpPr/>
            <p:nvPr/>
          </p:nvSpPr>
          <p:spPr>
            <a:xfrm>
              <a:off x="1895550" y="1964350"/>
              <a:ext cx="625" cy="650"/>
            </a:xfrm>
            <a:custGeom>
              <a:avLst/>
              <a:gdLst/>
              <a:ahLst/>
              <a:cxnLst/>
              <a:rect l="l" t="t" r="r" b="b"/>
              <a:pathLst>
                <a:path w="25" h="26"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
            <p:cNvSpPr/>
            <p:nvPr/>
          </p:nvSpPr>
          <p:spPr>
            <a:xfrm>
              <a:off x="2027350" y="2037175"/>
              <a:ext cx="625" cy="625"/>
            </a:xfrm>
            <a:custGeom>
              <a:avLst/>
              <a:gdLst/>
              <a:ahLst/>
              <a:cxnLst/>
              <a:rect l="l" t="t" r="r" b="b"/>
              <a:pathLst>
                <a:path w="25"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
            <p:cNvSpPr/>
            <p:nvPr/>
          </p:nvSpPr>
          <p:spPr>
            <a:xfrm>
              <a:off x="2405300" y="1951725"/>
              <a:ext cx="650" cy="25"/>
            </a:xfrm>
            <a:custGeom>
              <a:avLst/>
              <a:gdLst/>
              <a:ahLst/>
              <a:cxnLst/>
              <a:rect l="l" t="t" r="r" b="b"/>
              <a:pathLst>
                <a:path w="26" h="1" extrusionOk="0">
                  <a:moveTo>
                    <a:pt x="25" y="0"/>
                  </a:moveTo>
                  <a:lnTo>
                    <a:pt x="1" y="0"/>
                  </a:lnTo>
                  <a:lnTo>
                    <a:pt x="25" y="0"/>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
            <p:cNvSpPr/>
            <p:nvPr/>
          </p:nvSpPr>
          <p:spPr>
            <a:xfrm>
              <a:off x="2357175" y="1887325"/>
              <a:ext cx="625" cy="25"/>
            </a:xfrm>
            <a:custGeom>
              <a:avLst/>
              <a:gdLst/>
              <a:ahLst/>
              <a:cxnLst/>
              <a:rect l="l" t="t" r="r" b="b"/>
              <a:pathLst>
                <a:path w="25" h="1" extrusionOk="0">
                  <a:moveTo>
                    <a:pt x="0" y="1"/>
                  </a:moveTo>
                  <a:lnTo>
                    <a:pt x="0" y="1"/>
                  </a:lnTo>
                  <a:lnTo>
                    <a:pt x="24" y="1"/>
                  </a:lnTo>
                  <a:lnTo>
                    <a:pt x="24"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
            <p:cNvSpPr/>
            <p:nvPr/>
          </p:nvSpPr>
          <p:spPr>
            <a:xfrm>
              <a:off x="2484150" y="1986025"/>
              <a:ext cx="101725" cy="97525"/>
            </a:xfrm>
            <a:custGeom>
              <a:avLst/>
              <a:gdLst/>
              <a:ahLst/>
              <a:cxnLst/>
              <a:rect l="l" t="t" r="r" b="b"/>
              <a:pathLst>
                <a:path w="4069" h="3901" extrusionOk="0">
                  <a:moveTo>
                    <a:pt x="2191" y="193"/>
                  </a:moveTo>
                  <a:lnTo>
                    <a:pt x="2649" y="265"/>
                  </a:lnTo>
                  <a:lnTo>
                    <a:pt x="2745" y="289"/>
                  </a:lnTo>
                  <a:lnTo>
                    <a:pt x="2865" y="338"/>
                  </a:lnTo>
                  <a:lnTo>
                    <a:pt x="3082" y="458"/>
                  </a:lnTo>
                  <a:lnTo>
                    <a:pt x="3299" y="602"/>
                  </a:lnTo>
                  <a:lnTo>
                    <a:pt x="3491" y="771"/>
                  </a:lnTo>
                  <a:lnTo>
                    <a:pt x="3636" y="988"/>
                  </a:lnTo>
                  <a:lnTo>
                    <a:pt x="3732" y="1180"/>
                  </a:lnTo>
                  <a:lnTo>
                    <a:pt x="3804" y="1373"/>
                  </a:lnTo>
                  <a:lnTo>
                    <a:pt x="3852" y="1662"/>
                  </a:lnTo>
                  <a:lnTo>
                    <a:pt x="3876" y="1926"/>
                  </a:lnTo>
                  <a:lnTo>
                    <a:pt x="3876" y="2095"/>
                  </a:lnTo>
                  <a:lnTo>
                    <a:pt x="3852" y="2263"/>
                  </a:lnTo>
                  <a:lnTo>
                    <a:pt x="3804" y="2432"/>
                  </a:lnTo>
                  <a:lnTo>
                    <a:pt x="3732" y="2601"/>
                  </a:lnTo>
                  <a:lnTo>
                    <a:pt x="3684" y="2697"/>
                  </a:lnTo>
                  <a:lnTo>
                    <a:pt x="3612" y="2793"/>
                  </a:lnTo>
                  <a:lnTo>
                    <a:pt x="3371" y="3010"/>
                  </a:lnTo>
                  <a:lnTo>
                    <a:pt x="3178" y="3250"/>
                  </a:lnTo>
                  <a:lnTo>
                    <a:pt x="3082" y="3347"/>
                  </a:lnTo>
                  <a:lnTo>
                    <a:pt x="2986" y="3419"/>
                  </a:lnTo>
                  <a:lnTo>
                    <a:pt x="2889" y="3467"/>
                  </a:lnTo>
                  <a:lnTo>
                    <a:pt x="2769" y="3515"/>
                  </a:lnTo>
                  <a:lnTo>
                    <a:pt x="2312" y="3660"/>
                  </a:lnTo>
                  <a:lnTo>
                    <a:pt x="2095" y="3684"/>
                  </a:lnTo>
                  <a:lnTo>
                    <a:pt x="1854" y="3708"/>
                  </a:lnTo>
                  <a:lnTo>
                    <a:pt x="1397" y="3636"/>
                  </a:lnTo>
                  <a:lnTo>
                    <a:pt x="1204" y="3612"/>
                  </a:lnTo>
                  <a:lnTo>
                    <a:pt x="988" y="3563"/>
                  </a:lnTo>
                  <a:lnTo>
                    <a:pt x="843" y="3491"/>
                  </a:lnTo>
                  <a:lnTo>
                    <a:pt x="699" y="3419"/>
                  </a:lnTo>
                  <a:lnTo>
                    <a:pt x="602" y="3323"/>
                  </a:lnTo>
                  <a:lnTo>
                    <a:pt x="506" y="3178"/>
                  </a:lnTo>
                  <a:lnTo>
                    <a:pt x="289" y="2865"/>
                  </a:lnTo>
                  <a:lnTo>
                    <a:pt x="217" y="2745"/>
                  </a:lnTo>
                  <a:lnTo>
                    <a:pt x="169" y="2625"/>
                  </a:lnTo>
                  <a:lnTo>
                    <a:pt x="145" y="2504"/>
                  </a:lnTo>
                  <a:lnTo>
                    <a:pt x="145" y="2360"/>
                  </a:lnTo>
                  <a:lnTo>
                    <a:pt x="169" y="2095"/>
                  </a:lnTo>
                  <a:lnTo>
                    <a:pt x="217" y="1734"/>
                  </a:lnTo>
                  <a:lnTo>
                    <a:pt x="289" y="1397"/>
                  </a:lnTo>
                  <a:lnTo>
                    <a:pt x="338" y="1204"/>
                  </a:lnTo>
                  <a:lnTo>
                    <a:pt x="410" y="1060"/>
                  </a:lnTo>
                  <a:lnTo>
                    <a:pt x="482" y="891"/>
                  </a:lnTo>
                  <a:lnTo>
                    <a:pt x="602" y="747"/>
                  </a:lnTo>
                  <a:lnTo>
                    <a:pt x="675" y="699"/>
                  </a:lnTo>
                  <a:lnTo>
                    <a:pt x="771" y="651"/>
                  </a:lnTo>
                  <a:lnTo>
                    <a:pt x="915" y="627"/>
                  </a:lnTo>
                  <a:lnTo>
                    <a:pt x="1060" y="578"/>
                  </a:lnTo>
                  <a:lnTo>
                    <a:pt x="1228" y="554"/>
                  </a:lnTo>
                  <a:lnTo>
                    <a:pt x="1373" y="458"/>
                  </a:lnTo>
                  <a:lnTo>
                    <a:pt x="1493" y="386"/>
                  </a:lnTo>
                  <a:lnTo>
                    <a:pt x="1613" y="314"/>
                  </a:lnTo>
                  <a:lnTo>
                    <a:pt x="1854" y="217"/>
                  </a:lnTo>
                  <a:lnTo>
                    <a:pt x="2023" y="193"/>
                  </a:lnTo>
                  <a:close/>
                  <a:moveTo>
                    <a:pt x="1902" y="1"/>
                  </a:moveTo>
                  <a:lnTo>
                    <a:pt x="1758" y="49"/>
                  </a:lnTo>
                  <a:lnTo>
                    <a:pt x="1589" y="121"/>
                  </a:lnTo>
                  <a:lnTo>
                    <a:pt x="1421" y="193"/>
                  </a:lnTo>
                  <a:lnTo>
                    <a:pt x="1349" y="241"/>
                  </a:lnTo>
                  <a:lnTo>
                    <a:pt x="1276" y="289"/>
                  </a:lnTo>
                  <a:lnTo>
                    <a:pt x="1204" y="338"/>
                  </a:lnTo>
                  <a:lnTo>
                    <a:pt x="1132" y="386"/>
                  </a:lnTo>
                  <a:lnTo>
                    <a:pt x="963" y="410"/>
                  </a:lnTo>
                  <a:lnTo>
                    <a:pt x="867" y="410"/>
                  </a:lnTo>
                  <a:lnTo>
                    <a:pt x="795" y="434"/>
                  </a:lnTo>
                  <a:lnTo>
                    <a:pt x="747" y="458"/>
                  </a:lnTo>
                  <a:lnTo>
                    <a:pt x="675" y="506"/>
                  </a:lnTo>
                  <a:lnTo>
                    <a:pt x="651" y="578"/>
                  </a:lnTo>
                  <a:lnTo>
                    <a:pt x="602" y="627"/>
                  </a:lnTo>
                  <a:lnTo>
                    <a:pt x="554" y="651"/>
                  </a:lnTo>
                  <a:lnTo>
                    <a:pt x="434" y="795"/>
                  </a:lnTo>
                  <a:lnTo>
                    <a:pt x="338" y="939"/>
                  </a:lnTo>
                  <a:lnTo>
                    <a:pt x="241" y="1108"/>
                  </a:lnTo>
                  <a:lnTo>
                    <a:pt x="193" y="1276"/>
                  </a:lnTo>
                  <a:lnTo>
                    <a:pt x="73" y="1854"/>
                  </a:lnTo>
                  <a:lnTo>
                    <a:pt x="25" y="2119"/>
                  </a:lnTo>
                  <a:lnTo>
                    <a:pt x="1" y="2360"/>
                  </a:lnTo>
                  <a:lnTo>
                    <a:pt x="1" y="2552"/>
                  </a:lnTo>
                  <a:lnTo>
                    <a:pt x="25" y="2721"/>
                  </a:lnTo>
                  <a:lnTo>
                    <a:pt x="97" y="2889"/>
                  </a:lnTo>
                  <a:lnTo>
                    <a:pt x="193" y="3034"/>
                  </a:lnTo>
                  <a:lnTo>
                    <a:pt x="289" y="3178"/>
                  </a:lnTo>
                  <a:lnTo>
                    <a:pt x="386" y="3323"/>
                  </a:lnTo>
                  <a:lnTo>
                    <a:pt x="506" y="3467"/>
                  </a:lnTo>
                  <a:lnTo>
                    <a:pt x="578" y="3563"/>
                  </a:lnTo>
                  <a:lnTo>
                    <a:pt x="675" y="3636"/>
                  </a:lnTo>
                  <a:lnTo>
                    <a:pt x="891" y="3732"/>
                  </a:lnTo>
                  <a:lnTo>
                    <a:pt x="1132" y="3804"/>
                  </a:lnTo>
                  <a:lnTo>
                    <a:pt x="1397" y="3852"/>
                  </a:lnTo>
                  <a:lnTo>
                    <a:pt x="1926" y="3900"/>
                  </a:lnTo>
                  <a:lnTo>
                    <a:pt x="2167" y="3900"/>
                  </a:lnTo>
                  <a:lnTo>
                    <a:pt x="2432" y="3852"/>
                  </a:lnTo>
                  <a:lnTo>
                    <a:pt x="2889" y="3684"/>
                  </a:lnTo>
                  <a:lnTo>
                    <a:pt x="3058" y="3612"/>
                  </a:lnTo>
                  <a:lnTo>
                    <a:pt x="3154" y="3539"/>
                  </a:lnTo>
                  <a:lnTo>
                    <a:pt x="3226" y="3467"/>
                  </a:lnTo>
                  <a:lnTo>
                    <a:pt x="3443" y="3226"/>
                  </a:lnTo>
                  <a:lnTo>
                    <a:pt x="3539" y="3106"/>
                  </a:lnTo>
                  <a:lnTo>
                    <a:pt x="3660" y="2986"/>
                  </a:lnTo>
                  <a:lnTo>
                    <a:pt x="3732" y="2889"/>
                  </a:lnTo>
                  <a:lnTo>
                    <a:pt x="3828" y="2793"/>
                  </a:lnTo>
                  <a:lnTo>
                    <a:pt x="3900" y="2697"/>
                  </a:lnTo>
                  <a:lnTo>
                    <a:pt x="3949" y="2576"/>
                  </a:lnTo>
                  <a:lnTo>
                    <a:pt x="3997" y="2408"/>
                  </a:lnTo>
                  <a:lnTo>
                    <a:pt x="4045" y="2239"/>
                  </a:lnTo>
                  <a:lnTo>
                    <a:pt x="4069" y="2047"/>
                  </a:lnTo>
                  <a:lnTo>
                    <a:pt x="4069" y="1878"/>
                  </a:lnTo>
                  <a:lnTo>
                    <a:pt x="4045" y="1614"/>
                  </a:lnTo>
                  <a:lnTo>
                    <a:pt x="3997" y="1349"/>
                  </a:lnTo>
                  <a:lnTo>
                    <a:pt x="3949" y="1204"/>
                  </a:lnTo>
                  <a:lnTo>
                    <a:pt x="3900" y="1036"/>
                  </a:lnTo>
                  <a:lnTo>
                    <a:pt x="3780" y="843"/>
                  </a:lnTo>
                  <a:lnTo>
                    <a:pt x="3636" y="651"/>
                  </a:lnTo>
                  <a:lnTo>
                    <a:pt x="3467" y="482"/>
                  </a:lnTo>
                  <a:lnTo>
                    <a:pt x="3299" y="338"/>
                  </a:lnTo>
                  <a:lnTo>
                    <a:pt x="3034" y="193"/>
                  </a:lnTo>
                  <a:lnTo>
                    <a:pt x="2889" y="121"/>
                  </a:lnTo>
                  <a:lnTo>
                    <a:pt x="2745" y="73"/>
                  </a:lnTo>
                  <a:lnTo>
                    <a:pt x="22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
            <p:cNvSpPr/>
            <p:nvPr/>
          </p:nvSpPr>
          <p:spPr>
            <a:xfrm>
              <a:off x="2516050" y="2013700"/>
              <a:ext cx="39750" cy="41575"/>
            </a:xfrm>
            <a:custGeom>
              <a:avLst/>
              <a:gdLst/>
              <a:ahLst/>
              <a:cxnLst/>
              <a:rect l="l" t="t" r="r" b="b"/>
              <a:pathLst>
                <a:path w="1590" h="1663" extrusionOk="0">
                  <a:moveTo>
                    <a:pt x="963" y="194"/>
                  </a:moveTo>
                  <a:lnTo>
                    <a:pt x="1060" y="242"/>
                  </a:lnTo>
                  <a:lnTo>
                    <a:pt x="1300" y="386"/>
                  </a:lnTo>
                  <a:lnTo>
                    <a:pt x="1373" y="458"/>
                  </a:lnTo>
                  <a:lnTo>
                    <a:pt x="1397" y="555"/>
                  </a:lnTo>
                  <a:lnTo>
                    <a:pt x="1421" y="819"/>
                  </a:lnTo>
                  <a:lnTo>
                    <a:pt x="1421" y="940"/>
                  </a:lnTo>
                  <a:lnTo>
                    <a:pt x="1397" y="1084"/>
                  </a:lnTo>
                  <a:lnTo>
                    <a:pt x="1349" y="1181"/>
                  </a:lnTo>
                  <a:lnTo>
                    <a:pt x="1276" y="1253"/>
                  </a:lnTo>
                  <a:lnTo>
                    <a:pt x="1060" y="1445"/>
                  </a:lnTo>
                  <a:lnTo>
                    <a:pt x="1012" y="1469"/>
                  </a:lnTo>
                  <a:lnTo>
                    <a:pt x="939" y="1494"/>
                  </a:lnTo>
                  <a:lnTo>
                    <a:pt x="747" y="1494"/>
                  </a:lnTo>
                  <a:lnTo>
                    <a:pt x="578" y="1469"/>
                  </a:lnTo>
                  <a:lnTo>
                    <a:pt x="434" y="1421"/>
                  </a:lnTo>
                  <a:lnTo>
                    <a:pt x="289" y="1349"/>
                  </a:lnTo>
                  <a:lnTo>
                    <a:pt x="241" y="1301"/>
                  </a:lnTo>
                  <a:lnTo>
                    <a:pt x="193" y="1229"/>
                  </a:lnTo>
                  <a:lnTo>
                    <a:pt x="169" y="1181"/>
                  </a:lnTo>
                  <a:lnTo>
                    <a:pt x="169" y="1084"/>
                  </a:lnTo>
                  <a:lnTo>
                    <a:pt x="169" y="1036"/>
                  </a:lnTo>
                  <a:lnTo>
                    <a:pt x="169" y="940"/>
                  </a:lnTo>
                  <a:lnTo>
                    <a:pt x="169" y="771"/>
                  </a:lnTo>
                  <a:lnTo>
                    <a:pt x="193" y="603"/>
                  </a:lnTo>
                  <a:lnTo>
                    <a:pt x="217" y="531"/>
                  </a:lnTo>
                  <a:lnTo>
                    <a:pt x="265" y="458"/>
                  </a:lnTo>
                  <a:lnTo>
                    <a:pt x="386" y="362"/>
                  </a:lnTo>
                  <a:lnTo>
                    <a:pt x="482" y="290"/>
                  </a:lnTo>
                  <a:lnTo>
                    <a:pt x="602" y="242"/>
                  </a:lnTo>
                  <a:lnTo>
                    <a:pt x="723" y="194"/>
                  </a:lnTo>
                  <a:close/>
                  <a:moveTo>
                    <a:pt x="747" y="1"/>
                  </a:moveTo>
                  <a:lnTo>
                    <a:pt x="602" y="49"/>
                  </a:lnTo>
                  <a:lnTo>
                    <a:pt x="458" y="97"/>
                  </a:lnTo>
                  <a:lnTo>
                    <a:pt x="313" y="169"/>
                  </a:lnTo>
                  <a:lnTo>
                    <a:pt x="241" y="218"/>
                  </a:lnTo>
                  <a:lnTo>
                    <a:pt x="169" y="290"/>
                  </a:lnTo>
                  <a:lnTo>
                    <a:pt x="73" y="434"/>
                  </a:lnTo>
                  <a:lnTo>
                    <a:pt x="24" y="627"/>
                  </a:lnTo>
                  <a:lnTo>
                    <a:pt x="0" y="795"/>
                  </a:lnTo>
                  <a:lnTo>
                    <a:pt x="0" y="940"/>
                  </a:lnTo>
                  <a:lnTo>
                    <a:pt x="24" y="1108"/>
                  </a:lnTo>
                  <a:lnTo>
                    <a:pt x="24" y="1205"/>
                  </a:lnTo>
                  <a:lnTo>
                    <a:pt x="73" y="1301"/>
                  </a:lnTo>
                  <a:lnTo>
                    <a:pt x="121" y="1373"/>
                  </a:lnTo>
                  <a:lnTo>
                    <a:pt x="193" y="1445"/>
                  </a:lnTo>
                  <a:lnTo>
                    <a:pt x="289" y="1518"/>
                  </a:lnTo>
                  <a:lnTo>
                    <a:pt x="410" y="1590"/>
                  </a:lnTo>
                  <a:lnTo>
                    <a:pt x="554" y="1614"/>
                  </a:lnTo>
                  <a:lnTo>
                    <a:pt x="699" y="1638"/>
                  </a:lnTo>
                  <a:lnTo>
                    <a:pt x="963" y="1662"/>
                  </a:lnTo>
                  <a:lnTo>
                    <a:pt x="1060" y="1638"/>
                  </a:lnTo>
                  <a:lnTo>
                    <a:pt x="1132" y="1590"/>
                  </a:lnTo>
                  <a:lnTo>
                    <a:pt x="1373" y="1373"/>
                  </a:lnTo>
                  <a:lnTo>
                    <a:pt x="1469" y="1277"/>
                  </a:lnTo>
                  <a:lnTo>
                    <a:pt x="1517" y="1132"/>
                  </a:lnTo>
                  <a:lnTo>
                    <a:pt x="1565" y="964"/>
                  </a:lnTo>
                  <a:lnTo>
                    <a:pt x="1589" y="771"/>
                  </a:lnTo>
                  <a:lnTo>
                    <a:pt x="1541" y="531"/>
                  </a:lnTo>
                  <a:lnTo>
                    <a:pt x="1541" y="434"/>
                  </a:lnTo>
                  <a:lnTo>
                    <a:pt x="1493" y="338"/>
                  </a:lnTo>
                  <a:lnTo>
                    <a:pt x="1445" y="266"/>
                  </a:lnTo>
                  <a:lnTo>
                    <a:pt x="1373" y="218"/>
                  </a:lnTo>
                  <a:lnTo>
                    <a:pt x="1228" y="121"/>
                  </a:lnTo>
                  <a:lnTo>
                    <a:pt x="1084" y="49"/>
                  </a:lnTo>
                  <a:lnTo>
                    <a:pt x="9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
            <p:cNvSpPr/>
            <p:nvPr/>
          </p:nvSpPr>
          <p:spPr>
            <a:xfrm>
              <a:off x="2528675" y="2028750"/>
              <a:ext cx="13875" cy="15075"/>
            </a:xfrm>
            <a:custGeom>
              <a:avLst/>
              <a:gdLst/>
              <a:ahLst/>
              <a:cxnLst/>
              <a:rect l="l" t="t" r="r" b="b"/>
              <a:pathLst>
                <a:path w="555" h="603" extrusionOk="0">
                  <a:moveTo>
                    <a:pt x="314" y="169"/>
                  </a:moveTo>
                  <a:lnTo>
                    <a:pt x="386" y="193"/>
                  </a:lnTo>
                  <a:lnTo>
                    <a:pt x="410" y="242"/>
                  </a:lnTo>
                  <a:lnTo>
                    <a:pt x="410" y="290"/>
                  </a:lnTo>
                  <a:lnTo>
                    <a:pt x="386" y="338"/>
                  </a:lnTo>
                  <a:lnTo>
                    <a:pt x="338" y="434"/>
                  </a:lnTo>
                  <a:lnTo>
                    <a:pt x="290" y="458"/>
                  </a:lnTo>
                  <a:lnTo>
                    <a:pt x="218" y="458"/>
                  </a:lnTo>
                  <a:lnTo>
                    <a:pt x="194" y="434"/>
                  </a:lnTo>
                  <a:lnTo>
                    <a:pt x="194" y="410"/>
                  </a:lnTo>
                  <a:lnTo>
                    <a:pt x="194" y="362"/>
                  </a:lnTo>
                  <a:lnTo>
                    <a:pt x="194" y="290"/>
                  </a:lnTo>
                  <a:lnTo>
                    <a:pt x="218" y="217"/>
                  </a:lnTo>
                  <a:lnTo>
                    <a:pt x="266" y="169"/>
                  </a:lnTo>
                  <a:close/>
                  <a:moveTo>
                    <a:pt x="218" y="1"/>
                  </a:moveTo>
                  <a:lnTo>
                    <a:pt x="145" y="49"/>
                  </a:lnTo>
                  <a:lnTo>
                    <a:pt x="25" y="169"/>
                  </a:lnTo>
                  <a:lnTo>
                    <a:pt x="1" y="217"/>
                  </a:lnTo>
                  <a:lnTo>
                    <a:pt x="1" y="314"/>
                  </a:lnTo>
                  <a:lnTo>
                    <a:pt x="1" y="434"/>
                  </a:lnTo>
                  <a:lnTo>
                    <a:pt x="49" y="482"/>
                  </a:lnTo>
                  <a:lnTo>
                    <a:pt x="73" y="554"/>
                  </a:lnTo>
                  <a:lnTo>
                    <a:pt x="145" y="579"/>
                  </a:lnTo>
                  <a:lnTo>
                    <a:pt x="194" y="603"/>
                  </a:lnTo>
                  <a:lnTo>
                    <a:pt x="290" y="603"/>
                  </a:lnTo>
                  <a:lnTo>
                    <a:pt x="362" y="579"/>
                  </a:lnTo>
                  <a:lnTo>
                    <a:pt x="434" y="530"/>
                  </a:lnTo>
                  <a:lnTo>
                    <a:pt x="482" y="482"/>
                  </a:lnTo>
                  <a:lnTo>
                    <a:pt x="507" y="410"/>
                  </a:lnTo>
                  <a:lnTo>
                    <a:pt x="531" y="338"/>
                  </a:lnTo>
                  <a:lnTo>
                    <a:pt x="555" y="266"/>
                  </a:lnTo>
                  <a:lnTo>
                    <a:pt x="555" y="193"/>
                  </a:lnTo>
                  <a:lnTo>
                    <a:pt x="531" y="121"/>
                  </a:lnTo>
                  <a:lnTo>
                    <a:pt x="482" y="49"/>
                  </a:lnTo>
                  <a:lnTo>
                    <a:pt x="434" y="25"/>
                  </a:lnTo>
                  <a:lnTo>
                    <a:pt x="3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 name="Google Shape;865;p2"/>
          <p:cNvGrpSpPr/>
          <p:nvPr/>
        </p:nvGrpSpPr>
        <p:grpSpPr>
          <a:xfrm>
            <a:off x="3443376" y="-72414"/>
            <a:ext cx="551525" cy="559295"/>
            <a:chOff x="1308175" y="3327500"/>
            <a:chExt cx="170350" cy="172750"/>
          </a:xfrm>
        </p:grpSpPr>
        <p:sp>
          <p:nvSpPr>
            <p:cNvPr id="866" name="Google Shape;866;p2"/>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8" name="Google Shape;868;p2"/>
          <p:cNvSpPr/>
          <p:nvPr/>
        </p:nvSpPr>
        <p:spPr>
          <a:xfrm>
            <a:off x="-130112" y="1430774"/>
            <a:ext cx="551518" cy="671941"/>
          </a:xfrm>
          <a:custGeom>
            <a:avLst/>
            <a:gdLst/>
            <a:ahLst/>
            <a:cxnLst/>
            <a:rect l="l" t="t" r="r" b="b"/>
            <a:pathLst>
              <a:path w="10039" h="12231" extrusionOk="0">
                <a:moveTo>
                  <a:pt x="4478" y="675"/>
                </a:moveTo>
                <a:lnTo>
                  <a:pt x="4887" y="699"/>
                </a:lnTo>
                <a:lnTo>
                  <a:pt x="5272" y="795"/>
                </a:lnTo>
                <a:lnTo>
                  <a:pt x="5633" y="916"/>
                </a:lnTo>
                <a:lnTo>
                  <a:pt x="5994" y="1084"/>
                </a:lnTo>
                <a:lnTo>
                  <a:pt x="6355" y="1277"/>
                </a:lnTo>
                <a:lnTo>
                  <a:pt x="6692" y="1517"/>
                </a:lnTo>
                <a:lnTo>
                  <a:pt x="7005" y="1758"/>
                </a:lnTo>
                <a:lnTo>
                  <a:pt x="7270" y="1999"/>
                </a:lnTo>
                <a:lnTo>
                  <a:pt x="7535" y="2264"/>
                </a:lnTo>
                <a:lnTo>
                  <a:pt x="7776" y="2529"/>
                </a:lnTo>
                <a:lnTo>
                  <a:pt x="7992" y="2817"/>
                </a:lnTo>
                <a:lnTo>
                  <a:pt x="8209" y="3130"/>
                </a:lnTo>
                <a:lnTo>
                  <a:pt x="8402" y="3443"/>
                </a:lnTo>
                <a:lnTo>
                  <a:pt x="8570" y="3780"/>
                </a:lnTo>
                <a:lnTo>
                  <a:pt x="8739" y="4117"/>
                </a:lnTo>
                <a:lnTo>
                  <a:pt x="8883" y="4478"/>
                </a:lnTo>
                <a:lnTo>
                  <a:pt x="9027" y="4840"/>
                </a:lnTo>
                <a:lnTo>
                  <a:pt x="9124" y="5201"/>
                </a:lnTo>
                <a:lnTo>
                  <a:pt x="9220" y="5586"/>
                </a:lnTo>
                <a:lnTo>
                  <a:pt x="9292" y="5971"/>
                </a:lnTo>
                <a:lnTo>
                  <a:pt x="9340" y="6356"/>
                </a:lnTo>
                <a:lnTo>
                  <a:pt x="9365" y="6741"/>
                </a:lnTo>
                <a:lnTo>
                  <a:pt x="9389" y="7127"/>
                </a:lnTo>
                <a:lnTo>
                  <a:pt x="9365" y="7488"/>
                </a:lnTo>
                <a:lnTo>
                  <a:pt x="9340" y="7849"/>
                </a:lnTo>
                <a:lnTo>
                  <a:pt x="9268" y="8210"/>
                </a:lnTo>
                <a:lnTo>
                  <a:pt x="9196" y="8571"/>
                </a:lnTo>
                <a:lnTo>
                  <a:pt x="9076" y="8932"/>
                </a:lnTo>
                <a:lnTo>
                  <a:pt x="8955" y="9293"/>
                </a:lnTo>
                <a:lnTo>
                  <a:pt x="8787" y="9630"/>
                </a:lnTo>
                <a:lnTo>
                  <a:pt x="8570" y="9967"/>
                </a:lnTo>
                <a:lnTo>
                  <a:pt x="8402" y="10232"/>
                </a:lnTo>
                <a:lnTo>
                  <a:pt x="8209" y="10449"/>
                </a:lnTo>
                <a:lnTo>
                  <a:pt x="7992" y="10665"/>
                </a:lnTo>
                <a:lnTo>
                  <a:pt x="7776" y="10858"/>
                </a:lnTo>
                <a:lnTo>
                  <a:pt x="7559" y="11026"/>
                </a:lnTo>
                <a:lnTo>
                  <a:pt x="7318" y="11171"/>
                </a:lnTo>
                <a:lnTo>
                  <a:pt x="7078" y="11291"/>
                </a:lnTo>
                <a:lnTo>
                  <a:pt x="6813" y="11387"/>
                </a:lnTo>
                <a:lnTo>
                  <a:pt x="6548" y="11460"/>
                </a:lnTo>
                <a:lnTo>
                  <a:pt x="6283" y="11508"/>
                </a:lnTo>
                <a:lnTo>
                  <a:pt x="6018" y="11556"/>
                </a:lnTo>
                <a:lnTo>
                  <a:pt x="5729" y="11556"/>
                </a:lnTo>
                <a:lnTo>
                  <a:pt x="5441" y="11532"/>
                </a:lnTo>
                <a:lnTo>
                  <a:pt x="5152" y="11484"/>
                </a:lnTo>
                <a:lnTo>
                  <a:pt x="4863" y="11436"/>
                </a:lnTo>
                <a:lnTo>
                  <a:pt x="4574" y="11339"/>
                </a:lnTo>
                <a:lnTo>
                  <a:pt x="4237" y="11195"/>
                </a:lnTo>
                <a:lnTo>
                  <a:pt x="3900" y="11050"/>
                </a:lnTo>
                <a:lnTo>
                  <a:pt x="3587" y="10858"/>
                </a:lnTo>
                <a:lnTo>
                  <a:pt x="3298" y="10665"/>
                </a:lnTo>
                <a:lnTo>
                  <a:pt x="3009" y="10449"/>
                </a:lnTo>
                <a:lnTo>
                  <a:pt x="2768" y="10208"/>
                </a:lnTo>
                <a:lnTo>
                  <a:pt x="2504" y="9943"/>
                </a:lnTo>
                <a:lnTo>
                  <a:pt x="2287" y="9654"/>
                </a:lnTo>
                <a:lnTo>
                  <a:pt x="2022" y="9293"/>
                </a:lnTo>
                <a:lnTo>
                  <a:pt x="1781" y="8932"/>
                </a:lnTo>
                <a:lnTo>
                  <a:pt x="1565" y="8547"/>
                </a:lnTo>
                <a:lnTo>
                  <a:pt x="1348" y="8186"/>
                </a:lnTo>
                <a:lnTo>
                  <a:pt x="1180" y="7801"/>
                </a:lnTo>
                <a:lnTo>
                  <a:pt x="1035" y="7415"/>
                </a:lnTo>
                <a:lnTo>
                  <a:pt x="915" y="7006"/>
                </a:lnTo>
                <a:lnTo>
                  <a:pt x="818" y="6621"/>
                </a:lnTo>
                <a:lnTo>
                  <a:pt x="746" y="6212"/>
                </a:lnTo>
                <a:lnTo>
                  <a:pt x="698" y="5803"/>
                </a:lnTo>
                <a:lnTo>
                  <a:pt x="674" y="5393"/>
                </a:lnTo>
                <a:lnTo>
                  <a:pt x="698" y="4984"/>
                </a:lnTo>
                <a:lnTo>
                  <a:pt x="722" y="4551"/>
                </a:lnTo>
                <a:lnTo>
                  <a:pt x="794" y="4117"/>
                </a:lnTo>
                <a:lnTo>
                  <a:pt x="891" y="3684"/>
                </a:lnTo>
                <a:lnTo>
                  <a:pt x="1011" y="3251"/>
                </a:lnTo>
                <a:lnTo>
                  <a:pt x="1107" y="2986"/>
                </a:lnTo>
                <a:lnTo>
                  <a:pt x="1204" y="2745"/>
                </a:lnTo>
                <a:lnTo>
                  <a:pt x="1324" y="2480"/>
                </a:lnTo>
                <a:lnTo>
                  <a:pt x="1468" y="2264"/>
                </a:lnTo>
                <a:lnTo>
                  <a:pt x="1613" y="2047"/>
                </a:lnTo>
                <a:lnTo>
                  <a:pt x="1757" y="1830"/>
                </a:lnTo>
                <a:lnTo>
                  <a:pt x="1926" y="1662"/>
                </a:lnTo>
                <a:lnTo>
                  <a:pt x="2118" y="1469"/>
                </a:lnTo>
                <a:lnTo>
                  <a:pt x="2311" y="1325"/>
                </a:lnTo>
                <a:lnTo>
                  <a:pt x="2528" y="1180"/>
                </a:lnTo>
                <a:lnTo>
                  <a:pt x="2744" y="1060"/>
                </a:lnTo>
                <a:lnTo>
                  <a:pt x="2985" y="940"/>
                </a:lnTo>
                <a:lnTo>
                  <a:pt x="3226" y="868"/>
                </a:lnTo>
                <a:lnTo>
                  <a:pt x="3491" y="771"/>
                </a:lnTo>
                <a:lnTo>
                  <a:pt x="3755" y="723"/>
                </a:lnTo>
                <a:lnTo>
                  <a:pt x="4044" y="699"/>
                </a:lnTo>
                <a:lnTo>
                  <a:pt x="4478" y="675"/>
                </a:lnTo>
                <a:close/>
                <a:moveTo>
                  <a:pt x="3924" y="1"/>
                </a:moveTo>
                <a:lnTo>
                  <a:pt x="3539" y="49"/>
                </a:lnTo>
                <a:lnTo>
                  <a:pt x="3154" y="145"/>
                </a:lnTo>
                <a:lnTo>
                  <a:pt x="2793" y="290"/>
                </a:lnTo>
                <a:lnTo>
                  <a:pt x="2407" y="482"/>
                </a:lnTo>
                <a:lnTo>
                  <a:pt x="2070" y="699"/>
                </a:lnTo>
                <a:lnTo>
                  <a:pt x="1733" y="940"/>
                </a:lnTo>
                <a:lnTo>
                  <a:pt x="1444" y="1205"/>
                </a:lnTo>
                <a:lnTo>
                  <a:pt x="1180" y="1517"/>
                </a:lnTo>
                <a:lnTo>
                  <a:pt x="939" y="1855"/>
                </a:lnTo>
                <a:lnTo>
                  <a:pt x="746" y="2192"/>
                </a:lnTo>
                <a:lnTo>
                  <a:pt x="554" y="2577"/>
                </a:lnTo>
                <a:lnTo>
                  <a:pt x="409" y="2986"/>
                </a:lnTo>
                <a:lnTo>
                  <a:pt x="289" y="3371"/>
                </a:lnTo>
                <a:lnTo>
                  <a:pt x="169" y="3756"/>
                </a:lnTo>
                <a:lnTo>
                  <a:pt x="96" y="4141"/>
                </a:lnTo>
                <a:lnTo>
                  <a:pt x="48" y="4551"/>
                </a:lnTo>
                <a:lnTo>
                  <a:pt x="24" y="4936"/>
                </a:lnTo>
                <a:lnTo>
                  <a:pt x="0" y="5321"/>
                </a:lnTo>
                <a:lnTo>
                  <a:pt x="24" y="5706"/>
                </a:lnTo>
                <a:lnTo>
                  <a:pt x="48" y="6091"/>
                </a:lnTo>
                <a:lnTo>
                  <a:pt x="120" y="6477"/>
                </a:lnTo>
                <a:lnTo>
                  <a:pt x="193" y="6838"/>
                </a:lnTo>
                <a:lnTo>
                  <a:pt x="289" y="7223"/>
                </a:lnTo>
                <a:lnTo>
                  <a:pt x="409" y="7608"/>
                </a:lnTo>
                <a:lnTo>
                  <a:pt x="554" y="7993"/>
                </a:lnTo>
                <a:lnTo>
                  <a:pt x="722" y="8354"/>
                </a:lnTo>
                <a:lnTo>
                  <a:pt x="891" y="8739"/>
                </a:lnTo>
                <a:lnTo>
                  <a:pt x="1204" y="9269"/>
                </a:lnTo>
                <a:lnTo>
                  <a:pt x="1517" y="9775"/>
                </a:lnTo>
                <a:lnTo>
                  <a:pt x="1878" y="10256"/>
                </a:lnTo>
                <a:lnTo>
                  <a:pt x="2287" y="10689"/>
                </a:lnTo>
                <a:lnTo>
                  <a:pt x="2504" y="10882"/>
                </a:lnTo>
                <a:lnTo>
                  <a:pt x="2744" y="11075"/>
                </a:lnTo>
                <a:lnTo>
                  <a:pt x="2985" y="11243"/>
                </a:lnTo>
                <a:lnTo>
                  <a:pt x="3226" y="11412"/>
                </a:lnTo>
                <a:lnTo>
                  <a:pt x="3491" y="11556"/>
                </a:lnTo>
                <a:lnTo>
                  <a:pt x="3755" y="11700"/>
                </a:lnTo>
                <a:lnTo>
                  <a:pt x="4044" y="11845"/>
                </a:lnTo>
                <a:lnTo>
                  <a:pt x="4333" y="11965"/>
                </a:lnTo>
                <a:lnTo>
                  <a:pt x="4670" y="12062"/>
                </a:lnTo>
                <a:lnTo>
                  <a:pt x="5007" y="12158"/>
                </a:lnTo>
                <a:lnTo>
                  <a:pt x="5344" y="12206"/>
                </a:lnTo>
                <a:lnTo>
                  <a:pt x="5681" y="12230"/>
                </a:lnTo>
                <a:lnTo>
                  <a:pt x="6018" y="12206"/>
                </a:lnTo>
                <a:lnTo>
                  <a:pt x="6331" y="12182"/>
                </a:lnTo>
                <a:lnTo>
                  <a:pt x="6668" y="12134"/>
                </a:lnTo>
                <a:lnTo>
                  <a:pt x="6981" y="12037"/>
                </a:lnTo>
                <a:lnTo>
                  <a:pt x="7270" y="11917"/>
                </a:lnTo>
                <a:lnTo>
                  <a:pt x="7583" y="11773"/>
                </a:lnTo>
                <a:lnTo>
                  <a:pt x="7872" y="11628"/>
                </a:lnTo>
                <a:lnTo>
                  <a:pt x="8137" y="11436"/>
                </a:lnTo>
                <a:lnTo>
                  <a:pt x="8402" y="11219"/>
                </a:lnTo>
                <a:lnTo>
                  <a:pt x="8642" y="10978"/>
                </a:lnTo>
                <a:lnTo>
                  <a:pt x="8859" y="10713"/>
                </a:lnTo>
                <a:lnTo>
                  <a:pt x="9076" y="10425"/>
                </a:lnTo>
                <a:lnTo>
                  <a:pt x="9316" y="10039"/>
                </a:lnTo>
                <a:lnTo>
                  <a:pt x="9509" y="9630"/>
                </a:lnTo>
                <a:lnTo>
                  <a:pt x="9677" y="9221"/>
                </a:lnTo>
                <a:lnTo>
                  <a:pt x="9822" y="8812"/>
                </a:lnTo>
                <a:lnTo>
                  <a:pt x="9918" y="8378"/>
                </a:lnTo>
                <a:lnTo>
                  <a:pt x="9990" y="7921"/>
                </a:lnTo>
                <a:lnTo>
                  <a:pt x="10039" y="7464"/>
                </a:lnTo>
                <a:lnTo>
                  <a:pt x="10039" y="6982"/>
                </a:lnTo>
                <a:lnTo>
                  <a:pt x="10014" y="6428"/>
                </a:lnTo>
                <a:lnTo>
                  <a:pt x="9966" y="5851"/>
                </a:lnTo>
                <a:lnTo>
                  <a:pt x="9846" y="5297"/>
                </a:lnTo>
                <a:lnTo>
                  <a:pt x="9702" y="4743"/>
                </a:lnTo>
                <a:lnTo>
                  <a:pt x="9509" y="4214"/>
                </a:lnTo>
                <a:lnTo>
                  <a:pt x="9268" y="3660"/>
                </a:lnTo>
                <a:lnTo>
                  <a:pt x="9003" y="3154"/>
                </a:lnTo>
                <a:lnTo>
                  <a:pt x="8690" y="2649"/>
                </a:lnTo>
                <a:lnTo>
                  <a:pt x="8402" y="2264"/>
                </a:lnTo>
                <a:lnTo>
                  <a:pt x="8113" y="1903"/>
                </a:lnTo>
                <a:lnTo>
                  <a:pt x="7800" y="1566"/>
                </a:lnTo>
                <a:lnTo>
                  <a:pt x="7463" y="1253"/>
                </a:lnTo>
                <a:lnTo>
                  <a:pt x="7078" y="964"/>
                </a:lnTo>
                <a:lnTo>
                  <a:pt x="6692" y="723"/>
                </a:lnTo>
                <a:lnTo>
                  <a:pt x="6283" y="506"/>
                </a:lnTo>
                <a:lnTo>
                  <a:pt x="5850" y="314"/>
                </a:lnTo>
                <a:lnTo>
                  <a:pt x="5465" y="169"/>
                </a:lnTo>
                <a:lnTo>
                  <a:pt x="5079" y="73"/>
                </a:lnTo>
                <a:lnTo>
                  <a:pt x="4694" y="25"/>
                </a:lnTo>
                <a:lnTo>
                  <a:pt x="4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69"/>
        <p:cNvGrpSpPr/>
        <p:nvPr/>
      </p:nvGrpSpPr>
      <p:grpSpPr>
        <a:xfrm>
          <a:off x="0" y="0"/>
          <a:ext cx="0" cy="0"/>
          <a:chOff x="0" y="0"/>
          <a:chExt cx="0" cy="0"/>
        </a:xfrm>
      </p:grpSpPr>
      <p:sp>
        <p:nvSpPr>
          <p:cNvPr id="870" name="Google Shape;870;p3"/>
          <p:cNvSpPr/>
          <p:nvPr/>
        </p:nvSpPr>
        <p:spPr>
          <a:xfrm>
            <a:off x="145650" y="119725"/>
            <a:ext cx="8852700" cy="490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
          <p:cNvSpPr txBox="1">
            <a:spLocks noGrp="1"/>
          </p:cNvSpPr>
          <p:nvPr>
            <p:ph type="title"/>
          </p:nvPr>
        </p:nvSpPr>
        <p:spPr>
          <a:xfrm>
            <a:off x="926400" y="2033875"/>
            <a:ext cx="3739200" cy="19155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72" name="Google Shape;872;p3"/>
          <p:cNvSpPr txBox="1">
            <a:spLocks noGrp="1"/>
          </p:cNvSpPr>
          <p:nvPr>
            <p:ph type="title" idx="2" hasCustomPrompt="1"/>
          </p:nvPr>
        </p:nvSpPr>
        <p:spPr>
          <a:xfrm>
            <a:off x="1049700" y="1121479"/>
            <a:ext cx="1056900" cy="763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873" name="Google Shape;873;p3"/>
          <p:cNvSpPr txBox="1">
            <a:spLocks noGrp="1"/>
          </p:cNvSpPr>
          <p:nvPr>
            <p:ph type="subTitle" idx="1"/>
          </p:nvPr>
        </p:nvSpPr>
        <p:spPr>
          <a:xfrm>
            <a:off x="926400" y="3747613"/>
            <a:ext cx="25566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874" name="Google Shape;874;p3"/>
          <p:cNvGrpSpPr/>
          <p:nvPr/>
        </p:nvGrpSpPr>
        <p:grpSpPr>
          <a:xfrm rot="-5692501">
            <a:off x="6451030" y="1925943"/>
            <a:ext cx="2349050" cy="5872461"/>
            <a:chOff x="1094525" y="1997475"/>
            <a:chExt cx="357500" cy="893725"/>
          </a:xfrm>
        </p:grpSpPr>
        <p:sp>
          <p:nvSpPr>
            <p:cNvPr id="875" name="Google Shape;875;p3"/>
            <p:cNvSpPr/>
            <p:nvPr/>
          </p:nvSpPr>
          <p:spPr>
            <a:xfrm>
              <a:off x="1269650" y="2297175"/>
              <a:ext cx="49975" cy="48775"/>
            </a:xfrm>
            <a:custGeom>
              <a:avLst/>
              <a:gdLst/>
              <a:ahLst/>
              <a:cxnLst/>
              <a:rect l="l" t="t" r="r" b="b"/>
              <a:pathLst>
                <a:path w="1999" h="1951" extrusionOk="0">
                  <a:moveTo>
                    <a:pt x="1565" y="0"/>
                  </a:moveTo>
                  <a:lnTo>
                    <a:pt x="1493" y="24"/>
                  </a:lnTo>
                  <a:lnTo>
                    <a:pt x="1445" y="73"/>
                  </a:lnTo>
                  <a:lnTo>
                    <a:pt x="1349" y="217"/>
                  </a:lnTo>
                  <a:lnTo>
                    <a:pt x="1277" y="362"/>
                  </a:lnTo>
                  <a:lnTo>
                    <a:pt x="1156" y="602"/>
                  </a:lnTo>
                  <a:lnTo>
                    <a:pt x="1036" y="795"/>
                  </a:lnTo>
                  <a:lnTo>
                    <a:pt x="867" y="939"/>
                  </a:lnTo>
                  <a:lnTo>
                    <a:pt x="771" y="1011"/>
                  </a:lnTo>
                  <a:lnTo>
                    <a:pt x="651" y="1084"/>
                  </a:lnTo>
                  <a:lnTo>
                    <a:pt x="434" y="1204"/>
                  </a:lnTo>
                  <a:lnTo>
                    <a:pt x="193" y="1349"/>
                  </a:lnTo>
                  <a:lnTo>
                    <a:pt x="97" y="1445"/>
                  </a:lnTo>
                  <a:lnTo>
                    <a:pt x="25" y="1541"/>
                  </a:lnTo>
                  <a:lnTo>
                    <a:pt x="1" y="1686"/>
                  </a:lnTo>
                  <a:lnTo>
                    <a:pt x="49" y="1806"/>
                  </a:lnTo>
                  <a:lnTo>
                    <a:pt x="97" y="1878"/>
                  </a:lnTo>
                  <a:lnTo>
                    <a:pt x="145" y="1902"/>
                  </a:lnTo>
                  <a:lnTo>
                    <a:pt x="193" y="1926"/>
                  </a:lnTo>
                  <a:lnTo>
                    <a:pt x="241" y="1950"/>
                  </a:lnTo>
                  <a:lnTo>
                    <a:pt x="362" y="1926"/>
                  </a:lnTo>
                  <a:lnTo>
                    <a:pt x="482" y="1878"/>
                  </a:lnTo>
                  <a:lnTo>
                    <a:pt x="554" y="1902"/>
                  </a:lnTo>
                  <a:lnTo>
                    <a:pt x="602" y="1878"/>
                  </a:lnTo>
                  <a:lnTo>
                    <a:pt x="675" y="1854"/>
                  </a:lnTo>
                  <a:lnTo>
                    <a:pt x="699" y="1806"/>
                  </a:lnTo>
                  <a:lnTo>
                    <a:pt x="771" y="1710"/>
                  </a:lnTo>
                  <a:lnTo>
                    <a:pt x="843" y="1589"/>
                  </a:lnTo>
                  <a:lnTo>
                    <a:pt x="891" y="1493"/>
                  </a:lnTo>
                  <a:lnTo>
                    <a:pt x="964" y="1421"/>
                  </a:lnTo>
                  <a:lnTo>
                    <a:pt x="1060" y="1349"/>
                  </a:lnTo>
                  <a:lnTo>
                    <a:pt x="1156" y="1300"/>
                  </a:lnTo>
                  <a:lnTo>
                    <a:pt x="1373" y="1204"/>
                  </a:lnTo>
                  <a:lnTo>
                    <a:pt x="1589" y="1084"/>
                  </a:lnTo>
                  <a:lnTo>
                    <a:pt x="1758" y="939"/>
                  </a:lnTo>
                  <a:lnTo>
                    <a:pt x="1830" y="843"/>
                  </a:lnTo>
                  <a:lnTo>
                    <a:pt x="1902" y="747"/>
                  </a:lnTo>
                  <a:lnTo>
                    <a:pt x="1951" y="650"/>
                  </a:lnTo>
                  <a:lnTo>
                    <a:pt x="1975" y="530"/>
                  </a:lnTo>
                  <a:lnTo>
                    <a:pt x="1999" y="434"/>
                  </a:lnTo>
                  <a:lnTo>
                    <a:pt x="1975" y="313"/>
                  </a:lnTo>
                  <a:lnTo>
                    <a:pt x="1951" y="217"/>
                  </a:lnTo>
                  <a:lnTo>
                    <a:pt x="1902" y="145"/>
                  </a:lnTo>
                  <a:lnTo>
                    <a:pt x="1854" y="73"/>
                  </a:lnTo>
                  <a:lnTo>
                    <a:pt x="1782" y="24"/>
                  </a:lnTo>
                  <a:lnTo>
                    <a:pt x="166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
            <p:cNvSpPr/>
            <p:nvPr/>
          </p:nvSpPr>
          <p:spPr>
            <a:xfrm>
              <a:off x="1213075" y="2269500"/>
              <a:ext cx="25300" cy="25900"/>
            </a:xfrm>
            <a:custGeom>
              <a:avLst/>
              <a:gdLst/>
              <a:ahLst/>
              <a:cxnLst/>
              <a:rect l="l" t="t" r="r" b="b"/>
              <a:pathLst>
                <a:path w="1012" h="1036" extrusionOk="0">
                  <a:moveTo>
                    <a:pt x="578" y="0"/>
                  </a:moveTo>
                  <a:lnTo>
                    <a:pt x="434" y="48"/>
                  </a:lnTo>
                  <a:lnTo>
                    <a:pt x="290" y="120"/>
                  </a:lnTo>
                  <a:lnTo>
                    <a:pt x="193" y="193"/>
                  </a:lnTo>
                  <a:lnTo>
                    <a:pt x="121" y="289"/>
                  </a:lnTo>
                  <a:lnTo>
                    <a:pt x="49" y="385"/>
                  </a:lnTo>
                  <a:lnTo>
                    <a:pt x="25" y="482"/>
                  </a:lnTo>
                  <a:lnTo>
                    <a:pt x="1" y="578"/>
                  </a:lnTo>
                  <a:lnTo>
                    <a:pt x="25" y="698"/>
                  </a:lnTo>
                  <a:lnTo>
                    <a:pt x="49" y="794"/>
                  </a:lnTo>
                  <a:lnTo>
                    <a:pt x="97" y="891"/>
                  </a:lnTo>
                  <a:lnTo>
                    <a:pt x="145" y="963"/>
                  </a:lnTo>
                  <a:lnTo>
                    <a:pt x="217" y="987"/>
                  </a:lnTo>
                  <a:lnTo>
                    <a:pt x="290" y="1011"/>
                  </a:lnTo>
                  <a:lnTo>
                    <a:pt x="362" y="1035"/>
                  </a:lnTo>
                  <a:lnTo>
                    <a:pt x="554" y="1011"/>
                  </a:lnTo>
                  <a:lnTo>
                    <a:pt x="675" y="963"/>
                  </a:lnTo>
                  <a:lnTo>
                    <a:pt x="771" y="915"/>
                  </a:lnTo>
                  <a:lnTo>
                    <a:pt x="843" y="843"/>
                  </a:lnTo>
                  <a:lnTo>
                    <a:pt x="916" y="746"/>
                  </a:lnTo>
                  <a:lnTo>
                    <a:pt x="988" y="650"/>
                  </a:lnTo>
                  <a:lnTo>
                    <a:pt x="1012" y="554"/>
                  </a:lnTo>
                  <a:lnTo>
                    <a:pt x="1012" y="457"/>
                  </a:lnTo>
                  <a:lnTo>
                    <a:pt x="1012" y="337"/>
                  </a:lnTo>
                  <a:lnTo>
                    <a:pt x="964" y="265"/>
                  </a:lnTo>
                  <a:lnTo>
                    <a:pt x="916" y="169"/>
                  </a:lnTo>
                  <a:lnTo>
                    <a:pt x="819" y="72"/>
                  </a:lnTo>
                  <a:lnTo>
                    <a:pt x="69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
            <p:cNvSpPr/>
            <p:nvPr/>
          </p:nvSpPr>
          <p:spPr>
            <a:xfrm>
              <a:off x="1270250" y="2283925"/>
              <a:ext cx="19300" cy="21100"/>
            </a:xfrm>
            <a:custGeom>
              <a:avLst/>
              <a:gdLst/>
              <a:ahLst/>
              <a:cxnLst/>
              <a:rect l="l" t="t" r="r" b="b"/>
              <a:pathLst>
                <a:path w="772" h="844" extrusionOk="0">
                  <a:moveTo>
                    <a:pt x="434" y="1"/>
                  </a:moveTo>
                  <a:lnTo>
                    <a:pt x="241" y="25"/>
                  </a:lnTo>
                  <a:lnTo>
                    <a:pt x="121" y="73"/>
                  </a:lnTo>
                  <a:lnTo>
                    <a:pt x="25" y="145"/>
                  </a:lnTo>
                  <a:lnTo>
                    <a:pt x="1" y="193"/>
                  </a:lnTo>
                  <a:lnTo>
                    <a:pt x="1" y="242"/>
                  </a:lnTo>
                  <a:lnTo>
                    <a:pt x="1" y="314"/>
                  </a:lnTo>
                  <a:lnTo>
                    <a:pt x="25" y="386"/>
                  </a:lnTo>
                  <a:lnTo>
                    <a:pt x="97" y="554"/>
                  </a:lnTo>
                  <a:lnTo>
                    <a:pt x="193" y="723"/>
                  </a:lnTo>
                  <a:lnTo>
                    <a:pt x="266" y="771"/>
                  </a:lnTo>
                  <a:lnTo>
                    <a:pt x="362" y="819"/>
                  </a:lnTo>
                  <a:lnTo>
                    <a:pt x="434" y="843"/>
                  </a:lnTo>
                  <a:lnTo>
                    <a:pt x="554" y="843"/>
                  </a:lnTo>
                  <a:lnTo>
                    <a:pt x="627" y="819"/>
                  </a:lnTo>
                  <a:lnTo>
                    <a:pt x="675" y="771"/>
                  </a:lnTo>
                  <a:lnTo>
                    <a:pt x="723" y="723"/>
                  </a:lnTo>
                  <a:lnTo>
                    <a:pt x="747" y="651"/>
                  </a:lnTo>
                  <a:lnTo>
                    <a:pt x="771" y="506"/>
                  </a:lnTo>
                  <a:lnTo>
                    <a:pt x="747" y="338"/>
                  </a:lnTo>
                  <a:lnTo>
                    <a:pt x="723" y="242"/>
                  </a:lnTo>
                  <a:lnTo>
                    <a:pt x="699" y="169"/>
                  </a:lnTo>
                  <a:lnTo>
                    <a:pt x="651" y="97"/>
                  </a:lnTo>
                  <a:lnTo>
                    <a:pt x="578" y="49"/>
                  </a:lnTo>
                  <a:lnTo>
                    <a:pt x="506" y="25"/>
                  </a:lnTo>
                  <a:lnTo>
                    <a:pt x="43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
            <p:cNvSpPr/>
            <p:nvPr/>
          </p:nvSpPr>
          <p:spPr>
            <a:xfrm>
              <a:off x="1403250" y="2264075"/>
              <a:ext cx="18700" cy="17475"/>
            </a:xfrm>
            <a:custGeom>
              <a:avLst/>
              <a:gdLst/>
              <a:ahLst/>
              <a:cxnLst/>
              <a:rect l="l" t="t" r="r" b="b"/>
              <a:pathLst>
                <a:path w="748" h="699" extrusionOk="0">
                  <a:moveTo>
                    <a:pt x="338" y="0"/>
                  </a:moveTo>
                  <a:lnTo>
                    <a:pt x="193" y="73"/>
                  </a:lnTo>
                  <a:lnTo>
                    <a:pt x="73" y="169"/>
                  </a:lnTo>
                  <a:lnTo>
                    <a:pt x="49" y="217"/>
                  </a:lnTo>
                  <a:lnTo>
                    <a:pt x="25" y="265"/>
                  </a:lnTo>
                  <a:lnTo>
                    <a:pt x="1" y="337"/>
                  </a:lnTo>
                  <a:lnTo>
                    <a:pt x="1" y="434"/>
                  </a:lnTo>
                  <a:lnTo>
                    <a:pt x="49" y="554"/>
                  </a:lnTo>
                  <a:lnTo>
                    <a:pt x="145" y="650"/>
                  </a:lnTo>
                  <a:lnTo>
                    <a:pt x="266" y="699"/>
                  </a:lnTo>
                  <a:lnTo>
                    <a:pt x="410" y="699"/>
                  </a:lnTo>
                  <a:lnTo>
                    <a:pt x="482" y="674"/>
                  </a:lnTo>
                  <a:lnTo>
                    <a:pt x="555" y="650"/>
                  </a:lnTo>
                  <a:lnTo>
                    <a:pt x="627" y="602"/>
                  </a:lnTo>
                  <a:lnTo>
                    <a:pt x="675" y="554"/>
                  </a:lnTo>
                  <a:lnTo>
                    <a:pt x="699" y="482"/>
                  </a:lnTo>
                  <a:lnTo>
                    <a:pt x="723" y="410"/>
                  </a:lnTo>
                  <a:lnTo>
                    <a:pt x="747" y="265"/>
                  </a:lnTo>
                  <a:lnTo>
                    <a:pt x="723" y="193"/>
                  </a:lnTo>
                  <a:lnTo>
                    <a:pt x="699" y="121"/>
                  </a:lnTo>
                  <a:lnTo>
                    <a:pt x="651" y="73"/>
                  </a:lnTo>
                  <a:lnTo>
                    <a:pt x="603" y="49"/>
                  </a:lnTo>
                  <a:lnTo>
                    <a:pt x="482" y="24"/>
                  </a:lnTo>
                  <a:lnTo>
                    <a:pt x="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
            <p:cNvSpPr/>
            <p:nvPr/>
          </p:nvSpPr>
          <p:spPr>
            <a:xfrm>
              <a:off x="1150500" y="2347725"/>
              <a:ext cx="13250" cy="11450"/>
            </a:xfrm>
            <a:custGeom>
              <a:avLst/>
              <a:gdLst/>
              <a:ahLst/>
              <a:cxnLst/>
              <a:rect l="l" t="t" r="r" b="b"/>
              <a:pathLst>
                <a:path w="530" h="458" extrusionOk="0">
                  <a:moveTo>
                    <a:pt x="217" y="1"/>
                  </a:moveTo>
                  <a:lnTo>
                    <a:pt x="120" y="25"/>
                  </a:lnTo>
                  <a:lnTo>
                    <a:pt x="48" y="97"/>
                  </a:lnTo>
                  <a:lnTo>
                    <a:pt x="24" y="169"/>
                  </a:lnTo>
                  <a:lnTo>
                    <a:pt x="0" y="193"/>
                  </a:lnTo>
                  <a:lnTo>
                    <a:pt x="24" y="241"/>
                  </a:lnTo>
                  <a:lnTo>
                    <a:pt x="72" y="338"/>
                  </a:lnTo>
                  <a:lnTo>
                    <a:pt x="169" y="410"/>
                  </a:lnTo>
                  <a:lnTo>
                    <a:pt x="265" y="458"/>
                  </a:lnTo>
                  <a:lnTo>
                    <a:pt x="361" y="458"/>
                  </a:lnTo>
                  <a:lnTo>
                    <a:pt x="433" y="434"/>
                  </a:lnTo>
                  <a:lnTo>
                    <a:pt x="482" y="386"/>
                  </a:lnTo>
                  <a:lnTo>
                    <a:pt x="530" y="289"/>
                  </a:lnTo>
                  <a:lnTo>
                    <a:pt x="530" y="193"/>
                  </a:lnTo>
                  <a:lnTo>
                    <a:pt x="482" y="97"/>
                  </a:lnTo>
                  <a:lnTo>
                    <a:pt x="409" y="25"/>
                  </a:lnTo>
                  <a:lnTo>
                    <a:pt x="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p:nvPr/>
          </p:nvSpPr>
          <p:spPr>
            <a:xfrm>
              <a:off x="1094525" y="1997475"/>
              <a:ext cx="357500" cy="893725"/>
            </a:xfrm>
            <a:custGeom>
              <a:avLst/>
              <a:gdLst/>
              <a:ahLst/>
              <a:cxnLst/>
              <a:rect l="l" t="t" r="r" b="b"/>
              <a:pathLst>
                <a:path w="14300" h="35749" extrusionOk="0">
                  <a:moveTo>
                    <a:pt x="7343" y="0"/>
                  </a:moveTo>
                  <a:lnTo>
                    <a:pt x="6982" y="24"/>
                  </a:lnTo>
                  <a:lnTo>
                    <a:pt x="6620" y="72"/>
                  </a:lnTo>
                  <a:lnTo>
                    <a:pt x="6259" y="144"/>
                  </a:lnTo>
                  <a:lnTo>
                    <a:pt x="5922" y="217"/>
                  </a:lnTo>
                  <a:lnTo>
                    <a:pt x="5561" y="313"/>
                  </a:lnTo>
                  <a:lnTo>
                    <a:pt x="5224" y="433"/>
                  </a:lnTo>
                  <a:lnTo>
                    <a:pt x="4863" y="554"/>
                  </a:lnTo>
                  <a:lnTo>
                    <a:pt x="4526" y="698"/>
                  </a:lnTo>
                  <a:lnTo>
                    <a:pt x="4213" y="843"/>
                  </a:lnTo>
                  <a:lnTo>
                    <a:pt x="3876" y="1011"/>
                  </a:lnTo>
                  <a:lnTo>
                    <a:pt x="3563" y="1204"/>
                  </a:lnTo>
                  <a:lnTo>
                    <a:pt x="3250" y="1396"/>
                  </a:lnTo>
                  <a:lnTo>
                    <a:pt x="2937" y="1613"/>
                  </a:lnTo>
                  <a:lnTo>
                    <a:pt x="2648" y="1830"/>
                  </a:lnTo>
                  <a:lnTo>
                    <a:pt x="2359" y="2070"/>
                  </a:lnTo>
                  <a:lnTo>
                    <a:pt x="2095" y="2311"/>
                  </a:lnTo>
                  <a:lnTo>
                    <a:pt x="1830" y="2576"/>
                  </a:lnTo>
                  <a:lnTo>
                    <a:pt x="1589" y="2841"/>
                  </a:lnTo>
                  <a:lnTo>
                    <a:pt x="1348" y="3105"/>
                  </a:lnTo>
                  <a:lnTo>
                    <a:pt x="1132" y="3394"/>
                  </a:lnTo>
                  <a:lnTo>
                    <a:pt x="939" y="3683"/>
                  </a:lnTo>
                  <a:lnTo>
                    <a:pt x="747" y="3972"/>
                  </a:lnTo>
                  <a:lnTo>
                    <a:pt x="554" y="4285"/>
                  </a:lnTo>
                  <a:lnTo>
                    <a:pt x="410" y="4598"/>
                  </a:lnTo>
                  <a:lnTo>
                    <a:pt x="265" y="4935"/>
                  </a:lnTo>
                  <a:lnTo>
                    <a:pt x="169" y="5176"/>
                  </a:lnTo>
                  <a:lnTo>
                    <a:pt x="97" y="5441"/>
                  </a:lnTo>
                  <a:lnTo>
                    <a:pt x="24" y="5705"/>
                  </a:lnTo>
                  <a:lnTo>
                    <a:pt x="0" y="5946"/>
                  </a:lnTo>
                  <a:lnTo>
                    <a:pt x="24" y="6211"/>
                  </a:lnTo>
                  <a:lnTo>
                    <a:pt x="48" y="6452"/>
                  </a:lnTo>
                  <a:lnTo>
                    <a:pt x="121" y="6716"/>
                  </a:lnTo>
                  <a:lnTo>
                    <a:pt x="241" y="6981"/>
                  </a:lnTo>
                  <a:lnTo>
                    <a:pt x="313" y="7174"/>
                  </a:lnTo>
                  <a:lnTo>
                    <a:pt x="385" y="7366"/>
                  </a:lnTo>
                  <a:lnTo>
                    <a:pt x="482" y="7727"/>
                  </a:lnTo>
                  <a:lnTo>
                    <a:pt x="602" y="8065"/>
                  </a:lnTo>
                  <a:lnTo>
                    <a:pt x="747" y="8377"/>
                  </a:lnTo>
                  <a:lnTo>
                    <a:pt x="939" y="8690"/>
                  </a:lnTo>
                  <a:lnTo>
                    <a:pt x="1108" y="9003"/>
                  </a:lnTo>
                  <a:lnTo>
                    <a:pt x="1324" y="9292"/>
                  </a:lnTo>
                  <a:lnTo>
                    <a:pt x="1758" y="9870"/>
                  </a:lnTo>
                  <a:lnTo>
                    <a:pt x="1950" y="10111"/>
                  </a:lnTo>
                  <a:lnTo>
                    <a:pt x="2167" y="10327"/>
                  </a:lnTo>
                  <a:lnTo>
                    <a:pt x="2408" y="10520"/>
                  </a:lnTo>
                  <a:lnTo>
                    <a:pt x="2672" y="10688"/>
                  </a:lnTo>
                  <a:lnTo>
                    <a:pt x="3178" y="11025"/>
                  </a:lnTo>
                  <a:lnTo>
                    <a:pt x="3708" y="11338"/>
                  </a:lnTo>
                  <a:lnTo>
                    <a:pt x="4093" y="11603"/>
                  </a:lnTo>
                  <a:lnTo>
                    <a:pt x="4285" y="11748"/>
                  </a:lnTo>
                  <a:lnTo>
                    <a:pt x="4454" y="11916"/>
                  </a:lnTo>
                  <a:lnTo>
                    <a:pt x="4622" y="12085"/>
                  </a:lnTo>
                  <a:lnTo>
                    <a:pt x="4767" y="12277"/>
                  </a:lnTo>
                  <a:lnTo>
                    <a:pt x="4887" y="12470"/>
                  </a:lnTo>
                  <a:lnTo>
                    <a:pt x="5008" y="12711"/>
                  </a:lnTo>
                  <a:lnTo>
                    <a:pt x="5056" y="12879"/>
                  </a:lnTo>
                  <a:lnTo>
                    <a:pt x="5104" y="13072"/>
                  </a:lnTo>
                  <a:lnTo>
                    <a:pt x="5128" y="13240"/>
                  </a:lnTo>
                  <a:lnTo>
                    <a:pt x="5152" y="13409"/>
                  </a:lnTo>
                  <a:lnTo>
                    <a:pt x="5128" y="13553"/>
                  </a:lnTo>
                  <a:lnTo>
                    <a:pt x="5128" y="13722"/>
                  </a:lnTo>
                  <a:lnTo>
                    <a:pt x="5032" y="14011"/>
                  </a:lnTo>
                  <a:lnTo>
                    <a:pt x="4911" y="14299"/>
                  </a:lnTo>
                  <a:lnTo>
                    <a:pt x="4743" y="14564"/>
                  </a:lnTo>
                  <a:lnTo>
                    <a:pt x="4526" y="14829"/>
                  </a:lnTo>
                  <a:lnTo>
                    <a:pt x="4285" y="15094"/>
                  </a:lnTo>
                  <a:lnTo>
                    <a:pt x="3419" y="15864"/>
                  </a:lnTo>
                  <a:lnTo>
                    <a:pt x="2600" y="16635"/>
                  </a:lnTo>
                  <a:lnTo>
                    <a:pt x="2167" y="17020"/>
                  </a:lnTo>
                  <a:lnTo>
                    <a:pt x="1782" y="17429"/>
                  </a:lnTo>
                  <a:lnTo>
                    <a:pt x="1397" y="17862"/>
                  </a:lnTo>
                  <a:lnTo>
                    <a:pt x="1035" y="18320"/>
                  </a:lnTo>
                  <a:lnTo>
                    <a:pt x="819" y="18609"/>
                  </a:lnTo>
                  <a:lnTo>
                    <a:pt x="650" y="18921"/>
                  </a:lnTo>
                  <a:lnTo>
                    <a:pt x="530" y="19234"/>
                  </a:lnTo>
                  <a:lnTo>
                    <a:pt x="434" y="19571"/>
                  </a:lnTo>
                  <a:lnTo>
                    <a:pt x="385" y="19884"/>
                  </a:lnTo>
                  <a:lnTo>
                    <a:pt x="337" y="20221"/>
                  </a:lnTo>
                  <a:lnTo>
                    <a:pt x="361" y="20534"/>
                  </a:lnTo>
                  <a:lnTo>
                    <a:pt x="385" y="20871"/>
                  </a:lnTo>
                  <a:lnTo>
                    <a:pt x="434" y="21184"/>
                  </a:lnTo>
                  <a:lnTo>
                    <a:pt x="530" y="21497"/>
                  </a:lnTo>
                  <a:lnTo>
                    <a:pt x="626" y="21786"/>
                  </a:lnTo>
                  <a:lnTo>
                    <a:pt x="771" y="22075"/>
                  </a:lnTo>
                  <a:lnTo>
                    <a:pt x="915" y="22340"/>
                  </a:lnTo>
                  <a:lnTo>
                    <a:pt x="1084" y="22581"/>
                  </a:lnTo>
                  <a:lnTo>
                    <a:pt x="1276" y="22797"/>
                  </a:lnTo>
                  <a:lnTo>
                    <a:pt x="1493" y="22990"/>
                  </a:lnTo>
                  <a:lnTo>
                    <a:pt x="1854" y="23351"/>
                  </a:lnTo>
                  <a:lnTo>
                    <a:pt x="2215" y="23712"/>
                  </a:lnTo>
                  <a:lnTo>
                    <a:pt x="2552" y="24097"/>
                  </a:lnTo>
                  <a:lnTo>
                    <a:pt x="2865" y="24506"/>
                  </a:lnTo>
                  <a:lnTo>
                    <a:pt x="3467" y="25325"/>
                  </a:lnTo>
                  <a:lnTo>
                    <a:pt x="4045" y="26167"/>
                  </a:lnTo>
                  <a:lnTo>
                    <a:pt x="4213" y="26408"/>
                  </a:lnTo>
                  <a:lnTo>
                    <a:pt x="4382" y="26697"/>
                  </a:lnTo>
                  <a:lnTo>
                    <a:pt x="4526" y="26962"/>
                  </a:lnTo>
                  <a:lnTo>
                    <a:pt x="4574" y="27130"/>
                  </a:lnTo>
                  <a:lnTo>
                    <a:pt x="4598" y="27275"/>
                  </a:lnTo>
                  <a:lnTo>
                    <a:pt x="4671" y="27829"/>
                  </a:lnTo>
                  <a:lnTo>
                    <a:pt x="4743" y="28358"/>
                  </a:lnTo>
                  <a:lnTo>
                    <a:pt x="4791" y="28912"/>
                  </a:lnTo>
                  <a:lnTo>
                    <a:pt x="4791" y="29466"/>
                  </a:lnTo>
                  <a:lnTo>
                    <a:pt x="4767" y="30067"/>
                  </a:lnTo>
                  <a:lnTo>
                    <a:pt x="4767" y="30645"/>
                  </a:lnTo>
                  <a:lnTo>
                    <a:pt x="4767" y="31223"/>
                  </a:lnTo>
                  <a:lnTo>
                    <a:pt x="4815" y="31801"/>
                  </a:lnTo>
                  <a:lnTo>
                    <a:pt x="4887" y="32378"/>
                  </a:lnTo>
                  <a:lnTo>
                    <a:pt x="4983" y="32932"/>
                  </a:lnTo>
                  <a:lnTo>
                    <a:pt x="5128" y="33510"/>
                  </a:lnTo>
                  <a:lnTo>
                    <a:pt x="5296" y="34063"/>
                  </a:lnTo>
                  <a:lnTo>
                    <a:pt x="5369" y="34232"/>
                  </a:lnTo>
                  <a:lnTo>
                    <a:pt x="5465" y="34401"/>
                  </a:lnTo>
                  <a:lnTo>
                    <a:pt x="5561" y="34545"/>
                  </a:lnTo>
                  <a:lnTo>
                    <a:pt x="5706" y="34713"/>
                  </a:lnTo>
                  <a:lnTo>
                    <a:pt x="5995" y="35002"/>
                  </a:lnTo>
                  <a:lnTo>
                    <a:pt x="6332" y="35267"/>
                  </a:lnTo>
                  <a:lnTo>
                    <a:pt x="6693" y="35484"/>
                  </a:lnTo>
                  <a:lnTo>
                    <a:pt x="6861" y="35580"/>
                  </a:lnTo>
                  <a:lnTo>
                    <a:pt x="7054" y="35652"/>
                  </a:lnTo>
                  <a:lnTo>
                    <a:pt x="7246" y="35700"/>
                  </a:lnTo>
                  <a:lnTo>
                    <a:pt x="7439" y="35725"/>
                  </a:lnTo>
                  <a:lnTo>
                    <a:pt x="7607" y="35749"/>
                  </a:lnTo>
                  <a:lnTo>
                    <a:pt x="7776" y="35725"/>
                  </a:lnTo>
                  <a:lnTo>
                    <a:pt x="8354" y="35628"/>
                  </a:lnTo>
                  <a:lnTo>
                    <a:pt x="8883" y="35484"/>
                  </a:lnTo>
                  <a:lnTo>
                    <a:pt x="9413" y="35291"/>
                  </a:lnTo>
                  <a:lnTo>
                    <a:pt x="9894" y="35050"/>
                  </a:lnTo>
                  <a:lnTo>
                    <a:pt x="10376" y="34786"/>
                  </a:lnTo>
                  <a:lnTo>
                    <a:pt x="10809" y="34449"/>
                  </a:lnTo>
                  <a:lnTo>
                    <a:pt x="11218" y="34063"/>
                  </a:lnTo>
                  <a:lnTo>
                    <a:pt x="11604" y="33654"/>
                  </a:lnTo>
                  <a:lnTo>
                    <a:pt x="11772" y="33414"/>
                  </a:lnTo>
                  <a:lnTo>
                    <a:pt x="11844" y="33293"/>
                  </a:lnTo>
                  <a:lnTo>
                    <a:pt x="11917" y="33149"/>
                  </a:lnTo>
                  <a:lnTo>
                    <a:pt x="11965" y="33004"/>
                  </a:lnTo>
                  <a:lnTo>
                    <a:pt x="11989" y="32836"/>
                  </a:lnTo>
                  <a:lnTo>
                    <a:pt x="12013" y="32499"/>
                  </a:lnTo>
                  <a:lnTo>
                    <a:pt x="12037" y="31849"/>
                  </a:lnTo>
                  <a:lnTo>
                    <a:pt x="12013" y="31247"/>
                  </a:lnTo>
                  <a:lnTo>
                    <a:pt x="11941" y="30693"/>
                  </a:lnTo>
                  <a:lnTo>
                    <a:pt x="11844" y="30164"/>
                  </a:lnTo>
                  <a:lnTo>
                    <a:pt x="11700" y="29634"/>
                  </a:lnTo>
                  <a:lnTo>
                    <a:pt x="11507" y="29104"/>
                  </a:lnTo>
                  <a:lnTo>
                    <a:pt x="11291" y="28551"/>
                  </a:lnTo>
                  <a:lnTo>
                    <a:pt x="11026" y="27949"/>
                  </a:lnTo>
                  <a:lnTo>
                    <a:pt x="10881" y="27636"/>
                  </a:lnTo>
                  <a:lnTo>
                    <a:pt x="10761" y="27323"/>
                  </a:lnTo>
                  <a:lnTo>
                    <a:pt x="10665" y="27034"/>
                  </a:lnTo>
                  <a:lnTo>
                    <a:pt x="10593" y="26721"/>
                  </a:lnTo>
                  <a:lnTo>
                    <a:pt x="10544" y="26432"/>
                  </a:lnTo>
                  <a:lnTo>
                    <a:pt x="10520" y="26143"/>
                  </a:lnTo>
                  <a:lnTo>
                    <a:pt x="10496" y="25855"/>
                  </a:lnTo>
                  <a:lnTo>
                    <a:pt x="10496" y="25566"/>
                  </a:lnTo>
                  <a:lnTo>
                    <a:pt x="10544" y="25277"/>
                  </a:lnTo>
                  <a:lnTo>
                    <a:pt x="10593" y="24988"/>
                  </a:lnTo>
                  <a:lnTo>
                    <a:pt x="10665" y="24723"/>
                  </a:lnTo>
                  <a:lnTo>
                    <a:pt x="10761" y="24434"/>
                  </a:lnTo>
                  <a:lnTo>
                    <a:pt x="10906" y="24169"/>
                  </a:lnTo>
                  <a:lnTo>
                    <a:pt x="11050" y="23881"/>
                  </a:lnTo>
                  <a:lnTo>
                    <a:pt x="11218" y="23616"/>
                  </a:lnTo>
                  <a:lnTo>
                    <a:pt x="11435" y="23351"/>
                  </a:lnTo>
                  <a:lnTo>
                    <a:pt x="12326" y="22220"/>
                  </a:lnTo>
                  <a:lnTo>
                    <a:pt x="13168" y="21064"/>
                  </a:lnTo>
                  <a:lnTo>
                    <a:pt x="13505" y="20607"/>
                  </a:lnTo>
                  <a:lnTo>
                    <a:pt x="13794" y="20149"/>
                  </a:lnTo>
                  <a:lnTo>
                    <a:pt x="13939" y="19908"/>
                  </a:lnTo>
                  <a:lnTo>
                    <a:pt x="14059" y="19668"/>
                  </a:lnTo>
                  <a:lnTo>
                    <a:pt x="14155" y="19403"/>
                  </a:lnTo>
                  <a:lnTo>
                    <a:pt x="14228" y="19138"/>
                  </a:lnTo>
                  <a:lnTo>
                    <a:pt x="14276" y="18777"/>
                  </a:lnTo>
                  <a:lnTo>
                    <a:pt x="14300" y="18416"/>
                  </a:lnTo>
                  <a:lnTo>
                    <a:pt x="14300" y="18055"/>
                  </a:lnTo>
                  <a:lnTo>
                    <a:pt x="14252" y="17694"/>
                  </a:lnTo>
                  <a:lnTo>
                    <a:pt x="14179" y="17357"/>
                  </a:lnTo>
                  <a:lnTo>
                    <a:pt x="14083" y="16996"/>
                  </a:lnTo>
                  <a:lnTo>
                    <a:pt x="13963" y="16659"/>
                  </a:lnTo>
                  <a:lnTo>
                    <a:pt x="13818" y="16322"/>
                  </a:lnTo>
                  <a:lnTo>
                    <a:pt x="13650" y="15985"/>
                  </a:lnTo>
                  <a:lnTo>
                    <a:pt x="13433" y="15672"/>
                  </a:lnTo>
                  <a:lnTo>
                    <a:pt x="13192" y="15383"/>
                  </a:lnTo>
                  <a:lnTo>
                    <a:pt x="12952" y="15118"/>
                  </a:lnTo>
                  <a:lnTo>
                    <a:pt x="12398" y="14588"/>
                  </a:lnTo>
                  <a:lnTo>
                    <a:pt x="11868" y="14083"/>
                  </a:lnTo>
                  <a:lnTo>
                    <a:pt x="11676" y="13914"/>
                  </a:lnTo>
                  <a:lnTo>
                    <a:pt x="11507" y="13722"/>
                  </a:lnTo>
                  <a:lnTo>
                    <a:pt x="11363" y="13529"/>
                  </a:lnTo>
                  <a:lnTo>
                    <a:pt x="11267" y="13288"/>
                  </a:lnTo>
                  <a:lnTo>
                    <a:pt x="11074" y="12783"/>
                  </a:lnTo>
                  <a:lnTo>
                    <a:pt x="10930" y="12277"/>
                  </a:lnTo>
                  <a:lnTo>
                    <a:pt x="10833" y="11796"/>
                  </a:lnTo>
                  <a:lnTo>
                    <a:pt x="10809" y="11290"/>
                  </a:lnTo>
                  <a:lnTo>
                    <a:pt x="10809" y="11025"/>
                  </a:lnTo>
                  <a:lnTo>
                    <a:pt x="10833" y="10785"/>
                  </a:lnTo>
                  <a:lnTo>
                    <a:pt x="10857" y="10520"/>
                  </a:lnTo>
                  <a:lnTo>
                    <a:pt x="10930" y="10279"/>
                  </a:lnTo>
                  <a:lnTo>
                    <a:pt x="11002" y="10038"/>
                  </a:lnTo>
                  <a:lnTo>
                    <a:pt x="11074" y="9774"/>
                  </a:lnTo>
                  <a:lnTo>
                    <a:pt x="11194" y="9533"/>
                  </a:lnTo>
                  <a:lnTo>
                    <a:pt x="11315" y="9268"/>
                  </a:lnTo>
                  <a:lnTo>
                    <a:pt x="11652" y="8618"/>
                  </a:lnTo>
                  <a:lnTo>
                    <a:pt x="11820" y="8281"/>
                  </a:lnTo>
                  <a:lnTo>
                    <a:pt x="11965" y="7944"/>
                  </a:lnTo>
                  <a:lnTo>
                    <a:pt x="12109" y="7583"/>
                  </a:lnTo>
                  <a:lnTo>
                    <a:pt x="12230" y="7222"/>
                  </a:lnTo>
                  <a:lnTo>
                    <a:pt x="12302" y="6861"/>
                  </a:lnTo>
                  <a:lnTo>
                    <a:pt x="12350" y="6476"/>
                  </a:lnTo>
                  <a:lnTo>
                    <a:pt x="12398" y="5994"/>
                  </a:lnTo>
                  <a:lnTo>
                    <a:pt x="12398" y="5489"/>
                  </a:lnTo>
                  <a:lnTo>
                    <a:pt x="12374" y="5007"/>
                  </a:lnTo>
                  <a:lnTo>
                    <a:pt x="12326" y="4502"/>
                  </a:lnTo>
                  <a:lnTo>
                    <a:pt x="12254" y="4020"/>
                  </a:lnTo>
                  <a:lnTo>
                    <a:pt x="12157" y="3539"/>
                  </a:lnTo>
                  <a:lnTo>
                    <a:pt x="12037" y="3057"/>
                  </a:lnTo>
                  <a:lnTo>
                    <a:pt x="11917" y="2576"/>
                  </a:lnTo>
                  <a:lnTo>
                    <a:pt x="11772" y="2167"/>
                  </a:lnTo>
                  <a:lnTo>
                    <a:pt x="11580" y="1781"/>
                  </a:lnTo>
                  <a:lnTo>
                    <a:pt x="11363" y="1444"/>
                  </a:lnTo>
                  <a:lnTo>
                    <a:pt x="11098" y="1156"/>
                  </a:lnTo>
                  <a:lnTo>
                    <a:pt x="10833" y="891"/>
                  </a:lnTo>
                  <a:lnTo>
                    <a:pt x="10520" y="698"/>
                  </a:lnTo>
                  <a:lnTo>
                    <a:pt x="10183" y="506"/>
                  </a:lnTo>
                  <a:lnTo>
                    <a:pt x="9822" y="361"/>
                  </a:lnTo>
                  <a:lnTo>
                    <a:pt x="9485" y="241"/>
                  </a:lnTo>
                  <a:lnTo>
                    <a:pt x="9124" y="169"/>
                  </a:lnTo>
                  <a:lnTo>
                    <a:pt x="8787" y="96"/>
                  </a:lnTo>
                  <a:lnTo>
                    <a:pt x="8426" y="48"/>
                  </a:lnTo>
                  <a:lnTo>
                    <a:pt x="80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
            <p:cNvSpPr/>
            <p:nvPr/>
          </p:nvSpPr>
          <p:spPr>
            <a:xfrm>
              <a:off x="1157700" y="2029950"/>
              <a:ext cx="235350" cy="827550"/>
            </a:xfrm>
            <a:custGeom>
              <a:avLst/>
              <a:gdLst/>
              <a:ahLst/>
              <a:cxnLst/>
              <a:rect l="l" t="t" r="r" b="b"/>
              <a:pathLst>
                <a:path w="9414" h="33102" extrusionOk="0">
                  <a:moveTo>
                    <a:pt x="5177" y="1"/>
                  </a:moveTo>
                  <a:lnTo>
                    <a:pt x="4816" y="25"/>
                  </a:lnTo>
                  <a:lnTo>
                    <a:pt x="4455" y="73"/>
                  </a:lnTo>
                  <a:lnTo>
                    <a:pt x="4069" y="121"/>
                  </a:lnTo>
                  <a:lnTo>
                    <a:pt x="3684" y="218"/>
                  </a:lnTo>
                  <a:lnTo>
                    <a:pt x="3299" y="314"/>
                  </a:lnTo>
                  <a:lnTo>
                    <a:pt x="2938" y="458"/>
                  </a:lnTo>
                  <a:lnTo>
                    <a:pt x="2577" y="603"/>
                  </a:lnTo>
                  <a:lnTo>
                    <a:pt x="2216" y="771"/>
                  </a:lnTo>
                  <a:lnTo>
                    <a:pt x="1903" y="940"/>
                  </a:lnTo>
                  <a:lnTo>
                    <a:pt x="1614" y="1132"/>
                  </a:lnTo>
                  <a:lnTo>
                    <a:pt x="1349" y="1349"/>
                  </a:lnTo>
                  <a:lnTo>
                    <a:pt x="1132" y="1566"/>
                  </a:lnTo>
                  <a:lnTo>
                    <a:pt x="964" y="1782"/>
                  </a:lnTo>
                  <a:lnTo>
                    <a:pt x="723" y="2192"/>
                  </a:lnTo>
                  <a:lnTo>
                    <a:pt x="434" y="2601"/>
                  </a:lnTo>
                  <a:lnTo>
                    <a:pt x="314" y="2793"/>
                  </a:lnTo>
                  <a:lnTo>
                    <a:pt x="218" y="3010"/>
                  </a:lnTo>
                  <a:lnTo>
                    <a:pt x="121" y="3203"/>
                  </a:lnTo>
                  <a:lnTo>
                    <a:pt x="73" y="3419"/>
                  </a:lnTo>
                  <a:lnTo>
                    <a:pt x="25" y="3660"/>
                  </a:lnTo>
                  <a:lnTo>
                    <a:pt x="1" y="3877"/>
                  </a:lnTo>
                  <a:lnTo>
                    <a:pt x="25" y="4093"/>
                  </a:lnTo>
                  <a:lnTo>
                    <a:pt x="25" y="4334"/>
                  </a:lnTo>
                  <a:lnTo>
                    <a:pt x="97" y="4840"/>
                  </a:lnTo>
                  <a:lnTo>
                    <a:pt x="145" y="5321"/>
                  </a:lnTo>
                  <a:lnTo>
                    <a:pt x="194" y="5682"/>
                  </a:lnTo>
                  <a:lnTo>
                    <a:pt x="242" y="6019"/>
                  </a:lnTo>
                  <a:lnTo>
                    <a:pt x="314" y="6356"/>
                  </a:lnTo>
                  <a:lnTo>
                    <a:pt x="434" y="6693"/>
                  </a:lnTo>
                  <a:lnTo>
                    <a:pt x="555" y="7006"/>
                  </a:lnTo>
                  <a:lnTo>
                    <a:pt x="699" y="7319"/>
                  </a:lnTo>
                  <a:lnTo>
                    <a:pt x="868" y="7632"/>
                  </a:lnTo>
                  <a:lnTo>
                    <a:pt x="1060" y="7945"/>
                  </a:lnTo>
                  <a:lnTo>
                    <a:pt x="1205" y="8138"/>
                  </a:lnTo>
                  <a:lnTo>
                    <a:pt x="1373" y="8306"/>
                  </a:lnTo>
                  <a:lnTo>
                    <a:pt x="1710" y="8643"/>
                  </a:lnTo>
                  <a:lnTo>
                    <a:pt x="2047" y="9004"/>
                  </a:lnTo>
                  <a:lnTo>
                    <a:pt x="2216" y="9173"/>
                  </a:lnTo>
                  <a:lnTo>
                    <a:pt x="2360" y="9389"/>
                  </a:lnTo>
                  <a:lnTo>
                    <a:pt x="2577" y="9678"/>
                  </a:lnTo>
                  <a:lnTo>
                    <a:pt x="2818" y="9967"/>
                  </a:lnTo>
                  <a:lnTo>
                    <a:pt x="3058" y="10256"/>
                  </a:lnTo>
                  <a:lnTo>
                    <a:pt x="3275" y="10569"/>
                  </a:lnTo>
                  <a:lnTo>
                    <a:pt x="3419" y="10786"/>
                  </a:lnTo>
                  <a:lnTo>
                    <a:pt x="3540" y="11026"/>
                  </a:lnTo>
                  <a:lnTo>
                    <a:pt x="3636" y="11267"/>
                  </a:lnTo>
                  <a:lnTo>
                    <a:pt x="3708" y="11508"/>
                  </a:lnTo>
                  <a:lnTo>
                    <a:pt x="3756" y="11749"/>
                  </a:lnTo>
                  <a:lnTo>
                    <a:pt x="3805" y="11989"/>
                  </a:lnTo>
                  <a:lnTo>
                    <a:pt x="3829" y="12230"/>
                  </a:lnTo>
                  <a:lnTo>
                    <a:pt x="3853" y="12471"/>
                  </a:lnTo>
                  <a:lnTo>
                    <a:pt x="3829" y="12952"/>
                  </a:lnTo>
                  <a:lnTo>
                    <a:pt x="3756" y="13434"/>
                  </a:lnTo>
                  <a:lnTo>
                    <a:pt x="3636" y="13915"/>
                  </a:lnTo>
                  <a:lnTo>
                    <a:pt x="3492" y="14421"/>
                  </a:lnTo>
                  <a:lnTo>
                    <a:pt x="3443" y="14541"/>
                  </a:lnTo>
                  <a:lnTo>
                    <a:pt x="3371" y="14637"/>
                  </a:lnTo>
                  <a:lnTo>
                    <a:pt x="3299" y="14710"/>
                  </a:lnTo>
                  <a:lnTo>
                    <a:pt x="3203" y="14782"/>
                  </a:lnTo>
                  <a:lnTo>
                    <a:pt x="2914" y="15023"/>
                  </a:lnTo>
                  <a:lnTo>
                    <a:pt x="2649" y="15239"/>
                  </a:lnTo>
                  <a:lnTo>
                    <a:pt x="2144" y="15745"/>
                  </a:lnTo>
                  <a:lnTo>
                    <a:pt x="1686" y="16274"/>
                  </a:lnTo>
                  <a:lnTo>
                    <a:pt x="1205" y="16804"/>
                  </a:lnTo>
                  <a:lnTo>
                    <a:pt x="1084" y="16948"/>
                  </a:lnTo>
                  <a:lnTo>
                    <a:pt x="988" y="17117"/>
                  </a:lnTo>
                  <a:lnTo>
                    <a:pt x="916" y="17285"/>
                  </a:lnTo>
                  <a:lnTo>
                    <a:pt x="844" y="17454"/>
                  </a:lnTo>
                  <a:lnTo>
                    <a:pt x="771" y="17743"/>
                  </a:lnTo>
                  <a:lnTo>
                    <a:pt x="723" y="18032"/>
                  </a:lnTo>
                  <a:lnTo>
                    <a:pt x="699" y="18321"/>
                  </a:lnTo>
                  <a:lnTo>
                    <a:pt x="699" y="18609"/>
                  </a:lnTo>
                  <a:lnTo>
                    <a:pt x="699" y="18874"/>
                  </a:lnTo>
                  <a:lnTo>
                    <a:pt x="723" y="19139"/>
                  </a:lnTo>
                  <a:lnTo>
                    <a:pt x="771" y="19404"/>
                  </a:lnTo>
                  <a:lnTo>
                    <a:pt x="819" y="19669"/>
                  </a:lnTo>
                  <a:lnTo>
                    <a:pt x="892" y="19934"/>
                  </a:lnTo>
                  <a:lnTo>
                    <a:pt x="988" y="20198"/>
                  </a:lnTo>
                  <a:lnTo>
                    <a:pt x="1084" y="20439"/>
                  </a:lnTo>
                  <a:lnTo>
                    <a:pt x="1205" y="20680"/>
                  </a:lnTo>
                  <a:lnTo>
                    <a:pt x="1349" y="20921"/>
                  </a:lnTo>
                  <a:lnTo>
                    <a:pt x="1518" y="21161"/>
                  </a:lnTo>
                  <a:lnTo>
                    <a:pt x="1855" y="21619"/>
                  </a:lnTo>
                  <a:lnTo>
                    <a:pt x="2071" y="21883"/>
                  </a:lnTo>
                  <a:lnTo>
                    <a:pt x="2264" y="22172"/>
                  </a:lnTo>
                  <a:lnTo>
                    <a:pt x="2456" y="22461"/>
                  </a:lnTo>
                  <a:lnTo>
                    <a:pt x="2601" y="22774"/>
                  </a:lnTo>
                  <a:lnTo>
                    <a:pt x="2745" y="23087"/>
                  </a:lnTo>
                  <a:lnTo>
                    <a:pt x="2866" y="23400"/>
                  </a:lnTo>
                  <a:lnTo>
                    <a:pt x="2962" y="23713"/>
                  </a:lnTo>
                  <a:lnTo>
                    <a:pt x="3058" y="24050"/>
                  </a:lnTo>
                  <a:lnTo>
                    <a:pt x="3275" y="24917"/>
                  </a:lnTo>
                  <a:lnTo>
                    <a:pt x="3492" y="25807"/>
                  </a:lnTo>
                  <a:lnTo>
                    <a:pt x="3636" y="26698"/>
                  </a:lnTo>
                  <a:lnTo>
                    <a:pt x="3708" y="27155"/>
                  </a:lnTo>
                  <a:lnTo>
                    <a:pt x="3756" y="27589"/>
                  </a:lnTo>
                  <a:lnTo>
                    <a:pt x="3781" y="27781"/>
                  </a:lnTo>
                  <a:lnTo>
                    <a:pt x="3781" y="27950"/>
                  </a:lnTo>
                  <a:lnTo>
                    <a:pt x="3756" y="28118"/>
                  </a:lnTo>
                  <a:lnTo>
                    <a:pt x="3684" y="28287"/>
                  </a:lnTo>
                  <a:lnTo>
                    <a:pt x="3540" y="28624"/>
                  </a:lnTo>
                  <a:lnTo>
                    <a:pt x="3395" y="28961"/>
                  </a:lnTo>
                  <a:lnTo>
                    <a:pt x="3299" y="29322"/>
                  </a:lnTo>
                  <a:lnTo>
                    <a:pt x="3227" y="29659"/>
                  </a:lnTo>
                  <a:lnTo>
                    <a:pt x="3179" y="30020"/>
                  </a:lnTo>
                  <a:lnTo>
                    <a:pt x="3179" y="30381"/>
                  </a:lnTo>
                  <a:lnTo>
                    <a:pt x="3203" y="30766"/>
                  </a:lnTo>
                  <a:lnTo>
                    <a:pt x="3251" y="31152"/>
                  </a:lnTo>
                  <a:lnTo>
                    <a:pt x="3323" y="31440"/>
                  </a:lnTo>
                  <a:lnTo>
                    <a:pt x="3443" y="31729"/>
                  </a:lnTo>
                  <a:lnTo>
                    <a:pt x="3588" y="31994"/>
                  </a:lnTo>
                  <a:lnTo>
                    <a:pt x="3756" y="32235"/>
                  </a:lnTo>
                  <a:lnTo>
                    <a:pt x="3949" y="32452"/>
                  </a:lnTo>
                  <a:lnTo>
                    <a:pt x="4166" y="32620"/>
                  </a:lnTo>
                  <a:lnTo>
                    <a:pt x="4406" y="32789"/>
                  </a:lnTo>
                  <a:lnTo>
                    <a:pt x="4647" y="32909"/>
                  </a:lnTo>
                  <a:lnTo>
                    <a:pt x="4912" y="33005"/>
                  </a:lnTo>
                  <a:lnTo>
                    <a:pt x="5177" y="33053"/>
                  </a:lnTo>
                  <a:lnTo>
                    <a:pt x="5466" y="33102"/>
                  </a:lnTo>
                  <a:lnTo>
                    <a:pt x="5730" y="33077"/>
                  </a:lnTo>
                  <a:lnTo>
                    <a:pt x="5995" y="33029"/>
                  </a:lnTo>
                  <a:lnTo>
                    <a:pt x="6284" y="32957"/>
                  </a:lnTo>
                  <a:lnTo>
                    <a:pt x="6549" y="32813"/>
                  </a:lnTo>
                  <a:lnTo>
                    <a:pt x="6790" y="32644"/>
                  </a:lnTo>
                  <a:lnTo>
                    <a:pt x="7079" y="32403"/>
                  </a:lnTo>
                  <a:lnTo>
                    <a:pt x="7319" y="32163"/>
                  </a:lnTo>
                  <a:lnTo>
                    <a:pt x="7560" y="31874"/>
                  </a:lnTo>
                  <a:lnTo>
                    <a:pt x="7753" y="31585"/>
                  </a:lnTo>
                  <a:lnTo>
                    <a:pt x="7945" y="31296"/>
                  </a:lnTo>
                  <a:lnTo>
                    <a:pt x="8090" y="30959"/>
                  </a:lnTo>
                  <a:lnTo>
                    <a:pt x="8210" y="30622"/>
                  </a:lnTo>
                  <a:lnTo>
                    <a:pt x="8306" y="30261"/>
                  </a:lnTo>
                  <a:lnTo>
                    <a:pt x="8354" y="29948"/>
                  </a:lnTo>
                  <a:lnTo>
                    <a:pt x="8354" y="29779"/>
                  </a:lnTo>
                  <a:lnTo>
                    <a:pt x="8354" y="29611"/>
                  </a:lnTo>
                  <a:lnTo>
                    <a:pt x="8330" y="29466"/>
                  </a:lnTo>
                  <a:lnTo>
                    <a:pt x="8282" y="29298"/>
                  </a:lnTo>
                  <a:lnTo>
                    <a:pt x="8210" y="29154"/>
                  </a:lnTo>
                  <a:lnTo>
                    <a:pt x="8114" y="29009"/>
                  </a:lnTo>
                  <a:lnTo>
                    <a:pt x="7969" y="28816"/>
                  </a:lnTo>
                  <a:lnTo>
                    <a:pt x="7849" y="28600"/>
                  </a:lnTo>
                  <a:lnTo>
                    <a:pt x="7584" y="28167"/>
                  </a:lnTo>
                  <a:lnTo>
                    <a:pt x="7343" y="27733"/>
                  </a:lnTo>
                  <a:lnTo>
                    <a:pt x="7199" y="27517"/>
                  </a:lnTo>
                  <a:lnTo>
                    <a:pt x="7054" y="27324"/>
                  </a:lnTo>
                  <a:lnTo>
                    <a:pt x="6910" y="27107"/>
                  </a:lnTo>
                  <a:lnTo>
                    <a:pt x="6766" y="26891"/>
                  </a:lnTo>
                  <a:lnTo>
                    <a:pt x="6669" y="26650"/>
                  </a:lnTo>
                  <a:lnTo>
                    <a:pt x="6597" y="26433"/>
                  </a:lnTo>
                  <a:lnTo>
                    <a:pt x="6549" y="26193"/>
                  </a:lnTo>
                  <a:lnTo>
                    <a:pt x="6525" y="25928"/>
                  </a:lnTo>
                  <a:lnTo>
                    <a:pt x="6525" y="25687"/>
                  </a:lnTo>
                  <a:lnTo>
                    <a:pt x="6549" y="25422"/>
                  </a:lnTo>
                  <a:lnTo>
                    <a:pt x="6573" y="25206"/>
                  </a:lnTo>
                  <a:lnTo>
                    <a:pt x="6573" y="24989"/>
                  </a:lnTo>
                  <a:lnTo>
                    <a:pt x="6549" y="24796"/>
                  </a:lnTo>
                  <a:lnTo>
                    <a:pt x="6525" y="24580"/>
                  </a:lnTo>
                  <a:lnTo>
                    <a:pt x="6477" y="24339"/>
                  </a:lnTo>
                  <a:lnTo>
                    <a:pt x="6453" y="24074"/>
                  </a:lnTo>
                  <a:lnTo>
                    <a:pt x="6453" y="23833"/>
                  </a:lnTo>
                  <a:lnTo>
                    <a:pt x="6453" y="23593"/>
                  </a:lnTo>
                  <a:lnTo>
                    <a:pt x="6477" y="23376"/>
                  </a:lnTo>
                  <a:lnTo>
                    <a:pt x="6525" y="23135"/>
                  </a:lnTo>
                  <a:lnTo>
                    <a:pt x="6621" y="22678"/>
                  </a:lnTo>
                  <a:lnTo>
                    <a:pt x="6790" y="22269"/>
                  </a:lnTo>
                  <a:lnTo>
                    <a:pt x="7006" y="21835"/>
                  </a:lnTo>
                  <a:lnTo>
                    <a:pt x="7271" y="21450"/>
                  </a:lnTo>
                  <a:lnTo>
                    <a:pt x="7560" y="21065"/>
                  </a:lnTo>
                  <a:lnTo>
                    <a:pt x="7849" y="20680"/>
                  </a:lnTo>
                  <a:lnTo>
                    <a:pt x="8114" y="20295"/>
                  </a:lnTo>
                  <a:lnTo>
                    <a:pt x="8354" y="19885"/>
                  </a:lnTo>
                  <a:lnTo>
                    <a:pt x="8595" y="19476"/>
                  </a:lnTo>
                  <a:lnTo>
                    <a:pt x="8788" y="19067"/>
                  </a:lnTo>
                  <a:lnTo>
                    <a:pt x="8980" y="18634"/>
                  </a:lnTo>
                  <a:lnTo>
                    <a:pt x="9125" y="18176"/>
                  </a:lnTo>
                  <a:lnTo>
                    <a:pt x="9269" y="17719"/>
                  </a:lnTo>
                  <a:lnTo>
                    <a:pt x="9341" y="17454"/>
                  </a:lnTo>
                  <a:lnTo>
                    <a:pt x="9390" y="17165"/>
                  </a:lnTo>
                  <a:lnTo>
                    <a:pt x="9414" y="16900"/>
                  </a:lnTo>
                  <a:lnTo>
                    <a:pt x="9414" y="16635"/>
                  </a:lnTo>
                  <a:lnTo>
                    <a:pt x="9366" y="16371"/>
                  </a:lnTo>
                  <a:lnTo>
                    <a:pt x="9293" y="16106"/>
                  </a:lnTo>
                  <a:lnTo>
                    <a:pt x="9197" y="15841"/>
                  </a:lnTo>
                  <a:lnTo>
                    <a:pt x="9077" y="15600"/>
                  </a:lnTo>
                  <a:lnTo>
                    <a:pt x="8619" y="14830"/>
                  </a:lnTo>
                  <a:lnTo>
                    <a:pt x="8210" y="14036"/>
                  </a:lnTo>
                  <a:lnTo>
                    <a:pt x="7825" y="13241"/>
                  </a:lnTo>
                  <a:lnTo>
                    <a:pt x="7464" y="12447"/>
                  </a:lnTo>
                  <a:lnTo>
                    <a:pt x="7271" y="11989"/>
                  </a:lnTo>
                  <a:lnTo>
                    <a:pt x="7127" y="11508"/>
                  </a:lnTo>
                  <a:lnTo>
                    <a:pt x="7054" y="11051"/>
                  </a:lnTo>
                  <a:lnTo>
                    <a:pt x="7030" y="10593"/>
                  </a:lnTo>
                  <a:lnTo>
                    <a:pt x="7030" y="10112"/>
                  </a:lnTo>
                  <a:lnTo>
                    <a:pt x="7127" y="9654"/>
                  </a:lnTo>
                  <a:lnTo>
                    <a:pt x="7247" y="9197"/>
                  </a:lnTo>
                  <a:lnTo>
                    <a:pt x="7440" y="8739"/>
                  </a:lnTo>
                  <a:lnTo>
                    <a:pt x="7704" y="8186"/>
                  </a:lnTo>
                  <a:lnTo>
                    <a:pt x="7969" y="7632"/>
                  </a:lnTo>
                  <a:lnTo>
                    <a:pt x="8114" y="7367"/>
                  </a:lnTo>
                  <a:lnTo>
                    <a:pt x="8282" y="7103"/>
                  </a:lnTo>
                  <a:lnTo>
                    <a:pt x="8451" y="6838"/>
                  </a:lnTo>
                  <a:lnTo>
                    <a:pt x="8667" y="6597"/>
                  </a:lnTo>
                  <a:lnTo>
                    <a:pt x="8691" y="6525"/>
                  </a:lnTo>
                  <a:lnTo>
                    <a:pt x="8740" y="6453"/>
                  </a:lnTo>
                  <a:lnTo>
                    <a:pt x="8788" y="6308"/>
                  </a:lnTo>
                  <a:lnTo>
                    <a:pt x="8932" y="5875"/>
                  </a:lnTo>
                  <a:lnTo>
                    <a:pt x="9028" y="5441"/>
                  </a:lnTo>
                  <a:lnTo>
                    <a:pt x="9077" y="5008"/>
                  </a:lnTo>
                  <a:lnTo>
                    <a:pt x="9077" y="4575"/>
                  </a:lnTo>
                  <a:lnTo>
                    <a:pt x="9053" y="4166"/>
                  </a:lnTo>
                  <a:lnTo>
                    <a:pt x="8980" y="3732"/>
                  </a:lnTo>
                  <a:lnTo>
                    <a:pt x="8884" y="3299"/>
                  </a:lnTo>
                  <a:lnTo>
                    <a:pt x="8764" y="2890"/>
                  </a:lnTo>
                  <a:lnTo>
                    <a:pt x="8595" y="2456"/>
                  </a:lnTo>
                  <a:lnTo>
                    <a:pt x="8403" y="2023"/>
                  </a:lnTo>
                  <a:lnTo>
                    <a:pt x="8138" y="1638"/>
                  </a:lnTo>
                  <a:lnTo>
                    <a:pt x="7993" y="1445"/>
                  </a:lnTo>
                  <a:lnTo>
                    <a:pt x="7849" y="1253"/>
                  </a:lnTo>
                  <a:lnTo>
                    <a:pt x="7680" y="1084"/>
                  </a:lnTo>
                  <a:lnTo>
                    <a:pt x="7512" y="940"/>
                  </a:lnTo>
                  <a:lnTo>
                    <a:pt x="7295" y="771"/>
                  </a:lnTo>
                  <a:lnTo>
                    <a:pt x="7103" y="627"/>
                  </a:lnTo>
                  <a:lnTo>
                    <a:pt x="6862" y="482"/>
                  </a:lnTo>
                  <a:lnTo>
                    <a:pt x="6621" y="362"/>
                  </a:lnTo>
                  <a:lnTo>
                    <a:pt x="6356" y="242"/>
                  </a:lnTo>
                  <a:lnTo>
                    <a:pt x="6092" y="145"/>
                  </a:lnTo>
                  <a:lnTo>
                    <a:pt x="5803" y="73"/>
                  </a:lnTo>
                  <a:lnTo>
                    <a:pt x="5514" y="25"/>
                  </a:lnTo>
                  <a:lnTo>
                    <a:pt x="517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
            <p:cNvSpPr/>
            <p:nvPr/>
          </p:nvSpPr>
          <p:spPr>
            <a:xfrm>
              <a:off x="1204650" y="2410925"/>
              <a:ext cx="150500" cy="145050"/>
            </a:xfrm>
            <a:custGeom>
              <a:avLst/>
              <a:gdLst/>
              <a:ahLst/>
              <a:cxnLst/>
              <a:rect l="l" t="t" r="r" b="b"/>
              <a:pathLst>
                <a:path w="6020" h="5802" extrusionOk="0">
                  <a:moveTo>
                    <a:pt x="3130" y="289"/>
                  </a:moveTo>
                  <a:lnTo>
                    <a:pt x="3251" y="313"/>
                  </a:lnTo>
                  <a:lnTo>
                    <a:pt x="3925" y="409"/>
                  </a:lnTo>
                  <a:lnTo>
                    <a:pt x="4093" y="458"/>
                  </a:lnTo>
                  <a:lnTo>
                    <a:pt x="4238" y="506"/>
                  </a:lnTo>
                  <a:lnTo>
                    <a:pt x="4575" y="698"/>
                  </a:lnTo>
                  <a:lnTo>
                    <a:pt x="4888" y="915"/>
                  </a:lnTo>
                  <a:lnTo>
                    <a:pt x="5152" y="1156"/>
                  </a:lnTo>
                  <a:lnTo>
                    <a:pt x="5273" y="1300"/>
                  </a:lnTo>
                  <a:lnTo>
                    <a:pt x="5393" y="1469"/>
                  </a:lnTo>
                  <a:lnTo>
                    <a:pt x="5465" y="1613"/>
                  </a:lnTo>
                  <a:lnTo>
                    <a:pt x="5538" y="1758"/>
                  </a:lnTo>
                  <a:lnTo>
                    <a:pt x="5634" y="2046"/>
                  </a:lnTo>
                  <a:lnTo>
                    <a:pt x="5706" y="2456"/>
                  </a:lnTo>
                  <a:lnTo>
                    <a:pt x="5754" y="2889"/>
                  </a:lnTo>
                  <a:lnTo>
                    <a:pt x="5730" y="3130"/>
                  </a:lnTo>
                  <a:lnTo>
                    <a:pt x="5706" y="3370"/>
                  </a:lnTo>
                  <a:lnTo>
                    <a:pt x="5634" y="3611"/>
                  </a:lnTo>
                  <a:lnTo>
                    <a:pt x="5538" y="3852"/>
                  </a:lnTo>
                  <a:lnTo>
                    <a:pt x="5441" y="3996"/>
                  </a:lnTo>
                  <a:lnTo>
                    <a:pt x="5321" y="4141"/>
                  </a:lnTo>
                  <a:lnTo>
                    <a:pt x="5008" y="4454"/>
                  </a:lnTo>
                  <a:lnTo>
                    <a:pt x="4695" y="4815"/>
                  </a:lnTo>
                  <a:lnTo>
                    <a:pt x="4575" y="4959"/>
                  </a:lnTo>
                  <a:lnTo>
                    <a:pt x="4430" y="5056"/>
                  </a:lnTo>
                  <a:lnTo>
                    <a:pt x="4262" y="5152"/>
                  </a:lnTo>
                  <a:lnTo>
                    <a:pt x="4093" y="5200"/>
                  </a:lnTo>
                  <a:lnTo>
                    <a:pt x="3756" y="5320"/>
                  </a:lnTo>
                  <a:lnTo>
                    <a:pt x="3443" y="5417"/>
                  </a:lnTo>
                  <a:lnTo>
                    <a:pt x="3275" y="5465"/>
                  </a:lnTo>
                  <a:lnTo>
                    <a:pt x="3082" y="5489"/>
                  </a:lnTo>
                  <a:lnTo>
                    <a:pt x="2745" y="5489"/>
                  </a:lnTo>
                  <a:lnTo>
                    <a:pt x="2095" y="5417"/>
                  </a:lnTo>
                  <a:lnTo>
                    <a:pt x="1782" y="5344"/>
                  </a:lnTo>
                  <a:lnTo>
                    <a:pt x="1469" y="5272"/>
                  </a:lnTo>
                  <a:lnTo>
                    <a:pt x="1253" y="5200"/>
                  </a:lnTo>
                  <a:lnTo>
                    <a:pt x="1060" y="5080"/>
                  </a:lnTo>
                  <a:lnTo>
                    <a:pt x="891" y="4935"/>
                  </a:lnTo>
                  <a:lnTo>
                    <a:pt x="747" y="4743"/>
                  </a:lnTo>
                  <a:lnTo>
                    <a:pt x="578" y="4502"/>
                  </a:lnTo>
                  <a:lnTo>
                    <a:pt x="410" y="4261"/>
                  </a:lnTo>
                  <a:lnTo>
                    <a:pt x="314" y="4093"/>
                  </a:lnTo>
                  <a:lnTo>
                    <a:pt x="266" y="3900"/>
                  </a:lnTo>
                  <a:lnTo>
                    <a:pt x="217" y="3708"/>
                  </a:lnTo>
                  <a:lnTo>
                    <a:pt x="217" y="3515"/>
                  </a:lnTo>
                  <a:lnTo>
                    <a:pt x="217" y="3322"/>
                  </a:lnTo>
                  <a:lnTo>
                    <a:pt x="241" y="3106"/>
                  </a:lnTo>
                  <a:lnTo>
                    <a:pt x="338" y="2600"/>
                  </a:lnTo>
                  <a:lnTo>
                    <a:pt x="434" y="2071"/>
                  </a:lnTo>
                  <a:lnTo>
                    <a:pt x="506" y="1806"/>
                  </a:lnTo>
                  <a:lnTo>
                    <a:pt x="603" y="1565"/>
                  </a:lnTo>
                  <a:lnTo>
                    <a:pt x="723" y="1348"/>
                  </a:lnTo>
                  <a:lnTo>
                    <a:pt x="891" y="1132"/>
                  </a:lnTo>
                  <a:lnTo>
                    <a:pt x="988" y="1035"/>
                  </a:lnTo>
                  <a:lnTo>
                    <a:pt x="1060" y="1011"/>
                  </a:lnTo>
                  <a:lnTo>
                    <a:pt x="1132" y="987"/>
                  </a:lnTo>
                  <a:lnTo>
                    <a:pt x="1349" y="939"/>
                  </a:lnTo>
                  <a:lnTo>
                    <a:pt x="1590" y="891"/>
                  </a:lnTo>
                  <a:lnTo>
                    <a:pt x="1710" y="867"/>
                  </a:lnTo>
                  <a:lnTo>
                    <a:pt x="1830" y="819"/>
                  </a:lnTo>
                  <a:lnTo>
                    <a:pt x="1927" y="771"/>
                  </a:lnTo>
                  <a:lnTo>
                    <a:pt x="2047" y="698"/>
                  </a:lnTo>
                  <a:lnTo>
                    <a:pt x="2215" y="578"/>
                  </a:lnTo>
                  <a:lnTo>
                    <a:pt x="2384" y="482"/>
                  </a:lnTo>
                  <a:lnTo>
                    <a:pt x="2745" y="337"/>
                  </a:lnTo>
                  <a:lnTo>
                    <a:pt x="2865" y="313"/>
                  </a:lnTo>
                  <a:lnTo>
                    <a:pt x="2986" y="289"/>
                  </a:lnTo>
                  <a:close/>
                  <a:moveTo>
                    <a:pt x="3082" y="0"/>
                  </a:moveTo>
                  <a:lnTo>
                    <a:pt x="2817" y="24"/>
                  </a:lnTo>
                  <a:lnTo>
                    <a:pt x="2601" y="97"/>
                  </a:lnTo>
                  <a:lnTo>
                    <a:pt x="2360" y="217"/>
                  </a:lnTo>
                  <a:lnTo>
                    <a:pt x="2240" y="265"/>
                  </a:lnTo>
                  <a:lnTo>
                    <a:pt x="2119" y="313"/>
                  </a:lnTo>
                  <a:lnTo>
                    <a:pt x="1999" y="385"/>
                  </a:lnTo>
                  <a:lnTo>
                    <a:pt x="1903" y="434"/>
                  </a:lnTo>
                  <a:lnTo>
                    <a:pt x="1806" y="530"/>
                  </a:lnTo>
                  <a:lnTo>
                    <a:pt x="1686" y="578"/>
                  </a:lnTo>
                  <a:lnTo>
                    <a:pt x="1445" y="626"/>
                  </a:lnTo>
                  <a:lnTo>
                    <a:pt x="1301" y="650"/>
                  </a:lnTo>
                  <a:lnTo>
                    <a:pt x="1180" y="674"/>
                  </a:lnTo>
                  <a:lnTo>
                    <a:pt x="1108" y="698"/>
                  </a:lnTo>
                  <a:lnTo>
                    <a:pt x="1012" y="771"/>
                  </a:lnTo>
                  <a:lnTo>
                    <a:pt x="964" y="867"/>
                  </a:lnTo>
                  <a:lnTo>
                    <a:pt x="915" y="939"/>
                  </a:lnTo>
                  <a:lnTo>
                    <a:pt x="843" y="987"/>
                  </a:lnTo>
                  <a:lnTo>
                    <a:pt x="651" y="1180"/>
                  </a:lnTo>
                  <a:lnTo>
                    <a:pt x="506" y="1396"/>
                  </a:lnTo>
                  <a:lnTo>
                    <a:pt x="386" y="1637"/>
                  </a:lnTo>
                  <a:lnTo>
                    <a:pt x="290" y="1926"/>
                  </a:lnTo>
                  <a:lnTo>
                    <a:pt x="97" y="2769"/>
                  </a:lnTo>
                  <a:lnTo>
                    <a:pt x="25" y="3154"/>
                  </a:lnTo>
                  <a:lnTo>
                    <a:pt x="1" y="3322"/>
                  </a:lnTo>
                  <a:lnTo>
                    <a:pt x="1" y="3515"/>
                  </a:lnTo>
                  <a:lnTo>
                    <a:pt x="1" y="3804"/>
                  </a:lnTo>
                  <a:lnTo>
                    <a:pt x="73" y="4045"/>
                  </a:lnTo>
                  <a:lnTo>
                    <a:pt x="169" y="4285"/>
                  </a:lnTo>
                  <a:lnTo>
                    <a:pt x="290" y="4526"/>
                  </a:lnTo>
                  <a:lnTo>
                    <a:pt x="434" y="4719"/>
                  </a:lnTo>
                  <a:lnTo>
                    <a:pt x="578" y="4935"/>
                  </a:lnTo>
                  <a:lnTo>
                    <a:pt x="747" y="5152"/>
                  </a:lnTo>
                  <a:lnTo>
                    <a:pt x="867" y="5272"/>
                  </a:lnTo>
                  <a:lnTo>
                    <a:pt x="1012" y="5369"/>
                  </a:lnTo>
                  <a:lnTo>
                    <a:pt x="1156" y="5465"/>
                  </a:lnTo>
                  <a:lnTo>
                    <a:pt x="1325" y="5537"/>
                  </a:lnTo>
                  <a:lnTo>
                    <a:pt x="1686" y="5633"/>
                  </a:lnTo>
                  <a:lnTo>
                    <a:pt x="2071" y="5730"/>
                  </a:lnTo>
                  <a:lnTo>
                    <a:pt x="2456" y="5778"/>
                  </a:lnTo>
                  <a:lnTo>
                    <a:pt x="2841" y="5802"/>
                  </a:lnTo>
                  <a:lnTo>
                    <a:pt x="3034" y="5802"/>
                  </a:lnTo>
                  <a:lnTo>
                    <a:pt x="3227" y="5778"/>
                  </a:lnTo>
                  <a:lnTo>
                    <a:pt x="3395" y="5754"/>
                  </a:lnTo>
                  <a:lnTo>
                    <a:pt x="3588" y="5706"/>
                  </a:lnTo>
                  <a:lnTo>
                    <a:pt x="4286" y="5465"/>
                  </a:lnTo>
                  <a:lnTo>
                    <a:pt x="4406" y="5417"/>
                  </a:lnTo>
                  <a:lnTo>
                    <a:pt x="4551" y="5344"/>
                  </a:lnTo>
                  <a:lnTo>
                    <a:pt x="4671" y="5272"/>
                  </a:lnTo>
                  <a:lnTo>
                    <a:pt x="4767" y="5152"/>
                  </a:lnTo>
                  <a:lnTo>
                    <a:pt x="5080" y="4791"/>
                  </a:lnTo>
                  <a:lnTo>
                    <a:pt x="5225" y="4622"/>
                  </a:lnTo>
                  <a:lnTo>
                    <a:pt x="5393" y="4454"/>
                  </a:lnTo>
                  <a:lnTo>
                    <a:pt x="5538" y="4309"/>
                  </a:lnTo>
                  <a:lnTo>
                    <a:pt x="5658" y="4165"/>
                  </a:lnTo>
                  <a:lnTo>
                    <a:pt x="5754" y="4020"/>
                  </a:lnTo>
                  <a:lnTo>
                    <a:pt x="5826" y="3828"/>
                  </a:lnTo>
                  <a:lnTo>
                    <a:pt x="5923" y="3587"/>
                  </a:lnTo>
                  <a:lnTo>
                    <a:pt x="5995" y="3322"/>
                  </a:lnTo>
                  <a:lnTo>
                    <a:pt x="6019" y="3058"/>
                  </a:lnTo>
                  <a:lnTo>
                    <a:pt x="6019" y="2793"/>
                  </a:lnTo>
                  <a:lnTo>
                    <a:pt x="5971" y="2408"/>
                  </a:lnTo>
                  <a:lnTo>
                    <a:pt x="5899" y="2022"/>
                  </a:lnTo>
                  <a:lnTo>
                    <a:pt x="5851" y="1806"/>
                  </a:lnTo>
                  <a:lnTo>
                    <a:pt x="5754" y="1565"/>
                  </a:lnTo>
                  <a:lnTo>
                    <a:pt x="5586" y="1252"/>
                  </a:lnTo>
                  <a:lnTo>
                    <a:pt x="5393" y="987"/>
                  </a:lnTo>
                  <a:lnTo>
                    <a:pt x="5152" y="747"/>
                  </a:lnTo>
                  <a:lnTo>
                    <a:pt x="4864" y="530"/>
                  </a:lnTo>
                  <a:lnTo>
                    <a:pt x="4671" y="409"/>
                  </a:lnTo>
                  <a:lnTo>
                    <a:pt x="4478" y="289"/>
                  </a:lnTo>
                  <a:lnTo>
                    <a:pt x="4286" y="193"/>
                  </a:lnTo>
                  <a:lnTo>
                    <a:pt x="4069" y="145"/>
                  </a:lnTo>
                  <a:lnTo>
                    <a:pt x="3323" y="24"/>
                  </a:lnTo>
                  <a:lnTo>
                    <a:pt x="3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
            <p:cNvSpPr/>
            <p:nvPr/>
          </p:nvSpPr>
          <p:spPr>
            <a:xfrm>
              <a:off x="1252200" y="2451850"/>
              <a:ext cx="58400" cy="61400"/>
            </a:xfrm>
            <a:custGeom>
              <a:avLst/>
              <a:gdLst/>
              <a:ahLst/>
              <a:cxnLst/>
              <a:rect l="l" t="t" r="r" b="b"/>
              <a:pathLst>
                <a:path w="2336" h="2456" extrusionOk="0">
                  <a:moveTo>
                    <a:pt x="1252" y="289"/>
                  </a:moveTo>
                  <a:lnTo>
                    <a:pt x="1421" y="313"/>
                  </a:lnTo>
                  <a:lnTo>
                    <a:pt x="1565" y="361"/>
                  </a:lnTo>
                  <a:lnTo>
                    <a:pt x="1758" y="482"/>
                  </a:lnTo>
                  <a:lnTo>
                    <a:pt x="1926" y="578"/>
                  </a:lnTo>
                  <a:lnTo>
                    <a:pt x="1975" y="626"/>
                  </a:lnTo>
                  <a:lnTo>
                    <a:pt x="2023" y="698"/>
                  </a:lnTo>
                  <a:lnTo>
                    <a:pt x="2047" y="771"/>
                  </a:lnTo>
                  <a:lnTo>
                    <a:pt x="2071" y="843"/>
                  </a:lnTo>
                  <a:lnTo>
                    <a:pt x="2095" y="1228"/>
                  </a:lnTo>
                  <a:lnTo>
                    <a:pt x="2071" y="1421"/>
                  </a:lnTo>
                  <a:lnTo>
                    <a:pt x="2047" y="1613"/>
                  </a:lnTo>
                  <a:lnTo>
                    <a:pt x="1975" y="1758"/>
                  </a:lnTo>
                  <a:lnTo>
                    <a:pt x="1878" y="1878"/>
                  </a:lnTo>
                  <a:lnTo>
                    <a:pt x="1565" y="2143"/>
                  </a:lnTo>
                  <a:lnTo>
                    <a:pt x="1469" y="2215"/>
                  </a:lnTo>
                  <a:lnTo>
                    <a:pt x="1108" y="2215"/>
                  </a:lnTo>
                  <a:lnTo>
                    <a:pt x="843" y="2191"/>
                  </a:lnTo>
                  <a:lnTo>
                    <a:pt x="723" y="2167"/>
                  </a:lnTo>
                  <a:lnTo>
                    <a:pt x="626" y="2119"/>
                  </a:lnTo>
                  <a:lnTo>
                    <a:pt x="410" y="1998"/>
                  </a:lnTo>
                  <a:lnTo>
                    <a:pt x="338" y="1926"/>
                  </a:lnTo>
                  <a:lnTo>
                    <a:pt x="289" y="1854"/>
                  </a:lnTo>
                  <a:lnTo>
                    <a:pt x="241" y="1758"/>
                  </a:lnTo>
                  <a:lnTo>
                    <a:pt x="241" y="1637"/>
                  </a:lnTo>
                  <a:lnTo>
                    <a:pt x="241" y="1541"/>
                  </a:lnTo>
                  <a:lnTo>
                    <a:pt x="241" y="1396"/>
                  </a:lnTo>
                  <a:lnTo>
                    <a:pt x="217" y="1300"/>
                  </a:lnTo>
                  <a:lnTo>
                    <a:pt x="241" y="1180"/>
                  </a:lnTo>
                  <a:lnTo>
                    <a:pt x="289" y="915"/>
                  </a:lnTo>
                  <a:lnTo>
                    <a:pt x="338" y="795"/>
                  </a:lnTo>
                  <a:lnTo>
                    <a:pt x="386" y="698"/>
                  </a:lnTo>
                  <a:lnTo>
                    <a:pt x="458" y="602"/>
                  </a:lnTo>
                  <a:lnTo>
                    <a:pt x="554" y="530"/>
                  </a:lnTo>
                  <a:lnTo>
                    <a:pt x="723" y="434"/>
                  </a:lnTo>
                  <a:lnTo>
                    <a:pt x="891" y="361"/>
                  </a:lnTo>
                  <a:lnTo>
                    <a:pt x="1084" y="313"/>
                  </a:lnTo>
                  <a:lnTo>
                    <a:pt x="1252" y="289"/>
                  </a:lnTo>
                  <a:close/>
                  <a:moveTo>
                    <a:pt x="1300" y="0"/>
                  </a:moveTo>
                  <a:lnTo>
                    <a:pt x="1084" y="24"/>
                  </a:lnTo>
                  <a:lnTo>
                    <a:pt x="867" y="72"/>
                  </a:lnTo>
                  <a:lnTo>
                    <a:pt x="650" y="169"/>
                  </a:lnTo>
                  <a:lnTo>
                    <a:pt x="458" y="265"/>
                  </a:lnTo>
                  <a:lnTo>
                    <a:pt x="338" y="361"/>
                  </a:lnTo>
                  <a:lnTo>
                    <a:pt x="241" y="458"/>
                  </a:lnTo>
                  <a:lnTo>
                    <a:pt x="169" y="554"/>
                  </a:lnTo>
                  <a:lnTo>
                    <a:pt x="121" y="674"/>
                  </a:lnTo>
                  <a:lnTo>
                    <a:pt x="25" y="939"/>
                  </a:lnTo>
                  <a:lnTo>
                    <a:pt x="1" y="1204"/>
                  </a:lnTo>
                  <a:lnTo>
                    <a:pt x="1" y="1421"/>
                  </a:lnTo>
                  <a:lnTo>
                    <a:pt x="25" y="1637"/>
                  </a:lnTo>
                  <a:lnTo>
                    <a:pt x="25" y="1806"/>
                  </a:lnTo>
                  <a:lnTo>
                    <a:pt x="73" y="1926"/>
                  </a:lnTo>
                  <a:lnTo>
                    <a:pt x="169" y="2046"/>
                  </a:lnTo>
                  <a:lnTo>
                    <a:pt x="265" y="2167"/>
                  </a:lnTo>
                  <a:lnTo>
                    <a:pt x="434" y="2287"/>
                  </a:lnTo>
                  <a:lnTo>
                    <a:pt x="530" y="2335"/>
                  </a:lnTo>
                  <a:lnTo>
                    <a:pt x="626" y="2383"/>
                  </a:lnTo>
                  <a:lnTo>
                    <a:pt x="819" y="2432"/>
                  </a:lnTo>
                  <a:lnTo>
                    <a:pt x="1012" y="2456"/>
                  </a:lnTo>
                  <a:lnTo>
                    <a:pt x="1421" y="2456"/>
                  </a:lnTo>
                  <a:lnTo>
                    <a:pt x="1565" y="2432"/>
                  </a:lnTo>
                  <a:lnTo>
                    <a:pt x="1662" y="2359"/>
                  </a:lnTo>
                  <a:lnTo>
                    <a:pt x="2023" y="2071"/>
                  </a:lnTo>
                  <a:lnTo>
                    <a:pt x="2095" y="1998"/>
                  </a:lnTo>
                  <a:lnTo>
                    <a:pt x="2167" y="1902"/>
                  </a:lnTo>
                  <a:lnTo>
                    <a:pt x="2215" y="1806"/>
                  </a:lnTo>
                  <a:lnTo>
                    <a:pt x="2263" y="1685"/>
                  </a:lnTo>
                  <a:lnTo>
                    <a:pt x="2312" y="1445"/>
                  </a:lnTo>
                  <a:lnTo>
                    <a:pt x="2336" y="1180"/>
                  </a:lnTo>
                  <a:lnTo>
                    <a:pt x="2287" y="795"/>
                  </a:lnTo>
                  <a:lnTo>
                    <a:pt x="2263" y="650"/>
                  </a:lnTo>
                  <a:lnTo>
                    <a:pt x="2191" y="530"/>
                  </a:lnTo>
                  <a:lnTo>
                    <a:pt x="2119" y="409"/>
                  </a:lnTo>
                  <a:lnTo>
                    <a:pt x="1999" y="337"/>
                  </a:lnTo>
                  <a:lnTo>
                    <a:pt x="1806" y="193"/>
                  </a:lnTo>
                  <a:lnTo>
                    <a:pt x="1589" y="72"/>
                  </a:lnTo>
                  <a:lnTo>
                    <a:pt x="1445" y="24"/>
                  </a:lnTo>
                  <a:lnTo>
                    <a:pt x="1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
            <p:cNvSpPr/>
            <p:nvPr/>
          </p:nvSpPr>
          <p:spPr>
            <a:xfrm>
              <a:off x="1270850" y="2474700"/>
              <a:ext cx="19900" cy="22300"/>
            </a:xfrm>
            <a:custGeom>
              <a:avLst/>
              <a:gdLst/>
              <a:ahLst/>
              <a:cxnLst/>
              <a:rect l="l" t="t" r="r" b="b"/>
              <a:pathLst>
                <a:path w="796" h="892" extrusionOk="0">
                  <a:moveTo>
                    <a:pt x="506" y="242"/>
                  </a:moveTo>
                  <a:lnTo>
                    <a:pt x="554" y="266"/>
                  </a:lnTo>
                  <a:lnTo>
                    <a:pt x="579" y="290"/>
                  </a:lnTo>
                  <a:lnTo>
                    <a:pt x="603" y="338"/>
                  </a:lnTo>
                  <a:lnTo>
                    <a:pt x="603" y="434"/>
                  </a:lnTo>
                  <a:lnTo>
                    <a:pt x="579" y="507"/>
                  </a:lnTo>
                  <a:lnTo>
                    <a:pt x="530" y="579"/>
                  </a:lnTo>
                  <a:lnTo>
                    <a:pt x="482" y="627"/>
                  </a:lnTo>
                  <a:lnTo>
                    <a:pt x="410" y="675"/>
                  </a:lnTo>
                  <a:lnTo>
                    <a:pt x="362" y="699"/>
                  </a:lnTo>
                  <a:lnTo>
                    <a:pt x="338" y="675"/>
                  </a:lnTo>
                  <a:lnTo>
                    <a:pt x="290" y="651"/>
                  </a:lnTo>
                  <a:lnTo>
                    <a:pt x="266" y="627"/>
                  </a:lnTo>
                  <a:lnTo>
                    <a:pt x="266" y="531"/>
                  </a:lnTo>
                  <a:lnTo>
                    <a:pt x="290" y="410"/>
                  </a:lnTo>
                  <a:lnTo>
                    <a:pt x="338" y="314"/>
                  </a:lnTo>
                  <a:lnTo>
                    <a:pt x="386" y="266"/>
                  </a:lnTo>
                  <a:lnTo>
                    <a:pt x="482" y="242"/>
                  </a:lnTo>
                  <a:close/>
                  <a:moveTo>
                    <a:pt x="434" y="1"/>
                  </a:moveTo>
                  <a:lnTo>
                    <a:pt x="314" y="25"/>
                  </a:lnTo>
                  <a:lnTo>
                    <a:pt x="217" y="73"/>
                  </a:lnTo>
                  <a:lnTo>
                    <a:pt x="25" y="242"/>
                  </a:lnTo>
                  <a:lnTo>
                    <a:pt x="1" y="266"/>
                  </a:lnTo>
                  <a:lnTo>
                    <a:pt x="1" y="314"/>
                  </a:lnTo>
                  <a:lnTo>
                    <a:pt x="1" y="458"/>
                  </a:lnTo>
                  <a:lnTo>
                    <a:pt x="1" y="627"/>
                  </a:lnTo>
                  <a:lnTo>
                    <a:pt x="49" y="723"/>
                  </a:lnTo>
                  <a:lnTo>
                    <a:pt x="121" y="795"/>
                  </a:lnTo>
                  <a:lnTo>
                    <a:pt x="193" y="868"/>
                  </a:lnTo>
                  <a:lnTo>
                    <a:pt x="290" y="892"/>
                  </a:lnTo>
                  <a:lnTo>
                    <a:pt x="410" y="868"/>
                  </a:lnTo>
                  <a:lnTo>
                    <a:pt x="530" y="844"/>
                  </a:lnTo>
                  <a:lnTo>
                    <a:pt x="627" y="771"/>
                  </a:lnTo>
                  <a:lnTo>
                    <a:pt x="699" y="699"/>
                  </a:lnTo>
                  <a:lnTo>
                    <a:pt x="747" y="603"/>
                  </a:lnTo>
                  <a:lnTo>
                    <a:pt x="795" y="507"/>
                  </a:lnTo>
                  <a:lnTo>
                    <a:pt x="795" y="386"/>
                  </a:lnTo>
                  <a:lnTo>
                    <a:pt x="795" y="290"/>
                  </a:lnTo>
                  <a:lnTo>
                    <a:pt x="771" y="170"/>
                  </a:lnTo>
                  <a:lnTo>
                    <a:pt x="699" y="73"/>
                  </a:lnTo>
                  <a:lnTo>
                    <a:pt x="627" y="25"/>
                  </a:lnTo>
                  <a:lnTo>
                    <a:pt x="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
            <p:cNvSpPr/>
            <p:nvPr/>
          </p:nvSpPr>
          <p:spPr>
            <a:xfrm>
              <a:off x="1249200" y="2726875"/>
              <a:ext cx="108350" cy="104750"/>
            </a:xfrm>
            <a:custGeom>
              <a:avLst/>
              <a:gdLst/>
              <a:ahLst/>
              <a:cxnLst/>
              <a:rect l="l" t="t" r="r" b="b"/>
              <a:pathLst>
                <a:path w="4334" h="4190" extrusionOk="0">
                  <a:moveTo>
                    <a:pt x="2335" y="217"/>
                  </a:moveTo>
                  <a:lnTo>
                    <a:pt x="2817" y="314"/>
                  </a:lnTo>
                  <a:lnTo>
                    <a:pt x="2937" y="338"/>
                  </a:lnTo>
                  <a:lnTo>
                    <a:pt x="3057" y="386"/>
                  </a:lnTo>
                  <a:lnTo>
                    <a:pt x="3298" y="506"/>
                  </a:lnTo>
                  <a:lnTo>
                    <a:pt x="3515" y="651"/>
                  </a:lnTo>
                  <a:lnTo>
                    <a:pt x="3707" y="843"/>
                  </a:lnTo>
                  <a:lnTo>
                    <a:pt x="3876" y="1060"/>
                  </a:lnTo>
                  <a:lnTo>
                    <a:pt x="3996" y="1277"/>
                  </a:lnTo>
                  <a:lnTo>
                    <a:pt x="4044" y="1493"/>
                  </a:lnTo>
                  <a:lnTo>
                    <a:pt x="4117" y="1782"/>
                  </a:lnTo>
                  <a:lnTo>
                    <a:pt x="4141" y="2071"/>
                  </a:lnTo>
                  <a:lnTo>
                    <a:pt x="4141" y="2264"/>
                  </a:lnTo>
                  <a:lnTo>
                    <a:pt x="4093" y="2432"/>
                  </a:lnTo>
                  <a:lnTo>
                    <a:pt x="4044" y="2601"/>
                  </a:lnTo>
                  <a:lnTo>
                    <a:pt x="3996" y="2769"/>
                  </a:lnTo>
                  <a:lnTo>
                    <a:pt x="3924" y="2889"/>
                  </a:lnTo>
                  <a:lnTo>
                    <a:pt x="3828" y="2986"/>
                  </a:lnTo>
                  <a:lnTo>
                    <a:pt x="3587" y="3202"/>
                  </a:lnTo>
                  <a:lnTo>
                    <a:pt x="3394" y="3467"/>
                  </a:lnTo>
                  <a:lnTo>
                    <a:pt x="3298" y="3563"/>
                  </a:lnTo>
                  <a:lnTo>
                    <a:pt x="3178" y="3660"/>
                  </a:lnTo>
                  <a:lnTo>
                    <a:pt x="3082" y="3708"/>
                  </a:lnTo>
                  <a:lnTo>
                    <a:pt x="2937" y="3756"/>
                  </a:lnTo>
                  <a:lnTo>
                    <a:pt x="2480" y="3900"/>
                  </a:lnTo>
                  <a:lnTo>
                    <a:pt x="2359" y="3925"/>
                  </a:lnTo>
                  <a:lnTo>
                    <a:pt x="2215" y="3949"/>
                  </a:lnTo>
                  <a:lnTo>
                    <a:pt x="1974" y="3949"/>
                  </a:lnTo>
                  <a:lnTo>
                    <a:pt x="1517" y="3900"/>
                  </a:lnTo>
                  <a:lnTo>
                    <a:pt x="1276" y="3852"/>
                  </a:lnTo>
                  <a:lnTo>
                    <a:pt x="1059" y="3804"/>
                  </a:lnTo>
                  <a:lnTo>
                    <a:pt x="891" y="3732"/>
                  </a:lnTo>
                  <a:lnTo>
                    <a:pt x="770" y="3660"/>
                  </a:lnTo>
                  <a:lnTo>
                    <a:pt x="650" y="3539"/>
                  </a:lnTo>
                  <a:lnTo>
                    <a:pt x="530" y="3419"/>
                  </a:lnTo>
                  <a:lnTo>
                    <a:pt x="313" y="3058"/>
                  </a:lnTo>
                  <a:lnTo>
                    <a:pt x="241" y="2938"/>
                  </a:lnTo>
                  <a:lnTo>
                    <a:pt x="193" y="2817"/>
                  </a:lnTo>
                  <a:lnTo>
                    <a:pt x="169" y="2673"/>
                  </a:lnTo>
                  <a:lnTo>
                    <a:pt x="169" y="2528"/>
                  </a:lnTo>
                  <a:lnTo>
                    <a:pt x="193" y="2239"/>
                  </a:lnTo>
                  <a:lnTo>
                    <a:pt x="241" y="1854"/>
                  </a:lnTo>
                  <a:lnTo>
                    <a:pt x="313" y="1493"/>
                  </a:lnTo>
                  <a:lnTo>
                    <a:pt x="361" y="1301"/>
                  </a:lnTo>
                  <a:lnTo>
                    <a:pt x="433" y="1132"/>
                  </a:lnTo>
                  <a:lnTo>
                    <a:pt x="530" y="964"/>
                  </a:lnTo>
                  <a:lnTo>
                    <a:pt x="650" y="819"/>
                  </a:lnTo>
                  <a:lnTo>
                    <a:pt x="722" y="747"/>
                  </a:lnTo>
                  <a:lnTo>
                    <a:pt x="819" y="723"/>
                  </a:lnTo>
                  <a:lnTo>
                    <a:pt x="987" y="675"/>
                  </a:lnTo>
                  <a:lnTo>
                    <a:pt x="1132" y="651"/>
                  </a:lnTo>
                  <a:lnTo>
                    <a:pt x="1324" y="602"/>
                  </a:lnTo>
                  <a:lnTo>
                    <a:pt x="1469" y="506"/>
                  </a:lnTo>
                  <a:lnTo>
                    <a:pt x="1589" y="410"/>
                  </a:lnTo>
                  <a:lnTo>
                    <a:pt x="1709" y="362"/>
                  </a:lnTo>
                  <a:lnTo>
                    <a:pt x="1974" y="241"/>
                  </a:lnTo>
                  <a:lnTo>
                    <a:pt x="2070" y="217"/>
                  </a:lnTo>
                  <a:close/>
                  <a:moveTo>
                    <a:pt x="2215" y="1"/>
                  </a:moveTo>
                  <a:lnTo>
                    <a:pt x="2046" y="25"/>
                  </a:lnTo>
                  <a:lnTo>
                    <a:pt x="1878" y="73"/>
                  </a:lnTo>
                  <a:lnTo>
                    <a:pt x="1709" y="145"/>
                  </a:lnTo>
                  <a:lnTo>
                    <a:pt x="1517" y="241"/>
                  </a:lnTo>
                  <a:lnTo>
                    <a:pt x="1445" y="265"/>
                  </a:lnTo>
                  <a:lnTo>
                    <a:pt x="1372" y="314"/>
                  </a:lnTo>
                  <a:lnTo>
                    <a:pt x="1300" y="386"/>
                  </a:lnTo>
                  <a:lnTo>
                    <a:pt x="1204" y="410"/>
                  </a:lnTo>
                  <a:lnTo>
                    <a:pt x="1035" y="458"/>
                  </a:lnTo>
                  <a:lnTo>
                    <a:pt x="939" y="458"/>
                  </a:lnTo>
                  <a:lnTo>
                    <a:pt x="867" y="482"/>
                  </a:lnTo>
                  <a:lnTo>
                    <a:pt x="795" y="506"/>
                  </a:lnTo>
                  <a:lnTo>
                    <a:pt x="746" y="554"/>
                  </a:lnTo>
                  <a:lnTo>
                    <a:pt x="698" y="627"/>
                  </a:lnTo>
                  <a:lnTo>
                    <a:pt x="650" y="675"/>
                  </a:lnTo>
                  <a:lnTo>
                    <a:pt x="602" y="723"/>
                  </a:lnTo>
                  <a:lnTo>
                    <a:pt x="482" y="867"/>
                  </a:lnTo>
                  <a:lnTo>
                    <a:pt x="361" y="1012"/>
                  </a:lnTo>
                  <a:lnTo>
                    <a:pt x="265" y="1180"/>
                  </a:lnTo>
                  <a:lnTo>
                    <a:pt x="217" y="1373"/>
                  </a:lnTo>
                  <a:lnTo>
                    <a:pt x="72" y="1999"/>
                  </a:lnTo>
                  <a:lnTo>
                    <a:pt x="24" y="2264"/>
                  </a:lnTo>
                  <a:lnTo>
                    <a:pt x="0" y="2528"/>
                  </a:lnTo>
                  <a:lnTo>
                    <a:pt x="0" y="2745"/>
                  </a:lnTo>
                  <a:lnTo>
                    <a:pt x="48" y="2913"/>
                  </a:lnTo>
                  <a:lnTo>
                    <a:pt x="121" y="3106"/>
                  </a:lnTo>
                  <a:lnTo>
                    <a:pt x="217" y="3251"/>
                  </a:lnTo>
                  <a:lnTo>
                    <a:pt x="313" y="3395"/>
                  </a:lnTo>
                  <a:lnTo>
                    <a:pt x="409" y="3563"/>
                  </a:lnTo>
                  <a:lnTo>
                    <a:pt x="554" y="3708"/>
                  </a:lnTo>
                  <a:lnTo>
                    <a:pt x="626" y="3804"/>
                  </a:lnTo>
                  <a:lnTo>
                    <a:pt x="722" y="3876"/>
                  </a:lnTo>
                  <a:lnTo>
                    <a:pt x="963" y="3973"/>
                  </a:lnTo>
                  <a:lnTo>
                    <a:pt x="1228" y="4069"/>
                  </a:lnTo>
                  <a:lnTo>
                    <a:pt x="1493" y="4117"/>
                  </a:lnTo>
                  <a:lnTo>
                    <a:pt x="1782" y="4165"/>
                  </a:lnTo>
                  <a:lnTo>
                    <a:pt x="2046" y="4189"/>
                  </a:lnTo>
                  <a:lnTo>
                    <a:pt x="2311" y="4165"/>
                  </a:lnTo>
                  <a:lnTo>
                    <a:pt x="2456" y="4141"/>
                  </a:lnTo>
                  <a:lnTo>
                    <a:pt x="2576" y="4117"/>
                  </a:lnTo>
                  <a:lnTo>
                    <a:pt x="3082" y="3925"/>
                  </a:lnTo>
                  <a:lnTo>
                    <a:pt x="3274" y="3852"/>
                  </a:lnTo>
                  <a:lnTo>
                    <a:pt x="3370" y="3780"/>
                  </a:lnTo>
                  <a:lnTo>
                    <a:pt x="3443" y="3708"/>
                  </a:lnTo>
                  <a:lnTo>
                    <a:pt x="3659" y="3467"/>
                  </a:lnTo>
                  <a:lnTo>
                    <a:pt x="3780" y="3323"/>
                  </a:lnTo>
                  <a:lnTo>
                    <a:pt x="3900" y="3202"/>
                  </a:lnTo>
                  <a:lnTo>
                    <a:pt x="3996" y="3106"/>
                  </a:lnTo>
                  <a:lnTo>
                    <a:pt x="4069" y="3010"/>
                  </a:lnTo>
                  <a:lnTo>
                    <a:pt x="4141" y="2889"/>
                  </a:lnTo>
                  <a:lnTo>
                    <a:pt x="4213" y="2769"/>
                  </a:lnTo>
                  <a:lnTo>
                    <a:pt x="4261" y="2576"/>
                  </a:lnTo>
                  <a:lnTo>
                    <a:pt x="4309" y="2408"/>
                  </a:lnTo>
                  <a:lnTo>
                    <a:pt x="4333" y="2215"/>
                  </a:lnTo>
                  <a:lnTo>
                    <a:pt x="4333" y="2023"/>
                  </a:lnTo>
                  <a:lnTo>
                    <a:pt x="4309" y="1734"/>
                  </a:lnTo>
                  <a:lnTo>
                    <a:pt x="4261" y="1469"/>
                  </a:lnTo>
                  <a:lnTo>
                    <a:pt x="4213" y="1301"/>
                  </a:lnTo>
                  <a:lnTo>
                    <a:pt x="4141" y="1132"/>
                  </a:lnTo>
                  <a:lnTo>
                    <a:pt x="4020" y="915"/>
                  </a:lnTo>
                  <a:lnTo>
                    <a:pt x="3876" y="723"/>
                  </a:lnTo>
                  <a:lnTo>
                    <a:pt x="3707" y="530"/>
                  </a:lnTo>
                  <a:lnTo>
                    <a:pt x="3515" y="386"/>
                  </a:lnTo>
                  <a:lnTo>
                    <a:pt x="3226" y="217"/>
                  </a:lnTo>
                  <a:lnTo>
                    <a:pt x="3082" y="145"/>
                  </a:lnTo>
                  <a:lnTo>
                    <a:pt x="2913" y="97"/>
                  </a:lnTo>
                  <a:lnTo>
                    <a:pt x="2383" y="25"/>
                  </a:lnTo>
                  <a:lnTo>
                    <a:pt x="2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
            <p:cNvSpPr/>
            <p:nvPr/>
          </p:nvSpPr>
          <p:spPr>
            <a:xfrm>
              <a:off x="1283500" y="2756375"/>
              <a:ext cx="42150" cy="44550"/>
            </a:xfrm>
            <a:custGeom>
              <a:avLst/>
              <a:gdLst/>
              <a:ahLst/>
              <a:cxnLst/>
              <a:rect l="l" t="t" r="r" b="b"/>
              <a:pathLst>
                <a:path w="1686" h="1782" extrusionOk="0">
                  <a:moveTo>
                    <a:pt x="1011" y="217"/>
                  </a:moveTo>
                  <a:lnTo>
                    <a:pt x="1132" y="265"/>
                  </a:lnTo>
                  <a:lnTo>
                    <a:pt x="1372" y="434"/>
                  </a:lnTo>
                  <a:lnTo>
                    <a:pt x="1445" y="506"/>
                  </a:lnTo>
                  <a:lnTo>
                    <a:pt x="1493" y="602"/>
                  </a:lnTo>
                  <a:lnTo>
                    <a:pt x="1493" y="891"/>
                  </a:lnTo>
                  <a:lnTo>
                    <a:pt x="1493" y="1035"/>
                  </a:lnTo>
                  <a:lnTo>
                    <a:pt x="1469" y="1156"/>
                  </a:lnTo>
                  <a:lnTo>
                    <a:pt x="1421" y="1276"/>
                  </a:lnTo>
                  <a:lnTo>
                    <a:pt x="1348" y="1348"/>
                  </a:lnTo>
                  <a:lnTo>
                    <a:pt x="1132" y="1541"/>
                  </a:lnTo>
                  <a:lnTo>
                    <a:pt x="1060" y="1589"/>
                  </a:lnTo>
                  <a:lnTo>
                    <a:pt x="987" y="1613"/>
                  </a:lnTo>
                  <a:lnTo>
                    <a:pt x="795" y="1589"/>
                  </a:lnTo>
                  <a:lnTo>
                    <a:pt x="602" y="1589"/>
                  </a:lnTo>
                  <a:lnTo>
                    <a:pt x="434" y="1517"/>
                  </a:lnTo>
                  <a:lnTo>
                    <a:pt x="313" y="1445"/>
                  </a:lnTo>
                  <a:lnTo>
                    <a:pt x="241" y="1396"/>
                  </a:lnTo>
                  <a:lnTo>
                    <a:pt x="193" y="1324"/>
                  </a:lnTo>
                  <a:lnTo>
                    <a:pt x="169" y="1252"/>
                  </a:lnTo>
                  <a:lnTo>
                    <a:pt x="169" y="1180"/>
                  </a:lnTo>
                  <a:lnTo>
                    <a:pt x="169" y="1108"/>
                  </a:lnTo>
                  <a:lnTo>
                    <a:pt x="169" y="1011"/>
                  </a:lnTo>
                  <a:lnTo>
                    <a:pt x="169" y="843"/>
                  </a:lnTo>
                  <a:lnTo>
                    <a:pt x="193" y="674"/>
                  </a:lnTo>
                  <a:lnTo>
                    <a:pt x="241" y="578"/>
                  </a:lnTo>
                  <a:lnTo>
                    <a:pt x="289" y="506"/>
                  </a:lnTo>
                  <a:lnTo>
                    <a:pt x="410" y="385"/>
                  </a:lnTo>
                  <a:lnTo>
                    <a:pt x="506" y="313"/>
                  </a:lnTo>
                  <a:lnTo>
                    <a:pt x="650" y="265"/>
                  </a:lnTo>
                  <a:lnTo>
                    <a:pt x="771" y="241"/>
                  </a:lnTo>
                  <a:lnTo>
                    <a:pt x="915" y="217"/>
                  </a:lnTo>
                  <a:close/>
                  <a:moveTo>
                    <a:pt x="939" y="0"/>
                  </a:moveTo>
                  <a:lnTo>
                    <a:pt x="771" y="24"/>
                  </a:lnTo>
                  <a:lnTo>
                    <a:pt x="626" y="48"/>
                  </a:lnTo>
                  <a:lnTo>
                    <a:pt x="482" y="121"/>
                  </a:lnTo>
                  <a:lnTo>
                    <a:pt x="337" y="193"/>
                  </a:lnTo>
                  <a:lnTo>
                    <a:pt x="241" y="265"/>
                  </a:lnTo>
                  <a:lnTo>
                    <a:pt x="169" y="337"/>
                  </a:lnTo>
                  <a:lnTo>
                    <a:pt x="73" y="482"/>
                  </a:lnTo>
                  <a:lnTo>
                    <a:pt x="24" y="674"/>
                  </a:lnTo>
                  <a:lnTo>
                    <a:pt x="0" y="867"/>
                  </a:lnTo>
                  <a:lnTo>
                    <a:pt x="0" y="1035"/>
                  </a:lnTo>
                  <a:lnTo>
                    <a:pt x="0" y="1180"/>
                  </a:lnTo>
                  <a:lnTo>
                    <a:pt x="24" y="1300"/>
                  </a:lnTo>
                  <a:lnTo>
                    <a:pt x="48" y="1396"/>
                  </a:lnTo>
                  <a:lnTo>
                    <a:pt x="121" y="1469"/>
                  </a:lnTo>
                  <a:lnTo>
                    <a:pt x="193" y="1565"/>
                  </a:lnTo>
                  <a:lnTo>
                    <a:pt x="313" y="1637"/>
                  </a:lnTo>
                  <a:lnTo>
                    <a:pt x="434" y="1709"/>
                  </a:lnTo>
                  <a:lnTo>
                    <a:pt x="578" y="1733"/>
                  </a:lnTo>
                  <a:lnTo>
                    <a:pt x="723" y="1758"/>
                  </a:lnTo>
                  <a:lnTo>
                    <a:pt x="1035" y="1782"/>
                  </a:lnTo>
                  <a:lnTo>
                    <a:pt x="1132" y="1758"/>
                  </a:lnTo>
                  <a:lnTo>
                    <a:pt x="1204" y="1685"/>
                  </a:lnTo>
                  <a:lnTo>
                    <a:pt x="1445" y="1493"/>
                  </a:lnTo>
                  <a:lnTo>
                    <a:pt x="1565" y="1372"/>
                  </a:lnTo>
                  <a:lnTo>
                    <a:pt x="1613" y="1228"/>
                  </a:lnTo>
                  <a:lnTo>
                    <a:pt x="1661" y="1035"/>
                  </a:lnTo>
                  <a:lnTo>
                    <a:pt x="1685" y="843"/>
                  </a:lnTo>
                  <a:lnTo>
                    <a:pt x="1637" y="578"/>
                  </a:lnTo>
                  <a:lnTo>
                    <a:pt x="1613" y="458"/>
                  </a:lnTo>
                  <a:lnTo>
                    <a:pt x="1589" y="385"/>
                  </a:lnTo>
                  <a:lnTo>
                    <a:pt x="1517" y="313"/>
                  </a:lnTo>
                  <a:lnTo>
                    <a:pt x="1445" y="241"/>
                  </a:lnTo>
                  <a:lnTo>
                    <a:pt x="1300" y="145"/>
                  </a:lnTo>
                  <a:lnTo>
                    <a:pt x="1132" y="48"/>
                  </a:lnTo>
                  <a:lnTo>
                    <a:pt x="1035" y="24"/>
                  </a:lnTo>
                  <a:lnTo>
                    <a:pt x="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
            <p:cNvSpPr/>
            <p:nvPr/>
          </p:nvSpPr>
          <p:spPr>
            <a:xfrm>
              <a:off x="1296725" y="2772625"/>
              <a:ext cx="14475" cy="16275"/>
            </a:xfrm>
            <a:custGeom>
              <a:avLst/>
              <a:gdLst/>
              <a:ahLst/>
              <a:cxnLst/>
              <a:rect l="l" t="t" r="r" b="b"/>
              <a:pathLst>
                <a:path w="579" h="651" extrusionOk="0">
                  <a:moveTo>
                    <a:pt x="410" y="193"/>
                  </a:moveTo>
                  <a:lnTo>
                    <a:pt x="434" y="265"/>
                  </a:lnTo>
                  <a:lnTo>
                    <a:pt x="434" y="313"/>
                  </a:lnTo>
                  <a:lnTo>
                    <a:pt x="410" y="385"/>
                  </a:lnTo>
                  <a:lnTo>
                    <a:pt x="362" y="458"/>
                  </a:lnTo>
                  <a:lnTo>
                    <a:pt x="290" y="506"/>
                  </a:lnTo>
                  <a:lnTo>
                    <a:pt x="242" y="506"/>
                  </a:lnTo>
                  <a:lnTo>
                    <a:pt x="218" y="482"/>
                  </a:lnTo>
                  <a:lnTo>
                    <a:pt x="194" y="458"/>
                  </a:lnTo>
                  <a:lnTo>
                    <a:pt x="194" y="385"/>
                  </a:lnTo>
                  <a:lnTo>
                    <a:pt x="218" y="313"/>
                  </a:lnTo>
                  <a:lnTo>
                    <a:pt x="242" y="241"/>
                  </a:lnTo>
                  <a:lnTo>
                    <a:pt x="290" y="193"/>
                  </a:lnTo>
                  <a:close/>
                  <a:moveTo>
                    <a:pt x="314" y="0"/>
                  </a:moveTo>
                  <a:lnTo>
                    <a:pt x="242" y="24"/>
                  </a:lnTo>
                  <a:lnTo>
                    <a:pt x="169" y="48"/>
                  </a:lnTo>
                  <a:lnTo>
                    <a:pt x="25" y="193"/>
                  </a:lnTo>
                  <a:lnTo>
                    <a:pt x="1" y="241"/>
                  </a:lnTo>
                  <a:lnTo>
                    <a:pt x="1" y="337"/>
                  </a:lnTo>
                  <a:lnTo>
                    <a:pt x="25" y="458"/>
                  </a:lnTo>
                  <a:lnTo>
                    <a:pt x="49" y="530"/>
                  </a:lnTo>
                  <a:lnTo>
                    <a:pt x="97" y="578"/>
                  </a:lnTo>
                  <a:lnTo>
                    <a:pt x="145" y="626"/>
                  </a:lnTo>
                  <a:lnTo>
                    <a:pt x="218" y="650"/>
                  </a:lnTo>
                  <a:lnTo>
                    <a:pt x="314" y="650"/>
                  </a:lnTo>
                  <a:lnTo>
                    <a:pt x="386" y="602"/>
                  </a:lnTo>
                  <a:lnTo>
                    <a:pt x="458" y="578"/>
                  </a:lnTo>
                  <a:lnTo>
                    <a:pt x="506" y="506"/>
                  </a:lnTo>
                  <a:lnTo>
                    <a:pt x="555" y="458"/>
                  </a:lnTo>
                  <a:lnTo>
                    <a:pt x="579" y="385"/>
                  </a:lnTo>
                  <a:lnTo>
                    <a:pt x="579" y="289"/>
                  </a:lnTo>
                  <a:lnTo>
                    <a:pt x="579" y="217"/>
                  </a:lnTo>
                  <a:lnTo>
                    <a:pt x="555" y="121"/>
                  </a:lnTo>
                  <a:lnTo>
                    <a:pt x="506" y="72"/>
                  </a:lnTo>
                  <a:lnTo>
                    <a:pt x="458" y="24"/>
                  </a:lnTo>
                  <a:lnTo>
                    <a:pt x="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
            <p:cNvSpPr/>
            <p:nvPr/>
          </p:nvSpPr>
          <p:spPr>
            <a:xfrm>
              <a:off x="1207675" y="2091350"/>
              <a:ext cx="145050" cy="155300"/>
            </a:xfrm>
            <a:custGeom>
              <a:avLst/>
              <a:gdLst/>
              <a:ahLst/>
              <a:cxnLst/>
              <a:rect l="l" t="t" r="r" b="b"/>
              <a:pathLst>
                <a:path w="5802" h="6212" extrusionOk="0">
                  <a:moveTo>
                    <a:pt x="3178" y="265"/>
                  </a:moveTo>
                  <a:lnTo>
                    <a:pt x="3394" y="289"/>
                  </a:lnTo>
                  <a:lnTo>
                    <a:pt x="3635" y="362"/>
                  </a:lnTo>
                  <a:lnTo>
                    <a:pt x="3900" y="482"/>
                  </a:lnTo>
                  <a:lnTo>
                    <a:pt x="4189" y="554"/>
                  </a:lnTo>
                  <a:lnTo>
                    <a:pt x="4357" y="650"/>
                  </a:lnTo>
                  <a:lnTo>
                    <a:pt x="4502" y="747"/>
                  </a:lnTo>
                  <a:lnTo>
                    <a:pt x="4646" y="891"/>
                  </a:lnTo>
                  <a:lnTo>
                    <a:pt x="4767" y="1036"/>
                  </a:lnTo>
                  <a:lnTo>
                    <a:pt x="4887" y="1204"/>
                  </a:lnTo>
                  <a:lnTo>
                    <a:pt x="4983" y="1397"/>
                  </a:lnTo>
                  <a:lnTo>
                    <a:pt x="5248" y="1854"/>
                  </a:lnTo>
                  <a:lnTo>
                    <a:pt x="5465" y="2336"/>
                  </a:lnTo>
                  <a:lnTo>
                    <a:pt x="5561" y="2576"/>
                  </a:lnTo>
                  <a:lnTo>
                    <a:pt x="5609" y="2841"/>
                  </a:lnTo>
                  <a:lnTo>
                    <a:pt x="5657" y="3082"/>
                  </a:lnTo>
                  <a:lnTo>
                    <a:pt x="5657" y="3347"/>
                  </a:lnTo>
                  <a:lnTo>
                    <a:pt x="5609" y="3491"/>
                  </a:lnTo>
                  <a:lnTo>
                    <a:pt x="5585" y="3563"/>
                  </a:lnTo>
                  <a:lnTo>
                    <a:pt x="5537" y="3611"/>
                  </a:lnTo>
                  <a:lnTo>
                    <a:pt x="5392" y="3804"/>
                  </a:lnTo>
                  <a:lnTo>
                    <a:pt x="5224" y="3972"/>
                  </a:lnTo>
                  <a:lnTo>
                    <a:pt x="5152" y="4045"/>
                  </a:lnTo>
                  <a:lnTo>
                    <a:pt x="5080" y="4165"/>
                  </a:lnTo>
                  <a:lnTo>
                    <a:pt x="5007" y="4261"/>
                  </a:lnTo>
                  <a:lnTo>
                    <a:pt x="4983" y="4406"/>
                  </a:lnTo>
                  <a:lnTo>
                    <a:pt x="4911" y="4598"/>
                  </a:lnTo>
                  <a:lnTo>
                    <a:pt x="4839" y="4767"/>
                  </a:lnTo>
                  <a:lnTo>
                    <a:pt x="4622" y="5080"/>
                  </a:lnTo>
                  <a:lnTo>
                    <a:pt x="4550" y="5200"/>
                  </a:lnTo>
                  <a:lnTo>
                    <a:pt x="4454" y="5272"/>
                  </a:lnTo>
                  <a:lnTo>
                    <a:pt x="4357" y="5345"/>
                  </a:lnTo>
                  <a:lnTo>
                    <a:pt x="4237" y="5417"/>
                  </a:lnTo>
                  <a:lnTo>
                    <a:pt x="3635" y="5730"/>
                  </a:lnTo>
                  <a:lnTo>
                    <a:pt x="3467" y="5802"/>
                  </a:lnTo>
                  <a:lnTo>
                    <a:pt x="3322" y="5850"/>
                  </a:lnTo>
                  <a:lnTo>
                    <a:pt x="2937" y="5898"/>
                  </a:lnTo>
                  <a:lnTo>
                    <a:pt x="2576" y="5898"/>
                  </a:lnTo>
                  <a:lnTo>
                    <a:pt x="2191" y="5850"/>
                  </a:lnTo>
                  <a:lnTo>
                    <a:pt x="1998" y="5826"/>
                  </a:lnTo>
                  <a:lnTo>
                    <a:pt x="1830" y="5754"/>
                  </a:lnTo>
                  <a:lnTo>
                    <a:pt x="1661" y="5706"/>
                  </a:lnTo>
                  <a:lnTo>
                    <a:pt x="1541" y="5609"/>
                  </a:lnTo>
                  <a:lnTo>
                    <a:pt x="1276" y="5417"/>
                  </a:lnTo>
                  <a:lnTo>
                    <a:pt x="987" y="5152"/>
                  </a:lnTo>
                  <a:lnTo>
                    <a:pt x="698" y="4839"/>
                  </a:lnTo>
                  <a:lnTo>
                    <a:pt x="554" y="4622"/>
                  </a:lnTo>
                  <a:lnTo>
                    <a:pt x="433" y="4406"/>
                  </a:lnTo>
                  <a:lnTo>
                    <a:pt x="361" y="4165"/>
                  </a:lnTo>
                  <a:lnTo>
                    <a:pt x="289" y="3924"/>
                  </a:lnTo>
                  <a:lnTo>
                    <a:pt x="265" y="3756"/>
                  </a:lnTo>
                  <a:lnTo>
                    <a:pt x="289" y="3563"/>
                  </a:lnTo>
                  <a:lnTo>
                    <a:pt x="361" y="3106"/>
                  </a:lnTo>
                  <a:lnTo>
                    <a:pt x="409" y="2648"/>
                  </a:lnTo>
                  <a:lnTo>
                    <a:pt x="409" y="2456"/>
                  </a:lnTo>
                  <a:lnTo>
                    <a:pt x="457" y="2287"/>
                  </a:lnTo>
                  <a:lnTo>
                    <a:pt x="554" y="2119"/>
                  </a:lnTo>
                  <a:lnTo>
                    <a:pt x="650" y="1974"/>
                  </a:lnTo>
                  <a:lnTo>
                    <a:pt x="867" y="1710"/>
                  </a:lnTo>
                  <a:lnTo>
                    <a:pt x="1059" y="1421"/>
                  </a:lnTo>
                  <a:lnTo>
                    <a:pt x="1180" y="1276"/>
                  </a:lnTo>
                  <a:lnTo>
                    <a:pt x="1300" y="1156"/>
                  </a:lnTo>
                  <a:lnTo>
                    <a:pt x="1565" y="939"/>
                  </a:lnTo>
                  <a:lnTo>
                    <a:pt x="2143" y="626"/>
                  </a:lnTo>
                  <a:lnTo>
                    <a:pt x="2431" y="482"/>
                  </a:lnTo>
                  <a:lnTo>
                    <a:pt x="2744" y="362"/>
                  </a:lnTo>
                  <a:lnTo>
                    <a:pt x="2961" y="289"/>
                  </a:lnTo>
                  <a:lnTo>
                    <a:pt x="3178" y="265"/>
                  </a:lnTo>
                  <a:close/>
                  <a:moveTo>
                    <a:pt x="3033" y="0"/>
                  </a:moveTo>
                  <a:lnTo>
                    <a:pt x="2865" y="24"/>
                  </a:lnTo>
                  <a:lnTo>
                    <a:pt x="2696" y="73"/>
                  </a:lnTo>
                  <a:lnTo>
                    <a:pt x="2335" y="217"/>
                  </a:lnTo>
                  <a:lnTo>
                    <a:pt x="1974" y="362"/>
                  </a:lnTo>
                  <a:lnTo>
                    <a:pt x="1637" y="554"/>
                  </a:lnTo>
                  <a:lnTo>
                    <a:pt x="1300" y="747"/>
                  </a:lnTo>
                  <a:lnTo>
                    <a:pt x="1156" y="867"/>
                  </a:lnTo>
                  <a:lnTo>
                    <a:pt x="1011" y="987"/>
                  </a:lnTo>
                  <a:lnTo>
                    <a:pt x="891" y="1132"/>
                  </a:lnTo>
                  <a:lnTo>
                    <a:pt x="770" y="1276"/>
                  </a:lnTo>
                  <a:lnTo>
                    <a:pt x="361" y="1878"/>
                  </a:lnTo>
                  <a:lnTo>
                    <a:pt x="265" y="1998"/>
                  </a:lnTo>
                  <a:lnTo>
                    <a:pt x="217" y="2119"/>
                  </a:lnTo>
                  <a:lnTo>
                    <a:pt x="169" y="2263"/>
                  </a:lnTo>
                  <a:lnTo>
                    <a:pt x="120" y="2408"/>
                  </a:lnTo>
                  <a:lnTo>
                    <a:pt x="96" y="2889"/>
                  </a:lnTo>
                  <a:lnTo>
                    <a:pt x="96" y="3130"/>
                  </a:lnTo>
                  <a:lnTo>
                    <a:pt x="48" y="3371"/>
                  </a:lnTo>
                  <a:lnTo>
                    <a:pt x="24" y="3563"/>
                  </a:lnTo>
                  <a:lnTo>
                    <a:pt x="0" y="3732"/>
                  </a:lnTo>
                  <a:lnTo>
                    <a:pt x="24" y="3924"/>
                  </a:lnTo>
                  <a:lnTo>
                    <a:pt x="72" y="4117"/>
                  </a:lnTo>
                  <a:lnTo>
                    <a:pt x="145" y="4358"/>
                  </a:lnTo>
                  <a:lnTo>
                    <a:pt x="241" y="4622"/>
                  </a:lnTo>
                  <a:lnTo>
                    <a:pt x="361" y="4839"/>
                  </a:lnTo>
                  <a:lnTo>
                    <a:pt x="530" y="5056"/>
                  </a:lnTo>
                  <a:lnTo>
                    <a:pt x="794" y="5345"/>
                  </a:lnTo>
                  <a:lnTo>
                    <a:pt x="1059" y="5609"/>
                  </a:lnTo>
                  <a:lnTo>
                    <a:pt x="1252" y="5754"/>
                  </a:lnTo>
                  <a:lnTo>
                    <a:pt x="1469" y="5898"/>
                  </a:lnTo>
                  <a:lnTo>
                    <a:pt x="1782" y="6043"/>
                  </a:lnTo>
                  <a:lnTo>
                    <a:pt x="2119" y="6139"/>
                  </a:lnTo>
                  <a:lnTo>
                    <a:pt x="2456" y="6187"/>
                  </a:lnTo>
                  <a:lnTo>
                    <a:pt x="2793" y="6211"/>
                  </a:lnTo>
                  <a:lnTo>
                    <a:pt x="3033" y="6187"/>
                  </a:lnTo>
                  <a:lnTo>
                    <a:pt x="3250" y="6163"/>
                  </a:lnTo>
                  <a:lnTo>
                    <a:pt x="3467" y="6115"/>
                  </a:lnTo>
                  <a:lnTo>
                    <a:pt x="3683" y="6043"/>
                  </a:lnTo>
                  <a:lnTo>
                    <a:pt x="4333" y="5682"/>
                  </a:lnTo>
                  <a:lnTo>
                    <a:pt x="4550" y="5561"/>
                  </a:lnTo>
                  <a:lnTo>
                    <a:pt x="4743" y="5393"/>
                  </a:lnTo>
                  <a:lnTo>
                    <a:pt x="4887" y="5200"/>
                  </a:lnTo>
                  <a:lnTo>
                    <a:pt x="5007" y="4984"/>
                  </a:lnTo>
                  <a:lnTo>
                    <a:pt x="5080" y="4863"/>
                  </a:lnTo>
                  <a:lnTo>
                    <a:pt x="5128" y="4743"/>
                  </a:lnTo>
                  <a:lnTo>
                    <a:pt x="5200" y="4622"/>
                  </a:lnTo>
                  <a:lnTo>
                    <a:pt x="5224" y="4526"/>
                  </a:lnTo>
                  <a:lnTo>
                    <a:pt x="5272" y="4382"/>
                  </a:lnTo>
                  <a:lnTo>
                    <a:pt x="5344" y="4285"/>
                  </a:lnTo>
                  <a:lnTo>
                    <a:pt x="5513" y="4093"/>
                  </a:lnTo>
                  <a:lnTo>
                    <a:pt x="5609" y="3997"/>
                  </a:lnTo>
                  <a:lnTo>
                    <a:pt x="5681" y="3924"/>
                  </a:lnTo>
                  <a:lnTo>
                    <a:pt x="5730" y="3828"/>
                  </a:lnTo>
                  <a:lnTo>
                    <a:pt x="5754" y="3732"/>
                  </a:lnTo>
                  <a:lnTo>
                    <a:pt x="5754" y="3611"/>
                  </a:lnTo>
                  <a:lnTo>
                    <a:pt x="5754" y="3539"/>
                  </a:lnTo>
                  <a:lnTo>
                    <a:pt x="5778" y="3443"/>
                  </a:lnTo>
                  <a:lnTo>
                    <a:pt x="5802" y="3178"/>
                  </a:lnTo>
                  <a:lnTo>
                    <a:pt x="5802" y="2913"/>
                  </a:lnTo>
                  <a:lnTo>
                    <a:pt x="5754" y="2648"/>
                  </a:lnTo>
                  <a:lnTo>
                    <a:pt x="5657" y="2384"/>
                  </a:lnTo>
                  <a:lnTo>
                    <a:pt x="5320" y="1565"/>
                  </a:lnTo>
                  <a:lnTo>
                    <a:pt x="5152" y="1228"/>
                  </a:lnTo>
                  <a:lnTo>
                    <a:pt x="5055" y="1060"/>
                  </a:lnTo>
                  <a:lnTo>
                    <a:pt x="4959" y="915"/>
                  </a:lnTo>
                  <a:lnTo>
                    <a:pt x="4791" y="699"/>
                  </a:lnTo>
                  <a:lnTo>
                    <a:pt x="4574" y="506"/>
                  </a:lnTo>
                  <a:lnTo>
                    <a:pt x="4357" y="386"/>
                  </a:lnTo>
                  <a:lnTo>
                    <a:pt x="4117" y="289"/>
                  </a:lnTo>
                  <a:lnTo>
                    <a:pt x="3900" y="193"/>
                  </a:lnTo>
                  <a:lnTo>
                    <a:pt x="3635" y="97"/>
                  </a:lnTo>
                  <a:lnTo>
                    <a:pt x="3370" y="24"/>
                  </a:lnTo>
                  <a:lnTo>
                    <a:pt x="3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
            <p:cNvSpPr/>
            <p:nvPr/>
          </p:nvSpPr>
          <p:spPr>
            <a:xfrm>
              <a:off x="1249200" y="2140700"/>
              <a:ext cx="60200" cy="62625"/>
            </a:xfrm>
            <a:custGeom>
              <a:avLst/>
              <a:gdLst/>
              <a:ahLst/>
              <a:cxnLst/>
              <a:rect l="l" t="t" r="r" b="b"/>
              <a:pathLst>
                <a:path w="2408" h="2505" extrusionOk="0">
                  <a:moveTo>
                    <a:pt x="1469" y="217"/>
                  </a:moveTo>
                  <a:lnTo>
                    <a:pt x="1565" y="265"/>
                  </a:lnTo>
                  <a:lnTo>
                    <a:pt x="1637" y="313"/>
                  </a:lnTo>
                  <a:lnTo>
                    <a:pt x="1709" y="410"/>
                  </a:lnTo>
                  <a:lnTo>
                    <a:pt x="1757" y="482"/>
                  </a:lnTo>
                  <a:lnTo>
                    <a:pt x="1854" y="602"/>
                  </a:lnTo>
                  <a:lnTo>
                    <a:pt x="1926" y="674"/>
                  </a:lnTo>
                  <a:lnTo>
                    <a:pt x="1998" y="771"/>
                  </a:lnTo>
                  <a:lnTo>
                    <a:pt x="2095" y="1011"/>
                  </a:lnTo>
                  <a:lnTo>
                    <a:pt x="2143" y="1132"/>
                  </a:lnTo>
                  <a:lnTo>
                    <a:pt x="2143" y="1252"/>
                  </a:lnTo>
                  <a:lnTo>
                    <a:pt x="2143" y="1373"/>
                  </a:lnTo>
                  <a:lnTo>
                    <a:pt x="2095" y="1469"/>
                  </a:lnTo>
                  <a:lnTo>
                    <a:pt x="2022" y="1661"/>
                  </a:lnTo>
                  <a:lnTo>
                    <a:pt x="1926" y="1806"/>
                  </a:lnTo>
                  <a:lnTo>
                    <a:pt x="1806" y="1950"/>
                  </a:lnTo>
                  <a:lnTo>
                    <a:pt x="1685" y="2095"/>
                  </a:lnTo>
                  <a:lnTo>
                    <a:pt x="1541" y="2167"/>
                  </a:lnTo>
                  <a:lnTo>
                    <a:pt x="1396" y="2215"/>
                  </a:lnTo>
                  <a:lnTo>
                    <a:pt x="1180" y="2239"/>
                  </a:lnTo>
                  <a:lnTo>
                    <a:pt x="891" y="2239"/>
                  </a:lnTo>
                  <a:lnTo>
                    <a:pt x="843" y="2215"/>
                  </a:lnTo>
                  <a:lnTo>
                    <a:pt x="770" y="2191"/>
                  </a:lnTo>
                  <a:lnTo>
                    <a:pt x="698" y="2119"/>
                  </a:lnTo>
                  <a:lnTo>
                    <a:pt x="458" y="1830"/>
                  </a:lnTo>
                  <a:lnTo>
                    <a:pt x="361" y="1661"/>
                  </a:lnTo>
                  <a:lnTo>
                    <a:pt x="265" y="1493"/>
                  </a:lnTo>
                  <a:lnTo>
                    <a:pt x="241" y="1349"/>
                  </a:lnTo>
                  <a:lnTo>
                    <a:pt x="241" y="1180"/>
                  </a:lnTo>
                  <a:lnTo>
                    <a:pt x="337" y="771"/>
                  </a:lnTo>
                  <a:lnTo>
                    <a:pt x="385" y="674"/>
                  </a:lnTo>
                  <a:lnTo>
                    <a:pt x="458" y="602"/>
                  </a:lnTo>
                  <a:lnTo>
                    <a:pt x="674" y="458"/>
                  </a:lnTo>
                  <a:lnTo>
                    <a:pt x="891" y="313"/>
                  </a:lnTo>
                  <a:lnTo>
                    <a:pt x="1011" y="265"/>
                  </a:lnTo>
                  <a:lnTo>
                    <a:pt x="1108" y="241"/>
                  </a:lnTo>
                  <a:lnTo>
                    <a:pt x="1348" y="217"/>
                  </a:lnTo>
                  <a:close/>
                  <a:moveTo>
                    <a:pt x="1083" y="0"/>
                  </a:moveTo>
                  <a:lnTo>
                    <a:pt x="963" y="24"/>
                  </a:lnTo>
                  <a:lnTo>
                    <a:pt x="770" y="121"/>
                  </a:lnTo>
                  <a:lnTo>
                    <a:pt x="602" y="217"/>
                  </a:lnTo>
                  <a:lnTo>
                    <a:pt x="433" y="313"/>
                  </a:lnTo>
                  <a:lnTo>
                    <a:pt x="265" y="434"/>
                  </a:lnTo>
                  <a:lnTo>
                    <a:pt x="169" y="554"/>
                  </a:lnTo>
                  <a:lnTo>
                    <a:pt x="121" y="674"/>
                  </a:lnTo>
                  <a:lnTo>
                    <a:pt x="24" y="1108"/>
                  </a:lnTo>
                  <a:lnTo>
                    <a:pt x="0" y="1228"/>
                  </a:lnTo>
                  <a:lnTo>
                    <a:pt x="0" y="1324"/>
                  </a:lnTo>
                  <a:lnTo>
                    <a:pt x="24" y="1445"/>
                  </a:lnTo>
                  <a:lnTo>
                    <a:pt x="48" y="1541"/>
                  </a:lnTo>
                  <a:lnTo>
                    <a:pt x="169" y="1782"/>
                  </a:lnTo>
                  <a:lnTo>
                    <a:pt x="289" y="1998"/>
                  </a:lnTo>
                  <a:lnTo>
                    <a:pt x="554" y="2287"/>
                  </a:lnTo>
                  <a:lnTo>
                    <a:pt x="674" y="2384"/>
                  </a:lnTo>
                  <a:lnTo>
                    <a:pt x="795" y="2456"/>
                  </a:lnTo>
                  <a:lnTo>
                    <a:pt x="915" y="2504"/>
                  </a:lnTo>
                  <a:lnTo>
                    <a:pt x="1059" y="2504"/>
                  </a:lnTo>
                  <a:lnTo>
                    <a:pt x="1300" y="2480"/>
                  </a:lnTo>
                  <a:lnTo>
                    <a:pt x="1541" y="2456"/>
                  </a:lnTo>
                  <a:lnTo>
                    <a:pt x="1685" y="2408"/>
                  </a:lnTo>
                  <a:lnTo>
                    <a:pt x="1806" y="2336"/>
                  </a:lnTo>
                  <a:lnTo>
                    <a:pt x="1974" y="2191"/>
                  </a:lnTo>
                  <a:lnTo>
                    <a:pt x="2119" y="2023"/>
                  </a:lnTo>
                  <a:lnTo>
                    <a:pt x="2239" y="1854"/>
                  </a:lnTo>
                  <a:lnTo>
                    <a:pt x="2335" y="1637"/>
                  </a:lnTo>
                  <a:lnTo>
                    <a:pt x="2383" y="1493"/>
                  </a:lnTo>
                  <a:lnTo>
                    <a:pt x="2407" y="1349"/>
                  </a:lnTo>
                  <a:lnTo>
                    <a:pt x="2407" y="1228"/>
                  </a:lnTo>
                  <a:lnTo>
                    <a:pt x="2383" y="1108"/>
                  </a:lnTo>
                  <a:lnTo>
                    <a:pt x="2287" y="843"/>
                  </a:lnTo>
                  <a:lnTo>
                    <a:pt x="2167" y="602"/>
                  </a:lnTo>
                  <a:lnTo>
                    <a:pt x="2046" y="434"/>
                  </a:lnTo>
                  <a:lnTo>
                    <a:pt x="1878" y="265"/>
                  </a:lnTo>
                  <a:lnTo>
                    <a:pt x="1782" y="145"/>
                  </a:lnTo>
                  <a:lnTo>
                    <a:pt x="1661" y="73"/>
                  </a:lnTo>
                  <a:lnTo>
                    <a:pt x="1541" y="24"/>
                  </a:lnTo>
                  <a:lnTo>
                    <a:pt x="13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
            <p:cNvSpPr/>
            <p:nvPr/>
          </p:nvSpPr>
          <p:spPr>
            <a:xfrm>
              <a:off x="1267850" y="2158150"/>
              <a:ext cx="20475" cy="23500"/>
            </a:xfrm>
            <a:custGeom>
              <a:avLst/>
              <a:gdLst/>
              <a:ahLst/>
              <a:cxnLst/>
              <a:rect l="l" t="t" r="r" b="b"/>
              <a:pathLst>
                <a:path w="819" h="940" extrusionOk="0">
                  <a:moveTo>
                    <a:pt x="410" y="241"/>
                  </a:moveTo>
                  <a:lnTo>
                    <a:pt x="458" y="313"/>
                  </a:lnTo>
                  <a:lnTo>
                    <a:pt x="506" y="410"/>
                  </a:lnTo>
                  <a:lnTo>
                    <a:pt x="530" y="530"/>
                  </a:lnTo>
                  <a:lnTo>
                    <a:pt x="506" y="602"/>
                  </a:lnTo>
                  <a:lnTo>
                    <a:pt x="458" y="675"/>
                  </a:lnTo>
                  <a:lnTo>
                    <a:pt x="434" y="699"/>
                  </a:lnTo>
                  <a:lnTo>
                    <a:pt x="386" y="699"/>
                  </a:lnTo>
                  <a:lnTo>
                    <a:pt x="337" y="675"/>
                  </a:lnTo>
                  <a:lnTo>
                    <a:pt x="313" y="651"/>
                  </a:lnTo>
                  <a:lnTo>
                    <a:pt x="241" y="602"/>
                  </a:lnTo>
                  <a:lnTo>
                    <a:pt x="217" y="506"/>
                  </a:lnTo>
                  <a:lnTo>
                    <a:pt x="217" y="434"/>
                  </a:lnTo>
                  <a:lnTo>
                    <a:pt x="217" y="362"/>
                  </a:lnTo>
                  <a:lnTo>
                    <a:pt x="241" y="289"/>
                  </a:lnTo>
                  <a:lnTo>
                    <a:pt x="289" y="241"/>
                  </a:lnTo>
                  <a:close/>
                  <a:moveTo>
                    <a:pt x="313" y="1"/>
                  </a:moveTo>
                  <a:lnTo>
                    <a:pt x="241" y="49"/>
                  </a:lnTo>
                  <a:lnTo>
                    <a:pt x="145" y="121"/>
                  </a:lnTo>
                  <a:lnTo>
                    <a:pt x="73" y="217"/>
                  </a:lnTo>
                  <a:lnTo>
                    <a:pt x="24" y="338"/>
                  </a:lnTo>
                  <a:lnTo>
                    <a:pt x="0" y="434"/>
                  </a:lnTo>
                  <a:lnTo>
                    <a:pt x="24" y="554"/>
                  </a:lnTo>
                  <a:lnTo>
                    <a:pt x="49" y="651"/>
                  </a:lnTo>
                  <a:lnTo>
                    <a:pt x="97" y="747"/>
                  </a:lnTo>
                  <a:lnTo>
                    <a:pt x="169" y="819"/>
                  </a:lnTo>
                  <a:lnTo>
                    <a:pt x="265" y="915"/>
                  </a:lnTo>
                  <a:lnTo>
                    <a:pt x="362" y="939"/>
                  </a:lnTo>
                  <a:lnTo>
                    <a:pt x="482" y="939"/>
                  </a:lnTo>
                  <a:lnTo>
                    <a:pt x="578" y="891"/>
                  </a:lnTo>
                  <a:lnTo>
                    <a:pt x="626" y="843"/>
                  </a:lnTo>
                  <a:lnTo>
                    <a:pt x="723" y="771"/>
                  </a:lnTo>
                  <a:lnTo>
                    <a:pt x="771" y="651"/>
                  </a:lnTo>
                  <a:lnTo>
                    <a:pt x="819" y="410"/>
                  </a:lnTo>
                  <a:lnTo>
                    <a:pt x="819" y="362"/>
                  </a:lnTo>
                  <a:lnTo>
                    <a:pt x="795" y="338"/>
                  </a:lnTo>
                  <a:lnTo>
                    <a:pt x="723" y="193"/>
                  </a:lnTo>
                  <a:lnTo>
                    <a:pt x="602" y="97"/>
                  </a:lnTo>
                  <a:lnTo>
                    <a:pt x="530" y="25"/>
                  </a:lnTo>
                  <a:lnTo>
                    <a:pt x="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 name="Google Shape;891;p3"/>
          <p:cNvGrpSpPr/>
          <p:nvPr/>
        </p:nvGrpSpPr>
        <p:grpSpPr>
          <a:xfrm rot="5400000">
            <a:off x="2084777" y="-2208793"/>
            <a:ext cx="3605682" cy="3438414"/>
            <a:chOff x="1781825" y="1787425"/>
            <a:chExt cx="804050" cy="766750"/>
          </a:xfrm>
        </p:grpSpPr>
        <p:sp>
          <p:nvSpPr>
            <p:cNvPr id="892" name="Google Shape;892;p3"/>
            <p:cNvSpPr/>
            <p:nvPr/>
          </p:nvSpPr>
          <p:spPr>
            <a:xfrm>
              <a:off x="1797450" y="2122050"/>
              <a:ext cx="356325" cy="331625"/>
            </a:xfrm>
            <a:custGeom>
              <a:avLst/>
              <a:gdLst/>
              <a:ahLst/>
              <a:cxnLst/>
              <a:rect l="l" t="t" r="r" b="b"/>
              <a:pathLst>
                <a:path w="14253" h="13265" extrusionOk="0">
                  <a:moveTo>
                    <a:pt x="9799" y="0"/>
                  </a:moveTo>
                  <a:lnTo>
                    <a:pt x="9197" y="72"/>
                  </a:lnTo>
                  <a:lnTo>
                    <a:pt x="8547" y="169"/>
                  </a:lnTo>
                  <a:lnTo>
                    <a:pt x="7993" y="313"/>
                  </a:lnTo>
                  <a:lnTo>
                    <a:pt x="7464" y="482"/>
                  </a:lnTo>
                  <a:lnTo>
                    <a:pt x="6934" y="674"/>
                  </a:lnTo>
                  <a:lnTo>
                    <a:pt x="6428" y="891"/>
                  </a:lnTo>
                  <a:lnTo>
                    <a:pt x="5923" y="1132"/>
                  </a:lnTo>
                  <a:lnTo>
                    <a:pt x="5441" y="1420"/>
                  </a:lnTo>
                  <a:lnTo>
                    <a:pt x="4960" y="1709"/>
                  </a:lnTo>
                  <a:lnTo>
                    <a:pt x="4503" y="2022"/>
                  </a:lnTo>
                  <a:lnTo>
                    <a:pt x="4045" y="2359"/>
                  </a:lnTo>
                  <a:lnTo>
                    <a:pt x="3636" y="2720"/>
                  </a:lnTo>
                  <a:lnTo>
                    <a:pt x="3203" y="3082"/>
                  </a:lnTo>
                  <a:lnTo>
                    <a:pt x="2817" y="3491"/>
                  </a:lnTo>
                  <a:lnTo>
                    <a:pt x="2432" y="3900"/>
                  </a:lnTo>
                  <a:lnTo>
                    <a:pt x="2071" y="4333"/>
                  </a:lnTo>
                  <a:lnTo>
                    <a:pt x="1734" y="4767"/>
                  </a:lnTo>
                  <a:lnTo>
                    <a:pt x="1397" y="5224"/>
                  </a:lnTo>
                  <a:lnTo>
                    <a:pt x="1181" y="5513"/>
                  </a:lnTo>
                  <a:lnTo>
                    <a:pt x="988" y="5826"/>
                  </a:lnTo>
                  <a:lnTo>
                    <a:pt x="819" y="6139"/>
                  </a:lnTo>
                  <a:lnTo>
                    <a:pt x="651" y="6452"/>
                  </a:lnTo>
                  <a:lnTo>
                    <a:pt x="506" y="6789"/>
                  </a:lnTo>
                  <a:lnTo>
                    <a:pt x="386" y="7126"/>
                  </a:lnTo>
                  <a:lnTo>
                    <a:pt x="266" y="7463"/>
                  </a:lnTo>
                  <a:lnTo>
                    <a:pt x="169" y="7800"/>
                  </a:lnTo>
                  <a:lnTo>
                    <a:pt x="97" y="8137"/>
                  </a:lnTo>
                  <a:lnTo>
                    <a:pt x="49" y="8498"/>
                  </a:lnTo>
                  <a:lnTo>
                    <a:pt x="25" y="8835"/>
                  </a:lnTo>
                  <a:lnTo>
                    <a:pt x="1" y="9172"/>
                  </a:lnTo>
                  <a:lnTo>
                    <a:pt x="1" y="9509"/>
                  </a:lnTo>
                  <a:lnTo>
                    <a:pt x="25" y="9822"/>
                  </a:lnTo>
                  <a:lnTo>
                    <a:pt x="73" y="10159"/>
                  </a:lnTo>
                  <a:lnTo>
                    <a:pt x="145" y="10472"/>
                  </a:lnTo>
                  <a:lnTo>
                    <a:pt x="218" y="10761"/>
                  </a:lnTo>
                  <a:lnTo>
                    <a:pt x="338" y="11050"/>
                  </a:lnTo>
                  <a:lnTo>
                    <a:pt x="458" y="11339"/>
                  </a:lnTo>
                  <a:lnTo>
                    <a:pt x="627" y="11603"/>
                  </a:lnTo>
                  <a:lnTo>
                    <a:pt x="795" y="11868"/>
                  </a:lnTo>
                  <a:lnTo>
                    <a:pt x="988" y="12085"/>
                  </a:lnTo>
                  <a:lnTo>
                    <a:pt x="1205" y="12302"/>
                  </a:lnTo>
                  <a:lnTo>
                    <a:pt x="1445" y="12518"/>
                  </a:lnTo>
                  <a:lnTo>
                    <a:pt x="1710" y="12687"/>
                  </a:lnTo>
                  <a:lnTo>
                    <a:pt x="1999" y="12855"/>
                  </a:lnTo>
                  <a:lnTo>
                    <a:pt x="2312" y="12976"/>
                  </a:lnTo>
                  <a:lnTo>
                    <a:pt x="2649" y="13096"/>
                  </a:lnTo>
                  <a:lnTo>
                    <a:pt x="3010" y="13168"/>
                  </a:lnTo>
                  <a:lnTo>
                    <a:pt x="3395" y="13240"/>
                  </a:lnTo>
                  <a:lnTo>
                    <a:pt x="3804" y="13264"/>
                  </a:lnTo>
                  <a:lnTo>
                    <a:pt x="4238" y="13264"/>
                  </a:lnTo>
                  <a:lnTo>
                    <a:pt x="4743" y="13240"/>
                  </a:lnTo>
                  <a:lnTo>
                    <a:pt x="5249" y="13168"/>
                  </a:lnTo>
                  <a:lnTo>
                    <a:pt x="5730" y="13072"/>
                  </a:lnTo>
                  <a:lnTo>
                    <a:pt x="6212" y="12951"/>
                  </a:lnTo>
                  <a:lnTo>
                    <a:pt x="6693" y="12807"/>
                  </a:lnTo>
                  <a:lnTo>
                    <a:pt x="7151" y="12639"/>
                  </a:lnTo>
                  <a:lnTo>
                    <a:pt x="7608" y="12446"/>
                  </a:lnTo>
                  <a:lnTo>
                    <a:pt x="8065" y="12253"/>
                  </a:lnTo>
                  <a:lnTo>
                    <a:pt x="8523" y="12013"/>
                  </a:lnTo>
                  <a:lnTo>
                    <a:pt x="8956" y="11748"/>
                  </a:lnTo>
                  <a:lnTo>
                    <a:pt x="9365" y="11483"/>
                  </a:lnTo>
                  <a:lnTo>
                    <a:pt x="9775" y="11194"/>
                  </a:lnTo>
                  <a:lnTo>
                    <a:pt x="10184" y="10905"/>
                  </a:lnTo>
                  <a:lnTo>
                    <a:pt x="10569" y="10592"/>
                  </a:lnTo>
                  <a:lnTo>
                    <a:pt x="10954" y="10255"/>
                  </a:lnTo>
                  <a:lnTo>
                    <a:pt x="11315" y="9918"/>
                  </a:lnTo>
                  <a:lnTo>
                    <a:pt x="11676" y="9557"/>
                  </a:lnTo>
                  <a:lnTo>
                    <a:pt x="12038" y="9196"/>
                  </a:lnTo>
                  <a:lnTo>
                    <a:pt x="12375" y="8787"/>
                  </a:lnTo>
                  <a:lnTo>
                    <a:pt x="12688" y="8378"/>
                  </a:lnTo>
                  <a:lnTo>
                    <a:pt x="12952" y="7968"/>
                  </a:lnTo>
                  <a:lnTo>
                    <a:pt x="13217" y="7535"/>
                  </a:lnTo>
                  <a:lnTo>
                    <a:pt x="13434" y="7102"/>
                  </a:lnTo>
                  <a:lnTo>
                    <a:pt x="13650" y="6644"/>
                  </a:lnTo>
                  <a:lnTo>
                    <a:pt x="13819" y="6211"/>
                  </a:lnTo>
                  <a:lnTo>
                    <a:pt x="13963" y="5754"/>
                  </a:lnTo>
                  <a:lnTo>
                    <a:pt x="14084" y="5296"/>
                  </a:lnTo>
                  <a:lnTo>
                    <a:pt x="14156" y="4863"/>
                  </a:lnTo>
                  <a:lnTo>
                    <a:pt x="14228" y="4406"/>
                  </a:lnTo>
                  <a:lnTo>
                    <a:pt x="14252" y="3972"/>
                  </a:lnTo>
                  <a:lnTo>
                    <a:pt x="14228" y="3563"/>
                  </a:lnTo>
                  <a:lnTo>
                    <a:pt x="14204" y="3154"/>
                  </a:lnTo>
                  <a:lnTo>
                    <a:pt x="14132" y="2744"/>
                  </a:lnTo>
                  <a:lnTo>
                    <a:pt x="14012" y="2359"/>
                  </a:lnTo>
                  <a:lnTo>
                    <a:pt x="13867" y="1998"/>
                  </a:lnTo>
                  <a:lnTo>
                    <a:pt x="13699" y="1661"/>
                  </a:lnTo>
                  <a:lnTo>
                    <a:pt x="13482" y="1348"/>
                  </a:lnTo>
                  <a:lnTo>
                    <a:pt x="13217" y="1059"/>
                  </a:lnTo>
                  <a:lnTo>
                    <a:pt x="12928" y="819"/>
                  </a:lnTo>
                  <a:lnTo>
                    <a:pt x="12615" y="578"/>
                  </a:lnTo>
                  <a:lnTo>
                    <a:pt x="12254" y="385"/>
                  </a:lnTo>
                  <a:lnTo>
                    <a:pt x="11845" y="241"/>
                  </a:lnTo>
                  <a:lnTo>
                    <a:pt x="11388" y="121"/>
                  </a:lnTo>
                  <a:lnTo>
                    <a:pt x="10906" y="24"/>
                  </a:lnTo>
                  <a:lnTo>
                    <a:pt x="103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
            <p:cNvSpPr/>
            <p:nvPr/>
          </p:nvSpPr>
          <p:spPr>
            <a:xfrm>
              <a:off x="2080925" y="2161150"/>
              <a:ext cx="9050" cy="15675"/>
            </a:xfrm>
            <a:custGeom>
              <a:avLst/>
              <a:gdLst/>
              <a:ahLst/>
              <a:cxnLst/>
              <a:rect l="l" t="t" r="r" b="b"/>
              <a:pathLst>
                <a:path w="362" h="627" extrusionOk="0">
                  <a:moveTo>
                    <a:pt x="289" y="1"/>
                  </a:moveTo>
                  <a:lnTo>
                    <a:pt x="241" y="25"/>
                  </a:lnTo>
                  <a:lnTo>
                    <a:pt x="193" y="97"/>
                  </a:lnTo>
                  <a:lnTo>
                    <a:pt x="73" y="266"/>
                  </a:lnTo>
                  <a:lnTo>
                    <a:pt x="0" y="386"/>
                  </a:lnTo>
                  <a:lnTo>
                    <a:pt x="25" y="482"/>
                  </a:lnTo>
                  <a:lnTo>
                    <a:pt x="73" y="579"/>
                  </a:lnTo>
                  <a:lnTo>
                    <a:pt x="97" y="627"/>
                  </a:lnTo>
                  <a:lnTo>
                    <a:pt x="145" y="627"/>
                  </a:lnTo>
                  <a:lnTo>
                    <a:pt x="169" y="579"/>
                  </a:lnTo>
                  <a:lnTo>
                    <a:pt x="145" y="506"/>
                  </a:lnTo>
                  <a:lnTo>
                    <a:pt x="169" y="458"/>
                  </a:lnTo>
                  <a:lnTo>
                    <a:pt x="193" y="386"/>
                  </a:lnTo>
                  <a:lnTo>
                    <a:pt x="217" y="338"/>
                  </a:lnTo>
                  <a:lnTo>
                    <a:pt x="313" y="242"/>
                  </a:lnTo>
                  <a:lnTo>
                    <a:pt x="362" y="169"/>
                  </a:lnTo>
                  <a:lnTo>
                    <a:pt x="362" y="121"/>
                  </a:lnTo>
                  <a:lnTo>
                    <a:pt x="337" y="25"/>
                  </a:lnTo>
                  <a:lnTo>
                    <a:pt x="28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
            <p:cNvSpPr/>
            <p:nvPr/>
          </p:nvSpPr>
          <p:spPr>
            <a:xfrm>
              <a:off x="2144125" y="2205700"/>
              <a:ext cx="7225" cy="8450"/>
            </a:xfrm>
            <a:custGeom>
              <a:avLst/>
              <a:gdLst/>
              <a:ahLst/>
              <a:cxnLst/>
              <a:rect l="l" t="t" r="r" b="b"/>
              <a:pathLst>
                <a:path w="289" h="338" extrusionOk="0">
                  <a:moveTo>
                    <a:pt x="72" y="0"/>
                  </a:moveTo>
                  <a:lnTo>
                    <a:pt x="24" y="24"/>
                  </a:lnTo>
                  <a:lnTo>
                    <a:pt x="0" y="73"/>
                  </a:lnTo>
                  <a:lnTo>
                    <a:pt x="0" y="145"/>
                  </a:lnTo>
                  <a:lnTo>
                    <a:pt x="0" y="241"/>
                  </a:lnTo>
                  <a:lnTo>
                    <a:pt x="48" y="313"/>
                  </a:lnTo>
                  <a:lnTo>
                    <a:pt x="120" y="337"/>
                  </a:lnTo>
                  <a:lnTo>
                    <a:pt x="193" y="337"/>
                  </a:lnTo>
                  <a:lnTo>
                    <a:pt x="265" y="313"/>
                  </a:lnTo>
                  <a:lnTo>
                    <a:pt x="289" y="289"/>
                  </a:lnTo>
                  <a:lnTo>
                    <a:pt x="265" y="241"/>
                  </a:lnTo>
                  <a:lnTo>
                    <a:pt x="169" y="169"/>
                  </a:lnTo>
                  <a:lnTo>
                    <a:pt x="145" y="145"/>
                  </a:lnTo>
                  <a:lnTo>
                    <a:pt x="145" y="121"/>
                  </a:lnTo>
                  <a:lnTo>
                    <a:pt x="193" y="97"/>
                  </a:lnTo>
                  <a:lnTo>
                    <a:pt x="217" y="48"/>
                  </a:lnTo>
                  <a:lnTo>
                    <a:pt x="217" y="24"/>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
            <p:cNvSpPr/>
            <p:nvPr/>
          </p:nvSpPr>
          <p:spPr>
            <a:xfrm>
              <a:off x="2092950" y="2144900"/>
              <a:ext cx="8450" cy="9075"/>
            </a:xfrm>
            <a:custGeom>
              <a:avLst/>
              <a:gdLst/>
              <a:ahLst/>
              <a:cxnLst/>
              <a:rect l="l" t="t" r="r" b="b"/>
              <a:pathLst>
                <a:path w="338" h="363" extrusionOk="0">
                  <a:moveTo>
                    <a:pt x="218" y="1"/>
                  </a:moveTo>
                  <a:lnTo>
                    <a:pt x="169" y="25"/>
                  </a:lnTo>
                  <a:lnTo>
                    <a:pt x="25" y="25"/>
                  </a:lnTo>
                  <a:lnTo>
                    <a:pt x="1" y="73"/>
                  </a:lnTo>
                  <a:lnTo>
                    <a:pt x="49" y="145"/>
                  </a:lnTo>
                  <a:lnTo>
                    <a:pt x="73" y="194"/>
                  </a:lnTo>
                  <a:lnTo>
                    <a:pt x="49" y="266"/>
                  </a:lnTo>
                  <a:lnTo>
                    <a:pt x="73" y="314"/>
                  </a:lnTo>
                  <a:lnTo>
                    <a:pt x="97" y="338"/>
                  </a:lnTo>
                  <a:lnTo>
                    <a:pt x="145" y="362"/>
                  </a:lnTo>
                  <a:lnTo>
                    <a:pt x="169" y="338"/>
                  </a:lnTo>
                  <a:lnTo>
                    <a:pt x="193" y="290"/>
                  </a:lnTo>
                  <a:lnTo>
                    <a:pt x="218" y="218"/>
                  </a:lnTo>
                  <a:lnTo>
                    <a:pt x="242" y="194"/>
                  </a:lnTo>
                  <a:lnTo>
                    <a:pt x="290" y="194"/>
                  </a:lnTo>
                  <a:lnTo>
                    <a:pt x="314" y="169"/>
                  </a:lnTo>
                  <a:lnTo>
                    <a:pt x="338" y="145"/>
                  </a:lnTo>
                  <a:lnTo>
                    <a:pt x="338" y="97"/>
                  </a:lnTo>
                  <a:lnTo>
                    <a:pt x="314" y="73"/>
                  </a:lnTo>
                  <a:lnTo>
                    <a:pt x="242" y="25"/>
                  </a:lnTo>
                  <a:lnTo>
                    <a:pt x="21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
            <p:cNvSpPr/>
            <p:nvPr/>
          </p:nvSpPr>
          <p:spPr>
            <a:xfrm>
              <a:off x="2068275" y="2297175"/>
              <a:ext cx="9050" cy="6050"/>
            </a:xfrm>
            <a:custGeom>
              <a:avLst/>
              <a:gdLst/>
              <a:ahLst/>
              <a:cxnLst/>
              <a:rect l="l" t="t" r="r" b="b"/>
              <a:pathLst>
                <a:path w="362" h="242" extrusionOk="0">
                  <a:moveTo>
                    <a:pt x="266" y="0"/>
                  </a:moveTo>
                  <a:lnTo>
                    <a:pt x="193" y="24"/>
                  </a:lnTo>
                  <a:lnTo>
                    <a:pt x="25" y="24"/>
                  </a:lnTo>
                  <a:lnTo>
                    <a:pt x="1" y="73"/>
                  </a:lnTo>
                  <a:lnTo>
                    <a:pt x="1" y="97"/>
                  </a:lnTo>
                  <a:lnTo>
                    <a:pt x="49" y="145"/>
                  </a:lnTo>
                  <a:lnTo>
                    <a:pt x="97" y="193"/>
                  </a:lnTo>
                  <a:lnTo>
                    <a:pt x="145" y="217"/>
                  </a:lnTo>
                  <a:lnTo>
                    <a:pt x="218" y="241"/>
                  </a:lnTo>
                  <a:lnTo>
                    <a:pt x="290" y="217"/>
                  </a:lnTo>
                  <a:lnTo>
                    <a:pt x="338" y="169"/>
                  </a:lnTo>
                  <a:lnTo>
                    <a:pt x="362" y="121"/>
                  </a:lnTo>
                  <a:lnTo>
                    <a:pt x="362" y="73"/>
                  </a:lnTo>
                  <a:lnTo>
                    <a:pt x="338" y="49"/>
                  </a:lnTo>
                  <a:lnTo>
                    <a:pt x="31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
            <p:cNvSpPr/>
            <p:nvPr/>
          </p:nvSpPr>
          <p:spPr>
            <a:xfrm>
              <a:off x="2001475" y="2168975"/>
              <a:ext cx="7850" cy="6050"/>
            </a:xfrm>
            <a:custGeom>
              <a:avLst/>
              <a:gdLst/>
              <a:ahLst/>
              <a:cxnLst/>
              <a:rect l="l" t="t" r="r" b="b"/>
              <a:pathLst>
                <a:path w="314" h="242" extrusionOk="0">
                  <a:moveTo>
                    <a:pt x="169" y="1"/>
                  </a:moveTo>
                  <a:lnTo>
                    <a:pt x="121" y="25"/>
                  </a:lnTo>
                  <a:lnTo>
                    <a:pt x="49" y="49"/>
                  </a:lnTo>
                  <a:lnTo>
                    <a:pt x="25" y="97"/>
                  </a:lnTo>
                  <a:lnTo>
                    <a:pt x="1" y="145"/>
                  </a:lnTo>
                  <a:lnTo>
                    <a:pt x="25" y="193"/>
                  </a:lnTo>
                  <a:lnTo>
                    <a:pt x="49" y="242"/>
                  </a:lnTo>
                  <a:lnTo>
                    <a:pt x="217" y="242"/>
                  </a:lnTo>
                  <a:lnTo>
                    <a:pt x="290" y="169"/>
                  </a:lnTo>
                  <a:lnTo>
                    <a:pt x="314" y="145"/>
                  </a:lnTo>
                  <a:lnTo>
                    <a:pt x="290" y="97"/>
                  </a:lnTo>
                  <a:lnTo>
                    <a:pt x="290" y="73"/>
                  </a:lnTo>
                  <a:lnTo>
                    <a:pt x="241"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
            <p:cNvSpPr/>
            <p:nvPr/>
          </p:nvSpPr>
          <p:spPr>
            <a:xfrm>
              <a:off x="2065875" y="2247225"/>
              <a:ext cx="7250" cy="7250"/>
            </a:xfrm>
            <a:custGeom>
              <a:avLst/>
              <a:gdLst/>
              <a:ahLst/>
              <a:cxnLst/>
              <a:rect l="l" t="t" r="r" b="b"/>
              <a:pathLst>
                <a:path w="290" h="290" extrusionOk="0">
                  <a:moveTo>
                    <a:pt x="145" y="0"/>
                  </a:moveTo>
                  <a:lnTo>
                    <a:pt x="97" y="24"/>
                  </a:lnTo>
                  <a:lnTo>
                    <a:pt x="25" y="97"/>
                  </a:lnTo>
                  <a:lnTo>
                    <a:pt x="1" y="145"/>
                  </a:lnTo>
                  <a:lnTo>
                    <a:pt x="1" y="193"/>
                  </a:lnTo>
                  <a:lnTo>
                    <a:pt x="25" y="265"/>
                  </a:lnTo>
                  <a:lnTo>
                    <a:pt x="73" y="289"/>
                  </a:lnTo>
                  <a:lnTo>
                    <a:pt x="121" y="265"/>
                  </a:lnTo>
                  <a:lnTo>
                    <a:pt x="169" y="241"/>
                  </a:lnTo>
                  <a:lnTo>
                    <a:pt x="241" y="145"/>
                  </a:lnTo>
                  <a:lnTo>
                    <a:pt x="289" y="48"/>
                  </a:lnTo>
                  <a:lnTo>
                    <a:pt x="24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
            <p:cNvSpPr/>
            <p:nvPr/>
          </p:nvSpPr>
          <p:spPr>
            <a:xfrm>
              <a:off x="2032175" y="2327875"/>
              <a:ext cx="5450" cy="6025"/>
            </a:xfrm>
            <a:custGeom>
              <a:avLst/>
              <a:gdLst/>
              <a:ahLst/>
              <a:cxnLst/>
              <a:rect l="l" t="t" r="r" b="b"/>
              <a:pathLst>
                <a:path w="218" h="241" extrusionOk="0">
                  <a:moveTo>
                    <a:pt x="97" y="0"/>
                  </a:moveTo>
                  <a:lnTo>
                    <a:pt x="49" y="24"/>
                  </a:lnTo>
                  <a:lnTo>
                    <a:pt x="25" y="48"/>
                  </a:lnTo>
                  <a:lnTo>
                    <a:pt x="0" y="72"/>
                  </a:lnTo>
                  <a:lnTo>
                    <a:pt x="0" y="121"/>
                  </a:lnTo>
                  <a:lnTo>
                    <a:pt x="49" y="193"/>
                  </a:lnTo>
                  <a:lnTo>
                    <a:pt x="73" y="217"/>
                  </a:lnTo>
                  <a:lnTo>
                    <a:pt x="121" y="241"/>
                  </a:lnTo>
                  <a:lnTo>
                    <a:pt x="169" y="217"/>
                  </a:lnTo>
                  <a:lnTo>
                    <a:pt x="217" y="193"/>
                  </a:lnTo>
                  <a:lnTo>
                    <a:pt x="217" y="145"/>
                  </a:lnTo>
                  <a:lnTo>
                    <a:pt x="217" y="96"/>
                  </a:lnTo>
                  <a:lnTo>
                    <a:pt x="217" y="72"/>
                  </a:lnTo>
                  <a:lnTo>
                    <a:pt x="193"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
            <p:cNvSpPr/>
            <p:nvPr/>
          </p:nvSpPr>
          <p:spPr>
            <a:xfrm>
              <a:off x="2041200" y="2200275"/>
              <a:ext cx="6650" cy="5450"/>
            </a:xfrm>
            <a:custGeom>
              <a:avLst/>
              <a:gdLst/>
              <a:ahLst/>
              <a:cxnLst/>
              <a:rect l="l" t="t" r="r" b="b"/>
              <a:pathLst>
                <a:path w="266" h="218" extrusionOk="0">
                  <a:moveTo>
                    <a:pt x="97" y="1"/>
                  </a:moveTo>
                  <a:lnTo>
                    <a:pt x="73" y="49"/>
                  </a:lnTo>
                  <a:lnTo>
                    <a:pt x="1" y="193"/>
                  </a:lnTo>
                  <a:lnTo>
                    <a:pt x="97" y="217"/>
                  </a:lnTo>
                  <a:lnTo>
                    <a:pt x="193" y="217"/>
                  </a:lnTo>
                  <a:lnTo>
                    <a:pt x="241" y="193"/>
                  </a:lnTo>
                  <a:lnTo>
                    <a:pt x="265" y="145"/>
                  </a:lnTo>
                  <a:lnTo>
                    <a:pt x="241"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
            <p:cNvSpPr/>
            <p:nvPr/>
          </p:nvSpPr>
          <p:spPr>
            <a:xfrm>
              <a:off x="2105000" y="2178625"/>
              <a:ext cx="5450" cy="6025"/>
            </a:xfrm>
            <a:custGeom>
              <a:avLst/>
              <a:gdLst/>
              <a:ahLst/>
              <a:cxnLst/>
              <a:rect l="l" t="t" r="r" b="b"/>
              <a:pathLst>
                <a:path w="218" h="241" extrusionOk="0">
                  <a:moveTo>
                    <a:pt x="97" y="0"/>
                  </a:moveTo>
                  <a:lnTo>
                    <a:pt x="24" y="48"/>
                  </a:lnTo>
                  <a:lnTo>
                    <a:pt x="0" y="96"/>
                  </a:lnTo>
                  <a:lnTo>
                    <a:pt x="0" y="144"/>
                  </a:lnTo>
                  <a:lnTo>
                    <a:pt x="49" y="193"/>
                  </a:lnTo>
                  <a:lnTo>
                    <a:pt x="97" y="241"/>
                  </a:lnTo>
                  <a:lnTo>
                    <a:pt x="145" y="241"/>
                  </a:lnTo>
                  <a:lnTo>
                    <a:pt x="193" y="217"/>
                  </a:lnTo>
                  <a:lnTo>
                    <a:pt x="217" y="144"/>
                  </a:lnTo>
                  <a:lnTo>
                    <a:pt x="217" y="96"/>
                  </a:lnTo>
                  <a:lnTo>
                    <a:pt x="193" y="48"/>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
            <p:cNvSpPr/>
            <p:nvPr/>
          </p:nvSpPr>
          <p:spPr>
            <a:xfrm>
              <a:off x="2069500" y="2214725"/>
              <a:ext cx="7225" cy="6050"/>
            </a:xfrm>
            <a:custGeom>
              <a:avLst/>
              <a:gdLst/>
              <a:ahLst/>
              <a:cxnLst/>
              <a:rect l="l" t="t" r="r" b="b"/>
              <a:pathLst>
                <a:path w="289" h="242" extrusionOk="0">
                  <a:moveTo>
                    <a:pt x="24" y="0"/>
                  </a:moveTo>
                  <a:lnTo>
                    <a:pt x="0" y="24"/>
                  </a:lnTo>
                  <a:lnTo>
                    <a:pt x="0" y="73"/>
                  </a:lnTo>
                  <a:lnTo>
                    <a:pt x="48" y="121"/>
                  </a:lnTo>
                  <a:lnTo>
                    <a:pt x="120" y="217"/>
                  </a:lnTo>
                  <a:lnTo>
                    <a:pt x="169" y="241"/>
                  </a:lnTo>
                  <a:lnTo>
                    <a:pt x="217" y="241"/>
                  </a:lnTo>
                  <a:lnTo>
                    <a:pt x="265" y="217"/>
                  </a:lnTo>
                  <a:lnTo>
                    <a:pt x="289" y="169"/>
                  </a:lnTo>
                  <a:lnTo>
                    <a:pt x="289" y="121"/>
                  </a:lnTo>
                  <a:lnTo>
                    <a:pt x="241" y="97"/>
                  </a:lnTo>
                  <a:lnTo>
                    <a:pt x="169"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
            <p:cNvSpPr/>
            <p:nvPr/>
          </p:nvSpPr>
          <p:spPr>
            <a:xfrm>
              <a:off x="2126675" y="2214725"/>
              <a:ext cx="5425" cy="6050"/>
            </a:xfrm>
            <a:custGeom>
              <a:avLst/>
              <a:gdLst/>
              <a:ahLst/>
              <a:cxnLst/>
              <a:rect l="l" t="t" r="r" b="b"/>
              <a:pathLst>
                <a:path w="217" h="242" extrusionOk="0">
                  <a:moveTo>
                    <a:pt x="72" y="0"/>
                  </a:moveTo>
                  <a:lnTo>
                    <a:pt x="24" y="24"/>
                  </a:lnTo>
                  <a:lnTo>
                    <a:pt x="0" y="97"/>
                  </a:lnTo>
                  <a:lnTo>
                    <a:pt x="0" y="169"/>
                  </a:lnTo>
                  <a:lnTo>
                    <a:pt x="48" y="217"/>
                  </a:lnTo>
                  <a:lnTo>
                    <a:pt x="120" y="241"/>
                  </a:lnTo>
                  <a:lnTo>
                    <a:pt x="193" y="241"/>
                  </a:lnTo>
                  <a:lnTo>
                    <a:pt x="217" y="217"/>
                  </a:lnTo>
                  <a:lnTo>
                    <a:pt x="217" y="193"/>
                  </a:lnTo>
                  <a:lnTo>
                    <a:pt x="217" y="121"/>
                  </a:lnTo>
                  <a:lnTo>
                    <a:pt x="193" y="49"/>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
            <p:cNvSpPr/>
            <p:nvPr/>
          </p:nvSpPr>
          <p:spPr>
            <a:xfrm>
              <a:off x="2055650" y="2222550"/>
              <a:ext cx="6050" cy="5450"/>
            </a:xfrm>
            <a:custGeom>
              <a:avLst/>
              <a:gdLst/>
              <a:ahLst/>
              <a:cxnLst/>
              <a:rect l="l" t="t" r="r" b="b"/>
              <a:pathLst>
                <a:path w="242" h="218" extrusionOk="0">
                  <a:moveTo>
                    <a:pt x="145" y="0"/>
                  </a:moveTo>
                  <a:lnTo>
                    <a:pt x="73" y="24"/>
                  </a:lnTo>
                  <a:lnTo>
                    <a:pt x="24" y="48"/>
                  </a:lnTo>
                  <a:lnTo>
                    <a:pt x="0" y="97"/>
                  </a:lnTo>
                  <a:lnTo>
                    <a:pt x="0" y="121"/>
                  </a:lnTo>
                  <a:lnTo>
                    <a:pt x="24" y="145"/>
                  </a:lnTo>
                  <a:lnTo>
                    <a:pt x="48" y="169"/>
                  </a:lnTo>
                  <a:lnTo>
                    <a:pt x="217" y="217"/>
                  </a:lnTo>
                  <a:lnTo>
                    <a:pt x="241" y="121"/>
                  </a:lnTo>
                  <a:lnTo>
                    <a:pt x="241" y="73"/>
                  </a:lnTo>
                  <a:lnTo>
                    <a:pt x="241"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
            <p:cNvSpPr/>
            <p:nvPr/>
          </p:nvSpPr>
          <p:spPr>
            <a:xfrm>
              <a:off x="2034575" y="2168975"/>
              <a:ext cx="4850" cy="8450"/>
            </a:xfrm>
            <a:custGeom>
              <a:avLst/>
              <a:gdLst/>
              <a:ahLst/>
              <a:cxnLst/>
              <a:rect l="l" t="t" r="r" b="b"/>
              <a:pathLst>
                <a:path w="194" h="338" extrusionOk="0">
                  <a:moveTo>
                    <a:pt x="145" y="1"/>
                  </a:moveTo>
                  <a:lnTo>
                    <a:pt x="97" y="25"/>
                  </a:lnTo>
                  <a:lnTo>
                    <a:pt x="73" y="49"/>
                  </a:lnTo>
                  <a:lnTo>
                    <a:pt x="25" y="145"/>
                  </a:lnTo>
                  <a:lnTo>
                    <a:pt x="1" y="266"/>
                  </a:lnTo>
                  <a:lnTo>
                    <a:pt x="25" y="314"/>
                  </a:lnTo>
                  <a:lnTo>
                    <a:pt x="73" y="338"/>
                  </a:lnTo>
                  <a:lnTo>
                    <a:pt x="97" y="338"/>
                  </a:lnTo>
                  <a:lnTo>
                    <a:pt x="121" y="290"/>
                  </a:lnTo>
                  <a:lnTo>
                    <a:pt x="169" y="218"/>
                  </a:lnTo>
                  <a:lnTo>
                    <a:pt x="193" y="97"/>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
            <p:cNvSpPr/>
            <p:nvPr/>
          </p:nvSpPr>
          <p:spPr>
            <a:xfrm>
              <a:off x="2048425" y="2149725"/>
              <a:ext cx="7250" cy="5450"/>
            </a:xfrm>
            <a:custGeom>
              <a:avLst/>
              <a:gdLst/>
              <a:ahLst/>
              <a:cxnLst/>
              <a:rect l="l" t="t" r="r" b="b"/>
              <a:pathLst>
                <a:path w="290" h="218" extrusionOk="0">
                  <a:moveTo>
                    <a:pt x="193" y="1"/>
                  </a:moveTo>
                  <a:lnTo>
                    <a:pt x="49" y="49"/>
                  </a:lnTo>
                  <a:lnTo>
                    <a:pt x="25" y="73"/>
                  </a:lnTo>
                  <a:lnTo>
                    <a:pt x="0" y="97"/>
                  </a:lnTo>
                  <a:lnTo>
                    <a:pt x="25" y="121"/>
                  </a:lnTo>
                  <a:lnTo>
                    <a:pt x="49" y="145"/>
                  </a:lnTo>
                  <a:lnTo>
                    <a:pt x="169" y="217"/>
                  </a:lnTo>
                  <a:lnTo>
                    <a:pt x="217" y="217"/>
                  </a:lnTo>
                  <a:lnTo>
                    <a:pt x="265" y="193"/>
                  </a:lnTo>
                  <a:lnTo>
                    <a:pt x="289" y="169"/>
                  </a:lnTo>
                  <a:lnTo>
                    <a:pt x="289" y="121"/>
                  </a:lnTo>
                  <a:lnTo>
                    <a:pt x="289" y="97"/>
                  </a:lnTo>
                  <a:lnTo>
                    <a:pt x="265" y="49"/>
                  </a:lnTo>
                  <a:lnTo>
                    <a:pt x="241"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
            <p:cNvSpPr/>
            <p:nvPr/>
          </p:nvSpPr>
          <p:spPr>
            <a:xfrm>
              <a:off x="2105000" y="2233375"/>
              <a:ext cx="5450" cy="5450"/>
            </a:xfrm>
            <a:custGeom>
              <a:avLst/>
              <a:gdLst/>
              <a:ahLst/>
              <a:cxnLst/>
              <a:rect l="l" t="t" r="r" b="b"/>
              <a:pathLst>
                <a:path w="218" h="218" extrusionOk="0">
                  <a:moveTo>
                    <a:pt x="97" y="1"/>
                  </a:moveTo>
                  <a:lnTo>
                    <a:pt x="49" y="25"/>
                  </a:lnTo>
                  <a:lnTo>
                    <a:pt x="24" y="49"/>
                  </a:lnTo>
                  <a:lnTo>
                    <a:pt x="0" y="97"/>
                  </a:lnTo>
                  <a:lnTo>
                    <a:pt x="0" y="145"/>
                  </a:lnTo>
                  <a:lnTo>
                    <a:pt x="0" y="193"/>
                  </a:lnTo>
                  <a:lnTo>
                    <a:pt x="49" y="217"/>
                  </a:lnTo>
                  <a:lnTo>
                    <a:pt x="121" y="217"/>
                  </a:lnTo>
                  <a:lnTo>
                    <a:pt x="193" y="193"/>
                  </a:lnTo>
                  <a:lnTo>
                    <a:pt x="217" y="145"/>
                  </a:lnTo>
                  <a:lnTo>
                    <a:pt x="217" y="97"/>
                  </a:lnTo>
                  <a:lnTo>
                    <a:pt x="193" y="49"/>
                  </a:lnTo>
                  <a:lnTo>
                    <a:pt x="169" y="25"/>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
            <p:cNvSpPr/>
            <p:nvPr/>
          </p:nvSpPr>
          <p:spPr>
            <a:xfrm>
              <a:off x="1972600" y="2158150"/>
              <a:ext cx="5425" cy="5450"/>
            </a:xfrm>
            <a:custGeom>
              <a:avLst/>
              <a:gdLst/>
              <a:ahLst/>
              <a:cxnLst/>
              <a:rect l="l" t="t" r="r" b="b"/>
              <a:pathLst>
                <a:path w="217" h="218" extrusionOk="0">
                  <a:moveTo>
                    <a:pt x="121" y="1"/>
                  </a:moveTo>
                  <a:lnTo>
                    <a:pt x="48" y="25"/>
                  </a:lnTo>
                  <a:lnTo>
                    <a:pt x="0" y="97"/>
                  </a:lnTo>
                  <a:lnTo>
                    <a:pt x="0" y="145"/>
                  </a:lnTo>
                  <a:lnTo>
                    <a:pt x="24" y="193"/>
                  </a:lnTo>
                  <a:lnTo>
                    <a:pt x="72" y="217"/>
                  </a:lnTo>
                  <a:lnTo>
                    <a:pt x="97" y="217"/>
                  </a:lnTo>
                  <a:lnTo>
                    <a:pt x="145" y="193"/>
                  </a:lnTo>
                  <a:lnTo>
                    <a:pt x="193" y="169"/>
                  </a:lnTo>
                  <a:lnTo>
                    <a:pt x="217" y="121"/>
                  </a:lnTo>
                  <a:lnTo>
                    <a:pt x="217"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
            <p:cNvSpPr/>
            <p:nvPr/>
          </p:nvSpPr>
          <p:spPr>
            <a:xfrm>
              <a:off x="2029175" y="2258050"/>
              <a:ext cx="4825" cy="6050"/>
            </a:xfrm>
            <a:custGeom>
              <a:avLst/>
              <a:gdLst/>
              <a:ahLst/>
              <a:cxnLst/>
              <a:rect l="l" t="t" r="r" b="b"/>
              <a:pathLst>
                <a:path w="193" h="242" extrusionOk="0">
                  <a:moveTo>
                    <a:pt x="48" y="1"/>
                  </a:moveTo>
                  <a:lnTo>
                    <a:pt x="0" y="25"/>
                  </a:lnTo>
                  <a:lnTo>
                    <a:pt x="0" y="73"/>
                  </a:lnTo>
                  <a:lnTo>
                    <a:pt x="24" y="145"/>
                  </a:lnTo>
                  <a:lnTo>
                    <a:pt x="72" y="217"/>
                  </a:lnTo>
                  <a:lnTo>
                    <a:pt x="96" y="241"/>
                  </a:lnTo>
                  <a:lnTo>
                    <a:pt x="169" y="241"/>
                  </a:lnTo>
                  <a:lnTo>
                    <a:pt x="193" y="193"/>
                  </a:lnTo>
                  <a:lnTo>
                    <a:pt x="145" y="121"/>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
            <p:cNvSpPr/>
            <p:nvPr/>
          </p:nvSpPr>
          <p:spPr>
            <a:xfrm>
              <a:off x="2118225" y="2156350"/>
              <a:ext cx="5450" cy="5425"/>
            </a:xfrm>
            <a:custGeom>
              <a:avLst/>
              <a:gdLst/>
              <a:ahLst/>
              <a:cxnLst/>
              <a:rect l="l" t="t" r="r" b="b"/>
              <a:pathLst>
                <a:path w="218" h="217" extrusionOk="0">
                  <a:moveTo>
                    <a:pt x="49" y="0"/>
                  </a:moveTo>
                  <a:lnTo>
                    <a:pt x="25" y="48"/>
                  </a:lnTo>
                  <a:lnTo>
                    <a:pt x="1" y="97"/>
                  </a:lnTo>
                  <a:lnTo>
                    <a:pt x="25" y="145"/>
                  </a:lnTo>
                  <a:lnTo>
                    <a:pt x="73" y="193"/>
                  </a:lnTo>
                  <a:lnTo>
                    <a:pt x="97" y="217"/>
                  </a:lnTo>
                  <a:lnTo>
                    <a:pt x="145" y="217"/>
                  </a:lnTo>
                  <a:lnTo>
                    <a:pt x="194" y="193"/>
                  </a:lnTo>
                  <a:lnTo>
                    <a:pt x="218" y="145"/>
                  </a:lnTo>
                  <a:lnTo>
                    <a:pt x="218" y="73"/>
                  </a:lnTo>
                  <a:lnTo>
                    <a:pt x="169" y="48"/>
                  </a:lnTo>
                  <a:lnTo>
                    <a:pt x="121"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
            <p:cNvSpPr/>
            <p:nvPr/>
          </p:nvSpPr>
          <p:spPr>
            <a:xfrm>
              <a:off x="2052625" y="2174400"/>
              <a:ext cx="4850" cy="6050"/>
            </a:xfrm>
            <a:custGeom>
              <a:avLst/>
              <a:gdLst/>
              <a:ahLst/>
              <a:cxnLst/>
              <a:rect l="l" t="t" r="r" b="b"/>
              <a:pathLst>
                <a:path w="194" h="242" extrusionOk="0">
                  <a:moveTo>
                    <a:pt x="49" y="1"/>
                  </a:moveTo>
                  <a:lnTo>
                    <a:pt x="25" y="49"/>
                  </a:lnTo>
                  <a:lnTo>
                    <a:pt x="1" y="97"/>
                  </a:lnTo>
                  <a:lnTo>
                    <a:pt x="25" y="145"/>
                  </a:lnTo>
                  <a:lnTo>
                    <a:pt x="25" y="193"/>
                  </a:lnTo>
                  <a:lnTo>
                    <a:pt x="73" y="217"/>
                  </a:lnTo>
                  <a:lnTo>
                    <a:pt x="97" y="241"/>
                  </a:lnTo>
                  <a:lnTo>
                    <a:pt x="145" y="241"/>
                  </a:lnTo>
                  <a:lnTo>
                    <a:pt x="169" y="217"/>
                  </a:lnTo>
                  <a:lnTo>
                    <a:pt x="194" y="169"/>
                  </a:lnTo>
                  <a:lnTo>
                    <a:pt x="194" y="121"/>
                  </a:lnTo>
                  <a:lnTo>
                    <a:pt x="194" y="73"/>
                  </a:lnTo>
                  <a:lnTo>
                    <a:pt x="169"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
            <p:cNvSpPr/>
            <p:nvPr/>
          </p:nvSpPr>
          <p:spPr>
            <a:xfrm>
              <a:off x="1964175" y="2181625"/>
              <a:ext cx="5425" cy="4825"/>
            </a:xfrm>
            <a:custGeom>
              <a:avLst/>
              <a:gdLst/>
              <a:ahLst/>
              <a:cxnLst/>
              <a:rect l="l" t="t" r="r" b="b"/>
              <a:pathLst>
                <a:path w="217" h="193" extrusionOk="0">
                  <a:moveTo>
                    <a:pt x="97" y="0"/>
                  </a:moveTo>
                  <a:lnTo>
                    <a:pt x="72" y="24"/>
                  </a:lnTo>
                  <a:lnTo>
                    <a:pt x="24" y="49"/>
                  </a:lnTo>
                  <a:lnTo>
                    <a:pt x="0" y="73"/>
                  </a:lnTo>
                  <a:lnTo>
                    <a:pt x="0" y="121"/>
                  </a:lnTo>
                  <a:lnTo>
                    <a:pt x="24" y="169"/>
                  </a:lnTo>
                  <a:lnTo>
                    <a:pt x="48" y="193"/>
                  </a:lnTo>
                  <a:lnTo>
                    <a:pt x="97" y="193"/>
                  </a:lnTo>
                  <a:lnTo>
                    <a:pt x="145" y="169"/>
                  </a:lnTo>
                  <a:lnTo>
                    <a:pt x="217" y="121"/>
                  </a:lnTo>
                  <a:lnTo>
                    <a:pt x="217" y="49"/>
                  </a:lnTo>
                  <a:lnTo>
                    <a:pt x="19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
            <p:cNvSpPr/>
            <p:nvPr/>
          </p:nvSpPr>
          <p:spPr>
            <a:xfrm>
              <a:off x="2088150" y="2133475"/>
              <a:ext cx="4825" cy="6050"/>
            </a:xfrm>
            <a:custGeom>
              <a:avLst/>
              <a:gdLst/>
              <a:ahLst/>
              <a:cxnLst/>
              <a:rect l="l" t="t" r="r" b="b"/>
              <a:pathLst>
                <a:path w="193" h="242" extrusionOk="0">
                  <a:moveTo>
                    <a:pt x="97" y="1"/>
                  </a:moveTo>
                  <a:lnTo>
                    <a:pt x="48" y="49"/>
                  </a:lnTo>
                  <a:lnTo>
                    <a:pt x="24" y="97"/>
                  </a:lnTo>
                  <a:lnTo>
                    <a:pt x="0" y="169"/>
                  </a:lnTo>
                  <a:lnTo>
                    <a:pt x="24" y="217"/>
                  </a:lnTo>
                  <a:lnTo>
                    <a:pt x="48" y="241"/>
                  </a:lnTo>
                  <a:lnTo>
                    <a:pt x="121" y="241"/>
                  </a:lnTo>
                  <a:lnTo>
                    <a:pt x="169" y="145"/>
                  </a:lnTo>
                  <a:lnTo>
                    <a:pt x="193" y="73"/>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
            <p:cNvSpPr/>
            <p:nvPr/>
          </p:nvSpPr>
          <p:spPr>
            <a:xfrm>
              <a:off x="2026750" y="2295375"/>
              <a:ext cx="6050" cy="3625"/>
            </a:xfrm>
            <a:custGeom>
              <a:avLst/>
              <a:gdLst/>
              <a:ahLst/>
              <a:cxnLst/>
              <a:rect l="l" t="t" r="r" b="b"/>
              <a:pathLst>
                <a:path w="242" h="145" extrusionOk="0">
                  <a:moveTo>
                    <a:pt x="73" y="0"/>
                  </a:moveTo>
                  <a:lnTo>
                    <a:pt x="25" y="24"/>
                  </a:lnTo>
                  <a:lnTo>
                    <a:pt x="1" y="72"/>
                  </a:lnTo>
                  <a:lnTo>
                    <a:pt x="1" y="96"/>
                  </a:lnTo>
                  <a:lnTo>
                    <a:pt x="1" y="145"/>
                  </a:lnTo>
                  <a:lnTo>
                    <a:pt x="193" y="145"/>
                  </a:lnTo>
                  <a:lnTo>
                    <a:pt x="217" y="121"/>
                  </a:lnTo>
                  <a:lnTo>
                    <a:pt x="242" y="72"/>
                  </a:lnTo>
                  <a:lnTo>
                    <a:pt x="242"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
            <p:cNvSpPr/>
            <p:nvPr/>
          </p:nvSpPr>
          <p:spPr>
            <a:xfrm>
              <a:off x="2105600" y="2168375"/>
              <a:ext cx="4850" cy="5450"/>
            </a:xfrm>
            <a:custGeom>
              <a:avLst/>
              <a:gdLst/>
              <a:ahLst/>
              <a:cxnLst/>
              <a:rect l="l" t="t" r="r" b="b"/>
              <a:pathLst>
                <a:path w="194" h="218" extrusionOk="0">
                  <a:moveTo>
                    <a:pt x="97" y="1"/>
                  </a:moveTo>
                  <a:lnTo>
                    <a:pt x="49" y="25"/>
                  </a:lnTo>
                  <a:lnTo>
                    <a:pt x="25" y="49"/>
                  </a:lnTo>
                  <a:lnTo>
                    <a:pt x="0" y="73"/>
                  </a:lnTo>
                  <a:lnTo>
                    <a:pt x="0" y="121"/>
                  </a:lnTo>
                  <a:lnTo>
                    <a:pt x="49" y="193"/>
                  </a:lnTo>
                  <a:lnTo>
                    <a:pt x="73" y="217"/>
                  </a:lnTo>
                  <a:lnTo>
                    <a:pt x="97" y="217"/>
                  </a:lnTo>
                  <a:lnTo>
                    <a:pt x="145" y="193"/>
                  </a:lnTo>
                  <a:lnTo>
                    <a:pt x="169" y="169"/>
                  </a:lnTo>
                  <a:lnTo>
                    <a:pt x="193" y="97"/>
                  </a:lnTo>
                  <a:lnTo>
                    <a:pt x="193" y="73"/>
                  </a:lnTo>
                  <a:lnTo>
                    <a:pt x="169" y="49"/>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
            <p:cNvSpPr/>
            <p:nvPr/>
          </p:nvSpPr>
          <p:spPr>
            <a:xfrm>
              <a:off x="2027350" y="2199075"/>
              <a:ext cx="3650" cy="5450"/>
            </a:xfrm>
            <a:custGeom>
              <a:avLst/>
              <a:gdLst/>
              <a:ahLst/>
              <a:cxnLst/>
              <a:rect l="l" t="t" r="r" b="b"/>
              <a:pathLst>
                <a:path w="146" h="218" extrusionOk="0">
                  <a:moveTo>
                    <a:pt x="49" y="1"/>
                  </a:moveTo>
                  <a:lnTo>
                    <a:pt x="25" y="25"/>
                  </a:lnTo>
                  <a:lnTo>
                    <a:pt x="1" y="49"/>
                  </a:lnTo>
                  <a:lnTo>
                    <a:pt x="1" y="121"/>
                  </a:lnTo>
                  <a:lnTo>
                    <a:pt x="49" y="193"/>
                  </a:lnTo>
                  <a:lnTo>
                    <a:pt x="97" y="217"/>
                  </a:lnTo>
                  <a:lnTo>
                    <a:pt x="145" y="193"/>
                  </a:lnTo>
                  <a:lnTo>
                    <a:pt x="145" y="169"/>
                  </a:lnTo>
                  <a:lnTo>
                    <a:pt x="145" y="97"/>
                  </a:lnTo>
                  <a:lnTo>
                    <a:pt x="121"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
            <p:cNvSpPr/>
            <p:nvPr/>
          </p:nvSpPr>
          <p:spPr>
            <a:xfrm>
              <a:off x="1991850" y="2257450"/>
              <a:ext cx="4250" cy="4250"/>
            </a:xfrm>
            <a:custGeom>
              <a:avLst/>
              <a:gdLst/>
              <a:ahLst/>
              <a:cxnLst/>
              <a:rect l="l" t="t" r="r" b="b"/>
              <a:pathLst>
                <a:path w="170" h="170" extrusionOk="0">
                  <a:moveTo>
                    <a:pt x="25" y="1"/>
                  </a:moveTo>
                  <a:lnTo>
                    <a:pt x="1" y="25"/>
                  </a:lnTo>
                  <a:lnTo>
                    <a:pt x="1" y="73"/>
                  </a:lnTo>
                  <a:lnTo>
                    <a:pt x="1" y="97"/>
                  </a:lnTo>
                  <a:lnTo>
                    <a:pt x="25" y="145"/>
                  </a:lnTo>
                  <a:lnTo>
                    <a:pt x="73" y="169"/>
                  </a:lnTo>
                  <a:lnTo>
                    <a:pt x="145" y="145"/>
                  </a:lnTo>
                  <a:lnTo>
                    <a:pt x="169" y="121"/>
                  </a:lnTo>
                  <a:lnTo>
                    <a:pt x="169" y="73"/>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
            <p:cNvSpPr/>
            <p:nvPr/>
          </p:nvSpPr>
          <p:spPr>
            <a:xfrm>
              <a:off x="2012325" y="2309200"/>
              <a:ext cx="6025" cy="4250"/>
            </a:xfrm>
            <a:custGeom>
              <a:avLst/>
              <a:gdLst/>
              <a:ahLst/>
              <a:cxnLst/>
              <a:rect l="l" t="t" r="r" b="b"/>
              <a:pathLst>
                <a:path w="241" h="170" extrusionOk="0">
                  <a:moveTo>
                    <a:pt x="120" y="1"/>
                  </a:moveTo>
                  <a:lnTo>
                    <a:pt x="48" y="49"/>
                  </a:lnTo>
                  <a:lnTo>
                    <a:pt x="0" y="97"/>
                  </a:lnTo>
                  <a:lnTo>
                    <a:pt x="0" y="121"/>
                  </a:lnTo>
                  <a:lnTo>
                    <a:pt x="24" y="145"/>
                  </a:lnTo>
                  <a:lnTo>
                    <a:pt x="96" y="169"/>
                  </a:lnTo>
                  <a:lnTo>
                    <a:pt x="193" y="121"/>
                  </a:lnTo>
                  <a:lnTo>
                    <a:pt x="241" y="73"/>
                  </a:lnTo>
                  <a:lnTo>
                    <a:pt x="217"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
            <p:cNvSpPr/>
            <p:nvPr/>
          </p:nvSpPr>
          <p:spPr>
            <a:xfrm>
              <a:off x="2104400" y="2210500"/>
              <a:ext cx="4825" cy="4850"/>
            </a:xfrm>
            <a:custGeom>
              <a:avLst/>
              <a:gdLst/>
              <a:ahLst/>
              <a:cxnLst/>
              <a:rect l="l" t="t" r="r" b="b"/>
              <a:pathLst>
                <a:path w="193" h="194" extrusionOk="0">
                  <a:moveTo>
                    <a:pt x="24" y="1"/>
                  </a:moveTo>
                  <a:lnTo>
                    <a:pt x="0" y="121"/>
                  </a:lnTo>
                  <a:lnTo>
                    <a:pt x="0" y="145"/>
                  </a:lnTo>
                  <a:lnTo>
                    <a:pt x="0" y="169"/>
                  </a:lnTo>
                  <a:lnTo>
                    <a:pt x="48" y="193"/>
                  </a:lnTo>
                  <a:lnTo>
                    <a:pt x="121" y="169"/>
                  </a:lnTo>
                  <a:lnTo>
                    <a:pt x="169" y="121"/>
                  </a:lnTo>
                  <a:lnTo>
                    <a:pt x="193" y="73"/>
                  </a:lnTo>
                  <a:lnTo>
                    <a:pt x="169" y="49"/>
                  </a:lnTo>
                  <a:lnTo>
                    <a:pt x="145"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
            <p:cNvSpPr/>
            <p:nvPr/>
          </p:nvSpPr>
          <p:spPr>
            <a:xfrm>
              <a:off x="2048425" y="2229175"/>
              <a:ext cx="4225" cy="5425"/>
            </a:xfrm>
            <a:custGeom>
              <a:avLst/>
              <a:gdLst/>
              <a:ahLst/>
              <a:cxnLst/>
              <a:rect l="l" t="t" r="r" b="b"/>
              <a:pathLst>
                <a:path w="169" h="217" extrusionOk="0">
                  <a:moveTo>
                    <a:pt x="97" y="0"/>
                  </a:moveTo>
                  <a:lnTo>
                    <a:pt x="25" y="48"/>
                  </a:lnTo>
                  <a:lnTo>
                    <a:pt x="0" y="96"/>
                  </a:lnTo>
                  <a:lnTo>
                    <a:pt x="0" y="145"/>
                  </a:lnTo>
                  <a:lnTo>
                    <a:pt x="0" y="193"/>
                  </a:lnTo>
                  <a:lnTo>
                    <a:pt x="25" y="217"/>
                  </a:lnTo>
                  <a:lnTo>
                    <a:pt x="73" y="193"/>
                  </a:lnTo>
                  <a:lnTo>
                    <a:pt x="145" y="145"/>
                  </a:lnTo>
                  <a:lnTo>
                    <a:pt x="169" y="121"/>
                  </a:lnTo>
                  <a:lnTo>
                    <a:pt x="169" y="72"/>
                  </a:lnTo>
                  <a:lnTo>
                    <a:pt x="145"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
            <p:cNvSpPr/>
            <p:nvPr/>
          </p:nvSpPr>
          <p:spPr>
            <a:xfrm>
              <a:off x="1961750" y="2191850"/>
              <a:ext cx="4850" cy="4250"/>
            </a:xfrm>
            <a:custGeom>
              <a:avLst/>
              <a:gdLst/>
              <a:ahLst/>
              <a:cxnLst/>
              <a:rect l="l" t="t" r="r" b="b"/>
              <a:pathLst>
                <a:path w="194" h="170" extrusionOk="0">
                  <a:moveTo>
                    <a:pt x="49" y="1"/>
                  </a:moveTo>
                  <a:lnTo>
                    <a:pt x="1" y="49"/>
                  </a:lnTo>
                  <a:lnTo>
                    <a:pt x="1" y="73"/>
                  </a:lnTo>
                  <a:lnTo>
                    <a:pt x="25" y="97"/>
                  </a:lnTo>
                  <a:lnTo>
                    <a:pt x="49" y="145"/>
                  </a:lnTo>
                  <a:lnTo>
                    <a:pt x="145" y="169"/>
                  </a:lnTo>
                  <a:lnTo>
                    <a:pt x="169" y="169"/>
                  </a:lnTo>
                  <a:lnTo>
                    <a:pt x="194" y="145"/>
                  </a:lnTo>
                  <a:lnTo>
                    <a:pt x="194" y="97"/>
                  </a:lnTo>
                  <a:lnTo>
                    <a:pt x="145"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
            <p:cNvSpPr/>
            <p:nvPr/>
          </p:nvSpPr>
          <p:spPr>
            <a:xfrm>
              <a:off x="2033975" y="2217125"/>
              <a:ext cx="5450" cy="3650"/>
            </a:xfrm>
            <a:custGeom>
              <a:avLst/>
              <a:gdLst/>
              <a:ahLst/>
              <a:cxnLst/>
              <a:rect l="l" t="t" r="r" b="b"/>
              <a:pathLst>
                <a:path w="218" h="146" extrusionOk="0">
                  <a:moveTo>
                    <a:pt x="121" y="1"/>
                  </a:moveTo>
                  <a:lnTo>
                    <a:pt x="49" y="25"/>
                  </a:lnTo>
                  <a:lnTo>
                    <a:pt x="1" y="73"/>
                  </a:lnTo>
                  <a:lnTo>
                    <a:pt x="25" y="121"/>
                  </a:lnTo>
                  <a:lnTo>
                    <a:pt x="73" y="145"/>
                  </a:lnTo>
                  <a:lnTo>
                    <a:pt x="169" y="145"/>
                  </a:lnTo>
                  <a:lnTo>
                    <a:pt x="217" y="121"/>
                  </a:lnTo>
                  <a:lnTo>
                    <a:pt x="217" y="73"/>
                  </a:lnTo>
                  <a:lnTo>
                    <a:pt x="193" y="1"/>
                  </a:lnTo>
                  <a:lnTo>
                    <a:pt x="193"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
            <p:cNvSpPr/>
            <p:nvPr/>
          </p:nvSpPr>
          <p:spPr>
            <a:xfrm>
              <a:off x="2079725" y="2348925"/>
              <a:ext cx="4225" cy="4250"/>
            </a:xfrm>
            <a:custGeom>
              <a:avLst/>
              <a:gdLst/>
              <a:ahLst/>
              <a:cxnLst/>
              <a:rect l="l" t="t" r="r" b="b"/>
              <a:pathLst>
                <a:path w="169" h="170" extrusionOk="0">
                  <a:moveTo>
                    <a:pt x="73" y="1"/>
                  </a:moveTo>
                  <a:lnTo>
                    <a:pt x="24" y="25"/>
                  </a:lnTo>
                  <a:lnTo>
                    <a:pt x="0" y="49"/>
                  </a:lnTo>
                  <a:lnTo>
                    <a:pt x="0" y="97"/>
                  </a:lnTo>
                  <a:lnTo>
                    <a:pt x="24" y="145"/>
                  </a:lnTo>
                  <a:lnTo>
                    <a:pt x="97" y="169"/>
                  </a:lnTo>
                  <a:lnTo>
                    <a:pt x="145" y="145"/>
                  </a:lnTo>
                  <a:lnTo>
                    <a:pt x="169" y="121"/>
                  </a:lnTo>
                  <a:lnTo>
                    <a:pt x="169" y="73"/>
                  </a:lnTo>
                  <a:lnTo>
                    <a:pt x="169" y="49"/>
                  </a:lnTo>
                  <a:lnTo>
                    <a:pt x="145"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
            <p:cNvSpPr/>
            <p:nvPr/>
          </p:nvSpPr>
          <p:spPr>
            <a:xfrm>
              <a:off x="2009300" y="2385650"/>
              <a:ext cx="3650" cy="4825"/>
            </a:xfrm>
            <a:custGeom>
              <a:avLst/>
              <a:gdLst/>
              <a:ahLst/>
              <a:cxnLst/>
              <a:rect l="l" t="t" r="r" b="b"/>
              <a:pathLst>
                <a:path w="146" h="193" extrusionOk="0">
                  <a:moveTo>
                    <a:pt x="49" y="0"/>
                  </a:moveTo>
                  <a:lnTo>
                    <a:pt x="1" y="48"/>
                  </a:lnTo>
                  <a:lnTo>
                    <a:pt x="1" y="72"/>
                  </a:lnTo>
                  <a:lnTo>
                    <a:pt x="1" y="121"/>
                  </a:lnTo>
                  <a:lnTo>
                    <a:pt x="25" y="169"/>
                  </a:lnTo>
                  <a:lnTo>
                    <a:pt x="49" y="193"/>
                  </a:lnTo>
                  <a:lnTo>
                    <a:pt x="121" y="193"/>
                  </a:lnTo>
                  <a:lnTo>
                    <a:pt x="145" y="145"/>
                  </a:lnTo>
                  <a:lnTo>
                    <a:pt x="145" y="96"/>
                  </a:lnTo>
                  <a:lnTo>
                    <a:pt x="121"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
            <p:cNvSpPr/>
            <p:nvPr/>
          </p:nvSpPr>
          <p:spPr>
            <a:xfrm>
              <a:off x="2085125" y="2254450"/>
              <a:ext cx="4850" cy="4825"/>
            </a:xfrm>
            <a:custGeom>
              <a:avLst/>
              <a:gdLst/>
              <a:ahLst/>
              <a:cxnLst/>
              <a:rect l="l" t="t" r="r" b="b"/>
              <a:pathLst>
                <a:path w="194" h="193" extrusionOk="0">
                  <a:moveTo>
                    <a:pt x="97" y="0"/>
                  </a:moveTo>
                  <a:lnTo>
                    <a:pt x="49" y="48"/>
                  </a:lnTo>
                  <a:lnTo>
                    <a:pt x="1" y="121"/>
                  </a:lnTo>
                  <a:lnTo>
                    <a:pt x="1" y="169"/>
                  </a:lnTo>
                  <a:lnTo>
                    <a:pt x="25" y="193"/>
                  </a:lnTo>
                  <a:lnTo>
                    <a:pt x="73" y="193"/>
                  </a:lnTo>
                  <a:lnTo>
                    <a:pt x="145" y="145"/>
                  </a:lnTo>
                  <a:lnTo>
                    <a:pt x="169" y="97"/>
                  </a:lnTo>
                  <a:lnTo>
                    <a:pt x="194" y="48"/>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
            <p:cNvSpPr/>
            <p:nvPr/>
          </p:nvSpPr>
          <p:spPr>
            <a:xfrm>
              <a:off x="2091750" y="2185225"/>
              <a:ext cx="4250" cy="4250"/>
            </a:xfrm>
            <a:custGeom>
              <a:avLst/>
              <a:gdLst/>
              <a:ahLst/>
              <a:cxnLst/>
              <a:rect l="l" t="t" r="r" b="b"/>
              <a:pathLst>
                <a:path w="170" h="170" extrusionOk="0">
                  <a:moveTo>
                    <a:pt x="49" y="1"/>
                  </a:moveTo>
                  <a:lnTo>
                    <a:pt x="25" y="25"/>
                  </a:lnTo>
                  <a:lnTo>
                    <a:pt x="1" y="73"/>
                  </a:lnTo>
                  <a:lnTo>
                    <a:pt x="25" y="145"/>
                  </a:lnTo>
                  <a:lnTo>
                    <a:pt x="97" y="169"/>
                  </a:lnTo>
                  <a:lnTo>
                    <a:pt x="121" y="169"/>
                  </a:lnTo>
                  <a:lnTo>
                    <a:pt x="145" y="145"/>
                  </a:lnTo>
                  <a:lnTo>
                    <a:pt x="169" y="73"/>
                  </a:lnTo>
                  <a:lnTo>
                    <a:pt x="145"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
            <p:cNvSpPr/>
            <p:nvPr/>
          </p:nvSpPr>
          <p:spPr>
            <a:xfrm>
              <a:off x="1978600" y="2162375"/>
              <a:ext cx="3650" cy="4825"/>
            </a:xfrm>
            <a:custGeom>
              <a:avLst/>
              <a:gdLst/>
              <a:ahLst/>
              <a:cxnLst/>
              <a:rect l="l" t="t" r="r" b="b"/>
              <a:pathLst>
                <a:path w="146" h="193" extrusionOk="0">
                  <a:moveTo>
                    <a:pt x="25" y="0"/>
                  </a:moveTo>
                  <a:lnTo>
                    <a:pt x="1" y="48"/>
                  </a:lnTo>
                  <a:lnTo>
                    <a:pt x="1" y="120"/>
                  </a:lnTo>
                  <a:lnTo>
                    <a:pt x="25" y="169"/>
                  </a:lnTo>
                  <a:lnTo>
                    <a:pt x="73" y="193"/>
                  </a:lnTo>
                  <a:lnTo>
                    <a:pt x="121" y="193"/>
                  </a:lnTo>
                  <a:lnTo>
                    <a:pt x="145" y="169"/>
                  </a:lnTo>
                  <a:lnTo>
                    <a:pt x="145" y="144"/>
                  </a:lnTo>
                  <a:lnTo>
                    <a:pt x="145"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
            <p:cNvSpPr/>
            <p:nvPr/>
          </p:nvSpPr>
          <p:spPr>
            <a:xfrm>
              <a:off x="2012325" y="2155750"/>
              <a:ext cx="5425" cy="4225"/>
            </a:xfrm>
            <a:custGeom>
              <a:avLst/>
              <a:gdLst/>
              <a:ahLst/>
              <a:cxnLst/>
              <a:rect l="l" t="t" r="r" b="b"/>
              <a:pathLst>
                <a:path w="217" h="169" extrusionOk="0">
                  <a:moveTo>
                    <a:pt x="72" y="0"/>
                  </a:moveTo>
                  <a:lnTo>
                    <a:pt x="24" y="24"/>
                  </a:lnTo>
                  <a:lnTo>
                    <a:pt x="0" y="72"/>
                  </a:lnTo>
                  <a:lnTo>
                    <a:pt x="24" y="97"/>
                  </a:lnTo>
                  <a:lnTo>
                    <a:pt x="96" y="169"/>
                  </a:lnTo>
                  <a:lnTo>
                    <a:pt x="169" y="145"/>
                  </a:lnTo>
                  <a:lnTo>
                    <a:pt x="217" y="145"/>
                  </a:lnTo>
                  <a:lnTo>
                    <a:pt x="217" y="97"/>
                  </a:lnTo>
                  <a:lnTo>
                    <a:pt x="217" y="72"/>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
            <p:cNvSpPr/>
            <p:nvPr/>
          </p:nvSpPr>
          <p:spPr>
            <a:xfrm>
              <a:off x="2147125" y="2233975"/>
              <a:ext cx="3625" cy="4850"/>
            </a:xfrm>
            <a:custGeom>
              <a:avLst/>
              <a:gdLst/>
              <a:ahLst/>
              <a:cxnLst/>
              <a:rect l="l" t="t" r="r" b="b"/>
              <a:pathLst>
                <a:path w="145" h="194" extrusionOk="0">
                  <a:moveTo>
                    <a:pt x="97" y="1"/>
                  </a:moveTo>
                  <a:lnTo>
                    <a:pt x="49" y="25"/>
                  </a:lnTo>
                  <a:lnTo>
                    <a:pt x="0" y="97"/>
                  </a:lnTo>
                  <a:lnTo>
                    <a:pt x="0" y="121"/>
                  </a:lnTo>
                  <a:lnTo>
                    <a:pt x="25" y="169"/>
                  </a:lnTo>
                  <a:lnTo>
                    <a:pt x="49" y="193"/>
                  </a:lnTo>
                  <a:lnTo>
                    <a:pt x="73" y="193"/>
                  </a:lnTo>
                  <a:lnTo>
                    <a:pt x="121" y="169"/>
                  </a:lnTo>
                  <a:lnTo>
                    <a:pt x="145" y="97"/>
                  </a:lnTo>
                  <a:lnTo>
                    <a:pt x="145" y="49"/>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
            <p:cNvSpPr/>
            <p:nvPr/>
          </p:nvSpPr>
          <p:spPr>
            <a:xfrm>
              <a:off x="2052025" y="2302000"/>
              <a:ext cx="4850" cy="4825"/>
            </a:xfrm>
            <a:custGeom>
              <a:avLst/>
              <a:gdLst/>
              <a:ahLst/>
              <a:cxnLst/>
              <a:rect l="l" t="t" r="r" b="b"/>
              <a:pathLst>
                <a:path w="194" h="193" extrusionOk="0">
                  <a:moveTo>
                    <a:pt x="121" y="0"/>
                  </a:moveTo>
                  <a:lnTo>
                    <a:pt x="73" y="24"/>
                  </a:lnTo>
                  <a:lnTo>
                    <a:pt x="1" y="96"/>
                  </a:lnTo>
                  <a:lnTo>
                    <a:pt x="1" y="120"/>
                  </a:lnTo>
                  <a:lnTo>
                    <a:pt x="25" y="144"/>
                  </a:lnTo>
                  <a:lnTo>
                    <a:pt x="73" y="193"/>
                  </a:lnTo>
                  <a:lnTo>
                    <a:pt x="145" y="169"/>
                  </a:lnTo>
                  <a:lnTo>
                    <a:pt x="193" y="144"/>
                  </a:lnTo>
                  <a:lnTo>
                    <a:pt x="193" y="48"/>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
            <p:cNvSpPr/>
            <p:nvPr/>
          </p:nvSpPr>
          <p:spPr>
            <a:xfrm>
              <a:off x="1984625" y="2252650"/>
              <a:ext cx="4250" cy="4225"/>
            </a:xfrm>
            <a:custGeom>
              <a:avLst/>
              <a:gdLst/>
              <a:ahLst/>
              <a:cxnLst/>
              <a:rect l="l" t="t" r="r" b="b"/>
              <a:pathLst>
                <a:path w="170" h="169" extrusionOk="0">
                  <a:moveTo>
                    <a:pt x="49" y="0"/>
                  </a:moveTo>
                  <a:lnTo>
                    <a:pt x="1" y="24"/>
                  </a:lnTo>
                  <a:lnTo>
                    <a:pt x="1" y="48"/>
                  </a:lnTo>
                  <a:lnTo>
                    <a:pt x="1" y="72"/>
                  </a:lnTo>
                  <a:lnTo>
                    <a:pt x="25" y="120"/>
                  </a:lnTo>
                  <a:lnTo>
                    <a:pt x="97" y="169"/>
                  </a:lnTo>
                  <a:lnTo>
                    <a:pt x="121" y="169"/>
                  </a:lnTo>
                  <a:lnTo>
                    <a:pt x="145" y="144"/>
                  </a:lnTo>
                  <a:lnTo>
                    <a:pt x="169" y="96"/>
                  </a:lnTo>
                  <a:lnTo>
                    <a:pt x="145"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
            <p:cNvSpPr/>
            <p:nvPr/>
          </p:nvSpPr>
          <p:spPr>
            <a:xfrm>
              <a:off x="2003275" y="2291750"/>
              <a:ext cx="3650" cy="3650"/>
            </a:xfrm>
            <a:custGeom>
              <a:avLst/>
              <a:gdLst/>
              <a:ahLst/>
              <a:cxnLst/>
              <a:rect l="l" t="t" r="r" b="b"/>
              <a:pathLst>
                <a:path w="146" h="146" extrusionOk="0">
                  <a:moveTo>
                    <a:pt x="97" y="1"/>
                  </a:moveTo>
                  <a:lnTo>
                    <a:pt x="49" y="25"/>
                  </a:lnTo>
                  <a:lnTo>
                    <a:pt x="25" y="25"/>
                  </a:lnTo>
                  <a:lnTo>
                    <a:pt x="1" y="73"/>
                  </a:lnTo>
                  <a:lnTo>
                    <a:pt x="1" y="145"/>
                  </a:lnTo>
                  <a:lnTo>
                    <a:pt x="121" y="145"/>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
            <p:cNvSpPr/>
            <p:nvPr/>
          </p:nvSpPr>
          <p:spPr>
            <a:xfrm>
              <a:off x="1987650" y="2293550"/>
              <a:ext cx="3625" cy="3650"/>
            </a:xfrm>
            <a:custGeom>
              <a:avLst/>
              <a:gdLst/>
              <a:ahLst/>
              <a:cxnLst/>
              <a:rect l="l" t="t" r="r" b="b"/>
              <a:pathLst>
                <a:path w="145" h="146" extrusionOk="0">
                  <a:moveTo>
                    <a:pt x="24" y="1"/>
                  </a:moveTo>
                  <a:lnTo>
                    <a:pt x="0" y="49"/>
                  </a:lnTo>
                  <a:lnTo>
                    <a:pt x="24" y="121"/>
                  </a:lnTo>
                  <a:lnTo>
                    <a:pt x="48" y="145"/>
                  </a:lnTo>
                  <a:lnTo>
                    <a:pt x="96" y="145"/>
                  </a:lnTo>
                  <a:lnTo>
                    <a:pt x="120" y="121"/>
                  </a:lnTo>
                  <a:lnTo>
                    <a:pt x="145" y="73"/>
                  </a:lnTo>
                  <a:lnTo>
                    <a:pt x="120"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
            <p:cNvSpPr/>
            <p:nvPr/>
          </p:nvSpPr>
          <p:spPr>
            <a:xfrm>
              <a:off x="2033975" y="2124450"/>
              <a:ext cx="3050" cy="4225"/>
            </a:xfrm>
            <a:custGeom>
              <a:avLst/>
              <a:gdLst/>
              <a:ahLst/>
              <a:cxnLst/>
              <a:rect l="l" t="t" r="r" b="b"/>
              <a:pathLst>
                <a:path w="122" h="169" extrusionOk="0">
                  <a:moveTo>
                    <a:pt x="25" y="0"/>
                  </a:moveTo>
                  <a:lnTo>
                    <a:pt x="1" y="73"/>
                  </a:lnTo>
                  <a:lnTo>
                    <a:pt x="1" y="121"/>
                  </a:lnTo>
                  <a:lnTo>
                    <a:pt x="25" y="145"/>
                  </a:lnTo>
                  <a:lnTo>
                    <a:pt x="49" y="169"/>
                  </a:lnTo>
                  <a:lnTo>
                    <a:pt x="97"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
            <p:cNvSpPr/>
            <p:nvPr/>
          </p:nvSpPr>
          <p:spPr>
            <a:xfrm>
              <a:off x="2029775" y="2144300"/>
              <a:ext cx="4225" cy="4250"/>
            </a:xfrm>
            <a:custGeom>
              <a:avLst/>
              <a:gdLst/>
              <a:ahLst/>
              <a:cxnLst/>
              <a:rect l="l" t="t" r="r" b="b"/>
              <a:pathLst>
                <a:path w="169" h="170" extrusionOk="0">
                  <a:moveTo>
                    <a:pt x="72" y="1"/>
                  </a:moveTo>
                  <a:lnTo>
                    <a:pt x="24" y="25"/>
                  </a:lnTo>
                  <a:lnTo>
                    <a:pt x="0" y="49"/>
                  </a:lnTo>
                  <a:lnTo>
                    <a:pt x="0" y="97"/>
                  </a:lnTo>
                  <a:lnTo>
                    <a:pt x="24" y="121"/>
                  </a:lnTo>
                  <a:lnTo>
                    <a:pt x="24" y="145"/>
                  </a:lnTo>
                  <a:lnTo>
                    <a:pt x="96" y="169"/>
                  </a:lnTo>
                  <a:lnTo>
                    <a:pt x="145" y="145"/>
                  </a:lnTo>
                  <a:lnTo>
                    <a:pt x="169" y="121"/>
                  </a:lnTo>
                  <a:lnTo>
                    <a:pt x="169" y="97"/>
                  </a:lnTo>
                  <a:lnTo>
                    <a:pt x="145" y="49"/>
                  </a:lnTo>
                  <a:lnTo>
                    <a:pt x="145"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
            <p:cNvSpPr/>
            <p:nvPr/>
          </p:nvSpPr>
          <p:spPr>
            <a:xfrm>
              <a:off x="2000875" y="2179825"/>
              <a:ext cx="4250" cy="4225"/>
            </a:xfrm>
            <a:custGeom>
              <a:avLst/>
              <a:gdLst/>
              <a:ahLst/>
              <a:cxnLst/>
              <a:rect l="l" t="t" r="r" b="b"/>
              <a:pathLst>
                <a:path w="170" h="169" extrusionOk="0">
                  <a:moveTo>
                    <a:pt x="73" y="0"/>
                  </a:moveTo>
                  <a:lnTo>
                    <a:pt x="25" y="48"/>
                  </a:lnTo>
                  <a:lnTo>
                    <a:pt x="1" y="96"/>
                  </a:lnTo>
                  <a:lnTo>
                    <a:pt x="25" y="145"/>
                  </a:lnTo>
                  <a:lnTo>
                    <a:pt x="49" y="169"/>
                  </a:lnTo>
                  <a:lnTo>
                    <a:pt x="97" y="169"/>
                  </a:lnTo>
                  <a:lnTo>
                    <a:pt x="145" y="121"/>
                  </a:lnTo>
                  <a:lnTo>
                    <a:pt x="169" y="48"/>
                  </a:lnTo>
                  <a:lnTo>
                    <a:pt x="145" y="24"/>
                  </a:lnTo>
                  <a:lnTo>
                    <a:pt x="12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
            <p:cNvSpPr/>
            <p:nvPr/>
          </p:nvSpPr>
          <p:spPr>
            <a:xfrm>
              <a:off x="2037600" y="2181625"/>
              <a:ext cx="3625" cy="4225"/>
            </a:xfrm>
            <a:custGeom>
              <a:avLst/>
              <a:gdLst/>
              <a:ahLst/>
              <a:cxnLst/>
              <a:rect l="l" t="t" r="r" b="b"/>
              <a:pathLst>
                <a:path w="145" h="169" extrusionOk="0">
                  <a:moveTo>
                    <a:pt x="72" y="0"/>
                  </a:moveTo>
                  <a:lnTo>
                    <a:pt x="24" y="49"/>
                  </a:lnTo>
                  <a:lnTo>
                    <a:pt x="0" y="73"/>
                  </a:lnTo>
                  <a:lnTo>
                    <a:pt x="24" y="121"/>
                  </a:lnTo>
                  <a:lnTo>
                    <a:pt x="48" y="145"/>
                  </a:lnTo>
                  <a:lnTo>
                    <a:pt x="72" y="169"/>
                  </a:lnTo>
                  <a:lnTo>
                    <a:pt x="121" y="169"/>
                  </a:lnTo>
                  <a:lnTo>
                    <a:pt x="145" y="121"/>
                  </a:lnTo>
                  <a:lnTo>
                    <a:pt x="145" y="73"/>
                  </a:lnTo>
                  <a:lnTo>
                    <a:pt x="121" y="49"/>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
            <p:cNvSpPr/>
            <p:nvPr/>
          </p:nvSpPr>
          <p:spPr>
            <a:xfrm>
              <a:off x="2096575" y="2193050"/>
              <a:ext cx="5425" cy="4250"/>
            </a:xfrm>
            <a:custGeom>
              <a:avLst/>
              <a:gdLst/>
              <a:ahLst/>
              <a:cxnLst/>
              <a:rect l="l" t="t" r="r" b="b"/>
              <a:pathLst>
                <a:path w="217" h="170" extrusionOk="0">
                  <a:moveTo>
                    <a:pt x="193" y="1"/>
                  </a:moveTo>
                  <a:lnTo>
                    <a:pt x="121" y="25"/>
                  </a:lnTo>
                  <a:lnTo>
                    <a:pt x="73" y="49"/>
                  </a:lnTo>
                  <a:lnTo>
                    <a:pt x="0" y="169"/>
                  </a:lnTo>
                  <a:lnTo>
                    <a:pt x="73" y="145"/>
                  </a:lnTo>
                  <a:lnTo>
                    <a:pt x="145" y="121"/>
                  </a:lnTo>
                  <a:lnTo>
                    <a:pt x="193" y="73"/>
                  </a:lnTo>
                  <a:lnTo>
                    <a:pt x="217" y="49"/>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
            <p:cNvSpPr/>
            <p:nvPr/>
          </p:nvSpPr>
          <p:spPr>
            <a:xfrm>
              <a:off x="1988250" y="2172000"/>
              <a:ext cx="4225" cy="4225"/>
            </a:xfrm>
            <a:custGeom>
              <a:avLst/>
              <a:gdLst/>
              <a:ahLst/>
              <a:cxnLst/>
              <a:rect l="l" t="t" r="r" b="b"/>
              <a:pathLst>
                <a:path w="169" h="169" extrusionOk="0">
                  <a:moveTo>
                    <a:pt x="0" y="0"/>
                  </a:moveTo>
                  <a:lnTo>
                    <a:pt x="0" y="24"/>
                  </a:lnTo>
                  <a:lnTo>
                    <a:pt x="0" y="48"/>
                  </a:lnTo>
                  <a:lnTo>
                    <a:pt x="48" y="121"/>
                  </a:lnTo>
                  <a:lnTo>
                    <a:pt x="121" y="169"/>
                  </a:lnTo>
                  <a:lnTo>
                    <a:pt x="145" y="169"/>
                  </a:lnTo>
                  <a:lnTo>
                    <a:pt x="169" y="121"/>
                  </a:lnTo>
                  <a:lnTo>
                    <a:pt x="121"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
            <p:cNvSpPr/>
            <p:nvPr/>
          </p:nvSpPr>
          <p:spPr>
            <a:xfrm>
              <a:off x="1999675" y="2244825"/>
              <a:ext cx="3025" cy="3625"/>
            </a:xfrm>
            <a:custGeom>
              <a:avLst/>
              <a:gdLst/>
              <a:ahLst/>
              <a:cxnLst/>
              <a:rect l="l" t="t" r="r" b="b"/>
              <a:pathLst>
                <a:path w="121" h="145" extrusionOk="0">
                  <a:moveTo>
                    <a:pt x="97" y="0"/>
                  </a:moveTo>
                  <a:lnTo>
                    <a:pt x="25" y="24"/>
                  </a:lnTo>
                  <a:lnTo>
                    <a:pt x="1" y="72"/>
                  </a:lnTo>
                  <a:lnTo>
                    <a:pt x="25" y="96"/>
                  </a:lnTo>
                  <a:lnTo>
                    <a:pt x="49" y="144"/>
                  </a:lnTo>
                  <a:lnTo>
                    <a:pt x="121" y="144"/>
                  </a:lnTo>
                  <a:lnTo>
                    <a:pt x="121" y="96"/>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
            <p:cNvSpPr/>
            <p:nvPr/>
          </p:nvSpPr>
          <p:spPr>
            <a:xfrm>
              <a:off x="2074300" y="2235175"/>
              <a:ext cx="3025" cy="4850"/>
            </a:xfrm>
            <a:custGeom>
              <a:avLst/>
              <a:gdLst/>
              <a:ahLst/>
              <a:cxnLst/>
              <a:rect l="l" t="t" r="r" b="b"/>
              <a:pathLst>
                <a:path w="121" h="194" extrusionOk="0">
                  <a:moveTo>
                    <a:pt x="25" y="1"/>
                  </a:moveTo>
                  <a:lnTo>
                    <a:pt x="1" y="49"/>
                  </a:lnTo>
                  <a:lnTo>
                    <a:pt x="1" y="121"/>
                  </a:lnTo>
                  <a:lnTo>
                    <a:pt x="49" y="169"/>
                  </a:lnTo>
                  <a:lnTo>
                    <a:pt x="73" y="193"/>
                  </a:lnTo>
                  <a:lnTo>
                    <a:pt x="121" y="169"/>
                  </a:lnTo>
                  <a:lnTo>
                    <a:pt x="121" y="145"/>
                  </a:lnTo>
                  <a:lnTo>
                    <a:pt x="121" y="73"/>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
            <p:cNvSpPr/>
            <p:nvPr/>
          </p:nvSpPr>
          <p:spPr>
            <a:xfrm>
              <a:off x="2051425" y="2137700"/>
              <a:ext cx="3650" cy="3625"/>
            </a:xfrm>
            <a:custGeom>
              <a:avLst/>
              <a:gdLst/>
              <a:ahLst/>
              <a:cxnLst/>
              <a:rect l="l" t="t" r="r" b="b"/>
              <a:pathLst>
                <a:path w="146" h="145" extrusionOk="0">
                  <a:moveTo>
                    <a:pt x="49" y="0"/>
                  </a:moveTo>
                  <a:lnTo>
                    <a:pt x="1" y="48"/>
                  </a:lnTo>
                  <a:lnTo>
                    <a:pt x="1" y="72"/>
                  </a:lnTo>
                  <a:lnTo>
                    <a:pt x="1" y="96"/>
                  </a:lnTo>
                  <a:lnTo>
                    <a:pt x="49" y="144"/>
                  </a:lnTo>
                  <a:lnTo>
                    <a:pt x="121" y="120"/>
                  </a:lnTo>
                  <a:lnTo>
                    <a:pt x="145" y="72"/>
                  </a:lnTo>
                  <a:lnTo>
                    <a:pt x="121"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
            <p:cNvSpPr/>
            <p:nvPr/>
          </p:nvSpPr>
          <p:spPr>
            <a:xfrm>
              <a:off x="2019525" y="2223750"/>
              <a:ext cx="3050" cy="4250"/>
            </a:xfrm>
            <a:custGeom>
              <a:avLst/>
              <a:gdLst/>
              <a:ahLst/>
              <a:cxnLst/>
              <a:rect l="l" t="t" r="r" b="b"/>
              <a:pathLst>
                <a:path w="122" h="170" extrusionOk="0">
                  <a:moveTo>
                    <a:pt x="73" y="0"/>
                  </a:moveTo>
                  <a:lnTo>
                    <a:pt x="25" y="25"/>
                  </a:lnTo>
                  <a:lnTo>
                    <a:pt x="1" y="49"/>
                  </a:lnTo>
                  <a:lnTo>
                    <a:pt x="1" y="121"/>
                  </a:lnTo>
                  <a:lnTo>
                    <a:pt x="49" y="145"/>
                  </a:lnTo>
                  <a:lnTo>
                    <a:pt x="73" y="169"/>
                  </a:lnTo>
                  <a:lnTo>
                    <a:pt x="73"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
            <p:cNvSpPr/>
            <p:nvPr/>
          </p:nvSpPr>
          <p:spPr>
            <a:xfrm>
              <a:off x="2043000" y="2252025"/>
              <a:ext cx="4250" cy="3650"/>
            </a:xfrm>
            <a:custGeom>
              <a:avLst/>
              <a:gdLst/>
              <a:ahLst/>
              <a:cxnLst/>
              <a:rect l="l" t="t" r="r" b="b"/>
              <a:pathLst>
                <a:path w="170" h="146" extrusionOk="0">
                  <a:moveTo>
                    <a:pt x="73" y="1"/>
                  </a:moveTo>
                  <a:lnTo>
                    <a:pt x="25" y="49"/>
                  </a:lnTo>
                  <a:lnTo>
                    <a:pt x="1" y="97"/>
                  </a:lnTo>
                  <a:lnTo>
                    <a:pt x="25" y="121"/>
                  </a:lnTo>
                  <a:lnTo>
                    <a:pt x="49" y="145"/>
                  </a:lnTo>
                  <a:lnTo>
                    <a:pt x="97" y="145"/>
                  </a:lnTo>
                  <a:lnTo>
                    <a:pt x="145" y="97"/>
                  </a:lnTo>
                  <a:lnTo>
                    <a:pt x="169"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
            <p:cNvSpPr/>
            <p:nvPr/>
          </p:nvSpPr>
          <p:spPr>
            <a:xfrm>
              <a:off x="2012925" y="2342900"/>
              <a:ext cx="3625" cy="3650"/>
            </a:xfrm>
            <a:custGeom>
              <a:avLst/>
              <a:gdLst/>
              <a:ahLst/>
              <a:cxnLst/>
              <a:rect l="l" t="t" r="r" b="b"/>
              <a:pathLst>
                <a:path w="145" h="146" extrusionOk="0">
                  <a:moveTo>
                    <a:pt x="72" y="1"/>
                  </a:moveTo>
                  <a:lnTo>
                    <a:pt x="24" y="25"/>
                  </a:lnTo>
                  <a:lnTo>
                    <a:pt x="24" y="49"/>
                  </a:lnTo>
                  <a:lnTo>
                    <a:pt x="0" y="97"/>
                  </a:lnTo>
                  <a:lnTo>
                    <a:pt x="24" y="145"/>
                  </a:lnTo>
                  <a:lnTo>
                    <a:pt x="96" y="145"/>
                  </a:lnTo>
                  <a:lnTo>
                    <a:pt x="145" y="121"/>
                  </a:lnTo>
                  <a:lnTo>
                    <a:pt x="145" y="73"/>
                  </a:lnTo>
                  <a:lnTo>
                    <a:pt x="121"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
            <p:cNvSpPr/>
            <p:nvPr/>
          </p:nvSpPr>
          <p:spPr>
            <a:xfrm>
              <a:off x="2083325" y="2210500"/>
              <a:ext cx="3050" cy="3650"/>
            </a:xfrm>
            <a:custGeom>
              <a:avLst/>
              <a:gdLst/>
              <a:ahLst/>
              <a:cxnLst/>
              <a:rect l="l" t="t" r="r" b="b"/>
              <a:pathLst>
                <a:path w="122" h="146" extrusionOk="0">
                  <a:moveTo>
                    <a:pt x="25" y="1"/>
                  </a:moveTo>
                  <a:lnTo>
                    <a:pt x="1" y="49"/>
                  </a:lnTo>
                  <a:lnTo>
                    <a:pt x="1" y="73"/>
                  </a:lnTo>
                  <a:lnTo>
                    <a:pt x="1" y="121"/>
                  </a:lnTo>
                  <a:lnTo>
                    <a:pt x="25" y="145"/>
                  </a:lnTo>
                  <a:lnTo>
                    <a:pt x="97" y="145"/>
                  </a:lnTo>
                  <a:lnTo>
                    <a:pt x="121"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
            <p:cNvSpPr/>
            <p:nvPr/>
          </p:nvSpPr>
          <p:spPr>
            <a:xfrm>
              <a:off x="1940700" y="2197875"/>
              <a:ext cx="3025" cy="3625"/>
            </a:xfrm>
            <a:custGeom>
              <a:avLst/>
              <a:gdLst/>
              <a:ahLst/>
              <a:cxnLst/>
              <a:rect l="l" t="t" r="r" b="b"/>
              <a:pathLst>
                <a:path w="121" h="145" extrusionOk="0">
                  <a:moveTo>
                    <a:pt x="73" y="0"/>
                  </a:moveTo>
                  <a:lnTo>
                    <a:pt x="24" y="24"/>
                  </a:lnTo>
                  <a:lnTo>
                    <a:pt x="0" y="73"/>
                  </a:lnTo>
                  <a:lnTo>
                    <a:pt x="0" y="97"/>
                  </a:lnTo>
                  <a:lnTo>
                    <a:pt x="0" y="121"/>
                  </a:lnTo>
                  <a:lnTo>
                    <a:pt x="48" y="145"/>
                  </a:lnTo>
                  <a:lnTo>
                    <a:pt x="97" y="145"/>
                  </a:lnTo>
                  <a:lnTo>
                    <a:pt x="121" y="121"/>
                  </a:lnTo>
                  <a:lnTo>
                    <a:pt x="121" y="73"/>
                  </a:lnTo>
                  <a:lnTo>
                    <a:pt x="121"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
            <p:cNvSpPr/>
            <p:nvPr/>
          </p:nvSpPr>
          <p:spPr>
            <a:xfrm>
              <a:off x="2000275" y="2276700"/>
              <a:ext cx="4850" cy="3050"/>
            </a:xfrm>
            <a:custGeom>
              <a:avLst/>
              <a:gdLst/>
              <a:ahLst/>
              <a:cxnLst/>
              <a:rect l="l" t="t" r="r" b="b"/>
              <a:pathLst>
                <a:path w="194" h="122" extrusionOk="0">
                  <a:moveTo>
                    <a:pt x="49" y="1"/>
                  </a:moveTo>
                  <a:lnTo>
                    <a:pt x="1" y="49"/>
                  </a:lnTo>
                  <a:lnTo>
                    <a:pt x="1" y="73"/>
                  </a:lnTo>
                  <a:lnTo>
                    <a:pt x="25" y="97"/>
                  </a:lnTo>
                  <a:lnTo>
                    <a:pt x="97" y="121"/>
                  </a:lnTo>
                  <a:lnTo>
                    <a:pt x="193" y="97"/>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
            <p:cNvSpPr/>
            <p:nvPr/>
          </p:nvSpPr>
          <p:spPr>
            <a:xfrm>
              <a:off x="2120050" y="2191250"/>
              <a:ext cx="3025" cy="4250"/>
            </a:xfrm>
            <a:custGeom>
              <a:avLst/>
              <a:gdLst/>
              <a:ahLst/>
              <a:cxnLst/>
              <a:rect l="l" t="t" r="r" b="b"/>
              <a:pathLst>
                <a:path w="121" h="170" extrusionOk="0">
                  <a:moveTo>
                    <a:pt x="72" y="1"/>
                  </a:moveTo>
                  <a:lnTo>
                    <a:pt x="24" y="25"/>
                  </a:lnTo>
                  <a:lnTo>
                    <a:pt x="0" y="49"/>
                  </a:lnTo>
                  <a:lnTo>
                    <a:pt x="0" y="97"/>
                  </a:lnTo>
                  <a:lnTo>
                    <a:pt x="0" y="145"/>
                  </a:lnTo>
                  <a:lnTo>
                    <a:pt x="24" y="169"/>
                  </a:lnTo>
                  <a:lnTo>
                    <a:pt x="96" y="169"/>
                  </a:lnTo>
                  <a:lnTo>
                    <a:pt x="96" y="121"/>
                  </a:lnTo>
                  <a:lnTo>
                    <a:pt x="121" y="73"/>
                  </a:lnTo>
                  <a:lnTo>
                    <a:pt x="96"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
            <p:cNvSpPr/>
            <p:nvPr/>
          </p:nvSpPr>
          <p:spPr>
            <a:xfrm>
              <a:off x="2014125" y="2188250"/>
              <a:ext cx="3025" cy="4225"/>
            </a:xfrm>
            <a:custGeom>
              <a:avLst/>
              <a:gdLst/>
              <a:ahLst/>
              <a:cxnLst/>
              <a:rect l="l" t="t" r="r" b="b"/>
              <a:pathLst>
                <a:path w="121" h="169" extrusionOk="0">
                  <a:moveTo>
                    <a:pt x="48" y="0"/>
                  </a:moveTo>
                  <a:lnTo>
                    <a:pt x="24" y="24"/>
                  </a:lnTo>
                  <a:lnTo>
                    <a:pt x="0" y="72"/>
                  </a:lnTo>
                  <a:lnTo>
                    <a:pt x="0" y="121"/>
                  </a:lnTo>
                  <a:lnTo>
                    <a:pt x="24" y="169"/>
                  </a:lnTo>
                  <a:lnTo>
                    <a:pt x="73" y="169"/>
                  </a:lnTo>
                  <a:lnTo>
                    <a:pt x="97" y="145"/>
                  </a:lnTo>
                  <a:lnTo>
                    <a:pt x="121"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
            <p:cNvSpPr/>
            <p:nvPr/>
          </p:nvSpPr>
          <p:spPr>
            <a:xfrm>
              <a:off x="2094175" y="2245425"/>
              <a:ext cx="3025" cy="4225"/>
            </a:xfrm>
            <a:custGeom>
              <a:avLst/>
              <a:gdLst/>
              <a:ahLst/>
              <a:cxnLst/>
              <a:rect l="l" t="t" r="r" b="b"/>
              <a:pathLst>
                <a:path w="121" h="169" extrusionOk="0">
                  <a:moveTo>
                    <a:pt x="72" y="0"/>
                  </a:moveTo>
                  <a:lnTo>
                    <a:pt x="24" y="24"/>
                  </a:lnTo>
                  <a:lnTo>
                    <a:pt x="0" y="72"/>
                  </a:lnTo>
                  <a:lnTo>
                    <a:pt x="24" y="145"/>
                  </a:lnTo>
                  <a:lnTo>
                    <a:pt x="48" y="169"/>
                  </a:lnTo>
                  <a:lnTo>
                    <a:pt x="96" y="145"/>
                  </a:lnTo>
                  <a:lnTo>
                    <a:pt x="120" y="96"/>
                  </a:lnTo>
                  <a:lnTo>
                    <a:pt x="120" y="48"/>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
            <p:cNvSpPr/>
            <p:nvPr/>
          </p:nvSpPr>
          <p:spPr>
            <a:xfrm>
              <a:off x="2052625" y="2259850"/>
              <a:ext cx="3650" cy="3050"/>
            </a:xfrm>
            <a:custGeom>
              <a:avLst/>
              <a:gdLst/>
              <a:ahLst/>
              <a:cxnLst/>
              <a:rect l="l" t="t" r="r" b="b"/>
              <a:pathLst>
                <a:path w="146" h="122" extrusionOk="0">
                  <a:moveTo>
                    <a:pt x="73" y="1"/>
                  </a:moveTo>
                  <a:lnTo>
                    <a:pt x="49" y="25"/>
                  </a:lnTo>
                  <a:lnTo>
                    <a:pt x="1" y="49"/>
                  </a:lnTo>
                  <a:lnTo>
                    <a:pt x="1" y="73"/>
                  </a:lnTo>
                  <a:lnTo>
                    <a:pt x="25" y="97"/>
                  </a:lnTo>
                  <a:lnTo>
                    <a:pt x="73" y="121"/>
                  </a:lnTo>
                  <a:lnTo>
                    <a:pt x="121" y="97"/>
                  </a:lnTo>
                  <a:lnTo>
                    <a:pt x="145" y="49"/>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
            <p:cNvSpPr/>
            <p:nvPr/>
          </p:nvSpPr>
          <p:spPr>
            <a:xfrm>
              <a:off x="2051425" y="2373600"/>
              <a:ext cx="3050" cy="2425"/>
            </a:xfrm>
            <a:custGeom>
              <a:avLst/>
              <a:gdLst/>
              <a:ahLst/>
              <a:cxnLst/>
              <a:rect l="l" t="t" r="r" b="b"/>
              <a:pathLst>
                <a:path w="122" h="97" extrusionOk="0">
                  <a:moveTo>
                    <a:pt x="73" y="1"/>
                  </a:moveTo>
                  <a:lnTo>
                    <a:pt x="25" y="25"/>
                  </a:lnTo>
                  <a:lnTo>
                    <a:pt x="1" y="49"/>
                  </a:lnTo>
                  <a:lnTo>
                    <a:pt x="25" y="97"/>
                  </a:lnTo>
                  <a:lnTo>
                    <a:pt x="97" y="97"/>
                  </a:lnTo>
                  <a:lnTo>
                    <a:pt x="121"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
            <p:cNvSpPr/>
            <p:nvPr/>
          </p:nvSpPr>
          <p:spPr>
            <a:xfrm>
              <a:off x="1994250" y="2134675"/>
              <a:ext cx="3050" cy="2425"/>
            </a:xfrm>
            <a:custGeom>
              <a:avLst/>
              <a:gdLst/>
              <a:ahLst/>
              <a:cxnLst/>
              <a:rect l="l" t="t" r="r" b="b"/>
              <a:pathLst>
                <a:path w="122" h="97" extrusionOk="0">
                  <a:moveTo>
                    <a:pt x="1" y="1"/>
                  </a:moveTo>
                  <a:lnTo>
                    <a:pt x="1" y="49"/>
                  </a:lnTo>
                  <a:lnTo>
                    <a:pt x="25" y="97"/>
                  </a:lnTo>
                  <a:lnTo>
                    <a:pt x="121" y="97"/>
                  </a:lnTo>
                  <a:lnTo>
                    <a:pt x="121" y="73"/>
                  </a:lnTo>
                  <a:lnTo>
                    <a:pt x="97"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
            <p:cNvSpPr/>
            <p:nvPr/>
          </p:nvSpPr>
          <p:spPr>
            <a:xfrm>
              <a:off x="2033975" y="2134675"/>
              <a:ext cx="3650" cy="3050"/>
            </a:xfrm>
            <a:custGeom>
              <a:avLst/>
              <a:gdLst/>
              <a:ahLst/>
              <a:cxnLst/>
              <a:rect l="l" t="t" r="r" b="b"/>
              <a:pathLst>
                <a:path w="146" h="122" extrusionOk="0">
                  <a:moveTo>
                    <a:pt x="49" y="1"/>
                  </a:moveTo>
                  <a:lnTo>
                    <a:pt x="1" y="25"/>
                  </a:lnTo>
                  <a:lnTo>
                    <a:pt x="1" y="73"/>
                  </a:lnTo>
                  <a:lnTo>
                    <a:pt x="25" y="97"/>
                  </a:lnTo>
                  <a:lnTo>
                    <a:pt x="49" y="121"/>
                  </a:lnTo>
                  <a:lnTo>
                    <a:pt x="121" y="121"/>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
            <p:cNvSpPr/>
            <p:nvPr/>
          </p:nvSpPr>
          <p:spPr>
            <a:xfrm>
              <a:off x="2005100" y="2137700"/>
              <a:ext cx="3025" cy="3625"/>
            </a:xfrm>
            <a:custGeom>
              <a:avLst/>
              <a:gdLst/>
              <a:ahLst/>
              <a:cxnLst/>
              <a:rect l="l" t="t" r="r" b="b"/>
              <a:pathLst>
                <a:path w="121" h="145" extrusionOk="0">
                  <a:moveTo>
                    <a:pt x="48" y="0"/>
                  </a:moveTo>
                  <a:lnTo>
                    <a:pt x="0" y="24"/>
                  </a:lnTo>
                  <a:lnTo>
                    <a:pt x="0" y="72"/>
                  </a:lnTo>
                  <a:lnTo>
                    <a:pt x="0" y="120"/>
                  </a:lnTo>
                  <a:lnTo>
                    <a:pt x="48" y="144"/>
                  </a:lnTo>
                  <a:lnTo>
                    <a:pt x="96" y="144"/>
                  </a:lnTo>
                  <a:lnTo>
                    <a:pt x="121" y="120"/>
                  </a:lnTo>
                  <a:lnTo>
                    <a:pt x="121" y="72"/>
                  </a:lnTo>
                  <a:lnTo>
                    <a:pt x="96"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
            <p:cNvSpPr/>
            <p:nvPr/>
          </p:nvSpPr>
          <p:spPr>
            <a:xfrm>
              <a:off x="2133275" y="2167775"/>
              <a:ext cx="3050" cy="3650"/>
            </a:xfrm>
            <a:custGeom>
              <a:avLst/>
              <a:gdLst/>
              <a:ahLst/>
              <a:cxnLst/>
              <a:rect l="l" t="t" r="r" b="b"/>
              <a:pathLst>
                <a:path w="122" h="146" extrusionOk="0">
                  <a:moveTo>
                    <a:pt x="49" y="1"/>
                  </a:moveTo>
                  <a:lnTo>
                    <a:pt x="25" y="25"/>
                  </a:lnTo>
                  <a:lnTo>
                    <a:pt x="1" y="49"/>
                  </a:lnTo>
                  <a:lnTo>
                    <a:pt x="1" y="97"/>
                  </a:lnTo>
                  <a:lnTo>
                    <a:pt x="73" y="145"/>
                  </a:lnTo>
                  <a:lnTo>
                    <a:pt x="97" y="121"/>
                  </a:lnTo>
                  <a:lnTo>
                    <a:pt x="121" y="121"/>
                  </a:lnTo>
                  <a:lnTo>
                    <a:pt x="97"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
            <p:cNvSpPr/>
            <p:nvPr/>
          </p:nvSpPr>
          <p:spPr>
            <a:xfrm>
              <a:off x="2011725" y="2258050"/>
              <a:ext cx="3025" cy="3050"/>
            </a:xfrm>
            <a:custGeom>
              <a:avLst/>
              <a:gdLst/>
              <a:ahLst/>
              <a:cxnLst/>
              <a:rect l="l" t="t" r="r" b="b"/>
              <a:pathLst>
                <a:path w="121" h="122" extrusionOk="0">
                  <a:moveTo>
                    <a:pt x="48" y="1"/>
                  </a:moveTo>
                  <a:lnTo>
                    <a:pt x="24" y="25"/>
                  </a:lnTo>
                  <a:lnTo>
                    <a:pt x="0" y="73"/>
                  </a:lnTo>
                  <a:lnTo>
                    <a:pt x="24" y="121"/>
                  </a:lnTo>
                  <a:lnTo>
                    <a:pt x="72" y="121"/>
                  </a:lnTo>
                  <a:lnTo>
                    <a:pt x="120" y="97"/>
                  </a:lnTo>
                  <a:lnTo>
                    <a:pt x="120" y="49"/>
                  </a:lnTo>
                  <a:lnTo>
                    <a:pt x="96"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
            <p:cNvSpPr/>
            <p:nvPr/>
          </p:nvSpPr>
          <p:spPr>
            <a:xfrm>
              <a:off x="2112225" y="2256250"/>
              <a:ext cx="3025" cy="2425"/>
            </a:xfrm>
            <a:custGeom>
              <a:avLst/>
              <a:gdLst/>
              <a:ahLst/>
              <a:cxnLst/>
              <a:rect l="l" t="t" r="r" b="b"/>
              <a:pathLst>
                <a:path w="121" h="97" extrusionOk="0">
                  <a:moveTo>
                    <a:pt x="48" y="0"/>
                  </a:moveTo>
                  <a:lnTo>
                    <a:pt x="24" y="25"/>
                  </a:lnTo>
                  <a:lnTo>
                    <a:pt x="0" y="49"/>
                  </a:lnTo>
                  <a:lnTo>
                    <a:pt x="0" y="97"/>
                  </a:lnTo>
                  <a:lnTo>
                    <a:pt x="97" y="97"/>
                  </a:lnTo>
                  <a:lnTo>
                    <a:pt x="121" y="49"/>
                  </a:lnTo>
                  <a:lnTo>
                    <a:pt x="97" y="25"/>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
            <p:cNvSpPr/>
            <p:nvPr/>
          </p:nvSpPr>
          <p:spPr>
            <a:xfrm>
              <a:off x="2129075" y="2193050"/>
              <a:ext cx="3025" cy="3050"/>
            </a:xfrm>
            <a:custGeom>
              <a:avLst/>
              <a:gdLst/>
              <a:ahLst/>
              <a:cxnLst/>
              <a:rect l="l" t="t" r="r" b="b"/>
              <a:pathLst>
                <a:path w="121" h="122" extrusionOk="0">
                  <a:moveTo>
                    <a:pt x="48" y="1"/>
                  </a:moveTo>
                  <a:lnTo>
                    <a:pt x="0" y="25"/>
                  </a:lnTo>
                  <a:lnTo>
                    <a:pt x="0" y="73"/>
                  </a:lnTo>
                  <a:lnTo>
                    <a:pt x="24" y="97"/>
                  </a:lnTo>
                  <a:lnTo>
                    <a:pt x="73" y="121"/>
                  </a:lnTo>
                  <a:lnTo>
                    <a:pt x="121" y="97"/>
                  </a:lnTo>
                  <a:lnTo>
                    <a:pt x="121" y="49"/>
                  </a:lnTo>
                  <a:lnTo>
                    <a:pt x="97"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
            <p:cNvSpPr/>
            <p:nvPr/>
          </p:nvSpPr>
          <p:spPr>
            <a:xfrm>
              <a:off x="1965375" y="2152725"/>
              <a:ext cx="2425" cy="3050"/>
            </a:xfrm>
            <a:custGeom>
              <a:avLst/>
              <a:gdLst/>
              <a:ahLst/>
              <a:cxnLst/>
              <a:rect l="l" t="t" r="r" b="b"/>
              <a:pathLst>
                <a:path w="97" h="122" extrusionOk="0">
                  <a:moveTo>
                    <a:pt x="24" y="1"/>
                  </a:moveTo>
                  <a:lnTo>
                    <a:pt x="0" y="49"/>
                  </a:lnTo>
                  <a:lnTo>
                    <a:pt x="24" y="97"/>
                  </a:lnTo>
                  <a:lnTo>
                    <a:pt x="49" y="121"/>
                  </a:lnTo>
                  <a:lnTo>
                    <a:pt x="73" y="121"/>
                  </a:lnTo>
                  <a:lnTo>
                    <a:pt x="97" y="73"/>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
            <p:cNvSpPr/>
            <p:nvPr/>
          </p:nvSpPr>
          <p:spPr>
            <a:xfrm>
              <a:off x="2085750" y="2293550"/>
              <a:ext cx="3025" cy="3050"/>
            </a:xfrm>
            <a:custGeom>
              <a:avLst/>
              <a:gdLst/>
              <a:ahLst/>
              <a:cxnLst/>
              <a:rect l="l" t="t" r="r" b="b"/>
              <a:pathLst>
                <a:path w="121" h="122" extrusionOk="0">
                  <a:moveTo>
                    <a:pt x="0" y="1"/>
                  </a:moveTo>
                  <a:lnTo>
                    <a:pt x="0" y="49"/>
                  </a:lnTo>
                  <a:lnTo>
                    <a:pt x="48" y="97"/>
                  </a:lnTo>
                  <a:lnTo>
                    <a:pt x="72" y="121"/>
                  </a:lnTo>
                  <a:lnTo>
                    <a:pt x="96" y="97"/>
                  </a:lnTo>
                  <a:lnTo>
                    <a:pt x="120" y="73"/>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
            <p:cNvSpPr/>
            <p:nvPr/>
          </p:nvSpPr>
          <p:spPr>
            <a:xfrm>
              <a:off x="2073100" y="2267675"/>
              <a:ext cx="2425" cy="2450"/>
            </a:xfrm>
            <a:custGeom>
              <a:avLst/>
              <a:gdLst/>
              <a:ahLst/>
              <a:cxnLst/>
              <a:rect l="l" t="t" r="r" b="b"/>
              <a:pathLst>
                <a:path w="97" h="98" extrusionOk="0">
                  <a:moveTo>
                    <a:pt x="49" y="1"/>
                  </a:moveTo>
                  <a:lnTo>
                    <a:pt x="25" y="25"/>
                  </a:lnTo>
                  <a:lnTo>
                    <a:pt x="0" y="49"/>
                  </a:lnTo>
                  <a:lnTo>
                    <a:pt x="0" y="73"/>
                  </a:lnTo>
                  <a:lnTo>
                    <a:pt x="49" y="97"/>
                  </a:lnTo>
                  <a:lnTo>
                    <a:pt x="73" y="97"/>
                  </a:lnTo>
                  <a:lnTo>
                    <a:pt x="97" y="49"/>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
            <p:cNvSpPr/>
            <p:nvPr/>
          </p:nvSpPr>
          <p:spPr>
            <a:xfrm>
              <a:off x="2075500" y="2203300"/>
              <a:ext cx="3050" cy="2425"/>
            </a:xfrm>
            <a:custGeom>
              <a:avLst/>
              <a:gdLst/>
              <a:ahLst/>
              <a:cxnLst/>
              <a:rect l="l" t="t" r="r" b="b"/>
              <a:pathLst>
                <a:path w="122" h="97" extrusionOk="0">
                  <a:moveTo>
                    <a:pt x="49" y="0"/>
                  </a:moveTo>
                  <a:lnTo>
                    <a:pt x="1" y="24"/>
                  </a:lnTo>
                  <a:lnTo>
                    <a:pt x="1" y="48"/>
                  </a:lnTo>
                  <a:lnTo>
                    <a:pt x="25" y="72"/>
                  </a:lnTo>
                  <a:lnTo>
                    <a:pt x="49" y="96"/>
                  </a:lnTo>
                  <a:lnTo>
                    <a:pt x="97" y="72"/>
                  </a:lnTo>
                  <a:lnTo>
                    <a:pt x="121"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
            <p:cNvSpPr/>
            <p:nvPr/>
          </p:nvSpPr>
          <p:spPr>
            <a:xfrm>
              <a:off x="1944300" y="2209900"/>
              <a:ext cx="2450" cy="3050"/>
            </a:xfrm>
            <a:custGeom>
              <a:avLst/>
              <a:gdLst/>
              <a:ahLst/>
              <a:cxnLst/>
              <a:rect l="l" t="t" r="r" b="b"/>
              <a:pathLst>
                <a:path w="98" h="122" extrusionOk="0">
                  <a:moveTo>
                    <a:pt x="49" y="1"/>
                  </a:moveTo>
                  <a:lnTo>
                    <a:pt x="1" y="25"/>
                  </a:lnTo>
                  <a:lnTo>
                    <a:pt x="1" y="73"/>
                  </a:lnTo>
                  <a:lnTo>
                    <a:pt x="25" y="97"/>
                  </a:lnTo>
                  <a:lnTo>
                    <a:pt x="73" y="121"/>
                  </a:lnTo>
                  <a:lnTo>
                    <a:pt x="97" y="97"/>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
            <p:cNvSpPr/>
            <p:nvPr/>
          </p:nvSpPr>
          <p:spPr>
            <a:xfrm>
              <a:off x="2014125" y="2136475"/>
              <a:ext cx="2425" cy="3050"/>
            </a:xfrm>
            <a:custGeom>
              <a:avLst/>
              <a:gdLst/>
              <a:ahLst/>
              <a:cxnLst/>
              <a:rect l="l" t="t" r="r" b="b"/>
              <a:pathLst>
                <a:path w="97" h="122" extrusionOk="0">
                  <a:moveTo>
                    <a:pt x="24" y="1"/>
                  </a:moveTo>
                  <a:lnTo>
                    <a:pt x="0" y="25"/>
                  </a:lnTo>
                  <a:lnTo>
                    <a:pt x="0" y="73"/>
                  </a:lnTo>
                  <a:lnTo>
                    <a:pt x="24" y="121"/>
                  </a:lnTo>
                  <a:lnTo>
                    <a:pt x="48" y="97"/>
                  </a:lnTo>
                  <a:lnTo>
                    <a:pt x="97"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
            <p:cNvSpPr/>
            <p:nvPr/>
          </p:nvSpPr>
          <p:spPr>
            <a:xfrm>
              <a:off x="2099575" y="2264675"/>
              <a:ext cx="2425" cy="2425"/>
            </a:xfrm>
            <a:custGeom>
              <a:avLst/>
              <a:gdLst/>
              <a:ahLst/>
              <a:cxnLst/>
              <a:rect l="l" t="t" r="r" b="b"/>
              <a:pathLst>
                <a:path w="97" h="97" extrusionOk="0">
                  <a:moveTo>
                    <a:pt x="25" y="0"/>
                  </a:moveTo>
                  <a:lnTo>
                    <a:pt x="1" y="25"/>
                  </a:lnTo>
                  <a:lnTo>
                    <a:pt x="1" y="73"/>
                  </a:lnTo>
                  <a:lnTo>
                    <a:pt x="25" y="97"/>
                  </a:lnTo>
                  <a:lnTo>
                    <a:pt x="49" y="97"/>
                  </a:lnTo>
                  <a:lnTo>
                    <a:pt x="97" y="73"/>
                  </a:lnTo>
                  <a:lnTo>
                    <a:pt x="97"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
            <p:cNvSpPr/>
            <p:nvPr/>
          </p:nvSpPr>
          <p:spPr>
            <a:xfrm>
              <a:off x="2014725" y="2224350"/>
              <a:ext cx="2425" cy="3025"/>
            </a:xfrm>
            <a:custGeom>
              <a:avLst/>
              <a:gdLst/>
              <a:ahLst/>
              <a:cxnLst/>
              <a:rect l="l" t="t" r="r" b="b"/>
              <a:pathLst>
                <a:path w="97" h="121" extrusionOk="0">
                  <a:moveTo>
                    <a:pt x="49" y="1"/>
                  </a:moveTo>
                  <a:lnTo>
                    <a:pt x="0" y="25"/>
                  </a:lnTo>
                  <a:lnTo>
                    <a:pt x="0" y="49"/>
                  </a:lnTo>
                  <a:lnTo>
                    <a:pt x="0" y="97"/>
                  </a:lnTo>
                  <a:lnTo>
                    <a:pt x="49" y="121"/>
                  </a:lnTo>
                  <a:lnTo>
                    <a:pt x="97"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
            <p:cNvSpPr/>
            <p:nvPr/>
          </p:nvSpPr>
          <p:spPr>
            <a:xfrm>
              <a:off x="2069500" y="2224350"/>
              <a:ext cx="3625" cy="3025"/>
            </a:xfrm>
            <a:custGeom>
              <a:avLst/>
              <a:gdLst/>
              <a:ahLst/>
              <a:cxnLst/>
              <a:rect l="l" t="t" r="r" b="b"/>
              <a:pathLst>
                <a:path w="145" h="121" extrusionOk="0">
                  <a:moveTo>
                    <a:pt x="24" y="1"/>
                  </a:moveTo>
                  <a:lnTo>
                    <a:pt x="0" y="49"/>
                  </a:lnTo>
                  <a:lnTo>
                    <a:pt x="24" y="97"/>
                  </a:lnTo>
                  <a:lnTo>
                    <a:pt x="72" y="121"/>
                  </a:lnTo>
                  <a:lnTo>
                    <a:pt x="120" y="97"/>
                  </a:lnTo>
                  <a:lnTo>
                    <a:pt x="144" y="49"/>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
            <p:cNvSpPr/>
            <p:nvPr/>
          </p:nvSpPr>
          <p:spPr>
            <a:xfrm>
              <a:off x="2060450" y="2253850"/>
              <a:ext cx="2450" cy="2425"/>
            </a:xfrm>
            <a:custGeom>
              <a:avLst/>
              <a:gdLst/>
              <a:ahLst/>
              <a:cxnLst/>
              <a:rect l="l" t="t" r="r" b="b"/>
              <a:pathLst>
                <a:path w="98" h="97" extrusionOk="0">
                  <a:moveTo>
                    <a:pt x="25" y="0"/>
                  </a:moveTo>
                  <a:lnTo>
                    <a:pt x="1" y="48"/>
                  </a:lnTo>
                  <a:lnTo>
                    <a:pt x="1" y="72"/>
                  </a:lnTo>
                  <a:lnTo>
                    <a:pt x="25" y="96"/>
                  </a:lnTo>
                  <a:lnTo>
                    <a:pt x="73" y="96"/>
                  </a:lnTo>
                  <a:lnTo>
                    <a:pt x="97" y="72"/>
                  </a:lnTo>
                  <a:lnTo>
                    <a:pt x="97" y="48"/>
                  </a:lnTo>
                  <a:lnTo>
                    <a:pt x="73"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
            <p:cNvSpPr/>
            <p:nvPr/>
          </p:nvSpPr>
          <p:spPr>
            <a:xfrm>
              <a:off x="2014125" y="2325450"/>
              <a:ext cx="3025" cy="3050"/>
            </a:xfrm>
            <a:custGeom>
              <a:avLst/>
              <a:gdLst/>
              <a:ahLst/>
              <a:cxnLst/>
              <a:rect l="l" t="t" r="r" b="b"/>
              <a:pathLst>
                <a:path w="121" h="122" extrusionOk="0">
                  <a:moveTo>
                    <a:pt x="24" y="1"/>
                  </a:moveTo>
                  <a:lnTo>
                    <a:pt x="0" y="49"/>
                  </a:lnTo>
                  <a:lnTo>
                    <a:pt x="24" y="73"/>
                  </a:lnTo>
                  <a:lnTo>
                    <a:pt x="48" y="121"/>
                  </a:lnTo>
                  <a:lnTo>
                    <a:pt x="97" y="121"/>
                  </a:lnTo>
                  <a:lnTo>
                    <a:pt x="121" y="73"/>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
            <p:cNvSpPr/>
            <p:nvPr/>
          </p:nvSpPr>
          <p:spPr>
            <a:xfrm>
              <a:off x="1982225" y="2191250"/>
              <a:ext cx="1825" cy="3025"/>
            </a:xfrm>
            <a:custGeom>
              <a:avLst/>
              <a:gdLst/>
              <a:ahLst/>
              <a:cxnLst/>
              <a:rect l="l" t="t" r="r" b="b"/>
              <a:pathLst>
                <a:path w="73" h="121" extrusionOk="0">
                  <a:moveTo>
                    <a:pt x="0" y="1"/>
                  </a:moveTo>
                  <a:lnTo>
                    <a:pt x="0" y="49"/>
                  </a:lnTo>
                  <a:lnTo>
                    <a:pt x="0" y="73"/>
                  </a:lnTo>
                  <a:lnTo>
                    <a:pt x="24" y="121"/>
                  </a:lnTo>
                  <a:lnTo>
                    <a:pt x="49" y="97"/>
                  </a:lnTo>
                  <a:lnTo>
                    <a:pt x="73" y="73"/>
                  </a:lnTo>
                  <a:lnTo>
                    <a:pt x="73"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
            <p:cNvSpPr/>
            <p:nvPr/>
          </p:nvSpPr>
          <p:spPr>
            <a:xfrm>
              <a:off x="1949125" y="2205700"/>
              <a:ext cx="2425" cy="3025"/>
            </a:xfrm>
            <a:custGeom>
              <a:avLst/>
              <a:gdLst/>
              <a:ahLst/>
              <a:cxnLst/>
              <a:rect l="l" t="t" r="r" b="b"/>
              <a:pathLst>
                <a:path w="97" h="121" extrusionOk="0">
                  <a:moveTo>
                    <a:pt x="73" y="0"/>
                  </a:moveTo>
                  <a:lnTo>
                    <a:pt x="24" y="24"/>
                  </a:lnTo>
                  <a:lnTo>
                    <a:pt x="0" y="73"/>
                  </a:lnTo>
                  <a:lnTo>
                    <a:pt x="24" y="97"/>
                  </a:lnTo>
                  <a:lnTo>
                    <a:pt x="49" y="121"/>
                  </a:lnTo>
                  <a:lnTo>
                    <a:pt x="97" y="97"/>
                  </a:lnTo>
                  <a:lnTo>
                    <a:pt x="97"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
            <p:cNvSpPr/>
            <p:nvPr/>
          </p:nvSpPr>
          <p:spPr>
            <a:xfrm>
              <a:off x="2037600" y="2209300"/>
              <a:ext cx="3025" cy="2450"/>
            </a:xfrm>
            <a:custGeom>
              <a:avLst/>
              <a:gdLst/>
              <a:ahLst/>
              <a:cxnLst/>
              <a:rect l="l" t="t" r="r" b="b"/>
              <a:pathLst>
                <a:path w="121" h="98" extrusionOk="0">
                  <a:moveTo>
                    <a:pt x="48" y="1"/>
                  </a:moveTo>
                  <a:lnTo>
                    <a:pt x="24" y="25"/>
                  </a:lnTo>
                  <a:lnTo>
                    <a:pt x="0" y="49"/>
                  </a:lnTo>
                  <a:lnTo>
                    <a:pt x="24" y="97"/>
                  </a:lnTo>
                  <a:lnTo>
                    <a:pt x="72" y="97"/>
                  </a:lnTo>
                  <a:lnTo>
                    <a:pt x="96" y="49"/>
                  </a:lnTo>
                  <a:lnTo>
                    <a:pt x="121"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
            <p:cNvSpPr/>
            <p:nvPr/>
          </p:nvSpPr>
          <p:spPr>
            <a:xfrm>
              <a:off x="2061675" y="2210500"/>
              <a:ext cx="2425" cy="2450"/>
            </a:xfrm>
            <a:custGeom>
              <a:avLst/>
              <a:gdLst/>
              <a:ahLst/>
              <a:cxnLst/>
              <a:rect l="l" t="t" r="r" b="b"/>
              <a:pathLst>
                <a:path w="97" h="98" extrusionOk="0">
                  <a:moveTo>
                    <a:pt x="24" y="1"/>
                  </a:moveTo>
                  <a:lnTo>
                    <a:pt x="0" y="25"/>
                  </a:lnTo>
                  <a:lnTo>
                    <a:pt x="0" y="49"/>
                  </a:lnTo>
                  <a:lnTo>
                    <a:pt x="0" y="73"/>
                  </a:lnTo>
                  <a:lnTo>
                    <a:pt x="48" y="97"/>
                  </a:lnTo>
                  <a:lnTo>
                    <a:pt x="96" y="73"/>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
            <p:cNvSpPr/>
            <p:nvPr/>
          </p:nvSpPr>
          <p:spPr>
            <a:xfrm>
              <a:off x="1993650" y="2225550"/>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
            <p:cNvSpPr/>
            <p:nvPr/>
          </p:nvSpPr>
          <p:spPr>
            <a:xfrm>
              <a:off x="1946125" y="2237600"/>
              <a:ext cx="2425" cy="2425"/>
            </a:xfrm>
            <a:custGeom>
              <a:avLst/>
              <a:gdLst/>
              <a:ahLst/>
              <a:cxnLst/>
              <a:rect l="l" t="t" r="r" b="b"/>
              <a:pathLst>
                <a:path w="97" h="97" extrusionOk="0">
                  <a:moveTo>
                    <a:pt x="24" y="0"/>
                  </a:moveTo>
                  <a:lnTo>
                    <a:pt x="0" y="24"/>
                  </a:lnTo>
                  <a:lnTo>
                    <a:pt x="0" y="72"/>
                  </a:lnTo>
                  <a:lnTo>
                    <a:pt x="24" y="96"/>
                  </a:lnTo>
                  <a:lnTo>
                    <a:pt x="72" y="96"/>
                  </a:lnTo>
                  <a:lnTo>
                    <a:pt x="96" y="48"/>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
            <p:cNvSpPr/>
            <p:nvPr/>
          </p:nvSpPr>
          <p:spPr>
            <a:xfrm>
              <a:off x="2063475" y="2280925"/>
              <a:ext cx="3625" cy="2425"/>
            </a:xfrm>
            <a:custGeom>
              <a:avLst/>
              <a:gdLst/>
              <a:ahLst/>
              <a:cxnLst/>
              <a:rect l="l" t="t" r="r" b="b"/>
              <a:pathLst>
                <a:path w="145" h="97" extrusionOk="0">
                  <a:moveTo>
                    <a:pt x="48" y="0"/>
                  </a:moveTo>
                  <a:lnTo>
                    <a:pt x="0" y="25"/>
                  </a:lnTo>
                  <a:lnTo>
                    <a:pt x="24" y="73"/>
                  </a:lnTo>
                  <a:lnTo>
                    <a:pt x="73" y="97"/>
                  </a:lnTo>
                  <a:lnTo>
                    <a:pt x="121" y="97"/>
                  </a:lnTo>
                  <a:lnTo>
                    <a:pt x="145" y="49"/>
                  </a:lnTo>
                  <a:lnTo>
                    <a:pt x="121"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
            <p:cNvSpPr/>
            <p:nvPr/>
          </p:nvSpPr>
          <p:spPr>
            <a:xfrm>
              <a:off x="2113425" y="2283925"/>
              <a:ext cx="2425" cy="2450"/>
            </a:xfrm>
            <a:custGeom>
              <a:avLst/>
              <a:gdLst/>
              <a:ahLst/>
              <a:cxnLst/>
              <a:rect l="l" t="t" r="r" b="b"/>
              <a:pathLst>
                <a:path w="97" h="98" extrusionOk="0">
                  <a:moveTo>
                    <a:pt x="24" y="1"/>
                  </a:moveTo>
                  <a:lnTo>
                    <a:pt x="0" y="25"/>
                  </a:lnTo>
                  <a:lnTo>
                    <a:pt x="0" y="73"/>
                  </a:lnTo>
                  <a:lnTo>
                    <a:pt x="24" y="97"/>
                  </a:lnTo>
                  <a:lnTo>
                    <a:pt x="73"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
            <p:cNvSpPr/>
            <p:nvPr/>
          </p:nvSpPr>
          <p:spPr>
            <a:xfrm>
              <a:off x="2089950" y="2128650"/>
              <a:ext cx="1825" cy="1850"/>
            </a:xfrm>
            <a:custGeom>
              <a:avLst/>
              <a:gdLst/>
              <a:ahLst/>
              <a:cxnLst/>
              <a:rect l="l" t="t" r="r" b="b"/>
              <a:pathLst>
                <a:path w="73" h="74" extrusionOk="0">
                  <a:moveTo>
                    <a:pt x="25" y="1"/>
                  </a:moveTo>
                  <a:lnTo>
                    <a:pt x="1" y="73"/>
                  </a:lnTo>
                  <a:lnTo>
                    <a:pt x="73" y="73"/>
                  </a:lnTo>
                  <a:lnTo>
                    <a:pt x="73"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
            <p:cNvSpPr/>
            <p:nvPr/>
          </p:nvSpPr>
          <p:spPr>
            <a:xfrm>
              <a:off x="2026750" y="2159950"/>
              <a:ext cx="2450" cy="1825"/>
            </a:xfrm>
            <a:custGeom>
              <a:avLst/>
              <a:gdLst/>
              <a:ahLst/>
              <a:cxnLst/>
              <a:rect l="l" t="t" r="r" b="b"/>
              <a:pathLst>
                <a:path w="98" h="73" extrusionOk="0">
                  <a:moveTo>
                    <a:pt x="25" y="1"/>
                  </a:moveTo>
                  <a:lnTo>
                    <a:pt x="1" y="25"/>
                  </a:lnTo>
                  <a:lnTo>
                    <a:pt x="25"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
            <p:cNvSpPr/>
            <p:nvPr/>
          </p:nvSpPr>
          <p:spPr>
            <a:xfrm>
              <a:off x="2040600" y="2159950"/>
              <a:ext cx="1225" cy="1825"/>
            </a:xfrm>
            <a:custGeom>
              <a:avLst/>
              <a:gdLst/>
              <a:ahLst/>
              <a:cxnLst/>
              <a:rect l="l" t="t" r="r" b="b"/>
              <a:pathLst>
                <a:path w="49" h="73" extrusionOk="0">
                  <a:moveTo>
                    <a:pt x="1" y="1"/>
                  </a:moveTo>
                  <a:lnTo>
                    <a:pt x="1" y="25"/>
                  </a:lnTo>
                  <a:lnTo>
                    <a:pt x="1" y="49"/>
                  </a:lnTo>
                  <a:lnTo>
                    <a:pt x="1" y="73"/>
                  </a:lnTo>
                  <a:lnTo>
                    <a:pt x="49" y="73"/>
                  </a:lnTo>
                  <a:lnTo>
                    <a:pt x="49" y="49"/>
                  </a:lnTo>
                  <a:lnTo>
                    <a:pt x="49"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
            <p:cNvSpPr/>
            <p:nvPr/>
          </p:nvSpPr>
          <p:spPr>
            <a:xfrm>
              <a:off x="2068875" y="2163575"/>
              <a:ext cx="1850" cy="1825"/>
            </a:xfrm>
            <a:custGeom>
              <a:avLst/>
              <a:gdLst/>
              <a:ahLst/>
              <a:cxnLst/>
              <a:rect l="l" t="t" r="r" b="b"/>
              <a:pathLst>
                <a:path w="74" h="73" extrusionOk="0">
                  <a:moveTo>
                    <a:pt x="25" y="0"/>
                  </a:moveTo>
                  <a:lnTo>
                    <a:pt x="1" y="24"/>
                  </a:lnTo>
                  <a:lnTo>
                    <a:pt x="1" y="48"/>
                  </a:lnTo>
                  <a:lnTo>
                    <a:pt x="1" y="72"/>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
            <p:cNvSpPr/>
            <p:nvPr/>
          </p:nvSpPr>
          <p:spPr>
            <a:xfrm>
              <a:off x="1937675" y="2178625"/>
              <a:ext cx="1850" cy="1825"/>
            </a:xfrm>
            <a:custGeom>
              <a:avLst/>
              <a:gdLst/>
              <a:ahLst/>
              <a:cxnLst/>
              <a:rect l="l" t="t" r="r" b="b"/>
              <a:pathLst>
                <a:path w="74" h="73" extrusionOk="0">
                  <a:moveTo>
                    <a:pt x="25" y="0"/>
                  </a:moveTo>
                  <a:lnTo>
                    <a:pt x="1" y="24"/>
                  </a:lnTo>
                  <a:lnTo>
                    <a:pt x="1" y="48"/>
                  </a:lnTo>
                  <a:lnTo>
                    <a:pt x="25" y="72"/>
                  </a:lnTo>
                  <a:lnTo>
                    <a:pt x="49" y="72"/>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
            <p:cNvSpPr/>
            <p:nvPr/>
          </p:nvSpPr>
          <p:spPr>
            <a:xfrm>
              <a:off x="1925650" y="2189450"/>
              <a:ext cx="1825" cy="1825"/>
            </a:xfrm>
            <a:custGeom>
              <a:avLst/>
              <a:gdLst/>
              <a:ahLst/>
              <a:cxnLst/>
              <a:rect l="l" t="t" r="r" b="b"/>
              <a:pathLst>
                <a:path w="73" h="73" extrusionOk="0">
                  <a:moveTo>
                    <a:pt x="25" y="0"/>
                  </a:moveTo>
                  <a:lnTo>
                    <a:pt x="1" y="24"/>
                  </a:lnTo>
                  <a:lnTo>
                    <a:pt x="1" y="48"/>
                  </a:lnTo>
                  <a:lnTo>
                    <a:pt x="25" y="73"/>
                  </a:lnTo>
                  <a:lnTo>
                    <a:pt x="49" y="73"/>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
            <p:cNvSpPr/>
            <p:nvPr/>
          </p:nvSpPr>
          <p:spPr>
            <a:xfrm>
              <a:off x="1929875" y="2194250"/>
              <a:ext cx="1825" cy="1250"/>
            </a:xfrm>
            <a:custGeom>
              <a:avLst/>
              <a:gdLst/>
              <a:ahLst/>
              <a:cxnLst/>
              <a:rect l="l" t="t" r="r" b="b"/>
              <a:pathLst>
                <a:path w="73" h="50" extrusionOk="0">
                  <a:moveTo>
                    <a:pt x="0" y="1"/>
                  </a:moveTo>
                  <a:lnTo>
                    <a:pt x="0" y="49"/>
                  </a:lnTo>
                  <a:lnTo>
                    <a:pt x="48"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
            <p:cNvSpPr/>
            <p:nvPr/>
          </p:nvSpPr>
          <p:spPr>
            <a:xfrm>
              <a:off x="1988850" y="2193050"/>
              <a:ext cx="2425" cy="2450"/>
            </a:xfrm>
            <a:custGeom>
              <a:avLst/>
              <a:gdLst/>
              <a:ahLst/>
              <a:cxnLst/>
              <a:rect l="l" t="t" r="r" b="b"/>
              <a:pathLst>
                <a:path w="97" h="98" extrusionOk="0">
                  <a:moveTo>
                    <a:pt x="72" y="1"/>
                  </a:moveTo>
                  <a:lnTo>
                    <a:pt x="24" y="25"/>
                  </a:lnTo>
                  <a:lnTo>
                    <a:pt x="0" y="49"/>
                  </a:lnTo>
                  <a:lnTo>
                    <a:pt x="24" y="73"/>
                  </a:lnTo>
                  <a:lnTo>
                    <a:pt x="48" y="97"/>
                  </a:lnTo>
                  <a:lnTo>
                    <a:pt x="97" y="73"/>
                  </a:lnTo>
                  <a:lnTo>
                    <a:pt x="97" y="49"/>
                  </a:lnTo>
                  <a:lnTo>
                    <a:pt x="97"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
            <p:cNvSpPr/>
            <p:nvPr/>
          </p:nvSpPr>
          <p:spPr>
            <a:xfrm>
              <a:off x="2003900" y="2197875"/>
              <a:ext cx="1825" cy="1825"/>
            </a:xfrm>
            <a:custGeom>
              <a:avLst/>
              <a:gdLst/>
              <a:ahLst/>
              <a:cxnLst/>
              <a:rect l="l" t="t" r="r" b="b"/>
              <a:pathLst>
                <a:path w="73" h="73" extrusionOk="0">
                  <a:moveTo>
                    <a:pt x="24" y="0"/>
                  </a:moveTo>
                  <a:lnTo>
                    <a:pt x="0" y="24"/>
                  </a:lnTo>
                  <a:lnTo>
                    <a:pt x="0" y="49"/>
                  </a:lnTo>
                  <a:lnTo>
                    <a:pt x="48" y="73"/>
                  </a:lnTo>
                  <a:lnTo>
                    <a:pt x="72" y="49"/>
                  </a:lnTo>
                  <a:lnTo>
                    <a:pt x="72"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
            <p:cNvSpPr/>
            <p:nvPr/>
          </p:nvSpPr>
          <p:spPr>
            <a:xfrm>
              <a:off x="2102600" y="2208100"/>
              <a:ext cx="2425" cy="2425"/>
            </a:xfrm>
            <a:custGeom>
              <a:avLst/>
              <a:gdLst/>
              <a:ahLst/>
              <a:cxnLst/>
              <a:rect l="l" t="t" r="r" b="b"/>
              <a:pathLst>
                <a:path w="97" h="97" extrusionOk="0">
                  <a:moveTo>
                    <a:pt x="48" y="1"/>
                  </a:moveTo>
                  <a:lnTo>
                    <a:pt x="24" y="25"/>
                  </a:lnTo>
                  <a:lnTo>
                    <a:pt x="0" y="49"/>
                  </a:lnTo>
                  <a:lnTo>
                    <a:pt x="0" y="73"/>
                  </a:lnTo>
                  <a:lnTo>
                    <a:pt x="24" y="97"/>
                  </a:lnTo>
                  <a:lnTo>
                    <a:pt x="96" y="97"/>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
            <p:cNvSpPr/>
            <p:nvPr/>
          </p:nvSpPr>
          <p:spPr>
            <a:xfrm>
              <a:off x="1972000" y="2217725"/>
              <a:ext cx="2425" cy="2450"/>
            </a:xfrm>
            <a:custGeom>
              <a:avLst/>
              <a:gdLst/>
              <a:ahLst/>
              <a:cxnLst/>
              <a:rect l="l" t="t" r="r" b="b"/>
              <a:pathLst>
                <a:path w="97" h="98" extrusionOk="0">
                  <a:moveTo>
                    <a:pt x="48" y="1"/>
                  </a:moveTo>
                  <a:lnTo>
                    <a:pt x="0" y="25"/>
                  </a:lnTo>
                  <a:lnTo>
                    <a:pt x="0" y="49"/>
                  </a:lnTo>
                  <a:lnTo>
                    <a:pt x="0" y="73"/>
                  </a:lnTo>
                  <a:lnTo>
                    <a:pt x="48" y="97"/>
                  </a:lnTo>
                  <a:lnTo>
                    <a:pt x="72" y="73"/>
                  </a:lnTo>
                  <a:lnTo>
                    <a:pt x="96"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
            <p:cNvSpPr/>
            <p:nvPr/>
          </p:nvSpPr>
          <p:spPr>
            <a:xfrm>
              <a:off x="2068875" y="2220150"/>
              <a:ext cx="1850" cy="2425"/>
            </a:xfrm>
            <a:custGeom>
              <a:avLst/>
              <a:gdLst/>
              <a:ahLst/>
              <a:cxnLst/>
              <a:rect l="l" t="t" r="r" b="b"/>
              <a:pathLst>
                <a:path w="74" h="97" extrusionOk="0">
                  <a:moveTo>
                    <a:pt x="25" y="0"/>
                  </a:moveTo>
                  <a:lnTo>
                    <a:pt x="1" y="24"/>
                  </a:lnTo>
                  <a:lnTo>
                    <a:pt x="1" y="48"/>
                  </a:lnTo>
                  <a:lnTo>
                    <a:pt x="1" y="72"/>
                  </a:lnTo>
                  <a:lnTo>
                    <a:pt x="25" y="96"/>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
            <p:cNvSpPr/>
            <p:nvPr/>
          </p:nvSpPr>
          <p:spPr>
            <a:xfrm>
              <a:off x="2011100" y="2249625"/>
              <a:ext cx="3050" cy="1825"/>
            </a:xfrm>
            <a:custGeom>
              <a:avLst/>
              <a:gdLst/>
              <a:ahLst/>
              <a:cxnLst/>
              <a:rect l="l" t="t" r="r" b="b"/>
              <a:pathLst>
                <a:path w="122" h="73" extrusionOk="0">
                  <a:moveTo>
                    <a:pt x="25" y="1"/>
                  </a:moveTo>
                  <a:lnTo>
                    <a:pt x="1" y="49"/>
                  </a:lnTo>
                  <a:lnTo>
                    <a:pt x="25" y="73"/>
                  </a:lnTo>
                  <a:lnTo>
                    <a:pt x="97"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
            <p:cNvSpPr/>
            <p:nvPr/>
          </p:nvSpPr>
          <p:spPr>
            <a:xfrm>
              <a:off x="1991850" y="2250825"/>
              <a:ext cx="1225" cy="1850"/>
            </a:xfrm>
            <a:custGeom>
              <a:avLst/>
              <a:gdLst/>
              <a:ahLst/>
              <a:cxnLst/>
              <a:rect l="l" t="t" r="r" b="b"/>
              <a:pathLst>
                <a:path w="49" h="74" extrusionOk="0">
                  <a:moveTo>
                    <a:pt x="25" y="1"/>
                  </a:moveTo>
                  <a:lnTo>
                    <a:pt x="1" y="25"/>
                  </a:lnTo>
                  <a:lnTo>
                    <a:pt x="1" y="49"/>
                  </a:lnTo>
                  <a:lnTo>
                    <a:pt x="1" y="73"/>
                  </a:lnTo>
                  <a:lnTo>
                    <a:pt x="25" y="49"/>
                  </a:lnTo>
                  <a:lnTo>
                    <a:pt x="49"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
            <p:cNvSpPr/>
            <p:nvPr/>
          </p:nvSpPr>
          <p:spPr>
            <a:xfrm>
              <a:off x="2140500" y="2264675"/>
              <a:ext cx="1825" cy="2425"/>
            </a:xfrm>
            <a:custGeom>
              <a:avLst/>
              <a:gdLst/>
              <a:ahLst/>
              <a:cxnLst/>
              <a:rect l="l" t="t" r="r" b="b"/>
              <a:pathLst>
                <a:path w="73" h="97" extrusionOk="0">
                  <a:moveTo>
                    <a:pt x="25" y="0"/>
                  </a:moveTo>
                  <a:lnTo>
                    <a:pt x="1" y="25"/>
                  </a:lnTo>
                  <a:lnTo>
                    <a:pt x="1" y="49"/>
                  </a:lnTo>
                  <a:lnTo>
                    <a:pt x="25" y="73"/>
                  </a:lnTo>
                  <a:lnTo>
                    <a:pt x="49" y="97"/>
                  </a:lnTo>
                  <a:lnTo>
                    <a:pt x="73" y="73"/>
                  </a:lnTo>
                  <a:lnTo>
                    <a:pt x="73" y="25"/>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
            <p:cNvSpPr/>
            <p:nvPr/>
          </p:nvSpPr>
          <p:spPr>
            <a:xfrm>
              <a:off x="2047825" y="2298375"/>
              <a:ext cx="625" cy="625"/>
            </a:xfrm>
            <a:custGeom>
              <a:avLst/>
              <a:gdLst/>
              <a:ahLst/>
              <a:cxnLst/>
              <a:rect l="l" t="t" r="r" b="b"/>
              <a:pathLst>
                <a:path w="25" h="25" extrusionOk="0">
                  <a:moveTo>
                    <a:pt x="0" y="1"/>
                  </a:moveTo>
                  <a:lnTo>
                    <a:pt x="0" y="25"/>
                  </a:lnTo>
                  <a:lnTo>
                    <a:pt x="24"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
            <p:cNvSpPr/>
            <p:nvPr/>
          </p:nvSpPr>
          <p:spPr>
            <a:xfrm>
              <a:off x="2043000" y="2385050"/>
              <a:ext cx="1850" cy="1225"/>
            </a:xfrm>
            <a:custGeom>
              <a:avLst/>
              <a:gdLst/>
              <a:ahLst/>
              <a:cxnLst/>
              <a:rect l="l" t="t" r="r" b="b"/>
              <a:pathLst>
                <a:path w="74" h="49" extrusionOk="0">
                  <a:moveTo>
                    <a:pt x="25" y="0"/>
                  </a:moveTo>
                  <a:lnTo>
                    <a:pt x="1" y="48"/>
                  </a:lnTo>
                  <a:lnTo>
                    <a:pt x="73"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
            <p:cNvSpPr/>
            <p:nvPr/>
          </p:nvSpPr>
          <p:spPr>
            <a:xfrm>
              <a:off x="2125450" y="2172000"/>
              <a:ext cx="1225" cy="1225"/>
            </a:xfrm>
            <a:custGeom>
              <a:avLst/>
              <a:gdLst/>
              <a:ahLst/>
              <a:cxnLst/>
              <a:rect l="l" t="t" r="r" b="b"/>
              <a:pathLst>
                <a:path w="49" h="49" extrusionOk="0">
                  <a:moveTo>
                    <a:pt x="1" y="0"/>
                  </a:moveTo>
                  <a:lnTo>
                    <a:pt x="25"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
            <p:cNvSpPr/>
            <p:nvPr/>
          </p:nvSpPr>
          <p:spPr>
            <a:xfrm>
              <a:off x="2053250" y="2170175"/>
              <a:ext cx="1825" cy="2450"/>
            </a:xfrm>
            <a:custGeom>
              <a:avLst/>
              <a:gdLst/>
              <a:ahLst/>
              <a:cxnLst/>
              <a:rect l="l" t="t" r="r" b="b"/>
              <a:pathLst>
                <a:path w="73" h="98" extrusionOk="0">
                  <a:moveTo>
                    <a:pt x="48" y="1"/>
                  </a:moveTo>
                  <a:lnTo>
                    <a:pt x="0" y="49"/>
                  </a:lnTo>
                  <a:lnTo>
                    <a:pt x="24" y="73"/>
                  </a:lnTo>
                  <a:lnTo>
                    <a:pt x="48" y="97"/>
                  </a:lnTo>
                  <a:lnTo>
                    <a:pt x="72" y="73"/>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
            <p:cNvSpPr/>
            <p:nvPr/>
          </p:nvSpPr>
          <p:spPr>
            <a:xfrm>
              <a:off x="1956950" y="2152725"/>
              <a:ext cx="625" cy="1250"/>
            </a:xfrm>
            <a:custGeom>
              <a:avLst/>
              <a:gdLst/>
              <a:ahLst/>
              <a:cxnLst/>
              <a:rect l="l" t="t" r="r" b="b"/>
              <a:pathLst>
                <a:path w="25" h="50" extrusionOk="0">
                  <a:moveTo>
                    <a:pt x="0" y="1"/>
                  </a:moveTo>
                  <a:lnTo>
                    <a:pt x="0" y="25"/>
                  </a:lnTo>
                  <a:lnTo>
                    <a:pt x="0" y="49"/>
                  </a:lnTo>
                  <a:lnTo>
                    <a:pt x="24" y="25"/>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
            <p:cNvSpPr/>
            <p:nvPr/>
          </p:nvSpPr>
          <p:spPr>
            <a:xfrm>
              <a:off x="2022550" y="2136475"/>
              <a:ext cx="1825" cy="1250"/>
            </a:xfrm>
            <a:custGeom>
              <a:avLst/>
              <a:gdLst/>
              <a:ahLst/>
              <a:cxnLst/>
              <a:rect l="l" t="t" r="r" b="b"/>
              <a:pathLst>
                <a:path w="73" h="50" extrusionOk="0">
                  <a:moveTo>
                    <a:pt x="24" y="1"/>
                  </a:moveTo>
                  <a:lnTo>
                    <a:pt x="0" y="25"/>
                  </a:lnTo>
                  <a:lnTo>
                    <a:pt x="24" y="49"/>
                  </a:lnTo>
                  <a:lnTo>
                    <a:pt x="73"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
            <p:cNvSpPr/>
            <p:nvPr/>
          </p:nvSpPr>
          <p:spPr>
            <a:xfrm>
              <a:off x="2086950" y="2290550"/>
              <a:ext cx="625" cy="25"/>
            </a:xfrm>
            <a:custGeom>
              <a:avLst/>
              <a:gdLst/>
              <a:ahLst/>
              <a:cxnLst/>
              <a:rect l="l" t="t" r="r" b="b"/>
              <a:pathLst>
                <a:path w="25" h="1" extrusionOk="0">
                  <a:moveTo>
                    <a:pt x="0" y="1"/>
                  </a:moveTo>
                  <a:lnTo>
                    <a:pt x="0" y="1"/>
                  </a:lnTo>
                  <a:lnTo>
                    <a:pt x="24" y="1"/>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
            <p:cNvSpPr/>
            <p:nvPr/>
          </p:nvSpPr>
          <p:spPr>
            <a:xfrm>
              <a:off x="2053850" y="2122050"/>
              <a:ext cx="1225" cy="1225"/>
            </a:xfrm>
            <a:custGeom>
              <a:avLst/>
              <a:gdLst/>
              <a:ahLst/>
              <a:cxnLst/>
              <a:rect l="l" t="t" r="r" b="b"/>
              <a:pathLst>
                <a:path w="49" h="49" extrusionOk="0">
                  <a:moveTo>
                    <a:pt x="24" y="0"/>
                  </a:moveTo>
                  <a:lnTo>
                    <a:pt x="0" y="24"/>
                  </a:lnTo>
                  <a:lnTo>
                    <a:pt x="24" y="48"/>
                  </a:lnTo>
                  <a:lnTo>
                    <a:pt x="48" y="48"/>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
            <p:cNvSpPr/>
            <p:nvPr/>
          </p:nvSpPr>
          <p:spPr>
            <a:xfrm>
              <a:off x="2026750" y="2274900"/>
              <a:ext cx="1225" cy="1825"/>
            </a:xfrm>
            <a:custGeom>
              <a:avLst/>
              <a:gdLst/>
              <a:ahLst/>
              <a:cxnLst/>
              <a:rect l="l" t="t" r="r" b="b"/>
              <a:pathLst>
                <a:path w="49" h="73" extrusionOk="0">
                  <a:moveTo>
                    <a:pt x="25" y="1"/>
                  </a:moveTo>
                  <a:lnTo>
                    <a:pt x="1" y="25"/>
                  </a:lnTo>
                  <a:lnTo>
                    <a:pt x="1" y="49"/>
                  </a:lnTo>
                  <a:lnTo>
                    <a:pt x="1" y="73"/>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
            <p:cNvSpPr/>
            <p:nvPr/>
          </p:nvSpPr>
          <p:spPr>
            <a:xfrm>
              <a:off x="2071900" y="2254450"/>
              <a:ext cx="625" cy="1225"/>
            </a:xfrm>
            <a:custGeom>
              <a:avLst/>
              <a:gdLst/>
              <a:ahLst/>
              <a:cxnLst/>
              <a:rect l="l" t="t" r="r" b="b"/>
              <a:pathLst>
                <a:path w="25" h="49" extrusionOk="0">
                  <a:moveTo>
                    <a:pt x="24" y="0"/>
                  </a:moveTo>
                  <a:lnTo>
                    <a:pt x="0" y="48"/>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
            <p:cNvSpPr/>
            <p:nvPr/>
          </p:nvSpPr>
          <p:spPr>
            <a:xfrm>
              <a:off x="2059850" y="2227975"/>
              <a:ext cx="1250" cy="2425"/>
            </a:xfrm>
            <a:custGeom>
              <a:avLst/>
              <a:gdLst/>
              <a:ahLst/>
              <a:cxnLst/>
              <a:rect l="l" t="t" r="r" b="b"/>
              <a:pathLst>
                <a:path w="50" h="97" extrusionOk="0">
                  <a:moveTo>
                    <a:pt x="49" y="0"/>
                  </a:moveTo>
                  <a:lnTo>
                    <a:pt x="25" y="48"/>
                  </a:lnTo>
                  <a:lnTo>
                    <a:pt x="1" y="72"/>
                  </a:lnTo>
                  <a:lnTo>
                    <a:pt x="25" y="96"/>
                  </a:lnTo>
                  <a:lnTo>
                    <a:pt x="49" y="72"/>
                  </a:lnTo>
                  <a:lnTo>
                    <a:pt x="49"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
            <p:cNvSpPr/>
            <p:nvPr/>
          </p:nvSpPr>
          <p:spPr>
            <a:xfrm>
              <a:off x="1964175" y="2251425"/>
              <a:ext cx="1825" cy="1850"/>
            </a:xfrm>
            <a:custGeom>
              <a:avLst/>
              <a:gdLst/>
              <a:ahLst/>
              <a:cxnLst/>
              <a:rect l="l" t="t" r="r" b="b"/>
              <a:pathLst>
                <a:path w="73" h="74" extrusionOk="0">
                  <a:moveTo>
                    <a:pt x="24" y="1"/>
                  </a:moveTo>
                  <a:lnTo>
                    <a:pt x="0" y="25"/>
                  </a:lnTo>
                  <a:lnTo>
                    <a:pt x="24" y="49"/>
                  </a:lnTo>
                  <a:lnTo>
                    <a:pt x="24" y="73"/>
                  </a:lnTo>
                  <a:lnTo>
                    <a:pt x="72"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
            <p:cNvSpPr/>
            <p:nvPr/>
          </p:nvSpPr>
          <p:spPr>
            <a:xfrm>
              <a:off x="2088750" y="2235175"/>
              <a:ext cx="2425" cy="1850"/>
            </a:xfrm>
            <a:custGeom>
              <a:avLst/>
              <a:gdLst/>
              <a:ahLst/>
              <a:cxnLst/>
              <a:rect l="l" t="t" r="r" b="b"/>
              <a:pathLst>
                <a:path w="97" h="74" extrusionOk="0">
                  <a:moveTo>
                    <a:pt x="24" y="1"/>
                  </a:moveTo>
                  <a:lnTo>
                    <a:pt x="0" y="25"/>
                  </a:lnTo>
                  <a:lnTo>
                    <a:pt x="24"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
            <p:cNvSpPr/>
            <p:nvPr/>
          </p:nvSpPr>
          <p:spPr>
            <a:xfrm>
              <a:off x="2111025" y="2230375"/>
              <a:ext cx="625" cy="1225"/>
            </a:xfrm>
            <a:custGeom>
              <a:avLst/>
              <a:gdLst/>
              <a:ahLst/>
              <a:cxnLst/>
              <a:rect l="l" t="t" r="r" b="b"/>
              <a:pathLst>
                <a:path w="25" h="49" extrusionOk="0">
                  <a:moveTo>
                    <a:pt x="0" y="0"/>
                  </a:moveTo>
                  <a:lnTo>
                    <a:pt x="0" y="24"/>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
            <p:cNvSpPr/>
            <p:nvPr/>
          </p:nvSpPr>
          <p:spPr>
            <a:xfrm>
              <a:off x="2051425" y="2217125"/>
              <a:ext cx="1850" cy="1825"/>
            </a:xfrm>
            <a:custGeom>
              <a:avLst/>
              <a:gdLst/>
              <a:ahLst/>
              <a:cxnLst/>
              <a:rect l="l" t="t" r="r" b="b"/>
              <a:pathLst>
                <a:path w="74" h="73" extrusionOk="0">
                  <a:moveTo>
                    <a:pt x="25" y="1"/>
                  </a:moveTo>
                  <a:lnTo>
                    <a:pt x="1" y="25"/>
                  </a:lnTo>
                  <a:lnTo>
                    <a:pt x="1" y="49"/>
                  </a:lnTo>
                  <a:lnTo>
                    <a:pt x="1" y="73"/>
                  </a:lnTo>
                  <a:lnTo>
                    <a:pt x="25" y="73"/>
                  </a:lnTo>
                  <a:lnTo>
                    <a:pt x="49" y="49"/>
                  </a:lnTo>
                  <a:lnTo>
                    <a:pt x="73" y="25"/>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
            <p:cNvSpPr/>
            <p:nvPr/>
          </p:nvSpPr>
          <p:spPr>
            <a:xfrm>
              <a:off x="2038800" y="2196075"/>
              <a:ext cx="1825" cy="1225"/>
            </a:xfrm>
            <a:custGeom>
              <a:avLst/>
              <a:gdLst/>
              <a:ahLst/>
              <a:cxnLst/>
              <a:rect l="l" t="t" r="r" b="b"/>
              <a:pathLst>
                <a:path w="73" h="49" extrusionOk="0">
                  <a:moveTo>
                    <a:pt x="24" y="0"/>
                  </a:moveTo>
                  <a:lnTo>
                    <a:pt x="0" y="24"/>
                  </a:lnTo>
                  <a:lnTo>
                    <a:pt x="24" y="48"/>
                  </a:lnTo>
                  <a:lnTo>
                    <a:pt x="73"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
            <p:cNvSpPr/>
            <p:nvPr/>
          </p:nvSpPr>
          <p:spPr>
            <a:xfrm>
              <a:off x="2046625" y="2193050"/>
              <a:ext cx="1225" cy="1225"/>
            </a:xfrm>
            <a:custGeom>
              <a:avLst/>
              <a:gdLst/>
              <a:ahLst/>
              <a:cxnLst/>
              <a:rect l="l" t="t" r="r" b="b"/>
              <a:pathLst>
                <a:path w="49" h="49" extrusionOk="0">
                  <a:moveTo>
                    <a:pt x="0" y="1"/>
                  </a:moveTo>
                  <a:lnTo>
                    <a:pt x="0" y="25"/>
                  </a:lnTo>
                  <a:lnTo>
                    <a:pt x="24" y="49"/>
                  </a:lnTo>
                  <a:lnTo>
                    <a:pt x="48"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
            <p:cNvSpPr/>
            <p:nvPr/>
          </p:nvSpPr>
          <p:spPr>
            <a:xfrm>
              <a:off x="2076700" y="2183425"/>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
            <p:cNvSpPr/>
            <p:nvPr/>
          </p:nvSpPr>
          <p:spPr>
            <a:xfrm>
              <a:off x="2005100" y="2279125"/>
              <a:ext cx="25" cy="1225"/>
            </a:xfrm>
            <a:custGeom>
              <a:avLst/>
              <a:gdLst/>
              <a:ahLst/>
              <a:cxnLst/>
              <a:rect l="l" t="t" r="r" b="b"/>
              <a:pathLst>
                <a:path w="1" h="49" extrusionOk="0">
                  <a:moveTo>
                    <a:pt x="0" y="0"/>
                  </a:moveTo>
                  <a:lnTo>
                    <a:pt x="0" y="0"/>
                  </a:lnTo>
                  <a:lnTo>
                    <a:pt x="0" y="48"/>
                  </a:lnTo>
                  <a:lnTo>
                    <a:pt x="0" y="48"/>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
            <p:cNvSpPr/>
            <p:nvPr/>
          </p:nvSpPr>
          <p:spPr>
            <a:xfrm>
              <a:off x="1983425" y="2181025"/>
              <a:ext cx="1225" cy="1225"/>
            </a:xfrm>
            <a:custGeom>
              <a:avLst/>
              <a:gdLst/>
              <a:ahLst/>
              <a:cxnLst/>
              <a:rect l="l" t="t" r="r" b="b"/>
              <a:pathLst>
                <a:path w="49" h="49" extrusionOk="0">
                  <a:moveTo>
                    <a:pt x="1" y="0"/>
                  </a:moveTo>
                  <a:lnTo>
                    <a:pt x="1" y="24"/>
                  </a:lnTo>
                  <a:lnTo>
                    <a:pt x="1" y="48"/>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
            <p:cNvSpPr/>
            <p:nvPr/>
          </p:nvSpPr>
          <p:spPr>
            <a:xfrm>
              <a:off x="2076700" y="2179825"/>
              <a:ext cx="1250" cy="1225"/>
            </a:xfrm>
            <a:custGeom>
              <a:avLst/>
              <a:gdLst/>
              <a:ahLst/>
              <a:cxnLst/>
              <a:rect l="l" t="t" r="r" b="b"/>
              <a:pathLst>
                <a:path w="50" h="49" extrusionOk="0">
                  <a:moveTo>
                    <a:pt x="25" y="0"/>
                  </a:moveTo>
                  <a:lnTo>
                    <a:pt x="1" y="24"/>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
            <p:cNvSpPr/>
            <p:nvPr/>
          </p:nvSpPr>
          <p:spPr>
            <a:xfrm>
              <a:off x="2023150" y="2178625"/>
              <a:ext cx="625" cy="1825"/>
            </a:xfrm>
            <a:custGeom>
              <a:avLst/>
              <a:gdLst/>
              <a:ahLst/>
              <a:cxnLst/>
              <a:rect l="l" t="t" r="r" b="b"/>
              <a:pathLst>
                <a:path w="25" h="73" extrusionOk="0">
                  <a:moveTo>
                    <a:pt x="0" y="0"/>
                  </a:moveTo>
                  <a:lnTo>
                    <a:pt x="0" y="24"/>
                  </a:lnTo>
                  <a:lnTo>
                    <a:pt x="0" y="72"/>
                  </a:lnTo>
                  <a:lnTo>
                    <a:pt x="24" y="48"/>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
            <p:cNvSpPr/>
            <p:nvPr/>
          </p:nvSpPr>
          <p:spPr>
            <a:xfrm>
              <a:off x="2037600" y="22544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
            <p:cNvSpPr/>
            <p:nvPr/>
          </p:nvSpPr>
          <p:spPr>
            <a:xfrm>
              <a:off x="2032175" y="2358550"/>
              <a:ext cx="1225" cy="1250"/>
            </a:xfrm>
            <a:custGeom>
              <a:avLst/>
              <a:gdLst/>
              <a:ahLst/>
              <a:cxnLst/>
              <a:rect l="l" t="t" r="r" b="b"/>
              <a:pathLst>
                <a:path w="49" h="50" extrusionOk="0">
                  <a:moveTo>
                    <a:pt x="25" y="1"/>
                  </a:moveTo>
                  <a:lnTo>
                    <a:pt x="0" y="25"/>
                  </a:lnTo>
                  <a:lnTo>
                    <a:pt x="25"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
            <p:cNvSpPr/>
            <p:nvPr/>
          </p:nvSpPr>
          <p:spPr>
            <a:xfrm>
              <a:off x="1970175" y="2147925"/>
              <a:ext cx="650" cy="625"/>
            </a:xfrm>
            <a:custGeom>
              <a:avLst/>
              <a:gdLst/>
              <a:ahLst/>
              <a:cxnLst/>
              <a:rect l="l" t="t" r="r" b="b"/>
              <a:pathLst>
                <a:path w="26" h="25" extrusionOk="0">
                  <a:moveTo>
                    <a:pt x="1" y="0"/>
                  </a:moveTo>
                  <a:lnTo>
                    <a:pt x="1"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
            <p:cNvSpPr/>
            <p:nvPr/>
          </p:nvSpPr>
          <p:spPr>
            <a:xfrm>
              <a:off x="2005700" y="2146125"/>
              <a:ext cx="1225" cy="625"/>
            </a:xfrm>
            <a:custGeom>
              <a:avLst/>
              <a:gdLst/>
              <a:ahLst/>
              <a:cxnLst/>
              <a:rect l="l" t="t" r="r" b="b"/>
              <a:pathLst>
                <a:path w="49" h="25" extrusionOk="0">
                  <a:moveTo>
                    <a:pt x="0" y="0"/>
                  </a:moveTo>
                  <a:lnTo>
                    <a:pt x="0" y="24"/>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
            <p:cNvSpPr/>
            <p:nvPr/>
          </p:nvSpPr>
          <p:spPr>
            <a:xfrm>
              <a:off x="1972000" y="22869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
            <p:cNvSpPr/>
            <p:nvPr/>
          </p:nvSpPr>
          <p:spPr>
            <a:xfrm>
              <a:off x="1987650" y="2284525"/>
              <a:ext cx="1225" cy="1250"/>
            </a:xfrm>
            <a:custGeom>
              <a:avLst/>
              <a:gdLst/>
              <a:ahLst/>
              <a:cxnLst/>
              <a:rect l="l" t="t" r="r" b="b"/>
              <a:pathLst>
                <a:path w="49" h="50" extrusionOk="0">
                  <a:moveTo>
                    <a:pt x="24" y="1"/>
                  </a:moveTo>
                  <a:lnTo>
                    <a:pt x="0" y="25"/>
                  </a:lnTo>
                  <a:lnTo>
                    <a:pt x="0" y="49"/>
                  </a:lnTo>
                  <a:lnTo>
                    <a:pt x="48"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
            <p:cNvSpPr/>
            <p:nvPr/>
          </p:nvSpPr>
          <p:spPr>
            <a:xfrm>
              <a:off x="2002075" y="2243600"/>
              <a:ext cx="625" cy="1250"/>
            </a:xfrm>
            <a:custGeom>
              <a:avLst/>
              <a:gdLst/>
              <a:ahLst/>
              <a:cxnLst/>
              <a:rect l="l" t="t" r="r" b="b"/>
              <a:pathLst>
                <a:path w="25" h="50" extrusionOk="0">
                  <a:moveTo>
                    <a:pt x="1" y="49"/>
                  </a:moveTo>
                  <a:lnTo>
                    <a:pt x="1" y="49"/>
                  </a:lnTo>
                  <a:lnTo>
                    <a:pt x="25" y="1"/>
                  </a:lnTo>
                  <a:lnTo>
                    <a:pt x="1" y="49"/>
                  </a:lnTo>
                  <a:lnTo>
                    <a:pt x="1" y="49"/>
                  </a:lnTo>
                  <a:lnTo>
                    <a:pt x="1" y="49"/>
                  </a:lnTo>
                  <a:lnTo>
                    <a:pt x="1" y="49"/>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
            <p:cNvSpPr/>
            <p:nvPr/>
          </p:nvSpPr>
          <p:spPr>
            <a:xfrm>
              <a:off x="2024950" y="2236400"/>
              <a:ext cx="1225" cy="1225"/>
            </a:xfrm>
            <a:custGeom>
              <a:avLst/>
              <a:gdLst/>
              <a:ahLst/>
              <a:cxnLst/>
              <a:rect l="l" t="t" r="r" b="b"/>
              <a:pathLst>
                <a:path w="49" h="49" extrusionOk="0">
                  <a:moveTo>
                    <a:pt x="25" y="0"/>
                  </a:moveTo>
                  <a:lnTo>
                    <a:pt x="1" y="24"/>
                  </a:lnTo>
                  <a:lnTo>
                    <a:pt x="25" y="48"/>
                  </a:lnTo>
                  <a:lnTo>
                    <a:pt x="49"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
            <p:cNvSpPr/>
            <p:nvPr/>
          </p:nvSpPr>
          <p:spPr>
            <a:xfrm>
              <a:off x="1998475" y="2235175"/>
              <a:ext cx="1825" cy="1250"/>
            </a:xfrm>
            <a:custGeom>
              <a:avLst/>
              <a:gdLst/>
              <a:ahLst/>
              <a:cxnLst/>
              <a:rect l="l" t="t" r="r" b="b"/>
              <a:pathLst>
                <a:path w="73" h="50" extrusionOk="0">
                  <a:moveTo>
                    <a:pt x="24" y="1"/>
                  </a:moveTo>
                  <a:lnTo>
                    <a:pt x="0" y="25"/>
                  </a:lnTo>
                  <a:lnTo>
                    <a:pt x="24"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
            <p:cNvSpPr/>
            <p:nvPr/>
          </p:nvSpPr>
          <p:spPr>
            <a:xfrm>
              <a:off x="2086950" y="2230375"/>
              <a:ext cx="625" cy="25"/>
            </a:xfrm>
            <a:custGeom>
              <a:avLst/>
              <a:gdLst/>
              <a:ahLst/>
              <a:cxnLst/>
              <a:rect l="l" t="t" r="r" b="b"/>
              <a:pathLst>
                <a:path w="25" h="1" extrusionOk="0">
                  <a:moveTo>
                    <a:pt x="24" y="0"/>
                  </a:moveTo>
                  <a:lnTo>
                    <a:pt x="0" y="0"/>
                  </a:lnTo>
                  <a:lnTo>
                    <a:pt x="0" y="0"/>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
            <p:cNvSpPr/>
            <p:nvPr/>
          </p:nvSpPr>
          <p:spPr>
            <a:xfrm>
              <a:off x="2126675" y="2229175"/>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
            <p:cNvSpPr/>
            <p:nvPr/>
          </p:nvSpPr>
          <p:spPr>
            <a:xfrm>
              <a:off x="2026750" y="2306200"/>
              <a:ext cx="625" cy="1225"/>
            </a:xfrm>
            <a:custGeom>
              <a:avLst/>
              <a:gdLst/>
              <a:ahLst/>
              <a:cxnLst/>
              <a:rect l="l" t="t" r="r" b="b"/>
              <a:pathLst>
                <a:path w="25" h="49" extrusionOk="0">
                  <a:moveTo>
                    <a:pt x="25" y="1"/>
                  </a:moveTo>
                  <a:lnTo>
                    <a:pt x="1" y="25"/>
                  </a:lnTo>
                  <a:lnTo>
                    <a:pt x="25" y="49"/>
                  </a:lnTo>
                  <a:lnTo>
                    <a:pt x="25"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
            <p:cNvSpPr/>
            <p:nvPr/>
          </p:nvSpPr>
          <p:spPr>
            <a:xfrm>
              <a:off x="1968975" y="2205700"/>
              <a:ext cx="625" cy="1225"/>
            </a:xfrm>
            <a:custGeom>
              <a:avLst/>
              <a:gdLst/>
              <a:ahLst/>
              <a:cxnLst/>
              <a:rect l="l" t="t" r="r" b="b"/>
              <a:pathLst>
                <a:path w="25" h="49" extrusionOk="0">
                  <a:moveTo>
                    <a:pt x="1" y="0"/>
                  </a:moveTo>
                  <a:lnTo>
                    <a:pt x="1" y="24"/>
                  </a:lnTo>
                  <a:lnTo>
                    <a:pt x="1" y="48"/>
                  </a:lnTo>
                  <a:lnTo>
                    <a:pt x="25" y="24"/>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
            <p:cNvSpPr/>
            <p:nvPr/>
          </p:nvSpPr>
          <p:spPr>
            <a:xfrm>
              <a:off x="2072500" y="2198475"/>
              <a:ext cx="1225" cy="1225"/>
            </a:xfrm>
            <a:custGeom>
              <a:avLst/>
              <a:gdLst/>
              <a:ahLst/>
              <a:cxnLst/>
              <a:rect l="l" t="t" r="r" b="b"/>
              <a:pathLst>
                <a:path w="49" h="49" extrusionOk="0">
                  <a:moveTo>
                    <a:pt x="24" y="0"/>
                  </a:moveTo>
                  <a:lnTo>
                    <a:pt x="0" y="25"/>
                  </a:lnTo>
                  <a:lnTo>
                    <a:pt x="24" y="49"/>
                  </a:lnTo>
                  <a:lnTo>
                    <a:pt x="49" y="49"/>
                  </a:lnTo>
                  <a:lnTo>
                    <a:pt x="49" y="25"/>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
            <p:cNvSpPr/>
            <p:nvPr/>
          </p:nvSpPr>
          <p:spPr>
            <a:xfrm>
              <a:off x="2085125" y="2146125"/>
              <a:ext cx="650" cy="625"/>
            </a:xfrm>
            <a:custGeom>
              <a:avLst/>
              <a:gdLst/>
              <a:ahLst/>
              <a:cxnLst/>
              <a:rect l="l" t="t" r="r" b="b"/>
              <a:pathLst>
                <a:path w="26"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
            <p:cNvSpPr/>
            <p:nvPr/>
          </p:nvSpPr>
          <p:spPr>
            <a:xfrm>
              <a:off x="2052625" y="2283925"/>
              <a:ext cx="650" cy="625"/>
            </a:xfrm>
            <a:custGeom>
              <a:avLst/>
              <a:gdLst/>
              <a:ahLst/>
              <a:cxnLst/>
              <a:rect l="l" t="t" r="r" b="b"/>
              <a:pathLst>
                <a:path w="26" h="25" extrusionOk="0">
                  <a:moveTo>
                    <a:pt x="1" y="1"/>
                  </a:moveTo>
                  <a:lnTo>
                    <a:pt x="1" y="25"/>
                  </a:lnTo>
                  <a:lnTo>
                    <a:pt x="25" y="25"/>
                  </a:lnTo>
                  <a:lnTo>
                    <a:pt x="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
            <p:cNvSpPr/>
            <p:nvPr/>
          </p:nvSpPr>
          <p:spPr>
            <a:xfrm>
              <a:off x="1971400" y="2338100"/>
              <a:ext cx="625" cy="625"/>
            </a:xfrm>
            <a:custGeom>
              <a:avLst/>
              <a:gdLst/>
              <a:ahLst/>
              <a:cxnLst/>
              <a:rect l="l" t="t" r="r" b="b"/>
              <a:pathLst>
                <a:path w="25" h="25" extrusionOk="0">
                  <a:moveTo>
                    <a:pt x="24" y="0"/>
                  </a:moveTo>
                  <a:lnTo>
                    <a:pt x="0" y="24"/>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
            <p:cNvSpPr/>
            <p:nvPr/>
          </p:nvSpPr>
          <p:spPr>
            <a:xfrm>
              <a:off x="2008100" y="2412725"/>
              <a:ext cx="625" cy="625"/>
            </a:xfrm>
            <a:custGeom>
              <a:avLst/>
              <a:gdLst/>
              <a:ahLst/>
              <a:cxnLst/>
              <a:rect l="l" t="t" r="r" b="b"/>
              <a:pathLst>
                <a:path w="25" h="25" extrusionOk="0">
                  <a:moveTo>
                    <a:pt x="1" y="0"/>
                  </a:moveTo>
                  <a:lnTo>
                    <a:pt x="1" y="25"/>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
            <p:cNvSpPr/>
            <p:nvPr/>
          </p:nvSpPr>
          <p:spPr>
            <a:xfrm>
              <a:off x="1978600" y="2316425"/>
              <a:ext cx="25" cy="625"/>
            </a:xfrm>
            <a:custGeom>
              <a:avLst/>
              <a:gdLst/>
              <a:ahLst/>
              <a:cxnLst/>
              <a:rect l="l" t="t" r="r" b="b"/>
              <a:pathLst>
                <a:path w="1" h="25" extrusionOk="0">
                  <a:moveTo>
                    <a:pt x="1" y="25"/>
                  </a:moveTo>
                  <a:lnTo>
                    <a:pt x="1" y="25"/>
                  </a:lnTo>
                  <a:lnTo>
                    <a:pt x="1" y="1"/>
                  </a:lnTo>
                  <a:lnTo>
                    <a:pt x="1"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
            <p:cNvSpPr/>
            <p:nvPr/>
          </p:nvSpPr>
          <p:spPr>
            <a:xfrm>
              <a:off x="2038800" y="2217125"/>
              <a:ext cx="625" cy="625"/>
            </a:xfrm>
            <a:custGeom>
              <a:avLst/>
              <a:gdLst/>
              <a:ahLst/>
              <a:cxnLst/>
              <a:rect l="l" t="t" r="r" b="b"/>
              <a:pathLst>
                <a:path w="25" h="25" extrusionOk="0">
                  <a:moveTo>
                    <a:pt x="0" y="25"/>
                  </a:moveTo>
                  <a:lnTo>
                    <a:pt x="0" y="25"/>
                  </a:lnTo>
                  <a:lnTo>
                    <a:pt x="0" y="1"/>
                  </a:lnTo>
                  <a:lnTo>
                    <a:pt x="24" y="1"/>
                  </a:lnTo>
                  <a:lnTo>
                    <a:pt x="24"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
            <p:cNvSpPr/>
            <p:nvPr/>
          </p:nvSpPr>
          <p:spPr>
            <a:xfrm>
              <a:off x="2006900" y="2215325"/>
              <a:ext cx="25" cy="25"/>
            </a:xfrm>
            <a:custGeom>
              <a:avLst/>
              <a:gdLst/>
              <a:ahLst/>
              <a:cxnLst/>
              <a:rect l="l" t="t" r="r" b="b"/>
              <a:pathLst>
                <a:path w="1" h="1" extrusionOk="0">
                  <a:moveTo>
                    <a:pt x="0" y="0"/>
                  </a:moveTo>
                  <a:lnTo>
                    <a:pt x="0" y="0"/>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
            <p:cNvSpPr/>
            <p:nvPr/>
          </p:nvSpPr>
          <p:spPr>
            <a:xfrm>
              <a:off x="2041200" y="2205100"/>
              <a:ext cx="25" cy="25"/>
            </a:xfrm>
            <a:custGeom>
              <a:avLst/>
              <a:gdLst/>
              <a:ahLst/>
              <a:cxnLst/>
              <a:rect l="l" t="t" r="r" b="b"/>
              <a:pathLst>
                <a:path w="1" h="1" extrusionOk="0">
                  <a:moveTo>
                    <a:pt x="1" y="0"/>
                  </a:moveTo>
                  <a:lnTo>
                    <a:pt x="1" y="0"/>
                  </a:lnTo>
                  <a:lnTo>
                    <a:pt x="1" y="0"/>
                  </a:ln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
            <p:cNvSpPr/>
            <p:nvPr/>
          </p:nvSpPr>
          <p:spPr>
            <a:xfrm>
              <a:off x="1952125" y="2182225"/>
              <a:ext cx="25" cy="25"/>
            </a:xfrm>
            <a:custGeom>
              <a:avLst/>
              <a:gdLst/>
              <a:ahLst/>
              <a:cxnLst/>
              <a:rect l="l" t="t" r="r" b="b"/>
              <a:pathLst>
                <a:path w="1" h="1" extrusionOk="0">
                  <a:moveTo>
                    <a:pt x="1" y="0"/>
                  </a:move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
            <p:cNvSpPr/>
            <p:nvPr/>
          </p:nvSpPr>
          <p:spPr>
            <a:xfrm>
              <a:off x="1952125" y="2181625"/>
              <a:ext cx="625" cy="625"/>
            </a:xfrm>
            <a:custGeom>
              <a:avLst/>
              <a:gdLst/>
              <a:ahLst/>
              <a:cxnLst/>
              <a:rect l="l" t="t" r="r" b="b"/>
              <a:pathLst>
                <a:path w="25"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
            <p:cNvSpPr/>
            <p:nvPr/>
          </p:nvSpPr>
          <p:spPr>
            <a:xfrm>
              <a:off x="1924450" y="2177400"/>
              <a:ext cx="25" cy="625"/>
            </a:xfrm>
            <a:custGeom>
              <a:avLst/>
              <a:gdLst/>
              <a:ahLst/>
              <a:cxnLst/>
              <a:rect l="l" t="t" r="r" b="b"/>
              <a:pathLst>
                <a:path w="1" h="25" extrusionOk="0">
                  <a:moveTo>
                    <a:pt x="0" y="25"/>
                  </a:moveTo>
                  <a:lnTo>
                    <a:pt x="0"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
            <p:cNvSpPr/>
            <p:nvPr/>
          </p:nvSpPr>
          <p:spPr>
            <a:xfrm>
              <a:off x="1781825" y="1840975"/>
              <a:ext cx="652400" cy="709600"/>
            </a:xfrm>
            <a:custGeom>
              <a:avLst/>
              <a:gdLst/>
              <a:ahLst/>
              <a:cxnLst/>
              <a:rect l="l" t="t" r="r" b="b"/>
              <a:pathLst>
                <a:path w="26096" h="28384" extrusionOk="0">
                  <a:moveTo>
                    <a:pt x="18392" y="1"/>
                  </a:moveTo>
                  <a:lnTo>
                    <a:pt x="18031" y="49"/>
                  </a:lnTo>
                  <a:lnTo>
                    <a:pt x="17646" y="121"/>
                  </a:lnTo>
                  <a:lnTo>
                    <a:pt x="17261" y="194"/>
                  </a:lnTo>
                  <a:lnTo>
                    <a:pt x="16851" y="314"/>
                  </a:lnTo>
                  <a:lnTo>
                    <a:pt x="16418" y="434"/>
                  </a:lnTo>
                  <a:lnTo>
                    <a:pt x="15599" y="747"/>
                  </a:lnTo>
                  <a:lnTo>
                    <a:pt x="13938" y="1397"/>
                  </a:lnTo>
                  <a:lnTo>
                    <a:pt x="13529" y="1542"/>
                  </a:lnTo>
                  <a:lnTo>
                    <a:pt x="13120" y="1662"/>
                  </a:lnTo>
                  <a:lnTo>
                    <a:pt x="12711" y="1758"/>
                  </a:lnTo>
                  <a:lnTo>
                    <a:pt x="12277" y="1855"/>
                  </a:lnTo>
                  <a:lnTo>
                    <a:pt x="11676" y="1951"/>
                  </a:lnTo>
                  <a:lnTo>
                    <a:pt x="11098" y="2023"/>
                  </a:lnTo>
                  <a:lnTo>
                    <a:pt x="10472" y="2047"/>
                  </a:lnTo>
                  <a:lnTo>
                    <a:pt x="9870" y="2071"/>
                  </a:lnTo>
                  <a:lnTo>
                    <a:pt x="8715" y="2095"/>
                  </a:lnTo>
                  <a:lnTo>
                    <a:pt x="7968" y="2168"/>
                  </a:lnTo>
                  <a:lnTo>
                    <a:pt x="7607" y="2216"/>
                  </a:lnTo>
                  <a:lnTo>
                    <a:pt x="7270" y="2288"/>
                  </a:lnTo>
                  <a:lnTo>
                    <a:pt x="6909" y="2360"/>
                  </a:lnTo>
                  <a:lnTo>
                    <a:pt x="6548" y="2456"/>
                  </a:lnTo>
                  <a:lnTo>
                    <a:pt x="6211" y="2577"/>
                  </a:lnTo>
                  <a:lnTo>
                    <a:pt x="5874" y="2697"/>
                  </a:lnTo>
                  <a:lnTo>
                    <a:pt x="5007" y="3058"/>
                  </a:lnTo>
                  <a:lnTo>
                    <a:pt x="4165" y="3468"/>
                  </a:lnTo>
                  <a:lnTo>
                    <a:pt x="3346" y="3925"/>
                  </a:lnTo>
                  <a:lnTo>
                    <a:pt x="2552" y="4430"/>
                  </a:lnTo>
                  <a:lnTo>
                    <a:pt x="1998" y="4816"/>
                  </a:lnTo>
                  <a:lnTo>
                    <a:pt x="1420" y="5225"/>
                  </a:lnTo>
                  <a:lnTo>
                    <a:pt x="313" y="6067"/>
                  </a:lnTo>
                  <a:lnTo>
                    <a:pt x="120" y="6212"/>
                  </a:lnTo>
                  <a:lnTo>
                    <a:pt x="24" y="6356"/>
                  </a:lnTo>
                  <a:lnTo>
                    <a:pt x="0" y="6404"/>
                  </a:lnTo>
                  <a:lnTo>
                    <a:pt x="24" y="6477"/>
                  </a:lnTo>
                  <a:lnTo>
                    <a:pt x="48" y="6525"/>
                  </a:lnTo>
                  <a:lnTo>
                    <a:pt x="265" y="6525"/>
                  </a:lnTo>
                  <a:lnTo>
                    <a:pt x="385" y="6501"/>
                  </a:lnTo>
                  <a:lnTo>
                    <a:pt x="1372" y="6236"/>
                  </a:lnTo>
                  <a:lnTo>
                    <a:pt x="2672" y="5875"/>
                  </a:lnTo>
                  <a:lnTo>
                    <a:pt x="3972" y="5562"/>
                  </a:lnTo>
                  <a:lnTo>
                    <a:pt x="5296" y="5297"/>
                  </a:lnTo>
                  <a:lnTo>
                    <a:pt x="6620" y="5056"/>
                  </a:lnTo>
                  <a:lnTo>
                    <a:pt x="8474" y="4767"/>
                  </a:lnTo>
                  <a:lnTo>
                    <a:pt x="10327" y="4527"/>
                  </a:lnTo>
                  <a:lnTo>
                    <a:pt x="12181" y="4334"/>
                  </a:lnTo>
                  <a:lnTo>
                    <a:pt x="14035" y="4166"/>
                  </a:lnTo>
                  <a:lnTo>
                    <a:pt x="14805" y="4117"/>
                  </a:lnTo>
                  <a:lnTo>
                    <a:pt x="15599" y="4069"/>
                  </a:lnTo>
                  <a:lnTo>
                    <a:pt x="16394" y="4069"/>
                  </a:lnTo>
                  <a:lnTo>
                    <a:pt x="17164" y="4093"/>
                  </a:lnTo>
                  <a:lnTo>
                    <a:pt x="17670" y="4142"/>
                  </a:lnTo>
                  <a:lnTo>
                    <a:pt x="18175" y="4190"/>
                  </a:lnTo>
                  <a:lnTo>
                    <a:pt x="18681" y="4238"/>
                  </a:lnTo>
                  <a:lnTo>
                    <a:pt x="19186" y="4334"/>
                  </a:lnTo>
                  <a:lnTo>
                    <a:pt x="19620" y="4430"/>
                  </a:lnTo>
                  <a:lnTo>
                    <a:pt x="20029" y="4575"/>
                  </a:lnTo>
                  <a:lnTo>
                    <a:pt x="20438" y="4719"/>
                  </a:lnTo>
                  <a:lnTo>
                    <a:pt x="20847" y="4912"/>
                  </a:lnTo>
                  <a:lnTo>
                    <a:pt x="21257" y="5153"/>
                  </a:lnTo>
                  <a:lnTo>
                    <a:pt x="21666" y="5442"/>
                  </a:lnTo>
                  <a:lnTo>
                    <a:pt x="22027" y="5754"/>
                  </a:lnTo>
                  <a:lnTo>
                    <a:pt x="22364" y="6091"/>
                  </a:lnTo>
                  <a:lnTo>
                    <a:pt x="22749" y="6501"/>
                  </a:lnTo>
                  <a:lnTo>
                    <a:pt x="23086" y="6934"/>
                  </a:lnTo>
                  <a:lnTo>
                    <a:pt x="23375" y="7391"/>
                  </a:lnTo>
                  <a:lnTo>
                    <a:pt x="23616" y="7897"/>
                  </a:lnTo>
                  <a:lnTo>
                    <a:pt x="23784" y="8282"/>
                  </a:lnTo>
                  <a:lnTo>
                    <a:pt x="23905" y="8691"/>
                  </a:lnTo>
                  <a:lnTo>
                    <a:pt x="23977" y="9101"/>
                  </a:lnTo>
                  <a:lnTo>
                    <a:pt x="24025" y="9534"/>
                  </a:lnTo>
                  <a:lnTo>
                    <a:pt x="24025" y="9823"/>
                  </a:lnTo>
                  <a:lnTo>
                    <a:pt x="23977" y="10088"/>
                  </a:lnTo>
                  <a:lnTo>
                    <a:pt x="23881" y="10352"/>
                  </a:lnTo>
                  <a:lnTo>
                    <a:pt x="23760" y="10593"/>
                  </a:lnTo>
                  <a:lnTo>
                    <a:pt x="23616" y="10810"/>
                  </a:lnTo>
                  <a:lnTo>
                    <a:pt x="23447" y="11026"/>
                  </a:lnTo>
                  <a:lnTo>
                    <a:pt x="22725" y="12038"/>
                  </a:lnTo>
                  <a:lnTo>
                    <a:pt x="22027" y="13049"/>
                  </a:lnTo>
                  <a:lnTo>
                    <a:pt x="21690" y="13626"/>
                  </a:lnTo>
                  <a:lnTo>
                    <a:pt x="21377" y="14204"/>
                  </a:lnTo>
                  <a:lnTo>
                    <a:pt x="21064" y="14782"/>
                  </a:lnTo>
                  <a:lnTo>
                    <a:pt x="20823" y="15408"/>
                  </a:lnTo>
                  <a:lnTo>
                    <a:pt x="20510" y="16226"/>
                  </a:lnTo>
                  <a:lnTo>
                    <a:pt x="20246" y="17069"/>
                  </a:lnTo>
                  <a:lnTo>
                    <a:pt x="20029" y="17935"/>
                  </a:lnTo>
                  <a:lnTo>
                    <a:pt x="19885" y="18802"/>
                  </a:lnTo>
                  <a:lnTo>
                    <a:pt x="19764" y="19500"/>
                  </a:lnTo>
                  <a:lnTo>
                    <a:pt x="19620" y="20222"/>
                  </a:lnTo>
                  <a:lnTo>
                    <a:pt x="19523" y="20608"/>
                  </a:lnTo>
                  <a:lnTo>
                    <a:pt x="19403" y="20969"/>
                  </a:lnTo>
                  <a:lnTo>
                    <a:pt x="19283" y="21354"/>
                  </a:lnTo>
                  <a:lnTo>
                    <a:pt x="19138" y="21715"/>
                  </a:lnTo>
                  <a:lnTo>
                    <a:pt x="18970" y="22076"/>
                  </a:lnTo>
                  <a:lnTo>
                    <a:pt x="18801" y="22413"/>
                  </a:lnTo>
                  <a:lnTo>
                    <a:pt x="18609" y="22750"/>
                  </a:lnTo>
                  <a:lnTo>
                    <a:pt x="18392" y="23087"/>
                  </a:lnTo>
                  <a:lnTo>
                    <a:pt x="18199" y="23352"/>
                  </a:lnTo>
                  <a:lnTo>
                    <a:pt x="17983" y="23593"/>
                  </a:lnTo>
                  <a:lnTo>
                    <a:pt x="17766" y="23833"/>
                  </a:lnTo>
                  <a:lnTo>
                    <a:pt x="17549" y="24026"/>
                  </a:lnTo>
                  <a:lnTo>
                    <a:pt x="17309" y="24243"/>
                  </a:lnTo>
                  <a:lnTo>
                    <a:pt x="17044" y="24411"/>
                  </a:lnTo>
                  <a:lnTo>
                    <a:pt x="16779" y="24580"/>
                  </a:lnTo>
                  <a:lnTo>
                    <a:pt x="16490" y="24724"/>
                  </a:lnTo>
                  <a:lnTo>
                    <a:pt x="16153" y="24893"/>
                  </a:lnTo>
                  <a:lnTo>
                    <a:pt x="15816" y="25037"/>
                  </a:lnTo>
                  <a:lnTo>
                    <a:pt x="15118" y="25278"/>
                  </a:lnTo>
                  <a:lnTo>
                    <a:pt x="13866" y="25639"/>
                  </a:lnTo>
                  <a:lnTo>
                    <a:pt x="13240" y="25807"/>
                  </a:lnTo>
                  <a:lnTo>
                    <a:pt x="12590" y="25976"/>
                  </a:lnTo>
                  <a:lnTo>
                    <a:pt x="12157" y="26072"/>
                  </a:lnTo>
                  <a:lnTo>
                    <a:pt x="11724" y="26217"/>
                  </a:lnTo>
                  <a:lnTo>
                    <a:pt x="11290" y="26361"/>
                  </a:lnTo>
                  <a:lnTo>
                    <a:pt x="10857" y="26530"/>
                  </a:lnTo>
                  <a:lnTo>
                    <a:pt x="10568" y="26674"/>
                  </a:lnTo>
                  <a:lnTo>
                    <a:pt x="10303" y="26843"/>
                  </a:lnTo>
                  <a:lnTo>
                    <a:pt x="10183" y="26939"/>
                  </a:lnTo>
                  <a:lnTo>
                    <a:pt x="10111" y="27083"/>
                  </a:lnTo>
                  <a:lnTo>
                    <a:pt x="10063" y="27228"/>
                  </a:lnTo>
                  <a:lnTo>
                    <a:pt x="10063" y="27372"/>
                  </a:lnTo>
                  <a:lnTo>
                    <a:pt x="10111" y="27517"/>
                  </a:lnTo>
                  <a:lnTo>
                    <a:pt x="10159" y="27661"/>
                  </a:lnTo>
                  <a:lnTo>
                    <a:pt x="10279" y="27781"/>
                  </a:lnTo>
                  <a:lnTo>
                    <a:pt x="10400" y="27854"/>
                  </a:lnTo>
                  <a:lnTo>
                    <a:pt x="10953" y="28070"/>
                  </a:lnTo>
                  <a:lnTo>
                    <a:pt x="11242" y="28142"/>
                  </a:lnTo>
                  <a:lnTo>
                    <a:pt x="11531" y="28215"/>
                  </a:lnTo>
                  <a:lnTo>
                    <a:pt x="12037" y="28287"/>
                  </a:lnTo>
                  <a:lnTo>
                    <a:pt x="12542" y="28359"/>
                  </a:lnTo>
                  <a:lnTo>
                    <a:pt x="13024" y="28383"/>
                  </a:lnTo>
                  <a:lnTo>
                    <a:pt x="13529" y="28383"/>
                  </a:lnTo>
                  <a:lnTo>
                    <a:pt x="15455" y="28359"/>
                  </a:lnTo>
                  <a:lnTo>
                    <a:pt x="16129" y="28335"/>
                  </a:lnTo>
                  <a:lnTo>
                    <a:pt x="16611" y="28287"/>
                  </a:lnTo>
                  <a:lnTo>
                    <a:pt x="17092" y="28215"/>
                  </a:lnTo>
                  <a:lnTo>
                    <a:pt x="17574" y="28142"/>
                  </a:lnTo>
                  <a:lnTo>
                    <a:pt x="18055" y="28022"/>
                  </a:lnTo>
                  <a:lnTo>
                    <a:pt x="18512" y="27878"/>
                  </a:lnTo>
                  <a:lnTo>
                    <a:pt x="18970" y="27709"/>
                  </a:lnTo>
                  <a:lnTo>
                    <a:pt x="19427" y="27517"/>
                  </a:lnTo>
                  <a:lnTo>
                    <a:pt x="19885" y="27300"/>
                  </a:lnTo>
                  <a:lnTo>
                    <a:pt x="20390" y="27035"/>
                  </a:lnTo>
                  <a:lnTo>
                    <a:pt x="20872" y="26746"/>
                  </a:lnTo>
                  <a:lnTo>
                    <a:pt x="21859" y="26120"/>
                  </a:lnTo>
                  <a:lnTo>
                    <a:pt x="22147" y="25928"/>
                  </a:lnTo>
                  <a:lnTo>
                    <a:pt x="22436" y="25711"/>
                  </a:lnTo>
                  <a:lnTo>
                    <a:pt x="23014" y="25254"/>
                  </a:lnTo>
                  <a:lnTo>
                    <a:pt x="23183" y="25085"/>
                  </a:lnTo>
                  <a:lnTo>
                    <a:pt x="23327" y="24917"/>
                  </a:lnTo>
                  <a:lnTo>
                    <a:pt x="23568" y="24532"/>
                  </a:lnTo>
                  <a:lnTo>
                    <a:pt x="23664" y="24363"/>
                  </a:lnTo>
                  <a:lnTo>
                    <a:pt x="23736" y="24170"/>
                  </a:lnTo>
                  <a:lnTo>
                    <a:pt x="23760" y="24026"/>
                  </a:lnTo>
                  <a:lnTo>
                    <a:pt x="23784" y="23906"/>
                  </a:lnTo>
                  <a:lnTo>
                    <a:pt x="23760" y="23617"/>
                  </a:lnTo>
                  <a:lnTo>
                    <a:pt x="23712" y="23352"/>
                  </a:lnTo>
                  <a:lnTo>
                    <a:pt x="23592" y="23087"/>
                  </a:lnTo>
                  <a:lnTo>
                    <a:pt x="23423" y="22798"/>
                  </a:lnTo>
                  <a:lnTo>
                    <a:pt x="23207" y="22533"/>
                  </a:lnTo>
                  <a:lnTo>
                    <a:pt x="22629" y="21763"/>
                  </a:lnTo>
                  <a:lnTo>
                    <a:pt x="22509" y="21571"/>
                  </a:lnTo>
                  <a:lnTo>
                    <a:pt x="22388" y="21378"/>
                  </a:lnTo>
                  <a:lnTo>
                    <a:pt x="22292" y="21161"/>
                  </a:lnTo>
                  <a:lnTo>
                    <a:pt x="22220" y="20945"/>
                  </a:lnTo>
                  <a:lnTo>
                    <a:pt x="22147" y="20728"/>
                  </a:lnTo>
                  <a:lnTo>
                    <a:pt x="22099" y="20487"/>
                  </a:lnTo>
                  <a:lnTo>
                    <a:pt x="22099" y="20271"/>
                  </a:lnTo>
                  <a:lnTo>
                    <a:pt x="22075" y="20030"/>
                  </a:lnTo>
                  <a:lnTo>
                    <a:pt x="22099" y="19717"/>
                  </a:lnTo>
                  <a:lnTo>
                    <a:pt x="22123" y="19404"/>
                  </a:lnTo>
                  <a:lnTo>
                    <a:pt x="22196" y="19043"/>
                  </a:lnTo>
                  <a:lnTo>
                    <a:pt x="22268" y="18682"/>
                  </a:lnTo>
                  <a:lnTo>
                    <a:pt x="22364" y="18345"/>
                  </a:lnTo>
                  <a:lnTo>
                    <a:pt x="22484" y="17984"/>
                  </a:lnTo>
                  <a:lnTo>
                    <a:pt x="22677" y="17478"/>
                  </a:lnTo>
                  <a:lnTo>
                    <a:pt x="22894" y="16997"/>
                  </a:lnTo>
                  <a:lnTo>
                    <a:pt x="23159" y="16491"/>
                  </a:lnTo>
                  <a:lnTo>
                    <a:pt x="23399" y="16034"/>
                  </a:lnTo>
                  <a:lnTo>
                    <a:pt x="24001" y="14999"/>
                  </a:lnTo>
                  <a:lnTo>
                    <a:pt x="24579" y="13963"/>
                  </a:lnTo>
                  <a:lnTo>
                    <a:pt x="24844" y="13458"/>
                  </a:lnTo>
                  <a:lnTo>
                    <a:pt x="25108" y="12928"/>
                  </a:lnTo>
                  <a:lnTo>
                    <a:pt x="25325" y="12399"/>
                  </a:lnTo>
                  <a:lnTo>
                    <a:pt x="25518" y="11845"/>
                  </a:lnTo>
                  <a:lnTo>
                    <a:pt x="25686" y="11315"/>
                  </a:lnTo>
                  <a:lnTo>
                    <a:pt x="25831" y="10786"/>
                  </a:lnTo>
                  <a:lnTo>
                    <a:pt x="25951" y="10256"/>
                  </a:lnTo>
                  <a:lnTo>
                    <a:pt x="26023" y="9727"/>
                  </a:lnTo>
                  <a:lnTo>
                    <a:pt x="26071" y="9173"/>
                  </a:lnTo>
                  <a:lnTo>
                    <a:pt x="26095" y="8643"/>
                  </a:lnTo>
                  <a:lnTo>
                    <a:pt x="26095" y="8090"/>
                  </a:lnTo>
                  <a:lnTo>
                    <a:pt x="26047" y="7536"/>
                  </a:lnTo>
                  <a:lnTo>
                    <a:pt x="25975" y="6910"/>
                  </a:lnTo>
                  <a:lnTo>
                    <a:pt x="25831" y="6284"/>
                  </a:lnTo>
                  <a:lnTo>
                    <a:pt x="25662" y="5682"/>
                  </a:lnTo>
                  <a:lnTo>
                    <a:pt x="25445" y="5104"/>
                  </a:lnTo>
                  <a:lnTo>
                    <a:pt x="25205" y="4527"/>
                  </a:lnTo>
                  <a:lnTo>
                    <a:pt x="24892" y="3997"/>
                  </a:lnTo>
                  <a:lnTo>
                    <a:pt x="24555" y="3468"/>
                  </a:lnTo>
                  <a:lnTo>
                    <a:pt x="24146" y="2962"/>
                  </a:lnTo>
                  <a:lnTo>
                    <a:pt x="23881" y="2649"/>
                  </a:lnTo>
                  <a:lnTo>
                    <a:pt x="23592" y="2360"/>
                  </a:lnTo>
                  <a:lnTo>
                    <a:pt x="23303" y="2095"/>
                  </a:lnTo>
                  <a:lnTo>
                    <a:pt x="23014" y="1831"/>
                  </a:lnTo>
                  <a:lnTo>
                    <a:pt x="22701" y="1566"/>
                  </a:lnTo>
                  <a:lnTo>
                    <a:pt x="22388" y="1325"/>
                  </a:lnTo>
                  <a:lnTo>
                    <a:pt x="21714" y="892"/>
                  </a:lnTo>
                  <a:lnTo>
                    <a:pt x="21305" y="651"/>
                  </a:lnTo>
                  <a:lnTo>
                    <a:pt x="20896" y="434"/>
                  </a:lnTo>
                  <a:lnTo>
                    <a:pt x="20390" y="242"/>
                  </a:lnTo>
                  <a:lnTo>
                    <a:pt x="20125" y="170"/>
                  </a:lnTo>
                  <a:lnTo>
                    <a:pt x="19860" y="97"/>
                  </a:lnTo>
                  <a:lnTo>
                    <a:pt x="19596" y="49"/>
                  </a:lnTo>
                  <a:lnTo>
                    <a:pt x="19331" y="25"/>
                  </a:lnTo>
                  <a:lnTo>
                    <a:pt x="190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
            <p:cNvSpPr/>
            <p:nvPr/>
          </p:nvSpPr>
          <p:spPr>
            <a:xfrm>
              <a:off x="1802875" y="1996850"/>
              <a:ext cx="521825" cy="518800"/>
            </a:xfrm>
            <a:custGeom>
              <a:avLst/>
              <a:gdLst/>
              <a:ahLst/>
              <a:cxnLst/>
              <a:rect l="l" t="t" r="r" b="b"/>
              <a:pathLst>
                <a:path w="20873" h="20752" extrusionOk="0">
                  <a:moveTo>
                    <a:pt x="18224" y="1"/>
                  </a:moveTo>
                  <a:lnTo>
                    <a:pt x="17983" y="25"/>
                  </a:lnTo>
                  <a:lnTo>
                    <a:pt x="17767" y="49"/>
                  </a:lnTo>
                  <a:lnTo>
                    <a:pt x="17430" y="97"/>
                  </a:lnTo>
                  <a:lnTo>
                    <a:pt x="17093" y="169"/>
                  </a:lnTo>
                  <a:lnTo>
                    <a:pt x="16419" y="338"/>
                  </a:lnTo>
                  <a:lnTo>
                    <a:pt x="15143" y="627"/>
                  </a:lnTo>
                  <a:lnTo>
                    <a:pt x="14709" y="723"/>
                  </a:lnTo>
                  <a:lnTo>
                    <a:pt x="14252" y="771"/>
                  </a:lnTo>
                  <a:lnTo>
                    <a:pt x="13795" y="795"/>
                  </a:lnTo>
                  <a:lnTo>
                    <a:pt x="13337" y="795"/>
                  </a:lnTo>
                  <a:lnTo>
                    <a:pt x="12639" y="771"/>
                  </a:lnTo>
                  <a:lnTo>
                    <a:pt x="11941" y="699"/>
                  </a:lnTo>
                  <a:lnTo>
                    <a:pt x="11243" y="603"/>
                  </a:lnTo>
                  <a:lnTo>
                    <a:pt x="10569" y="482"/>
                  </a:lnTo>
                  <a:lnTo>
                    <a:pt x="9774" y="314"/>
                  </a:lnTo>
                  <a:lnTo>
                    <a:pt x="8980" y="169"/>
                  </a:lnTo>
                  <a:lnTo>
                    <a:pt x="8330" y="97"/>
                  </a:lnTo>
                  <a:lnTo>
                    <a:pt x="7680" y="73"/>
                  </a:lnTo>
                  <a:lnTo>
                    <a:pt x="7367" y="73"/>
                  </a:lnTo>
                  <a:lnTo>
                    <a:pt x="7030" y="97"/>
                  </a:lnTo>
                  <a:lnTo>
                    <a:pt x="6717" y="145"/>
                  </a:lnTo>
                  <a:lnTo>
                    <a:pt x="6380" y="218"/>
                  </a:lnTo>
                  <a:lnTo>
                    <a:pt x="5778" y="338"/>
                  </a:lnTo>
                  <a:lnTo>
                    <a:pt x="5176" y="482"/>
                  </a:lnTo>
                  <a:lnTo>
                    <a:pt x="4574" y="651"/>
                  </a:lnTo>
                  <a:lnTo>
                    <a:pt x="3997" y="868"/>
                  </a:lnTo>
                  <a:lnTo>
                    <a:pt x="3082" y="1205"/>
                  </a:lnTo>
                  <a:lnTo>
                    <a:pt x="2167" y="1542"/>
                  </a:lnTo>
                  <a:lnTo>
                    <a:pt x="1782" y="1686"/>
                  </a:lnTo>
                  <a:lnTo>
                    <a:pt x="1373" y="1782"/>
                  </a:lnTo>
                  <a:lnTo>
                    <a:pt x="964" y="1879"/>
                  </a:lnTo>
                  <a:lnTo>
                    <a:pt x="554" y="1951"/>
                  </a:lnTo>
                  <a:lnTo>
                    <a:pt x="193" y="1999"/>
                  </a:lnTo>
                  <a:lnTo>
                    <a:pt x="97" y="2023"/>
                  </a:lnTo>
                  <a:lnTo>
                    <a:pt x="49" y="2047"/>
                  </a:lnTo>
                  <a:lnTo>
                    <a:pt x="1" y="2095"/>
                  </a:lnTo>
                  <a:lnTo>
                    <a:pt x="1" y="2143"/>
                  </a:lnTo>
                  <a:lnTo>
                    <a:pt x="25" y="2192"/>
                  </a:lnTo>
                  <a:lnTo>
                    <a:pt x="97" y="2240"/>
                  </a:lnTo>
                  <a:lnTo>
                    <a:pt x="169" y="2264"/>
                  </a:lnTo>
                  <a:lnTo>
                    <a:pt x="458" y="2312"/>
                  </a:lnTo>
                  <a:lnTo>
                    <a:pt x="723" y="2360"/>
                  </a:lnTo>
                  <a:lnTo>
                    <a:pt x="988" y="2360"/>
                  </a:lnTo>
                  <a:lnTo>
                    <a:pt x="1517" y="2336"/>
                  </a:lnTo>
                  <a:lnTo>
                    <a:pt x="5706" y="1927"/>
                  </a:lnTo>
                  <a:lnTo>
                    <a:pt x="6573" y="1855"/>
                  </a:lnTo>
                  <a:lnTo>
                    <a:pt x="7463" y="1806"/>
                  </a:lnTo>
                  <a:lnTo>
                    <a:pt x="7921" y="1806"/>
                  </a:lnTo>
                  <a:lnTo>
                    <a:pt x="8402" y="1830"/>
                  </a:lnTo>
                  <a:lnTo>
                    <a:pt x="8811" y="1855"/>
                  </a:lnTo>
                  <a:lnTo>
                    <a:pt x="9221" y="1951"/>
                  </a:lnTo>
                  <a:lnTo>
                    <a:pt x="9630" y="2047"/>
                  </a:lnTo>
                  <a:lnTo>
                    <a:pt x="10015" y="2216"/>
                  </a:lnTo>
                  <a:lnTo>
                    <a:pt x="10545" y="2432"/>
                  </a:lnTo>
                  <a:lnTo>
                    <a:pt x="11050" y="2649"/>
                  </a:lnTo>
                  <a:lnTo>
                    <a:pt x="11435" y="2793"/>
                  </a:lnTo>
                  <a:lnTo>
                    <a:pt x="11821" y="2914"/>
                  </a:lnTo>
                  <a:lnTo>
                    <a:pt x="12206" y="3010"/>
                  </a:lnTo>
                  <a:lnTo>
                    <a:pt x="12591" y="3082"/>
                  </a:lnTo>
                  <a:lnTo>
                    <a:pt x="12976" y="3130"/>
                  </a:lnTo>
                  <a:lnTo>
                    <a:pt x="13770" y="3130"/>
                  </a:lnTo>
                  <a:lnTo>
                    <a:pt x="14156" y="3082"/>
                  </a:lnTo>
                  <a:lnTo>
                    <a:pt x="15552" y="2866"/>
                  </a:lnTo>
                  <a:lnTo>
                    <a:pt x="15913" y="2817"/>
                  </a:lnTo>
                  <a:lnTo>
                    <a:pt x="16274" y="2769"/>
                  </a:lnTo>
                  <a:lnTo>
                    <a:pt x="17020" y="2769"/>
                  </a:lnTo>
                  <a:lnTo>
                    <a:pt x="17261" y="2793"/>
                  </a:lnTo>
                  <a:lnTo>
                    <a:pt x="17502" y="2817"/>
                  </a:lnTo>
                  <a:lnTo>
                    <a:pt x="17743" y="2890"/>
                  </a:lnTo>
                  <a:lnTo>
                    <a:pt x="17983" y="2962"/>
                  </a:lnTo>
                  <a:lnTo>
                    <a:pt x="18128" y="3010"/>
                  </a:lnTo>
                  <a:lnTo>
                    <a:pt x="18248" y="3082"/>
                  </a:lnTo>
                  <a:lnTo>
                    <a:pt x="18368" y="3155"/>
                  </a:lnTo>
                  <a:lnTo>
                    <a:pt x="18465" y="3251"/>
                  </a:lnTo>
                  <a:lnTo>
                    <a:pt x="18609" y="3419"/>
                  </a:lnTo>
                  <a:lnTo>
                    <a:pt x="18706" y="3588"/>
                  </a:lnTo>
                  <a:lnTo>
                    <a:pt x="18778" y="3804"/>
                  </a:lnTo>
                  <a:lnTo>
                    <a:pt x="18802" y="4021"/>
                  </a:lnTo>
                  <a:lnTo>
                    <a:pt x="18802" y="4238"/>
                  </a:lnTo>
                  <a:lnTo>
                    <a:pt x="18778" y="4430"/>
                  </a:lnTo>
                  <a:lnTo>
                    <a:pt x="18754" y="4647"/>
                  </a:lnTo>
                  <a:lnTo>
                    <a:pt x="18706" y="4864"/>
                  </a:lnTo>
                  <a:lnTo>
                    <a:pt x="18537" y="5393"/>
                  </a:lnTo>
                  <a:lnTo>
                    <a:pt x="18320" y="5899"/>
                  </a:lnTo>
                  <a:lnTo>
                    <a:pt x="18056" y="6404"/>
                  </a:lnTo>
                  <a:lnTo>
                    <a:pt x="17767" y="6886"/>
                  </a:lnTo>
                  <a:lnTo>
                    <a:pt x="17093" y="7921"/>
                  </a:lnTo>
                  <a:lnTo>
                    <a:pt x="16659" y="8667"/>
                  </a:lnTo>
                  <a:lnTo>
                    <a:pt x="16443" y="9028"/>
                  </a:lnTo>
                  <a:lnTo>
                    <a:pt x="16274" y="9414"/>
                  </a:lnTo>
                  <a:lnTo>
                    <a:pt x="15817" y="10425"/>
                  </a:lnTo>
                  <a:lnTo>
                    <a:pt x="15383" y="11460"/>
                  </a:lnTo>
                  <a:lnTo>
                    <a:pt x="15215" y="11941"/>
                  </a:lnTo>
                  <a:lnTo>
                    <a:pt x="15070" y="12447"/>
                  </a:lnTo>
                  <a:lnTo>
                    <a:pt x="14950" y="12952"/>
                  </a:lnTo>
                  <a:lnTo>
                    <a:pt x="14902" y="13482"/>
                  </a:lnTo>
                  <a:lnTo>
                    <a:pt x="14854" y="14011"/>
                  </a:lnTo>
                  <a:lnTo>
                    <a:pt x="14806" y="14397"/>
                  </a:lnTo>
                  <a:lnTo>
                    <a:pt x="14733" y="14782"/>
                  </a:lnTo>
                  <a:lnTo>
                    <a:pt x="14661" y="14974"/>
                  </a:lnTo>
                  <a:lnTo>
                    <a:pt x="14589" y="15143"/>
                  </a:lnTo>
                  <a:lnTo>
                    <a:pt x="14493" y="15311"/>
                  </a:lnTo>
                  <a:lnTo>
                    <a:pt x="14396" y="15480"/>
                  </a:lnTo>
                  <a:lnTo>
                    <a:pt x="14276" y="15648"/>
                  </a:lnTo>
                  <a:lnTo>
                    <a:pt x="14132" y="15793"/>
                  </a:lnTo>
                  <a:lnTo>
                    <a:pt x="13987" y="15913"/>
                  </a:lnTo>
                  <a:lnTo>
                    <a:pt x="13843" y="16058"/>
                  </a:lnTo>
                  <a:lnTo>
                    <a:pt x="13578" y="16226"/>
                  </a:lnTo>
                  <a:lnTo>
                    <a:pt x="13289" y="16371"/>
                  </a:lnTo>
                  <a:lnTo>
                    <a:pt x="12952" y="16539"/>
                  </a:lnTo>
                  <a:lnTo>
                    <a:pt x="12591" y="16684"/>
                  </a:lnTo>
                  <a:lnTo>
                    <a:pt x="12037" y="16924"/>
                  </a:lnTo>
                  <a:lnTo>
                    <a:pt x="11484" y="17189"/>
                  </a:lnTo>
                  <a:lnTo>
                    <a:pt x="10954" y="17502"/>
                  </a:lnTo>
                  <a:lnTo>
                    <a:pt x="10424" y="17815"/>
                  </a:lnTo>
                  <a:lnTo>
                    <a:pt x="9967" y="18104"/>
                  </a:lnTo>
                  <a:lnTo>
                    <a:pt x="9534" y="18441"/>
                  </a:lnTo>
                  <a:lnTo>
                    <a:pt x="9293" y="18658"/>
                  </a:lnTo>
                  <a:lnTo>
                    <a:pt x="9076" y="18874"/>
                  </a:lnTo>
                  <a:lnTo>
                    <a:pt x="8884" y="19091"/>
                  </a:lnTo>
                  <a:lnTo>
                    <a:pt x="8715" y="19332"/>
                  </a:lnTo>
                  <a:lnTo>
                    <a:pt x="8571" y="19572"/>
                  </a:lnTo>
                  <a:lnTo>
                    <a:pt x="8426" y="19837"/>
                  </a:lnTo>
                  <a:lnTo>
                    <a:pt x="8306" y="20126"/>
                  </a:lnTo>
                  <a:lnTo>
                    <a:pt x="8185" y="20391"/>
                  </a:lnTo>
                  <a:lnTo>
                    <a:pt x="8137" y="20608"/>
                  </a:lnTo>
                  <a:lnTo>
                    <a:pt x="8137" y="20680"/>
                  </a:lnTo>
                  <a:lnTo>
                    <a:pt x="8161" y="20704"/>
                  </a:lnTo>
                  <a:lnTo>
                    <a:pt x="8185" y="20728"/>
                  </a:lnTo>
                  <a:lnTo>
                    <a:pt x="8258" y="20752"/>
                  </a:lnTo>
                  <a:lnTo>
                    <a:pt x="8306" y="20704"/>
                  </a:lnTo>
                  <a:lnTo>
                    <a:pt x="8474" y="20559"/>
                  </a:lnTo>
                  <a:lnTo>
                    <a:pt x="8835" y="20126"/>
                  </a:lnTo>
                  <a:lnTo>
                    <a:pt x="9221" y="19717"/>
                  </a:lnTo>
                  <a:lnTo>
                    <a:pt x="9437" y="19500"/>
                  </a:lnTo>
                  <a:lnTo>
                    <a:pt x="9654" y="19308"/>
                  </a:lnTo>
                  <a:lnTo>
                    <a:pt x="10111" y="18995"/>
                  </a:lnTo>
                  <a:lnTo>
                    <a:pt x="10569" y="18730"/>
                  </a:lnTo>
                  <a:lnTo>
                    <a:pt x="11074" y="18489"/>
                  </a:lnTo>
                  <a:lnTo>
                    <a:pt x="11580" y="18321"/>
                  </a:lnTo>
                  <a:lnTo>
                    <a:pt x="12326" y="18152"/>
                  </a:lnTo>
                  <a:lnTo>
                    <a:pt x="13072" y="17959"/>
                  </a:lnTo>
                  <a:lnTo>
                    <a:pt x="13626" y="17839"/>
                  </a:lnTo>
                  <a:lnTo>
                    <a:pt x="14156" y="17695"/>
                  </a:lnTo>
                  <a:lnTo>
                    <a:pt x="14565" y="17526"/>
                  </a:lnTo>
                  <a:lnTo>
                    <a:pt x="14950" y="17334"/>
                  </a:lnTo>
                  <a:lnTo>
                    <a:pt x="15311" y="17093"/>
                  </a:lnTo>
                  <a:lnTo>
                    <a:pt x="15672" y="16828"/>
                  </a:lnTo>
                  <a:lnTo>
                    <a:pt x="15889" y="16635"/>
                  </a:lnTo>
                  <a:lnTo>
                    <a:pt x="16082" y="16419"/>
                  </a:lnTo>
                  <a:lnTo>
                    <a:pt x="16226" y="16178"/>
                  </a:lnTo>
                  <a:lnTo>
                    <a:pt x="16370" y="15913"/>
                  </a:lnTo>
                  <a:lnTo>
                    <a:pt x="16443" y="15648"/>
                  </a:lnTo>
                  <a:lnTo>
                    <a:pt x="16539" y="15384"/>
                  </a:lnTo>
                  <a:lnTo>
                    <a:pt x="16587" y="15119"/>
                  </a:lnTo>
                  <a:lnTo>
                    <a:pt x="16635" y="14854"/>
                  </a:lnTo>
                  <a:lnTo>
                    <a:pt x="16683" y="14324"/>
                  </a:lnTo>
                  <a:lnTo>
                    <a:pt x="16732" y="13771"/>
                  </a:lnTo>
                  <a:lnTo>
                    <a:pt x="16756" y="13217"/>
                  </a:lnTo>
                  <a:lnTo>
                    <a:pt x="16780" y="12663"/>
                  </a:lnTo>
                  <a:lnTo>
                    <a:pt x="16780" y="12062"/>
                  </a:lnTo>
                  <a:lnTo>
                    <a:pt x="16852" y="11460"/>
                  </a:lnTo>
                  <a:lnTo>
                    <a:pt x="16948" y="10954"/>
                  </a:lnTo>
                  <a:lnTo>
                    <a:pt x="17069" y="10497"/>
                  </a:lnTo>
                  <a:lnTo>
                    <a:pt x="17285" y="10039"/>
                  </a:lnTo>
                  <a:lnTo>
                    <a:pt x="17526" y="9606"/>
                  </a:lnTo>
                  <a:lnTo>
                    <a:pt x="17791" y="9197"/>
                  </a:lnTo>
                  <a:lnTo>
                    <a:pt x="18080" y="8812"/>
                  </a:lnTo>
                  <a:lnTo>
                    <a:pt x="19139" y="7367"/>
                  </a:lnTo>
                  <a:lnTo>
                    <a:pt x="19572" y="6765"/>
                  </a:lnTo>
                  <a:lnTo>
                    <a:pt x="19789" y="6453"/>
                  </a:lnTo>
                  <a:lnTo>
                    <a:pt x="20005" y="6116"/>
                  </a:lnTo>
                  <a:lnTo>
                    <a:pt x="20294" y="5610"/>
                  </a:lnTo>
                  <a:lnTo>
                    <a:pt x="20415" y="5345"/>
                  </a:lnTo>
                  <a:lnTo>
                    <a:pt x="20535" y="5056"/>
                  </a:lnTo>
                  <a:lnTo>
                    <a:pt x="20655" y="4743"/>
                  </a:lnTo>
                  <a:lnTo>
                    <a:pt x="20752" y="4430"/>
                  </a:lnTo>
                  <a:lnTo>
                    <a:pt x="20824" y="4117"/>
                  </a:lnTo>
                  <a:lnTo>
                    <a:pt x="20848" y="3804"/>
                  </a:lnTo>
                  <a:lnTo>
                    <a:pt x="20872" y="3492"/>
                  </a:lnTo>
                  <a:lnTo>
                    <a:pt x="20872" y="3155"/>
                  </a:lnTo>
                  <a:lnTo>
                    <a:pt x="20848" y="2842"/>
                  </a:lnTo>
                  <a:lnTo>
                    <a:pt x="20776" y="2505"/>
                  </a:lnTo>
                  <a:lnTo>
                    <a:pt x="20680" y="2095"/>
                  </a:lnTo>
                  <a:lnTo>
                    <a:pt x="20535" y="1686"/>
                  </a:lnTo>
                  <a:lnTo>
                    <a:pt x="20439" y="1445"/>
                  </a:lnTo>
                  <a:lnTo>
                    <a:pt x="20343" y="1205"/>
                  </a:lnTo>
                  <a:lnTo>
                    <a:pt x="20198" y="964"/>
                  </a:lnTo>
                  <a:lnTo>
                    <a:pt x="20030" y="771"/>
                  </a:lnTo>
                  <a:lnTo>
                    <a:pt x="19861" y="579"/>
                  </a:lnTo>
                  <a:lnTo>
                    <a:pt x="19668" y="410"/>
                  </a:lnTo>
                  <a:lnTo>
                    <a:pt x="19452" y="290"/>
                  </a:lnTo>
                  <a:lnTo>
                    <a:pt x="19211" y="169"/>
                  </a:lnTo>
                  <a:lnTo>
                    <a:pt x="18970" y="97"/>
                  </a:lnTo>
                  <a:lnTo>
                    <a:pt x="18706" y="25"/>
                  </a:lnTo>
                  <a:lnTo>
                    <a:pt x="184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
            <p:cNvSpPr/>
            <p:nvPr/>
          </p:nvSpPr>
          <p:spPr>
            <a:xfrm>
              <a:off x="1946725" y="1787425"/>
              <a:ext cx="588000" cy="766750"/>
            </a:xfrm>
            <a:custGeom>
              <a:avLst/>
              <a:gdLst/>
              <a:ahLst/>
              <a:cxnLst/>
              <a:rect l="l" t="t" r="r" b="b"/>
              <a:pathLst>
                <a:path w="23520" h="30670" extrusionOk="0">
                  <a:moveTo>
                    <a:pt x="11098" y="0"/>
                  </a:moveTo>
                  <a:lnTo>
                    <a:pt x="10640" y="49"/>
                  </a:lnTo>
                  <a:lnTo>
                    <a:pt x="9942" y="97"/>
                  </a:lnTo>
                  <a:lnTo>
                    <a:pt x="9292" y="169"/>
                  </a:lnTo>
                  <a:lnTo>
                    <a:pt x="8618" y="265"/>
                  </a:lnTo>
                  <a:lnTo>
                    <a:pt x="7944" y="410"/>
                  </a:lnTo>
                  <a:lnTo>
                    <a:pt x="7270" y="602"/>
                  </a:lnTo>
                  <a:lnTo>
                    <a:pt x="6596" y="795"/>
                  </a:lnTo>
                  <a:lnTo>
                    <a:pt x="5946" y="1012"/>
                  </a:lnTo>
                  <a:lnTo>
                    <a:pt x="4093" y="1589"/>
                  </a:lnTo>
                  <a:lnTo>
                    <a:pt x="2239" y="2119"/>
                  </a:lnTo>
                  <a:lnTo>
                    <a:pt x="1300" y="2384"/>
                  </a:lnTo>
                  <a:lnTo>
                    <a:pt x="361" y="2673"/>
                  </a:lnTo>
                  <a:lnTo>
                    <a:pt x="193" y="2721"/>
                  </a:lnTo>
                  <a:lnTo>
                    <a:pt x="24" y="2793"/>
                  </a:lnTo>
                  <a:lnTo>
                    <a:pt x="0" y="2841"/>
                  </a:lnTo>
                  <a:lnTo>
                    <a:pt x="0" y="2889"/>
                  </a:lnTo>
                  <a:lnTo>
                    <a:pt x="24" y="2937"/>
                  </a:lnTo>
                  <a:lnTo>
                    <a:pt x="72" y="2961"/>
                  </a:lnTo>
                  <a:lnTo>
                    <a:pt x="241" y="2986"/>
                  </a:lnTo>
                  <a:lnTo>
                    <a:pt x="433" y="2961"/>
                  </a:lnTo>
                  <a:lnTo>
                    <a:pt x="1709" y="2793"/>
                  </a:lnTo>
                  <a:lnTo>
                    <a:pt x="3009" y="2673"/>
                  </a:lnTo>
                  <a:lnTo>
                    <a:pt x="4526" y="2528"/>
                  </a:lnTo>
                  <a:lnTo>
                    <a:pt x="5296" y="2456"/>
                  </a:lnTo>
                  <a:lnTo>
                    <a:pt x="6042" y="2336"/>
                  </a:lnTo>
                  <a:lnTo>
                    <a:pt x="6789" y="2167"/>
                  </a:lnTo>
                  <a:lnTo>
                    <a:pt x="7535" y="1974"/>
                  </a:lnTo>
                  <a:lnTo>
                    <a:pt x="8522" y="1710"/>
                  </a:lnTo>
                  <a:lnTo>
                    <a:pt x="10279" y="1228"/>
                  </a:lnTo>
                  <a:lnTo>
                    <a:pt x="10929" y="1060"/>
                  </a:lnTo>
                  <a:lnTo>
                    <a:pt x="11579" y="939"/>
                  </a:lnTo>
                  <a:lnTo>
                    <a:pt x="12229" y="843"/>
                  </a:lnTo>
                  <a:lnTo>
                    <a:pt x="12903" y="771"/>
                  </a:lnTo>
                  <a:lnTo>
                    <a:pt x="13192" y="747"/>
                  </a:lnTo>
                  <a:lnTo>
                    <a:pt x="13722" y="747"/>
                  </a:lnTo>
                  <a:lnTo>
                    <a:pt x="13939" y="795"/>
                  </a:lnTo>
                  <a:lnTo>
                    <a:pt x="14372" y="867"/>
                  </a:lnTo>
                  <a:lnTo>
                    <a:pt x="14709" y="987"/>
                  </a:lnTo>
                  <a:lnTo>
                    <a:pt x="15022" y="1108"/>
                  </a:lnTo>
                  <a:lnTo>
                    <a:pt x="15335" y="1276"/>
                  </a:lnTo>
                  <a:lnTo>
                    <a:pt x="15576" y="1445"/>
                  </a:lnTo>
                  <a:lnTo>
                    <a:pt x="16009" y="1734"/>
                  </a:lnTo>
                  <a:lnTo>
                    <a:pt x="16394" y="1999"/>
                  </a:lnTo>
                  <a:lnTo>
                    <a:pt x="17116" y="2576"/>
                  </a:lnTo>
                  <a:lnTo>
                    <a:pt x="17453" y="2841"/>
                  </a:lnTo>
                  <a:lnTo>
                    <a:pt x="17766" y="3154"/>
                  </a:lnTo>
                  <a:lnTo>
                    <a:pt x="18874" y="4334"/>
                  </a:lnTo>
                  <a:lnTo>
                    <a:pt x="19379" y="4911"/>
                  </a:lnTo>
                  <a:lnTo>
                    <a:pt x="19548" y="5176"/>
                  </a:lnTo>
                  <a:lnTo>
                    <a:pt x="19716" y="5417"/>
                  </a:lnTo>
                  <a:lnTo>
                    <a:pt x="19861" y="5658"/>
                  </a:lnTo>
                  <a:lnTo>
                    <a:pt x="20005" y="5947"/>
                  </a:lnTo>
                  <a:lnTo>
                    <a:pt x="20294" y="6645"/>
                  </a:lnTo>
                  <a:lnTo>
                    <a:pt x="20848" y="8017"/>
                  </a:lnTo>
                  <a:lnTo>
                    <a:pt x="21161" y="8691"/>
                  </a:lnTo>
                  <a:lnTo>
                    <a:pt x="21473" y="9341"/>
                  </a:lnTo>
                  <a:lnTo>
                    <a:pt x="21570" y="9558"/>
                  </a:lnTo>
                  <a:lnTo>
                    <a:pt x="21618" y="9774"/>
                  </a:lnTo>
                  <a:lnTo>
                    <a:pt x="21666" y="9991"/>
                  </a:lnTo>
                  <a:lnTo>
                    <a:pt x="21690" y="10207"/>
                  </a:lnTo>
                  <a:lnTo>
                    <a:pt x="21714" y="10785"/>
                  </a:lnTo>
                  <a:lnTo>
                    <a:pt x="21666" y="11363"/>
                  </a:lnTo>
                  <a:lnTo>
                    <a:pt x="21618" y="11748"/>
                  </a:lnTo>
                  <a:lnTo>
                    <a:pt x="21546" y="12109"/>
                  </a:lnTo>
                  <a:lnTo>
                    <a:pt x="21425" y="12446"/>
                  </a:lnTo>
                  <a:lnTo>
                    <a:pt x="21305" y="12807"/>
                  </a:lnTo>
                  <a:lnTo>
                    <a:pt x="21136" y="13120"/>
                  </a:lnTo>
                  <a:lnTo>
                    <a:pt x="20968" y="13457"/>
                  </a:lnTo>
                  <a:lnTo>
                    <a:pt x="20775" y="13746"/>
                  </a:lnTo>
                  <a:lnTo>
                    <a:pt x="20535" y="14059"/>
                  </a:lnTo>
                  <a:lnTo>
                    <a:pt x="20101" y="14565"/>
                  </a:lnTo>
                  <a:lnTo>
                    <a:pt x="19668" y="15070"/>
                  </a:lnTo>
                  <a:lnTo>
                    <a:pt x="19451" y="15359"/>
                  </a:lnTo>
                  <a:lnTo>
                    <a:pt x="19235" y="15672"/>
                  </a:lnTo>
                  <a:lnTo>
                    <a:pt x="19042" y="15985"/>
                  </a:lnTo>
                  <a:lnTo>
                    <a:pt x="18898" y="16322"/>
                  </a:lnTo>
                  <a:lnTo>
                    <a:pt x="18777" y="16611"/>
                  </a:lnTo>
                  <a:lnTo>
                    <a:pt x="18681" y="16924"/>
                  </a:lnTo>
                  <a:lnTo>
                    <a:pt x="18512" y="17526"/>
                  </a:lnTo>
                  <a:lnTo>
                    <a:pt x="18392" y="18079"/>
                  </a:lnTo>
                  <a:lnTo>
                    <a:pt x="18199" y="18585"/>
                  </a:lnTo>
                  <a:lnTo>
                    <a:pt x="17911" y="19235"/>
                  </a:lnTo>
                  <a:lnTo>
                    <a:pt x="17598" y="19861"/>
                  </a:lnTo>
                  <a:lnTo>
                    <a:pt x="17405" y="20318"/>
                  </a:lnTo>
                  <a:lnTo>
                    <a:pt x="17237" y="20800"/>
                  </a:lnTo>
                  <a:lnTo>
                    <a:pt x="17140" y="21305"/>
                  </a:lnTo>
                  <a:lnTo>
                    <a:pt x="17068" y="21811"/>
                  </a:lnTo>
                  <a:lnTo>
                    <a:pt x="17068" y="22220"/>
                  </a:lnTo>
                  <a:lnTo>
                    <a:pt x="17092" y="22653"/>
                  </a:lnTo>
                  <a:lnTo>
                    <a:pt x="17188" y="23063"/>
                  </a:lnTo>
                  <a:lnTo>
                    <a:pt x="17333" y="23472"/>
                  </a:lnTo>
                  <a:lnTo>
                    <a:pt x="17622" y="24098"/>
                  </a:lnTo>
                  <a:lnTo>
                    <a:pt x="17862" y="24627"/>
                  </a:lnTo>
                  <a:lnTo>
                    <a:pt x="17983" y="24892"/>
                  </a:lnTo>
                  <a:lnTo>
                    <a:pt x="18079" y="25157"/>
                  </a:lnTo>
                  <a:lnTo>
                    <a:pt x="18175" y="25446"/>
                  </a:lnTo>
                  <a:lnTo>
                    <a:pt x="18224" y="25735"/>
                  </a:lnTo>
                  <a:lnTo>
                    <a:pt x="18248" y="26024"/>
                  </a:lnTo>
                  <a:lnTo>
                    <a:pt x="18224" y="26312"/>
                  </a:lnTo>
                  <a:lnTo>
                    <a:pt x="18175" y="26601"/>
                  </a:lnTo>
                  <a:lnTo>
                    <a:pt x="18103" y="26866"/>
                  </a:lnTo>
                  <a:lnTo>
                    <a:pt x="18007" y="27155"/>
                  </a:lnTo>
                  <a:lnTo>
                    <a:pt x="17862" y="27420"/>
                  </a:lnTo>
                  <a:lnTo>
                    <a:pt x="17742" y="27612"/>
                  </a:lnTo>
                  <a:lnTo>
                    <a:pt x="17622" y="27781"/>
                  </a:lnTo>
                  <a:lnTo>
                    <a:pt x="17333" y="28118"/>
                  </a:lnTo>
                  <a:lnTo>
                    <a:pt x="17020" y="28407"/>
                  </a:lnTo>
                  <a:lnTo>
                    <a:pt x="16683" y="28696"/>
                  </a:lnTo>
                  <a:lnTo>
                    <a:pt x="16274" y="28985"/>
                  </a:lnTo>
                  <a:lnTo>
                    <a:pt x="15864" y="29249"/>
                  </a:lnTo>
                  <a:lnTo>
                    <a:pt x="15431" y="29490"/>
                  </a:lnTo>
                  <a:lnTo>
                    <a:pt x="14998" y="29707"/>
                  </a:lnTo>
                  <a:lnTo>
                    <a:pt x="14155" y="30068"/>
                  </a:lnTo>
                  <a:lnTo>
                    <a:pt x="13337" y="30405"/>
                  </a:lnTo>
                  <a:lnTo>
                    <a:pt x="13192" y="30477"/>
                  </a:lnTo>
                  <a:lnTo>
                    <a:pt x="13048" y="30549"/>
                  </a:lnTo>
                  <a:lnTo>
                    <a:pt x="13024" y="30573"/>
                  </a:lnTo>
                  <a:lnTo>
                    <a:pt x="13024" y="30622"/>
                  </a:lnTo>
                  <a:lnTo>
                    <a:pt x="13072" y="30646"/>
                  </a:lnTo>
                  <a:lnTo>
                    <a:pt x="13096" y="30670"/>
                  </a:lnTo>
                  <a:lnTo>
                    <a:pt x="13289" y="30670"/>
                  </a:lnTo>
                  <a:lnTo>
                    <a:pt x="13842" y="30597"/>
                  </a:lnTo>
                  <a:lnTo>
                    <a:pt x="14372" y="30525"/>
                  </a:lnTo>
                  <a:lnTo>
                    <a:pt x="14901" y="30405"/>
                  </a:lnTo>
                  <a:lnTo>
                    <a:pt x="15431" y="30236"/>
                  </a:lnTo>
                  <a:lnTo>
                    <a:pt x="15816" y="30116"/>
                  </a:lnTo>
                  <a:lnTo>
                    <a:pt x="16177" y="29947"/>
                  </a:lnTo>
                  <a:lnTo>
                    <a:pt x="16538" y="29779"/>
                  </a:lnTo>
                  <a:lnTo>
                    <a:pt x="16875" y="29562"/>
                  </a:lnTo>
                  <a:lnTo>
                    <a:pt x="17188" y="29346"/>
                  </a:lnTo>
                  <a:lnTo>
                    <a:pt x="17477" y="29081"/>
                  </a:lnTo>
                  <a:lnTo>
                    <a:pt x="17766" y="28816"/>
                  </a:lnTo>
                  <a:lnTo>
                    <a:pt x="18031" y="28503"/>
                  </a:lnTo>
                  <a:lnTo>
                    <a:pt x="18296" y="28166"/>
                  </a:lnTo>
                  <a:lnTo>
                    <a:pt x="18392" y="27973"/>
                  </a:lnTo>
                  <a:lnTo>
                    <a:pt x="18488" y="27805"/>
                  </a:lnTo>
                  <a:lnTo>
                    <a:pt x="18561" y="27612"/>
                  </a:lnTo>
                  <a:lnTo>
                    <a:pt x="18609" y="27396"/>
                  </a:lnTo>
                  <a:lnTo>
                    <a:pt x="18657" y="27203"/>
                  </a:lnTo>
                  <a:lnTo>
                    <a:pt x="18681" y="26986"/>
                  </a:lnTo>
                  <a:lnTo>
                    <a:pt x="18705" y="26505"/>
                  </a:lnTo>
                  <a:lnTo>
                    <a:pt x="18705" y="26264"/>
                  </a:lnTo>
                  <a:lnTo>
                    <a:pt x="18705" y="26024"/>
                  </a:lnTo>
                  <a:lnTo>
                    <a:pt x="18657" y="25374"/>
                  </a:lnTo>
                  <a:lnTo>
                    <a:pt x="18633" y="24700"/>
                  </a:lnTo>
                  <a:lnTo>
                    <a:pt x="18585" y="23400"/>
                  </a:lnTo>
                  <a:lnTo>
                    <a:pt x="18585" y="22966"/>
                  </a:lnTo>
                  <a:lnTo>
                    <a:pt x="18633" y="22533"/>
                  </a:lnTo>
                  <a:lnTo>
                    <a:pt x="18657" y="22196"/>
                  </a:lnTo>
                  <a:lnTo>
                    <a:pt x="18705" y="21835"/>
                  </a:lnTo>
                  <a:lnTo>
                    <a:pt x="18705" y="21137"/>
                  </a:lnTo>
                  <a:lnTo>
                    <a:pt x="18705" y="20559"/>
                  </a:lnTo>
                  <a:lnTo>
                    <a:pt x="18729" y="20198"/>
                  </a:lnTo>
                  <a:lnTo>
                    <a:pt x="18753" y="19837"/>
                  </a:lnTo>
                  <a:lnTo>
                    <a:pt x="18825" y="19476"/>
                  </a:lnTo>
                  <a:lnTo>
                    <a:pt x="18922" y="19115"/>
                  </a:lnTo>
                  <a:lnTo>
                    <a:pt x="19114" y="18561"/>
                  </a:lnTo>
                  <a:lnTo>
                    <a:pt x="19331" y="17983"/>
                  </a:lnTo>
                  <a:lnTo>
                    <a:pt x="19548" y="17429"/>
                  </a:lnTo>
                  <a:lnTo>
                    <a:pt x="19812" y="16900"/>
                  </a:lnTo>
                  <a:lnTo>
                    <a:pt x="20029" y="16491"/>
                  </a:lnTo>
                  <a:lnTo>
                    <a:pt x="20294" y="16105"/>
                  </a:lnTo>
                  <a:lnTo>
                    <a:pt x="20535" y="15817"/>
                  </a:lnTo>
                  <a:lnTo>
                    <a:pt x="20799" y="15504"/>
                  </a:lnTo>
                  <a:lnTo>
                    <a:pt x="21353" y="14950"/>
                  </a:lnTo>
                  <a:lnTo>
                    <a:pt x="21594" y="14733"/>
                  </a:lnTo>
                  <a:lnTo>
                    <a:pt x="21786" y="14493"/>
                  </a:lnTo>
                  <a:lnTo>
                    <a:pt x="21979" y="14228"/>
                  </a:lnTo>
                  <a:lnTo>
                    <a:pt x="22148" y="13963"/>
                  </a:lnTo>
                  <a:lnTo>
                    <a:pt x="22340" y="13578"/>
                  </a:lnTo>
                  <a:lnTo>
                    <a:pt x="22557" y="13193"/>
                  </a:lnTo>
                  <a:lnTo>
                    <a:pt x="22918" y="12398"/>
                  </a:lnTo>
                  <a:lnTo>
                    <a:pt x="23183" y="11724"/>
                  </a:lnTo>
                  <a:lnTo>
                    <a:pt x="23303" y="11363"/>
                  </a:lnTo>
                  <a:lnTo>
                    <a:pt x="23399" y="11002"/>
                  </a:lnTo>
                  <a:lnTo>
                    <a:pt x="23472" y="10761"/>
                  </a:lnTo>
                  <a:lnTo>
                    <a:pt x="23496" y="10520"/>
                  </a:lnTo>
                  <a:lnTo>
                    <a:pt x="23520" y="10280"/>
                  </a:lnTo>
                  <a:lnTo>
                    <a:pt x="23520" y="10039"/>
                  </a:lnTo>
                  <a:lnTo>
                    <a:pt x="23520" y="9798"/>
                  </a:lnTo>
                  <a:lnTo>
                    <a:pt x="23496" y="9582"/>
                  </a:lnTo>
                  <a:lnTo>
                    <a:pt x="23447" y="9341"/>
                  </a:lnTo>
                  <a:lnTo>
                    <a:pt x="23375" y="9100"/>
                  </a:lnTo>
                  <a:lnTo>
                    <a:pt x="23231" y="8595"/>
                  </a:lnTo>
                  <a:lnTo>
                    <a:pt x="23038" y="8113"/>
                  </a:lnTo>
                  <a:lnTo>
                    <a:pt x="22846" y="7632"/>
                  </a:lnTo>
                  <a:lnTo>
                    <a:pt x="22629" y="7150"/>
                  </a:lnTo>
                  <a:lnTo>
                    <a:pt x="22388" y="6717"/>
                  </a:lnTo>
                  <a:lnTo>
                    <a:pt x="22148" y="6284"/>
                  </a:lnTo>
                  <a:lnTo>
                    <a:pt x="21883" y="5850"/>
                  </a:lnTo>
                  <a:lnTo>
                    <a:pt x="21594" y="5441"/>
                  </a:lnTo>
                  <a:lnTo>
                    <a:pt x="21305" y="5032"/>
                  </a:lnTo>
                  <a:lnTo>
                    <a:pt x="21016" y="4647"/>
                  </a:lnTo>
                  <a:lnTo>
                    <a:pt x="20679" y="4261"/>
                  </a:lnTo>
                  <a:lnTo>
                    <a:pt x="20342" y="3900"/>
                  </a:lnTo>
                  <a:lnTo>
                    <a:pt x="19764" y="3347"/>
                  </a:lnTo>
                  <a:lnTo>
                    <a:pt x="19475" y="3082"/>
                  </a:lnTo>
                  <a:lnTo>
                    <a:pt x="19162" y="2841"/>
                  </a:lnTo>
                  <a:lnTo>
                    <a:pt x="18079" y="2047"/>
                  </a:lnTo>
                  <a:lnTo>
                    <a:pt x="17742" y="1830"/>
                  </a:lnTo>
                  <a:lnTo>
                    <a:pt x="17405" y="1613"/>
                  </a:lnTo>
                  <a:lnTo>
                    <a:pt x="17044" y="1421"/>
                  </a:lnTo>
                  <a:lnTo>
                    <a:pt x="16683" y="1276"/>
                  </a:lnTo>
                  <a:lnTo>
                    <a:pt x="16081" y="1012"/>
                  </a:lnTo>
                  <a:lnTo>
                    <a:pt x="15455" y="795"/>
                  </a:lnTo>
                  <a:lnTo>
                    <a:pt x="14829" y="578"/>
                  </a:lnTo>
                  <a:lnTo>
                    <a:pt x="14179" y="386"/>
                  </a:lnTo>
                  <a:lnTo>
                    <a:pt x="13746" y="289"/>
                  </a:lnTo>
                  <a:lnTo>
                    <a:pt x="13313" y="169"/>
                  </a:lnTo>
                  <a:lnTo>
                    <a:pt x="12879" y="97"/>
                  </a:lnTo>
                  <a:lnTo>
                    <a:pt x="12422" y="49"/>
                  </a:lnTo>
                  <a:lnTo>
                    <a:pt x="1198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
            <p:cNvSpPr/>
            <p:nvPr/>
          </p:nvSpPr>
          <p:spPr>
            <a:xfrm>
              <a:off x="2080325" y="1904775"/>
              <a:ext cx="13875" cy="10875"/>
            </a:xfrm>
            <a:custGeom>
              <a:avLst/>
              <a:gdLst/>
              <a:ahLst/>
              <a:cxnLst/>
              <a:rect l="l" t="t" r="r" b="b"/>
              <a:pathLst>
                <a:path w="555" h="435" extrusionOk="0">
                  <a:moveTo>
                    <a:pt x="217" y="1"/>
                  </a:moveTo>
                  <a:lnTo>
                    <a:pt x="169" y="49"/>
                  </a:lnTo>
                  <a:lnTo>
                    <a:pt x="145" y="121"/>
                  </a:lnTo>
                  <a:lnTo>
                    <a:pt x="121" y="145"/>
                  </a:lnTo>
                  <a:lnTo>
                    <a:pt x="97" y="145"/>
                  </a:lnTo>
                  <a:lnTo>
                    <a:pt x="24" y="217"/>
                  </a:lnTo>
                  <a:lnTo>
                    <a:pt x="0" y="266"/>
                  </a:lnTo>
                  <a:lnTo>
                    <a:pt x="0" y="338"/>
                  </a:lnTo>
                  <a:lnTo>
                    <a:pt x="24" y="386"/>
                  </a:lnTo>
                  <a:lnTo>
                    <a:pt x="73" y="410"/>
                  </a:lnTo>
                  <a:lnTo>
                    <a:pt x="97" y="434"/>
                  </a:lnTo>
                  <a:lnTo>
                    <a:pt x="145" y="434"/>
                  </a:lnTo>
                  <a:lnTo>
                    <a:pt x="145" y="386"/>
                  </a:lnTo>
                  <a:lnTo>
                    <a:pt x="169" y="338"/>
                  </a:lnTo>
                  <a:lnTo>
                    <a:pt x="169" y="290"/>
                  </a:lnTo>
                  <a:lnTo>
                    <a:pt x="313" y="290"/>
                  </a:lnTo>
                  <a:lnTo>
                    <a:pt x="361" y="217"/>
                  </a:lnTo>
                  <a:lnTo>
                    <a:pt x="434" y="169"/>
                  </a:lnTo>
                  <a:lnTo>
                    <a:pt x="482" y="145"/>
                  </a:lnTo>
                  <a:lnTo>
                    <a:pt x="554" y="97"/>
                  </a:lnTo>
                  <a:lnTo>
                    <a:pt x="554" y="73"/>
                  </a:lnTo>
                  <a:lnTo>
                    <a:pt x="554" y="25"/>
                  </a:lnTo>
                  <a:lnTo>
                    <a:pt x="530" y="1"/>
                  </a:lnTo>
                  <a:lnTo>
                    <a:pt x="458" y="1"/>
                  </a:lnTo>
                  <a:lnTo>
                    <a:pt x="410" y="25"/>
                  </a:lnTo>
                  <a:lnTo>
                    <a:pt x="289" y="25"/>
                  </a:lnTo>
                  <a:lnTo>
                    <a:pt x="24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
            <p:cNvSpPr/>
            <p:nvPr/>
          </p:nvSpPr>
          <p:spPr>
            <a:xfrm>
              <a:off x="1955750" y="1926450"/>
              <a:ext cx="13850" cy="9650"/>
            </a:xfrm>
            <a:custGeom>
              <a:avLst/>
              <a:gdLst/>
              <a:ahLst/>
              <a:cxnLst/>
              <a:rect l="l" t="t" r="r" b="b"/>
              <a:pathLst>
                <a:path w="554" h="386" extrusionOk="0">
                  <a:moveTo>
                    <a:pt x="193" y="0"/>
                  </a:moveTo>
                  <a:lnTo>
                    <a:pt x="145" y="49"/>
                  </a:lnTo>
                  <a:lnTo>
                    <a:pt x="96" y="97"/>
                  </a:lnTo>
                  <a:lnTo>
                    <a:pt x="0" y="337"/>
                  </a:lnTo>
                  <a:lnTo>
                    <a:pt x="24" y="386"/>
                  </a:lnTo>
                  <a:lnTo>
                    <a:pt x="72" y="386"/>
                  </a:lnTo>
                  <a:lnTo>
                    <a:pt x="145" y="337"/>
                  </a:lnTo>
                  <a:lnTo>
                    <a:pt x="169" y="289"/>
                  </a:lnTo>
                  <a:lnTo>
                    <a:pt x="217" y="193"/>
                  </a:lnTo>
                  <a:lnTo>
                    <a:pt x="217" y="121"/>
                  </a:lnTo>
                  <a:lnTo>
                    <a:pt x="409" y="169"/>
                  </a:lnTo>
                  <a:lnTo>
                    <a:pt x="530" y="169"/>
                  </a:lnTo>
                  <a:lnTo>
                    <a:pt x="530" y="121"/>
                  </a:lnTo>
                  <a:lnTo>
                    <a:pt x="554" y="97"/>
                  </a:lnTo>
                  <a:lnTo>
                    <a:pt x="530" y="73"/>
                  </a:lnTo>
                  <a:lnTo>
                    <a:pt x="458" y="49"/>
                  </a:lnTo>
                  <a:lnTo>
                    <a:pt x="33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
            <p:cNvSpPr/>
            <p:nvPr/>
          </p:nvSpPr>
          <p:spPr>
            <a:xfrm>
              <a:off x="1876900" y="1956550"/>
              <a:ext cx="12675" cy="9650"/>
            </a:xfrm>
            <a:custGeom>
              <a:avLst/>
              <a:gdLst/>
              <a:ahLst/>
              <a:cxnLst/>
              <a:rect l="l" t="t" r="r" b="b"/>
              <a:pathLst>
                <a:path w="507" h="386" extrusionOk="0">
                  <a:moveTo>
                    <a:pt x="121" y="0"/>
                  </a:moveTo>
                  <a:lnTo>
                    <a:pt x="49" y="24"/>
                  </a:lnTo>
                  <a:lnTo>
                    <a:pt x="1" y="72"/>
                  </a:lnTo>
                  <a:lnTo>
                    <a:pt x="25" y="144"/>
                  </a:lnTo>
                  <a:lnTo>
                    <a:pt x="73" y="193"/>
                  </a:lnTo>
                  <a:lnTo>
                    <a:pt x="193" y="265"/>
                  </a:lnTo>
                  <a:lnTo>
                    <a:pt x="314" y="313"/>
                  </a:lnTo>
                  <a:lnTo>
                    <a:pt x="434" y="385"/>
                  </a:lnTo>
                  <a:lnTo>
                    <a:pt x="482" y="361"/>
                  </a:lnTo>
                  <a:lnTo>
                    <a:pt x="506" y="313"/>
                  </a:lnTo>
                  <a:lnTo>
                    <a:pt x="482" y="289"/>
                  </a:lnTo>
                  <a:lnTo>
                    <a:pt x="386" y="144"/>
                  </a:lnTo>
                  <a:lnTo>
                    <a:pt x="241"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
            <p:cNvSpPr/>
            <p:nvPr/>
          </p:nvSpPr>
          <p:spPr>
            <a:xfrm>
              <a:off x="1950325" y="1918625"/>
              <a:ext cx="8450" cy="8450"/>
            </a:xfrm>
            <a:custGeom>
              <a:avLst/>
              <a:gdLst/>
              <a:ahLst/>
              <a:cxnLst/>
              <a:rect l="l" t="t" r="r" b="b"/>
              <a:pathLst>
                <a:path w="338" h="338" extrusionOk="0">
                  <a:moveTo>
                    <a:pt x="145" y="0"/>
                  </a:moveTo>
                  <a:lnTo>
                    <a:pt x="73" y="24"/>
                  </a:lnTo>
                  <a:lnTo>
                    <a:pt x="25" y="73"/>
                  </a:lnTo>
                  <a:lnTo>
                    <a:pt x="1" y="193"/>
                  </a:lnTo>
                  <a:lnTo>
                    <a:pt x="25" y="313"/>
                  </a:lnTo>
                  <a:lnTo>
                    <a:pt x="49" y="337"/>
                  </a:lnTo>
                  <a:lnTo>
                    <a:pt x="97" y="337"/>
                  </a:lnTo>
                  <a:lnTo>
                    <a:pt x="145" y="313"/>
                  </a:lnTo>
                  <a:lnTo>
                    <a:pt x="193" y="265"/>
                  </a:lnTo>
                  <a:lnTo>
                    <a:pt x="241" y="241"/>
                  </a:lnTo>
                  <a:lnTo>
                    <a:pt x="313" y="241"/>
                  </a:lnTo>
                  <a:lnTo>
                    <a:pt x="313" y="217"/>
                  </a:lnTo>
                  <a:lnTo>
                    <a:pt x="338" y="217"/>
                  </a:lnTo>
                  <a:lnTo>
                    <a:pt x="338" y="169"/>
                  </a:lnTo>
                  <a:lnTo>
                    <a:pt x="265" y="49"/>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
            <p:cNvSpPr/>
            <p:nvPr/>
          </p:nvSpPr>
          <p:spPr>
            <a:xfrm>
              <a:off x="2000275" y="1944500"/>
              <a:ext cx="6650" cy="12075"/>
            </a:xfrm>
            <a:custGeom>
              <a:avLst/>
              <a:gdLst/>
              <a:ahLst/>
              <a:cxnLst/>
              <a:rect l="l" t="t" r="r" b="b"/>
              <a:pathLst>
                <a:path w="266" h="483" extrusionOk="0">
                  <a:moveTo>
                    <a:pt x="193" y="1"/>
                  </a:moveTo>
                  <a:lnTo>
                    <a:pt x="73" y="97"/>
                  </a:lnTo>
                  <a:lnTo>
                    <a:pt x="25" y="145"/>
                  </a:lnTo>
                  <a:lnTo>
                    <a:pt x="25" y="193"/>
                  </a:lnTo>
                  <a:lnTo>
                    <a:pt x="1" y="241"/>
                  </a:lnTo>
                  <a:lnTo>
                    <a:pt x="25" y="289"/>
                  </a:lnTo>
                  <a:lnTo>
                    <a:pt x="97" y="434"/>
                  </a:lnTo>
                  <a:lnTo>
                    <a:pt x="169" y="482"/>
                  </a:lnTo>
                  <a:lnTo>
                    <a:pt x="217" y="458"/>
                  </a:lnTo>
                  <a:lnTo>
                    <a:pt x="265" y="410"/>
                  </a:lnTo>
                  <a:lnTo>
                    <a:pt x="241" y="362"/>
                  </a:lnTo>
                  <a:lnTo>
                    <a:pt x="217" y="289"/>
                  </a:lnTo>
                  <a:lnTo>
                    <a:pt x="193" y="217"/>
                  </a:lnTo>
                  <a:lnTo>
                    <a:pt x="193" y="121"/>
                  </a:lnTo>
                  <a:lnTo>
                    <a:pt x="241" y="49"/>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
            <p:cNvSpPr/>
            <p:nvPr/>
          </p:nvSpPr>
          <p:spPr>
            <a:xfrm>
              <a:off x="1997275" y="1844000"/>
              <a:ext cx="6650" cy="8450"/>
            </a:xfrm>
            <a:custGeom>
              <a:avLst/>
              <a:gdLst/>
              <a:ahLst/>
              <a:cxnLst/>
              <a:rect l="l" t="t" r="r" b="b"/>
              <a:pathLst>
                <a:path w="266" h="338" extrusionOk="0">
                  <a:moveTo>
                    <a:pt x="72" y="0"/>
                  </a:moveTo>
                  <a:lnTo>
                    <a:pt x="0" y="49"/>
                  </a:lnTo>
                  <a:lnTo>
                    <a:pt x="0" y="73"/>
                  </a:lnTo>
                  <a:lnTo>
                    <a:pt x="0" y="121"/>
                  </a:lnTo>
                  <a:lnTo>
                    <a:pt x="48" y="241"/>
                  </a:lnTo>
                  <a:lnTo>
                    <a:pt x="97" y="313"/>
                  </a:lnTo>
                  <a:lnTo>
                    <a:pt x="145" y="337"/>
                  </a:lnTo>
                  <a:lnTo>
                    <a:pt x="169" y="337"/>
                  </a:lnTo>
                  <a:lnTo>
                    <a:pt x="217" y="313"/>
                  </a:lnTo>
                  <a:lnTo>
                    <a:pt x="241" y="289"/>
                  </a:lnTo>
                  <a:lnTo>
                    <a:pt x="241" y="193"/>
                  </a:lnTo>
                  <a:lnTo>
                    <a:pt x="265" y="121"/>
                  </a:lnTo>
                  <a:lnTo>
                    <a:pt x="241" y="73"/>
                  </a:lnTo>
                  <a:lnTo>
                    <a:pt x="193"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
            <p:cNvSpPr/>
            <p:nvPr/>
          </p:nvSpPr>
          <p:spPr>
            <a:xfrm>
              <a:off x="2005700" y="1909600"/>
              <a:ext cx="9050" cy="7850"/>
            </a:xfrm>
            <a:custGeom>
              <a:avLst/>
              <a:gdLst/>
              <a:ahLst/>
              <a:cxnLst/>
              <a:rect l="l" t="t" r="r" b="b"/>
              <a:pathLst>
                <a:path w="362" h="314" extrusionOk="0">
                  <a:moveTo>
                    <a:pt x="48" y="0"/>
                  </a:moveTo>
                  <a:lnTo>
                    <a:pt x="0" y="48"/>
                  </a:lnTo>
                  <a:lnTo>
                    <a:pt x="0" y="97"/>
                  </a:lnTo>
                  <a:lnTo>
                    <a:pt x="0" y="169"/>
                  </a:lnTo>
                  <a:lnTo>
                    <a:pt x="24" y="217"/>
                  </a:lnTo>
                  <a:lnTo>
                    <a:pt x="72" y="265"/>
                  </a:lnTo>
                  <a:lnTo>
                    <a:pt x="121" y="289"/>
                  </a:lnTo>
                  <a:lnTo>
                    <a:pt x="193" y="313"/>
                  </a:lnTo>
                  <a:lnTo>
                    <a:pt x="313" y="289"/>
                  </a:lnTo>
                  <a:lnTo>
                    <a:pt x="361" y="265"/>
                  </a:lnTo>
                  <a:lnTo>
                    <a:pt x="361" y="241"/>
                  </a:lnTo>
                  <a:lnTo>
                    <a:pt x="217" y="121"/>
                  </a:lnTo>
                  <a:lnTo>
                    <a:pt x="97"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
            <p:cNvSpPr/>
            <p:nvPr/>
          </p:nvSpPr>
          <p:spPr>
            <a:xfrm>
              <a:off x="2018325" y="2007100"/>
              <a:ext cx="9050" cy="9050"/>
            </a:xfrm>
            <a:custGeom>
              <a:avLst/>
              <a:gdLst/>
              <a:ahLst/>
              <a:cxnLst/>
              <a:rect l="l" t="t" r="r" b="b"/>
              <a:pathLst>
                <a:path w="362" h="362" extrusionOk="0">
                  <a:moveTo>
                    <a:pt x="290" y="0"/>
                  </a:moveTo>
                  <a:lnTo>
                    <a:pt x="242" y="24"/>
                  </a:lnTo>
                  <a:lnTo>
                    <a:pt x="217" y="48"/>
                  </a:lnTo>
                  <a:lnTo>
                    <a:pt x="193" y="96"/>
                  </a:lnTo>
                  <a:lnTo>
                    <a:pt x="169" y="169"/>
                  </a:lnTo>
                  <a:lnTo>
                    <a:pt x="145" y="193"/>
                  </a:lnTo>
                  <a:lnTo>
                    <a:pt x="97" y="217"/>
                  </a:lnTo>
                  <a:lnTo>
                    <a:pt x="49" y="241"/>
                  </a:lnTo>
                  <a:lnTo>
                    <a:pt x="1" y="265"/>
                  </a:lnTo>
                  <a:lnTo>
                    <a:pt x="25" y="313"/>
                  </a:lnTo>
                  <a:lnTo>
                    <a:pt x="73" y="361"/>
                  </a:lnTo>
                  <a:lnTo>
                    <a:pt x="121" y="361"/>
                  </a:lnTo>
                  <a:lnTo>
                    <a:pt x="193" y="289"/>
                  </a:lnTo>
                  <a:lnTo>
                    <a:pt x="217" y="265"/>
                  </a:lnTo>
                  <a:lnTo>
                    <a:pt x="242" y="265"/>
                  </a:lnTo>
                  <a:lnTo>
                    <a:pt x="314" y="217"/>
                  </a:lnTo>
                  <a:lnTo>
                    <a:pt x="338" y="193"/>
                  </a:lnTo>
                  <a:lnTo>
                    <a:pt x="362" y="121"/>
                  </a:lnTo>
                  <a:lnTo>
                    <a:pt x="338" y="72"/>
                  </a:lnTo>
                  <a:lnTo>
                    <a:pt x="338" y="24"/>
                  </a:lnTo>
                  <a:lnTo>
                    <a:pt x="29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
            <p:cNvSpPr/>
            <p:nvPr/>
          </p:nvSpPr>
          <p:spPr>
            <a:xfrm>
              <a:off x="1799275" y="1984225"/>
              <a:ext cx="9050" cy="4825"/>
            </a:xfrm>
            <a:custGeom>
              <a:avLst/>
              <a:gdLst/>
              <a:ahLst/>
              <a:cxnLst/>
              <a:rect l="l" t="t" r="r" b="b"/>
              <a:pathLst>
                <a:path w="362" h="193" extrusionOk="0">
                  <a:moveTo>
                    <a:pt x="265" y="0"/>
                  </a:moveTo>
                  <a:lnTo>
                    <a:pt x="24" y="73"/>
                  </a:lnTo>
                  <a:lnTo>
                    <a:pt x="0" y="121"/>
                  </a:lnTo>
                  <a:lnTo>
                    <a:pt x="24" y="145"/>
                  </a:lnTo>
                  <a:lnTo>
                    <a:pt x="48" y="169"/>
                  </a:lnTo>
                  <a:lnTo>
                    <a:pt x="169" y="193"/>
                  </a:lnTo>
                  <a:lnTo>
                    <a:pt x="289" y="193"/>
                  </a:lnTo>
                  <a:lnTo>
                    <a:pt x="337" y="169"/>
                  </a:lnTo>
                  <a:lnTo>
                    <a:pt x="361" y="97"/>
                  </a:lnTo>
                  <a:lnTo>
                    <a:pt x="337" y="49"/>
                  </a:lnTo>
                  <a:lnTo>
                    <a:pt x="313" y="24"/>
                  </a:lnTo>
                  <a:lnTo>
                    <a:pt x="26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
            <p:cNvSpPr/>
            <p:nvPr/>
          </p:nvSpPr>
          <p:spPr>
            <a:xfrm>
              <a:off x="2308425" y="2495775"/>
              <a:ext cx="4825" cy="8450"/>
            </a:xfrm>
            <a:custGeom>
              <a:avLst/>
              <a:gdLst/>
              <a:ahLst/>
              <a:cxnLst/>
              <a:rect l="l" t="t" r="r" b="b"/>
              <a:pathLst>
                <a:path w="193" h="338" extrusionOk="0">
                  <a:moveTo>
                    <a:pt x="72" y="1"/>
                  </a:moveTo>
                  <a:lnTo>
                    <a:pt x="24" y="25"/>
                  </a:lnTo>
                  <a:lnTo>
                    <a:pt x="0" y="97"/>
                  </a:lnTo>
                  <a:lnTo>
                    <a:pt x="0" y="145"/>
                  </a:lnTo>
                  <a:lnTo>
                    <a:pt x="24" y="289"/>
                  </a:lnTo>
                  <a:lnTo>
                    <a:pt x="48" y="338"/>
                  </a:lnTo>
                  <a:lnTo>
                    <a:pt x="96" y="338"/>
                  </a:lnTo>
                  <a:lnTo>
                    <a:pt x="169" y="314"/>
                  </a:lnTo>
                  <a:lnTo>
                    <a:pt x="193" y="289"/>
                  </a:lnTo>
                  <a:lnTo>
                    <a:pt x="193" y="265"/>
                  </a:lnTo>
                  <a:lnTo>
                    <a:pt x="169" y="121"/>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
            <p:cNvSpPr/>
            <p:nvPr/>
          </p:nvSpPr>
          <p:spPr>
            <a:xfrm>
              <a:off x="1916625" y="1937875"/>
              <a:ext cx="6050" cy="7250"/>
            </a:xfrm>
            <a:custGeom>
              <a:avLst/>
              <a:gdLst/>
              <a:ahLst/>
              <a:cxnLst/>
              <a:rect l="l" t="t" r="r" b="b"/>
              <a:pathLst>
                <a:path w="242" h="290" extrusionOk="0">
                  <a:moveTo>
                    <a:pt x="145" y="1"/>
                  </a:moveTo>
                  <a:lnTo>
                    <a:pt x="97" y="25"/>
                  </a:lnTo>
                  <a:lnTo>
                    <a:pt x="49" y="97"/>
                  </a:lnTo>
                  <a:lnTo>
                    <a:pt x="24" y="169"/>
                  </a:lnTo>
                  <a:lnTo>
                    <a:pt x="0" y="217"/>
                  </a:lnTo>
                  <a:lnTo>
                    <a:pt x="24" y="266"/>
                  </a:lnTo>
                  <a:lnTo>
                    <a:pt x="73" y="290"/>
                  </a:lnTo>
                  <a:lnTo>
                    <a:pt x="121" y="290"/>
                  </a:lnTo>
                  <a:lnTo>
                    <a:pt x="193" y="266"/>
                  </a:lnTo>
                  <a:lnTo>
                    <a:pt x="241" y="193"/>
                  </a:lnTo>
                  <a:lnTo>
                    <a:pt x="241" y="145"/>
                  </a:lnTo>
                  <a:lnTo>
                    <a:pt x="241" y="97"/>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
            <p:cNvSpPr/>
            <p:nvPr/>
          </p:nvSpPr>
          <p:spPr>
            <a:xfrm>
              <a:off x="2332500" y="2432575"/>
              <a:ext cx="6025" cy="6050"/>
            </a:xfrm>
            <a:custGeom>
              <a:avLst/>
              <a:gdLst/>
              <a:ahLst/>
              <a:cxnLst/>
              <a:rect l="l" t="t" r="r" b="b"/>
              <a:pathLst>
                <a:path w="241" h="242" extrusionOk="0">
                  <a:moveTo>
                    <a:pt x="96" y="1"/>
                  </a:moveTo>
                  <a:lnTo>
                    <a:pt x="48" y="25"/>
                  </a:lnTo>
                  <a:lnTo>
                    <a:pt x="24" y="49"/>
                  </a:lnTo>
                  <a:lnTo>
                    <a:pt x="0" y="97"/>
                  </a:lnTo>
                  <a:lnTo>
                    <a:pt x="0" y="169"/>
                  </a:lnTo>
                  <a:lnTo>
                    <a:pt x="48" y="193"/>
                  </a:lnTo>
                  <a:lnTo>
                    <a:pt x="72" y="242"/>
                  </a:lnTo>
                  <a:lnTo>
                    <a:pt x="145" y="242"/>
                  </a:lnTo>
                  <a:lnTo>
                    <a:pt x="217" y="218"/>
                  </a:lnTo>
                  <a:lnTo>
                    <a:pt x="241" y="169"/>
                  </a:lnTo>
                  <a:lnTo>
                    <a:pt x="241" y="97"/>
                  </a:lnTo>
                  <a:lnTo>
                    <a:pt x="217" y="49"/>
                  </a:lnTo>
                  <a:lnTo>
                    <a:pt x="169"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
            <p:cNvSpPr/>
            <p:nvPr/>
          </p:nvSpPr>
          <p:spPr>
            <a:xfrm>
              <a:off x="1887125" y="1972175"/>
              <a:ext cx="8450" cy="6050"/>
            </a:xfrm>
            <a:custGeom>
              <a:avLst/>
              <a:gdLst/>
              <a:ahLst/>
              <a:cxnLst/>
              <a:rect l="l" t="t" r="r" b="b"/>
              <a:pathLst>
                <a:path w="338" h="242" extrusionOk="0">
                  <a:moveTo>
                    <a:pt x="73" y="1"/>
                  </a:moveTo>
                  <a:lnTo>
                    <a:pt x="25" y="25"/>
                  </a:lnTo>
                  <a:lnTo>
                    <a:pt x="1" y="97"/>
                  </a:lnTo>
                  <a:lnTo>
                    <a:pt x="25" y="145"/>
                  </a:lnTo>
                  <a:lnTo>
                    <a:pt x="49" y="218"/>
                  </a:lnTo>
                  <a:lnTo>
                    <a:pt x="121" y="242"/>
                  </a:lnTo>
                  <a:lnTo>
                    <a:pt x="217" y="218"/>
                  </a:lnTo>
                  <a:lnTo>
                    <a:pt x="290" y="194"/>
                  </a:lnTo>
                  <a:lnTo>
                    <a:pt x="338" y="145"/>
                  </a:lnTo>
                  <a:lnTo>
                    <a:pt x="242" y="73"/>
                  </a:lnTo>
                  <a:lnTo>
                    <a:pt x="193"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
            <p:cNvSpPr/>
            <p:nvPr/>
          </p:nvSpPr>
          <p:spPr>
            <a:xfrm>
              <a:off x="2236200" y="2445825"/>
              <a:ext cx="6050" cy="7850"/>
            </a:xfrm>
            <a:custGeom>
              <a:avLst/>
              <a:gdLst/>
              <a:ahLst/>
              <a:cxnLst/>
              <a:rect l="l" t="t" r="r" b="b"/>
              <a:pathLst>
                <a:path w="242" h="314" extrusionOk="0">
                  <a:moveTo>
                    <a:pt x="24" y="0"/>
                  </a:moveTo>
                  <a:lnTo>
                    <a:pt x="0" y="49"/>
                  </a:lnTo>
                  <a:lnTo>
                    <a:pt x="0" y="121"/>
                  </a:lnTo>
                  <a:lnTo>
                    <a:pt x="24" y="193"/>
                  </a:lnTo>
                  <a:lnTo>
                    <a:pt x="97" y="289"/>
                  </a:lnTo>
                  <a:lnTo>
                    <a:pt x="169" y="313"/>
                  </a:lnTo>
                  <a:lnTo>
                    <a:pt x="193" y="289"/>
                  </a:lnTo>
                  <a:lnTo>
                    <a:pt x="241" y="241"/>
                  </a:lnTo>
                  <a:lnTo>
                    <a:pt x="241" y="217"/>
                  </a:lnTo>
                  <a:lnTo>
                    <a:pt x="241" y="169"/>
                  </a:lnTo>
                  <a:lnTo>
                    <a:pt x="169" y="73"/>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
            <p:cNvSpPr/>
            <p:nvPr/>
          </p:nvSpPr>
          <p:spPr>
            <a:xfrm>
              <a:off x="1850425" y="1947500"/>
              <a:ext cx="4825" cy="8450"/>
            </a:xfrm>
            <a:custGeom>
              <a:avLst/>
              <a:gdLst/>
              <a:ahLst/>
              <a:cxnLst/>
              <a:rect l="l" t="t" r="r" b="b"/>
              <a:pathLst>
                <a:path w="193" h="338" extrusionOk="0">
                  <a:moveTo>
                    <a:pt x="49" y="1"/>
                  </a:moveTo>
                  <a:lnTo>
                    <a:pt x="24" y="49"/>
                  </a:lnTo>
                  <a:lnTo>
                    <a:pt x="0" y="97"/>
                  </a:lnTo>
                  <a:lnTo>
                    <a:pt x="24" y="169"/>
                  </a:lnTo>
                  <a:lnTo>
                    <a:pt x="49" y="266"/>
                  </a:lnTo>
                  <a:lnTo>
                    <a:pt x="73" y="314"/>
                  </a:lnTo>
                  <a:lnTo>
                    <a:pt x="97" y="338"/>
                  </a:lnTo>
                  <a:lnTo>
                    <a:pt x="145" y="338"/>
                  </a:lnTo>
                  <a:lnTo>
                    <a:pt x="169" y="314"/>
                  </a:lnTo>
                  <a:lnTo>
                    <a:pt x="193" y="242"/>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
            <p:cNvSpPr/>
            <p:nvPr/>
          </p:nvSpPr>
          <p:spPr>
            <a:xfrm>
              <a:off x="2291575" y="2463875"/>
              <a:ext cx="6025" cy="5450"/>
            </a:xfrm>
            <a:custGeom>
              <a:avLst/>
              <a:gdLst/>
              <a:ahLst/>
              <a:cxnLst/>
              <a:rect l="l" t="t" r="r" b="b"/>
              <a:pathLst>
                <a:path w="241" h="218" extrusionOk="0">
                  <a:moveTo>
                    <a:pt x="96" y="1"/>
                  </a:moveTo>
                  <a:lnTo>
                    <a:pt x="48" y="25"/>
                  </a:lnTo>
                  <a:lnTo>
                    <a:pt x="24" y="49"/>
                  </a:lnTo>
                  <a:lnTo>
                    <a:pt x="0" y="145"/>
                  </a:lnTo>
                  <a:lnTo>
                    <a:pt x="0" y="169"/>
                  </a:lnTo>
                  <a:lnTo>
                    <a:pt x="24" y="193"/>
                  </a:lnTo>
                  <a:lnTo>
                    <a:pt x="72" y="217"/>
                  </a:lnTo>
                  <a:lnTo>
                    <a:pt x="120" y="217"/>
                  </a:lnTo>
                  <a:lnTo>
                    <a:pt x="169" y="193"/>
                  </a:lnTo>
                  <a:lnTo>
                    <a:pt x="217" y="145"/>
                  </a:lnTo>
                  <a:lnTo>
                    <a:pt x="241" y="97"/>
                  </a:lnTo>
                  <a:lnTo>
                    <a:pt x="241" y="73"/>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
            <p:cNvSpPr/>
            <p:nvPr/>
          </p:nvSpPr>
          <p:spPr>
            <a:xfrm>
              <a:off x="1889550" y="2042600"/>
              <a:ext cx="5425" cy="6050"/>
            </a:xfrm>
            <a:custGeom>
              <a:avLst/>
              <a:gdLst/>
              <a:ahLst/>
              <a:cxnLst/>
              <a:rect l="l" t="t" r="r" b="b"/>
              <a:pathLst>
                <a:path w="217" h="242" extrusionOk="0">
                  <a:moveTo>
                    <a:pt x="72" y="0"/>
                  </a:moveTo>
                  <a:lnTo>
                    <a:pt x="48" y="25"/>
                  </a:lnTo>
                  <a:lnTo>
                    <a:pt x="0" y="49"/>
                  </a:lnTo>
                  <a:lnTo>
                    <a:pt x="0" y="97"/>
                  </a:lnTo>
                  <a:lnTo>
                    <a:pt x="0" y="145"/>
                  </a:lnTo>
                  <a:lnTo>
                    <a:pt x="24" y="193"/>
                  </a:lnTo>
                  <a:lnTo>
                    <a:pt x="48" y="241"/>
                  </a:lnTo>
                  <a:lnTo>
                    <a:pt x="145" y="241"/>
                  </a:lnTo>
                  <a:lnTo>
                    <a:pt x="169" y="217"/>
                  </a:lnTo>
                  <a:lnTo>
                    <a:pt x="217" y="169"/>
                  </a:lnTo>
                  <a:lnTo>
                    <a:pt x="217" y="121"/>
                  </a:lnTo>
                  <a:lnTo>
                    <a:pt x="217" y="73"/>
                  </a:lnTo>
                  <a:lnTo>
                    <a:pt x="193" y="25"/>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
            <p:cNvSpPr/>
            <p:nvPr/>
          </p:nvSpPr>
          <p:spPr>
            <a:xfrm>
              <a:off x="1903375" y="1937875"/>
              <a:ext cx="6050" cy="6050"/>
            </a:xfrm>
            <a:custGeom>
              <a:avLst/>
              <a:gdLst/>
              <a:ahLst/>
              <a:cxnLst/>
              <a:rect l="l" t="t" r="r" b="b"/>
              <a:pathLst>
                <a:path w="242" h="242" extrusionOk="0">
                  <a:moveTo>
                    <a:pt x="97" y="1"/>
                  </a:moveTo>
                  <a:lnTo>
                    <a:pt x="49" y="25"/>
                  </a:lnTo>
                  <a:lnTo>
                    <a:pt x="25" y="49"/>
                  </a:lnTo>
                  <a:lnTo>
                    <a:pt x="1" y="121"/>
                  </a:lnTo>
                  <a:lnTo>
                    <a:pt x="25" y="169"/>
                  </a:lnTo>
                  <a:lnTo>
                    <a:pt x="49" y="217"/>
                  </a:lnTo>
                  <a:lnTo>
                    <a:pt x="97" y="241"/>
                  </a:lnTo>
                  <a:lnTo>
                    <a:pt x="169" y="241"/>
                  </a:lnTo>
                  <a:lnTo>
                    <a:pt x="193" y="217"/>
                  </a:lnTo>
                  <a:lnTo>
                    <a:pt x="217" y="193"/>
                  </a:lnTo>
                  <a:lnTo>
                    <a:pt x="242" y="145"/>
                  </a:lnTo>
                  <a:lnTo>
                    <a:pt x="242" y="97"/>
                  </a:lnTo>
                  <a:lnTo>
                    <a:pt x="217"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
            <p:cNvSpPr/>
            <p:nvPr/>
          </p:nvSpPr>
          <p:spPr>
            <a:xfrm>
              <a:off x="2095975" y="1907200"/>
              <a:ext cx="6025" cy="5425"/>
            </a:xfrm>
            <a:custGeom>
              <a:avLst/>
              <a:gdLst/>
              <a:ahLst/>
              <a:cxnLst/>
              <a:rect l="l" t="t" r="r" b="b"/>
              <a:pathLst>
                <a:path w="241" h="217" extrusionOk="0">
                  <a:moveTo>
                    <a:pt x="72" y="0"/>
                  </a:moveTo>
                  <a:lnTo>
                    <a:pt x="24" y="48"/>
                  </a:lnTo>
                  <a:lnTo>
                    <a:pt x="0" y="72"/>
                  </a:lnTo>
                  <a:lnTo>
                    <a:pt x="0" y="120"/>
                  </a:lnTo>
                  <a:lnTo>
                    <a:pt x="24" y="144"/>
                  </a:lnTo>
                  <a:lnTo>
                    <a:pt x="48" y="193"/>
                  </a:lnTo>
                  <a:lnTo>
                    <a:pt x="97" y="217"/>
                  </a:lnTo>
                  <a:lnTo>
                    <a:pt x="193" y="217"/>
                  </a:lnTo>
                  <a:lnTo>
                    <a:pt x="217" y="193"/>
                  </a:lnTo>
                  <a:lnTo>
                    <a:pt x="241" y="144"/>
                  </a:lnTo>
                  <a:lnTo>
                    <a:pt x="241" y="96"/>
                  </a:lnTo>
                  <a:lnTo>
                    <a:pt x="241"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
            <p:cNvSpPr/>
            <p:nvPr/>
          </p:nvSpPr>
          <p:spPr>
            <a:xfrm>
              <a:off x="2312625" y="1857225"/>
              <a:ext cx="6650" cy="6650"/>
            </a:xfrm>
            <a:custGeom>
              <a:avLst/>
              <a:gdLst/>
              <a:ahLst/>
              <a:cxnLst/>
              <a:rect l="l" t="t" r="r" b="b"/>
              <a:pathLst>
                <a:path w="266" h="266" extrusionOk="0">
                  <a:moveTo>
                    <a:pt x="49" y="1"/>
                  </a:moveTo>
                  <a:lnTo>
                    <a:pt x="25" y="49"/>
                  </a:lnTo>
                  <a:lnTo>
                    <a:pt x="1" y="97"/>
                  </a:lnTo>
                  <a:lnTo>
                    <a:pt x="1" y="145"/>
                  </a:lnTo>
                  <a:lnTo>
                    <a:pt x="145" y="266"/>
                  </a:lnTo>
                  <a:lnTo>
                    <a:pt x="241" y="266"/>
                  </a:lnTo>
                  <a:lnTo>
                    <a:pt x="265" y="242"/>
                  </a:lnTo>
                  <a:lnTo>
                    <a:pt x="265" y="194"/>
                  </a:lnTo>
                  <a:lnTo>
                    <a:pt x="217" y="97"/>
                  </a:lnTo>
                  <a:lnTo>
                    <a:pt x="169" y="49"/>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
            <p:cNvSpPr/>
            <p:nvPr/>
          </p:nvSpPr>
          <p:spPr>
            <a:xfrm>
              <a:off x="1837775" y="2042600"/>
              <a:ext cx="6650" cy="4850"/>
            </a:xfrm>
            <a:custGeom>
              <a:avLst/>
              <a:gdLst/>
              <a:ahLst/>
              <a:cxnLst/>
              <a:rect l="l" t="t" r="r" b="b"/>
              <a:pathLst>
                <a:path w="266" h="194" extrusionOk="0">
                  <a:moveTo>
                    <a:pt x="97" y="0"/>
                  </a:moveTo>
                  <a:lnTo>
                    <a:pt x="49" y="25"/>
                  </a:lnTo>
                  <a:lnTo>
                    <a:pt x="1" y="49"/>
                  </a:lnTo>
                  <a:lnTo>
                    <a:pt x="1" y="121"/>
                  </a:lnTo>
                  <a:lnTo>
                    <a:pt x="49" y="169"/>
                  </a:lnTo>
                  <a:lnTo>
                    <a:pt x="97" y="193"/>
                  </a:lnTo>
                  <a:lnTo>
                    <a:pt x="169" y="193"/>
                  </a:lnTo>
                  <a:lnTo>
                    <a:pt x="217" y="169"/>
                  </a:lnTo>
                  <a:lnTo>
                    <a:pt x="266" y="121"/>
                  </a:lnTo>
                  <a:lnTo>
                    <a:pt x="266" y="97"/>
                  </a:lnTo>
                  <a:lnTo>
                    <a:pt x="266" y="73"/>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
            <p:cNvSpPr/>
            <p:nvPr/>
          </p:nvSpPr>
          <p:spPr>
            <a:xfrm>
              <a:off x="1893750" y="1946300"/>
              <a:ext cx="4850" cy="6650"/>
            </a:xfrm>
            <a:custGeom>
              <a:avLst/>
              <a:gdLst/>
              <a:ahLst/>
              <a:cxnLst/>
              <a:rect l="l" t="t" r="r" b="b"/>
              <a:pathLst>
                <a:path w="194" h="266" extrusionOk="0">
                  <a:moveTo>
                    <a:pt x="49" y="1"/>
                  </a:moveTo>
                  <a:lnTo>
                    <a:pt x="25" y="25"/>
                  </a:lnTo>
                  <a:lnTo>
                    <a:pt x="1" y="73"/>
                  </a:lnTo>
                  <a:lnTo>
                    <a:pt x="25" y="169"/>
                  </a:lnTo>
                  <a:lnTo>
                    <a:pt x="49" y="217"/>
                  </a:lnTo>
                  <a:lnTo>
                    <a:pt x="121" y="266"/>
                  </a:lnTo>
                  <a:lnTo>
                    <a:pt x="145" y="266"/>
                  </a:lnTo>
                  <a:lnTo>
                    <a:pt x="169" y="242"/>
                  </a:lnTo>
                  <a:lnTo>
                    <a:pt x="193" y="169"/>
                  </a:lnTo>
                  <a:lnTo>
                    <a:pt x="169" y="121"/>
                  </a:lnTo>
                  <a:lnTo>
                    <a:pt x="145"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
            <p:cNvSpPr/>
            <p:nvPr/>
          </p:nvSpPr>
          <p:spPr>
            <a:xfrm>
              <a:off x="2256650" y="1846400"/>
              <a:ext cx="5450" cy="6050"/>
            </a:xfrm>
            <a:custGeom>
              <a:avLst/>
              <a:gdLst/>
              <a:ahLst/>
              <a:cxnLst/>
              <a:rect l="l" t="t" r="r" b="b"/>
              <a:pathLst>
                <a:path w="218" h="242" extrusionOk="0">
                  <a:moveTo>
                    <a:pt x="145" y="1"/>
                  </a:moveTo>
                  <a:lnTo>
                    <a:pt x="97" y="25"/>
                  </a:lnTo>
                  <a:lnTo>
                    <a:pt x="49" y="49"/>
                  </a:lnTo>
                  <a:lnTo>
                    <a:pt x="1" y="97"/>
                  </a:lnTo>
                  <a:lnTo>
                    <a:pt x="1" y="121"/>
                  </a:lnTo>
                  <a:lnTo>
                    <a:pt x="1" y="169"/>
                  </a:lnTo>
                  <a:lnTo>
                    <a:pt x="1" y="217"/>
                  </a:lnTo>
                  <a:lnTo>
                    <a:pt x="25" y="241"/>
                  </a:lnTo>
                  <a:lnTo>
                    <a:pt x="169" y="241"/>
                  </a:lnTo>
                  <a:lnTo>
                    <a:pt x="193" y="217"/>
                  </a:lnTo>
                  <a:lnTo>
                    <a:pt x="217" y="169"/>
                  </a:lnTo>
                  <a:lnTo>
                    <a:pt x="217" y="97"/>
                  </a:lnTo>
                  <a:lnTo>
                    <a:pt x="217" y="73"/>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
            <p:cNvSpPr/>
            <p:nvPr/>
          </p:nvSpPr>
          <p:spPr>
            <a:xfrm>
              <a:off x="2406525" y="2419350"/>
              <a:ext cx="4825" cy="6025"/>
            </a:xfrm>
            <a:custGeom>
              <a:avLst/>
              <a:gdLst/>
              <a:ahLst/>
              <a:cxnLst/>
              <a:rect l="l" t="t" r="r" b="b"/>
              <a:pathLst>
                <a:path w="193" h="241" extrusionOk="0">
                  <a:moveTo>
                    <a:pt x="96" y="0"/>
                  </a:moveTo>
                  <a:lnTo>
                    <a:pt x="48" y="24"/>
                  </a:lnTo>
                  <a:lnTo>
                    <a:pt x="0" y="72"/>
                  </a:lnTo>
                  <a:lnTo>
                    <a:pt x="0" y="145"/>
                  </a:lnTo>
                  <a:lnTo>
                    <a:pt x="0" y="193"/>
                  </a:lnTo>
                  <a:lnTo>
                    <a:pt x="24" y="217"/>
                  </a:lnTo>
                  <a:lnTo>
                    <a:pt x="72" y="241"/>
                  </a:lnTo>
                  <a:lnTo>
                    <a:pt x="120" y="217"/>
                  </a:lnTo>
                  <a:lnTo>
                    <a:pt x="169" y="169"/>
                  </a:lnTo>
                  <a:lnTo>
                    <a:pt x="193" y="121"/>
                  </a:lnTo>
                  <a:lnTo>
                    <a:pt x="193" y="72"/>
                  </a:lnTo>
                  <a:lnTo>
                    <a:pt x="169"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
            <p:cNvSpPr/>
            <p:nvPr/>
          </p:nvSpPr>
          <p:spPr>
            <a:xfrm>
              <a:off x="1805275" y="1993250"/>
              <a:ext cx="6650" cy="6050"/>
            </a:xfrm>
            <a:custGeom>
              <a:avLst/>
              <a:gdLst/>
              <a:ahLst/>
              <a:cxnLst/>
              <a:rect l="l" t="t" r="r" b="b"/>
              <a:pathLst>
                <a:path w="266" h="242" extrusionOk="0">
                  <a:moveTo>
                    <a:pt x="97" y="0"/>
                  </a:moveTo>
                  <a:lnTo>
                    <a:pt x="49" y="49"/>
                  </a:lnTo>
                  <a:lnTo>
                    <a:pt x="25" y="97"/>
                  </a:lnTo>
                  <a:lnTo>
                    <a:pt x="1" y="169"/>
                  </a:lnTo>
                  <a:lnTo>
                    <a:pt x="25" y="217"/>
                  </a:lnTo>
                  <a:lnTo>
                    <a:pt x="73" y="241"/>
                  </a:lnTo>
                  <a:lnTo>
                    <a:pt x="169" y="217"/>
                  </a:lnTo>
                  <a:lnTo>
                    <a:pt x="266" y="169"/>
                  </a:lnTo>
                  <a:lnTo>
                    <a:pt x="145" y="25"/>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
            <p:cNvSpPr/>
            <p:nvPr/>
          </p:nvSpPr>
          <p:spPr>
            <a:xfrm>
              <a:off x="2023750" y="1842800"/>
              <a:ext cx="6650" cy="5425"/>
            </a:xfrm>
            <a:custGeom>
              <a:avLst/>
              <a:gdLst/>
              <a:ahLst/>
              <a:cxnLst/>
              <a:rect l="l" t="t" r="r" b="b"/>
              <a:pathLst>
                <a:path w="266" h="217" extrusionOk="0">
                  <a:moveTo>
                    <a:pt x="97" y="0"/>
                  </a:moveTo>
                  <a:lnTo>
                    <a:pt x="49" y="24"/>
                  </a:lnTo>
                  <a:lnTo>
                    <a:pt x="25" y="72"/>
                  </a:lnTo>
                  <a:lnTo>
                    <a:pt x="0" y="145"/>
                  </a:lnTo>
                  <a:lnTo>
                    <a:pt x="49" y="193"/>
                  </a:lnTo>
                  <a:lnTo>
                    <a:pt x="97" y="217"/>
                  </a:lnTo>
                  <a:lnTo>
                    <a:pt x="193" y="217"/>
                  </a:lnTo>
                  <a:lnTo>
                    <a:pt x="241" y="193"/>
                  </a:lnTo>
                  <a:lnTo>
                    <a:pt x="265" y="145"/>
                  </a:lnTo>
                  <a:lnTo>
                    <a:pt x="265" y="97"/>
                  </a:lnTo>
                  <a:lnTo>
                    <a:pt x="241" y="72"/>
                  </a:lnTo>
                  <a:lnTo>
                    <a:pt x="193"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
            <p:cNvSpPr/>
            <p:nvPr/>
          </p:nvSpPr>
          <p:spPr>
            <a:xfrm>
              <a:off x="2292175" y="2349525"/>
              <a:ext cx="6025" cy="6050"/>
            </a:xfrm>
            <a:custGeom>
              <a:avLst/>
              <a:gdLst/>
              <a:ahLst/>
              <a:cxnLst/>
              <a:rect l="l" t="t" r="r" b="b"/>
              <a:pathLst>
                <a:path w="241" h="242" extrusionOk="0">
                  <a:moveTo>
                    <a:pt x="169" y="1"/>
                  </a:moveTo>
                  <a:lnTo>
                    <a:pt x="96" y="49"/>
                  </a:lnTo>
                  <a:lnTo>
                    <a:pt x="0" y="121"/>
                  </a:lnTo>
                  <a:lnTo>
                    <a:pt x="0" y="193"/>
                  </a:lnTo>
                  <a:lnTo>
                    <a:pt x="24" y="242"/>
                  </a:lnTo>
                  <a:lnTo>
                    <a:pt x="96" y="242"/>
                  </a:lnTo>
                  <a:lnTo>
                    <a:pt x="193" y="169"/>
                  </a:lnTo>
                  <a:lnTo>
                    <a:pt x="241" y="97"/>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
            <p:cNvSpPr/>
            <p:nvPr/>
          </p:nvSpPr>
          <p:spPr>
            <a:xfrm>
              <a:off x="1922050" y="1945100"/>
              <a:ext cx="4825" cy="6050"/>
            </a:xfrm>
            <a:custGeom>
              <a:avLst/>
              <a:gdLst/>
              <a:ahLst/>
              <a:cxnLst/>
              <a:rect l="l" t="t" r="r" b="b"/>
              <a:pathLst>
                <a:path w="193" h="242" extrusionOk="0">
                  <a:moveTo>
                    <a:pt x="96" y="1"/>
                  </a:moveTo>
                  <a:lnTo>
                    <a:pt x="48" y="25"/>
                  </a:lnTo>
                  <a:lnTo>
                    <a:pt x="0" y="73"/>
                  </a:lnTo>
                  <a:lnTo>
                    <a:pt x="0" y="145"/>
                  </a:lnTo>
                  <a:lnTo>
                    <a:pt x="24" y="193"/>
                  </a:lnTo>
                  <a:lnTo>
                    <a:pt x="48" y="217"/>
                  </a:lnTo>
                  <a:lnTo>
                    <a:pt x="72" y="241"/>
                  </a:lnTo>
                  <a:lnTo>
                    <a:pt x="145" y="217"/>
                  </a:lnTo>
                  <a:lnTo>
                    <a:pt x="193"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
            <p:cNvSpPr/>
            <p:nvPr/>
          </p:nvSpPr>
          <p:spPr>
            <a:xfrm>
              <a:off x="2171800" y="2514425"/>
              <a:ext cx="4850" cy="6650"/>
            </a:xfrm>
            <a:custGeom>
              <a:avLst/>
              <a:gdLst/>
              <a:ahLst/>
              <a:cxnLst/>
              <a:rect l="l" t="t" r="r" b="b"/>
              <a:pathLst>
                <a:path w="194" h="266" extrusionOk="0">
                  <a:moveTo>
                    <a:pt x="97" y="1"/>
                  </a:moveTo>
                  <a:lnTo>
                    <a:pt x="49" y="25"/>
                  </a:lnTo>
                  <a:lnTo>
                    <a:pt x="25" y="73"/>
                  </a:lnTo>
                  <a:lnTo>
                    <a:pt x="0" y="145"/>
                  </a:lnTo>
                  <a:lnTo>
                    <a:pt x="0" y="217"/>
                  </a:lnTo>
                  <a:lnTo>
                    <a:pt x="25" y="266"/>
                  </a:lnTo>
                  <a:lnTo>
                    <a:pt x="97" y="266"/>
                  </a:lnTo>
                  <a:lnTo>
                    <a:pt x="121" y="193"/>
                  </a:lnTo>
                  <a:lnTo>
                    <a:pt x="169"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
            <p:cNvSpPr/>
            <p:nvPr/>
          </p:nvSpPr>
          <p:spPr>
            <a:xfrm>
              <a:off x="1826350" y="1983025"/>
              <a:ext cx="7250" cy="3625"/>
            </a:xfrm>
            <a:custGeom>
              <a:avLst/>
              <a:gdLst/>
              <a:ahLst/>
              <a:cxnLst/>
              <a:rect l="l" t="t" r="r" b="b"/>
              <a:pathLst>
                <a:path w="290" h="145" extrusionOk="0">
                  <a:moveTo>
                    <a:pt x="73" y="0"/>
                  </a:moveTo>
                  <a:lnTo>
                    <a:pt x="25" y="48"/>
                  </a:lnTo>
                  <a:lnTo>
                    <a:pt x="0" y="97"/>
                  </a:lnTo>
                  <a:lnTo>
                    <a:pt x="25" y="121"/>
                  </a:lnTo>
                  <a:lnTo>
                    <a:pt x="73" y="145"/>
                  </a:lnTo>
                  <a:lnTo>
                    <a:pt x="241" y="145"/>
                  </a:lnTo>
                  <a:lnTo>
                    <a:pt x="289" y="121"/>
                  </a:lnTo>
                  <a:lnTo>
                    <a:pt x="289" y="48"/>
                  </a:lnTo>
                  <a:lnTo>
                    <a:pt x="265"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
            <p:cNvSpPr/>
            <p:nvPr/>
          </p:nvSpPr>
          <p:spPr>
            <a:xfrm>
              <a:off x="2026750" y="1948725"/>
              <a:ext cx="6650" cy="6025"/>
            </a:xfrm>
            <a:custGeom>
              <a:avLst/>
              <a:gdLst/>
              <a:ahLst/>
              <a:cxnLst/>
              <a:rect l="l" t="t" r="r" b="b"/>
              <a:pathLst>
                <a:path w="266" h="241" extrusionOk="0">
                  <a:moveTo>
                    <a:pt x="217" y="0"/>
                  </a:moveTo>
                  <a:lnTo>
                    <a:pt x="145" y="24"/>
                  </a:lnTo>
                  <a:lnTo>
                    <a:pt x="97" y="48"/>
                  </a:lnTo>
                  <a:lnTo>
                    <a:pt x="49" y="96"/>
                  </a:lnTo>
                  <a:lnTo>
                    <a:pt x="25" y="145"/>
                  </a:lnTo>
                  <a:lnTo>
                    <a:pt x="1" y="193"/>
                  </a:lnTo>
                  <a:lnTo>
                    <a:pt x="25" y="217"/>
                  </a:lnTo>
                  <a:lnTo>
                    <a:pt x="49" y="241"/>
                  </a:lnTo>
                  <a:lnTo>
                    <a:pt x="73" y="241"/>
                  </a:lnTo>
                  <a:lnTo>
                    <a:pt x="121" y="217"/>
                  </a:lnTo>
                  <a:lnTo>
                    <a:pt x="193" y="169"/>
                  </a:lnTo>
                  <a:lnTo>
                    <a:pt x="242" y="145"/>
                  </a:lnTo>
                  <a:lnTo>
                    <a:pt x="266" y="120"/>
                  </a:lnTo>
                  <a:lnTo>
                    <a:pt x="266" y="48"/>
                  </a:lnTo>
                  <a:lnTo>
                    <a:pt x="242"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
            <p:cNvSpPr/>
            <p:nvPr/>
          </p:nvSpPr>
          <p:spPr>
            <a:xfrm>
              <a:off x="2239200" y="2050425"/>
              <a:ext cx="7250" cy="4850"/>
            </a:xfrm>
            <a:custGeom>
              <a:avLst/>
              <a:gdLst/>
              <a:ahLst/>
              <a:cxnLst/>
              <a:rect l="l" t="t" r="r" b="b"/>
              <a:pathLst>
                <a:path w="290" h="194" extrusionOk="0">
                  <a:moveTo>
                    <a:pt x="97" y="0"/>
                  </a:moveTo>
                  <a:lnTo>
                    <a:pt x="49" y="25"/>
                  </a:lnTo>
                  <a:lnTo>
                    <a:pt x="25" y="49"/>
                  </a:lnTo>
                  <a:lnTo>
                    <a:pt x="1" y="97"/>
                  </a:lnTo>
                  <a:lnTo>
                    <a:pt x="25" y="121"/>
                  </a:lnTo>
                  <a:lnTo>
                    <a:pt x="73" y="169"/>
                  </a:lnTo>
                  <a:lnTo>
                    <a:pt x="145" y="193"/>
                  </a:lnTo>
                  <a:lnTo>
                    <a:pt x="193" y="193"/>
                  </a:lnTo>
                  <a:lnTo>
                    <a:pt x="266" y="169"/>
                  </a:lnTo>
                  <a:lnTo>
                    <a:pt x="290" y="145"/>
                  </a:lnTo>
                  <a:lnTo>
                    <a:pt x="290" y="97"/>
                  </a:lnTo>
                  <a:lnTo>
                    <a:pt x="217"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
            <p:cNvSpPr/>
            <p:nvPr/>
          </p:nvSpPr>
          <p:spPr>
            <a:xfrm>
              <a:off x="2292175" y="2333875"/>
              <a:ext cx="4225" cy="6650"/>
            </a:xfrm>
            <a:custGeom>
              <a:avLst/>
              <a:gdLst/>
              <a:ahLst/>
              <a:cxnLst/>
              <a:rect l="l" t="t" r="r" b="b"/>
              <a:pathLst>
                <a:path w="169" h="266" extrusionOk="0">
                  <a:moveTo>
                    <a:pt x="96" y="1"/>
                  </a:moveTo>
                  <a:lnTo>
                    <a:pt x="48" y="25"/>
                  </a:lnTo>
                  <a:lnTo>
                    <a:pt x="24" y="49"/>
                  </a:lnTo>
                  <a:lnTo>
                    <a:pt x="0" y="121"/>
                  </a:lnTo>
                  <a:lnTo>
                    <a:pt x="0" y="193"/>
                  </a:lnTo>
                  <a:lnTo>
                    <a:pt x="24" y="242"/>
                  </a:lnTo>
                  <a:lnTo>
                    <a:pt x="48" y="266"/>
                  </a:lnTo>
                  <a:lnTo>
                    <a:pt x="96" y="242"/>
                  </a:lnTo>
                  <a:lnTo>
                    <a:pt x="145" y="218"/>
                  </a:lnTo>
                  <a:lnTo>
                    <a:pt x="169" y="169"/>
                  </a:lnTo>
                  <a:lnTo>
                    <a:pt x="169" y="97"/>
                  </a:lnTo>
                  <a:lnTo>
                    <a:pt x="145" y="49"/>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
            <p:cNvSpPr/>
            <p:nvPr/>
          </p:nvSpPr>
          <p:spPr>
            <a:xfrm>
              <a:off x="2404100" y="1974600"/>
              <a:ext cx="4250" cy="7250"/>
            </a:xfrm>
            <a:custGeom>
              <a:avLst/>
              <a:gdLst/>
              <a:ahLst/>
              <a:cxnLst/>
              <a:rect l="l" t="t" r="r" b="b"/>
              <a:pathLst>
                <a:path w="170" h="290" extrusionOk="0">
                  <a:moveTo>
                    <a:pt x="97" y="0"/>
                  </a:moveTo>
                  <a:lnTo>
                    <a:pt x="49" y="24"/>
                  </a:lnTo>
                  <a:lnTo>
                    <a:pt x="1" y="97"/>
                  </a:lnTo>
                  <a:lnTo>
                    <a:pt x="1" y="193"/>
                  </a:lnTo>
                  <a:lnTo>
                    <a:pt x="25" y="241"/>
                  </a:lnTo>
                  <a:lnTo>
                    <a:pt x="73" y="289"/>
                  </a:lnTo>
                  <a:lnTo>
                    <a:pt x="97" y="265"/>
                  </a:lnTo>
                  <a:lnTo>
                    <a:pt x="121" y="241"/>
                  </a:lnTo>
                  <a:lnTo>
                    <a:pt x="169" y="169"/>
                  </a:lnTo>
                  <a:lnTo>
                    <a:pt x="169" y="121"/>
                  </a:lnTo>
                  <a:lnTo>
                    <a:pt x="169"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
            <p:cNvSpPr/>
            <p:nvPr/>
          </p:nvSpPr>
          <p:spPr>
            <a:xfrm>
              <a:off x="2280725" y="2492775"/>
              <a:ext cx="6050" cy="4225"/>
            </a:xfrm>
            <a:custGeom>
              <a:avLst/>
              <a:gdLst/>
              <a:ahLst/>
              <a:cxnLst/>
              <a:rect l="l" t="t" r="r" b="b"/>
              <a:pathLst>
                <a:path w="242" h="169" extrusionOk="0">
                  <a:moveTo>
                    <a:pt x="97" y="0"/>
                  </a:moveTo>
                  <a:lnTo>
                    <a:pt x="49" y="24"/>
                  </a:lnTo>
                  <a:lnTo>
                    <a:pt x="25" y="48"/>
                  </a:lnTo>
                  <a:lnTo>
                    <a:pt x="1" y="96"/>
                  </a:lnTo>
                  <a:lnTo>
                    <a:pt x="1" y="121"/>
                  </a:lnTo>
                  <a:lnTo>
                    <a:pt x="25" y="145"/>
                  </a:lnTo>
                  <a:lnTo>
                    <a:pt x="73" y="169"/>
                  </a:lnTo>
                  <a:lnTo>
                    <a:pt x="121" y="169"/>
                  </a:lnTo>
                  <a:lnTo>
                    <a:pt x="193" y="145"/>
                  </a:lnTo>
                  <a:lnTo>
                    <a:pt x="217" y="121"/>
                  </a:lnTo>
                  <a:lnTo>
                    <a:pt x="241" y="72"/>
                  </a:lnTo>
                  <a:lnTo>
                    <a:pt x="217"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
            <p:cNvSpPr/>
            <p:nvPr/>
          </p:nvSpPr>
          <p:spPr>
            <a:xfrm>
              <a:off x="2036400" y="1923450"/>
              <a:ext cx="3625" cy="6625"/>
            </a:xfrm>
            <a:custGeom>
              <a:avLst/>
              <a:gdLst/>
              <a:ahLst/>
              <a:cxnLst/>
              <a:rect l="l" t="t" r="r" b="b"/>
              <a:pathLst>
                <a:path w="145" h="265" extrusionOk="0">
                  <a:moveTo>
                    <a:pt x="48" y="0"/>
                  </a:moveTo>
                  <a:lnTo>
                    <a:pt x="24" y="120"/>
                  </a:lnTo>
                  <a:lnTo>
                    <a:pt x="0" y="241"/>
                  </a:lnTo>
                  <a:lnTo>
                    <a:pt x="24" y="265"/>
                  </a:lnTo>
                  <a:lnTo>
                    <a:pt x="48" y="265"/>
                  </a:lnTo>
                  <a:lnTo>
                    <a:pt x="96" y="241"/>
                  </a:lnTo>
                  <a:lnTo>
                    <a:pt x="144" y="169"/>
                  </a:lnTo>
                  <a:lnTo>
                    <a:pt x="120" y="72"/>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
            <p:cNvSpPr/>
            <p:nvPr/>
          </p:nvSpPr>
          <p:spPr>
            <a:xfrm>
              <a:off x="1929875" y="1918625"/>
              <a:ext cx="6025" cy="4225"/>
            </a:xfrm>
            <a:custGeom>
              <a:avLst/>
              <a:gdLst/>
              <a:ahLst/>
              <a:cxnLst/>
              <a:rect l="l" t="t" r="r" b="b"/>
              <a:pathLst>
                <a:path w="241" h="169" extrusionOk="0">
                  <a:moveTo>
                    <a:pt x="72" y="0"/>
                  </a:moveTo>
                  <a:lnTo>
                    <a:pt x="24" y="24"/>
                  </a:lnTo>
                  <a:lnTo>
                    <a:pt x="0" y="49"/>
                  </a:lnTo>
                  <a:lnTo>
                    <a:pt x="24" y="73"/>
                  </a:lnTo>
                  <a:lnTo>
                    <a:pt x="48" y="121"/>
                  </a:lnTo>
                  <a:lnTo>
                    <a:pt x="96" y="145"/>
                  </a:lnTo>
                  <a:lnTo>
                    <a:pt x="144" y="169"/>
                  </a:lnTo>
                  <a:lnTo>
                    <a:pt x="193" y="145"/>
                  </a:lnTo>
                  <a:lnTo>
                    <a:pt x="241" y="121"/>
                  </a:lnTo>
                  <a:lnTo>
                    <a:pt x="241" y="97"/>
                  </a:lnTo>
                  <a:lnTo>
                    <a:pt x="241" y="73"/>
                  </a:lnTo>
                  <a:lnTo>
                    <a:pt x="193" y="24"/>
                  </a:lnTo>
                  <a:lnTo>
                    <a:pt x="14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
            <p:cNvSpPr/>
            <p:nvPr/>
          </p:nvSpPr>
          <p:spPr>
            <a:xfrm>
              <a:off x="2047225" y="1924650"/>
              <a:ext cx="6050" cy="4825"/>
            </a:xfrm>
            <a:custGeom>
              <a:avLst/>
              <a:gdLst/>
              <a:ahLst/>
              <a:cxnLst/>
              <a:rect l="l" t="t" r="r" b="b"/>
              <a:pathLst>
                <a:path w="242" h="193" extrusionOk="0">
                  <a:moveTo>
                    <a:pt x="193" y="0"/>
                  </a:moveTo>
                  <a:lnTo>
                    <a:pt x="169" y="24"/>
                  </a:lnTo>
                  <a:lnTo>
                    <a:pt x="73" y="24"/>
                  </a:lnTo>
                  <a:lnTo>
                    <a:pt x="24" y="72"/>
                  </a:lnTo>
                  <a:lnTo>
                    <a:pt x="0" y="121"/>
                  </a:lnTo>
                  <a:lnTo>
                    <a:pt x="24" y="145"/>
                  </a:lnTo>
                  <a:lnTo>
                    <a:pt x="48" y="169"/>
                  </a:lnTo>
                  <a:lnTo>
                    <a:pt x="97" y="193"/>
                  </a:lnTo>
                  <a:lnTo>
                    <a:pt x="145" y="169"/>
                  </a:lnTo>
                  <a:lnTo>
                    <a:pt x="217" y="96"/>
                  </a:lnTo>
                  <a:lnTo>
                    <a:pt x="241" y="72"/>
                  </a:lnTo>
                  <a:lnTo>
                    <a:pt x="241"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
            <p:cNvSpPr/>
            <p:nvPr/>
          </p:nvSpPr>
          <p:spPr>
            <a:xfrm>
              <a:off x="2114625" y="1818725"/>
              <a:ext cx="4850" cy="5425"/>
            </a:xfrm>
            <a:custGeom>
              <a:avLst/>
              <a:gdLst/>
              <a:ahLst/>
              <a:cxnLst/>
              <a:rect l="l" t="t" r="r" b="b"/>
              <a:pathLst>
                <a:path w="194" h="217" extrusionOk="0">
                  <a:moveTo>
                    <a:pt x="97" y="0"/>
                  </a:moveTo>
                  <a:lnTo>
                    <a:pt x="49" y="24"/>
                  </a:lnTo>
                  <a:lnTo>
                    <a:pt x="25" y="73"/>
                  </a:lnTo>
                  <a:lnTo>
                    <a:pt x="1" y="121"/>
                  </a:lnTo>
                  <a:lnTo>
                    <a:pt x="1" y="145"/>
                  </a:lnTo>
                  <a:lnTo>
                    <a:pt x="25" y="193"/>
                  </a:lnTo>
                  <a:lnTo>
                    <a:pt x="49" y="217"/>
                  </a:lnTo>
                  <a:lnTo>
                    <a:pt x="121" y="217"/>
                  </a:lnTo>
                  <a:lnTo>
                    <a:pt x="169" y="145"/>
                  </a:lnTo>
                  <a:lnTo>
                    <a:pt x="193" y="48"/>
                  </a:lnTo>
                  <a:lnTo>
                    <a:pt x="169"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
            <p:cNvSpPr/>
            <p:nvPr/>
          </p:nvSpPr>
          <p:spPr>
            <a:xfrm>
              <a:off x="2024350" y="1921625"/>
              <a:ext cx="4250" cy="4250"/>
            </a:xfrm>
            <a:custGeom>
              <a:avLst/>
              <a:gdLst/>
              <a:ahLst/>
              <a:cxnLst/>
              <a:rect l="l" t="t" r="r" b="b"/>
              <a:pathLst>
                <a:path w="170" h="170" extrusionOk="0">
                  <a:moveTo>
                    <a:pt x="73" y="1"/>
                  </a:moveTo>
                  <a:lnTo>
                    <a:pt x="25" y="25"/>
                  </a:lnTo>
                  <a:lnTo>
                    <a:pt x="1" y="73"/>
                  </a:lnTo>
                  <a:lnTo>
                    <a:pt x="25" y="121"/>
                  </a:lnTo>
                  <a:lnTo>
                    <a:pt x="25" y="145"/>
                  </a:lnTo>
                  <a:lnTo>
                    <a:pt x="49" y="169"/>
                  </a:lnTo>
                  <a:lnTo>
                    <a:pt x="121" y="169"/>
                  </a:lnTo>
                  <a:lnTo>
                    <a:pt x="145" y="145"/>
                  </a:lnTo>
                  <a:lnTo>
                    <a:pt x="169" y="97"/>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
            <p:cNvSpPr/>
            <p:nvPr/>
          </p:nvSpPr>
          <p:spPr>
            <a:xfrm>
              <a:off x="1956950" y="1960750"/>
              <a:ext cx="4825" cy="4250"/>
            </a:xfrm>
            <a:custGeom>
              <a:avLst/>
              <a:gdLst/>
              <a:ahLst/>
              <a:cxnLst/>
              <a:rect l="l" t="t" r="r" b="b"/>
              <a:pathLst>
                <a:path w="193" h="170" extrusionOk="0">
                  <a:moveTo>
                    <a:pt x="48" y="1"/>
                  </a:moveTo>
                  <a:lnTo>
                    <a:pt x="0" y="49"/>
                  </a:lnTo>
                  <a:lnTo>
                    <a:pt x="0" y="121"/>
                  </a:lnTo>
                  <a:lnTo>
                    <a:pt x="24" y="169"/>
                  </a:lnTo>
                  <a:lnTo>
                    <a:pt x="121" y="169"/>
                  </a:lnTo>
                  <a:lnTo>
                    <a:pt x="169" y="145"/>
                  </a:lnTo>
                  <a:lnTo>
                    <a:pt x="193" y="121"/>
                  </a:lnTo>
                  <a:lnTo>
                    <a:pt x="169" y="97"/>
                  </a:lnTo>
                  <a:lnTo>
                    <a:pt x="169"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
            <p:cNvSpPr/>
            <p:nvPr/>
          </p:nvSpPr>
          <p:spPr>
            <a:xfrm>
              <a:off x="1946725" y="2012500"/>
              <a:ext cx="4225" cy="4850"/>
            </a:xfrm>
            <a:custGeom>
              <a:avLst/>
              <a:gdLst/>
              <a:ahLst/>
              <a:cxnLst/>
              <a:rect l="l" t="t" r="r" b="b"/>
              <a:pathLst>
                <a:path w="169" h="194" extrusionOk="0">
                  <a:moveTo>
                    <a:pt x="72" y="1"/>
                  </a:moveTo>
                  <a:lnTo>
                    <a:pt x="24" y="49"/>
                  </a:lnTo>
                  <a:lnTo>
                    <a:pt x="0" y="73"/>
                  </a:lnTo>
                  <a:lnTo>
                    <a:pt x="0" y="121"/>
                  </a:lnTo>
                  <a:lnTo>
                    <a:pt x="0" y="169"/>
                  </a:lnTo>
                  <a:lnTo>
                    <a:pt x="24" y="193"/>
                  </a:lnTo>
                  <a:lnTo>
                    <a:pt x="96" y="193"/>
                  </a:lnTo>
                  <a:lnTo>
                    <a:pt x="120" y="145"/>
                  </a:lnTo>
                  <a:lnTo>
                    <a:pt x="145" y="121"/>
                  </a:lnTo>
                  <a:lnTo>
                    <a:pt x="169" y="73"/>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
            <p:cNvSpPr/>
            <p:nvPr/>
          </p:nvSpPr>
          <p:spPr>
            <a:xfrm>
              <a:off x="2101375" y="1898775"/>
              <a:ext cx="6050" cy="3625"/>
            </a:xfrm>
            <a:custGeom>
              <a:avLst/>
              <a:gdLst/>
              <a:ahLst/>
              <a:cxnLst/>
              <a:rect l="l" t="t" r="r" b="b"/>
              <a:pathLst>
                <a:path w="242" h="145" extrusionOk="0">
                  <a:moveTo>
                    <a:pt x="49" y="0"/>
                  </a:moveTo>
                  <a:lnTo>
                    <a:pt x="1" y="48"/>
                  </a:lnTo>
                  <a:lnTo>
                    <a:pt x="25" y="96"/>
                  </a:lnTo>
                  <a:lnTo>
                    <a:pt x="73" y="120"/>
                  </a:lnTo>
                  <a:lnTo>
                    <a:pt x="121" y="144"/>
                  </a:lnTo>
                  <a:lnTo>
                    <a:pt x="194" y="120"/>
                  </a:lnTo>
                  <a:lnTo>
                    <a:pt x="242" y="96"/>
                  </a:lnTo>
                  <a:lnTo>
                    <a:pt x="242" y="72"/>
                  </a:lnTo>
                  <a:lnTo>
                    <a:pt x="218"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
            <p:cNvSpPr/>
            <p:nvPr/>
          </p:nvSpPr>
          <p:spPr>
            <a:xfrm>
              <a:off x="2298175" y="2103975"/>
              <a:ext cx="4850" cy="4850"/>
            </a:xfrm>
            <a:custGeom>
              <a:avLst/>
              <a:gdLst/>
              <a:ahLst/>
              <a:cxnLst/>
              <a:rect l="l" t="t" r="r" b="b"/>
              <a:pathLst>
                <a:path w="194" h="194" extrusionOk="0">
                  <a:moveTo>
                    <a:pt x="97" y="1"/>
                  </a:moveTo>
                  <a:lnTo>
                    <a:pt x="25" y="25"/>
                  </a:lnTo>
                  <a:lnTo>
                    <a:pt x="1" y="73"/>
                  </a:lnTo>
                  <a:lnTo>
                    <a:pt x="1" y="97"/>
                  </a:lnTo>
                  <a:lnTo>
                    <a:pt x="25" y="145"/>
                  </a:lnTo>
                  <a:lnTo>
                    <a:pt x="49" y="169"/>
                  </a:lnTo>
                  <a:lnTo>
                    <a:pt x="73" y="194"/>
                  </a:lnTo>
                  <a:lnTo>
                    <a:pt x="145" y="194"/>
                  </a:lnTo>
                  <a:lnTo>
                    <a:pt x="169" y="169"/>
                  </a:lnTo>
                  <a:lnTo>
                    <a:pt x="193" y="97"/>
                  </a:lnTo>
                  <a:lnTo>
                    <a:pt x="145" y="25"/>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
            <p:cNvSpPr/>
            <p:nvPr/>
          </p:nvSpPr>
          <p:spPr>
            <a:xfrm>
              <a:off x="1941900" y="1912000"/>
              <a:ext cx="4850" cy="4850"/>
            </a:xfrm>
            <a:custGeom>
              <a:avLst/>
              <a:gdLst/>
              <a:ahLst/>
              <a:cxnLst/>
              <a:rect l="l" t="t" r="r" b="b"/>
              <a:pathLst>
                <a:path w="194" h="194" extrusionOk="0">
                  <a:moveTo>
                    <a:pt x="49" y="1"/>
                  </a:moveTo>
                  <a:lnTo>
                    <a:pt x="25" y="25"/>
                  </a:lnTo>
                  <a:lnTo>
                    <a:pt x="0" y="73"/>
                  </a:lnTo>
                  <a:lnTo>
                    <a:pt x="0" y="97"/>
                  </a:lnTo>
                  <a:lnTo>
                    <a:pt x="0" y="121"/>
                  </a:lnTo>
                  <a:lnTo>
                    <a:pt x="49" y="169"/>
                  </a:lnTo>
                  <a:lnTo>
                    <a:pt x="97" y="193"/>
                  </a:lnTo>
                  <a:lnTo>
                    <a:pt x="169" y="193"/>
                  </a:lnTo>
                  <a:lnTo>
                    <a:pt x="193" y="145"/>
                  </a:lnTo>
                  <a:lnTo>
                    <a:pt x="169" y="121"/>
                  </a:lnTo>
                  <a:lnTo>
                    <a:pt x="145"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
            <p:cNvSpPr/>
            <p:nvPr/>
          </p:nvSpPr>
          <p:spPr>
            <a:xfrm>
              <a:off x="2217550" y="2465075"/>
              <a:ext cx="3625" cy="5450"/>
            </a:xfrm>
            <a:custGeom>
              <a:avLst/>
              <a:gdLst/>
              <a:ahLst/>
              <a:cxnLst/>
              <a:rect l="l" t="t" r="r" b="b"/>
              <a:pathLst>
                <a:path w="145" h="218" extrusionOk="0">
                  <a:moveTo>
                    <a:pt x="48" y="1"/>
                  </a:moveTo>
                  <a:lnTo>
                    <a:pt x="0" y="25"/>
                  </a:lnTo>
                  <a:lnTo>
                    <a:pt x="0" y="121"/>
                  </a:lnTo>
                  <a:lnTo>
                    <a:pt x="24" y="193"/>
                  </a:lnTo>
                  <a:lnTo>
                    <a:pt x="96" y="217"/>
                  </a:lnTo>
                  <a:lnTo>
                    <a:pt x="120" y="193"/>
                  </a:lnTo>
                  <a:lnTo>
                    <a:pt x="145" y="169"/>
                  </a:lnTo>
                  <a:lnTo>
                    <a:pt x="145" y="145"/>
                  </a:lnTo>
                  <a:lnTo>
                    <a:pt x="120"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
            <p:cNvSpPr/>
            <p:nvPr/>
          </p:nvSpPr>
          <p:spPr>
            <a:xfrm>
              <a:off x="2209725" y="2454850"/>
              <a:ext cx="5425" cy="4250"/>
            </a:xfrm>
            <a:custGeom>
              <a:avLst/>
              <a:gdLst/>
              <a:ahLst/>
              <a:cxnLst/>
              <a:rect l="l" t="t" r="r" b="b"/>
              <a:pathLst>
                <a:path w="217" h="170" extrusionOk="0">
                  <a:moveTo>
                    <a:pt x="72" y="1"/>
                  </a:moveTo>
                  <a:lnTo>
                    <a:pt x="48" y="25"/>
                  </a:lnTo>
                  <a:lnTo>
                    <a:pt x="24" y="73"/>
                  </a:lnTo>
                  <a:lnTo>
                    <a:pt x="0" y="121"/>
                  </a:lnTo>
                  <a:lnTo>
                    <a:pt x="48" y="169"/>
                  </a:lnTo>
                  <a:lnTo>
                    <a:pt x="96" y="169"/>
                  </a:lnTo>
                  <a:lnTo>
                    <a:pt x="169" y="145"/>
                  </a:lnTo>
                  <a:lnTo>
                    <a:pt x="193"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
            <p:cNvSpPr/>
            <p:nvPr/>
          </p:nvSpPr>
          <p:spPr>
            <a:xfrm>
              <a:off x="2131475" y="1877700"/>
              <a:ext cx="7850" cy="5450"/>
            </a:xfrm>
            <a:custGeom>
              <a:avLst/>
              <a:gdLst/>
              <a:ahLst/>
              <a:cxnLst/>
              <a:rect l="l" t="t" r="r" b="b"/>
              <a:pathLst>
                <a:path w="314" h="218" extrusionOk="0">
                  <a:moveTo>
                    <a:pt x="289" y="0"/>
                  </a:moveTo>
                  <a:lnTo>
                    <a:pt x="249" y="14"/>
                  </a:lnTo>
                  <a:lnTo>
                    <a:pt x="249" y="14"/>
                  </a:lnTo>
                  <a:lnTo>
                    <a:pt x="314" y="25"/>
                  </a:lnTo>
                  <a:lnTo>
                    <a:pt x="289" y="0"/>
                  </a:lnTo>
                  <a:close/>
                  <a:moveTo>
                    <a:pt x="169" y="0"/>
                  </a:moveTo>
                  <a:lnTo>
                    <a:pt x="97" y="25"/>
                  </a:lnTo>
                  <a:lnTo>
                    <a:pt x="25" y="49"/>
                  </a:lnTo>
                  <a:lnTo>
                    <a:pt x="1" y="73"/>
                  </a:lnTo>
                  <a:lnTo>
                    <a:pt x="1" y="121"/>
                  </a:lnTo>
                  <a:lnTo>
                    <a:pt x="25" y="169"/>
                  </a:lnTo>
                  <a:lnTo>
                    <a:pt x="73" y="193"/>
                  </a:lnTo>
                  <a:lnTo>
                    <a:pt x="169" y="193"/>
                  </a:lnTo>
                  <a:lnTo>
                    <a:pt x="121" y="145"/>
                  </a:lnTo>
                  <a:lnTo>
                    <a:pt x="121" y="97"/>
                  </a:lnTo>
                  <a:lnTo>
                    <a:pt x="145" y="73"/>
                  </a:lnTo>
                  <a:lnTo>
                    <a:pt x="217" y="25"/>
                  </a:lnTo>
                  <a:lnTo>
                    <a:pt x="249" y="14"/>
                  </a:lnTo>
                  <a:lnTo>
                    <a:pt x="249" y="14"/>
                  </a:lnTo>
                  <a:lnTo>
                    <a:pt x="169" y="0"/>
                  </a:lnTo>
                  <a:close/>
                  <a:moveTo>
                    <a:pt x="169" y="193"/>
                  </a:moveTo>
                  <a:lnTo>
                    <a:pt x="193" y="217"/>
                  </a:lnTo>
                  <a:lnTo>
                    <a:pt x="193" y="19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
            <p:cNvSpPr/>
            <p:nvPr/>
          </p:nvSpPr>
          <p:spPr>
            <a:xfrm>
              <a:off x="1984025" y="2028150"/>
              <a:ext cx="4850" cy="4250"/>
            </a:xfrm>
            <a:custGeom>
              <a:avLst/>
              <a:gdLst/>
              <a:ahLst/>
              <a:cxnLst/>
              <a:rect l="l" t="t" r="r" b="b"/>
              <a:pathLst>
                <a:path w="194" h="170" extrusionOk="0">
                  <a:moveTo>
                    <a:pt x="73" y="1"/>
                  </a:moveTo>
                  <a:lnTo>
                    <a:pt x="25" y="25"/>
                  </a:lnTo>
                  <a:lnTo>
                    <a:pt x="1" y="49"/>
                  </a:lnTo>
                  <a:lnTo>
                    <a:pt x="1" y="121"/>
                  </a:lnTo>
                  <a:lnTo>
                    <a:pt x="49" y="145"/>
                  </a:lnTo>
                  <a:lnTo>
                    <a:pt x="73" y="169"/>
                  </a:lnTo>
                  <a:lnTo>
                    <a:pt x="121" y="169"/>
                  </a:lnTo>
                  <a:lnTo>
                    <a:pt x="145" y="145"/>
                  </a:lnTo>
                  <a:lnTo>
                    <a:pt x="169" y="121"/>
                  </a:lnTo>
                  <a:lnTo>
                    <a:pt x="193"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
            <p:cNvSpPr/>
            <p:nvPr/>
          </p:nvSpPr>
          <p:spPr>
            <a:xfrm>
              <a:off x="2285550" y="2412125"/>
              <a:ext cx="4225" cy="4225"/>
            </a:xfrm>
            <a:custGeom>
              <a:avLst/>
              <a:gdLst/>
              <a:ahLst/>
              <a:cxnLst/>
              <a:rect l="l" t="t" r="r" b="b"/>
              <a:pathLst>
                <a:path w="169" h="169" extrusionOk="0">
                  <a:moveTo>
                    <a:pt x="24" y="0"/>
                  </a:moveTo>
                  <a:lnTo>
                    <a:pt x="0" y="24"/>
                  </a:lnTo>
                  <a:lnTo>
                    <a:pt x="0" y="97"/>
                  </a:lnTo>
                  <a:lnTo>
                    <a:pt x="48" y="145"/>
                  </a:lnTo>
                  <a:lnTo>
                    <a:pt x="73" y="145"/>
                  </a:lnTo>
                  <a:lnTo>
                    <a:pt x="121" y="169"/>
                  </a:lnTo>
                  <a:lnTo>
                    <a:pt x="145" y="145"/>
                  </a:lnTo>
                  <a:lnTo>
                    <a:pt x="169" y="121"/>
                  </a:lnTo>
                  <a:lnTo>
                    <a:pt x="169"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
            <p:cNvSpPr/>
            <p:nvPr/>
          </p:nvSpPr>
          <p:spPr>
            <a:xfrm>
              <a:off x="2083925" y="2442825"/>
              <a:ext cx="4850" cy="4225"/>
            </a:xfrm>
            <a:custGeom>
              <a:avLst/>
              <a:gdLst/>
              <a:ahLst/>
              <a:cxnLst/>
              <a:rect l="l" t="t" r="r" b="b"/>
              <a:pathLst>
                <a:path w="194" h="169" extrusionOk="0">
                  <a:moveTo>
                    <a:pt x="73" y="0"/>
                  </a:moveTo>
                  <a:lnTo>
                    <a:pt x="49" y="24"/>
                  </a:lnTo>
                  <a:lnTo>
                    <a:pt x="25" y="48"/>
                  </a:lnTo>
                  <a:lnTo>
                    <a:pt x="1" y="120"/>
                  </a:lnTo>
                  <a:lnTo>
                    <a:pt x="49" y="145"/>
                  </a:lnTo>
                  <a:lnTo>
                    <a:pt x="73" y="169"/>
                  </a:lnTo>
                  <a:lnTo>
                    <a:pt x="145" y="169"/>
                  </a:lnTo>
                  <a:lnTo>
                    <a:pt x="193" y="145"/>
                  </a:lnTo>
                  <a:lnTo>
                    <a:pt x="193" y="72"/>
                  </a:lnTo>
                  <a:lnTo>
                    <a:pt x="145"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
            <p:cNvSpPr/>
            <p:nvPr/>
          </p:nvSpPr>
          <p:spPr>
            <a:xfrm>
              <a:off x="2268700" y="1899375"/>
              <a:ext cx="4825" cy="3625"/>
            </a:xfrm>
            <a:custGeom>
              <a:avLst/>
              <a:gdLst/>
              <a:ahLst/>
              <a:cxnLst/>
              <a:rect l="l" t="t" r="r" b="b"/>
              <a:pathLst>
                <a:path w="193" h="145" extrusionOk="0">
                  <a:moveTo>
                    <a:pt x="48" y="0"/>
                  </a:moveTo>
                  <a:lnTo>
                    <a:pt x="24" y="24"/>
                  </a:lnTo>
                  <a:lnTo>
                    <a:pt x="0" y="48"/>
                  </a:lnTo>
                  <a:lnTo>
                    <a:pt x="24" y="72"/>
                  </a:lnTo>
                  <a:lnTo>
                    <a:pt x="48" y="145"/>
                  </a:lnTo>
                  <a:lnTo>
                    <a:pt x="121" y="145"/>
                  </a:lnTo>
                  <a:lnTo>
                    <a:pt x="193" y="120"/>
                  </a:lnTo>
                  <a:lnTo>
                    <a:pt x="193" y="96"/>
                  </a:lnTo>
                  <a:lnTo>
                    <a:pt x="193" y="72"/>
                  </a:lnTo>
                  <a:lnTo>
                    <a:pt x="193" y="48"/>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
            <p:cNvSpPr/>
            <p:nvPr/>
          </p:nvSpPr>
          <p:spPr>
            <a:xfrm>
              <a:off x="2072500" y="2030575"/>
              <a:ext cx="4225" cy="4225"/>
            </a:xfrm>
            <a:custGeom>
              <a:avLst/>
              <a:gdLst/>
              <a:ahLst/>
              <a:cxnLst/>
              <a:rect l="l" t="t" r="r" b="b"/>
              <a:pathLst>
                <a:path w="169" h="169" extrusionOk="0">
                  <a:moveTo>
                    <a:pt x="73" y="0"/>
                  </a:moveTo>
                  <a:lnTo>
                    <a:pt x="49" y="24"/>
                  </a:lnTo>
                  <a:lnTo>
                    <a:pt x="24" y="48"/>
                  </a:lnTo>
                  <a:lnTo>
                    <a:pt x="0" y="96"/>
                  </a:lnTo>
                  <a:lnTo>
                    <a:pt x="24" y="144"/>
                  </a:lnTo>
                  <a:lnTo>
                    <a:pt x="73" y="169"/>
                  </a:lnTo>
                  <a:lnTo>
                    <a:pt x="97" y="169"/>
                  </a:lnTo>
                  <a:lnTo>
                    <a:pt x="145" y="144"/>
                  </a:lnTo>
                  <a:lnTo>
                    <a:pt x="169" y="120"/>
                  </a:lnTo>
                  <a:lnTo>
                    <a:pt x="169" y="72"/>
                  </a:lnTo>
                  <a:lnTo>
                    <a:pt x="169"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
            <p:cNvSpPr/>
            <p:nvPr/>
          </p:nvSpPr>
          <p:spPr>
            <a:xfrm>
              <a:off x="2195875" y="2379625"/>
              <a:ext cx="4225" cy="4850"/>
            </a:xfrm>
            <a:custGeom>
              <a:avLst/>
              <a:gdLst/>
              <a:ahLst/>
              <a:cxnLst/>
              <a:rect l="l" t="t" r="r" b="b"/>
              <a:pathLst>
                <a:path w="169" h="194" extrusionOk="0">
                  <a:moveTo>
                    <a:pt x="25" y="0"/>
                  </a:moveTo>
                  <a:lnTo>
                    <a:pt x="0" y="49"/>
                  </a:lnTo>
                  <a:lnTo>
                    <a:pt x="0" y="73"/>
                  </a:lnTo>
                  <a:lnTo>
                    <a:pt x="25" y="145"/>
                  </a:lnTo>
                  <a:lnTo>
                    <a:pt x="73" y="193"/>
                  </a:lnTo>
                  <a:lnTo>
                    <a:pt x="121" y="193"/>
                  </a:lnTo>
                  <a:lnTo>
                    <a:pt x="169" y="169"/>
                  </a:lnTo>
                  <a:lnTo>
                    <a:pt x="169" y="121"/>
                  </a:lnTo>
                  <a:lnTo>
                    <a:pt x="121" y="49"/>
                  </a:lnTo>
                  <a:lnTo>
                    <a:pt x="73"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
            <p:cNvSpPr/>
            <p:nvPr/>
          </p:nvSpPr>
          <p:spPr>
            <a:xfrm>
              <a:off x="2186250" y="2315825"/>
              <a:ext cx="6025" cy="3650"/>
            </a:xfrm>
            <a:custGeom>
              <a:avLst/>
              <a:gdLst/>
              <a:ahLst/>
              <a:cxnLst/>
              <a:rect l="l" t="t" r="r" b="b"/>
              <a:pathLst>
                <a:path w="241" h="146" extrusionOk="0">
                  <a:moveTo>
                    <a:pt x="48" y="1"/>
                  </a:moveTo>
                  <a:lnTo>
                    <a:pt x="24" y="25"/>
                  </a:lnTo>
                  <a:lnTo>
                    <a:pt x="0" y="73"/>
                  </a:lnTo>
                  <a:lnTo>
                    <a:pt x="24" y="121"/>
                  </a:lnTo>
                  <a:lnTo>
                    <a:pt x="97" y="145"/>
                  </a:lnTo>
                  <a:lnTo>
                    <a:pt x="145" y="145"/>
                  </a:lnTo>
                  <a:lnTo>
                    <a:pt x="217" y="121"/>
                  </a:lnTo>
                  <a:lnTo>
                    <a:pt x="241" y="73"/>
                  </a:lnTo>
                  <a:lnTo>
                    <a:pt x="241" y="49"/>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
            <p:cNvSpPr/>
            <p:nvPr/>
          </p:nvSpPr>
          <p:spPr>
            <a:xfrm>
              <a:off x="1810100" y="1977000"/>
              <a:ext cx="4225" cy="4850"/>
            </a:xfrm>
            <a:custGeom>
              <a:avLst/>
              <a:gdLst/>
              <a:ahLst/>
              <a:cxnLst/>
              <a:rect l="l" t="t" r="r" b="b"/>
              <a:pathLst>
                <a:path w="169" h="194" extrusionOk="0">
                  <a:moveTo>
                    <a:pt x="49" y="1"/>
                  </a:moveTo>
                  <a:lnTo>
                    <a:pt x="25" y="25"/>
                  </a:lnTo>
                  <a:lnTo>
                    <a:pt x="0" y="49"/>
                  </a:lnTo>
                  <a:lnTo>
                    <a:pt x="0" y="97"/>
                  </a:lnTo>
                  <a:lnTo>
                    <a:pt x="25" y="145"/>
                  </a:lnTo>
                  <a:lnTo>
                    <a:pt x="73" y="169"/>
                  </a:lnTo>
                  <a:lnTo>
                    <a:pt x="121" y="193"/>
                  </a:lnTo>
                  <a:lnTo>
                    <a:pt x="145" y="169"/>
                  </a:lnTo>
                  <a:lnTo>
                    <a:pt x="169"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
            <p:cNvSpPr/>
            <p:nvPr/>
          </p:nvSpPr>
          <p:spPr>
            <a:xfrm>
              <a:off x="2389050" y="1996250"/>
              <a:ext cx="3650" cy="4850"/>
            </a:xfrm>
            <a:custGeom>
              <a:avLst/>
              <a:gdLst/>
              <a:ahLst/>
              <a:cxnLst/>
              <a:rect l="l" t="t" r="r" b="b"/>
              <a:pathLst>
                <a:path w="146" h="194" extrusionOk="0">
                  <a:moveTo>
                    <a:pt x="73" y="1"/>
                  </a:moveTo>
                  <a:lnTo>
                    <a:pt x="25" y="49"/>
                  </a:lnTo>
                  <a:lnTo>
                    <a:pt x="1" y="121"/>
                  </a:lnTo>
                  <a:lnTo>
                    <a:pt x="1" y="145"/>
                  </a:lnTo>
                  <a:lnTo>
                    <a:pt x="25" y="169"/>
                  </a:lnTo>
                  <a:lnTo>
                    <a:pt x="49" y="193"/>
                  </a:lnTo>
                  <a:lnTo>
                    <a:pt x="73" y="193"/>
                  </a:lnTo>
                  <a:lnTo>
                    <a:pt x="121" y="145"/>
                  </a:lnTo>
                  <a:lnTo>
                    <a:pt x="145" y="97"/>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
            <p:cNvSpPr/>
            <p:nvPr/>
          </p:nvSpPr>
          <p:spPr>
            <a:xfrm>
              <a:off x="2236200" y="1855425"/>
              <a:ext cx="4825" cy="3050"/>
            </a:xfrm>
            <a:custGeom>
              <a:avLst/>
              <a:gdLst/>
              <a:ahLst/>
              <a:cxnLst/>
              <a:rect l="l" t="t" r="r" b="b"/>
              <a:pathLst>
                <a:path w="193" h="122" extrusionOk="0">
                  <a:moveTo>
                    <a:pt x="48" y="1"/>
                  </a:moveTo>
                  <a:lnTo>
                    <a:pt x="0" y="25"/>
                  </a:lnTo>
                  <a:lnTo>
                    <a:pt x="48" y="97"/>
                  </a:lnTo>
                  <a:lnTo>
                    <a:pt x="121" y="121"/>
                  </a:lnTo>
                  <a:lnTo>
                    <a:pt x="169" y="97"/>
                  </a:lnTo>
                  <a:lnTo>
                    <a:pt x="193" y="73"/>
                  </a:lnTo>
                  <a:lnTo>
                    <a:pt x="193"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
            <p:cNvSpPr/>
            <p:nvPr/>
          </p:nvSpPr>
          <p:spPr>
            <a:xfrm>
              <a:off x="2015925" y="1900575"/>
              <a:ext cx="3625" cy="3625"/>
            </a:xfrm>
            <a:custGeom>
              <a:avLst/>
              <a:gdLst/>
              <a:ahLst/>
              <a:cxnLst/>
              <a:rect l="l" t="t" r="r" b="b"/>
              <a:pathLst>
                <a:path w="145" h="145" extrusionOk="0">
                  <a:moveTo>
                    <a:pt x="49" y="0"/>
                  </a:moveTo>
                  <a:lnTo>
                    <a:pt x="25" y="24"/>
                  </a:lnTo>
                  <a:lnTo>
                    <a:pt x="1" y="48"/>
                  </a:lnTo>
                  <a:lnTo>
                    <a:pt x="1" y="97"/>
                  </a:lnTo>
                  <a:lnTo>
                    <a:pt x="49" y="145"/>
                  </a:lnTo>
                  <a:lnTo>
                    <a:pt x="97" y="145"/>
                  </a:lnTo>
                  <a:lnTo>
                    <a:pt x="145" y="97"/>
                  </a:lnTo>
                  <a:lnTo>
                    <a:pt x="145" y="48"/>
                  </a:lnTo>
                  <a:lnTo>
                    <a:pt x="121"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
            <p:cNvSpPr/>
            <p:nvPr/>
          </p:nvSpPr>
          <p:spPr>
            <a:xfrm>
              <a:off x="2054450" y="1927650"/>
              <a:ext cx="4225" cy="3625"/>
            </a:xfrm>
            <a:custGeom>
              <a:avLst/>
              <a:gdLst/>
              <a:ahLst/>
              <a:cxnLst/>
              <a:rect l="l" t="t" r="r" b="b"/>
              <a:pathLst>
                <a:path w="169" h="145" extrusionOk="0">
                  <a:moveTo>
                    <a:pt x="72" y="1"/>
                  </a:moveTo>
                  <a:lnTo>
                    <a:pt x="0" y="49"/>
                  </a:lnTo>
                  <a:lnTo>
                    <a:pt x="0" y="121"/>
                  </a:lnTo>
                  <a:lnTo>
                    <a:pt x="24" y="145"/>
                  </a:lnTo>
                  <a:lnTo>
                    <a:pt x="121" y="145"/>
                  </a:lnTo>
                  <a:lnTo>
                    <a:pt x="169"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
            <p:cNvSpPr/>
            <p:nvPr/>
          </p:nvSpPr>
          <p:spPr>
            <a:xfrm>
              <a:off x="1931075" y="1907800"/>
              <a:ext cx="3025" cy="5425"/>
            </a:xfrm>
            <a:custGeom>
              <a:avLst/>
              <a:gdLst/>
              <a:ahLst/>
              <a:cxnLst/>
              <a:rect l="l" t="t" r="r" b="b"/>
              <a:pathLst>
                <a:path w="121" h="217" extrusionOk="0">
                  <a:moveTo>
                    <a:pt x="0" y="0"/>
                  </a:moveTo>
                  <a:lnTo>
                    <a:pt x="0" y="24"/>
                  </a:lnTo>
                  <a:lnTo>
                    <a:pt x="0" y="217"/>
                  </a:lnTo>
                  <a:lnTo>
                    <a:pt x="72" y="145"/>
                  </a:lnTo>
                  <a:lnTo>
                    <a:pt x="96" y="120"/>
                  </a:lnTo>
                  <a:lnTo>
                    <a:pt x="121" y="72"/>
                  </a:lnTo>
                  <a:lnTo>
                    <a:pt x="96"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
            <p:cNvSpPr/>
            <p:nvPr/>
          </p:nvSpPr>
          <p:spPr>
            <a:xfrm>
              <a:off x="2281925" y="2300775"/>
              <a:ext cx="4250" cy="3650"/>
            </a:xfrm>
            <a:custGeom>
              <a:avLst/>
              <a:gdLst/>
              <a:ahLst/>
              <a:cxnLst/>
              <a:rect l="l" t="t" r="r" b="b"/>
              <a:pathLst>
                <a:path w="170" h="146" extrusionOk="0">
                  <a:moveTo>
                    <a:pt x="73" y="1"/>
                  </a:moveTo>
                  <a:lnTo>
                    <a:pt x="25" y="25"/>
                  </a:lnTo>
                  <a:lnTo>
                    <a:pt x="1" y="73"/>
                  </a:lnTo>
                  <a:lnTo>
                    <a:pt x="25" y="121"/>
                  </a:lnTo>
                  <a:lnTo>
                    <a:pt x="49" y="145"/>
                  </a:lnTo>
                  <a:lnTo>
                    <a:pt x="121" y="145"/>
                  </a:lnTo>
                  <a:lnTo>
                    <a:pt x="169" y="97"/>
                  </a:lnTo>
                  <a:lnTo>
                    <a:pt x="169" y="49"/>
                  </a:lnTo>
                  <a:lnTo>
                    <a:pt x="145"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
            <p:cNvSpPr/>
            <p:nvPr/>
          </p:nvSpPr>
          <p:spPr>
            <a:xfrm>
              <a:off x="2221150" y="2480125"/>
              <a:ext cx="4250" cy="4250"/>
            </a:xfrm>
            <a:custGeom>
              <a:avLst/>
              <a:gdLst/>
              <a:ahLst/>
              <a:cxnLst/>
              <a:rect l="l" t="t" r="r" b="b"/>
              <a:pathLst>
                <a:path w="170" h="170" extrusionOk="0">
                  <a:moveTo>
                    <a:pt x="73" y="1"/>
                  </a:moveTo>
                  <a:lnTo>
                    <a:pt x="25" y="25"/>
                  </a:lnTo>
                  <a:lnTo>
                    <a:pt x="1" y="49"/>
                  </a:lnTo>
                  <a:lnTo>
                    <a:pt x="1" y="73"/>
                  </a:lnTo>
                  <a:lnTo>
                    <a:pt x="25" y="121"/>
                  </a:lnTo>
                  <a:lnTo>
                    <a:pt x="49" y="145"/>
                  </a:lnTo>
                  <a:lnTo>
                    <a:pt x="97" y="169"/>
                  </a:lnTo>
                  <a:lnTo>
                    <a:pt x="145" y="145"/>
                  </a:lnTo>
                  <a:lnTo>
                    <a:pt x="169" y="121"/>
                  </a:lnTo>
                  <a:lnTo>
                    <a:pt x="169"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
            <p:cNvSpPr/>
            <p:nvPr/>
          </p:nvSpPr>
          <p:spPr>
            <a:xfrm>
              <a:off x="2048425" y="2019125"/>
              <a:ext cx="4225" cy="3650"/>
            </a:xfrm>
            <a:custGeom>
              <a:avLst/>
              <a:gdLst/>
              <a:ahLst/>
              <a:cxnLst/>
              <a:rect l="l" t="t" r="r" b="b"/>
              <a:pathLst>
                <a:path w="169" h="146" extrusionOk="0">
                  <a:moveTo>
                    <a:pt x="49" y="1"/>
                  </a:moveTo>
                  <a:lnTo>
                    <a:pt x="0" y="25"/>
                  </a:lnTo>
                  <a:lnTo>
                    <a:pt x="0" y="73"/>
                  </a:lnTo>
                  <a:lnTo>
                    <a:pt x="25" y="121"/>
                  </a:lnTo>
                  <a:lnTo>
                    <a:pt x="73" y="145"/>
                  </a:lnTo>
                  <a:lnTo>
                    <a:pt x="145" y="145"/>
                  </a:lnTo>
                  <a:lnTo>
                    <a:pt x="169" y="121"/>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
            <p:cNvSpPr/>
            <p:nvPr/>
          </p:nvSpPr>
          <p:spPr>
            <a:xfrm>
              <a:off x="2100175" y="1940900"/>
              <a:ext cx="4850" cy="3025"/>
            </a:xfrm>
            <a:custGeom>
              <a:avLst/>
              <a:gdLst/>
              <a:ahLst/>
              <a:cxnLst/>
              <a:rect l="l" t="t" r="r" b="b"/>
              <a:pathLst>
                <a:path w="194" h="121" extrusionOk="0">
                  <a:moveTo>
                    <a:pt x="73" y="0"/>
                  </a:moveTo>
                  <a:lnTo>
                    <a:pt x="25" y="48"/>
                  </a:lnTo>
                  <a:lnTo>
                    <a:pt x="1" y="96"/>
                  </a:lnTo>
                  <a:lnTo>
                    <a:pt x="25" y="120"/>
                  </a:lnTo>
                  <a:lnTo>
                    <a:pt x="73" y="120"/>
                  </a:lnTo>
                  <a:lnTo>
                    <a:pt x="145" y="96"/>
                  </a:lnTo>
                  <a:lnTo>
                    <a:pt x="169" y="72"/>
                  </a:lnTo>
                  <a:lnTo>
                    <a:pt x="193"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
            <p:cNvSpPr/>
            <p:nvPr/>
          </p:nvSpPr>
          <p:spPr>
            <a:xfrm>
              <a:off x="2279525" y="1938475"/>
              <a:ext cx="3650" cy="3650"/>
            </a:xfrm>
            <a:custGeom>
              <a:avLst/>
              <a:gdLst/>
              <a:ahLst/>
              <a:cxnLst/>
              <a:rect l="l" t="t" r="r" b="b"/>
              <a:pathLst>
                <a:path w="146" h="146" extrusionOk="0">
                  <a:moveTo>
                    <a:pt x="49" y="1"/>
                  </a:moveTo>
                  <a:lnTo>
                    <a:pt x="25" y="25"/>
                  </a:lnTo>
                  <a:lnTo>
                    <a:pt x="1" y="49"/>
                  </a:lnTo>
                  <a:lnTo>
                    <a:pt x="1" y="97"/>
                  </a:lnTo>
                  <a:lnTo>
                    <a:pt x="25" y="145"/>
                  </a:lnTo>
                  <a:lnTo>
                    <a:pt x="73" y="145"/>
                  </a:lnTo>
                  <a:lnTo>
                    <a:pt x="121" y="121"/>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
            <p:cNvSpPr/>
            <p:nvPr/>
          </p:nvSpPr>
          <p:spPr>
            <a:xfrm>
              <a:off x="1877500" y="1936075"/>
              <a:ext cx="4250" cy="3625"/>
            </a:xfrm>
            <a:custGeom>
              <a:avLst/>
              <a:gdLst/>
              <a:ahLst/>
              <a:cxnLst/>
              <a:rect l="l" t="t" r="r" b="b"/>
              <a:pathLst>
                <a:path w="170" h="145" extrusionOk="0">
                  <a:moveTo>
                    <a:pt x="49" y="1"/>
                  </a:moveTo>
                  <a:lnTo>
                    <a:pt x="1" y="49"/>
                  </a:lnTo>
                  <a:lnTo>
                    <a:pt x="1" y="97"/>
                  </a:lnTo>
                  <a:lnTo>
                    <a:pt x="49" y="145"/>
                  </a:lnTo>
                  <a:lnTo>
                    <a:pt x="121" y="145"/>
                  </a:lnTo>
                  <a:lnTo>
                    <a:pt x="145" y="121"/>
                  </a:lnTo>
                  <a:lnTo>
                    <a:pt x="169" y="97"/>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
            <p:cNvSpPr/>
            <p:nvPr/>
          </p:nvSpPr>
          <p:spPr>
            <a:xfrm>
              <a:off x="2382450" y="2011900"/>
              <a:ext cx="3625" cy="3650"/>
            </a:xfrm>
            <a:custGeom>
              <a:avLst/>
              <a:gdLst/>
              <a:ahLst/>
              <a:cxnLst/>
              <a:rect l="l" t="t" r="r" b="b"/>
              <a:pathLst>
                <a:path w="145" h="146" extrusionOk="0">
                  <a:moveTo>
                    <a:pt x="48" y="1"/>
                  </a:moveTo>
                  <a:lnTo>
                    <a:pt x="0" y="25"/>
                  </a:lnTo>
                  <a:lnTo>
                    <a:pt x="0" y="73"/>
                  </a:lnTo>
                  <a:lnTo>
                    <a:pt x="24" y="121"/>
                  </a:lnTo>
                  <a:lnTo>
                    <a:pt x="96" y="145"/>
                  </a:lnTo>
                  <a:lnTo>
                    <a:pt x="145" y="121"/>
                  </a:lnTo>
                  <a:lnTo>
                    <a:pt x="145" y="73"/>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
            <p:cNvSpPr/>
            <p:nvPr/>
          </p:nvSpPr>
          <p:spPr>
            <a:xfrm>
              <a:off x="2290975" y="2317625"/>
              <a:ext cx="3625" cy="3050"/>
            </a:xfrm>
            <a:custGeom>
              <a:avLst/>
              <a:gdLst/>
              <a:ahLst/>
              <a:cxnLst/>
              <a:rect l="l" t="t" r="r" b="b"/>
              <a:pathLst>
                <a:path w="145" h="122" extrusionOk="0">
                  <a:moveTo>
                    <a:pt x="48" y="1"/>
                  </a:moveTo>
                  <a:lnTo>
                    <a:pt x="0" y="25"/>
                  </a:lnTo>
                  <a:lnTo>
                    <a:pt x="0" y="73"/>
                  </a:lnTo>
                  <a:lnTo>
                    <a:pt x="48" y="121"/>
                  </a:lnTo>
                  <a:lnTo>
                    <a:pt x="96" y="121"/>
                  </a:lnTo>
                  <a:lnTo>
                    <a:pt x="144" y="97"/>
                  </a:lnTo>
                  <a:lnTo>
                    <a:pt x="144"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
            <p:cNvSpPr/>
            <p:nvPr/>
          </p:nvSpPr>
          <p:spPr>
            <a:xfrm>
              <a:off x="2074300" y="1934875"/>
              <a:ext cx="3650" cy="4225"/>
            </a:xfrm>
            <a:custGeom>
              <a:avLst/>
              <a:gdLst/>
              <a:ahLst/>
              <a:cxnLst/>
              <a:rect l="l" t="t" r="r" b="b"/>
              <a:pathLst>
                <a:path w="146" h="169" extrusionOk="0">
                  <a:moveTo>
                    <a:pt x="49" y="0"/>
                  </a:moveTo>
                  <a:lnTo>
                    <a:pt x="25" y="24"/>
                  </a:lnTo>
                  <a:lnTo>
                    <a:pt x="1" y="73"/>
                  </a:lnTo>
                  <a:lnTo>
                    <a:pt x="1" y="97"/>
                  </a:lnTo>
                  <a:lnTo>
                    <a:pt x="25" y="145"/>
                  </a:lnTo>
                  <a:lnTo>
                    <a:pt x="49" y="169"/>
                  </a:lnTo>
                  <a:lnTo>
                    <a:pt x="121" y="169"/>
                  </a:lnTo>
                  <a:lnTo>
                    <a:pt x="145" y="121"/>
                  </a:lnTo>
                  <a:lnTo>
                    <a:pt x="145" y="97"/>
                  </a:lnTo>
                  <a:lnTo>
                    <a:pt x="121" y="49"/>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
            <p:cNvSpPr/>
            <p:nvPr/>
          </p:nvSpPr>
          <p:spPr>
            <a:xfrm>
              <a:off x="2337900" y="2410325"/>
              <a:ext cx="3050" cy="4225"/>
            </a:xfrm>
            <a:custGeom>
              <a:avLst/>
              <a:gdLst/>
              <a:ahLst/>
              <a:cxnLst/>
              <a:rect l="l" t="t" r="r" b="b"/>
              <a:pathLst>
                <a:path w="122" h="169" extrusionOk="0">
                  <a:moveTo>
                    <a:pt x="25" y="0"/>
                  </a:moveTo>
                  <a:lnTo>
                    <a:pt x="1" y="48"/>
                  </a:lnTo>
                  <a:lnTo>
                    <a:pt x="1" y="72"/>
                  </a:lnTo>
                  <a:lnTo>
                    <a:pt x="1" y="121"/>
                  </a:lnTo>
                  <a:lnTo>
                    <a:pt x="49" y="169"/>
                  </a:lnTo>
                  <a:lnTo>
                    <a:pt x="73" y="169"/>
                  </a:lnTo>
                  <a:lnTo>
                    <a:pt x="121" y="145"/>
                  </a:lnTo>
                  <a:lnTo>
                    <a:pt x="121" y="96"/>
                  </a:lnTo>
                  <a:lnTo>
                    <a:pt x="97"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
            <p:cNvSpPr/>
            <p:nvPr/>
          </p:nvSpPr>
          <p:spPr>
            <a:xfrm>
              <a:off x="2048425" y="2525875"/>
              <a:ext cx="3025" cy="5425"/>
            </a:xfrm>
            <a:custGeom>
              <a:avLst/>
              <a:gdLst/>
              <a:ahLst/>
              <a:cxnLst/>
              <a:rect l="l" t="t" r="r" b="b"/>
              <a:pathLst>
                <a:path w="121" h="217" extrusionOk="0">
                  <a:moveTo>
                    <a:pt x="0" y="0"/>
                  </a:moveTo>
                  <a:lnTo>
                    <a:pt x="0" y="24"/>
                  </a:lnTo>
                  <a:lnTo>
                    <a:pt x="0" y="72"/>
                  </a:lnTo>
                  <a:lnTo>
                    <a:pt x="25" y="217"/>
                  </a:lnTo>
                  <a:lnTo>
                    <a:pt x="121" y="121"/>
                  </a:lnTo>
                  <a:lnTo>
                    <a:pt x="121" y="97"/>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
            <p:cNvSpPr/>
            <p:nvPr/>
          </p:nvSpPr>
          <p:spPr>
            <a:xfrm>
              <a:off x="2126050" y="1902975"/>
              <a:ext cx="9075" cy="1225"/>
            </a:xfrm>
            <a:custGeom>
              <a:avLst/>
              <a:gdLst/>
              <a:ahLst/>
              <a:cxnLst/>
              <a:rect l="l" t="t" r="r" b="b"/>
              <a:pathLst>
                <a:path w="363" h="49" extrusionOk="0">
                  <a:moveTo>
                    <a:pt x="1" y="1"/>
                  </a:moveTo>
                  <a:lnTo>
                    <a:pt x="169" y="49"/>
                  </a:lnTo>
                  <a:lnTo>
                    <a:pt x="266" y="49"/>
                  </a:lnTo>
                  <a:lnTo>
                    <a:pt x="36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
            <p:cNvSpPr/>
            <p:nvPr/>
          </p:nvSpPr>
          <p:spPr>
            <a:xfrm>
              <a:off x="2280125" y="2017925"/>
              <a:ext cx="3650" cy="4225"/>
            </a:xfrm>
            <a:custGeom>
              <a:avLst/>
              <a:gdLst/>
              <a:ahLst/>
              <a:cxnLst/>
              <a:rect l="l" t="t" r="r" b="b"/>
              <a:pathLst>
                <a:path w="146" h="169" extrusionOk="0">
                  <a:moveTo>
                    <a:pt x="49" y="0"/>
                  </a:moveTo>
                  <a:lnTo>
                    <a:pt x="25" y="25"/>
                  </a:lnTo>
                  <a:lnTo>
                    <a:pt x="1" y="49"/>
                  </a:lnTo>
                  <a:lnTo>
                    <a:pt x="1" y="97"/>
                  </a:lnTo>
                  <a:lnTo>
                    <a:pt x="49" y="145"/>
                  </a:lnTo>
                  <a:lnTo>
                    <a:pt x="97" y="169"/>
                  </a:lnTo>
                  <a:lnTo>
                    <a:pt x="145" y="121"/>
                  </a:lnTo>
                  <a:lnTo>
                    <a:pt x="145" y="97"/>
                  </a:lnTo>
                  <a:lnTo>
                    <a:pt x="145" y="73"/>
                  </a:lnTo>
                  <a:lnTo>
                    <a:pt x="145" y="49"/>
                  </a:lnTo>
                  <a:lnTo>
                    <a:pt x="121"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
            <p:cNvSpPr/>
            <p:nvPr/>
          </p:nvSpPr>
          <p:spPr>
            <a:xfrm>
              <a:off x="2115225" y="1922225"/>
              <a:ext cx="3650" cy="3050"/>
            </a:xfrm>
            <a:custGeom>
              <a:avLst/>
              <a:gdLst/>
              <a:ahLst/>
              <a:cxnLst/>
              <a:rect l="l" t="t" r="r" b="b"/>
              <a:pathLst>
                <a:path w="146" h="122" extrusionOk="0">
                  <a:moveTo>
                    <a:pt x="73" y="1"/>
                  </a:moveTo>
                  <a:lnTo>
                    <a:pt x="1" y="49"/>
                  </a:lnTo>
                  <a:lnTo>
                    <a:pt x="1" y="73"/>
                  </a:lnTo>
                  <a:lnTo>
                    <a:pt x="1" y="121"/>
                  </a:lnTo>
                  <a:lnTo>
                    <a:pt x="73" y="121"/>
                  </a:lnTo>
                  <a:lnTo>
                    <a:pt x="121"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
            <p:cNvSpPr/>
            <p:nvPr/>
          </p:nvSpPr>
          <p:spPr>
            <a:xfrm>
              <a:off x="2260275" y="2067875"/>
              <a:ext cx="4225" cy="3625"/>
            </a:xfrm>
            <a:custGeom>
              <a:avLst/>
              <a:gdLst/>
              <a:ahLst/>
              <a:cxnLst/>
              <a:rect l="l" t="t" r="r" b="b"/>
              <a:pathLst>
                <a:path w="169" h="145" extrusionOk="0">
                  <a:moveTo>
                    <a:pt x="72" y="1"/>
                  </a:moveTo>
                  <a:lnTo>
                    <a:pt x="0" y="25"/>
                  </a:lnTo>
                  <a:lnTo>
                    <a:pt x="0" y="73"/>
                  </a:lnTo>
                  <a:lnTo>
                    <a:pt x="0" y="97"/>
                  </a:lnTo>
                  <a:lnTo>
                    <a:pt x="48" y="121"/>
                  </a:lnTo>
                  <a:lnTo>
                    <a:pt x="121" y="145"/>
                  </a:lnTo>
                  <a:lnTo>
                    <a:pt x="145" y="121"/>
                  </a:lnTo>
                  <a:lnTo>
                    <a:pt x="169" y="97"/>
                  </a:lnTo>
                  <a:lnTo>
                    <a:pt x="169" y="73"/>
                  </a:lnTo>
                  <a:lnTo>
                    <a:pt x="169" y="49"/>
                  </a:lnTo>
                  <a:lnTo>
                    <a:pt x="145"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
            <p:cNvSpPr/>
            <p:nvPr/>
          </p:nvSpPr>
          <p:spPr>
            <a:xfrm>
              <a:off x="2274100" y="2029350"/>
              <a:ext cx="3050" cy="3050"/>
            </a:xfrm>
            <a:custGeom>
              <a:avLst/>
              <a:gdLst/>
              <a:ahLst/>
              <a:cxnLst/>
              <a:rect l="l" t="t" r="r" b="b"/>
              <a:pathLst>
                <a:path w="122" h="122" extrusionOk="0">
                  <a:moveTo>
                    <a:pt x="25" y="1"/>
                  </a:moveTo>
                  <a:lnTo>
                    <a:pt x="1" y="25"/>
                  </a:lnTo>
                  <a:lnTo>
                    <a:pt x="1" y="73"/>
                  </a:lnTo>
                  <a:lnTo>
                    <a:pt x="25" y="121"/>
                  </a:lnTo>
                  <a:lnTo>
                    <a:pt x="97" y="121"/>
                  </a:lnTo>
                  <a:lnTo>
                    <a:pt x="121"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
            <p:cNvSpPr/>
            <p:nvPr/>
          </p:nvSpPr>
          <p:spPr>
            <a:xfrm>
              <a:off x="2053250" y="2460875"/>
              <a:ext cx="4225" cy="3625"/>
            </a:xfrm>
            <a:custGeom>
              <a:avLst/>
              <a:gdLst/>
              <a:ahLst/>
              <a:cxnLst/>
              <a:rect l="l" t="t" r="r" b="b"/>
              <a:pathLst>
                <a:path w="169" h="145" extrusionOk="0">
                  <a:moveTo>
                    <a:pt x="96" y="0"/>
                  </a:moveTo>
                  <a:lnTo>
                    <a:pt x="24" y="24"/>
                  </a:lnTo>
                  <a:lnTo>
                    <a:pt x="0" y="73"/>
                  </a:lnTo>
                  <a:lnTo>
                    <a:pt x="24" y="121"/>
                  </a:lnTo>
                  <a:lnTo>
                    <a:pt x="96" y="145"/>
                  </a:lnTo>
                  <a:lnTo>
                    <a:pt x="144" y="121"/>
                  </a:lnTo>
                  <a:lnTo>
                    <a:pt x="169" y="73"/>
                  </a:lnTo>
                  <a:lnTo>
                    <a:pt x="144" y="24"/>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
            <p:cNvSpPr/>
            <p:nvPr/>
          </p:nvSpPr>
          <p:spPr>
            <a:xfrm>
              <a:off x="1952125" y="1900575"/>
              <a:ext cx="3650" cy="3625"/>
            </a:xfrm>
            <a:custGeom>
              <a:avLst/>
              <a:gdLst/>
              <a:ahLst/>
              <a:cxnLst/>
              <a:rect l="l" t="t" r="r" b="b"/>
              <a:pathLst>
                <a:path w="146" h="145" extrusionOk="0">
                  <a:moveTo>
                    <a:pt x="73" y="0"/>
                  </a:moveTo>
                  <a:lnTo>
                    <a:pt x="25" y="24"/>
                  </a:lnTo>
                  <a:lnTo>
                    <a:pt x="1" y="72"/>
                  </a:lnTo>
                  <a:lnTo>
                    <a:pt x="25" y="121"/>
                  </a:lnTo>
                  <a:lnTo>
                    <a:pt x="49" y="145"/>
                  </a:lnTo>
                  <a:lnTo>
                    <a:pt x="97" y="145"/>
                  </a:lnTo>
                  <a:lnTo>
                    <a:pt x="121" y="121"/>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
            <p:cNvSpPr/>
            <p:nvPr/>
          </p:nvSpPr>
          <p:spPr>
            <a:xfrm>
              <a:off x="2002075" y="1936675"/>
              <a:ext cx="3650" cy="3650"/>
            </a:xfrm>
            <a:custGeom>
              <a:avLst/>
              <a:gdLst/>
              <a:ahLst/>
              <a:cxnLst/>
              <a:rect l="l" t="t" r="r" b="b"/>
              <a:pathLst>
                <a:path w="146" h="146" extrusionOk="0">
                  <a:moveTo>
                    <a:pt x="49" y="1"/>
                  </a:moveTo>
                  <a:lnTo>
                    <a:pt x="1" y="25"/>
                  </a:lnTo>
                  <a:lnTo>
                    <a:pt x="1" y="73"/>
                  </a:lnTo>
                  <a:lnTo>
                    <a:pt x="1" y="97"/>
                  </a:lnTo>
                  <a:lnTo>
                    <a:pt x="25" y="145"/>
                  </a:lnTo>
                  <a:lnTo>
                    <a:pt x="97" y="145"/>
                  </a:lnTo>
                  <a:lnTo>
                    <a:pt x="121" y="121"/>
                  </a:lnTo>
                  <a:lnTo>
                    <a:pt x="145" y="97"/>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
            <p:cNvSpPr/>
            <p:nvPr/>
          </p:nvSpPr>
          <p:spPr>
            <a:xfrm>
              <a:off x="1941300" y="2011900"/>
              <a:ext cx="3625" cy="3650"/>
            </a:xfrm>
            <a:custGeom>
              <a:avLst/>
              <a:gdLst/>
              <a:ahLst/>
              <a:cxnLst/>
              <a:rect l="l" t="t" r="r" b="b"/>
              <a:pathLst>
                <a:path w="145" h="146" extrusionOk="0">
                  <a:moveTo>
                    <a:pt x="49" y="1"/>
                  </a:moveTo>
                  <a:lnTo>
                    <a:pt x="24" y="25"/>
                  </a:lnTo>
                  <a:lnTo>
                    <a:pt x="0" y="49"/>
                  </a:lnTo>
                  <a:lnTo>
                    <a:pt x="0" y="97"/>
                  </a:lnTo>
                  <a:lnTo>
                    <a:pt x="24" y="145"/>
                  </a:lnTo>
                  <a:lnTo>
                    <a:pt x="73" y="145"/>
                  </a:lnTo>
                  <a:lnTo>
                    <a:pt x="121" y="121"/>
                  </a:lnTo>
                  <a:lnTo>
                    <a:pt x="145" y="73"/>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
            <p:cNvSpPr/>
            <p:nvPr/>
          </p:nvSpPr>
          <p:spPr>
            <a:xfrm>
              <a:off x="1992450" y="1937875"/>
              <a:ext cx="3650" cy="4250"/>
            </a:xfrm>
            <a:custGeom>
              <a:avLst/>
              <a:gdLst/>
              <a:ahLst/>
              <a:cxnLst/>
              <a:rect l="l" t="t" r="r" b="b"/>
              <a:pathLst>
                <a:path w="146" h="170" extrusionOk="0">
                  <a:moveTo>
                    <a:pt x="49" y="1"/>
                  </a:moveTo>
                  <a:lnTo>
                    <a:pt x="1" y="25"/>
                  </a:lnTo>
                  <a:lnTo>
                    <a:pt x="1" y="73"/>
                  </a:lnTo>
                  <a:lnTo>
                    <a:pt x="25" y="121"/>
                  </a:lnTo>
                  <a:lnTo>
                    <a:pt x="73" y="169"/>
                  </a:lnTo>
                  <a:lnTo>
                    <a:pt x="121" y="169"/>
                  </a:lnTo>
                  <a:lnTo>
                    <a:pt x="145"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
            <p:cNvSpPr/>
            <p:nvPr/>
          </p:nvSpPr>
          <p:spPr>
            <a:xfrm>
              <a:off x="1829350" y="1966775"/>
              <a:ext cx="3650" cy="4225"/>
            </a:xfrm>
            <a:custGeom>
              <a:avLst/>
              <a:gdLst/>
              <a:ahLst/>
              <a:cxnLst/>
              <a:rect l="l" t="t" r="r" b="b"/>
              <a:pathLst>
                <a:path w="146" h="169" extrusionOk="0">
                  <a:moveTo>
                    <a:pt x="49" y="0"/>
                  </a:moveTo>
                  <a:lnTo>
                    <a:pt x="25" y="24"/>
                  </a:lnTo>
                  <a:lnTo>
                    <a:pt x="1" y="72"/>
                  </a:lnTo>
                  <a:lnTo>
                    <a:pt x="25" y="97"/>
                  </a:lnTo>
                  <a:lnTo>
                    <a:pt x="25" y="145"/>
                  </a:lnTo>
                  <a:lnTo>
                    <a:pt x="73" y="169"/>
                  </a:lnTo>
                  <a:lnTo>
                    <a:pt x="121" y="169"/>
                  </a:lnTo>
                  <a:lnTo>
                    <a:pt x="145" y="145"/>
                  </a:lnTo>
                  <a:lnTo>
                    <a:pt x="145" y="97"/>
                  </a:lnTo>
                  <a:lnTo>
                    <a:pt x="145"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
            <p:cNvSpPr/>
            <p:nvPr/>
          </p:nvSpPr>
          <p:spPr>
            <a:xfrm>
              <a:off x="2295175" y="2282725"/>
              <a:ext cx="3625" cy="3650"/>
            </a:xfrm>
            <a:custGeom>
              <a:avLst/>
              <a:gdLst/>
              <a:ahLst/>
              <a:cxnLst/>
              <a:rect l="l" t="t" r="r" b="b"/>
              <a:pathLst>
                <a:path w="145" h="146" extrusionOk="0">
                  <a:moveTo>
                    <a:pt x="97" y="1"/>
                  </a:moveTo>
                  <a:lnTo>
                    <a:pt x="49" y="25"/>
                  </a:lnTo>
                  <a:lnTo>
                    <a:pt x="1" y="49"/>
                  </a:lnTo>
                  <a:lnTo>
                    <a:pt x="1" y="97"/>
                  </a:lnTo>
                  <a:lnTo>
                    <a:pt x="49" y="145"/>
                  </a:lnTo>
                  <a:lnTo>
                    <a:pt x="97" y="145"/>
                  </a:lnTo>
                  <a:lnTo>
                    <a:pt x="145"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
            <p:cNvSpPr/>
            <p:nvPr/>
          </p:nvSpPr>
          <p:spPr>
            <a:xfrm>
              <a:off x="1895550" y="1931875"/>
              <a:ext cx="4850" cy="3625"/>
            </a:xfrm>
            <a:custGeom>
              <a:avLst/>
              <a:gdLst/>
              <a:ahLst/>
              <a:cxnLst/>
              <a:rect l="l" t="t" r="r" b="b"/>
              <a:pathLst>
                <a:path w="194" h="145" extrusionOk="0">
                  <a:moveTo>
                    <a:pt x="25" y="0"/>
                  </a:moveTo>
                  <a:lnTo>
                    <a:pt x="1" y="24"/>
                  </a:lnTo>
                  <a:lnTo>
                    <a:pt x="1" y="48"/>
                  </a:lnTo>
                  <a:lnTo>
                    <a:pt x="25" y="72"/>
                  </a:lnTo>
                  <a:lnTo>
                    <a:pt x="97" y="144"/>
                  </a:lnTo>
                  <a:lnTo>
                    <a:pt x="193" y="144"/>
                  </a:lnTo>
                  <a:lnTo>
                    <a:pt x="193" y="120"/>
                  </a:lnTo>
                  <a:lnTo>
                    <a:pt x="193" y="72"/>
                  </a:lnTo>
                  <a:lnTo>
                    <a:pt x="145"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
            <p:cNvSpPr/>
            <p:nvPr/>
          </p:nvSpPr>
          <p:spPr>
            <a:xfrm>
              <a:off x="2280125" y="2372400"/>
              <a:ext cx="3650" cy="3625"/>
            </a:xfrm>
            <a:custGeom>
              <a:avLst/>
              <a:gdLst/>
              <a:ahLst/>
              <a:cxnLst/>
              <a:rect l="l" t="t" r="r" b="b"/>
              <a:pathLst>
                <a:path w="146" h="145" extrusionOk="0">
                  <a:moveTo>
                    <a:pt x="49" y="1"/>
                  </a:moveTo>
                  <a:lnTo>
                    <a:pt x="1" y="49"/>
                  </a:lnTo>
                  <a:lnTo>
                    <a:pt x="1" y="121"/>
                  </a:lnTo>
                  <a:lnTo>
                    <a:pt x="25" y="145"/>
                  </a:lnTo>
                  <a:lnTo>
                    <a:pt x="97" y="145"/>
                  </a:lnTo>
                  <a:lnTo>
                    <a:pt x="145"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
            <p:cNvSpPr/>
            <p:nvPr/>
          </p:nvSpPr>
          <p:spPr>
            <a:xfrm>
              <a:off x="2335500" y="1948725"/>
              <a:ext cx="3625" cy="3625"/>
            </a:xfrm>
            <a:custGeom>
              <a:avLst/>
              <a:gdLst/>
              <a:ahLst/>
              <a:cxnLst/>
              <a:rect l="l" t="t" r="r" b="b"/>
              <a:pathLst>
                <a:path w="145" h="145" extrusionOk="0">
                  <a:moveTo>
                    <a:pt x="25" y="0"/>
                  </a:moveTo>
                  <a:lnTo>
                    <a:pt x="0" y="24"/>
                  </a:lnTo>
                  <a:lnTo>
                    <a:pt x="0" y="72"/>
                  </a:lnTo>
                  <a:lnTo>
                    <a:pt x="25" y="96"/>
                  </a:lnTo>
                  <a:lnTo>
                    <a:pt x="73" y="145"/>
                  </a:lnTo>
                  <a:lnTo>
                    <a:pt x="121" y="120"/>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
            <p:cNvSpPr/>
            <p:nvPr/>
          </p:nvSpPr>
          <p:spPr>
            <a:xfrm>
              <a:off x="2136900" y="2417550"/>
              <a:ext cx="3025" cy="4225"/>
            </a:xfrm>
            <a:custGeom>
              <a:avLst/>
              <a:gdLst/>
              <a:ahLst/>
              <a:cxnLst/>
              <a:rect l="l" t="t" r="r" b="b"/>
              <a:pathLst>
                <a:path w="121" h="169" extrusionOk="0">
                  <a:moveTo>
                    <a:pt x="48" y="0"/>
                  </a:moveTo>
                  <a:lnTo>
                    <a:pt x="0" y="24"/>
                  </a:lnTo>
                  <a:lnTo>
                    <a:pt x="0" y="72"/>
                  </a:lnTo>
                  <a:lnTo>
                    <a:pt x="0" y="120"/>
                  </a:lnTo>
                  <a:lnTo>
                    <a:pt x="24" y="144"/>
                  </a:lnTo>
                  <a:lnTo>
                    <a:pt x="72" y="169"/>
                  </a:lnTo>
                  <a:lnTo>
                    <a:pt x="97" y="169"/>
                  </a:lnTo>
                  <a:lnTo>
                    <a:pt x="121" y="144"/>
                  </a:lnTo>
                  <a:lnTo>
                    <a:pt x="121" y="96"/>
                  </a:lnTo>
                  <a:lnTo>
                    <a:pt x="121" y="72"/>
                  </a:lnTo>
                  <a:lnTo>
                    <a:pt x="97"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
            <p:cNvSpPr/>
            <p:nvPr/>
          </p:nvSpPr>
          <p:spPr>
            <a:xfrm>
              <a:off x="2080925" y="1931875"/>
              <a:ext cx="3625" cy="4225"/>
            </a:xfrm>
            <a:custGeom>
              <a:avLst/>
              <a:gdLst/>
              <a:ahLst/>
              <a:cxnLst/>
              <a:rect l="l" t="t" r="r" b="b"/>
              <a:pathLst>
                <a:path w="145" h="169" extrusionOk="0">
                  <a:moveTo>
                    <a:pt x="49" y="0"/>
                  </a:moveTo>
                  <a:lnTo>
                    <a:pt x="25" y="24"/>
                  </a:lnTo>
                  <a:lnTo>
                    <a:pt x="0" y="48"/>
                  </a:lnTo>
                  <a:lnTo>
                    <a:pt x="0" y="96"/>
                  </a:lnTo>
                  <a:lnTo>
                    <a:pt x="25" y="144"/>
                  </a:lnTo>
                  <a:lnTo>
                    <a:pt x="97" y="169"/>
                  </a:lnTo>
                  <a:lnTo>
                    <a:pt x="121" y="144"/>
                  </a:lnTo>
                  <a:lnTo>
                    <a:pt x="145" y="96"/>
                  </a:lnTo>
                  <a:lnTo>
                    <a:pt x="145"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
            <p:cNvSpPr/>
            <p:nvPr/>
          </p:nvSpPr>
          <p:spPr>
            <a:xfrm>
              <a:off x="1920225" y="2043800"/>
              <a:ext cx="4250" cy="3650"/>
            </a:xfrm>
            <a:custGeom>
              <a:avLst/>
              <a:gdLst/>
              <a:ahLst/>
              <a:cxnLst/>
              <a:rect l="l" t="t" r="r" b="b"/>
              <a:pathLst>
                <a:path w="170" h="146" extrusionOk="0">
                  <a:moveTo>
                    <a:pt x="73" y="1"/>
                  </a:moveTo>
                  <a:lnTo>
                    <a:pt x="25" y="25"/>
                  </a:lnTo>
                  <a:lnTo>
                    <a:pt x="1" y="49"/>
                  </a:lnTo>
                  <a:lnTo>
                    <a:pt x="1" y="97"/>
                  </a:lnTo>
                  <a:lnTo>
                    <a:pt x="1" y="121"/>
                  </a:lnTo>
                  <a:lnTo>
                    <a:pt x="49" y="145"/>
                  </a:lnTo>
                  <a:lnTo>
                    <a:pt x="97" y="145"/>
                  </a:lnTo>
                  <a:lnTo>
                    <a:pt x="121" y="121"/>
                  </a:lnTo>
                  <a:lnTo>
                    <a:pt x="145" y="97"/>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
            <p:cNvSpPr/>
            <p:nvPr/>
          </p:nvSpPr>
          <p:spPr>
            <a:xfrm>
              <a:off x="2206100" y="2485550"/>
              <a:ext cx="3050" cy="3025"/>
            </a:xfrm>
            <a:custGeom>
              <a:avLst/>
              <a:gdLst/>
              <a:ahLst/>
              <a:cxnLst/>
              <a:rect l="l" t="t" r="r" b="b"/>
              <a:pathLst>
                <a:path w="122" h="121" extrusionOk="0">
                  <a:moveTo>
                    <a:pt x="49" y="0"/>
                  </a:moveTo>
                  <a:lnTo>
                    <a:pt x="25" y="24"/>
                  </a:lnTo>
                  <a:lnTo>
                    <a:pt x="1" y="48"/>
                  </a:lnTo>
                  <a:lnTo>
                    <a:pt x="1" y="97"/>
                  </a:lnTo>
                  <a:lnTo>
                    <a:pt x="25" y="121"/>
                  </a:lnTo>
                  <a:lnTo>
                    <a:pt x="97" y="97"/>
                  </a:lnTo>
                  <a:lnTo>
                    <a:pt x="121" y="73"/>
                  </a:lnTo>
                  <a:lnTo>
                    <a:pt x="121"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
            <p:cNvSpPr/>
            <p:nvPr/>
          </p:nvSpPr>
          <p:spPr>
            <a:xfrm>
              <a:off x="2222350" y="2032375"/>
              <a:ext cx="3650" cy="3025"/>
            </a:xfrm>
            <a:custGeom>
              <a:avLst/>
              <a:gdLst/>
              <a:ahLst/>
              <a:cxnLst/>
              <a:rect l="l" t="t" r="r" b="b"/>
              <a:pathLst>
                <a:path w="146" h="121" extrusionOk="0">
                  <a:moveTo>
                    <a:pt x="73" y="0"/>
                  </a:moveTo>
                  <a:lnTo>
                    <a:pt x="25" y="48"/>
                  </a:lnTo>
                  <a:lnTo>
                    <a:pt x="1" y="97"/>
                  </a:lnTo>
                  <a:lnTo>
                    <a:pt x="25" y="121"/>
                  </a:lnTo>
                  <a:lnTo>
                    <a:pt x="73" y="121"/>
                  </a:lnTo>
                  <a:lnTo>
                    <a:pt x="145" y="72"/>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
            <p:cNvSpPr/>
            <p:nvPr/>
          </p:nvSpPr>
          <p:spPr>
            <a:xfrm>
              <a:off x="2330675" y="2332075"/>
              <a:ext cx="3050" cy="3650"/>
            </a:xfrm>
            <a:custGeom>
              <a:avLst/>
              <a:gdLst/>
              <a:ahLst/>
              <a:cxnLst/>
              <a:rect l="l" t="t" r="r" b="b"/>
              <a:pathLst>
                <a:path w="122" h="146" extrusionOk="0">
                  <a:moveTo>
                    <a:pt x="25" y="1"/>
                  </a:moveTo>
                  <a:lnTo>
                    <a:pt x="1" y="49"/>
                  </a:lnTo>
                  <a:lnTo>
                    <a:pt x="1" y="73"/>
                  </a:lnTo>
                  <a:lnTo>
                    <a:pt x="1" y="97"/>
                  </a:lnTo>
                  <a:lnTo>
                    <a:pt x="49" y="145"/>
                  </a:lnTo>
                  <a:lnTo>
                    <a:pt x="97" y="145"/>
                  </a:lnTo>
                  <a:lnTo>
                    <a:pt x="121" y="121"/>
                  </a:lnTo>
                  <a:lnTo>
                    <a:pt x="121"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
            <p:cNvSpPr/>
            <p:nvPr/>
          </p:nvSpPr>
          <p:spPr>
            <a:xfrm>
              <a:off x="2275325" y="2075700"/>
              <a:ext cx="3625" cy="3625"/>
            </a:xfrm>
            <a:custGeom>
              <a:avLst/>
              <a:gdLst/>
              <a:ahLst/>
              <a:cxnLst/>
              <a:rect l="l" t="t" r="r" b="b"/>
              <a:pathLst>
                <a:path w="145" h="145" extrusionOk="0">
                  <a:moveTo>
                    <a:pt x="48" y="1"/>
                  </a:moveTo>
                  <a:lnTo>
                    <a:pt x="0" y="25"/>
                  </a:lnTo>
                  <a:lnTo>
                    <a:pt x="0" y="73"/>
                  </a:lnTo>
                  <a:lnTo>
                    <a:pt x="0" y="97"/>
                  </a:lnTo>
                  <a:lnTo>
                    <a:pt x="24" y="121"/>
                  </a:lnTo>
                  <a:lnTo>
                    <a:pt x="72" y="145"/>
                  </a:lnTo>
                  <a:lnTo>
                    <a:pt x="96" y="121"/>
                  </a:lnTo>
                  <a:lnTo>
                    <a:pt x="120" y="97"/>
                  </a:lnTo>
                  <a:lnTo>
                    <a:pt x="145" y="49"/>
                  </a:lnTo>
                  <a:lnTo>
                    <a:pt x="120"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
            <p:cNvSpPr/>
            <p:nvPr/>
          </p:nvSpPr>
          <p:spPr>
            <a:xfrm>
              <a:off x="1984025" y="1901175"/>
              <a:ext cx="3650" cy="4225"/>
            </a:xfrm>
            <a:custGeom>
              <a:avLst/>
              <a:gdLst/>
              <a:ahLst/>
              <a:cxnLst/>
              <a:rect l="l" t="t" r="r" b="b"/>
              <a:pathLst>
                <a:path w="146" h="169" extrusionOk="0">
                  <a:moveTo>
                    <a:pt x="97" y="0"/>
                  </a:moveTo>
                  <a:lnTo>
                    <a:pt x="1" y="97"/>
                  </a:lnTo>
                  <a:lnTo>
                    <a:pt x="1" y="121"/>
                  </a:lnTo>
                  <a:lnTo>
                    <a:pt x="25" y="169"/>
                  </a:lnTo>
                  <a:lnTo>
                    <a:pt x="49" y="169"/>
                  </a:lnTo>
                  <a:lnTo>
                    <a:pt x="73" y="145"/>
                  </a:lnTo>
                  <a:lnTo>
                    <a:pt x="121" y="73"/>
                  </a:lnTo>
                  <a:lnTo>
                    <a:pt x="121" y="97"/>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
            <p:cNvSpPr/>
            <p:nvPr/>
          </p:nvSpPr>
          <p:spPr>
            <a:xfrm>
              <a:off x="2192875" y="2498775"/>
              <a:ext cx="3025" cy="3650"/>
            </a:xfrm>
            <a:custGeom>
              <a:avLst/>
              <a:gdLst/>
              <a:ahLst/>
              <a:cxnLst/>
              <a:rect l="l" t="t" r="r" b="b"/>
              <a:pathLst>
                <a:path w="121" h="146" extrusionOk="0">
                  <a:moveTo>
                    <a:pt x="24" y="1"/>
                  </a:moveTo>
                  <a:lnTo>
                    <a:pt x="0" y="49"/>
                  </a:lnTo>
                  <a:lnTo>
                    <a:pt x="0" y="73"/>
                  </a:lnTo>
                  <a:lnTo>
                    <a:pt x="48" y="121"/>
                  </a:lnTo>
                  <a:lnTo>
                    <a:pt x="72" y="145"/>
                  </a:lnTo>
                  <a:lnTo>
                    <a:pt x="96" y="145"/>
                  </a:lnTo>
                  <a:lnTo>
                    <a:pt x="120" y="97"/>
                  </a:lnTo>
                  <a:lnTo>
                    <a:pt x="120"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
            <p:cNvSpPr/>
            <p:nvPr/>
          </p:nvSpPr>
          <p:spPr>
            <a:xfrm>
              <a:off x="2185650" y="2288750"/>
              <a:ext cx="3025" cy="3625"/>
            </a:xfrm>
            <a:custGeom>
              <a:avLst/>
              <a:gdLst/>
              <a:ahLst/>
              <a:cxnLst/>
              <a:rect l="l" t="t" r="r" b="b"/>
              <a:pathLst>
                <a:path w="121" h="145" extrusionOk="0">
                  <a:moveTo>
                    <a:pt x="72" y="0"/>
                  </a:moveTo>
                  <a:lnTo>
                    <a:pt x="0" y="24"/>
                  </a:lnTo>
                  <a:lnTo>
                    <a:pt x="0" y="73"/>
                  </a:lnTo>
                  <a:lnTo>
                    <a:pt x="0" y="121"/>
                  </a:lnTo>
                  <a:lnTo>
                    <a:pt x="48" y="145"/>
                  </a:lnTo>
                  <a:lnTo>
                    <a:pt x="96" y="145"/>
                  </a:lnTo>
                  <a:lnTo>
                    <a:pt x="121" y="121"/>
                  </a:lnTo>
                  <a:lnTo>
                    <a:pt x="121" y="73"/>
                  </a:lnTo>
                  <a:lnTo>
                    <a:pt x="121" y="49"/>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
            <p:cNvSpPr/>
            <p:nvPr/>
          </p:nvSpPr>
          <p:spPr>
            <a:xfrm>
              <a:off x="2313225" y="2460275"/>
              <a:ext cx="4250" cy="3025"/>
            </a:xfrm>
            <a:custGeom>
              <a:avLst/>
              <a:gdLst/>
              <a:ahLst/>
              <a:cxnLst/>
              <a:rect l="l" t="t" r="r" b="b"/>
              <a:pathLst>
                <a:path w="170" h="121" extrusionOk="0">
                  <a:moveTo>
                    <a:pt x="49" y="0"/>
                  </a:moveTo>
                  <a:lnTo>
                    <a:pt x="1" y="24"/>
                  </a:lnTo>
                  <a:lnTo>
                    <a:pt x="1" y="48"/>
                  </a:lnTo>
                  <a:lnTo>
                    <a:pt x="25" y="72"/>
                  </a:lnTo>
                  <a:lnTo>
                    <a:pt x="97" y="121"/>
                  </a:lnTo>
                  <a:lnTo>
                    <a:pt x="145" y="121"/>
                  </a:lnTo>
                  <a:lnTo>
                    <a:pt x="169" y="97"/>
                  </a:lnTo>
                  <a:lnTo>
                    <a:pt x="169"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
            <p:cNvSpPr/>
            <p:nvPr/>
          </p:nvSpPr>
          <p:spPr>
            <a:xfrm>
              <a:off x="2145325" y="2497575"/>
              <a:ext cx="3025" cy="3650"/>
            </a:xfrm>
            <a:custGeom>
              <a:avLst/>
              <a:gdLst/>
              <a:ahLst/>
              <a:cxnLst/>
              <a:rect l="l" t="t" r="r" b="b"/>
              <a:pathLst>
                <a:path w="121" h="146" extrusionOk="0">
                  <a:moveTo>
                    <a:pt x="48" y="1"/>
                  </a:moveTo>
                  <a:lnTo>
                    <a:pt x="0" y="25"/>
                  </a:lnTo>
                  <a:lnTo>
                    <a:pt x="0" y="73"/>
                  </a:lnTo>
                  <a:lnTo>
                    <a:pt x="24" y="121"/>
                  </a:lnTo>
                  <a:lnTo>
                    <a:pt x="72" y="145"/>
                  </a:lnTo>
                  <a:lnTo>
                    <a:pt x="121" y="97"/>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
            <p:cNvSpPr/>
            <p:nvPr/>
          </p:nvSpPr>
          <p:spPr>
            <a:xfrm>
              <a:off x="2269900" y="2033575"/>
              <a:ext cx="3025" cy="3625"/>
            </a:xfrm>
            <a:custGeom>
              <a:avLst/>
              <a:gdLst/>
              <a:ahLst/>
              <a:cxnLst/>
              <a:rect l="l" t="t" r="r" b="b"/>
              <a:pathLst>
                <a:path w="121" h="145" extrusionOk="0">
                  <a:moveTo>
                    <a:pt x="49" y="0"/>
                  </a:moveTo>
                  <a:lnTo>
                    <a:pt x="25" y="24"/>
                  </a:lnTo>
                  <a:lnTo>
                    <a:pt x="0" y="73"/>
                  </a:lnTo>
                  <a:lnTo>
                    <a:pt x="25" y="121"/>
                  </a:lnTo>
                  <a:lnTo>
                    <a:pt x="49" y="145"/>
                  </a:lnTo>
                  <a:lnTo>
                    <a:pt x="97" y="145"/>
                  </a:lnTo>
                  <a:lnTo>
                    <a:pt x="121" y="97"/>
                  </a:lnTo>
                  <a:lnTo>
                    <a:pt x="121" y="49"/>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
            <p:cNvSpPr/>
            <p:nvPr/>
          </p:nvSpPr>
          <p:spPr>
            <a:xfrm>
              <a:off x="1966575" y="1850025"/>
              <a:ext cx="4250" cy="3025"/>
            </a:xfrm>
            <a:custGeom>
              <a:avLst/>
              <a:gdLst/>
              <a:ahLst/>
              <a:cxnLst/>
              <a:rect l="l" t="t" r="r" b="b"/>
              <a:pathLst>
                <a:path w="170" h="121" extrusionOk="0">
                  <a:moveTo>
                    <a:pt x="145" y="0"/>
                  </a:moveTo>
                  <a:lnTo>
                    <a:pt x="49" y="24"/>
                  </a:lnTo>
                  <a:lnTo>
                    <a:pt x="25" y="48"/>
                  </a:lnTo>
                  <a:lnTo>
                    <a:pt x="1" y="72"/>
                  </a:lnTo>
                  <a:lnTo>
                    <a:pt x="25" y="120"/>
                  </a:lnTo>
                  <a:lnTo>
                    <a:pt x="73" y="120"/>
                  </a:lnTo>
                  <a:lnTo>
                    <a:pt x="97" y="96"/>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
            <p:cNvSpPr/>
            <p:nvPr/>
          </p:nvSpPr>
          <p:spPr>
            <a:xfrm>
              <a:off x="1980425" y="2009500"/>
              <a:ext cx="3625" cy="3025"/>
            </a:xfrm>
            <a:custGeom>
              <a:avLst/>
              <a:gdLst/>
              <a:ahLst/>
              <a:cxnLst/>
              <a:rect l="l" t="t" r="r" b="b"/>
              <a:pathLst>
                <a:path w="145" h="121" extrusionOk="0">
                  <a:moveTo>
                    <a:pt x="48" y="0"/>
                  </a:moveTo>
                  <a:lnTo>
                    <a:pt x="0" y="49"/>
                  </a:lnTo>
                  <a:lnTo>
                    <a:pt x="0" y="73"/>
                  </a:lnTo>
                  <a:lnTo>
                    <a:pt x="0" y="97"/>
                  </a:lnTo>
                  <a:lnTo>
                    <a:pt x="48" y="121"/>
                  </a:lnTo>
                  <a:lnTo>
                    <a:pt x="96" y="121"/>
                  </a:lnTo>
                  <a:lnTo>
                    <a:pt x="121" y="97"/>
                  </a:lnTo>
                  <a:lnTo>
                    <a:pt x="145" y="73"/>
                  </a:lnTo>
                  <a:lnTo>
                    <a:pt x="121" y="49"/>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
            <p:cNvSpPr/>
            <p:nvPr/>
          </p:nvSpPr>
          <p:spPr>
            <a:xfrm>
              <a:off x="1993650" y="2013700"/>
              <a:ext cx="3650" cy="3650"/>
            </a:xfrm>
            <a:custGeom>
              <a:avLst/>
              <a:gdLst/>
              <a:ahLst/>
              <a:cxnLst/>
              <a:rect l="l" t="t" r="r" b="b"/>
              <a:pathLst>
                <a:path w="146" h="146" extrusionOk="0">
                  <a:moveTo>
                    <a:pt x="73" y="1"/>
                  </a:moveTo>
                  <a:lnTo>
                    <a:pt x="25" y="25"/>
                  </a:lnTo>
                  <a:lnTo>
                    <a:pt x="1" y="97"/>
                  </a:lnTo>
                  <a:lnTo>
                    <a:pt x="25" y="121"/>
                  </a:lnTo>
                  <a:lnTo>
                    <a:pt x="73" y="145"/>
                  </a:lnTo>
                  <a:lnTo>
                    <a:pt x="97" y="145"/>
                  </a:lnTo>
                  <a:lnTo>
                    <a:pt x="121" y="121"/>
                  </a:lnTo>
                  <a:lnTo>
                    <a:pt x="145"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
            <p:cNvSpPr/>
            <p:nvPr/>
          </p:nvSpPr>
          <p:spPr>
            <a:xfrm>
              <a:off x="2341525" y="1818725"/>
              <a:ext cx="3625" cy="3025"/>
            </a:xfrm>
            <a:custGeom>
              <a:avLst/>
              <a:gdLst/>
              <a:ahLst/>
              <a:cxnLst/>
              <a:rect l="l" t="t" r="r" b="b"/>
              <a:pathLst>
                <a:path w="145" h="121" extrusionOk="0">
                  <a:moveTo>
                    <a:pt x="72" y="0"/>
                  </a:moveTo>
                  <a:lnTo>
                    <a:pt x="24" y="24"/>
                  </a:lnTo>
                  <a:lnTo>
                    <a:pt x="0" y="73"/>
                  </a:lnTo>
                  <a:lnTo>
                    <a:pt x="24" y="97"/>
                  </a:lnTo>
                  <a:lnTo>
                    <a:pt x="48" y="121"/>
                  </a:lnTo>
                  <a:lnTo>
                    <a:pt x="96" y="121"/>
                  </a:lnTo>
                  <a:lnTo>
                    <a:pt x="145" y="73"/>
                  </a:lnTo>
                  <a:lnTo>
                    <a:pt x="145"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
            <p:cNvSpPr/>
            <p:nvPr/>
          </p:nvSpPr>
          <p:spPr>
            <a:xfrm>
              <a:off x="1881125" y="1930050"/>
              <a:ext cx="3625" cy="3050"/>
            </a:xfrm>
            <a:custGeom>
              <a:avLst/>
              <a:gdLst/>
              <a:ahLst/>
              <a:cxnLst/>
              <a:rect l="l" t="t" r="r" b="b"/>
              <a:pathLst>
                <a:path w="145" h="122" extrusionOk="0">
                  <a:moveTo>
                    <a:pt x="24" y="1"/>
                  </a:moveTo>
                  <a:lnTo>
                    <a:pt x="0" y="49"/>
                  </a:lnTo>
                  <a:lnTo>
                    <a:pt x="0" y="73"/>
                  </a:lnTo>
                  <a:lnTo>
                    <a:pt x="24" y="97"/>
                  </a:lnTo>
                  <a:lnTo>
                    <a:pt x="72" y="121"/>
                  </a:lnTo>
                  <a:lnTo>
                    <a:pt x="120" y="97"/>
                  </a:lnTo>
                  <a:lnTo>
                    <a:pt x="145" y="49"/>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
            <p:cNvSpPr/>
            <p:nvPr/>
          </p:nvSpPr>
          <p:spPr>
            <a:xfrm>
              <a:off x="2287350" y="2454850"/>
              <a:ext cx="3025" cy="4250"/>
            </a:xfrm>
            <a:custGeom>
              <a:avLst/>
              <a:gdLst/>
              <a:ahLst/>
              <a:cxnLst/>
              <a:rect l="l" t="t" r="r" b="b"/>
              <a:pathLst>
                <a:path w="121" h="170" extrusionOk="0">
                  <a:moveTo>
                    <a:pt x="49" y="1"/>
                  </a:moveTo>
                  <a:lnTo>
                    <a:pt x="1" y="25"/>
                  </a:lnTo>
                  <a:lnTo>
                    <a:pt x="1" y="73"/>
                  </a:lnTo>
                  <a:lnTo>
                    <a:pt x="1" y="97"/>
                  </a:lnTo>
                  <a:lnTo>
                    <a:pt x="25" y="145"/>
                  </a:lnTo>
                  <a:lnTo>
                    <a:pt x="73" y="169"/>
                  </a:lnTo>
                  <a:lnTo>
                    <a:pt x="97" y="145"/>
                  </a:lnTo>
                  <a:lnTo>
                    <a:pt x="121" y="121"/>
                  </a:lnTo>
                  <a:lnTo>
                    <a:pt x="121" y="73"/>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
            <p:cNvSpPr/>
            <p:nvPr/>
          </p:nvSpPr>
          <p:spPr>
            <a:xfrm>
              <a:off x="2316850" y="2341700"/>
              <a:ext cx="3625" cy="3650"/>
            </a:xfrm>
            <a:custGeom>
              <a:avLst/>
              <a:gdLst/>
              <a:ahLst/>
              <a:cxnLst/>
              <a:rect l="l" t="t" r="r" b="b"/>
              <a:pathLst>
                <a:path w="145" h="146" extrusionOk="0">
                  <a:moveTo>
                    <a:pt x="48" y="1"/>
                  </a:moveTo>
                  <a:lnTo>
                    <a:pt x="24" y="25"/>
                  </a:lnTo>
                  <a:lnTo>
                    <a:pt x="0" y="73"/>
                  </a:lnTo>
                  <a:lnTo>
                    <a:pt x="24" y="121"/>
                  </a:lnTo>
                  <a:lnTo>
                    <a:pt x="72" y="145"/>
                  </a:lnTo>
                  <a:lnTo>
                    <a:pt x="96" y="121"/>
                  </a:lnTo>
                  <a:lnTo>
                    <a:pt x="145" y="73"/>
                  </a:lnTo>
                  <a:lnTo>
                    <a:pt x="145"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
            <p:cNvSpPr/>
            <p:nvPr/>
          </p:nvSpPr>
          <p:spPr>
            <a:xfrm>
              <a:off x="2077300" y="1945100"/>
              <a:ext cx="2450" cy="3025"/>
            </a:xfrm>
            <a:custGeom>
              <a:avLst/>
              <a:gdLst/>
              <a:ahLst/>
              <a:cxnLst/>
              <a:rect l="l" t="t" r="r" b="b"/>
              <a:pathLst>
                <a:path w="98" h="121" extrusionOk="0">
                  <a:moveTo>
                    <a:pt x="25" y="1"/>
                  </a:moveTo>
                  <a:lnTo>
                    <a:pt x="1" y="25"/>
                  </a:lnTo>
                  <a:lnTo>
                    <a:pt x="1" y="73"/>
                  </a:lnTo>
                  <a:lnTo>
                    <a:pt x="1" y="97"/>
                  </a:lnTo>
                  <a:lnTo>
                    <a:pt x="25" y="121"/>
                  </a:lnTo>
                  <a:lnTo>
                    <a:pt x="49" y="121"/>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
            <p:cNvSpPr/>
            <p:nvPr/>
          </p:nvSpPr>
          <p:spPr>
            <a:xfrm>
              <a:off x="2123650" y="2501200"/>
              <a:ext cx="2425" cy="3025"/>
            </a:xfrm>
            <a:custGeom>
              <a:avLst/>
              <a:gdLst/>
              <a:ahLst/>
              <a:cxnLst/>
              <a:rect l="l" t="t" r="r" b="b"/>
              <a:pathLst>
                <a:path w="97" h="121" extrusionOk="0">
                  <a:moveTo>
                    <a:pt x="73" y="0"/>
                  </a:moveTo>
                  <a:lnTo>
                    <a:pt x="25" y="24"/>
                  </a:lnTo>
                  <a:lnTo>
                    <a:pt x="1" y="48"/>
                  </a:lnTo>
                  <a:lnTo>
                    <a:pt x="25" y="97"/>
                  </a:lnTo>
                  <a:lnTo>
                    <a:pt x="73" y="121"/>
                  </a:lnTo>
                  <a:lnTo>
                    <a:pt x="97"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
            <p:cNvSpPr/>
            <p:nvPr/>
          </p:nvSpPr>
          <p:spPr>
            <a:xfrm>
              <a:off x="2031575" y="1922825"/>
              <a:ext cx="2425" cy="3650"/>
            </a:xfrm>
            <a:custGeom>
              <a:avLst/>
              <a:gdLst/>
              <a:ahLst/>
              <a:cxnLst/>
              <a:rect l="l" t="t" r="r" b="b"/>
              <a:pathLst>
                <a:path w="97" h="146" extrusionOk="0">
                  <a:moveTo>
                    <a:pt x="24" y="1"/>
                  </a:moveTo>
                  <a:lnTo>
                    <a:pt x="0" y="25"/>
                  </a:lnTo>
                  <a:lnTo>
                    <a:pt x="0" y="97"/>
                  </a:lnTo>
                  <a:lnTo>
                    <a:pt x="24" y="121"/>
                  </a:lnTo>
                  <a:lnTo>
                    <a:pt x="49" y="145"/>
                  </a:lnTo>
                  <a:lnTo>
                    <a:pt x="97" y="97"/>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
            <p:cNvSpPr/>
            <p:nvPr/>
          </p:nvSpPr>
          <p:spPr>
            <a:xfrm>
              <a:off x="1864275" y="1957750"/>
              <a:ext cx="3025" cy="3025"/>
            </a:xfrm>
            <a:custGeom>
              <a:avLst/>
              <a:gdLst/>
              <a:ahLst/>
              <a:cxnLst/>
              <a:rect l="l" t="t" r="r" b="b"/>
              <a:pathLst>
                <a:path w="121" h="121" extrusionOk="0">
                  <a:moveTo>
                    <a:pt x="48" y="0"/>
                  </a:moveTo>
                  <a:lnTo>
                    <a:pt x="0" y="48"/>
                  </a:lnTo>
                  <a:lnTo>
                    <a:pt x="0" y="96"/>
                  </a:lnTo>
                  <a:lnTo>
                    <a:pt x="0" y="121"/>
                  </a:lnTo>
                  <a:lnTo>
                    <a:pt x="72" y="121"/>
                  </a:lnTo>
                  <a:lnTo>
                    <a:pt x="120" y="72"/>
                  </a:lnTo>
                  <a:lnTo>
                    <a:pt x="120"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
            <p:cNvSpPr/>
            <p:nvPr/>
          </p:nvSpPr>
          <p:spPr>
            <a:xfrm>
              <a:off x="1984025" y="1915000"/>
              <a:ext cx="2425" cy="3650"/>
            </a:xfrm>
            <a:custGeom>
              <a:avLst/>
              <a:gdLst/>
              <a:ahLst/>
              <a:cxnLst/>
              <a:rect l="l" t="t" r="r" b="b"/>
              <a:pathLst>
                <a:path w="97" h="146" extrusionOk="0">
                  <a:moveTo>
                    <a:pt x="49" y="1"/>
                  </a:moveTo>
                  <a:lnTo>
                    <a:pt x="1" y="97"/>
                  </a:lnTo>
                  <a:lnTo>
                    <a:pt x="49" y="145"/>
                  </a:lnTo>
                  <a:lnTo>
                    <a:pt x="73" y="145"/>
                  </a:lnTo>
                  <a:lnTo>
                    <a:pt x="97" y="121"/>
                  </a:lnTo>
                  <a:lnTo>
                    <a:pt x="97"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
            <p:cNvSpPr/>
            <p:nvPr/>
          </p:nvSpPr>
          <p:spPr>
            <a:xfrm>
              <a:off x="2124850" y="2506600"/>
              <a:ext cx="3050" cy="3050"/>
            </a:xfrm>
            <a:custGeom>
              <a:avLst/>
              <a:gdLst/>
              <a:ahLst/>
              <a:cxnLst/>
              <a:rect l="l" t="t" r="r" b="b"/>
              <a:pathLst>
                <a:path w="122" h="122" extrusionOk="0">
                  <a:moveTo>
                    <a:pt x="49" y="1"/>
                  </a:moveTo>
                  <a:lnTo>
                    <a:pt x="25" y="25"/>
                  </a:lnTo>
                  <a:lnTo>
                    <a:pt x="1" y="49"/>
                  </a:lnTo>
                  <a:lnTo>
                    <a:pt x="1" y="73"/>
                  </a:lnTo>
                  <a:lnTo>
                    <a:pt x="25" y="121"/>
                  </a:lnTo>
                  <a:lnTo>
                    <a:pt x="97" y="121"/>
                  </a:lnTo>
                  <a:lnTo>
                    <a:pt x="121" y="73"/>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
            <p:cNvSpPr/>
            <p:nvPr/>
          </p:nvSpPr>
          <p:spPr>
            <a:xfrm>
              <a:off x="2109200" y="1928850"/>
              <a:ext cx="3650" cy="3050"/>
            </a:xfrm>
            <a:custGeom>
              <a:avLst/>
              <a:gdLst/>
              <a:ahLst/>
              <a:cxnLst/>
              <a:rect l="l" t="t" r="r" b="b"/>
              <a:pathLst>
                <a:path w="146" h="122" extrusionOk="0">
                  <a:moveTo>
                    <a:pt x="49" y="1"/>
                  </a:moveTo>
                  <a:lnTo>
                    <a:pt x="1" y="49"/>
                  </a:lnTo>
                  <a:lnTo>
                    <a:pt x="1" y="97"/>
                  </a:lnTo>
                  <a:lnTo>
                    <a:pt x="49" y="121"/>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
            <p:cNvSpPr/>
            <p:nvPr/>
          </p:nvSpPr>
          <p:spPr>
            <a:xfrm>
              <a:off x="1990050" y="1933075"/>
              <a:ext cx="2425" cy="2425"/>
            </a:xfrm>
            <a:custGeom>
              <a:avLst/>
              <a:gdLst/>
              <a:ahLst/>
              <a:cxnLst/>
              <a:rect l="l" t="t" r="r" b="b"/>
              <a:pathLst>
                <a:path w="97" h="97" extrusionOk="0">
                  <a:moveTo>
                    <a:pt x="49" y="0"/>
                  </a:moveTo>
                  <a:lnTo>
                    <a:pt x="0" y="24"/>
                  </a:lnTo>
                  <a:lnTo>
                    <a:pt x="0" y="72"/>
                  </a:lnTo>
                  <a:lnTo>
                    <a:pt x="24" y="96"/>
                  </a:lnTo>
                  <a:lnTo>
                    <a:pt x="73" y="96"/>
                  </a:lnTo>
                  <a:lnTo>
                    <a:pt x="97" y="72"/>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
            <p:cNvSpPr/>
            <p:nvPr/>
          </p:nvSpPr>
          <p:spPr>
            <a:xfrm>
              <a:off x="2284950" y="2010100"/>
              <a:ext cx="3625" cy="2425"/>
            </a:xfrm>
            <a:custGeom>
              <a:avLst/>
              <a:gdLst/>
              <a:ahLst/>
              <a:cxnLst/>
              <a:rect l="l" t="t" r="r" b="b"/>
              <a:pathLst>
                <a:path w="145" h="97" extrusionOk="0">
                  <a:moveTo>
                    <a:pt x="24" y="1"/>
                  </a:moveTo>
                  <a:lnTo>
                    <a:pt x="0" y="49"/>
                  </a:lnTo>
                  <a:lnTo>
                    <a:pt x="24" y="73"/>
                  </a:lnTo>
                  <a:lnTo>
                    <a:pt x="72" y="97"/>
                  </a:lnTo>
                  <a:lnTo>
                    <a:pt x="121" y="73"/>
                  </a:lnTo>
                  <a:lnTo>
                    <a:pt x="145" y="49"/>
                  </a:lnTo>
                  <a:lnTo>
                    <a:pt x="121"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
            <p:cNvSpPr/>
            <p:nvPr/>
          </p:nvSpPr>
          <p:spPr>
            <a:xfrm>
              <a:off x="2223550" y="2499375"/>
              <a:ext cx="2450" cy="2450"/>
            </a:xfrm>
            <a:custGeom>
              <a:avLst/>
              <a:gdLst/>
              <a:ahLst/>
              <a:cxnLst/>
              <a:rect l="l" t="t" r="r" b="b"/>
              <a:pathLst>
                <a:path w="98" h="98" extrusionOk="0">
                  <a:moveTo>
                    <a:pt x="49" y="1"/>
                  </a:moveTo>
                  <a:lnTo>
                    <a:pt x="1" y="25"/>
                  </a:lnTo>
                  <a:lnTo>
                    <a:pt x="1" y="49"/>
                  </a:lnTo>
                  <a:lnTo>
                    <a:pt x="25" y="97"/>
                  </a:lnTo>
                  <a:lnTo>
                    <a:pt x="73" y="97"/>
                  </a:lnTo>
                  <a:lnTo>
                    <a:pt x="97" y="73"/>
                  </a:lnTo>
                  <a:lnTo>
                    <a:pt x="97"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
            <p:cNvSpPr/>
            <p:nvPr/>
          </p:nvSpPr>
          <p:spPr>
            <a:xfrm>
              <a:off x="2049025" y="2531275"/>
              <a:ext cx="3625" cy="3650"/>
            </a:xfrm>
            <a:custGeom>
              <a:avLst/>
              <a:gdLst/>
              <a:ahLst/>
              <a:cxnLst/>
              <a:rect l="l" t="t" r="r" b="b"/>
              <a:pathLst>
                <a:path w="145" h="146" extrusionOk="0">
                  <a:moveTo>
                    <a:pt x="1" y="1"/>
                  </a:moveTo>
                  <a:lnTo>
                    <a:pt x="25" y="97"/>
                  </a:lnTo>
                  <a:lnTo>
                    <a:pt x="49" y="145"/>
                  </a:lnTo>
                  <a:lnTo>
                    <a:pt x="97" y="145"/>
                  </a:lnTo>
                  <a:lnTo>
                    <a:pt x="145" y="97"/>
                  </a:lnTo>
                  <a:lnTo>
                    <a:pt x="97" y="49"/>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
            <p:cNvSpPr/>
            <p:nvPr/>
          </p:nvSpPr>
          <p:spPr>
            <a:xfrm>
              <a:off x="1894350" y="1923450"/>
              <a:ext cx="3050" cy="3025"/>
            </a:xfrm>
            <a:custGeom>
              <a:avLst/>
              <a:gdLst/>
              <a:ahLst/>
              <a:cxnLst/>
              <a:rect l="l" t="t" r="r" b="b"/>
              <a:pathLst>
                <a:path w="122" h="121" extrusionOk="0">
                  <a:moveTo>
                    <a:pt x="49" y="0"/>
                  </a:moveTo>
                  <a:lnTo>
                    <a:pt x="25" y="24"/>
                  </a:lnTo>
                  <a:lnTo>
                    <a:pt x="1" y="48"/>
                  </a:lnTo>
                  <a:lnTo>
                    <a:pt x="25" y="96"/>
                  </a:lnTo>
                  <a:lnTo>
                    <a:pt x="49" y="120"/>
                  </a:lnTo>
                  <a:lnTo>
                    <a:pt x="97" y="96"/>
                  </a:lnTo>
                  <a:lnTo>
                    <a:pt x="121"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
            <p:cNvSpPr/>
            <p:nvPr/>
          </p:nvSpPr>
          <p:spPr>
            <a:xfrm>
              <a:off x="2041200" y="2034175"/>
              <a:ext cx="3025" cy="3025"/>
            </a:xfrm>
            <a:custGeom>
              <a:avLst/>
              <a:gdLst/>
              <a:ahLst/>
              <a:cxnLst/>
              <a:rect l="l" t="t" r="r" b="b"/>
              <a:pathLst>
                <a:path w="121" h="121" extrusionOk="0">
                  <a:moveTo>
                    <a:pt x="49" y="0"/>
                  </a:moveTo>
                  <a:lnTo>
                    <a:pt x="1" y="49"/>
                  </a:lnTo>
                  <a:lnTo>
                    <a:pt x="1" y="97"/>
                  </a:lnTo>
                  <a:lnTo>
                    <a:pt x="49" y="121"/>
                  </a:lnTo>
                  <a:lnTo>
                    <a:pt x="73" y="97"/>
                  </a:lnTo>
                  <a:lnTo>
                    <a:pt x="121"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
            <p:cNvSpPr/>
            <p:nvPr/>
          </p:nvSpPr>
          <p:spPr>
            <a:xfrm>
              <a:off x="2235000" y="2489150"/>
              <a:ext cx="2425" cy="2450"/>
            </a:xfrm>
            <a:custGeom>
              <a:avLst/>
              <a:gdLst/>
              <a:ahLst/>
              <a:cxnLst/>
              <a:rect l="l" t="t" r="r" b="b"/>
              <a:pathLst>
                <a:path w="97" h="98" extrusionOk="0">
                  <a:moveTo>
                    <a:pt x="24" y="1"/>
                  </a:moveTo>
                  <a:lnTo>
                    <a:pt x="0" y="25"/>
                  </a:lnTo>
                  <a:lnTo>
                    <a:pt x="0" y="73"/>
                  </a:lnTo>
                  <a:lnTo>
                    <a:pt x="24" y="97"/>
                  </a:lnTo>
                  <a:lnTo>
                    <a:pt x="72" y="97"/>
                  </a:lnTo>
                  <a:lnTo>
                    <a:pt x="96" y="73"/>
                  </a:lnTo>
                  <a:lnTo>
                    <a:pt x="96"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
            <p:cNvSpPr/>
            <p:nvPr/>
          </p:nvSpPr>
          <p:spPr>
            <a:xfrm>
              <a:off x="2166375" y="2471700"/>
              <a:ext cx="2450" cy="2425"/>
            </a:xfrm>
            <a:custGeom>
              <a:avLst/>
              <a:gdLst/>
              <a:ahLst/>
              <a:cxnLst/>
              <a:rect l="l" t="t" r="r" b="b"/>
              <a:pathLst>
                <a:path w="98" h="97" extrusionOk="0">
                  <a:moveTo>
                    <a:pt x="73" y="1"/>
                  </a:moveTo>
                  <a:lnTo>
                    <a:pt x="1" y="25"/>
                  </a:lnTo>
                  <a:lnTo>
                    <a:pt x="1" y="49"/>
                  </a:lnTo>
                  <a:lnTo>
                    <a:pt x="1" y="73"/>
                  </a:lnTo>
                  <a:lnTo>
                    <a:pt x="49" y="97"/>
                  </a:lnTo>
                  <a:lnTo>
                    <a:pt x="73" y="97"/>
                  </a:lnTo>
                  <a:lnTo>
                    <a:pt x="97"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
            <p:cNvSpPr/>
            <p:nvPr/>
          </p:nvSpPr>
          <p:spPr>
            <a:xfrm>
              <a:off x="2423975" y="2004075"/>
              <a:ext cx="3625" cy="3050"/>
            </a:xfrm>
            <a:custGeom>
              <a:avLst/>
              <a:gdLst/>
              <a:ahLst/>
              <a:cxnLst/>
              <a:rect l="l" t="t" r="r" b="b"/>
              <a:pathLst>
                <a:path w="145" h="122" extrusionOk="0">
                  <a:moveTo>
                    <a:pt x="72" y="1"/>
                  </a:moveTo>
                  <a:lnTo>
                    <a:pt x="0" y="49"/>
                  </a:lnTo>
                  <a:lnTo>
                    <a:pt x="0" y="73"/>
                  </a:lnTo>
                  <a:lnTo>
                    <a:pt x="24" y="121"/>
                  </a:lnTo>
                  <a:lnTo>
                    <a:pt x="72"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
            <p:cNvSpPr/>
            <p:nvPr/>
          </p:nvSpPr>
          <p:spPr>
            <a:xfrm>
              <a:off x="1823350" y="1970375"/>
              <a:ext cx="3025" cy="3050"/>
            </a:xfrm>
            <a:custGeom>
              <a:avLst/>
              <a:gdLst/>
              <a:ahLst/>
              <a:cxnLst/>
              <a:rect l="l" t="t" r="r" b="b"/>
              <a:pathLst>
                <a:path w="121" h="122" extrusionOk="0">
                  <a:moveTo>
                    <a:pt x="48" y="1"/>
                  </a:moveTo>
                  <a:lnTo>
                    <a:pt x="24" y="25"/>
                  </a:lnTo>
                  <a:lnTo>
                    <a:pt x="0" y="49"/>
                  </a:lnTo>
                  <a:lnTo>
                    <a:pt x="0" y="73"/>
                  </a:lnTo>
                  <a:lnTo>
                    <a:pt x="48" y="121"/>
                  </a:lnTo>
                  <a:lnTo>
                    <a:pt x="72" y="121"/>
                  </a:lnTo>
                  <a:lnTo>
                    <a:pt x="96" y="97"/>
                  </a:lnTo>
                  <a:lnTo>
                    <a:pt x="120" y="73"/>
                  </a:lnTo>
                  <a:lnTo>
                    <a:pt x="120"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
            <p:cNvSpPr/>
            <p:nvPr/>
          </p:nvSpPr>
          <p:spPr>
            <a:xfrm>
              <a:off x="1914825" y="2019125"/>
              <a:ext cx="3625" cy="3025"/>
            </a:xfrm>
            <a:custGeom>
              <a:avLst/>
              <a:gdLst/>
              <a:ahLst/>
              <a:cxnLst/>
              <a:rect l="l" t="t" r="r" b="b"/>
              <a:pathLst>
                <a:path w="145" h="121" extrusionOk="0">
                  <a:moveTo>
                    <a:pt x="48" y="1"/>
                  </a:moveTo>
                  <a:lnTo>
                    <a:pt x="24" y="25"/>
                  </a:lnTo>
                  <a:lnTo>
                    <a:pt x="0" y="73"/>
                  </a:lnTo>
                  <a:lnTo>
                    <a:pt x="48" y="121"/>
                  </a:lnTo>
                  <a:lnTo>
                    <a:pt x="96" y="121"/>
                  </a:lnTo>
                  <a:lnTo>
                    <a:pt x="145" y="97"/>
                  </a:lnTo>
                  <a:lnTo>
                    <a:pt x="145"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
            <p:cNvSpPr/>
            <p:nvPr/>
          </p:nvSpPr>
          <p:spPr>
            <a:xfrm>
              <a:off x="2397475" y="2362175"/>
              <a:ext cx="2450" cy="2425"/>
            </a:xfrm>
            <a:custGeom>
              <a:avLst/>
              <a:gdLst/>
              <a:ahLst/>
              <a:cxnLst/>
              <a:rect l="l" t="t" r="r" b="b"/>
              <a:pathLst>
                <a:path w="98" h="97" extrusionOk="0">
                  <a:moveTo>
                    <a:pt x="49" y="0"/>
                  </a:moveTo>
                  <a:lnTo>
                    <a:pt x="1" y="24"/>
                  </a:lnTo>
                  <a:lnTo>
                    <a:pt x="1" y="48"/>
                  </a:lnTo>
                  <a:lnTo>
                    <a:pt x="25" y="73"/>
                  </a:lnTo>
                  <a:lnTo>
                    <a:pt x="73" y="97"/>
                  </a:lnTo>
                  <a:lnTo>
                    <a:pt x="97"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
            <p:cNvSpPr/>
            <p:nvPr/>
          </p:nvSpPr>
          <p:spPr>
            <a:xfrm>
              <a:off x="2240400" y="1803675"/>
              <a:ext cx="3650" cy="2425"/>
            </a:xfrm>
            <a:custGeom>
              <a:avLst/>
              <a:gdLst/>
              <a:ahLst/>
              <a:cxnLst/>
              <a:rect l="l" t="t" r="r" b="b"/>
              <a:pathLst>
                <a:path w="146" h="97" extrusionOk="0">
                  <a:moveTo>
                    <a:pt x="49" y="0"/>
                  </a:moveTo>
                  <a:lnTo>
                    <a:pt x="25" y="25"/>
                  </a:lnTo>
                  <a:lnTo>
                    <a:pt x="1" y="49"/>
                  </a:lnTo>
                  <a:lnTo>
                    <a:pt x="25" y="73"/>
                  </a:lnTo>
                  <a:lnTo>
                    <a:pt x="49" y="97"/>
                  </a:lnTo>
                  <a:lnTo>
                    <a:pt x="97" y="97"/>
                  </a:lnTo>
                  <a:lnTo>
                    <a:pt x="145" y="73"/>
                  </a:lnTo>
                  <a:lnTo>
                    <a:pt x="145" y="25"/>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
            <p:cNvSpPr/>
            <p:nvPr/>
          </p:nvSpPr>
          <p:spPr>
            <a:xfrm>
              <a:off x="2028575" y="1904175"/>
              <a:ext cx="2425" cy="2425"/>
            </a:xfrm>
            <a:custGeom>
              <a:avLst/>
              <a:gdLst/>
              <a:ahLst/>
              <a:cxnLst/>
              <a:rect l="l" t="t" r="r" b="b"/>
              <a:pathLst>
                <a:path w="97" h="97" extrusionOk="0">
                  <a:moveTo>
                    <a:pt x="48" y="1"/>
                  </a:moveTo>
                  <a:lnTo>
                    <a:pt x="0" y="25"/>
                  </a:lnTo>
                  <a:lnTo>
                    <a:pt x="0" y="49"/>
                  </a:lnTo>
                  <a:lnTo>
                    <a:pt x="24" y="97"/>
                  </a:lnTo>
                  <a:lnTo>
                    <a:pt x="96" y="97"/>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
            <p:cNvSpPr/>
            <p:nvPr/>
          </p:nvSpPr>
          <p:spPr>
            <a:xfrm>
              <a:off x="2041200" y="1921625"/>
              <a:ext cx="3650" cy="2450"/>
            </a:xfrm>
            <a:custGeom>
              <a:avLst/>
              <a:gdLst/>
              <a:ahLst/>
              <a:cxnLst/>
              <a:rect l="l" t="t" r="r" b="b"/>
              <a:pathLst>
                <a:path w="146" h="98" extrusionOk="0">
                  <a:moveTo>
                    <a:pt x="73" y="1"/>
                  </a:moveTo>
                  <a:lnTo>
                    <a:pt x="25" y="25"/>
                  </a:lnTo>
                  <a:lnTo>
                    <a:pt x="1" y="49"/>
                  </a:lnTo>
                  <a:lnTo>
                    <a:pt x="1" y="73"/>
                  </a:lnTo>
                  <a:lnTo>
                    <a:pt x="73" y="97"/>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
            <p:cNvSpPr/>
            <p:nvPr/>
          </p:nvSpPr>
          <p:spPr>
            <a:xfrm>
              <a:off x="1939500" y="1923450"/>
              <a:ext cx="2425" cy="3025"/>
            </a:xfrm>
            <a:custGeom>
              <a:avLst/>
              <a:gdLst/>
              <a:ahLst/>
              <a:cxnLst/>
              <a:rect l="l" t="t" r="r" b="b"/>
              <a:pathLst>
                <a:path w="97" h="121" extrusionOk="0">
                  <a:moveTo>
                    <a:pt x="24" y="0"/>
                  </a:moveTo>
                  <a:lnTo>
                    <a:pt x="0" y="24"/>
                  </a:lnTo>
                  <a:lnTo>
                    <a:pt x="24" y="96"/>
                  </a:lnTo>
                  <a:lnTo>
                    <a:pt x="48" y="120"/>
                  </a:lnTo>
                  <a:lnTo>
                    <a:pt x="96" y="96"/>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
            <p:cNvSpPr/>
            <p:nvPr/>
          </p:nvSpPr>
          <p:spPr>
            <a:xfrm>
              <a:off x="1911800" y="1927650"/>
              <a:ext cx="3050" cy="2425"/>
            </a:xfrm>
            <a:custGeom>
              <a:avLst/>
              <a:gdLst/>
              <a:ahLst/>
              <a:cxnLst/>
              <a:rect l="l" t="t" r="r" b="b"/>
              <a:pathLst>
                <a:path w="122" h="97" extrusionOk="0">
                  <a:moveTo>
                    <a:pt x="49" y="1"/>
                  </a:moveTo>
                  <a:lnTo>
                    <a:pt x="1" y="49"/>
                  </a:lnTo>
                  <a:lnTo>
                    <a:pt x="25" y="97"/>
                  </a:lnTo>
                  <a:lnTo>
                    <a:pt x="97"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
            <p:cNvSpPr/>
            <p:nvPr/>
          </p:nvSpPr>
          <p:spPr>
            <a:xfrm>
              <a:off x="2061075" y="2017325"/>
              <a:ext cx="3625" cy="3025"/>
            </a:xfrm>
            <a:custGeom>
              <a:avLst/>
              <a:gdLst/>
              <a:ahLst/>
              <a:cxnLst/>
              <a:rect l="l" t="t" r="r" b="b"/>
              <a:pathLst>
                <a:path w="145" h="121" extrusionOk="0">
                  <a:moveTo>
                    <a:pt x="72" y="0"/>
                  </a:moveTo>
                  <a:lnTo>
                    <a:pt x="48" y="24"/>
                  </a:lnTo>
                  <a:lnTo>
                    <a:pt x="0" y="49"/>
                  </a:lnTo>
                  <a:lnTo>
                    <a:pt x="0" y="73"/>
                  </a:lnTo>
                  <a:lnTo>
                    <a:pt x="24" y="97"/>
                  </a:lnTo>
                  <a:lnTo>
                    <a:pt x="72" y="121"/>
                  </a:lnTo>
                  <a:lnTo>
                    <a:pt x="120" y="97"/>
                  </a:lnTo>
                  <a:lnTo>
                    <a:pt x="144" y="73"/>
                  </a:lnTo>
                  <a:lnTo>
                    <a:pt x="120"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
            <p:cNvSpPr/>
            <p:nvPr/>
          </p:nvSpPr>
          <p:spPr>
            <a:xfrm>
              <a:off x="2209725" y="2335100"/>
              <a:ext cx="2425" cy="3025"/>
            </a:xfrm>
            <a:custGeom>
              <a:avLst/>
              <a:gdLst/>
              <a:ahLst/>
              <a:cxnLst/>
              <a:rect l="l" t="t" r="r" b="b"/>
              <a:pathLst>
                <a:path w="97" h="121" extrusionOk="0">
                  <a:moveTo>
                    <a:pt x="72" y="0"/>
                  </a:moveTo>
                  <a:lnTo>
                    <a:pt x="24" y="24"/>
                  </a:lnTo>
                  <a:lnTo>
                    <a:pt x="0" y="72"/>
                  </a:lnTo>
                  <a:lnTo>
                    <a:pt x="24" y="120"/>
                  </a:lnTo>
                  <a:lnTo>
                    <a:pt x="72" y="120"/>
                  </a:lnTo>
                  <a:lnTo>
                    <a:pt x="96"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
            <p:cNvSpPr/>
            <p:nvPr/>
          </p:nvSpPr>
          <p:spPr>
            <a:xfrm>
              <a:off x="1920825" y="2032375"/>
              <a:ext cx="2450" cy="3025"/>
            </a:xfrm>
            <a:custGeom>
              <a:avLst/>
              <a:gdLst/>
              <a:ahLst/>
              <a:cxnLst/>
              <a:rect l="l" t="t" r="r" b="b"/>
              <a:pathLst>
                <a:path w="98" h="121" extrusionOk="0">
                  <a:moveTo>
                    <a:pt x="49" y="0"/>
                  </a:moveTo>
                  <a:lnTo>
                    <a:pt x="1" y="24"/>
                  </a:lnTo>
                  <a:lnTo>
                    <a:pt x="1" y="72"/>
                  </a:lnTo>
                  <a:lnTo>
                    <a:pt x="25" y="121"/>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
            <p:cNvSpPr/>
            <p:nvPr/>
          </p:nvSpPr>
          <p:spPr>
            <a:xfrm>
              <a:off x="2403500" y="2484950"/>
              <a:ext cx="3050" cy="3025"/>
            </a:xfrm>
            <a:custGeom>
              <a:avLst/>
              <a:gdLst/>
              <a:ahLst/>
              <a:cxnLst/>
              <a:rect l="l" t="t" r="r" b="b"/>
              <a:pathLst>
                <a:path w="122" h="121" extrusionOk="0">
                  <a:moveTo>
                    <a:pt x="49" y="0"/>
                  </a:moveTo>
                  <a:lnTo>
                    <a:pt x="1" y="24"/>
                  </a:lnTo>
                  <a:lnTo>
                    <a:pt x="1" y="72"/>
                  </a:lnTo>
                  <a:lnTo>
                    <a:pt x="1" y="97"/>
                  </a:lnTo>
                  <a:lnTo>
                    <a:pt x="25" y="121"/>
                  </a:lnTo>
                  <a:lnTo>
                    <a:pt x="73" y="121"/>
                  </a:lnTo>
                  <a:lnTo>
                    <a:pt x="97" y="97"/>
                  </a:lnTo>
                  <a:lnTo>
                    <a:pt x="121"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
            <p:cNvSpPr/>
            <p:nvPr/>
          </p:nvSpPr>
          <p:spPr>
            <a:xfrm>
              <a:off x="2078525" y="1822925"/>
              <a:ext cx="2425" cy="2450"/>
            </a:xfrm>
            <a:custGeom>
              <a:avLst/>
              <a:gdLst/>
              <a:ahLst/>
              <a:cxnLst/>
              <a:rect l="l" t="t" r="r" b="b"/>
              <a:pathLst>
                <a:path w="97" h="98" extrusionOk="0">
                  <a:moveTo>
                    <a:pt x="24" y="1"/>
                  </a:moveTo>
                  <a:lnTo>
                    <a:pt x="0" y="49"/>
                  </a:lnTo>
                  <a:lnTo>
                    <a:pt x="0" y="73"/>
                  </a:lnTo>
                  <a:lnTo>
                    <a:pt x="0" y="97"/>
                  </a:lnTo>
                  <a:lnTo>
                    <a:pt x="72"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
            <p:cNvSpPr/>
            <p:nvPr/>
          </p:nvSpPr>
          <p:spPr>
            <a:xfrm>
              <a:off x="2075500" y="1819925"/>
              <a:ext cx="1825" cy="2425"/>
            </a:xfrm>
            <a:custGeom>
              <a:avLst/>
              <a:gdLst/>
              <a:ahLst/>
              <a:cxnLst/>
              <a:rect l="l" t="t" r="r" b="b"/>
              <a:pathLst>
                <a:path w="73" h="97" extrusionOk="0">
                  <a:moveTo>
                    <a:pt x="25" y="0"/>
                  </a:moveTo>
                  <a:lnTo>
                    <a:pt x="1" y="49"/>
                  </a:lnTo>
                  <a:lnTo>
                    <a:pt x="1" y="97"/>
                  </a:lnTo>
                  <a:lnTo>
                    <a:pt x="73" y="97"/>
                  </a:lnTo>
                  <a:lnTo>
                    <a:pt x="73"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
            <p:cNvSpPr/>
            <p:nvPr/>
          </p:nvSpPr>
          <p:spPr>
            <a:xfrm>
              <a:off x="1960550" y="2004675"/>
              <a:ext cx="1825" cy="2450"/>
            </a:xfrm>
            <a:custGeom>
              <a:avLst/>
              <a:gdLst/>
              <a:ahLst/>
              <a:cxnLst/>
              <a:rect l="l" t="t" r="r" b="b"/>
              <a:pathLst>
                <a:path w="73" h="98" extrusionOk="0">
                  <a:moveTo>
                    <a:pt x="25" y="1"/>
                  </a:moveTo>
                  <a:lnTo>
                    <a:pt x="1" y="25"/>
                  </a:lnTo>
                  <a:lnTo>
                    <a:pt x="1" y="73"/>
                  </a:lnTo>
                  <a:lnTo>
                    <a:pt x="1" y="97"/>
                  </a:lnTo>
                  <a:lnTo>
                    <a:pt x="49" y="97"/>
                  </a:lnTo>
                  <a:lnTo>
                    <a:pt x="73" y="73"/>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
            <p:cNvSpPr/>
            <p:nvPr/>
          </p:nvSpPr>
          <p:spPr>
            <a:xfrm>
              <a:off x="2354750" y="1968575"/>
              <a:ext cx="1825" cy="3025"/>
            </a:xfrm>
            <a:custGeom>
              <a:avLst/>
              <a:gdLst/>
              <a:ahLst/>
              <a:cxnLst/>
              <a:rect l="l" t="t" r="r" b="b"/>
              <a:pathLst>
                <a:path w="73" h="121" extrusionOk="0">
                  <a:moveTo>
                    <a:pt x="49" y="0"/>
                  </a:moveTo>
                  <a:lnTo>
                    <a:pt x="25" y="25"/>
                  </a:lnTo>
                  <a:lnTo>
                    <a:pt x="1" y="73"/>
                  </a:lnTo>
                  <a:lnTo>
                    <a:pt x="1" y="97"/>
                  </a:lnTo>
                  <a:lnTo>
                    <a:pt x="1" y="121"/>
                  </a:lnTo>
                  <a:lnTo>
                    <a:pt x="49" y="121"/>
                  </a:lnTo>
                  <a:lnTo>
                    <a:pt x="73" y="73"/>
                  </a:lnTo>
                  <a:lnTo>
                    <a:pt x="73"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
            <p:cNvSpPr/>
            <p:nvPr/>
          </p:nvSpPr>
          <p:spPr>
            <a:xfrm>
              <a:off x="1858250" y="2049825"/>
              <a:ext cx="2425" cy="3025"/>
            </a:xfrm>
            <a:custGeom>
              <a:avLst/>
              <a:gdLst/>
              <a:ahLst/>
              <a:cxnLst/>
              <a:rect l="l" t="t" r="r" b="b"/>
              <a:pathLst>
                <a:path w="97" h="121" extrusionOk="0">
                  <a:moveTo>
                    <a:pt x="24" y="0"/>
                  </a:moveTo>
                  <a:lnTo>
                    <a:pt x="0" y="24"/>
                  </a:lnTo>
                  <a:lnTo>
                    <a:pt x="24" y="97"/>
                  </a:lnTo>
                  <a:lnTo>
                    <a:pt x="48" y="121"/>
                  </a:lnTo>
                  <a:lnTo>
                    <a:pt x="97" y="97"/>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
            <p:cNvSpPr/>
            <p:nvPr/>
          </p:nvSpPr>
          <p:spPr>
            <a:xfrm>
              <a:off x="2265075" y="2500000"/>
              <a:ext cx="3050" cy="2425"/>
            </a:xfrm>
            <a:custGeom>
              <a:avLst/>
              <a:gdLst/>
              <a:ahLst/>
              <a:cxnLst/>
              <a:rect l="l" t="t" r="r" b="b"/>
              <a:pathLst>
                <a:path w="122" h="97" extrusionOk="0">
                  <a:moveTo>
                    <a:pt x="73" y="0"/>
                  </a:moveTo>
                  <a:lnTo>
                    <a:pt x="25" y="24"/>
                  </a:lnTo>
                  <a:lnTo>
                    <a:pt x="1" y="72"/>
                  </a:lnTo>
                  <a:lnTo>
                    <a:pt x="25" y="96"/>
                  </a:lnTo>
                  <a:lnTo>
                    <a:pt x="97" y="96"/>
                  </a:lnTo>
                  <a:lnTo>
                    <a:pt x="121"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
            <p:cNvSpPr/>
            <p:nvPr/>
          </p:nvSpPr>
          <p:spPr>
            <a:xfrm>
              <a:off x="2405925" y="2478925"/>
              <a:ext cx="3025" cy="2425"/>
            </a:xfrm>
            <a:custGeom>
              <a:avLst/>
              <a:gdLst/>
              <a:ahLst/>
              <a:cxnLst/>
              <a:rect l="l" t="t" r="r" b="b"/>
              <a:pathLst>
                <a:path w="121" h="97" extrusionOk="0">
                  <a:moveTo>
                    <a:pt x="24" y="1"/>
                  </a:moveTo>
                  <a:lnTo>
                    <a:pt x="0" y="49"/>
                  </a:lnTo>
                  <a:lnTo>
                    <a:pt x="24" y="73"/>
                  </a:lnTo>
                  <a:lnTo>
                    <a:pt x="72" y="97"/>
                  </a:lnTo>
                  <a:lnTo>
                    <a:pt x="120" y="49"/>
                  </a:lnTo>
                  <a:lnTo>
                    <a:pt x="120"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
            <p:cNvSpPr/>
            <p:nvPr/>
          </p:nvSpPr>
          <p:spPr>
            <a:xfrm>
              <a:off x="2105000" y="1916225"/>
              <a:ext cx="2425" cy="2425"/>
            </a:xfrm>
            <a:custGeom>
              <a:avLst/>
              <a:gdLst/>
              <a:ahLst/>
              <a:cxnLst/>
              <a:rect l="l" t="t" r="r" b="b"/>
              <a:pathLst>
                <a:path w="97" h="97" extrusionOk="0">
                  <a:moveTo>
                    <a:pt x="24" y="0"/>
                  </a:moveTo>
                  <a:lnTo>
                    <a:pt x="0" y="24"/>
                  </a:lnTo>
                  <a:lnTo>
                    <a:pt x="0" y="72"/>
                  </a:lnTo>
                  <a:lnTo>
                    <a:pt x="24" y="96"/>
                  </a:lnTo>
                  <a:lnTo>
                    <a:pt x="49" y="96"/>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
            <p:cNvSpPr/>
            <p:nvPr/>
          </p:nvSpPr>
          <p:spPr>
            <a:xfrm>
              <a:off x="2332500" y="2384450"/>
              <a:ext cx="3025" cy="3025"/>
            </a:xfrm>
            <a:custGeom>
              <a:avLst/>
              <a:gdLst/>
              <a:ahLst/>
              <a:cxnLst/>
              <a:rect l="l" t="t" r="r" b="b"/>
              <a:pathLst>
                <a:path w="121" h="121" extrusionOk="0">
                  <a:moveTo>
                    <a:pt x="72" y="0"/>
                  </a:moveTo>
                  <a:lnTo>
                    <a:pt x="24" y="48"/>
                  </a:lnTo>
                  <a:lnTo>
                    <a:pt x="0" y="96"/>
                  </a:lnTo>
                  <a:lnTo>
                    <a:pt x="48" y="120"/>
                  </a:lnTo>
                  <a:lnTo>
                    <a:pt x="72" y="96"/>
                  </a:lnTo>
                  <a:lnTo>
                    <a:pt x="120"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
            <p:cNvSpPr/>
            <p:nvPr/>
          </p:nvSpPr>
          <p:spPr>
            <a:xfrm>
              <a:off x="2316850" y="2388650"/>
              <a:ext cx="2425" cy="2425"/>
            </a:xfrm>
            <a:custGeom>
              <a:avLst/>
              <a:gdLst/>
              <a:ahLst/>
              <a:cxnLst/>
              <a:rect l="l" t="t" r="r" b="b"/>
              <a:pathLst>
                <a:path w="97" h="97" extrusionOk="0">
                  <a:moveTo>
                    <a:pt x="24" y="1"/>
                  </a:moveTo>
                  <a:lnTo>
                    <a:pt x="0" y="25"/>
                  </a:lnTo>
                  <a:lnTo>
                    <a:pt x="0" y="97"/>
                  </a:lnTo>
                  <a:lnTo>
                    <a:pt x="48"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
            <p:cNvSpPr/>
            <p:nvPr/>
          </p:nvSpPr>
          <p:spPr>
            <a:xfrm>
              <a:off x="1890150" y="1955325"/>
              <a:ext cx="2425" cy="3050"/>
            </a:xfrm>
            <a:custGeom>
              <a:avLst/>
              <a:gdLst/>
              <a:ahLst/>
              <a:cxnLst/>
              <a:rect l="l" t="t" r="r" b="b"/>
              <a:pathLst>
                <a:path w="97" h="122" extrusionOk="0">
                  <a:moveTo>
                    <a:pt x="48" y="1"/>
                  </a:moveTo>
                  <a:lnTo>
                    <a:pt x="24" y="25"/>
                  </a:lnTo>
                  <a:lnTo>
                    <a:pt x="0" y="73"/>
                  </a:lnTo>
                  <a:lnTo>
                    <a:pt x="24" y="121"/>
                  </a:lnTo>
                  <a:lnTo>
                    <a:pt x="72" y="121"/>
                  </a:lnTo>
                  <a:lnTo>
                    <a:pt x="96"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
            <p:cNvSpPr/>
            <p:nvPr/>
          </p:nvSpPr>
          <p:spPr>
            <a:xfrm>
              <a:off x="1837175" y="1980600"/>
              <a:ext cx="2450" cy="2450"/>
            </a:xfrm>
            <a:custGeom>
              <a:avLst/>
              <a:gdLst/>
              <a:ahLst/>
              <a:cxnLst/>
              <a:rect l="l" t="t" r="r" b="b"/>
              <a:pathLst>
                <a:path w="98" h="98" extrusionOk="0">
                  <a:moveTo>
                    <a:pt x="49" y="1"/>
                  </a:moveTo>
                  <a:lnTo>
                    <a:pt x="1" y="25"/>
                  </a:lnTo>
                  <a:lnTo>
                    <a:pt x="1" y="49"/>
                  </a:lnTo>
                  <a:lnTo>
                    <a:pt x="49" y="73"/>
                  </a:lnTo>
                  <a:lnTo>
                    <a:pt x="73" y="97"/>
                  </a:lnTo>
                  <a:lnTo>
                    <a:pt x="97"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
            <p:cNvSpPr/>
            <p:nvPr/>
          </p:nvSpPr>
          <p:spPr>
            <a:xfrm>
              <a:off x="2323450" y="1807275"/>
              <a:ext cx="3050" cy="2450"/>
            </a:xfrm>
            <a:custGeom>
              <a:avLst/>
              <a:gdLst/>
              <a:ahLst/>
              <a:cxnLst/>
              <a:rect l="l" t="t" r="r" b="b"/>
              <a:pathLst>
                <a:path w="122" h="98" extrusionOk="0">
                  <a:moveTo>
                    <a:pt x="73" y="1"/>
                  </a:moveTo>
                  <a:lnTo>
                    <a:pt x="25" y="25"/>
                  </a:lnTo>
                  <a:lnTo>
                    <a:pt x="1" y="49"/>
                  </a:lnTo>
                  <a:lnTo>
                    <a:pt x="25" y="97"/>
                  </a:lnTo>
                  <a:lnTo>
                    <a:pt x="73"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
            <p:cNvSpPr/>
            <p:nvPr/>
          </p:nvSpPr>
          <p:spPr>
            <a:xfrm>
              <a:off x="2383650" y="1829550"/>
              <a:ext cx="1825" cy="2425"/>
            </a:xfrm>
            <a:custGeom>
              <a:avLst/>
              <a:gdLst/>
              <a:ahLst/>
              <a:cxnLst/>
              <a:rect l="l" t="t" r="r" b="b"/>
              <a:pathLst>
                <a:path w="73" h="97" extrusionOk="0">
                  <a:moveTo>
                    <a:pt x="24" y="1"/>
                  </a:moveTo>
                  <a:lnTo>
                    <a:pt x="0" y="49"/>
                  </a:lnTo>
                  <a:lnTo>
                    <a:pt x="0" y="73"/>
                  </a:lnTo>
                  <a:lnTo>
                    <a:pt x="48" y="97"/>
                  </a:lnTo>
                  <a:lnTo>
                    <a:pt x="73" y="49"/>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
            <p:cNvSpPr/>
            <p:nvPr/>
          </p:nvSpPr>
          <p:spPr>
            <a:xfrm>
              <a:off x="2040000" y="2518650"/>
              <a:ext cx="1225" cy="1225"/>
            </a:xfrm>
            <a:custGeom>
              <a:avLst/>
              <a:gdLst/>
              <a:ahLst/>
              <a:cxnLst/>
              <a:rect l="l" t="t" r="r" b="b"/>
              <a:pathLst>
                <a:path w="49" h="49" extrusionOk="0">
                  <a:moveTo>
                    <a:pt x="0" y="0"/>
                  </a:moveTo>
                  <a:lnTo>
                    <a:pt x="0" y="48"/>
                  </a:lnTo>
                  <a:lnTo>
                    <a:pt x="49" y="48"/>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
            <p:cNvSpPr/>
            <p:nvPr/>
          </p:nvSpPr>
          <p:spPr>
            <a:xfrm>
              <a:off x="2106200" y="2522850"/>
              <a:ext cx="1225" cy="1225"/>
            </a:xfrm>
            <a:custGeom>
              <a:avLst/>
              <a:gdLst/>
              <a:ahLst/>
              <a:cxnLst/>
              <a:rect l="l" t="t" r="r" b="b"/>
              <a:pathLst>
                <a:path w="49" h="49" extrusionOk="0">
                  <a:moveTo>
                    <a:pt x="1" y="1"/>
                  </a:moveTo>
                  <a:lnTo>
                    <a:pt x="1" y="25"/>
                  </a:lnTo>
                  <a:lnTo>
                    <a:pt x="25"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
            <p:cNvSpPr/>
            <p:nvPr/>
          </p:nvSpPr>
          <p:spPr>
            <a:xfrm>
              <a:off x="2085750" y="2451850"/>
              <a:ext cx="2425" cy="1825"/>
            </a:xfrm>
            <a:custGeom>
              <a:avLst/>
              <a:gdLst/>
              <a:ahLst/>
              <a:cxnLst/>
              <a:rect l="l" t="t" r="r" b="b"/>
              <a:pathLst>
                <a:path w="97" h="73" extrusionOk="0">
                  <a:moveTo>
                    <a:pt x="24" y="0"/>
                  </a:moveTo>
                  <a:lnTo>
                    <a:pt x="0" y="24"/>
                  </a:lnTo>
                  <a:lnTo>
                    <a:pt x="0" y="48"/>
                  </a:lnTo>
                  <a:lnTo>
                    <a:pt x="24" y="72"/>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
            <p:cNvSpPr/>
            <p:nvPr/>
          </p:nvSpPr>
          <p:spPr>
            <a:xfrm>
              <a:off x="2159775" y="2429575"/>
              <a:ext cx="1825" cy="1825"/>
            </a:xfrm>
            <a:custGeom>
              <a:avLst/>
              <a:gdLst/>
              <a:ahLst/>
              <a:cxnLst/>
              <a:rect l="l" t="t" r="r" b="b"/>
              <a:pathLst>
                <a:path w="73" h="73" extrusionOk="0">
                  <a:moveTo>
                    <a:pt x="48" y="1"/>
                  </a:moveTo>
                  <a:lnTo>
                    <a:pt x="0" y="25"/>
                  </a:lnTo>
                  <a:lnTo>
                    <a:pt x="0" y="49"/>
                  </a:lnTo>
                  <a:lnTo>
                    <a:pt x="24" y="73"/>
                  </a:lnTo>
                  <a:lnTo>
                    <a:pt x="72"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
            <p:cNvSpPr/>
            <p:nvPr/>
          </p:nvSpPr>
          <p:spPr>
            <a:xfrm>
              <a:off x="2177225" y="2409125"/>
              <a:ext cx="1825" cy="2425"/>
            </a:xfrm>
            <a:custGeom>
              <a:avLst/>
              <a:gdLst/>
              <a:ahLst/>
              <a:cxnLst/>
              <a:rect l="l" t="t" r="r" b="b"/>
              <a:pathLst>
                <a:path w="73" h="97" extrusionOk="0">
                  <a:moveTo>
                    <a:pt x="48" y="0"/>
                  </a:moveTo>
                  <a:lnTo>
                    <a:pt x="0" y="24"/>
                  </a:lnTo>
                  <a:lnTo>
                    <a:pt x="0" y="48"/>
                  </a:lnTo>
                  <a:lnTo>
                    <a:pt x="24" y="96"/>
                  </a:lnTo>
                  <a:lnTo>
                    <a:pt x="48" y="72"/>
                  </a:lnTo>
                  <a:lnTo>
                    <a:pt x="72" y="48"/>
                  </a:lnTo>
                  <a:lnTo>
                    <a:pt x="72"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
            <p:cNvSpPr/>
            <p:nvPr/>
          </p:nvSpPr>
          <p:spPr>
            <a:xfrm>
              <a:off x="2336100" y="2477125"/>
              <a:ext cx="2425" cy="1825"/>
            </a:xfrm>
            <a:custGeom>
              <a:avLst/>
              <a:gdLst/>
              <a:ahLst/>
              <a:cxnLst/>
              <a:rect l="l" t="t" r="r" b="b"/>
              <a:pathLst>
                <a:path w="97" h="73" extrusionOk="0">
                  <a:moveTo>
                    <a:pt x="25" y="0"/>
                  </a:moveTo>
                  <a:lnTo>
                    <a:pt x="1" y="48"/>
                  </a:lnTo>
                  <a:lnTo>
                    <a:pt x="49" y="73"/>
                  </a:lnTo>
                  <a:lnTo>
                    <a:pt x="73" y="73"/>
                  </a:lnTo>
                  <a:lnTo>
                    <a:pt x="97"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
            <p:cNvSpPr/>
            <p:nvPr/>
          </p:nvSpPr>
          <p:spPr>
            <a:xfrm>
              <a:off x="2271100" y="2436800"/>
              <a:ext cx="2425" cy="2425"/>
            </a:xfrm>
            <a:custGeom>
              <a:avLst/>
              <a:gdLst/>
              <a:ahLst/>
              <a:cxnLst/>
              <a:rect l="l" t="t" r="r" b="b"/>
              <a:pathLst>
                <a:path w="97" h="97" extrusionOk="0">
                  <a:moveTo>
                    <a:pt x="73" y="0"/>
                  </a:moveTo>
                  <a:lnTo>
                    <a:pt x="49" y="24"/>
                  </a:lnTo>
                  <a:lnTo>
                    <a:pt x="1" y="49"/>
                  </a:lnTo>
                  <a:lnTo>
                    <a:pt x="1" y="73"/>
                  </a:lnTo>
                  <a:lnTo>
                    <a:pt x="49" y="97"/>
                  </a:lnTo>
                  <a:lnTo>
                    <a:pt x="73" y="73"/>
                  </a:lnTo>
                  <a:lnTo>
                    <a:pt x="97"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
            <p:cNvSpPr/>
            <p:nvPr/>
          </p:nvSpPr>
          <p:spPr>
            <a:xfrm>
              <a:off x="2253050" y="2417550"/>
              <a:ext cx="1825" cy="1825"/>
            </a:xfrm>
            <a:custGeom>
              <a:avLst/>
              <a:gdLst/>
              <a:ahLst/>
              <a:cxnLst/>
              <a:rect l="l" t="t" r="r" b="b"/>
              <a:pathLst>
                <a:path w="73" h="73" extrusionOk="0">
                  <a:moveTo>
                    <a:pt x="0" y="0"/>
                  </a:moveTo>
                  <a:lnTo>
                    <a:pt x="0" y="48"/>
                  </a:lnTo>
                  <a:lnTo>
                    <a:pt x="24" y="72"/>
                  </a:lnTo>
                  <a:lnTo>
                    <a:pt x="49" y="48"/>
                  </a:lnTo>
                  <a:lnTo>
                    <a:pt x="73"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
            <p:cNvSpPr/>
            <p:nvPr/>
          </p:nvSpPr>
          <p:spPr>
            <a:xfrm>
              <a:off x="2172400" y="2366975"/>
              <a:ext cx="2425" cy="2450"/>
            </a:xfrm>
            <a:custGeom>
              <a:avLst/>
              <a:gdLst/>
              <a:ahLst/>
              <a:cxnLst/>
              <a:rect l="l" t="t" r="r" b="b"/>
              <a:pathLst>
                <a:path w="97" h="98" extrusionOk="0">
                  <a:moveTo>
                    <a:pt x="49" y="1"/>
                  </a:moveTo>
                  <a:lnTo>
                    <a:pt x="1" y="25"/>
                  </a:lnTo>
                  <a:lnTo>
                    <a:pt x="1" y="49"/>
                  </a:lnTo>
                  <a:lnTo>
                    <a:pt x="25" y="97"/>
                  </a:lnTo>
                  <a:lnTo>
                    <a:pt x="49" y="97"/>
                  </a:lnTo>
                  <a:lnTo>
                    <a:pt x="73" y="73"/>
                  </a:lnTo>
                  <a:lnTo>
                    <a:pt x="97"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
            <p:cNvSpPr/>
            <p:nvPr/>
          </p:nvSpPr>
          <p:spPr>
            <a:xfrm>
              <a:off x="2341525" y="2435600"/>
              <a:ext cx="1825" cy="1825"/>
            </a:xfrm>
            <a:custGeom>
              <a:avLst/>
              <a:gdLst/>
              <a:ahLst/>
              <a:cxnLst/>
              <a:rect l="l" t="t" r="r" b="b"/>
              <a:pathLst>
                <a:path w="73" h="73" extrusionOk="0">
                  <a:moveTo>
                    <a:pt x="48" y="0"/>
                  </a:moveTo>
                  <a:lnTo>
                    <a:pt x="0" y="24"/>
                  </a:lnTo>
                  <a:lnTo>
                    <a:pt x="0" y="48"/>
                  </a:lnTo>
                  <a:lnTo>
                    <a:pt x="24" y="72"/>
                  </a:lnTo>
                  <a:lnTo>
                    <a:pt x="72"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
            <p:cNvSpPr/>
            <p:nvPr/>
          </p:nvSpPr>
          <p:spPr>
            <a:xfrm>
              <a:off x="2268700" y="2359150"/>
              <a:ext cx="1825" cy="3050"/>
            </a:xfrm>
            <a:custGeom>
              <a:avLst/>
              <a:gdLst/>
              <a:ahLst/>
              <a:cxnLst/>
              <a:rect l="l" t="t" r="r" b="b"/>
              <a:pathLst>
                <a:path w="73" h="122" extrusionOk="0">
                  <a:moveTo>
                    <a:pt x="24" y="1"/>
                  </a:moveTo>
                  <a:lnTo>
                    <a:pt x="0" y="49"/>
                  </a:lnTo>
                  <a:lnTo>
                    <a:pt x="0" y="97"/>
                  </a:lnTo>
                  <a:lnTo>
                    <a:pt x="24" y="121"/>
                  </a:lnTo>
                  <a:lnTo>
                    <a:pt x="48" y="97"/>
                  </a:lnTo>
                  <a:lnTo>
                    <a:pt x="73"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
            <p:cNvSpPr/>
            <p:nvPr/>
          </p:nvSpPr>
          <p:spPr>
            <a:xfrm>
              <a:off x="2311425" y="2298375"/>
              <a:ext cx="2425" cy="1825"/>
            </a:xfrm>
            <a:custGeom>
              <a:avLst/>
              <a:gdLst/>
              <a:ahLst/>
              <a:cxnLst/>
              <a:rect l="l" t="t" r="r" b="b"/>
              <a:pathLst>
                <a:path w="97"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
            <p:cNvSpPr/>
            <p:nvPr/>
          </p:nvSpPr>
          <p:spPr>
            <a:xfrm>
              <a:off x="2235600" y="2185225"/>
              <a:ext cx="2425" cy="3050"/>
            </a:xfrm>
            <a:custGeom>
              <a:avLst/>
              <a:gdLst/>
              <a:ahLst/>
              <a:cxnLst/>
              <a:rect l="l" t="t" r="r" b="b"/>
              <a:pathLst>
                <a:path w="97" h="122" extrusionOk="0">
                  <a:moveTo>
                    <a:pt x="48" y="1"/>
                  </a:moveTo>
                  <a:lnTo>
                    <a:pt x="24" y="49"/>
                  </a:lnTo>
                  <a:lnTo>
                    <a:pt x="0" y="73"/>
                  </a:lnTo>
                  <a:lnTo>
                    <a:pt x="24" y="97"/>
                  </a:lnTo>
                  <a:lnTo>
                    <a:pt x="48" y="121"/>
                  </a:lnTo>
                  <a:lnTo>
                    <a:pt x="72" y="97"/>
                  </a:lnTo>
                  <a:lnTo>
                    <a:pt x="97" y="49"/>
                  </a:lnTo>
                  <a:lnTo>
                    <a:pt x="72"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
            <p:cNvSpPr/>
            <p:nvPr/>
          </p:nvSpPr>
          <p:spPr>
            <a:xfrm>
              <a:off x="1973200" y="2011300"/>
              <a:ext cx="2425" cy="2425"/>
            </a:xfrm>
            <a:custGeom>
              <a:avLst/>
              <a:gdLst/>
              <a:ahLst/>
              <a:cxnLst/>
              <a:rect l="l" t="t" r="r" b="b"/>
              <a:pathLst>
                <a:path w="97" h="97" extrusionOk="0">
                  <a:moveTo>
                    <a:pt x="48" y="1"/>
                  </a:moveTo>
                  <a:lnTo>
                    <a:pt x="0" y="25"/>
                  </a:lnTo>
                  <a:lnTo>
                    <a:pt x="24" y="73"/>
                  </a:lnTo>
                  <a:lnTo>
                    <a:pt x="48" y="97"/>
                  </a:lnTo>
                  <a:lnTo>
                    <a:pt x="73"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
            <p:cNvSpPr/>
            <p:nvPr/>
          </p:nvSpPr>
          <p:spPr>
            <a:xfrm>
              <a:off x="1863050" y="1940300"/>
              <a:ext cx="1850" cy="1225"/>
            </a:xfrm>
            <a:custGeom>
              <a:avLst/>
              <a:gdLst/>
              <a:ahLst/>
              <a:cxnLst/>
              <a:rect l="l" t="t" r="r" b="b"/>
              <a:pathLst>
                <a:path w="74" h="49" extrusionOk="0">
                  <a:moveTo>
                    <a:pt x="49" y="0"/>
                  </a:moveTo>
                  <a:lnTo>
                    <a:pt x="1" y="24"/>
                  </a:lnTo>
                  <a:lnTo>
                    <a:pt x="1" y="48"/>
                  </a:lnTo>
                  <a:lnTo>
                    <a:pt x="73"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
            <p:cNvSpPr/>
            <p:nvPr/>
          </p:nvSpPr>
          <p:spPr>
            <a:xfrm>
              <a:off x="1925650" y="1964975"/>
              <a:ext cx="2425" cy="3025"/>
            </a:xfrm>
            <a:custGeom>
              <a:avLst/>
              <a:gdLst/>
              <a:ahLst/>
              <a:cxnLst/>
              <a:rect l="l" t="t" r="r" b="b"/>
              <a:pathLst>
                <a:path w="97" h="121" extrusionOk="0">
                  <a:moveTo>
                    <a:pt x="25" y="0"/>
                  </a:moveTo>
                  <a:lnTo>
                    <a:pt x="1" y="24"/>
                  </a:lnTo>
                  <a:lnTo>
                    <a:pt x="1" y="48"/>
                  </a:lnTo>
                  <a:lnTo>
                    <a:pt x="1" y="72"/>
                  </a:lnTo>
                  <a:lnTo>
                    <a:pt x="25" y="96"/>
                  </a:lnTo>
                  <a:lnTo>
                    <a:pt x="73" y="120"/>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3"/>
            <p:cNvSpPr/>
            <p:nvPr/>
          </p:nvSpPr>
          <p:spPr>
            <a:xfrm>
              <a:off x="2092950" y="2064275"/>
              <a:ext cx="2450" cy="2425"/>
            </a:xfrm>
            <a:custGeom>
              <a:avLst/>
              <a:gdLst/>
              <a:ahLst/>
              <a:cxnLst/>
              <a:rect l="l" t="t" r="r" b="b"/>
              <a:pathLst>
                <a:path w="98" h="97" extrusionOk="0">
                  <a:moveTo>
                    <a:pt x="25" y="0"/>
                  </a:moveTo>
                  <a:lnTo>
                    <a:pt x="1" y="24"/>
                  </a:lnTo>
                  <a:lnTo>
                    <a:pt x="1" y="72"/>
                  </a:lnTo>
                  <a:lnTo>
                    <a:pt x="25" y="96"/>
                  </a:lnTo>
                  <a:lnTo>
                    <a:pt x="49" y="96"/>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
            <p:cNvSpPr/>
            <p:nvPr/>
          </p:nvSpPr>
          <p:spPr>
            <a:xfrm>
              <a:off x="2063475" y="2032375"/>
              <a:ext cx="2425" cy="1825"/>
            </a:xfrm>
            <a:custGeom>
              <a:avLst/>
              <a:gdLst/>
              <a:ahLst/>
              <a:cxnLst/>
              <a:rect l="l" t="t" r="r" b="b"/>
              <a:pathLst>
                <a:path w="97" h="73" extrusionOk="0">
                  <a:moveTo>
                    <a:pt x="24" y="0"/>
                  </a:moveTo>
                  <a:lnTo>
                    <a:pt x="0" y="24"/>
                  </a:lnTo>
                  <a:lnTo>
                    <a:pt x="0" y="48"/>
                  </a:lnTo>
                  <a:lnTo>
                    <a:pt x="24" y="72"/>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
            <p:cNvSpPr/>
            <p:nvPr/>
          </p:nvSpPr>
          <p:spPr>
            <a:xfrm>
              <a:off x="2029775" y="2001675"/>
              <a:ext cx="2425" cy="1825"/>
            </a:xfrm>
            <a:custGeom>
              <a:avLst/>
              <a:gdLst/>
              <a:ahLst/>
              <a:cxnLst/>
              <a:rect l="l" t="t" r="r" b="b"/>
              <a:pathLst>
                <a:path w="97" h="73" extrusionOk="0">
                  <a:moveTo>
                    <a:pt x="48" y="1"/>
                  </a:moveTo>
                  <a:lnTo>
                    <a:pt x="24" y="25"/>
                  </a:lnTo>
                  <a:lnTo>
                    <a:pt x="0" y="73"/>
                  </a:lnTo>
                  <a:lnTo>
                    <a:pt x="72" y="73"/>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
            <p:cNvSpPr/>
            <p:nvPr/>
          </p:nvSpPr>
          <p:spPr>
            <a:xfrm>
              <a:off x="1990050" y="1905375"/>
              <a:ext cx="1225" cy="1850"/>
            </a:xfrm>
            <a:custGeom>
              <a:avLst/>
              <a:gdLst/>
              <a:ahLst/>
              <a:cxnLst/>
              <a:rect l="l" t="t" r="r" b="b"/>
              <a:pathLst>
                <a:path w="49" h="74" extrusionOk="0">
                  <a:moveTo>
                    <a:pt x="24" y="1"/>
                  </a:moveTo>
                  <a:lnTo>
                    <a:pt x="0" y="25"/>
                  </a:lnTo>
                  <a:lnTo>
                    <a:pt x="0" y="49"/>
                  </a:lnTo>
                  <a:lnTo>
                    <a:pt x="49" y="73"/>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
            <p:cNvSpPr/>
            <p:nvPr/>
          </p:nvSpPr>
          <p:spPr>
            <a:xfrm>
              <a:off x="1988250" y="1894550"/>
              <a:ext cx="1825" cy="1225"/>
            </a:xfrm>
            <a:custGeom>
              <a:avLst/>
              <a:gdLst/>
              <a:ahLst/>
              <a:cxnLst/>
              <a:rect l="l" t="t" r="r" b="b"/>
              <a:pathLst>
                <a:path w="73" h="49" extrusionOk="0">
                  <a:moveTo>
                    <a:pt x="48" y="0"/>
                  </a:moveTo>
                  <a:lnTo>
                    <a:pt x="0" y="25"/>
                  </a:lnTo>
                  <a:lnTo>
                    <a:pt x="0" y="49"/>
                  </a:lnTo>
                  <a:lnTo>
                    <a:pt x="72"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
            <p:cNvSpPr/>
            <p:nvPr/>
          </p:nvSpPr>
          <p:spPr>
            <a:xfrm>
              <a:off x="2051425" y="1897550"/>
              <a:ext cx="2450" cy="1850"/>
            </a:xfrm>
            <a:custGeom>
              <a:avLst/>
              <a:gdLst/>
              <a:ahLst/>
              <a:cxnLst/>
              <a:rect l="l" t="t" r="r" b="b"/>
              <a:pathLst>
                <a:path w="98" h="74" extrusionOk="0">
                  <a:moveTo>
                    <a:pt x="25" y="1"/>
                  </a:moveTo>
                  <a:lnTo>
                    <a:pt x="1" y="49"/>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
            <p:cNvSpPr/>
            <p:nvPr/>
          </p:nvSpPr>
          <p:spPr>
            <a:xfrm>
              <a:off x="2257250" y="2017325"/>
              <a:ext cx="2450" cy="1825"/>
            </a:xfrm>
            <a:custGeom>
              <a:avLst/>
              <a:gdLst/>
              <a:ahLst/>
              <a:cxnLst/>
              <a:rect l="l" t="t" r="r" b="b"/>
              <a:pathLst>
                <a:path w="98" h="73" extrusionOk="0">
                  <a:moveTo>
                    <a:pt x="25" y="0"/>
                  </a:moveTo>
                  <a:lnTo>
                    <a:pt x="1" y="24"/>
                  </a:lnTo>
                  <a:lnTo>
                    <a:pt x="25" y="73"/>
                  </a:lnTo>
                  <a:lnTo>
                    <a:pt x="49" y="73"/>
                  </a:lnTo>
                  <a:lnTo>
                    <a:pt x="97" y="49"/>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
            <p:cNvSpPr/>
            <p:nvPr/>
          </p:nvSpPr>
          <p:spPr>
            <a:xfrm>
              <a:off x="2154950" y="1942100"/>
              <a:ext cx="5450" cy="1225"/>
            </a:xfrm>
            <a:custGeom>
              <a:avLst/>
              <a:gdLst/>
              <a:ahLst/>
              <a:cxnLst/>
              <a:rect l="l" t="t" r="r" b="b"/>
              <a:pathLst>
                <a:path w="218" h="49" extrusionOk="0">
                  <a:moveTo>
                    <a:pt x="49" y="0"/>
                  </a:moveTo>
                  <a:lnTo>
                    <a:pt x="0" y="48"/>
                  </a:lnTo>
                  <a:lnTo>
                    <a:pt x="97" y="48"/>
                  </a:lnTo>
                  <a:lnTo>
                    <a:pt x="197" y="28"/>
                  </a:lnTo>
                  <a:lnTo>
                    <a:pt x="197" y="28"/>
                  </a:lnTo>
                  <a:lnTo>
                    <a:pt x="169" y="0"/>
                  </a:lnTo>
                  <a:close/>
                  <a:moveTo>
                    <a:pt x="217" y="24"/>
                  </a:moveTo>
                  <a:lnTo>
                    <a:pt x="197" y="28"/>
                  </a:lnTo>
                  <a:lnTo>
                    <a:pt x="197" y="28"/>
                  </a:lnTo>
                  <a:lnTo>
                    <a:pt x="217" y="48"/>
                  </a:lnTo>
                  <a:lnTo>
                    <a:pt x="217"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
            <p:cNvSpPr/>
            <p:nvPr/>
          </p:nvSpPr>
          <p:spPr>
            <a:xfrm>
              <a:off x="2135100" y="1902375"/>
              <a:ext cx="4825" cy="1225"/>
            </a:xfrm>
            <a:custGeom>
              <a:avLst/>
              <a:gdLst/>
              <a:ahLst/>
              <a:cxnLst/>
              <a:rect l="l" t="t" r="r" b="b"/>
              <a:pathLst>
                <a:path w="193" h="49" extrusionOk="0">
                  <a:moveTo>
                    <a:pt x="96" y="0"/>
                  </a:moveTo>
                  <a:lnTo>
                    <a:pt x="0" y="25"/>
                  </a:lnTo>
                  <a:lnTo>
                    <a:pt x="48" y="49"/>
                  </a:lnTo>
                  <a:lnTo>
                    <a:pt x="96" y="49"/>
                  </a:lnTo>
                  <a:lnTo>
                    <a:pt x="161" y="33"/>
                  </a:lnTo>
                  <a:lnTo>
                    <a:pt x="161" y="33"/>
                  </a:lnTo>
                  <a:lnTo>
                    <a:pt x="144" y="25"/>
                  </a:lnTo>
                  <a:lnTo>
                    <a:pt x="96" y="0"/>
                  </a:lnTo>
                  <a:close/>
                  <a:moveTo>
                    <a:pt x="193" y="25"/>
                  </a:moveTo>
                  <a:lnTo>
                    <a:pt x="161" y="33"/>
                  </a:lnTo>
                  <a:lnTo>
                    <a:pt x="161" y="33"/>
                  </a:lnTo>
                  <a:lnTo>
                    <a:pt x="193" y="49"/>
                  </a:lnTo>
                  <a:lnTo>
                    <a:pt x="193"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
            <p:cNvSpPr/>
            <p:nvPr/>
          </p:nvSpPr>
          <p:spPr>
            <a:xfrm>
              <a:off x="2147125" y="1906575"/>
              <a:ext cx="5450" cy="1250"/>
            </a:xfrm>
            <a:custGeom>
              <a:avLst/>
              <a:gdLst/>
              <a:ahLst/>
              <a:cxnLst/>
              <a:rect l="l" t="t" r="r" b="b"/>
              <a:pathLst>
                <a:path w="218" h="50" extrusionOk="0">
                  <a:moveTo>
                    <a:pt x="0" y="1"/>
                  </a:moveTo>
                  <a:lnTo>
                    <a:pt x="49" y="49"/>
                  </a:lnTo>
                  <a:lnTo>
                    <a:pt x="145" y="49"/>
                  </a:lnTo>
                  <a:lnTo>
                    <a:pt x="217" y="25"/>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
            <p:cNvSpPr/>
            <p:nvPr/>
          </p:nvSpPr>
          <p:spPr>
            <a:xfrm>
              <a:off x="2073700" y="1837975"/>
              <a:ext cx="2425" cy="2425"/>
            </a:xfrm>
            <a:custGeom>
              <a:avLst/>
              <a:gdLst/>
              <a:ahLst/>
              <a:cxnLst/>
              <a:rect l="l" t="t" r="r" b="b"/>
              <a:pathLst>
                <a:path w="97" h="97" extrusionOk="0">
                  <a:moveTo>
                    <a:pt x="25" y="1"/>
                  </a:moveTo>
                  <a:lnTo>
                    <a:pt x="1" y="25"/>
                  </a:lnTo>
                  <a:lnTo>
                    <a:pt x="1" y="49"/>
                  </a:lnTo>
                  <a:lnTo>
                    <a:pt x="1" y="73"/>
                  </a:lnTo>
                  <a:lnTo>
                    <a:pt x="49" y="97"/>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
            <p:cNvSpPr/>
            <p:nvPr/>
          </p:nvSpPr>
          <p:spPr>
            <a:xfrm>
              <a:off x="2303600" y="1892750"/>
              <a:ext cx="1825" cy="1825"/>
            </a:xfrm>
            <a:custGeom>
              <a:avLst/>
              <a:gdLst/>
              <a:ahLst/>
              <a:cxnLst/>
              <a:rect l="l" t="t" r="r" b="b"/>
              <a:pathLst>
                <a:path w="73" h="73" extrusionOk="0">
                  <a:moveTo>
                    <a:pt x="49" y="0"/>
                  </a:moveTo>
                  <a:lnTo>
                    <a:pt x="1" y="24"/>
                  </a:lnTo>
                  <a:lnTo>
                    <a:pt x="25" y="48"/>
                  </a:lnTo>
                  <a:lnTo>
                    <a:pt x="49" y="72"/>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
            <p:cNvSpPr/>
            <p:nvPr/>
          </p:nvSpPr>
          <p:spPr>
            <a:xfrm>
              <a:off x="2436600" y="1894550"/>
              <a:ext cx="2450" cy="3025"/>
            </a:xfrm>
            <a:custGeom>
              <a:avLst/>
              <a:gdLst/>
              <a:ahLst/>
              <a:cxnLst/>
              <a:rect l="l" t="t" r="r" b="b"/>
              <a:pathLst>
                <a:path w="98" h="121" extrusionOk="0">
                  <a:moveTo>
                    <a:pt x="49" y="0"/>
                  </a:moveTo>
                  <a:lnTo>
                    <a:pt x="1" y="25"/>
                  </a:lnTo>
                  <a:lnTo>
                    <a:pt x="1" y="73"/>
                  </a:lnTo>
                  <a:lnTo>
                    <a:pt x="25" y="121"/>
                  </a:lnTo>
                  <a:lnTo>
                    <a:pt x="73" y="97"/>
                  </a:lnTo>
                  <a:lnTo>
                    <a:pt x="97"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
            <p:cNvSpPr/>
            <p:nvPr/>
          </p:nvSpPr>
          <p:spPr>
            <a:xfrm>
              <a:off x="1827550" y="2045000"/>
              <a:ext cx="1825" cy="1825"/>
            </a:xfrm>
            <a:custGeom>
              <a:avLst/>
              <a:gdLst/>
              <a:ahLst/>
              <a:cxnLst/>
              <a:rect l="l" t="t" r="r" b="b"/>
              <a:pathLst>
                <a:path w="73" h="73" extrusionOk="0">
                  <a:moveTo>
                    <a:pt x="1" y="1"/>
                  </a:moveTo>
                  <a:lnTo>
                    <a:pt x="1" y="49"/>
                  </a:lnTo>
                  <a:lnTo>
                    <a:pt x="49"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
            <p:cNvSpPr/>
            <p:nvPr/>
          </p:nvSpPr>
          <p:spPr>
            <a:xfrm>
              <a:off x="1990650" y="2040800"/>
              <a:ext cx="1225" cy="625"/>
            </a:xfrm>
            <a:custGeom>
              <a:avLst/>
              <a:gdLst/>
              <a:ahLst/>
              <a:cxnLst/>
              <a:rect l="l" t="t" r="r" b="b"/>
              <a:pathLst>
                <a:path w="49" h="25" extrusionOk="0">
                  <a:moveTo>
                    <a:pt x="0" y="0"/>
                  </a:moveTo>
                  <a:lnTo>
                    <a:pt x="0"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
            <p:cNvSpPr/>
            <p:nvPr/>
          </p:nvSpPr>
          <p:spPr>
            <a:xfrm>
              <a:off x="1983425" y="2019125"/>
              <a:ext cx="1825" cy="1825"/>
            </a:xfrm>
            <a:custGeom>
              <a:avLst/>
              <a:gdLst/>
              <a:ahLst/>
              <a:cxnLst/>
              <a:rect l="l" t="t" r="r" b="b"/>
              <a:pathLst>
                <a:path w="73" h="73" extrusionOk="0">
                  <a:moveTo>
                    <a:pt x="25" y="1"/>
                  </a:moveTo>
                  <a:lnTo>
                    <a:pt x="1" y="25"/>
                  </a:lnTo>
                  <a:lnTo>
                    <a:pt x="25" y="73"/>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
            <p:cNvSpPr/>
            <p:nvPr/>
          </p:nvSpPr>
          <p:spPr>
            <a:xfrm>
              <a:off x="1895550" y="1967975"/>
              <a:ext cx="1850" cy="1225"/>
            </a:xfrm>
            <a:custGeom>
              <a:avLst/>
              <a:gdLst/>
              <a:ahLst/>
              <a:cxnLst/>
              <a:rect l="l" t="t" r="r" b="b"/>
              <a:pathLst>
                <a:path w="74" h="49" extrusionOk="0">
                  <a:moveTo>
                    <a:pt x="25" y="0"/>
                  </a:moveTo>
                  <a:lnTo>
                    <a:pt x="1" y="24"/>
                  </a:lnTo>
                  <a:lnTo>
                    <a:pt x="25" y="49"/>
                  </a:lnTo>
                  <a:lnTo>
                    <a:pt x="49" y="49"/>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
            <p:cNvSpPr/>
            <p:nvPr/>
          </p:nvSpPr>
          <p:spPr>
            <a:xfrm>
              <a:off x="2407725" y="2450025"/>
              <a:ext cx="1825" cy="1850"/>
            </a:xfrm>
            <a:custGeom>
              <a:avLst/>
              <a:gdLst/>
              <a:ahLst/>
              <a:cxnLst/>
              <a:rect l="l" t="t" r="r" b="b"/>
              <a:pathLst>
                <a:path w="73" h="74" extrusionOk="0">
                  <a:moveTo>
                    <a:pt x="24" y="1"/>
                  </a:moveTo>
                  <a:lnTo>
                    <a:pt x="0" y="49"/>
                  </a:lnTo>
                  <a:lnTo>
                    <a:pt x="24" y="73"/>
                  </a:lnTo>
                  <a:lnTo>
                    <a:pt x="72" y="73"/>
                  </a:lnTo>
                  <a:lnTo>
                    <a:pt x="72"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
            <p:cNvSpPr/>
            <p:nvPr/>
          </p:nvSpPr>
          <p:spPr>
            <a:xfrm>
              <a:off x="2328875" y="2403700"/>
              <a:ext cx="1225" cy="1225"/>
            </a:xfrm>
            <a:custGeom>
              <a:avLst/>
              <a:gdLst/>
              <a:ahLst/>
              <a:cxnLst/>
              <a:rect l="l" t="t" r="r" b="b"/>
              <a:pathLst>
                <a:path w="49" h="49" extrusionOk="0">
                  <a:moveTo>
                    <a:pt x="25" y="0"/>
                  </a:moveTo>
                  <a:lnTo>
                    <a:pt x="1" y="24"/>
                  </a:lnTo>
                  <a:lnTo>
                    <a:pt x="1" y="49"/>
                  </a:lnTo>
                  <a:lnTo>
                    <a:pt x="49"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
            <p:cNvSpPr/>
            <p:nvPr/>
          </p:nvSpPr>
          <p:spPr>
            <a:xfrm>
              <a:off x="2178425" y="2395275"/>
              <a:ext cx="1225" cy="1225"/>
            </a:xfrm>
            <a:custGeom>
              <a:avLst/>
              <a:gdLst/>
              <a:ahLst/>
              <a:cxnLst/>
              <a:rect l="l" t="t" r="r" b="b"/>
              <a:pathLst>
                <a:path w="49" h="49" extrusionOk="0">
                  <a:moveTo>
                    <a:pt x="24" y="0"/>
                  </a:moveTo>
                  <a:lnTo>
                    <a:pt x="0" y="24"/>
                  </a:lnTo>
                  <a:lnTo>
                    <a:pt x="0" y="48"/>
                  </a:lnTo>
                  <a:lnTo>
                    <a:pt x="48" y="48"/>
                  </a:lnTo>
                  <a:lnTo>
                    <a:pt x="48"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
            <p:cNvSpPr/>
            <p:nvPr/>
          </p:nvSpPr>
          <p:spPr>
            <a:xfrm>
              <a:off x="2307825" y="2370000"/>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
            <p:cNvSpPr/>
            <p:nvPr/>
          </p:nvSpPr>
          <p:spPr>
            <a:xfrm>
              <a:off x="2171200" y="2383225"/>
              <a:ext cx="1225" cy="1250"/>
            </a:xfrm>
            <a:custGeom>
              <a:avLst/>
              <a:gdLst/>
              <a:ahLst/>
              <a:cxnLst/>
              <a:rect l="l" t="t" r="r" b="b"/>
              <a:pathLst>
                <a:path w="49" h="50" extrusionOk="0">
                  <a:moveTo>
                    <a:pt x="24" y="1"/>
                  </a:moveTo>
                  <a:lnTo>
                    <a:pt x="0" y="25"/>
                  </a:lnTo>
                  <a:lnTo>
                    <a:pt x="0" y="49"/>
                  </a:lnTo>
                  <a:lnTo>
                    <a:pt x="49" y="49"/>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
            <p:cNvSpPr/>
            <p:nvPr/>
          </p:nvSpPr>
          <p:spPr>
            <a:xfrm>
              <a:off x="1986425" y="2022750"/>
              <a:ext cx="1850" cy="1225"/>
            </a:xfrm>
            <a:custGeom>
              <a:avLst/>
              <a:gdLst/>
              <a:ahLst/>
              <a:cxnLst/>
              <a:rect l="l" t="t" r="r" b="b"/>
              <a:pathLst>
                <a:path w="74" h="49" extrusionOk="0">
                  <a:moveTo>
                    <a:pt x="1" y="0"/>
                  </a:moveTo>
                  <a:lnTo>
                    <a:pt x="1" y="24"/>
                  </a:lnTo>
                  <a:lnTo>
                    <a:pt x="49" y="48"/>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
            <p:cNvSpPr/>
            <p:nvPr/>
          </p:nvSpPr>
          <p:spPr>
            <a:xfrm>
              <a:off x="2180825" y="2333275"/>
              <a:ext cx="1225" cy="1225"/>
            </a:xfrm>
            <a:custGeom>
              <a:avLst/>
              <a:gdLst/>
              <a:ahLst/>
              <a:cxnLst/>
              <a:rect l="l" t="t" r="r" b="b"/>
              <a:pathLst>
                <a:path w="49" h="49" extrusionOk="0">
                  <a:moveTo>
                    <a:pt x="1" y="1"/>
                  </a:moveTo>
                  <a:lnTo>
                    <a:pt x="1" y="49"/>
                  </a:ln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
            <p:cNvSpPr/>
            <p:nvPr/>
          </p:nvSpPr>
          <p:spPr>
            <a:xfrm>
              <a:off x="2014125" y="2003475"/>
              <a:ext cx="1825" cy="1825"/>
            </a:xfrm>
            <a:custGeom>
              <a:avLst/>
              <a:gdLst/>
              <a:ahLst/>
              <a:cxnLst/>
              <a:rect l="l" t="t" r="r" b="b"/>
              <a:pathLst>
                <a:path w="73" h="73" extrusionOk="0">
                  <a:moveTo>
                    <a:pt x="24" y="1"/>
                  </a:moveTo>
                  <a:lnTo>
                    <a:pt x="0" y="25"/>
                  </a:lnTo>
                  <a:lnTo>
                    <a:pt x="24" y="49"/>
                  </a:lnTo>
                  <a:lnTo>
                    <a:pt x="48" y="73"/>
                  </a:lnTo>
                  <a:lnTo>
                    <a:pt x="73"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
            <p:cNvSpPr/>
            <p:nvPr/>
          </p:nvSpPr>
          <p:spPr>
            <a:xfrm>
              <a:off x="2272900" y="2126850"/>
              <a:ext cx="2450" cy="1825"/>
            </a:xfrm>
            <a:custGeom>
              <a:avLst/>
              <a:gdLst/>
              <a:ahLst/>
              <a:cxnLst/>
              <a:rect l="l" t="t" r="r" b="b"/>
              <a:pathLst>
                <a:path w="98"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
            <p:cNvSpPr/>
            <p:nvPr/>
          </p:nvSpPr>
          <p:spPr>
            <a:xfrm>
              <a:off x="2083325" y="194872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
            <p:cNvSpPr/>
            <p:nvPr/>
          </p:nvSpPr>
          <p:spPr>
            <a:xfrm>
              <a:off x="2023750" y="1910800"/>
              <a:ext cx="1825" cy="1825"/>
            </a:xfrm>
            <a:custGeom>
              <a:avLst/>
              <a:gdLst/>
              <a:ahLst/>
              <a:cxnLst/>
              <a:rect l="l" t="t" r="r" b="b"/>
              <a:pathLst>
                <a:path w="73" h="73" extrusionOk="0">
                  <a:moveTo>
                    <a:pt x="25" y="0"/>
                  </a:moveTo>
                  <a:lnTo>
                    <a:pt x="0" y="49"/>
                  </a:lnTo>
                  <a:lnTo>
                    <a:pt x="25" y="73"/>
                  </a:lnTo>
                  <a:lnTo>
                    <a:pt x="73"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
            <p:cNvSpPr/>
            <p:nvPr/>
          </p:nvSpPr>
          <p:spPr>
            <a:xfrm>
              <a:off x="2019525" y="1909000"/>
              <a:ext cx="1850" cy="1825"/>
            </a:xfrm>
            <a:custGeom>
              <a:avLst/>
              <a:gdLst/>
              <a:ahLst/>
              <a:cxnLst/>
              <a:rect l="l" t="t" r="r" b="b"/>
              <a:pathLst>
                <a:path w="74" h="73" extrusionOk="0">
                  <a:moveTo>
                    <a:pt x="25" y="0"/>
                  </a:moveTo>
                  <a:lnTo>
                    <a:pt x="1" y="24"/>
                  </a:lnTo>
                  <a:lnTo>
                    <a:pt x="25" y="72"/>
                  </a:lnTo>
                  <a:lnTo>
                    <a:pt x="49" y="48"/>
                  </a:lnTo>
                  <a:lnTo>
                    <a:pt x="73"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
            <p:cNvSpPr/>
            <p:nvPr/>
          </p:nvSpPr>
          <p:spPr>
            <a:xfrm>
              <a:off x="2149525" y="1868675"/>
              <a:ext cx="1225" cy="3025"/>
            </a:xfrm>
            <a:custGeom>
              <a:avLst/>
              <a:gdLst/>
              <a:ahLst/>
              <a:cxnLst/>
              <a:rect l="l" t="t" r="r" b="b"/>
              <a:pathLst>
                <a:path w="49" h="121" extrusionOk="0">
                  <a:moveTo>
                    <a:pt x="49" y="0"/>
                  </a:moveTo>
                  <a:lnTo>
                    <a:pt x="37" y="30"/>
                  </a:lnTo>
                  <a:lnTo>
                    <a:pt x="49" y="24"/>
                  </a:lnTo>
                  <a:lnTo>
                    <a:pt x="49" y="0"/>
                  </a:lnTo>
                  <a:close/>
                  <a:moveTo>
                    <a:pt x="37" y="30"/>
                  </a:moveTo>
                  <a:lnTo>
                    <a:pt x="1" y="48"/>
                  </a:lnTo>
                  <a:lnTo>
                    <a:pt x="1" y="73"/>
                  </a:lnTo>
                  <a:lnTo>
                    <a:pt x="1" y="121"/>
                  </a:lnTo>
                  <a:lnTo>
                    <a:pt x="37" y="3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
            <p:cNvSpPr/>
            <p:nvPr/>
          </p:nvSpPr>
          <p:spPr>
            <a:xfrm>
              <a:off x="2064075" y="1910200"/>
              <a:ext cx="1225" cy="1225"/>
            </a:xfrm>
            <a:custGeom>
              <a:avLst/>
              <a:gdLst/>
              <a:ahLst/>
              <a:cxnLst/>
              <a:rect l="l" t="t" r="r" b="b"/>
              <a:pathLst>
                <a:path w="49" h="49" extrusionOk="0">
                  <a:moveTo>
                    <a:pt x="0" y="0"/>
                  </a:moveTo>
                  <a:lnTo>
                    <a:pt x="0" y="49"/>
                  </a:lnTo>
                  <a:lnTo>
                    <a:pt x="49"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
            <p:cNvSpPr/>
            <p:nvPr/>
          </p:nvSpPr>
          <p:spPr>
            <a:xfrm>
              <a:off x="2068275" y="1892750"/>
              <a:ext cx="1250" cy="1225"/>
            </a:xfrm>
            <a:custGeom>
              <a:avLst/>
              <a:gdLst/>
              <a:ahLst/>
              <a:cxnLst/>
              <a:rect l="l" t="t" r="r" b="b"/>
              <a:pathLst>
                <a:path w="50" h="49" extrusionOk="0">
                  <a:moveTo>
                    <a:pt x="25" y="0"/>
                  </a:moveTo>
                  <a:lnTo>
                    <a:pt x="1" y="24"/>
                  </a:lnTo>
                  <a:lnTo>
                    <a:pt x="1" y="48"/>
                  </a:lnTo>
                  <a:lnTo>
                    <a:pt x="49"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
            <p:cNvSpPr/>
            <p:nvPr/>
          </p:nvSpPr>
          <p:spPr>
            <a:xfrm>
              <a:off x="2091150" y="1887325"/>
              <a:ext cx="1825" cy="1225"/>
            </a:xfrm>
            <a:custGeom>
              <a:avLst/>
              <a:gdLst/>
              <a:ahLst/>
              <a:cxnLst/>
              <a:rect l="l" t="t" r="r" b="b"/>
              <a:pathLst>
                <a:path w="73" h="49" extrusionOk="0">
                  <a:moveTo>
                    <a:pt x="25" y="1"/>
                  </a:moveTo>
                  <a:lnTo>
                    <a:pt x="1" y="25"/>
                  </a:lnTo>
                  <a:lnTo>
                    <a:pt x="1" y="49"/>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
            <p:cNvSpPr/>
            <p:nvPr/>
          </p:nvSpPr>
          <p:spPr>
            <a:xfrm>
              <a:off x="2064675" y="1831350"/>
              <a:ext cx="1825" cy="1850"/>
            </a:xfrm>
            <a:custGeom>
              <a:avLst/>
              <a:gdLst/>
              <a:ahLst/>
              <a:cxnLst/>
              <a:rect l="l" t="t" r="r" b="b"/>
              <a:pathLst>
                <a:path w="73" h="74" extrusionOk="0">
                  <a:moveTo>
                    <a:pt x="49" y="1"/>
                  </a:moveTo>
                  <a:lnTo>
                    <a:pt x="0" y="25"/>
                  </a:lnTo>
                  <a:lnTo>
                    <a:pt x="0" y="49"/>
                  </a:lnTo>
                  <a:lnTo>
                    <a:pt x="25" y="73"/>
                  </a:lnTo>
                  <a:lnTo>
                    <a:pt x="73"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
            <p:cNvSpPr/>
            <p:nvPr/>
          </p:nvSpPr>
          <p:spPr>
            <a:xfrm>
              <a:off x="2349350" y="1951125"/>
              <a:ext cx="1225" cy="1825"/>
            </a:xfrm>
            <a:custGeom>
              <a:avLst/>
              <a:gdLst/>
              <a:ahLst/>
              <a:cxnLst/>
              <a:rect l="l" t="t" r="r" b="b"/>
              <a:pathLst>
                <a:path w="49" h="73" extrusionOk="0">
                  <a:moveTo>
                    <a:pt x="0" y="0"/>
                  </a:moveTo>
                  <a:lnTo>
                    <a:pt x="0" y="49"/>
                  </a:lnTo>
                  <a:lnTo>
                    <a:pt x="48" y="73"/>
                  </a:lnTo>
                  <a:lnTo>
                    <a:pt x="48" y="49"/>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
            <p:cNvSpPr/>
            <p:nvPr/>
          </p:nvSpPr>
          <p:spPr>
            <a:xfrm>
              <a:off x="2384850" y="1969175"/>
              <a:ext cx="1225" cy="1825"/>
            </a:xfrm>
            <a:custGeom>
              <a:avLst/>
              <a:gdLst/>
              <a:ahLst/>
              <a:cxnLst/>
              <a:rect l="l" t="t" r="r" b="b"/>
              <a:pathLst>
                <a:path w="49" h="73" extrusionOk="0">
                  <a:moveTo>
                    <a:pt x="25" y="1"/>
                  </a:moveTo>
                  <a:lnTo>
                    <a:pt x="0" y="25"/>
                  </a:lnTo>
                  <a:lnTo>
                    <a:pt x="0" y="49"/>
                  </a:lnTo>
                  <a:lnTo>
                    <a:pt x="25" y="73"/>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
            <p:cNvSpPr/>
            <p:nvPr/>
          </p:nvSpPr>
          <p:spPr>
            <a:xfrm>
              <a:off x="2321050" y="1930650"/>
              <a:ext cx="1825" cy="1850"/>
            </a:xfrm>
            <a:custGeom>
              <a:avLst/>
              <a:gdLst/>
              <a:ahLst/>
              <a:cxnLst/>
              <a:rect l="l" t="t" r="r" b="b"/>
              <a:pathLst>
                <a:path w="73" h="74" extrusionOk="0">
                  <a:moveTo>
                    <a:pt x="25" y="1"/>
                  </a:moveTo>
                  <a:lnTo>
                    <a:pt x="1" y="25"/>
                  </a:lnTo>
                  <a:lnTo>
                    <a:pt x="25" y="73"/>
                  </a:lnTo>
                  <a:lnTo>
                    <a:pt x="73"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
            <p:cNvSpPr/>
            <p:nvPr/>
          </p:nvSpPr>
          <p:spPr>
            <a:xfrm>
              <a:off x="1879300" y="2041400"/>
              <a:ext cx="1250" cy="625"/>
            </a:xfrm>
            <a:custGeom>
              <a:avLst/>
              <a:gdLst/>
              <a:ahLst/>
              <a:cxnLst/>
              <a:rect l="l" t="t" r="r" b="b"/>
              <a:pathLst>
                <a:path w="50" h="25" extrusionOk="0">
                  <a:moveTo>
                    <a:pt x="1" y="0"/>
                  </a:moveTo>
                  <a:lnTo>
                    <a:pt x="25"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
            <p:cNvSpPr/>
            <p:nvPr/>
          </p:nvSpPr>
          <p:spPr>
            <a:xfrm>
              <a:off x="1979825" y="2037175"/>
              <a:ext cx="1225" cy="1225"/>
            </a:xfrm>
            <a:custGeom>
              <a:avLst/>
              <a:gdLst/>
              <a:ahLst/>
              <a:cxnLst/>
              <a:rect l="l" t="t" r="r" b="b"/>
              <a:pathLst>
                <a:path w="49" h="49" extrusionOk="0">
                  <a:moveTo>
                    <a:pt x="48" y="1"/>
                  </a:moveTo>
                  <a:lnTo>
                    <a:pt x="0" y="25"/>
                  </a:lnTo>
                  <a:lnTo>
                    <a:pt x="0" y="49"/>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
            <p:cNvSpPr/>
            <p:nvPr/>
          </p:nvSpPr>
          <p:spPr>
            <a:xfrm>
              <a:off x="2061075" y="2510825"/>
              <a:ext cx="1225" cy="1225"/>
            </a:xfrm>
            <a:custGeom>
              <a:avLst/>
              <a:gdLst/>
              <a:ahLst/>
              <a:cxnLst/>
              <a:rect l="l" t="t" r="r" b="b"/>
              <a:pathLst>
                <a:path w="49" h="49" extrusionOk="0">
                  <a:moveTo>
                    <a:pt x="0" y="0"/>
                  </a:moveTo>
                  <a:lnTo>
                    <a:pt x="0" y="24"/>
                  </a:lnTo>
                  <a:lnTo>
                    <a:pt x="24" y="49"/>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
            <p:cNvSpPr/>
            <p:nvPr/>
          </p:nvSpPr>
          <p:spPr>
            <a:xfrm>
              <a:off x="2277725" y="2411525"/>
              <a:ext cx="1225" cy="1225"/>
            </a:xfrm>
            <a:custGeom>
              <a:avLst/>
              <a:gdLst/>
              <a:ahLst/>
              <a:cxnLst/>
              <a:rect l="l" t="t" r="r" b="b"/>
              <a:pathLst>
                <a:path w="49" h="49" extrusionOk="0">
                  <a:moveTo>
                    <a:pt x="0" y="0"/>
                  </a:moveTo>
                  <a:lnTo>
                    <a:pt x="0" y="48"/>
                  </a:lnTo>
                  <a:lnTo>
                    <a:pt x="24"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
            <p:cNvSpPr/>
            <p:nvPr/>
          </p:nvSpPr>
          <p:spPr>
            <a:xfrm>
              <a:off x="1893750" y="2028750"/>
              <a:ext cx="625" cy="1225"/>
            </a:xfrm>
            <a:custGeom>
              <a:avLst/>
              <a:gdLst/>
              <a:ahLst/>
              <a:cxnLst/>
              <a:rect l="l" t="t" r="r" b="b"/>
              <a:pathLst>
                <a:path w="25" h="49" extrusionOk="0">
                  <a:moveTo>
                    <a:pt x="25" y="1"/>
                  </a:moveTo>
                  <a:lnTo>
                    <a:pt x="1" y="25"/>
                  </a:ln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
            <p:cNvSpPr/>
            <p:nvPr/>
          </p:nvSpPr>
          <p:spPr>
            <a:xfrm>
              <a:off x="2325875" y="2286350"/>
              <a:ext cx="25" cy="625"/>
            </a:xfrm>
            <a:custGeom>
              <a:avLst/>
              <a:gdLst/>
              <a:ahLst/>
              <a:cxnLst/>
              <a:rect l="l" t="t" r="r" b="b"/>
              <a:pathLst>
                <a:path w="1" h="25" extrusionOk="0">
                  <a:moveTo>
                    <a:pt x="0" y="0"/>
                  </a:moveTo>
                  <a:lnTo>
                    <a:pt x="0" y="0"/>
                  </a:lnTo>
                  <a:lnTo>
                    <a:pt x="0" y="0"/>
                  </a:lnTo>
                  <a:lnTo>
                    <a:pt x="0" y="0"/>
                  </a:lnTo>
                  <a:lnTo>
                    <a:pt x="0" y="24"/>
                  </a:lnTo>
                  <a:lnTo>
                    <a:pt x="0"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
            <p:cNvSpPr/>
            <p:nvPr/>
          </p:nvSpPr>
          <p:spPr>
            <a:xfrm>
              <a:off x="2021950" y="2483150"/>
              <a:ext cx="625" cy="1225"/>
            </a:xfrm>
            <a:custGeom>
              <a:avLst/>
              <a:gdLst/>
              <a:ahLst/>
              <a:cxnLst/>
              <a:rect l="l" t="t" r="r" b="b"/>
              <a:pathLst>
                <a:path w="25" h="49" extrusionOk="0">
                  <a:moveTo>
                    <a:pt x="24" y="0"/>
                  </a:moveTo>
                  <a:lnTo>
                    <a:pt x="0" y="24"/>
                  </a:lnTo>
                  <a:lnTo>
                    <a:pt x="0" y="48"/>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
            <p:cNvSpPr/>
            <p:nvPr/>
          </p:nvSpPr>
          <p:spPr>
            <a:xfrm>
              <a:off x="2214525" y="2354950"/>
              <a:ext cx="625" cy="1225"/>
            </a:xfrm>
            <a:custGeom>
              <a:avLst/>
              <a:gdLst/>
              <a:ahLst/>
              <a:cxnLst/>
              <a:rect l="l" t="t" r="r" b="b"/>
              <a:pathLst>
                <a:path w="25" h="49" extrusionOk="0">
                  <a:moveTo>
                    <a:pt x="1" y="0"/>
                  </a:moveTo>
                  <a:lnTo>
                    <a:pt x="1" y="49"/>
                  </a:lnTo>
                  <a:lnTo>
                    <a:pt x="25"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
            <p:cNvSpPr/>
            <p:nvPr/>
          </p:nvSpPr>
          <p:spPr>
            <a:xfrm>
              <a:off x="2185050" y="2481925"/>
              <a:ext cx="1225" cy="625"/>
            </a:xfrm>
            <a:custGeom>
              <a:avLst/>
              <a:gdLst/>
              <a:ahLst/>
              <a:cxnLst/>
              <a:rect l="l" t="t" r="r" b="b"/>
              <a:pathLst>
                <a:path w="49" h="25" extrusionOk="0">
                  <a:moveTo>
                    <a:pt x="24" y="1"/>
                  </a:moveTo>
                  <a:lnTo>
                    <a:pt x="0" y="25"/>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
            <p:cNvSpPr/>
            <p:nvPr/>
          </p:nvSpPr>
          <p:spPr>
            <a:xfrm>
              <a:off x="2399900" y="2465675"/>
              <a:ext cx="625" cy="625"/>
            </a:xfrm>
            <a:custGeom>
              <a:avLst/>
              <a:gdLst/>
              <a:ahLst/>
              <a:cxnLst/>
              <a:rect l="l" t="t" r="r" b="b"/>
              <a:pathLst>
                <a:path w="25" h="25" extrusionOk="0">
                  <a:moveTo>
                    <a:pt x="0" y="1"/>
                  </a:moveTo>
                  <a:lnTo>
                    <a:pt x="0"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
            <p:cNvSpPr/>
            <p:nvPr/>
          </p:nvSpPr>
          <p:spPr>
            <a:xfrm>
              <a:off x="1927450" y="1967975"/>
              <a:ext cx="25" cy="25"/>
            </a:xfrm>
            <a:custGeom>
              <a:avLst/>
              <a:gdLst/>
              <a:ahLst/>
              <a:cxnLst/>
              <a:rect l="l" t="t" r="r" b="b"/>
              <a:pathLst>
                <a:path w="1" h="1" extrusionOk="0">
                  <a:moveTo>
                    <a:pt x="1" y="0"/>
                  </a:move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
            <p:cNvSpPr/>
            <p:nvPr/>
          </p:nvSpPr>
          <p:spPr>
            <a:xfrm>
              <a:off x="2052025" y="20311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
            <p:cNvSpPr/>
            <p:nvPr/>
          </p:nvSpPr>
          <p:spPr>
            <a:xfrm>
              <a:off x="1893150" y="1937275"/>
              <a:ext cx="1225" cy="625"/>
            </a:xfrm>
            <a:custGeom>
              <a:avLst/>
              <a:gdLst/>
              <a:ahLst/>
              <a:cxnLst/>
              <a:rect l="l" t="t" r="r" b="b"/>
              <a:pathLst>
                <a:path w="49" h="25" extrusionOk="0">
                  <a:moveTo>
                    <a:pt x="1" y="1"/>
                  </a:moveTo>
                  <a:lnTo>
                    <a:pt x="1" y="25"/>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
            <p:cNvSpPr/>
            <p:nvPr/>
          </p:nvSpPr>
          <p:spPr>
            <a:xfrm>
              <a:off x="1941300" y="1962550"/>
              <a:ext cx="1825" cy="1225"/>
            </a:xfrm>
            <a:custGeom>
              <a:avLst/>
              <a:gdLst/>
              <a:ahLst/>
              <a:cxnLst/>
              <a:rect l="l" t="t" r="r" b="b"/>
              <a:pathLst>
                <a:path w="73" h="49" extrusionOk="0">
                  <a:moveTo>
                    <a:pt x="24" y="1"/>
                  </a:moveTo>
                  <a:lnTo>
                    <a:pt x="0" y="25"/>
                  </a:lnTo>
                  <a:lnTo>
                    <a:pt x="24" y="49"/>
                  </a:lnTo>
                  <a:lnTo>
                    <a:pt x="49"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
            <p:cNvSpPr/>
            <p:nvPr/>
          </p:nvSpPr>
          <p:spPr>
            <a:xfrm>
              <a:off x="1910600" y="1920425"/>
              <a:ext cx="625" cy="1225"/>
            </a:xfrm>
            <a:custGeom>
              <a:avLst/>
              <a:gdLst/>
              <a:ahLst/>
              <a:cxnLst/>
              <a:rect l="l" t="t" r="r" b="b"/>
              <a:pathLst>
                <a:path w="25" h="49" extrusionOk="0">
                  <a:moveTo>
                    <a:pt x="1" y="1"/>
                  </a:move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
            <p:cNvSpPr/>
            <p:nvPr/>
          </p:nvSpPr>
          <p:spPr>
            <a:xfrm>
              <a:off x="1861250" y="1954725"/>
              <a:ext cx="25" cy="625"/>
            </a:xfrm>
            <a:custGeom>
              <a:avLst/>
              <a:gdLst/>
              <a:ahLst/>
              <a:cxnLst/>
              <a:rect l="l" t="t" r="r" b="b"/>
              <a:pathLst>
                <a:path w="1" h="25" extrusionOk="0">
                  <a:moveTo>
                    <a:pt x="1" y="25"/>
                  </a:moveTo>
                  <a:lnTo>
                    <a:pt x="1" y="1"/>
                  </a:lnTo>
                  <a:lnTo>
                    <a:pt x="1" y="1"/>
                  </a:lnTo>
                  <a:lnTo>
                    <a:pt x="1"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
            <p:cNvSpPr/>
            <p:nvPr/>
          </p:nvSpPr>
          <p:spPr>
            <a:xfrm>
              <a:off x="2337900" y="2406100"/>
              <a:ext cx="1225" cy="1225"/>
            </a:xfrm>
            <a:custGeom>
              <a:avLst/>
              <a:gdLst/>
              <a:ahLst/>
              <a:cxnLst/>
              <a:rect l="l" t="t" r="r" b="b"/>
              <a:pathLst>
                <a:path w="49" h="49" extrusionOk="0">
                  <a:moveTo>
                    <a:pt x="1" y="1"/>
                  </a:moveTo>
                  <a:lnTo>
                    <a:pt x="1" y="25"/>
                  </a:lnTo>
                  <a:lnTo>
                    <a:pt x="25"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
            <p:cNvSpPr/>
            <p:nvPr/>
          </p:nvSpPr>
          <p:spPr>
            <a:xfrm>
              <a:off x="1912400" y="2023350"/>
              <a:ext cx="1250" cy="1225"/>
            </a:xfrm>
            <a:custGeom>
              <a:avLst/>
              <a:gdLst/>
              <a:ahLst/>
              <a:cxnLst/>
              <a:rect l="l" t="t" r="r" b="b"/>
              <a:pathLst>
                <a:path w="50" h="49" extrusionOk="0">
                  <a:moveTo>
                    <a:pt x="1" y="0"/>
                  </a:moveTo>
                  <a:lnTo>
                    <a:pt x="25" y="48"/>
                  </a:lnTo>
                  <a:lnTo>
                    <a:pt x="49" y="48"/>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
            <p:cNvSpPr/>
            <p:nvPr/>
          </p:nvSpPr>
          <p:spPr>
            <a:xfrm>
              <a:off x="2395075" y="2403100"/>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
            <p:cNvSpPr/>
            <p:nvPr/>
          </p:nvSpPr>
          <p:spPr>
            <a:xfrm>
              <a:off x="2241600" y="2462075"/>
              <a:ext cx="1250" cy="1225"/>
            </a:xfrm>
            <a:custGeom>
              <a:avLst/>
              <a:gdLst/>
              <a:ahLst/>
              <a:cxnLst/>
              <a:rect l="l" t="t" r="r" b="b"/>
              <a:pathLst>
                <a:path w="50" h="49" extrusionOk="0">
                  <a:moveTo>
                    <a:pt x="1" y="0"/>
                  </a:moveTo>
                  <a:lnTo>
                    <a:pt x="25" y="49"/>
                  </a:lnTo>
                  <a:lnTo>
                    <a:pt x="49"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
            <p:cNvSpPr/>
            <p:nvPr/>
          </p:nvSpPr>
          <p:spPr>
            <a:xfrm>
              <a:off x="1857650" y="1984225"/>
              <a:ext cx="1225" cy="625"/>
            </a:xfrm>
            <a:custGeom>
              <a:avLst/>
              <a:gdLst/>
              <a:ahLst/>
              <a:cxnLst/>
              <a:rect l="l" t="t" r="r" b="b"/>
              <a:pathLst>
                <a:path w="49" h="25" extrusionOk="0">
                  <a:moveTo>
                    <a:pt x="0" y="0"/>
                  </a:moveTo>
                  <a:lnTo>
                    <a:pt x="24" y="24"/>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
            <p:cNvSpPr/>
            <p:nvPr/>
          </p:nvSpPr>
          <p:spPr>
            <a:xfrm>
              <a:off x="2059250" y="1912000"/>
              <a:ext cx="1225" cy="1225"/>
            </a:xfrm>
            <a:custGeom>
              <a:avLst/>
              <a:gdLst/>
              <a:ahLst/>
              <a:cxnLst/>
              <a:rect l="l" t="t" r="r" b="b"/>
              <a:pathLst>
                <a:path w="49" h="49" extrusionOk="0">
                  <a:moveTo>
                    <a:pt x="25" y="1"/>
                  </a:moveTo>
                  <a:lnTo>
                    <a:pt x="1" y="25"/>
                  </a:lnTo>
                  <a:lnTo>
                    <a:pt x="25" y="49"/>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
            <p:cNvSpPr/>
            <p:nvPr/>
          </p:nvSpPr>
          <p:spPr>
            <a:xfrm>
              <a:off x="2127875" y="1943900"/>
              <a:ext cx="1825" cy="1225"/>
            </a:xfrm>
            <a:custGeom>
              <a:avLst/>
              <a:gdLst/>
              <a:ahLst/>
              <a:cxnLst/>
              <a:rect l="l" t="t" r="r" b="b"/>
              <a:pathLst>
                <a:path w="73" h="49" extrusionOk="0">
                  <a:moveTo>
                    <a:pt x="24" y="0"/>
                  </a:moveTo>
                  <a:lnTo>
                    <a:pt x="0" y="25"/>
                  </a:lnTo>
                  <a:lnTo>
                    <a:pt x="24" y="49"/>
                  </a:lnTo>
                  <a:lnTo>
                    <a:pt x="72" y="49"/>
                  </a:lnTo>
                  <a:lnTo>
                    <a:pt x="72" y="25"/>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
            <p:cNvSpPr/>
            <p:nvPr/>
          </p:nvSpPr>
          <p:spPr>
            <a:xfrm>
              <a:off x="2145325" y="1943300"/>
              <a:ext cx="2425" cy="625"/>
            </a:xfrm>
            <a:custGeom>
              <a:avLst/>
              <a:gdLst/>
              <a:ahLst/>
              <a:cxnLst/>
              <a:rect l="l" t="t" r="r" b="b"/>
              <a:pathLst>
                <a:path w="97" h="25" extrusionOk="0">
                  <a:moveTo>
                    <a:pt x="0" y="0"/>
                  </a:moveTo>
                  <a:lnTo>
                    <a:pt x="0" y="0"/>
                  </a:lnTo>
                  <a:lnTo>
                    <a:pt x="97" y="24"/>
                  </a:lnTo>
                  <a:lnTo>
                    <a:pt x="97" y="24"/>
                  </a:lnTo>
                  <a:lnTo>
                    <a:pt x="97" y="24"/>
                  </a:lnTo>
                  <a:lnTo>
                    <a:pt x="97"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
            <p:cNvSpPr/>
            <p:nvPr/>
          </p:nvSpPr>
          <p:spPr>
            <a:xfrm>
              <a:off x="1929250" y="2019725"/>
              <a:ext cx="25" cy="25"/>
            </a:xfrm>
            <a:custGeom>
              <a:avLst/>
              <a:gdLst/>
              <a:ahLst/>
              <a:cxnLst/>
              <a:rect l="l" t="t" r="r" b="b"/>
              <a:pathLst>
                <a:path w="1" h="1" extrusionOk="0">
                  <a:moveTo>
                    <a:pt x="1" y="1"/>
                  </a:moveTo>
                  <a:lnTo>
                    <a:pt x="1" y="1"/>
                  </a:lnTo>
                  <a:lnTo>
                    <a:pt x="1" y="1"/>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
            <p:cNvSpPr/>
            <p:nvPr/>
          </p:nvSpPr>
          <p:spPr>
            <a:xfrm>
              <a:off x="2125450" y="1902375"/>
              <a:ext cx="625" cy="625"/>
            </a:xfrm>
            <a:custGeom>
              <a:avLst/>
              <a:gdLst/>
              <a:ahLst/>
              <a:cxnLst/>
              <a:rect l="l" t="t" r="r" b="b"/>
              <a:pathLst>
                <a:path w="25" h="25" extrusionOk="0">
                  <a:moveTo>
                    <a:pt x="1" y="0"/>
                  </a:moveTo>
                  <a:lnTo>
                    <a:pt x="1" y="25"/>
                  </a:lnTo>
                  <a:lnTo>
                    <a:pt x="25" y="25"/>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
            <p:cNvSpPr/>
            <p:nvPr/>
          </p:nvSpPr>
          <p:spPr>
            <a:xfrm>
              <a:off x="2153750" y="2506000"/>
              <a:ext cx="1225" cy="1225"/>
            </a:xfrm>
            <a:custGeom>
              <a:avLst/>
              <a:gdLst/>
              <a:ahLst/>
              <a:cxnLst/>
              <a:rect l="l" t="t" r="r" b="b"/>
              <a:pathLst>
                <a:path w="49" h="49" extrusionOk="0">
                  <a:moveTo>
                    <a:pt x="24" y="1"/>
                  </a:moveTo>
                  <a:lnTo>
                    <a:pt x="0" y="25"/>
                  </a:lnTo>
                  <a:lnTo>
                    <a:pt x="24" y="49"/>
                  </a:lnTo>
                  <a:lnTo>
                    <a:pt x="48"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
            <p:cNvSpPr/>
            <p:nvPr/>
          </p:nvSpPr>
          <p:spPr>
            <a:xfrm>
              <a:off x="2413725" y="2051025"/>
              <a:ext cx="1250" cy="625"/>
            </a:xfrm>
            <a:custGeom>
              <a:avLst/>
              <a:gdLst/>
              <a:ahLst/>
              <a:cxnLst/>
              <a:rect l="l" t="t" r="r" b="b"/>
              <a:pathLst>
                <a:path w="50" h="25" extrusionOk="0">
                  <a:moveTo>
                    <a:pt x="1" y="1"/>
                  </a:moveTo>
                  <a:lnTo>
                    <a:pt x="25" y="25"/>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
            <p:cNvSpPr/>
            <p:nvPr/>
          </p:nvSpPr>
          <p:spPr>
            <a:xfrm>
              <a:off x="2211525" y="2259250"/>
              <a:ext cx="625" cy="625"/>
            </a:xfrm>
            <a:custGeom>
              <a:avLst/>
              <a:gdLst/>
              <a:ahLst/>
              <a:cxnLst/>
              <a:rect l="l" t="t" r="r" b="b"/>
              <a:pathLst>
                <a:path w="25" h="25"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
            <p:cNvSpPr/>
            <p:nvPr/>
          </p:nvSpPr>
          <p:spPr>
            <a:xfrm>
              <a:off x="1967775" y="2001675"/>
              <a:ext cx="625" cy="625"/>
            </a:xfrm>
            <a:custGeom>
              <a:avLst/>
              <a:gdLst/>
              <a:ahLst/>
              <a:cxnLst/>
              <a:rect l="l" t="t" r="r" b="b"/>
              <a:pathLst>
                <a:path w="25" h="25" extrusionOk="0">
                  <a:moveTo>
                    <a:pt x="1" y="1"/>
                  </a:move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
            <p:cNvSpPr/>
            <p:nvPr/>
          </p:nvSpPr>
          <p:spPr>
            <a:xfrm>
              <a:off x="2125450" y="18337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
            <p:cNvSpPr/>
            <p:nvPr/>
          </p:nvSpPr>
          <p:spPr>
            <a:xfrm>
              <a:off x="2225975" y="226107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
            <p:cNvSpPr/>
            <p:nvPr/>
          </p:nvSpPr>
          <p:spPr>
            <a:xfrm>
              <a:off x="1913000" y="1970375"/>
              <a:ext cx="650" cy="625"/>
            </a:xfrm>
            <a:custGeom>
              <a:avLst/>
              <a:gdLst/>
              <a:ahLst/>
              <a:cxnLst/>
              <a:rect l="l" t="t" r="r" b="b"/>
              <a:pathLst>
                <a:path w="26"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
            <p:cNvSpPr/>
            <p:nvPr/>
          </p:nvSpPr>
          <p:spPr>
            <a:xfrm>
              <a:off x="2356550" y="1886725"/>
              <a:ext cx="1250" cy="625"/>
            </a:xfrm>
            <a:custGeom>
              <a:avLst/>
              <a:gdLst/>
              <a:ahLst/>
              <a:cxnLst/>
              <a:rect l="l" t="t" r="r" b="b"/>
              <a:pathLst>
                <a:path w="50" h="25" extrusionOk="0">
                  <a:moveTo>
                    <a:pt x="1" y="1"/>
                  </a:moveTo>
                  <a:lnTo>
                    <a:pt x="25" y="13"/>
                  </a:lnTo>
                  <a:lnTo>
                    <a:pt x="25" y="1"/>
                  </a:lnTo>
                  <a:close/>
                  <a:moveTo>
                    <a:pt x="25" y="13"/>
                  </a:moveTo>
                  <a:lnTo>
                    <a:pt x="25" y="25"/>
                  </a:lnTo>
                  <a:lnTo>
                    <a:pt x="49" y="25"/>
                  </a:lnTo>
                  <a:lnTo>
                    <a:pt x="25" y="1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
            <p:cNvSpPr/>
            <p:nvPr/>
          </p:nvSpPr>
          <p:spPr>
            <a:xfrm>
              <a:off x="2393275" y="1856625"/>
              <a:ext cx="1225" cy="1250"/>
            </a:xfrm>
            <a:custGeom>
              <a:avLst/>
              <a:gdLst/>
              <a:ahLst/>
              <a:cxnLst/>
              <a:rect l="l" t="t" r="r" b="b"/>
              <a:pathLst>
                <a:path w="49" h="50" extrusionOk="0">
                  <a:moveTo>
                    <a:pt x="0" y="1"/>
                  </a:move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
            <p:cNvSpPr/>
            <p:nvPr/>
          </p:nvSpPr>
          <p:spPr>
            <a:xfrm>
              <a:off x="2076700" y="2016725"/>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
            <p:cNvSpPr/>
            <p:nvPr/>
          </p:nvSpPr>
          <p:spPr>
            <a:xfrm>
              <a:off x="2325275" y="234652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
            <p:cNvSpPr/>
            <p:nvPr/>
          </p:nvSpPr>
          <p:spPr>
            <a:xfrm>
              <a:off x="2127875" y="1944500"/>
              <a:ext cx="25" cy="25"/>
            </a:xfrm>
            <a:custGeom>
              <a:avLst/>
              <a:gdLst/>
              <a:ahLst/>
              <a:cxnLst/>
              <a:rect l="l" t="t" r="r" b="b"/>
              <a:pathLst>
                <a:path w="1" h="1" extrusionOk="0">
                  <a:moveTo>
                    <a:pt x="0" y="1"/>
                  </a:move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
            <p:cNvSpPr/>
            <p:nvPr/>
          </p:nvSpPr>
          <p:spPr>
            <a:xfrm>
              <a:off x="2375825" y="2359150"/>
              <a:ext cx="625" cy="650"/>
            </a:xfrm>
            <a:custGeom>
              <a:avLst/>
              <a:gdLst/>
              <a:ahLst/>
              <a:cxnLst/>
              <a:rect l="l" t="t" r="r" b="b"/>
              <a:pathLst>
                <a:path w="25" h="26"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
            <p:cNvSpPr/>
            <p:nvPr/>
          </p:nvSpPr>
          <p:spPr>
            <a:xfrm>
              <a:off x="2316250" y="2048625"/>
              <a:ext cx="25" cy="625"/>
            </a:xfrm>
            <a:custGeom>
              <a:avLst/>
              <a:gdLst/>
              <a:ahLst/>
              <a:cxnLst/>
              <a:rect l="l" t="t" r="r" b="b"/>
              <a:pathLst>
                <a:path w="1" h="25" extrusionOk="0">
                  <a:moveTo>
                    <a:pt x="0" y="24"/>
                  </a:moveTo>
                  <a:lnTo>
                    <a:pt x="0" y="24"/>
                  </a:lnTo>
                  <a:lnTo>
                    <a:pt x="0" y="0"/>
                  </a:lnTo>
                  <a:lnTo>
                    <a:pt x="0" y="0"/>
                  </a:lnTo>
                  <a:lnTo>
                    <a:pt x="0" y="0"/>
                  </a:lnTo>
                  <a:lnTo>
                    <a:pt x="0" y="0"/>
                  </a:lnTo>
                  <a:lnTo>
                    <a:pt x="0" y="24"/>
                  </a:lnTo>
                  <a:lnTo>
                    <a:pt x="0" y="24"/>
                  </a:lnTo>
                  <a:lnTo>
                    <a:pt x="0"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
            <p:cNvSpPr/>
            <p:nvPr/>
          </p:nvSpPr>
          <p:spPr>
            <a:xfrm>
              <a:off x="2142300" y="1943900"/>
              <a:ext cx="625" cy="625"/>
            </a:xfrm>
            <a:custGeom>
              <a:avLst/>
              <a:gdLst/>
              <a:ahLst/>
              <a:cxnLst/>
              <a:rect l="l" t="t" r="r" b="b"/>
              <a:pathLst>
                <a:path w="25" h="25" extrusionOk="0">
                  <a:moveTo>
                    <a:pt x="1" y="0"/>
                  </a:moveTo>
                  <a:lnTo>
                    <a:pt x="25"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
            <p:cNvSpPr/>
            <p:nvPr/>
          </p:nvSpPr>
          <p:spPr>
            <a:xfrm>
              <a:off x="2142900" y="1943300"/>
              <a:ext cx="2450" cy="625"/>
            </a:xfrm>
            <a:custGeom>
              <a:avLst/>
              <a:gdLst/>
              <a:ahLst/>
              <a:cxnLst/>
              <a:rect l="l" t="t" r="r" b="b"/>
              <a:pathLst>
                <a:path w="98" h="25" extrusionOk="0">
                  <a:moveTo>
                    <a:pt x="97" y="0"/>
                  </a:moveTo>
                  <a:lnTo>
                    <a:pt x="97" y="0"/>
                  </a:lnTo>
                  <a:lnTo>
                    <a:pt x="1" y="24"/>
                  </a:lnTo>
                  <a:lnTo>
                    <a:pt x="1" y="24"/>
                  </a:lnTo>
                  <a:lnTo>
                    <a:pt x="1" y="24"/>
                  </a:lnTo>
                  <a:lnTo>
                    <a:pt x="1" y="24"/>
                  </a:lnTo>
                  <a:lnTo>
                    <a:pt x="97" y="0"/>
                  </a:lnTo>
                  <a:lnTo>
                    <a:pt x="97" y="0"/>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
            <p:cNvSpPr/>
            <p:nvPr/>
          </p:nvSpPr>
          <p:spPr>
            <a:xfrm>
              <a:off x="2147725" y="1943300"/>
              <a:ext cx="2425" cy="625"/>
            </a:xfrm>
            <a:custGeom>
              <a:avLst/>
              <a:gdLst/>
              <a:ahLst/>
              <a:cxnLst/>
              <a:rect l="l" t="t" r="r" b="b"/>
              <a:pathLst>
                <a:path w="97" h="25" extrusionOk="0">
                  <a:moveTo>
                    <a:pt x="97" y="0"/>
                  </a:moveTo>
                  <a:lnTo>
                    <a:pt x="97" y="0"/>
                  </a:lnTo>
                  <a:lnTo>
                    <a:pt x="1" y="24"/>
                  </a:lnTo>
                  <a:lnTo>
                    <a:pt x="1" y="24"/>
                  </a:lnTo>
                  <a:lnTo>
                    <a:pt x="1" y="24"/>
                  </a:lnTo>
                  <a:lnTo>
                    <a:pt x="1" y="24"/>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
            <p:cNvSpPr/>
            <p:nvPr/>
          </p:nvSpPr>
          <p:spPr>
            <a:xfrm>
              <a:off x="2150125" y="1943300"/>
              <a:ext cx="25" cy="25"/>
            </a:xfrm>
            <a:custGeom>
              <a:avLst/>
              <a:gdLst/>
              <a:ahLst/>
              <a:cxnLst/>
              <a:rect l="l" t="t" r="r" b="b"/>
              <a:pathLst>
                <a:path w="1" h="1" extrusionOk="0">
                  <a:moveTo>
                    <a:pt x="1" y="0"/>
                  </a:moveTo>
                  <a:lnTo>
                    <a:pt x="1" y="0"/>
                  </a:ln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
            <p:cNvSpPr/>
            <p:nvPr/>
          </p:nvSpPr>
          <p:spPr>
            <a:xfrm>
              <a:off x="2154350" y="1943300"/>
              <a:ext cx="625" cy="25"/>
            </a:xfrm>
            <a:custGeom>
              <a:avLst/>
              <a:gdLst/>
              <a:ahLst/>
              <a:cxnLst/>
              <a:rect l="l" t="t" r="r" b="b"/>
              <a:pathLst>
                <a:path w="25" h="1" extrusionOk="0">
                  <a:moveTo>
                    <a:pt x="24" y="0"/>
                  </a:moveTo>
                  <a:lnTo>
                    <a:pt x="24" y="0"/>
                  </a:lnTo>
                  <a:lnTo>
                    <a:pt x="0" y="0"/>
                  </a:lnTo>
                  <a:lnTo>
                    <a:pt x="0" y="0"/>
                  </a:lnTo>
                  <a:lnTo>
                    <a:pt x="24" y="0"/>
                  </a:lnTo>
                  <a:lnTo>
                    <a:pt x="24" y="0"/>
                  </a:lnTo>
                  <a:lnTo>
                    <a:pt x="24"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
            <p:cNvSpPr/>
            <p:nvPr/>
          </p:nvSpPr>
          <p:spPr>
            <a:xfrm>
              <a:off x="2029775" y="1852425"/>
              <a:ext cx="625" cy="25"/>
            </a:xfrm>
            <a:custGeom>
              <a:avLst/>
              <a:gdLst/>
              <a:ahLst/>
              <a:cxnLst/>
              <a:rect l="l" t="t" r="r" b="b"/>
              <a:pathLst>
                <a:path w="25" h="1" extrusionOk="0">
                  <a:moveTo>
                    <a:pt x="24" y="0"/>
                  </a:moveTo>
                  <a:lnTo>
                    <a:pt x="24"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
            <p:cNvSpPr/>
            <p:nvPr/>
          </p:nvSpPr>
          <p:spPr>
            <a:xfrm>
              <a:off x="2135100" y="1908400"/>
              <a:ext cx="625" cy="25"/>
            </a:xfrm>
            <a:custGeom>
              <a:avLst/>
              <a:gdLst/>
              <a:ahLst/>
              <a:cxnLst/>
              <a:rect l="l" t="t" r="r" b="b"/>
              <a:pathLst>
                <a:path w="25" h="1" extrusionOk="0">
                  <a:moveTo>
                    <a:pt x="24" y="0"/>
                  </a:moveTo>
                  <a:lnTo>
                    <a:pt x="0"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
            <p:cNvSpPr/>
            <p:nvPr/>
          </p:nvSpPr>
          <p:spPr>
            <a:xfrm>
              <a:off x="2135100" y="1908400"/>
              <a:ext cx="625" cy="25"/>
            </a:xfrm>
            <a:custGeom>
              <a:avLst/>
              <a:gdLst/>
              <a:ahLst/>
              <a:cxnLst/>
              <a:rect l="l" t="t" r="r" b="b"/>
              <a:pathLst>
                <a:path w="25" h="1" extrusionOk="0">
                  <a:moveTo>
                    <a:pt x="0" y="0"/>
                  </a:moveTo>
                  <a:lnTo>
                    <a:pt x="24" y="0"/>
                  </a:lnTo>
                  <a:lnTo>
                    <a:pt x="24" y="0"/>
                  </a:lnTo>
                  <a:lnTo>
                    <a:pt x="0" y="0"/>
                  </a:lnTo>
                  <a:lnTo>
                    <a:pt x="0" y="0"/>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
            <p:cNvSpPr/>
            <p:nvPr/>
          </p:nvSpPr>
          <p:spPr>
            <a:xfrm>
              <a:off x="2139900" y="1907800"/>
              <a:ext cx="625" cy="625"/>
            </a:xfrm>
            <a:custGeom>
              <a:avLst/>
              <a:gdLst/>
              <a:ahLst/>
              <a:cxnLst/>
              <a:rect l="l" t="t" r="r" b="b"/>
              <a:pathLst>
                <a:path w="25" h="25" extrusionOk="0">
                  <a:moveTo>
                    <a:pt x="25"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
            <p:cNvSpPr/>
            <p:nvPr/>
          </p:nvSpPr>
          <p:spPr>
            <a:xfrm>
              <a:off x="2140500" y="1907800"/>
              <a:ext cx="25" cy="625"/>
            </a:xfrm>
            <a:custGeom>
              <a:avLst/>
              <a:gdLst/>
              <a:ahLst/>
              <a:cxnLst/>
              <a:rect l="l" t="t" r="r" b="b"/>
              <a:pathLst>
                <a:path w="1" h="25" extrusionOk="0">
                  <a:moveTo>
                    <a:pt x="1" y="24"/>
                  </a:moveTo>
                  <a:lnTo>
                    <a:pt x="1" y="24"/>
                  </a:lnTo>
                  <a:lnTo>
                    <a:pt x="1" y="24"/>
                  </a:lnTo>
                  <a:lnTo>
                    <a:pt x="1" y="24"/>
                  </a:lnTo>
                  <a:lnTo>
                    <a:pt x="1" y="0"/>
                  </a:lnTo>
                  <a:lnTo>
                    <a:pt x="1" y="24"/>
                  </a:lnTo>
                  <a:lnTo>
                    <a:pt x="1" y="24"/>
                  </a:lnTo>
                  <a:lnTo>
                    <a:pt x="1" y="24"/>
                  </a:lnTo>
                  <a:lnTo>
                    <a:pt x="1"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
            <p:cNvSpPr/>
            <p:nvPr/>
          </p:nvSpPr>
          <p:spPr>
            <a:xfrm>
              <a:off x="2128475" y="1897550"/>
              <a:ext cx="25" cy="25"/>
            </a:xfrm>
            <a:custGeom>
              <a:avLst/>
              <a:gdLst/>
              <a:ahLst/>
              <a:cxnLst/>
              <a:rect l="l" t="t" r="r" b="b"/>
              <a:pathLst>
                <a:path w="1" h="1" extrusionOk="0">
                  <a:moveTo>
                    <a:pt x="0" y="1"/>
                  </a:moveTo>
                  <a:lnTo>
                    <a:pt x="0" y="1"/>
                  </a:ln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
            <p:cNvSpPr/>
            <p:nvPr/>
          </p:nvSpPr>
          <p:spPr>
            <a:xfrm>
              <a:off x="2147125" y="1906575"/>
              <a:ext cx="25" cy="650"/>
            </a:xfrm>
            <a:custGeom>
              <a:avLst/>
              <a:gdLst/>
              <a:ahLst/>
              <a:cxnLst/>
              <a:rect l="l" t="t" r="r" b="b"/>
              <a:pathLst>
                <a:path w="1" h="26" extrusionOk="0">
                  <a:moveTo>
                    <a:pt x="0" y="1"/>
                  </a:moveTo>
                  <a:lnTo>
                    <a:pt x="0" y="25"/>
                  </a:lnTo>
                  <a:lnTo>
                    <a:pt x="0" y="25"/>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
            <p:cNvSpPr/>
            <p:nvPr/>
          </p:nvSpPr>
          <p:spPr>
            <a:xfrm>
              <a:off x="2128475" y="1897550"/>
              <a:ext cx="2425" cy="625"/>
            </a:xfrm>
            <a:custGeom>
              <a:avLst/>
              <a:gdLst/>
              <a:ahLst/>
              <a:cxnLst/>
              <a:rect l="l" t="t" r="r" b="b"/>
              <a:pathLst>
                <a:path w="97" h="25" extrusionOk="0">
                  <a:moveTo>
                    <a:pt x="0" y="1"/>
                  </a:moveTo>
                  <a:lnTo>
                    <a:pt x="24" y="25"/>
                  </a:lnTo>
                  <a:lnTo>
                    <a:pt x="97" y="25"/>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
            <p:cNvSpPr/>
            <p:nvPr/>
          </p:nvSpPr>
          <p:spPr>
            <a:xfrm>
              <a:off x="2139900" y="1902375"/>
              <a:ext cx="1825" cy="1225"/>
            </a:xfrm>
            <a:custGeom>
              <a:avLst/>
              <a:gdLst/>
              <a:ahLst/>
              <a:cxnLst/>
              <a:rect l="l" t="t" r="r" b="b"/>
              <a:pathLst>
                <a:path w="73" h="49" extrusionOk="0">
                  <a:moveTo>
                    <a:pt x="49" y="0"/>
                  </a:moveTo>
                  <a:lnTo>
                    <a:pt x="25" y="25"/>
                  </a:lnTo>
                  <a:lnTo>
                    <a:pt x="49" y="25"/>
                  </a:lnTo>
                  <a:lnTo>
                    <a:pt x="73" y="0"/>
                  </a:lnTo>
                  <a:close/>
                  <a:moveTo>
                    <a:pt x="1" y="25"/>
                  </a:moveTo>
                  <a:lnTo>
                    <a:pt x="1" y="49"/>
                  </a:lnTo>
                  <a:lnTo>
                    <a:pt x="25"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
            <p:cNvSpPr/>
            <p:nvPr/>
          </p:nvSpPr>
          <p:spPr>
            <a:xfrm>
              <a:off x="2130275" y="1896350"/>
              <a:ext cx="2425" cy="1825"/>
            </a:xfrm>
            <a:custGeom>
              <a:avLst/>
              <a:gdLst/>
              <a:ahLst/>
              <a:cxnLst/>
              <a:rect l="l" t="t" r="r" b="b"/>
              <a:pathLst>
                <a:path w="97" h="73" extrusionOk="0">
                  <a:moveTo>
                    <a:pt x="25" y="1"/>
                  </a:moveTo>
                  <a:lnTo>
                    <a:pt x="44" y="7"/>
                  </a:lnTo>
                  <a:lnTo>
                    <a:pt x="44" y="7"/>
                  </a:lnTo>
                  <a:lnTo>
                    <a:pt x="49" y="1"/>
                  </a:lnTo>
                  <a:close/>
                  <a:moveTo>
                    <a:pt x="44" y="7"/>
                  </a:moveTo>
                  <a:lnTo>
                    <a:pt x="0" y="73"/>
                  </a:lnTo>
                  <a:lnTo>
                    <a:pt x="25" y="73"/>
                  </a:lnTo>
                  <a:lnTo>
                    <a:pt x="49" y="25"/>
                  </a:lnTo>
                  <a:lnTo>
                    <a:pt x="97" y="25"/>
                  </a:lnTo>
                  <a:lnTo>
                    <a:pt x="44" y="7"/>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
            <p:cNvSpPr/>
            <p:nvPr/>
          </p:nvSpPr>
          <p:spPr>
            <a:xfrm>
              <a:off x="2118850" y="2487350"/>
              <a:ext cx="625" cy="625"/>
            </a:xfrm>
            <a:custGeom>
              <a:avLst/>
              <a:gdLst/>
              <a:ahLst/>
              <a:cxnLst/>
              <a:rect l="l" t="t" r="r" b="b"/>
              <a:pathLst>
                <a:path w="25" h="25" extrusionOk="0">
                  <a:moveTo>
                    <a:pt x="0"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
            <p:cNvSpPr/>
            <p:nvPr/>
          </p:nvSpPr>
          <p:spPr>
            <a:xfrm>
              <a:off x="2136300" y="1887325"/>
              <a:ext cx="1825" cy="625"/>
            </a:xfrm>
            <a:custGeom>
              <a:avLst/>
              <a:gdLst/>
              <a:ahLst/>
              <a:cxnLst/>
              <a:rect l="l" t="t" r="r" b="b"/>
              <a:pathLst>
                <a:path w="73" h="25" extrusionOk="0">
                  <a:moveTo>
                    <a:pt x="24" y="1"/>
                  </a:moveTo>
                  <a:lnTo>
                    <a:pt x="0" y="25"/>
                  </a:lnTo>
                  <a:lnTo>
                    <a:pt x="48"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
            <p:cNvSpPr/>
            <p:nvPr/>
          </p:nvSpPr>
          <p:spPr>
            <a:xfrm>
              <a:off x="2138100" y="1886725"/>
              <a:ext cx="1825" cy="625"/>
            </a:xfrm>
            <a:custGeom>
              <a:avLst/>
              <a:gdLst/>
              <a:ahLst/>
              <a:cxnLst/>
              <a:rect l="l" t="t" r="r" b="b"/>
              <a:pathLst>
                <a:path w="73" h="25" extrusionOk="0">
                  <a:moveTo>
                    <a:pt x="49" y="1"/>
                  </a:moveTo>
                  <a:lnTo>
                    <a:pt x="0" y="25"/>
                  </a:lnTo>
                  <a:lnTo>
                    <a:pt x="49"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
            <p:cNvSpPr/>
            <p:nvPr/>
          </p:nvSpPr>
          <p:spPr>
            <a:xfrm>
              <a:off x="2074900" y="1848200"/>
              <a:ext cx="625" cy="25"/>
            </a:xfrm>
            <a:custGeom>
              <a:avLst/>
              <a:gdLst/>
              <a:ahLst/>
              <a:cxnLst/>
              <a:rect l="l" t="t" r="r" b="b"/>
              <a:pathLst>
                <a:path w="25" h="1" extrusionOk="0">
                  <a:moveTo>
                    <a:pt x="25" y="1"/>
                  </a:moveTo>
                  <a:lnTo>
                    <a:pt x="25" y="1"/>
                  </a:lnTo>
                  <a:lnTo>
                    <a:pt x="1" y="1"/>
                  </a:lnTo>
                  <a:lnTo>
                    <a:pt x="1" y="1"/>
                  </a:lnTo>
                  <a:lnTo>
                    <a:pt x="25" y="1"/>
                  </a:lnTo>
                  <a:lnTo>
                    <a:pt x="25" y="1"/>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
            <p:cNvSpPr/>
            <p:nvPr/>
          </p:nvSpPr>
          <p:spPr>
            <a:xfrm>
              <a:off x="2139900" y="1886125"/>
              <a:ext cx="2425" cy="625"/>
            </a:xfrm>
            <a:custGeom>
              <a:avLst/>
              <a:gdLst/>
              <a:ahLst/>
              <a:cxnLst/>
              <a:rect l="l" t="t" r="r" b="b"/>
              <a:pathLst>
                <a:path w="97" h="25" extrusionOk="0">
                  <a:moveTo>
                    <a:pt x="49" y="0"/>
                  </a:moveTo>
                  <a:lnTo>
                    <a:pt x="1" y="25"/>
                  </a:lnTo>
                  <a:lnTo>
                    <a:pt x="49" y="25"/>
                  </a:lnTo>
                  <a:lnTo>
                    <a:pt x="65" y="8"/>
                  </a:lnTo>
                  <a:lnTo>
                    <a:pt x="65" y="8"/>
                  </a:lnTo>
                  <a:lnTo>
                    <a:pt x="49" y="0"/>
                  </a:lnTo>
                  <a:close/>
                  <a:moveTo>
                    <a:pt x="73" y="0"/>
                  </a:moveTo>
                  <a:lnTo>
                    <a:pt x="65" y="8"/>
                  </a:lnTo>
                  <a:lnTo>
                    <a:pt x="65" y="8"/>
                  </a:lnTo>
                  <a:lnTo>
                    <a:pt x="97"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
            <p:cNvSpPr/>
            <p:nvPr/>
          </p:nvSpPr>
          <p:spPr>
            <a:xfrm>
              <a:off x="2075500" y="1847600"/>
              <a:ext cx="1225" cy="625"/>
            </a:xfrm>
            <a:custGeom>
              <a:avLst/>
              <a:gdLst/>
              <a:ahLst/>
              <a:cxnLst/>
              <a:rect l="l" t="t" r="r" b="b"/>
              <a:pathLst>
                <a:path w="49" h="25" extrusionOk="0">
                  <a:moveTo>
                    <a:pt x="25" y="1"/>
                  </a:moveTo>
                  <a:lnTo>
                    <a:pt x="1" y="25"/>
                  </a:lnTo>
                  <a:lnTo>
                    <a:pt x="25"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
            <p:cNvSpPr/>
            <p:nvPr/>
          </p:nvSpPr>
          <p:spPr>
            <a:xfrm>
              <a:off x="1965975" y="2039600"/>
              <a:ext cx="625" cy="25"/>
            </a:xfrm>
            <a:custGeom>
              <a:avLst/>
              <a:gdLst/>
              <a:ahLst/>
              <a:cxnLst/>
              <a:rect l="l" t="t" r="r" b="b"/>
              <a:pathLst>
                <a:path w="25" h="1" extrusionOk="0">
                  <a:moveTo>
                    <a:pt x="0" y="0"/>
                  </a:moveTo>
                  <a:lnTo>
                    <a:pt x="0" y="0"/>
                  </a:lnTo>
                  <a:lnTo>
                    <a:pt x="25"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
            <p:cNvSpPr/>
            <p:nvPr/>
          </p:nvSpPr>
          <p:spPr>
            <a:xfrm>
              <a:off x="1895550" y="1964350"/>
              <a:ext cx="625" cy="650"/>
            </a:xfrm>
            <a:custGeom>
              <a:avLst/>
              <a:gdLst/>
              <a:ahLst/>
              <a:cxnLst/>
              <a:rect l="l" t="t" r="r" b="b"/>
              <a:pathLst>
                <a:path w="25" h="26"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
            <p:cNvSpPr/>
            <p:nvPr/>
          </p:nvSpPr>
          <p:spPr>
            <a:xfrm>
              <a:off x="2027350" y="2037175"/>
              <a:ext cx="625" cy="625"/>
            </a:xfrm>
            <a:custGeom>
              <a:avLst/>
              <a:gdLst/>
              <a:ahLst/>
              <a:cxnLst/>
              <a:rect l="l" t="t" r="r" b="b"/>
              <a:pathLst>
                <a:path w="25"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
            <p:cNvSpPr/>
            <p:nvPr/>
          </p:nvSpPr>
          <p:spPr>
            <a:xfrm>
              <a:off x="2405300" y="1951725"/>
              <a:ext cx="650" cy="25"/>
            </a:xfrm>
            <a:custGeom>
              <a:avLst/>
              <a:gdLst/>
              <a:ahLst/>
              <a:cxnLst/>
              <a:rect l="l" t="t" r="r" b="b"/>
              <a:pathLst>
                <a:path w="26" h="1" extrusionOk="0">
                  <a:moveTo>
                    <a:pt x="25" y="0"/>
                  </a:moveTo>
                  <a:lnTo>
                    <a:pt x="1" y="0"/>
                  </a:lnTo>
                  <a:lnTo>
                    <a:pt x="25" y="0"/>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
            <p:cNvSpPr/>
            <p:nvPr/>
          </p:nvSpPr>
          <p:spPr>
            <a:xfrm>
              <a:off x="2357175" y="1887325"/>
              <a:ext cx="625" cy="25"/>
            </a:xfrm>
            <a:custGeom>
              <a:avLst/>
              <a:gdLst/>
              <a:ahLst/>
              <a:cxnLst/>
              <a:rect l="l" t="t" r="r" b="b"/>
              <a:pathLst>
                <a:path w="25" h="1" extrusionOk="0">
                  <a:moveTo>
                    <a:pt x="0" y="1"/>
                  </a:moveTo>
                  <a:lnTo>
                    <a:pt x="0" y="1"/>
                  </a:lnTo>
                  <a:lnTo>
                    <a:pt x="24" y="1"/>
                  </a:lnTo>
                  <a:lnTo>
                    <a:pt x="24"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
            <p:cNvSpPr/>
            <p:nvPr/>
          </p:nvSpPr>
          <p:spPr>
            <a:xfrm>
              <a:off x="2484150" y="1986025"/>
              <a:ext cx="101725" cy="97525"/>
            </a:xfrm>
            <a:custGeom>
              <a:avLst/>
              <a:gdLst/>
              <a:ahLst/>
              <a:cxnLst/>
              <a:rect l="l" t="t" r="r" b="b"/>
              <a:pathLst>
                <a:path w="4069" h="3901" extrusionOk="0">
                  <a:moveTo>
                    <a:pt x="2191" y="193"/>
                  </a:moveTo>
                  <a:lnTo>
                    <a:pt x="2649" y="265"/>
                  </a:lnTo>
                  <a:lnTo>
                    <a:pt x="2745" y="289"/>
                  </a:lnTo>
                  <a:lnTo>
                    <a:pt x="2865" y="338"/>
                  </a:lnTo>
                  <a:lnTo>
                    <a:pt x="3082" y="458"/>
                  </a:lnTo>
                  <a:lnTo>
                    <a:pt x="3299" y="602"/>
                  </a:lnTo>
                  <a:lnTo>
                    <a:pt x="3491" y="771"/>
                  </a:lnTo>
                  <a:lnTo>
                    <a:pt x="3636" y="988"/>
                  </a:lnTo>
                  <a:lnTo>
                    <a:pt x="3732" y="1180"/>
                  </a:lnTo>
                  <a:lnTo>
                    <a:pt x="3804" y="1373"/>
                  </a:lnTo>
                  <a:lnTo>
                    <a:pt x="3852" y="1662"/>
                  </a:lnTo>
                  <a:lnTo>
                    <a:pt x="3876" y="1926"/>
                  </a:lnTo>
                  <a:lnTo>
                    <a:pt x="3876" y="2095"/>
                  </a:lnTo>
                  <a:lnTo>
                    <a:pt x="3852" y="2263"/>
                  </a:lnTo>
                  <a:lnTo>
                    <a:pt x="3804" y="2432"/>
                  </a:lnTo>
                  <a:lnTo>
                    <a:pt x="3732" y="2601"/>
                  </a:lnTo>
                  <a:lnTo>
                    <a:pt x="3684" y="2697"/>
                  </a:lnTo>
                  <a:lnTo>
                    <a:pt x="3612" y="2793"/>
                  </a:lnTo>
                  <a:lnTo>
                    <a:pt x="3371" y="3010"/>
                  </a:lnTo>
                  <a:lnTo>
                    <a:pt x="3178" y="3250"/>
                  </a:lnTo>
                  <a:lnTo>
                    <a:pt x="3082" y="3347"/>
                  </a:lnTo>
                  <a:lnTo>
                    <a:pt x="2986" y="3419"/>
                  </a:lnTo>
                  <a:lnTo>
                    <a:pt x="2889" y="3467"/>
                  </a:lnTo>
                  <a:lnTo>
                    <a:pt x="2769" y="3515"/>
                  </a:lnTo>
                  <a:lnTo>
                    <a:pt x="2312" y="3660"/>
                  </a:lnTo>
                  <a:lnTo>
                    <a:pt x="2095" y="3684"/>
                  </a:lnTo>
                  <a:lnTo>
                    <a:pt x="1854" y="3708"/>
                  </a:lnTo>
                  <a:lnTo>
                    <a:pt x="1397" y="3636"/>
                  </a:lnTo>
                  <a:lnTo>
                    <a:pt x="1204" y="3612"/>
                  </a:lnTo>
                  <a:lnTo>
                    <a:pt x="988" y="3563"/>
                  </a:lnTo>
                  <a:lnTo>
                    <a:pt x="843" y="3491"/>
                  </a:lnTo>
                  <a:lnTo>
                    <a:pt x="699" y="3419"/>
                  </a:lnTo>
                  <a:lnTo>
                    <a:pt x="602" y="3323"/>
                  </a:lnTo>
                  <a:lnTo>
                    <a:pt x="506" y="3178"/>
                  </a:lnTo>
                  <a:lnTo>
                    <a:pt x="289" y="2865"/>
                  </a:lnTo>
                  <a:lnTo>
                    <a:pt x="217" y="2745"/>
                  </a:lnTo>
                  <a:lnTo>
                    <a:pt x="169" y="2625"/>
                  </a:lnTo>
                  <a:lnTo>
                    <a:pt x="145" y="2504"/>
                  </a:lnTo>
                  <a:lnTo>
                    <a:pt x="145" y="2360"/>
                  </a:lnTo>
                  <a:lnTo>
                    <a:pt x="169" y="2095"/>
                  </a:lnTo>
                  <a:lnTo>
                    <a:pt x="217" y="1734"/>
                  </a:lnTo>
                  <a:lnTo>
                    <a:pt x="289" y="1397"/>
                  </a:lnTo>
                  <a:lnTo>
                    <a:pt x="338" y="1204"/>
                  </a:lnTo>
                  <a:lnTo>
                    <a:pt x="410" y="1060"/>
                  </a:lnTo>
                  <a:lnTo>
                    <a:pt x="482" y="891"/>
                  </a:lnTo>
                  <a:lnTo>
                    <a:pt x="602" y="747"/>
                  </a:lnTo>
                  <a:lnTo>
                    <a:pt x="675" y="699"/>
                  </a:lnTo>
                  <a:lnTo>
                    <a:pt x="771" y="651"/>
                  </a:lnTo>
                  <a:lnTo>
                    <a:pt x="915" y="627"/>
                  </a:lnTo>
                  <a:lnTo>
                    <a:pt x="1060" y="578"/>
                  </a:lnTo>
                  <a:lnTo>
                    <a:pt x="1228" y="554"/>
                  </a:lnTo>
                  <a:lnTo>
                    <a:pt x="1373" y="458"/>
                  </a:lnTo>
                  <a:lnTo>
                    <a:pt x="1493" y="386"/>
                  </a:lnTo>
                  <a:lnTo>
                    <a:pt x="1613" y="314"/>
                  </a:lnTo>
                  <a:lnTo>
                    <a:pt x="1854" y="217"/>
                  </a:lnTo>
                  <a:lnTo>
                    <a:pt x="2023" y="193"/>
                  </a:lnTo>
                  <a:close/>
                  <a:moveTo>
                    <a:pt x="1902" y="1"/>
                  </a:moveTo>
                  <a:lnTo>
                    <a:pt x="1758" y="49"/>
                  </a:lnTo>
                  <a:lnTo>
                    <a:pt x="1589" y="121"/>
                  </a:lnTo>
                  <a:lnTo>
                    <a:pt x="1421" y="193"/>
                  </a:lnTo>
                  <a:lnTo>
                    <a:pt x="1349" y="241"/>
                  </a:lnTo>
                  <a:lnTo>
                    <a:pt x="1276" y="289"/>
                  </a:lnTo>
                  <a:lnTo>
                    <a:pt x="1204" y="338"/>
                  </a:lnTo>
                  <a:lnTo>
                    <a:pt x="1132" y="386"/>
                  </a:lnTo>
                  <a:lnTo>
                    <a:pt x="963" y="410"/>
                  </a:lnTo>
                  <a:lnTo>
                    <a:pt x="867" y="410"/>
                  </a:lnTo>
                  <a:lnTo>
                    <a:pt x="795" y="434"/>
                  </a:lnTo>
                  <a:lnTo>
                    <a:pt x="747" y="458"/>
                  </a:lnTo>
                  <a:lnTo>
                    <a:pt x="675" y="506"/>
                  </a:lnTo>
                  <a:lnTo>
                    <a:pt x="651" y="578"/>
                  </a:lnTo>
                  <a:lnTo>
                    <a:pt x="602" y="627"/>
                  </a:lnTo>
                  <a:lnTo>
                    <a:pt x="554" y="651"/>
                  </a:lnTo>
                  <a:lnTo>
                    <a:pt x="434" y="795"/>
                  </a:lnTo>
                  <a:lnTo>
                    <a:pt x="338" y="939"/>
                  </a:lnTo>
                  <a:lnTo>
                    <a:pt x="241" y="1108"/>
                  </a:lnTo>
                  <a:lnTo>
                    <a:pt x="193" y="1276"/>
                  </a:lnTo>
                  <a:lnTo>
                    <a:pt x="73" y="1854"/>
                  </a:lnTo>
                  <a:lnTo>
                    <a:pt x="25" y="2119"/>
                  </a:lnTo>
                  <a:lnTo>
                    <a:pt x="1" y="2360"/>
                  </a:lnTo>
                  <a:lnTo>
                    <a:pt x="1" y="2552"/>
                  </a:lnTo>
                  <a:lnTo>
                    <a:pt x="25" y="2721"/>
                  </a:lnTo>
                  <a:lnTo>
                    <a:pt x="97" y="2889"/>
                  </a:lnTo>
                  <a:lnTo>
                    <a:pt x="193" y="3034"/>
                  </a:lnTo>
                  <a:lnTo>
                    <a:pt x="289" y="3178"/>
                  </a:lnTo>
                  <a:lnTo>
                    <a:pt x="386" y="3323"/>
                  </a:lnTo>
                  <a:lnTo>
                    <a:pt x="506" y="3467"/>
                  </a:lnTo>
                  <a:lnTo>
                    <a:pt x="578" y="3563"/>
                  </a:lnTo>
                  <a:lnTo>
                    <a:pt x="675" y="3636"/>
                  </a:lnTo>
                  <a:lnTo>
                    <a:pt x="891" y="3732"/>
                  </a:lnTo>
                  <a:lnTo>
                    <a:pt x="1132" y="3804"/>
                  </a:lnTo>
                  <a:lnTo>
                    <a:pt x="1397" y="3852"/>
                  </a:lnTo>
                  <a:lnTo>
                    <a:pt x="1926" y="3900"/>
                  </a:lnTo>
                  <a:lnTo>
                    <a:pt x="2167" y="3900"/>
                  </a:lnTo>
                  <a:lnTo>
                    <a:pt x="2432" y="3852"/>
                  </a:lnTo>
                  <a:lnTo>
                    <a:pt x="2889" y="3684"/>
                  </a:lnTo>
                  <a:lnTo>
                    <a:pt x="3058" y="3612"/>
                  </a:lnTo>
                  <a:lnTo>
                    <a:pt x="3154" y="3539"/>
                  </a:lnTo>
                  <a:lnTo>
                    <a:pt x="3226" y="3467"/>
                  </a:lnTo>
                  <a:lnTo>
                    <a:pt x="3443" y="3226"/>
                  </a:lnTo>
                  <a:lnTo>
                    <a:pt x="3539" y="3106"/>
                  </a:lnTo>
                  <a:lnTo>
                    <a:pt x="3660" y="2986"/>
                  </a:lnTo>
                  <a:lnTo>
                    <a:pt x="3732" y="2889"/>
                  </a:lnTo>
                  <a:lnTo>
                    <a:pt x="3828" y="2793"/>
                  </a:lnTo>
                  <a:lnTo>
                    <a:pt x="3900" y="2697"/>
                  </a:lnTo>
                  <a:lnTo>
                    <a:pt x="3949" y="2576"/>
                  </a:lnTo>
                  <a:lnTo>
                    <a:pt x="3997" y="2408"/>
                  </a:lnTo>
                  <a:lnTo>
                    <a:pt x="4045" y="2239"/>
                  </a:lnTo>
                  <a:lnTo>
                    <a:pt x="4069" y="2047"/>
                  </a:lnTo>
                  <a:lnTo>
                    <a:pt x="4069" y="1878"/>
                  </a:lnTo>
                  <a:lnTo>
                    <a:pt x="4045" y="1614"/>
                  </a:lnTo>
                  <a:lnTo>
                    <a:pt x="3997" y="1349"/>
                  </a:lnTo>
                  <a:lnTo>
                    <a:pt x="3949" y="1204"/>
                  </a:lnTo>
                  <a:lnTo>
                    <a:pt x="3900" y="1036"/>
                  </a:lnTo>
                  <a:lnTo>
                    <a:pt x="3780" y="843"/>
                  </a:lnTo>
                  <a:lnTo>
                    <a:pt x="3636" y="651"/>
                  </a:lnTo>
                  <a:lnTo>
                    <a:pt x="3467" y="482"/>
                  </a:lnTo>
                  <a:lnTo>
                    <a:pt x="3299" y="338"/>
                  </a:lnTo>
                  <a:lnTo>
                    <a:pt x="3034" y="193"/>
                  </a:lnTo>
                  <a:lnTo>
                    <a:pt x="2889" y="121"/>
                  </a:lnTo>
                  <a:lnTo>
                    <a:pt x="2745" y="73"/>
                  </a:lnTo>
                  <a:lnTo>
                    <a:pt x="22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
            <p:cNvSpPr/>
            <p:nvPr/>
          </p:nvSpPr>
          <p:spPr>
            <a:xfrm>
              <a:off x="2516050" y="2013700"/>
              <a:ext cx="39750" cy="41575"/>
            </a:xfrm>
            <a:custGeom>
              <a:avLst/>
              <a:gdLst/>
              <a:ahLst/>
              <a:cxnLst/>
              <a:rect l="l" t="t" r="r" b="b"/>
              <a:pathLst>
                <a:path w="1590" h="1663" extrusionOk="0">
                  <a:moveTo>
                    <a:pt x="963" y="194"/>
                  </a:moveTo>
                  <a:lnTo>
                    <a:pt x="1060" y="242"/>
                  </a:lnTo>
                  <a:lnTo>
                    <a:pt x="1300" y="386"/>
                  </a:lnTo>
                  <a:lnTo>
                    <a:pt x="1373" y="458"/>
                  </a:lnTo>
                  <a:lnTo>
                    <a:pt x="1397" y="555"/>
                  </a:lnTo>
                  <a:lnTo>
                    <a:pt x="1421" y="819"/>
                  </a:lnTo>
                  <a:lnTo>
                    <a:pt x="1421" y="940"/>
                  </a:lnTo>
                  <a:lnTo>
                    <a:pt x="1397" y="1084"/>
                  </a:lnTo>
                  <a:lnTo>
                    <a:pt x="1349" y="1181"/>
                  </a:lnTo>
                  <a:lnTo>
                    <a:pt x="1276" y="1253"/>
                  </a:lnTo>
                  <a:lnTo>
                    <a:pt x="1060" y="1445"/>
                  </a:lnTo>
                  <a:lnTo>
                    <a:pt x="1012" y="1469"/>
                  </a:lnTo>
                  <a:lnTo>
                    <a:pt x="939" y="1494"/>
                  </a:lnTo>
                  <a:lnTo>
                    <a:pt x="747" y="1494"/>
                  </a:lnTo>
                  <a:lnTo>
                    <a:pt x="578" y="1469"/>
                  </a:lnTo>
                  <a:lnTo>
                    <a:pt x="434" y="1421"/>
                  </a:lnTo>
                  <a:lnTo>
                    <a:pt x="289" y="1349"/>
                  </a:lnTo>
                  <a:lnTo>
                    <a:pt x="241" y="1301"/>
                  </a:lnTo>
                  <a:lnTo>
                    <a:pt x="193" y="1229"/>
                  </a:lnTo>
                  <a:lnTo>
                    <a:pt x="169" y="1181"/>
                  </a:lnTo>
                  <a:lnTo>
                    <a:pt x="169" y="1084"/>
                  </a:lnTo>
                  <a:lnTo>
                    <a:pt x="169" y="1036"/>
                  </a:lnTo>
                  <a:lnTo>
                    <a:pt x="169" y="940"/>
                  </a:lnTo>
                  <a:lnTo>
                    <a:pt x="169" y="771"/>
                  </a:lnTo>
                  <a:lnTo>
                    <a:pt x="193" y="603"/>
                  </a:lnTo>
                  <a:lnTo>
                    <a:pt x="217" y="531"/>
                  </a:lnTo>
                  <a:lnTo>
                    <a:pt x="265" y="458"/>
                  </a:lnTo>
                  <a:lnTo>
                    <a:pt x="386" y="362"/>
                  </a:lnTo>
                  <a:lnTo>
                    <a:pt x="482" y="290"/>
                  </a:lnTo>
                  <a:lnTo>
                    <a:pt x="602" y="242"/>
                  </a:lnTo>
                  <a:lnTo>
                    <a:pt x="723" y="194"/>
                  </a:lnTo>
                  <a:close/>
                  <a:moveTo>
                    <a:pt x="747" y="1"/>
                  </a:moveTo>
                  <a:lnTo>
                    <a:pt x="602" y="49"/>
                  </a:lnTo>
                  <a:lnTo>
                    <a:pt x="458" y="97"/>
                  </a:lnTo>
                  <a:lnTo>
                    <a:pt x="313" y="169"/>
                  </a:lnTo>
                  <a:lnTo>
                    <a:pt x="241" y="218"/>
                  </a:lnTo>
                  <a:lnTo>
                    <a:pt x="169" y="290"/>
                  </a:lnTo>
                  <a:lnTo>
                    <a:pt x="73" y="434"/>
                  </a:lnTo>
                  <a:lnTo>
                    <a:pt x="24" y="627"/>
                  </a:lnTo>
                  <a:lnTo>
                    <a:pt x="0" y="795"/>
                  </a:lnTo>
                  <a:lnTo>
                    <a:pt x="0" y="940"/>
                  </a:lnTo>
                  <a:lnTo>
                    <a:pt x="24" y="1108"/>
                  </a:lnTo>
                  <a:lnTo>
                    <a:pt x="24" y="1205"/>
                  </a:lnTo>
                  <a:lnTo>
                    <a:pt x="73" y="1301"/>
                  </a:lnTo>
                  <a:lnTo>
                    <a:pt x="121" y="1373"/>
                  </a:lnTo>
                  <a:lnTo>
                    <a:pt x="193" y="1445"/>
                  </a:lnTo>
                  <a:lnTo>
                    <a:pt x="289" y="1518"/>
                  </a:lnTo>
                  <a:lnTo>
                    <a:pt x="410" y="1590"/>
                  </a:lnTo>
                  <a:lnTo>
                    <a:pt x="554" y="1614"/>
                  </a:lnTo>
                  <a:lnTo>
                    <a:pt x="699" y="1638"/>
                  </a:lnTo>
                  <a:lnTo>
                    <a:pt x="963" y="1662"/>
                  </a:lnTo>
                  <a:lnTo>
                    <a:pt x="1060" y="1638"/>
                  </a:lnTo>
                  <a:lnTo>
                    <a:pt x="1132" y="1590"/>
                  </a:lnTo>
                  <a:lnTo>
                    <a:pt x="1373" y="1373"/>
                  </a:lnTo>
                  <a:lnTo>
                    <a:pt x="1469" y="1277"/>
                  </a:lnTo>
                  <a:lnTo>
                    <a:pt x="1517" y="1132"/>
                  </a:lnTo>
                  <a:lnTo>
                    <a:pt x="1565" y="964"/>
                  </a:lnTo>
                  <a:lnTo>
                    <a:pt x="1589" y="771"/>
                  </a:lnTo>
                  <a:lnTo>
                    <a:pt x="1541" y="531"/>
                  </a:lnTo>
                  <a:lnTo>
                    <a:pt x="1541" y="434"/>
                  </a:lnTo>
                  <a:lnTo>
                    <a:pt x="1493" y="338"/>
                  </a:lnTo>
                  <a:lnTo>
                    <a:pt x="1445" y="266"/>
                  </a:lnTo>
                  <a:lnTo>
                    <a:pt x="1373" y="218"/>
                  </a:lnTo>
                  <a:lnTo>
                    <a:pt x="1228" y="121"/>
                  </a:lnTo>
                  <a:lnTo>
                    <a:pt x="1084" y="49"/>
                  </a:lnTo>
                  <a:lnTo>
                    <a:pt x="9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
            <p:cNvSpPr/>
            <p:nvPr/>
          </p:nvSpPr>
          <p:spPr>
            <a:xfrm>
              <a:off x="2528675" y="2028750"/>
              <a:ext cx="13875" cy="15075"/>
            </a:xfrm>
            <a:custGeom>
              <a:avLst/>
              <a:gdLst/>
              <a:ahLst/>
              <a:cxnLst/>
              <a:rect l="l" t="t" r="r" b="b"/>
              <a:pathLst>
                <a:path w="555" h="603" extrusionOk="0">
                  <a:moveTo>
                    <a:pt x="314" y="169"/>
                  </a:moveTo>
                  <a:lnTo>
                    <a:pt x="386" y="193"/>
                  </a:lnTo>
                  <a:lnTo>
                    <a:pt x="410" y="242"/>
                  </a:lnTo>
                  <a:lnTo>
                    <a:pt x="410" y="290"/>
                  </a:lnTo>
                  <a:lnTo>
                    <a:pt x="386" y="338"/>
                  </a:lnTo>
                  <a:lnTo>
                    <a:pt x="338" y="434"/>
                  </a:lnTo>
                  <a:lnTo>
                    <a:pt x="290" y="458"/>
                  </a:lnTo>
                  <a:lnTo>
                    <a:pt x="218" y="458"/>
                  </a:lnTo>
                  <a:lnTo>
                    <a:pt x="194" y="434"/>
                  </a:lnTo>
                  <a:lnTo>
                    <a:pt x="194" y="410"/>
                  </a:lnTo>
                  <a:lnTo>
                    <a:pt x="194" y="362"/>
                  </a:lnTo>
                  <a:lnTo>
                    <a:pt x="194" y="290"/>
                  </a:lnTo>
                  <a:lnTo>
                    <a:pt x="218" y="217"/>
                  </a:lnTo>
                  <a:lnTo>
                    <a:pt x="266" y="169"/>
                  </a:lnTo>
                  <a:close/>
                  <a:moveTo>
                    <a:pt x="218" y="1"/>
                  </a:moveTo>
                  <a:lnTo>
                    <a:pt x="145" y="49"/>
                  </a:lnTo>
                  <a:lnTo>
                    <a:pt x="25" y="169"/>
                  </a:lnTo>
                  <a:lnTo>
                    <a:pt x="1" y="217"/>
                  </a:lnTo>
                  <a:lnTo>
                    <a:pt x="1" y="314"/>
                  </a:lnTo>
                  <a:lnTo>
                    <a:pt x="1" y="434"/>
                  </a:lnTo>
                  <a:lnTo>
                    <a:pt x="49" y="482"/>
                  </a:lnTo>
                  <a:lnTo>
                    <a:pt x="73" y="554"/>
                  </a:lnTo>
                  <a:lnTo>
                    <a:pt x="145" y="579"/>
                  </a:lnTo>
                  <a:lnTo>
                    <a:pt x="194" y="603"/>
                  </a:lnTo>
                  <a:lnTo>
                    <a:pt x="290" y="603"/>
                  </a:lnTo>
                  <a:lnTo>
                    <a:pt x="362" y="579"/>
                  </a:lnTo>
                  <a:lnTo>
                    <a:pt x="434" y="530"/>
                  </a:lnTo>
                  <a:lnTo>
                    <a:pt x="482" y="482"/>
                  </a:lnTo>
                  <a:lnTo>
                    <a:pt x="507" y="410"/>
                  </a:lnTo>
                  <a:lnTo>
                    <a:pt x="531" y="338"/>
                  </a:lnTo>
                  <a:lnTo>
                    <a:pt x="555" y="266"/>
                  </a:lnTo>
                  <a:lnTo>
                    <a:pt x="555" y="193"/>
                  </a:lnTo>
                  <a:lnTo>
                    <a:pt x="531" y="121"/>
                  </a:lnTo>
                  <a:lnTo>
                    <a:pt x="482" y="49"/>
                  </a:lnTo>
                  <a:lnTo>
                    <a:pt x="434" y="25"/>
                  </a:lnTo>
                  <a:lnTo>
                    <a:pt x="3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6" name="Google Shape;1316;p3"/>
          <p:cNvGrpSpPr/>
          <p:nvPr/>
        </p:nvGrpSpPr>
        <p:grpSpPr>
          <a:xfrm>
            <a:off x="8039926" y="1000461"/>
            <a:ext cx="551525" cy="559295"/>
            <a:chOff x="1308175" y="3327500"/>
            <a:chExt cx="170350" cy="172750"/>
          </a:xfrm>
        </p:grpSpPr>
        <p:sp>
          <p:nvSpPr>
            <p:cNvPr id="1317" name="Google Shape;1317;p3"/>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9" name="Google Shape;1319;p3"/>
          <p:cNvGrpSpPr/>
          <p:nvPr/>
        </p:nvGrpSpPr>
        <p:grpSpPr>
          <a:xfrm>
            <a:off x="444239" y="4744136"/>
            <a:ext cx="551525" cy="559295"/>
            <a:chOff x="1308175" y="3327500"/>
            <a:chExt cx="170350" cy="172750"/>
          </a:xfrm>
        </p:grpSpPr>
        <p:sp>
          <p:nvSpPr>
            <p:cNvPr id="1320" name="Google Shape;1320;p3"/>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2" name="Google Shape;1322;p3"/>
          <p:cNvSpPr/>
          <p:nvPr/>
        </p:nvSpPr>
        <p:spPr>
          <a:xfrm>
            <a:off x="-245812" y="557749"/>
            <a:ext cx="551518" cy="671941"/>
          </a:xfrm>
          <a:custGeom>
            <a:avLst/>
            <a:gdLst/>
            <a:ahLst/>
            <a:cxnLst/>
            <a:rect l="l" t="t" r="r" b="b"/>
            <a:pathLst>
              <a:path w="10039" h="12231" extrusionOk="0">
                <a:moveTo>
                  <a:pt x="4478" y="675"/>
                </a:moveTo>
                <a:lnTo>
                  <a:pt x="4887" y="699"/>
                </a:lnTo>
                <a:lnTo>
                  <a:pt x="5272" y="795"/>
                </a:lnTo>
                <a:lnTo>
                  <a:pt x="5633" y="916"/>
                </a:lnTo>
                <a:lnTo>
                  <a:pt x="5994" y="1084"/>
                </a:lnTo>
                <a:lnTo>
                  <a:pt x="6355" y="1277"/>
                </a:lnTo>
                <a:lnTo>
                  <a:pt x="6692" y="1517"/>
                </a:lnTo>
                <a:lnTo>
                  <a:pt x="7005" y="1758"/>
                </a:lnTo>
                <a:lnTo>
                  <a:pt x="7270" y="1999"/>
                </a:lnTo>
                <a:lnTo>
                  <a:pt x="7535" y="2264"/>
                </a:lnTo>
                <a:lnTo>
                  <a:pt x="7776" y="2529"/>
                </a:lnTo>
                <a:lnTo>
                  <a:pt x="7992" y="2817"/>
                </a:lnTo>
                <a:lnTo>
                  <a:pt x="8209" y="3130"/>
                </a:lnTo>
                <a:lnTo>
                  <a:pt x="8402" y="3443"/>
                </a:lnTo>
                <a:lnTo>
                  <a:pt x="8570" y="3780"/>
                </a:lnTo>
                <a:lnTo>
                  <a:pt x="8739" y="4117"/>
                </a:lnTo>
                <a:lnTo>
                  <a:pt x="8883" y="4478"/>
                </a:lnTo>
                <a:lnTo>
                  <a:pt x="9027" y="4840"/>
                </a:lnTo>
                <a:lnTo>
                  <a:pt x="9124" y="5201"/>
                </a:lnTo>
                <a:lnTo>
                  <a:pt x="9220" y="5586"/>
                </a:lnTo>
                <a:lnTo>
                  <a:pt x="9292" y="5971"/>
                </a:lnTo>
                <a:lnTo>
                  <a:pt x="9340" y="6356"/>
                </a:lnTo>
                <a:lnTo>
                  <a:pt x="9365" y="6741"/>
                </a:lnTo>
                <a:lnTo>
                  <a:pt x="9389" y="7127"/>
                </a:lnTo>
                <a:lnTo>
                  <a:pt x="9365" y="7488"/>
                </a:lnTo>
                <a:lnTo>
                  <a:pt x="9340" y="7849"/>
                </a:lnTo>
                <a:lnTo>
                  <a:pt x="9268" y="8210"/>
                </a:lnTo>
                <a:lnTo>
                  <a:pt x="9196" y="8571"/>
                </a:lnTo>
                <a:lnTo>
                  <a:pt x="9076" y="8932"/>
                </a:lnTo>
                <a:lnTo>
                  <a:pt x="8955" y="9293"/>
                </a:lnTo>
                <a:lnTo>
                  <a:pt x="8787" y="9630"/>
                </a:lnTo>
                <a:lnTo>
                  <a:pt x="8570" y="9967"/>
                </a:lnTo>
                <a:lnTo>
                  <a:pt x="8402" y="10232"/>
                </a:lnTo>
                <a:lnTo>
                  <a:pt x="8209" y="10449"/>
                </a:lnTo>
                <a:lnTo>
                  <a:pt x="7992" y="10665"/>
                </a:lnTo>
                <a:lnTo>
                  <a:pt x="7776" y="10858"/>
                </a:lnTo>
                <a:lnTo>
                  <a:pt x="7559" y="11026"/>
                </a:lnTo>
                <a:lnTo>
                  <a:pt x="7318" y="11171"/>
                </a:lnTo>
                <a:lnTo>
                  <a:pt x="7078" y="11291"/>
                </a:lnTo>
                <a:lnTo>
                  <a:pt x="6813" y="11387"/>
                </a:lnTo>
                <a:lnTo>
                  <a:pt x="6548" y="11460"/>
                </a:lnTo>
                <a:lnTo>
                  <a:pt x="6283" y="11508"/>
                </a:lnTo>
                <a:lnTo>
                  <a:pt x="6018" y="11556"/>
                </a:lnTo>
                <a:lnTo>
                  <a:pt x="5729" y="11556"/>
                </a:lnTo>
                <a:lnTo>
                  <a:pt x="5441" y="11532"/>
                </a:lnTo>
                <a:lnTo>
                  <a:pt x="5152" y="11484"/>
                </a:lnTo>
                <a:lnTo>
                  <a:pt x="4863" y="11436"/>
                </a:lnTo>
                <a:lnTo>
                  <a:pt x="4574" y="11339"/>
                </a:lnTo>
                <a:lnTo>
                  <a:pt x="4237" y="11195"/>
                </a:lnTo>
                <a:lnTo>
                  <a:pt x="3900" y="11050"/>
                </a:lnTo>
                <a:lnTo>
                  <a:pt x="3587" y="10858"/>
                </a:lnTo>
                <a:lnTo>
                  <a:pt x="3298" y="10665"/>
                </a:lnTo>
                <a:lnTo>
                  <a:pt x="3009" y="10449"/>
                </a:lnTo>
                <a:lnTo>
                  <a:pt x="2768" y="10208"/>
                </a:lnTo>
                <a:lnTo>
                  <a:pt x="2504" y="9943"/>
                </a:lnTo>
                <a:lnTo>
                  <a:pt x="2287" y="9654"/>
                </a:lnTo>
                <a:lnTo>
                  <a:pt x="2022" y="9293"/>
                </a:lnTo>
                <a:lnTo>
                  <a:pt x="1781" y="8932"/>
                </a:lnTo>
                <a:lnTo>
                  <a:pt x="1565" y="8547"/>
                </a:lnTo>
                <a:lnTo>
                  <a:pt x="1348" y="8186"/>
                </a:lnTo>
                <a:lnTo>
                  <a:pt x="1180" y="7801"/>
                </a:lnTo>
                <a:lnTo>
                  <a:pt x="1035" y="7415"/>
                </a:lnTo>
                <a:lnTo>
                  <a:pt x="915" y="7006"/>
                </a:lnTo>
                <a:lnTo>
                  <a:pt x="818" y="6621"/>
                </a:lnTo>
                <a:lnTo>
                  <a:pt x="746" y="6212"/>
                </a:lnTo>
                <a:lnTo>
                  <a:pt x="698" y="5803"/>
                </a:lnTo>
                <a:lnTo>
                  <a:pt x="674" y="5393"/>
                </a:lnTo>
                <a:lnTo>
                  <a:pt x="698" y="4984"/>
                </a:lnTo>
                <a:lnTo>
                  <a:pt x="722" y="4551"/>
                </a:lnTo>
                <a:lnTo>
                  <a:pt x="794" y="4117"/>
                </a:lnTo>
                <a:lnTo>
                  <a:pt x="891" y="3684"/>
                </a:lnTo>
                <a:lnTo>
                  <a:pt x="1011" y="3251"/>
                </a:lnTo>
                <a:lnTo>
                  <a:pt x="1107" y="2986"/>
                </a:lnTo>
                <a:lnTo>
                  <a:pt x="1204" y="2745"/>
                </a:lnTo>
                <a:lnTo>
                  <a:pt x="1324" y="2480"/>
                </a:lnTo>
                <a:lnTo>
                  <a:pt x="1468" y="2264"/>
                </a:lnTo>
                <a:lnTo>
                  <a:pt x="1613" y="2047"/>
                </a:lnTo>
                <a:lnTo>
                  <a:pt x="1757" y="1830"/>
                </a:lnTo>
                <a:lnTo>
                  <a:pt x="1926" y="1662"/>
                </a:lnTo>
                <a:lnTo>
                  <a:pt x="2118" y="1469"/>
                </a:lnTo>
                <a:lnTo>
                  <a:pt x="2311" y="1325"/>
                </a:lnTo>
                <a:lnTo>
                  <a:pt x="2528" y="1180"/>
                </a:lnTo>
                <a:lnTo>
                  <a:pt x="2744" y="1060"/>
                </a:lnTo>
                <a:lnTo>
                  <a:pt x="2985" y="940"/>
                </a:lnTo>
                <a:lnTo>
                  <a:pt x="3226" y="868"/>
                </a:lnTo>
                <a:lnTo>
                  <a:pt x="3491" y="771"/>
                </a:lnTo>
                <a:lnTo>
                  <a:pt x="3755" y="723"/>
                </a:lnTo>
                <a:lnTo>
                  <a:pt x="4044" y="699"/>
                </a:lnTo>
                <a:lnTo>
                  <a:pt x="4478" y="675"/>
                </a:lnTo>
                <a:close/>
                <a:moveTo>
                  <a:pt x="3924" y="1"/>
                </a:moveTo>
                <a:lnTo>
                  <a:pt x="3539" y="49"/>
                </a:lnTo>
                <a:lnTo>
                  <a:pt x="3154" y="145"/>
                </a:lnTo>
                <a:lnTo>
                  <a:pt x="2793" y="290"/>
                </a:lnTo>
                <a:lnTo>
                  <a:pt x="2407" y="482"/>
                </a:lnTo>
                <a:lnTo>
                  <a:pt x="2070" y="699"/>
                </a:lnTo>
                <a:lnTo>
                  <a:pt x="1733" y="940"/>
                </a:lnTo>
                <a:lnTo>
                  <a:pt x="1444" y="1205"/>
                </a:lnTo>
                <a:lnTo>
                  <a:pt x="1180" y="1517"/>
                </a:lnTo>
                <a:lnTo>
                  <a:pt x="939" y="1855"/>
                </a:lnTo>
                <a:lnTo>
                  <a:pt x="746" y="2192"/>
                </a:lnTo>
                <a:lnTo>
                  <a:pt x="554" y="2577"/>
                </a:lnTo>
                <a:lnTo>
                  <a:pt x="409" y="2986"/>
                </a:lnTo>
                <a:lnTo>
                  <a:pt x="289" y="3371"/>
                </a:lnTo>
                <a:lnTo>
                  <a:pt x="169" y="3756"/>
                </a:lnTo>
                <a:lnTo>
                  <a:pt x="96" y="4141"/>
                </a:lnTo>
                <a:lnTo>
                  <a:pt x="48" y="4551"/>
                </a:lnTo>
                <a:lnTo>
                  <a:pt x="24" y="4936"/>
                </a:lnTo>
                <a:lnTo>
                  <a:pt x="0" y="5321"/>
                </a:lnTo>
                <a:lnTo>
                  <a:pt x="24" y="5706"/>
                </a:lnTo>
                <a:lnTo>
                  <a:pt x="48" y="6091"/>
                </a:lnTo>
                <a:lnTo>
                  <a:pt x="120" y="6477"/>
                </a:lnTo>
                <a:lnTo>
                  <a:pt x="193" y="6838"/>
                </a:lnTo>
                <a:lnTo>
                  <a:pt x="289" y="7223"/>
                </a:lnTo>
                <a:lnTo>
                  <a:pt x="409" y="7608"/>
                </a:lnTo>
                <a:lnTo>
                  <a:pt x="554" y="7993"/>
                </a:lnTo>
                <a:lnTo>
                  <a:pt x="722" y="8354"/>
                </a:lnTo>
                <a:lnTo>
                  <a:pt x="891" y="8739"/>
                </a:lnTo>
                <a:lnTo>
                  <a:pt x="1204" y="9269"/>
                </a:lnTo>
                <a:lnTo>
                  <a:pt x="1517" y="9775"/>
                </a:lnTo>
                <a:lnTo>
                  <a:pt x="1878" y="10256"/>
                </a:lnTo>
                <a:lnTo>
                  <a:pt x="2287" y="10689"/>
                </a:lnTo>
                <a:lnTo>
                  <a:pt x="2504" y="10882"/>
                </a:lnTo>
                <a:lnTo>
                  <a:pt x="2744" y="11075"/>
                </a:lnTo>
                <a:lnTo>
                  <a:pt x="2985" y="11243"/>
                </a:lnTo>
                <a:lnTo>
                  <a:pt x="3226" y="11412"/>
                </a:lnTo>
                <a:lnTo>
                  <a:pt x="3491" y="11556"/>
                </a:lnTo>
                <a:lnTo>
                  <a:pt x="3755" y="11700"/>
                </a:lnTo>
                <a:lnTo>
                  <a:pt x="4044" y="11845"/>
                </a:lnTo>
                <a:lnTo>
                  <a:pt x="4333" y="11965"/>
                </a:lnTo>
                <a:lnTo>
                  <a:pt x="4670" y="12062"/>
                </a:lnTo>
                <a:lnTo>
                  <a:pt x="5007" y="12158"/>
                </a:lnTo>
                <a:lnTo>
                  <a:pt x="5344" y="12206"/>
                </a:lnTo>
                <a:lnTo>
                  <a:pt x="5681" y="12230"/>
                </a:lnTo>
                <a:lnTo>
                  <a:pt x="6018" y="12206"/>
                </a:lnTo>
                <a:lnTo>
                  <a:pt x="6331" y="12182"/>
                </a:lnTo>
                <a:lnTo>
                  <a:pt x="6668" y="12134"/>
                </a:lnTo>
                <a:lnTo>
                  <a:pt x="6981" y="12037"/>
                </a:lnTo>
                <a:lnTo>
                  <a:pt x="7270" y="11917"/>
                </a:lnTo>
                <a:lnTo>
                  <a:pt x="7583" y="11773"/>
                </a:lnTo>
                <a:lnTo>
                  <a:pt x="7872" y="11628"/>
                </a:lnTo>
                <a:lnTo>
                  <a:pt x="8137" y="11436"/>
                </a:lnTo>
                <a:lnTo>
                  <a:pt x="8402" y="11219"/>
                </a:lnTo>
                <a:lnTo>
                  <a:pt x="8642" y="10978"/>
                </a:lnTo>
                <a:lnTo>
                  <a:pt x="8859" y="10713"/>
                </a:lnTo>
                <a:lnTo>
                  <a:pt x="9076" y="10425"/>
                </a:lnTo>
                <a:lnTo>
                  <a:pt x="9316" y="10039"/>
                </a:lnTo>
                <a:lnTo>
                  <a:pt x="9509" y="9630"/>
                </a:lnTo>
                <a:lnTo>
                  <a:pt x="9677" y="9221"/>
                </a:lnTo>
                <a:lnTo>
                  <a:pt x="9822" y="8812"/>
                </a:lnTo>
                <a:lnTo>
                  <a:pt x="9918" y="8378"/>
                </a:lnTo>
                <a:lnTo>
                  <a:pt x="9990" y="7921"/>
                </a:lnTo>
                <a:lnTo>
                  <a:pt x="10039" y="7464"/>
                </a:lnTo>
                <a:lnTo>
                  <a:pt x="10039" y="6982"/>
                </a:lnTo>
                <a:lnTo>
                  <a:pt x="10014" y="6428"/>
                </a:lnTo>
                <a:lnTo>
                  <a:pt x="9966" y="5851"/>
                </a:lnTo>
                <a:lnTo>
                  <a:pt x="9846" y="5297"/>
                </a:lnTo>
                <a:lnTo>
                  <a:pt x="9702" y="4743"/>
                </a:lnTo>
                <a:lnTo>
                  <a:pt x="9509" y="4214"/>
                </a:lnTo>
                <a:lnTo>
                  <a:pt x="9268" y="3660"/>
                </a:lnTo>
                <a:lnTo>
                  <a:pt x="9003" y="3154"/>
                </a:lnTo>
                <a:lnTo>
                  <a:pt x="8690" y="2649"/>
                </a:lnTo>
                <a:lnTo>
                  <a:pt x="8402" y="2264"/>
                </a:lnTo>
                <a:lnTo>
                  <a:pt x="8113" y="1903"/>
                </a:lnTo>
                <a:lnTo>
                  <a:pt x="7800" y="1566"/>
                </a:lnTo>
                <a:lnTo>
                  <a:pt x="7463" y="1253"/>
                </a:lnTo>
                <a:lnTo>
                  <a:pt x="7078" y="964"/>
                </a:lnTo>
                <a:lnTo>
                  <a:pt x="6692" y="723"/>
                </a:lnTo>
                <a:lnTo>
                  <a:pt x="6283" y="506"/>
                </a:lnTo>
                <a:lnTo>
                  <a:pt x="5850" y="314"/>
                </a:lnTo>
                <a:lnTo>
                  <a:pt x="5465" y="169"/>
                </a:lnTo>
                <a:lnTo>
                  <a:pt x="5079" y="73"/>
                </a:lnTo>
                <a:lnTo>
                  <a:pt x="4694" y="25"/>
                </a:lnTo>
                <a:lnTo>
                  <a:pt x="4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23"/>
        <p:cNvGrpSpPr/>
        <p:nvPr/>
      </p:nvGrpSpPr>
      <p:grpSpPr>
        <a:xfrm>
          <a:off x="0" y="0"/>
          <a:ext cx="0" cy="0"/>
          <a:chOff x="0" y="0"/>
          <a:chExt cx="0" cy="0"/>
        </a:xfrm>
      </p:grpSpPr>
      <p:sp>
        <p:nvSpPr>
          <p:cNvPr id="1324" name="Google Shape;1324;p4"/>
          <p:cNvSpPr/>
          <p:nvPr/>
        </p:nvSpPr>
        <p:spPr>
          <a:xfrm>
            <a:off x="145650" y="119725"/>
            <a:ext cx="8852700" cy="490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326" name="Google Shape;1326;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b" anchorCtr="0">
            <a:noAutofit/>
          </a:bodyPr>
          <a:lstStyle>
            <a:lvl1pPr marL="457200" lvl="0" indent="-304800" rtl="0">
              <a:lnSpc>
                <a:spcPct val="100000"/>
              </a:lnSpc>
              <a:spcBef>
                <a:spcPts val="0"/>
              </a:spcBef>
              <a:spcAft>
                <a:spcPts val="0"/>
              </a:spcAft>
              <a:buClr>
                <a:srgbClr val="434343"/>
              </a:buClr>
              <a:buSzPts val="1200"/>
              <a:buAutoNum type="arabicPeriod"/>
              <a:defRPr sz="1150">
                <a:solidFill>
                  <a:srgbClr val="434343"/>
                </a:solidFill>
              </a:defRPr>
            </a:lvl1pPr>
            <a:lvl2pPr marL="914400" lvl="1" indent="-304800" rtl="0">
              <a:lnSpc>
                <a:spcPct val="115000"/>
              </a:lnSpc>
              <a:spcBef>
                <a:spcPts val="160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160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160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160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160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160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160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1600"/>
              </a:spcBef>
              <a:spcAft>
                <a:spcPts val="1600"/>
              </a:spcAft>
              <a:buClr>
                <a:srgbClr val="434343"/>
              </a:buClr>
              <a:buSzPts val="1200"/>
              <a:buFont typeface="Roboto Condensed Light"/>
              <a:buChar char="■"/>
              <a:defRPr>
                <a:solidFill>
                  <a:srgbClr val="434343"/>
                </a:solidFill>
              </a:defRPr>
            </a:lvl9pPr>
          </a:lstStyle>
          <a:p>
            <a:endParaRPr/>
          </a:p>
        </p:txBody>
      </p:sp>
      <p:grpSp>
        <p:nvGrpSpPr>
          <p:cNvPr id="1327" name="Google Shape;1327;p4"/>
          <p:cNvGrpSpPr/>
          <p:nvPr/>
        </p:nvGrpSpPr>
        <p:grpSpPr>
          <a:xfrm rot="3463747" flipH="1">
            <a:off x="-1208078" y="-1356427"/>
            <a:ext cx="1782737" cy="4456717"/>
            <a:chOff x="1094525" y="1997475"/>
            <a:chExt cx="357500" cy="893725"/>
          </a:xfrm>
        </p:grpSpPr>
        <p:sp>
          <p:nvSpPr>
            <p:cNvPr id="1328" name="Google Shape;1328;p4"/>
            <p:cNvSpPr/>
            <p:nvPr/>
          </p:nvSpPr>
          <p:spPr>
            <a:xfrm>
              <a:off x="1269650" y="2297175"/>
              <a:ext cx="49975" cy="48775"/>
            </a:xfrm>
            <a:custGeom>
              <a:avLst/>
              <a:gdLst/>
              <a:ahLst/>
              <a:cxnLst/>
              <a:rect l="l" t="t" r="r" b="b"/>
              <a:pathLst>
                <a:path w="1999" h="1951" extrusionOk="0">
                  <a:moveTo>
                    <a:pt x="1565" y="0"/>
                  </a:moveTo>
                  <a:lnTo>
                    <a:pt x="1493" y="24"/>
                  </a:lnTo>
                  <a:lnTo>
                    <a:pt x="1445" y="73"/>
                  </a:lnTo>
                  <a:lnTo>
                    <a:pt x="1349" y="217"/>
                  </a:lnTo>
                  <a:lnTo>
                    <a:pt x="1277" y="362"/>
                  </a:lnTo>
                  <a:lnTo>
                    <a:pt x="1156" y="602"/>
                  </a:lnTo>
                  <a:lnTo>
                    <a:pt x="1036" y="795"/>
                  </a:lnTo>
                  <a:lnTo>
                    <a:pt x="867" y="939"/>
                  </a:lnTo>
                  <a:lnTo>
                    <a:pt x="771" y="1011"/>
                  </a:lnTo>
                  <a:lnTo>
                    <a:pt x="651" y="1084"/>
                  </a:lnTo>
                  <a:lnTo>
                    <a:pt x="434" y="1204"/>
                  </a:lnTo>
                  <a:lnTo>
                    <a:pt x="193" y="1349"/>
                  </a:lnTo>
                  <a:lnTo>
                    <a:pt x="97" y="1445"/>
                  </a:lnTo>
                  <a:lnTo>
                    <a:pt x="25" y="1541"/>
                  </a:lnTo>
                  <a:lnTo>
                    <a:pt x="1" y="1686"/>
                  </a:lnTo>
                  <a:lnTo>
                    <a:pt x="49" y="1806"/>
                  </a:lnTo>
                  <a:lnTo>
                    <a:pt x="97" y="1878"/>
                  </a:lnTo>
                  <a:lnTo>
                    <a:pt x="145" y="1902"/>
                  </a:lnTo>
                  <a:lnTo>
                    <a:pt x="193" y="1926"/>
                  </a:lnTo>
                  <a:lnTo>
                    <a:pt x="241" y="1950"/>
                  </a:lnTo>
                  <a:lnTo>
                    <a:pt x="362" y="1926"/>
                  </a:lnTo>
                  <a:lnTo>
                    <a:pt x="482" y="1878"/>
                  </a:lnTo>
                  <a:lnTo>
                    <a:pt x="554" y="1902"/>
                  </a:lnTo>
                  <a:lnTo>
                    <a:pt x="602" y="1878"/>
                  </a:lnTo>
                  <a:lnTo>
                    <a:pt x="675" y="1854"/>
                  </a:lnTo>
                  <a:lnTo>
                    <a:pt x="699" y="1806"/>
                  </a:lnTo>
                  <a:lnTo>
                    <a:pt x="771" y="1710"/>
                  </a:lnTo>
                  <a:lnTo>
                    <a:pt x="843" y="1589"/>
                  </a:lnTo>
                  <a:lnTo>
                    <a:pt x="891" y="1493"/>
                  </a:lnTo>
                  <a:lnTo>
                    <a:pt x="964" y="1421"/>
                  </a:lnTo>
                  <a:lnTo>
                    <a:pt x="1060" y="1349"/>
                  </a:lnTo>
                  <a:lnTo>
                    <a:pt x="1156" y="1300"/>
                  </a:lnTo>
                  <a:lnTo>
                    <a:pt x="1373" y="1204"/>
                  </a:lnTo>
                  <a:lnTo>
                    <a:pt x="1589" y="1084"/>
                  </a:lnTo>
                  <a:lnTo>
                    <a:pt x="1758" y="939"/>
                  </a:lnTo>
                  <a:lnTo>
                    <a:pt x="1830" y="843"/>
                  </a:lnTo>
                  <a:lnTo>
                    <a:pt x="1902" y="747"/>
                  </a:lnTo>
                  <a:lnTo>
                    <a:pt x="1951" y="650"/>
                  </a:lnTo>
                  <a:lnTo>
                    <a:pt x="1975" y="530"/>
                  </a:lnTo>
                  <a:lnTo>
                    <a:pt x="1999" y="434"/>
                  </a:lnTo>
                  <a:lnTo>
                    <a:pt x="1975" y="313"/>
                  </a:lnTo>
                  <a:lnTo>
                    <a:pt x="1951" y="217"/>
                  </a:lnTo>
                  <a:lnTo>
                    <a:pt x="1902" y="145"/>
                  </a:lnTo>
                  <a:lnTo>
                    <a:pt x="1854" y="73"/>
                  </a:lnTo>
                  <a:lnTo>
                    <a:pt x="1782" y="24"/>
                  </a:lnTo>
                  <a:lnTo>
                    <a:pt x="166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
            <p:cNvSpPr/>
            <p:nvPr/>
          </p:nvSpPr>
          <p:spPr>
            <a:xfrm>
              <a:off x="1213075" y="2269500"/>
              <a:ext cx="25300" cy="25900"/>
            </a:xfrm>
            <a:custGeom>
              <a:avLst/>
              <a:gdLst/>
              <a:ahLst/>
              <a:cxnLst/>
              <a:rect l="l" t="t" r="r" b="b"/>
              <a:pathLst>
                <a:path w="1012" h="1036" extrusionOk="0">
                  <a:moveTo>
                    <a:pt x="578" y="0"/>
                  </a:moveTo>
                  <a:lnTo>
                    <a:pt x="434" y="48"/>
                  </a:lnTo>
                  <a:lnTo>
                    <a:pt x="290" y="120"/>
                  </a:lnTo>
                  <a:lnTo>
                    <a:pt x="193" y="193"/>
                  </a:lnTo>
                  <a:lnTo>
                    <a:pt x="121" y="289"/>
                  </a:lnTo>
                  <a:lnTo>
                    <a:pt x="49" y="385"/>
                  </a:lnTo>
                  <a:lnTo>
                    <a:pt x="25" y="482"/>
                  </a:lnTo>
                  <a:lnTo>
                    <a:pt x="1" y="578"/>
                  </a:lnTo>
                  <a:lnTo>
                    <a:pt x="25" y="698"/>
                  </a:lnTo>
                  <a:lnTo>
                    <a:pt x="49" y="794"/>
                  </a:lnTo>
                  <a:lnTo>
                    <a:pt x="97" y="891"/>
                  </a:lnTo>
                  <a:lnTo>
                    <a:pt x="145" y="963"/>
                  </a:lnTo>
                  <a:lnTo>
                    <a:pt x="217" y="987"/>
                  </a:lnTo>
                  <a:lnTo>
                    <a:pt x="290" y="1011"/>
                  </a:lnTo>
                  <a:lnTo>
                    <a:pt x="362" y="1035"/>
                  </a:lnTo>
                  <a:lnTo>
                    <a:pt x="554" y="1011"/>
                  </a:lnTo>
                  <a:lnTo>
                    <a:pt x="675" y="963"/>
                  </a:lnTo>
                  <a:lnTo>
                    <a:pt x="771" y="915"/>
                  </a:lnTo>
                  <a:lnTo>
                    <a:pt x="843" y="843"/>
                  </a:lnTo>
                  <a:lnTo>
                    <a:pt x="916" y="746"/>
                  </a:lnTo>
                  <a:lnTo>
                    <a:pt x="988" y="650"/>
                  </a:lnTo>
                  <a:lnTo>
                    <a:pt x="1012" y="554"/>
                  </a:lnTo>
                  <a:lnTo>
                    <a:pt x="1012" y="457"/>
                  </a:lnTo>
                  <a:lnTo>
                    <a:pt x="1012" y="337"/>
                  </a:lnTo>
                  <a:lnTo>
                    <a:pt x="964" y="265"/>
                  </a:lnTo>
                  <a:lnTo>
                    <a:pt x="916" y="169"/>
                  </a:lnTo>
                  <a:lnTo>
                    <a:pt x="819" y="72"/>
                  </a:lnTo>
                  <a:lnTo>
                    <a:pt x="69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
            <p:cNvSpPr/>
            <p:nvPr/>
          </p:nvSpPr>
          <p:spPr>
            <a:xfrm>
              <a:off x="1270250" y="2283925"/>
              <a:ext cx="19300" cy="21100"/>
            </a:xfrm>
            <a:custGeom>
              <a:avLst/>
              <a:gdLst/>
              <a:ahLst/>
              <a:cxnLst/>
              <a:rect l="l" t="t" r="r" b="b"/>
              <a:pathLst>
                <a:path w="772" h="844" extrusionOk="0">
                  <a:moveTo>
                    <a:pt x="434" y="1"/>
                  </a:moveTo>
                  <a:lnTo>
                    <a:pt x="241" y="25"/>
                  </a:lnTo>
                  <a:lnTo>
                    <a:pt x="121" y="73"/>
                  </a:lnTo>
                  <a:lnTo>
                    <a:pt x="25" y="145"/>
                  </a:lnTo>
                  <a:lnTo>
                    <a:pt x="1" y="193"/>
                  </a:lnTo>
                  <a:lnTo>
                    <a:pt x="1" y="242"/>
                  </a:lnTo>
                  <a:lnTo>
                    <a:pt x="1" y="314"/>
                  </a:lnTo>
                  <a:lnTo>
                    <a:pt x="25" y="386"/>
                  </a:lnTo>
                  <a:lnTo>
                    <a:pt x="97" y="554"/>
                  </a:lnTo>
                  <a:lnTo>
                    <a:pt x="193" y="723"/>
                  </a:lnTo>
                  <a:lnTo>
                    <a:pt x="266" y="771"/>
                  </a:lnTo>
                  <a:lnTo>
                    <a:pt x="362" y="819"/>
                  </a:lnTo>
                  <a:lnTo>
                    <a:pt x="434" y="843"/>
                  </a:lnTo>
                  <a:lnTo>
                    <a:pt x="554" y="843"/>
                  </a:lnTo>
                  <a:lnTo>
                    <a:pt x="627" y="819"/>
                  </a:lnTo>
                  <a:lnTo>
                    <a:pt x="675" y="771"/>
                  </a:lnTo>
                  <a:lnTo>
                    <a:pt x="723" y="723"/>
                  </a:lnTo>
                  <a:lnTo>
                    <a:pt x="747" y="651"/>
                  </a:lnTo>
                  <a:lnTo>
                    <a:pt x="771" y="506"/>
                  </a:lnTo>
                  <a:lnTo>
                    <a:pt x="747" y="338"/>
                  </a:lnTo>
                  <a:lnTo>
                    <a:pt x="723" y="242"/>
                  </a:lnTo>
                  <a:lnTo>
                    <a:pt x="699" y="169"/>
                  </a:lnTo>
                  <a:lnTo>
                    <a:pt x="651" y="97"/>
                  </a:lnTo>
                  <a:lnTo>
                    <a:pt x="578" y="49"/>
                  </a:lnTo>
                  <a:lnTo>
                    <a:pt x="506" y="25"/>
                  </a:lnTo>
                  <a:lnTo>
                    <a:pt x="43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
            <p:cNvSpPr/>
            <p:nvPr/>
          </p:nvSpPr>
          <p:spPr>
            <a:xfrm>
              <a:off x="1403250" y="2264075"/>
              <a:ext cx="18700" cy="17475"/>
            </a:xfrm>
            <a:custGeom>
              <a:avLst/>
              <a:gdLst/>
              <a:ahLst/>
              <a:cxnLst/>
              <a:rect l="l" t="t" r="r" b="b"/>
              <a:pathLst>
                <a:path w="748" h="699" extrusionOk="0">
                  <a:moveTo>
                    <a:pt x="338" y="0"/>
                  </a:moveTo>
                  <a:lnTo>
                    <a:pt x="193" y="73"/>
                  </a:lnTo>
                  <a:lnTo>
                    <a:pt x="73" y="169"/>
                  </a:lnTo>
                  <a:lnTo>
                    <a:pt x="49" y="217"/>
                  </a:lnTo>
                  <a:lnTo>
                    <a:pt x="25" y="265"/>
                  </a:lnTo>
                  <a:lnTo>
                    <a:pt x="1" y="337"/>
                  </a:lnTo>
                  <a:lnTo>
                    <a:pt x="1" y="434"/>
                  </a:lnTo>
                  <a:lnTo>
                    <a:pt x="49" y="554"/>
                  </a:lnTo>
                  <a:lnTo>
                    <a:pt x="145" y="650"/>
                  </a:lnTo>
                  <a:lnTo>
                    <a:pt x="266" y="699"/>
                  </a:lnTo>
                  <a:lnTo>
                    <a:pt x="410" y="699"/>
                  </a:lnTo>
                  <a:lnTo>
                    <a:pt x="482" y="674"/>
                  </a:lnTo>
                  <a:lnTo>
                    <a:pt x="555" y="650"/>
                  </a:lnTo>
                  <a:lnTo>
                    <a:pt x="627" y="602"/>
                  </a:lnTo>
                  <a:lnTo>
                    <a:pt x="675" y="554"/>
                  </a:lnTo>
                  <a:lnTo>
                    <a:pt x="699" y="482"/>
                  </a:lnTo>
                  <a:lnTo>
                    <a:pt x="723" y="410"/>
                  </a:lnTo>
                  <a:lnTo>
                    <a:pt x="747" y="265"/>
                  </a:lnTo>
                  <a:lnTo>
                    <a:pt x="723" y="193"/>
                  </a:lnTo>
                  <a:lnTo>
                    <a:pt x="699" y="121"/>
                  </a:lnTo>
                  <a:lnTo>
                    <a:pt x="651" y="73"/>
                  </a:lnTo>
                  <a:lnTo>
                    <a:pt x="603" y="49"/>
                  </a:lnTo>
                  <a:lnTo>
                    <a:pt x="482" y="24"/>
                  </a:lnTo>
                  <a:lnTo>
                    <a:pt x="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
            <p:cNvSpPr/>
            <p:nvPr/>
          </p:nvSpPr>
          <p:spPr>
            <a:xfrm>
              <a:off x="1150500" y="2347725"/>
              <a:ext cx="13250" cy="11450"/>
            </a:xfrm>
            <a:custGeom>
              <a:avLst/>
              <a:gdLst/>
              <a:ahLst/>
              <a:cxnLst/>
              <a:rect l="l" t="t" r="r" b="b"/>
              <a:pathLst>
                <a:path w="530" h="458" extrusionOk="0">
                  <a:moveTo>
                    <a:pt x="217" y="1"/>
                  </a:moveTo>
                  <a:lnTo>
                    <a:pt x="120" y="25"/>
                  </a:lnTo>
                  <a:lnTo>
                    <a:pt x="48" y="97"/>
                  </a:lnTo>
                  <a:lnTo>
                    <a:pt x="24" y="169"/>
                  </a:lnTo>
                  <a:lnTo>
                    <a:pt x="0" y="193"/>
                  </a:lnTo>
                  <a:lnTo>
                    <a:pt x="24" y="241"/>
                  </a:lnTo>
                  <a:lnTo>
                    <a:pt x="72" y="338"/>
                  </a:lnTo>
                  <a:lnTo>
                    <a:pt x="169" y="410"/>
                  </a:lnTo>
                  <a:lnTo>
                    <a:pt x="265" y="458"/>
                  </a:lnTo>
                  <a:lnTo>
                    <a:pt x="361" y="458"/>
                  </a:lnTo>
                  <a:lnTo>
                    <a:pt x="433" y="434"/>
                  </a:lnTo>
                  <a:lnTo>
                    <a:pt x="482" y="386"/>
                  </a:lnTo>
                  <a:lnTo>
                    <a:pt x="530" y="289"/>
                  </a:lnTo>
                  <a:lnTo>
                    <a:pt x="530" y="193"/>
                  </a:lnTo>
                  <a:lnTo>
                    <a:pt x="482" y="97"/>
                  </a:lnTo>
                  <a:lnTo>
                    <a:pt x="409" y="25"/>
                  </a:lnTo>
                  <a:lnTo>
                    <a:pt x="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
            <p:cNvSpPr/>
            <p:nvPr/>
          </p:nvSpPr>
          <p:spPr>
            <a:xfrm>
              <a:off x="1094525" y="1997475"/>
              <a:ext cx="357500" cy="893725"/>
            </a:xfrm>
            <a:custGeom>
              <a:avLst/>
              <a:gdLst/>
              <a:ahLst/>
              <a:cxnLst/>
              <a:rect l="l" t="t" r="r" b="b"/>
              <a:pathLst>
                <a:path w="14300" h="35749" extrusionOk="0">
                  <a:moveTo>
                    <a:pt x="7343" y="0"/>
                  </a:moveTo>
                  <a:lnTo>
                    <a:pt x="6982" y="24"/>
                  </a:lnTo>
                  <a:lnTo>
                    <a:pt x="6620" y="72"/>
                  </a:lnTo>
                  <a:lnTo>
                    <a:pt x="6259" y="144"/>
                  </a:lnTo>
                  <a:lnTo>
                    <a:pt x="5922" y="217"/>
                  </a:lnTo>
                  <a:lnTo>
                    <a:pt x="5561" y="313"/>
                  </a:lnTo>
                  <a:lnTo>
                    <a:pt x="5224" y="433"/>
                  </a:lnTo>
                  <a:lnTo>
                    <a:pt x="4863" y="554"/>
                  </a:lnTo>
                  <a:lnTo>
                    <a:pt x="4526" y="698"/>
                  </a:lnTo>
                  <a:lnTo>
                    <a:pt x="4213" y="843"/>
                  </a:lnTo>
                  <a:lnTo>
                    <a:pt x="3876" y="1011"/>
                  </a:lnTo>
                  <a:lnTo>
                    <a:pt x="3563" y="1204"/>
                  </a:lnTo>
                  <a:lnTo>
                    <a:pt x="3250" y="1396"/>
                  </a:lnTo>
                  <a:lnTo>
                    <a:pt x="2937" y="1613"/>
                  </a:lnTo>
                  <a:lnTo>
                    <a:pt x="2648" y="1830"/>
                  </a:lnTo>
                  <a:lnTo>
                    <a:pt x="2359" y="2070"/>
                  </a:lnTo>
                  <a:lnTo>
                    <a:pt x="2095" y="2311"/>
                  </a:lnTo>
                  <a:lnTo>
                    <a:pt x="1830" y="2576"/>
                  </a:lnTo>
                  <a:lnTo>
                    <a:pt x="1589" y="2841"/>
                  </a:lnTo>
                  <a:lnTo>
                    <a:pt x="1348" y="3105"/>
                  </a:lnTo>
                  <a:lnTo>
                    <a:pt x="1132" y="3394"/>
                  </a:lnTo>
                  <a:lnTo>
                    <a:pt x="939" y="3683"/>
                  </a:lnTo>
                  <a:lnTo>
                    <a:pt x="747" y="3972"/>
                  </a:lnTo>
                  <a:lnTo>
                    <a:pt x="554" y="4285"/>
                  </a:lnTo>
                  <a:lnTo>
                    <a:pt x="410" y="4598"/>
                  </a:lnTo>
                  <a:lnTo>
                    <a:pt x="265" y="4935"/>
                  </a:lnTo>
                  <a:lnTo>
                    <a:pt x="169" y="5176"/>
                  </a:lnTo>
                  <a:lnTo>
                    <a:pt x="97" y="5441"/>
                  </a:lnTo>
                  <a:lnTo>
                    <a:pt x="24" y="5705"/>
                  </a:lnTo>
                  <a:lnTo>
                    <a:pt x="0" y="5946"/>
                  </a:lnTo>
                  <a:lnTo>
                    <a:pt x="24" y="6211"/>
                  </a:lnTo>
                  <a:lnTo>
                    <a:pt x="48" y="6452"/>
                  </a:lnTo>
                  <a:lnTo>
                    <a:pt x="121" y="6716"/>
                  </a:lnTo>
                  <a:lnTo>
                    <a:pt x="241" y="6981"/>
                  </a:lnTo>
                  <a:lnTo>
                    <a:pt x="313" y="7174"/>
                  </a:lnTo>
                  <a:lnTo>
                    <a:pt x="385" y="7366"/>
                  </a:lnTo>
                  <a:lnTo>
                    <a:pt x="482" y="7727"/>
                  </a:lnTo>
                  <a:lnTo>
                    <a:pt x="602" y="8065"/>
                  </a:lnTo>
                  <a:lnTo>
                    <a:pt x="747" y="8377"/>
                  </a:lnTo>
                  <a:lnTo>
                    <a:pt x="939" y="8690"/>
                  </a:lnTo>
                  <a:lnTo>
                    <a:pt x="1108" y="9003"/>
                  </a:lnTo>
                  <a:lnTo>
                    <a:pt x="1324" y="9292"/>
                  </a:lnTo>
                  <a:lnTo>
                    <a:pt x="1758" y="9870"/>
                  </a:lnTo>
                  <a:lnTo>
                    <a:pt x="1950" y="10111"/>
                  </a:lnTo>
                  <a:lnTo>
                    <a:pt x="2167" y="10327"/>
                  </a:lnTo>
                  <a:lnTo>
                    <a:pt x="2408" y="10520"/>
                  </a:lnTo>
                  <a:lnTo>
                    <a:pt x="2672" y="10688"/>
                  </a:lnTo>
                  <a:lnTo>
                    <a:pt x="3178" y="11025"/>
                  </a:lnTo>
                  <a:lnTo>
                    <a:pt x="3708" y="11338"/>
                  </a:lnTo>
                  <a:lnTo>
                    <a:pt x="4093" y="11603"/>
                  </a:lnTo>
                  <a:lnTo>
                    <a:pt x="4285" y="11748"/>
                  </a:lnTo>
                  <a:lnTo>
                    <a:pt x="4454" y="11916"/>
                  </a:lnTo>
                  <a:lnTo>
                    <a:pt x="4622" y="12085"/>
                  </a:lnTo>
                  <a:lnTo>
                    <a:pt x="4767" y="12277"/>
                  </a:lnTo>
                  <a:lnTo>
                    <a:pt x="4887" y="12470"/>
                  </a:lnTo>
                  <a:lnTo>
                    <a:pt x="5008" y="12711"/>
                  </a:lnTo>
                  <a:lnTo>
                    <a:pt x="5056" y="12879"/>
                  </a:lnTo>
                  <a:lnTo>
                    <a:pt x="5104" y="13072"/>
                  </a:lnTo>
                  <a:lnTo>
                    <a:pt x="5128" y="13240"/>
                  </a:lnTo>
                  <a:lnTo>
                    <a:pt x="5152" y="13409"/>
                  </a:lnTo>
                  <a:lnTo>
                    <a:pt x="5128" y="13553"/>
                  </a:lnTo>
                  <a:lnTo>
                    <a:pt x="5128" y="13722"/>
                  </a:lnTo>
                  <a:lnTo>
                    <a:pt x="5032" y="14011"/>
                  </a:lnTo>
                  <a:lnTo>
                    <a:pt x="4911" y="14299"/>
                  </a:lnTo>
                  <a:lnTo>
                    <a:pt x="4743" y="14564"/>
                  </a:lnTo>
                  <a:lnTo>
                    <a:pt x="4526" y="14829"/>
                  </a:lnTo>
                  <a:lnTo>
                    <a:pt x="4285" y="15094"/>
                  </a:lnTo>
                  <a:lnTo>
                    <a:pt x="3419" y="15864"/>
                  </a:lnTo>
                  <a:lnTo>
                    <a:pt x="2600" y="16635"/>
                  </a:lnTo>
                  <a:lnTo>
                    <a:pt x="2167" y="17020"/>
                  </a:lnTo>
                  <a:lnTo>
                    <a:pt x="1782" y="17429"/>
                  </a:lnTo>
                  <a:lnTo>
                    <a:pt x="1397" y="17862"/>
                  </a:lnTo>
                  <a:lnTo>
                    <a:pt x="1035" y="18320"/>
                  </a:lnTo>
                  <a:lnTo>
                    <a:pt x="819" y="18609"/>
                  </a:lnTo>
                  <a:lnTo>
                    <a:pt x="650" y="18921"/>
                  </a:lnTo>
                  <a:lnTo>
                    <a:pt x="530" y="19234"/>
                  </a:lnTo>
                  <a:lnTo>
                    <a:pt x="434" y="19571"/>
                  </a:lnTo>
                  <a:lnTo>
                    <a:pt x="385" y="19884"/>
                  </a:lnTo>
                  <a:lnTo>
                    <a:pt x="337" y="20221"/>
                  </a:lnTo>
                  <a:lnTo>
                    <a:pt x="361" y="20534"/>
                  </a:lnTo>
                  <a:lnTo>
                    <a:pt x="385" y="20871"/>
                  </a:lnTo>
                  <a:lnTo>
                    <a:pt x="434" y="21184"/>
                  </a:lnTo>
                  <a:lnTo>
                    <a:pt x="530" y="21497"/>
                  </a:lnTo>
                  <a:lnTo>
                    <a:pt x="626" y="21786"/>
                  </a:lnTo>
                  <a:lnTo>
                    <a:pt x="771" y="22075"/>
                  </a:lnTo>
                  <a:lnTo>
                    <a:pt x="915" y="22340"/>
                  </a:lnTo>
                  <a:lnTo>
                    <a:pt x="1084" y="22581"/>
                  </a:lnTo>
                  <a:lnTo>
                    <a:pt x="1276" y="22797"/>
                  </a:lnTo>
                  <a:lnTo>
                    <a:pt x="1493" y="22990"/>
                  </a:lnTo>
                  <a:lnTo>
                    <a:pt x="1854" y="23351"/>
                  </a:lnTo>
                  <a:lnTo>
                    <a:pt x="2215" y="23712"/>
                  </a:lnTo>
                  <a:lnTo>
                    <a:pt x="2552" y="24097"/>
                  </a:lnTo>
                  <a:lnTo>
                    <a:pt x="2865" y="24506"/>
                  </a:lnTo>
                  <a:lnTo>
                    <a:pt x="3467" y="25325"/>
                  </a:lnTo>
                  <a:lnTo>
                    <a:pt x="4045" y="26167"/>
                  </a:lnTo>
                  <a:lnTo>
                    <a:pt x="4213" y="26408"/>
                  </a:lnTo>
                  <a:lnTo>
                    <a:pt x="4382" y="26697"/>
                  </a:lnTo>
                  <a:lnTo>
                    <a:pt x="4526" y="26962"/>
                  </a:lnTo>
                  <a:lnTo>
                    <a:pt x="4574" y="27130"/>
                  </a:lnTo>
                  <a:lnTo>
                    <a:pt x="4598" y="27275"/>
                  </a:lnTo>
                  <a:lnTo>
                    <a:pt x="4671" y="27829"/>
                  </a:lnTo>
                  <a:lnTo>
                    <a:pt x="4743" y="28358"/>
                  </a:lnTo>
                  <a:lnTo>
                    <a:pt x="4791" y="28912"/>
                  </a:lnTo>
                  <a:lnTo>
                    <a:pt x="4791" y="29466"/>
                  </a:lnTo>
                  <a:lnTo>
                    <a:pt x="4767" y="30067"/>
                  </a:lnTo>
                  <a:lnTo>
                    <a:pt x="4767" y="30645"/>
                  </a:lnTo>
                  <a:lnTo>
                    <a:pt x="4767" y="31223"/>
                  </a:lnTo>
                  <a:lnTo>
                    <a:pt x="4815" y="31801"/>
                  </a:lnTo>
                  <a:lnTo>
                    <a:pt x="4887" y="32378"/>
                  </a:lnTo>
                  <a:lnTo>
                    <a:pt x="4983" y="32932"/>
                  </a:lnTo>
                  <a:lnTo>
                    <a:pt x="5128" y="33510"/>
                  </a:lnTo>
                  <a:lnTo>
                    <a:pt x="5296" y="34063"/>
                  </a:lnTo>
                  <a:lnTo>
                    <a:pt x="5369" y="34232"/>
                  </a:lnTo>
                  <a:lnTo>
                    <a:pt x="5465" y="34401"/>
                  </a:lnTo>
                  <a:lnTo>
                    <a:pt x="5561" y="34545"/>
                  </a:lnTo>
                  <a:lnTo>
                    <a:pt x="5706" y="34713"/>
                  </a:lnTo>
                  <a:lnTo>
                    <a:pt x="5995" y="35002"/>
                  </a:lnTo>
                  <a:lnTo>
                    <a:pt x="6332" y="35267"/>
                  </a:lnTo>
                  <a:lnTo>
                    <a:pt x="6693" y="35484"/>
                  </a:lnTo>
                  <a:lnTo>
                    <a:pt x="6861" y="35580"/>
                  </a:lnTo>
                  <a:lnTo>
                    <a:pt x="7054" y="35652"/>
                  </a:lnTo>
                  <a:lnTo>
                    <a:pt x="7246" y="35700"/>
                  </a:lnTo>
                  <a:lnTo>
                    <a:pt x="7439" y="35725"/>
                  </a:lnTo>
                  <a:lnTo>
                    <a:pt x="7607" y="35749"/>
                  </a:lnTo>
                  <a:lnTo>
                    <a:pt x="7776" y="35725"/>
                  </a:lnTo>
                  <a:lnTo>
                    <a:pt x="8354" y="35628"/>
                  </a:lnTo>
                  <a:lnTo>
                    <a:pt x="8883" y="35484"/>
                  </a:lnTo>
                  <a:lnTo>
                    <a:pt x="9413" y="35291"/>
                  </a:lnTo>
                  <a:lnTo>
                    <a:pt x="9894" y="35050"/>
                  </a:lnTo>
                  <a:lnTo>
                    <a:pt x="10376" y="34786"/>
                  </a:lnTo>
                  <a:lnTo>
                    <a:pt x="10809" y="34449"/>
                  </a:lnTo>
                  <a:lnTo>
                    <a:pt x="11218" y="34063"/>
                  </a:lnTo>
                  <a:lnTo>
                    <a:pt x="11604" y="33654"/>
                  </a:lnTo>
                  <a:lnTo>
                    <a:pt x="11772" y="33414"/>
                  </a:lnTo>
                  <a:lnTo>
                    <a:pt x="11844" y="33293"/>
                  </a:lnTo>
                  <a:lnTo>
                    <a:pt x="11917" y="33149"/>
                  </a:lnTo>
                  <a:lnTo>
                    <a:pt x="11965" y="33004"/>
                  </a:lnTo>
                  <a:lnTo>
                    <a:pt x="11989" y="32836"/>
                  </a:lnTo>
                  <a:lnTo>
                    <a:pt x="12013" y="32499"/>
                  </a:lnTo>
                  <a:lnTo>
                    <a:pt x="12037" y="31849"/>
                  </a:lnTo>
                  <a:lnTo>
                    <a:pt x="12013" y="31247"/>
                  </a:lnTo>
                  <a:lnTo>
                    <a:pt x="11941" y="30693"/>
                  </a:lnTo>
                  <a:lnTo>
                    <a:pt x="11844" y="30164"/>
                  </a:lnTo>
                  <a:lnTo>
                    <a:pt x="11700" y="29634"/>
                  </a:lnTo>
                  <a:lnTo>
                    <a:pt x="11507" y="29104"/>
                  </a:lnTo>
                  <a:lnTo>
                    <a:pt x="11291" y="28551"/>
                  </a:lnTo>
                  <a:lnTo>
                    <a:pt x="11026" y="27949"/>
                  </a:lnTo>
                  <a:lnTo>
                    <a:pt x="10881" y="27636"/>
                  </a:lnTo>
                  <a:lnTo>
                    <a:pt x="10761" y="27323"/>
                  </a:lnTo>
                  <a:lnTo>
                    <a:pt x="10665" y="27034"/>
                  </a:lnTo>
                  <a:lnTo>
                    <a:pt x="10593" y="26721"/>
                  </a:lnTo>
                  <a:lnTo>
                    <a:pt x="10544" y="26432"/>
                  </a:lnTo>
                  <a:lnTo>
                    <a:pt x="10520" y="26143"/>
                  </a:lnTo>
                  <a:lnTo>
                    <a:pt x="10496" y="25855"/>
                  </a:lnTo>
                  <a:lnTo>
                    <a:pt x="10496" y="25566"/>
                  </a:lnTo>
                  <a:lnTo>
                    <a:pt x="10544" y="25277"/>
                  </a:lnTo>
                  <a:lnTo>
                    <a:pt x="10593" y="24988"/>
                  </a:lnTo>
                  <a:lnTo>
                    <a:pt x="10665" y="24723"/>
                  </a:lnTo>
                  <a:lnTo>
                    <a:pt x="10761" y="24434"/>
                  </a:lnTo>
                  <a:lnTo>
                    <a:pt x="10906" y="24169"/>
                  </a:lnTo>
                  <a:lnTo>
                    <a:pt x="11050" y="23881"/>
                  </a:lnTo>
                  <a:lnTo>
                    <a:pt x="11218" y="23616"/>
                  </a:lnTo>
                  <a:lnTo>
                    <a:pt x="11435" y="23351"/>
                  </a:lnTo>
                  <a:lnTo>
                    <a:pt x="12326" y="22220"/>
                  </a:lnTo>
                  <a:lnTo>
                    <a:pt x="13168" y="21064"/>
                  </a:lnTo>
                  <a:lnTo>
                    <a:pt x="13505" y="20607"/>
                  </a:lnTo>
                  <a:lnTo>
                    <a:pt x="13794" y="20149"/>
                  </a:lnTo>
                  <a:lnTo>
                    <a:pt x="13939" y="19908"/>
                  </a:lnTo>
                  <a:lnTo>
                    <a:pt x="14059" y="19668"/>
                  </a:lnTo>
                  <a:lnTo>
                    <a:pt x="14155" y="19403"/>
                  </a:lnTo>
                  <a:lnTo>
                    <a:pt x="14228" y="19138"/>
                  </a:lnTo>
                  <a:lnTo>
                    <a:pt x="14276" y="18777"/>
                  </a:lnTo>
                  <a:lnTo>
                    <a:pt x="14300" y="18416"/>
                  </a:lnTo>
                  <a:lnTo>
                    <a:pt x="14300" y="18055"/>
                  </a:lnTo>
                  <a:lnTo>
                    <a:pt x="14252" y="17694"/>
                  </a:lnTo>
                  <a:lnTo>
                    <a:pt x="14179" y="17357"/>
                  </a:lnTo>
                  <a:lnTo>
                    <a:pt x="14083" y="16996"/>
                  </a:lnTo>
                  <a:lnTo>
                    <a:pt x="13963" y="16659"/>
                  </a:lnTo>
                  <a:lnTo>
                    <a:pt x="13818" y="16322"/>
                  </a:lnTo>
                  <a:lnTo>
                    <a:pt x="13650" y="15985"/>
                  </a:lnTo>
                  <a:lnTo>
                    <a:pt x="13433" y="15672"/>
                  </a:lnTo>
                  <a:lnTo>
                    <a:pt x="13192" y="15383"/>
                  </a:lnTo>
                  <a:lnTo>
                    <a:pt x="12952" y="15118"/>
                  </a:lnTo>
                  <a:lnTo>
                    <a:pt x="12398" y="14588"/>
                  </a:lnTo>
                  <a:lnTo>
                    <a:pt x="11868" y="14083"/>
                  </a:lnTo>
                  <a:lnTo>
                    <a:pt x="11676" y="13914"/>
                  </a:lnTo>
                  <a:lnTo>
                    <a:pt x="11507" y="13722"/>
                  </a:lnTo>
                  <a:lnTo>
                    <a:pt x="11363" y="13529"/>
                  </a:lnTo>
                  <a:lnTo>
                    <a:pt x="11267" y="13288"/>
                  </a:lnTo>
                  <a:lnTo>
                    <a:pt x="11074" y="12783"/>
                  </a:lnTo>
                  <a:lnTo>
                    <a:pt x="10930" y="12277"/>
                  </a:lnTo>
                  <a:lnTo>
                    <a:pt x="10833" y="11796"/>
                  </a:lnTo>
                  <a:lnTo>
                    <a:pt x="10809" y="11290"/>
                  </a:lnTo>
                  <a:lnTo>
                    <a:pt x="10809" y="11025"/>
                  </a:lnTo>
                  <a:lnTo>
                    <a:pt x="10833" y="10785"/>
                  </a:lnTo>
                  <a:lnTo>
                    <a:pt x="10857" y="10520"/>
                  </a:lnTo>
                  <a:lnTo>
                    <a:pt x="10930" y="10279"/>
                  </a:lnTo>
                  <a:lnTo>
                    <a:pt x="11002" y="10038"/>
                  </a:lnTo>
                  <a:lnTo>
                    <a:pt x="11074" y="9774"/>
                  </a:lnTo>
                  <a:lnTo>
                    <a:pt x="11194" y="9533"/>
                  </a:lnTo>
                  <a:lnTo>
                    <a:pt x="11315" y="9268"/>
                  </a:lnTo>
                  <a:lnTo>
                    <a:pt x="11652" y="8618"/>
                  </a:lnTo>
                  <a:lnTo>
                    <a:pt x="11820" y="8281"/>
                  </a:lnTo>
                  <a:lnTo>
                    <a:pt x="11965" y="7944"/>
                  </a:lnTo>
                  <a:lnTo>
                    <a:pt x="12109" y="7583"/>
                  </a:lnTo>
                  <a:lnTo>
                    <a:pt x="12230" y="7222"/>
                  </a:lnTo>
                  <a:lnTo>
                    <a:pt x="12302" y="6861"/>
                  </a:lnTo>
                  <a:lnTo>
                    <a:pt x="12350" y="6476"/>
                  </a:lnTo>
                  <a:lnTo>
                    <a:pt x="12398" y="5994"/>
                  </a:lnTo>
                  <a:lnTo>
                    <a:pt x="12398" y="5489"/>
                  </a:lnTo>
                  <a:lnTo>
                    <a:pt x="12374" y="5007"/>
                  </a:lnTo>
                  <a:lnTo>
                    <a:pt x="12326" y="4502"/>
                  </a:lnTo>
                  <a:lnTo>
                    <a:pt x="12254" y="4020"/>
                  </a:lnTo>
                  <a:lnTo>
                    <a:pt x="12157" y="3539"/>
                  </a:lnTo>
                  <a:lnTo>
                    <a:pt x="12037" y="3057"/>
                  </a:lnTo>
                  <a:lnTo>
                    <a:pt x="11917" y="2576"/>
                  </a:lnTo>
                  <a:lnTo>
                    <a:pt x="11772" y="2167"/>
                  </a:lnTo>
                  <a:lnTo>
                    <a:pt x="11580" y="1781"/>
                  </a:lnTo>
                  <a:lnTo>
                    <a:pt x="11363" y="1444"/>
                  </a:lnTo>
                  <a:lnTo>
                    <a:pt x="11098" y="1156"/>
                  </a:lnTo>
                  <a:lnTo>
                    <a:pt x="10833" y="891"/>
                  </a:lnTo>
                  <a:lnTo>
                    <a:pt x="10520" y="698"/>
                  </a:lnTo>
                  <a:lnTo>
                    <a:pt x="10183" y="506"/>
                  </a:lnTo>
                  <a:lnTo>
                    <a:pt x="9822" y="361"/>
                  </a:lnTo>
                  <a:lnTo>
                    <a:pt x="9485" y="241"/>
                  </a:lnTo>
                  <a:lnTo>
                    <a:pt x="9124" y="169"/>
                  </a:lnTo>
                  <a:lnTo>
                    <a:pt x="8787" y="96"/>
                  </a:lnTo>
                  <a:lnTo>
                    <a:pt x="8426" y="48"/>
                  </a:lnTo>
                  <a:lnTo>
                    <a:pt x="80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
            <p:cNvSpPr/>
            <p:nvPr/>
          </p:nvSpPr>
          <p:spPr>
            <a:xfrm>
              <a:off x="1157700" y="2029950"/>
              <a:ext cx="235350" cy="827550"/>
            </a:xfrm>
            <a:custGeom>
              <a:avLst/>
              <a:gdLst/>
              <a:ahLst/>
              <a:cxnLst/>
              <a:rect l="l" t="t" r="r" b="b"/>
              <a:pathLst>
                <a:path w="9414" h="33102" extrusionOk="0">
                  <a:moveTo>
                    <a:pt x="5177" y="1"/>
                  </a:moveTo>
                  <a:lnTo>
                    <a:pt x="4816" y="25"/>
                  </a:lnTo>
                  <a:lnTo>
                    <a:pt x="4455" y="73"/>
                  </a:lnTo>
                  <a:lnTo>
                    <a:pt x="4069" y="121"/>
                  </a:lnTo>
                  <a:lnTo>
                    <a:pt x="3684" y="218"/>
                  </a:lnTo>
                  <a:lnTo>
                    <a:pt x="3299" y="314"/>
                  </a:lnTo>
                  <a:lnTo>
                    <a:pt x="2938" y="458"/>
                  </a:lnTo>
                  <a:lnTo>
                    <a:pt x="2577" y="603"/>
                  </a:lnTo>
                  <a:lnTo>
                    <a:pt x="2216" y="771"/>
                  </a:lnTo>
                  <a:lnTo>
                    <a:pt x="1903" y="940"/>
                  </a:lnTo>
                  <a:lnTo>
                    <a:pt x="1614" y="1132"/>
                  </a:lnTo>
                  <a:lnTo>
                    <a:pt x="1349" y="1349"/>
                  </a:lnTo>
                  <a:lnTo>
                    <a:pt x="1132" y="1566"/>
                  </a:lnTo>
                  <a:lnTo>
                    <a:pt x="964" y="1782"/>
                  </a:lnTo>
                  <a:lnTo>
                    <a:pt x="723" y="2192"/>
                  </a:lnTo>
                  <a:lnTo>
                    <a:pt x="434" y="2601"/>
                  </a:lnTo>
                  <a:lnTo>
                    <a:pt x="314" y="2793"/>
                  </a:lnTo>
                  <a:lnTo>
                    <a:pt x="218" y="3010"/>
                  </a:lnTo>
                  <a:lnTo>
                    <a:pt x="121" y="3203"/>
                  </a:lnTo>
                  <a:lnTo>
                    <a:pt x="73" y="3419"/>
                  </a:lnTo>
                  <a:lnTo>
                    <a:pt x="25" y="3660"/>
                  </a:lnTo>
                  <a:lnTo>
                    <a:pt x="1" y="3877"/>
                  </a:lnTo>
                  <a:lnTo>
                    <a:pt x="25" y="4093"/>
                  </a:lnTo>
                  <a:lnTo>
                    <a:pt x="25" y="4334"/>
                  </a:lnTo>
                  <a:lnTo>
                    <a:pt x="97" y="4840"/>
                  </a:lnTo>
                  <a:lnTo>
                    <a:pt x="145" y="5321"/>
                  </a:lnTo>
                  <a:lnTo>
                    <a:pt x="194" y="5682"/>
                  </a:lnTo>
                  <a:lnTo>
                    <a:pt x="242" y="6019"/>
                  </a:lnTo>
                  <a:lnTo>
                    <a:pt x="314" y="6356"/>
                  </a:lnTo>
                  <a:lnTo>
                    <a:pt x="434" y="6693"/>
                  </a:lnTo>
                  <a:lnTo>
                    <a:pt x="555" y="7006"/>
                  </a:lnTo>
                  <a:lnTo>
                    <a:pt x="699" y="7319"/>
                  </a:lnTo>
                  <a:lnTo>
                    <a:pt x="868" y="7632"/>
                  </a:lnTo>
                  <a:lnTo>
                    <a:pt x="1060" y="7945"/>
                  </a:lnTo>
                  <a:lnTo>
                    <a:pt x="1205" y="8138"/>
                  </a:lnTo>
                  <a:lnTo>
                    <a:pt x="1373" y="8306"/>
                  </a:lnTo>
                  <a:lnTo>
                    <a:pt x="1710" y="8643"/>
                  </a:lnTo>
                  <a:lnTo>
                    <a:pt x="2047" y="9004"/>
                  </a:lnTo>
                  <a:lnTo>
                    <a:pt x="2216" y="9173"/>
                  </a:lnTo>
                  <a:lnTo>
                    <a:pt x="2360" y="9389"/>
                  </a:lnTo>
                  <a:lnTo>
                    <a:pt x="2577" y="9678"/>
                  </a:lnTo>
                  <a:lnTo>
                    <a:pt x="2818" y="9967"/>
                  </a:lnTo>
                  <a:lnTo>
                    <a:pt x="3058" y="10256"/>
                  </a:lnTo>
                  <a:lnTo>
                    <a:pt x="3275" y="10569"/>
                  </a:lnTo>
                  <a:lnTo>
                    <a:pt x="3419" y="10786"/>
                  </a:lnTo>
                  <a:lnTo>
                    <a:pt x="3540" y="11026"/>
                  </a:lnTo>
                  <a:lnTo>
                    <a:pt x="3636" y="11267"/>
                  </a:lnTo>
                  <a:lnTo>
                    <a:pt x="3708" y="11508"/>
                  </a:lnTo>
                  <a:lnTo>
                    <a:pt x="3756" y="11749"/>
                  </a:lnTo>
                  <a:lnTo>
                    <a:pt x="3805" y="11989"/>
                  </a:lnTo>
                  <a:lnTo>
                    <a:pt x="3829" y="12230"/>
                  </a:lnTo>
                  <a:lnTo>
                    <a:pt x="3853" y="12471"/>
                  </a:lnTo>
                  <a:lnTo>
                    <a:pt x="3829" y="12952"/>
                  </a:lnTo>
                  <a:lnTo>
                    <a:pt x="3756" y="13434"/>
                  </a:lnTo>
                  <a:lnTo>
                    <a:pt x="3636" y="13915"/>
                  </a:lnTo>
                  <a:lnTo>
                    <a:pt x="3492" y="14421"/>
                  </a:lnTo>
                  <a:lnTo>
                    <a:pt x="3443" y="14541"/>
                  </a:lnTo>
                  <a:lnTo>
                    <a:pt x="3371" y="14637"/>
                  </a:lnTo>
                  <a:lnTo>
                    <a:pt x="3299" y="14710"/>
                  </a:lnTo>
                  <a:lnTo>
                    <a:pt x="3203" y="14782"/>
                  </a:lnTo>
                  <a:lnTo>
                    <a:pt x="2914" y="15023"/>
                  </a:lnTo>
                  <a:lnTo>
                    <a:pt x="2649" y="15239"/>
                  </a:lnTo>
                  <a:lnTo>
                    <a:pt x="2144" y="15745"/>
                  </a:lnTo>
                  <a:lnTo>
                    <a:pt x="1686" y="16274"/>
                  </a:lnTo>
                  <a:lnTo>
                    <a:pt x="1205" y="16804"/>
                  </a:lnTo>
                  <a:lnTo>
                    <a:pt x="1084" y="16948"/>
                  </a:lnTo>
                  <a:lnTo>
                    <a:pt x="988" y="17117"/>
                  </a:lnTo>
                  <a:lnTo>
                    <a:pt x="916" y="17285"/>
                  </a:lnTo>
                  <a:lnTo>
                    <a:pt x="844" y="17454"/>
                  </a:lnTo>
                  <a:lnTo>
                    <a:pt x="771" y="17743"/>
                  </a:lnTo>
                  <a:lnTo>
                    <a:pt x="723" y="18032"/>
                  </a:lnTo>
                  <a:lnTo>
                    <a:pt x="699" y="18321"/>
                  </a:lnTo>
                  <a:lnTo>
                    <a:pt x="699" y="18609"/>
                  </a:lnTo>
                  <a:lnTo>
                    <a:pt x="699" y="18874"/>
                  </a:lnTo>
                  <a:lnTo>
                    <a:pt x="723" y="19139"/>
                  </a:lnTo>
                  <a:lnTo>
                    <a:pt x="771" y="19404"/>
                  </a:lnTo>
                  <a:lnTo>
                    <a:pt x="819" y="19669"/>
                  </a:lnTo>
                  <a:lnTo>
                    <a:pt x="892" y="19934"/>
                  </a:lnTo>
                  <a:lnTo>
                    <a:pt x="988" y="20198"/>
                  </a:lnTo>
                  <a:lnTo>
                    <a:pt x="1084" y="20439"/>
                  </a:lnTo>
                  <a:lnTo>
                    <a:pt x="1205" y="20680"/>
                  </a:lnTo>
                  <a:lnTo>
                    <a:pt x="1349" y="20921"/>
                  </a:lnTo>
                  <a:lnTo>
                    <a:pt x="1518" y="21161"/>
                  </a:lnTo>
                  <a:lnTo>
                    <a:pt x="1855" y="21619"/>
                  </a:lnTo>
                  <a:lnTo>
                    <a:pt x="2071" y="21883"/>
                  </a:lnTo>
                  <a:lnTo>
                    <a:pt x="2264" y="22172"/>
                  </a:lnTo>
                  <a:lnTo>
                    <a:pt x="2456" y="22461"/>
                  </a:lnTo>
                  <a:lnTo>
                    <a:pt x="2601" y="22774"/>
                  </a:lnTo>
                  <a:lnTo>
                    <a:pt x="2745" y="23087"/>
                  </a:lnTo>
                  <a:lnTo>
                    <a:pt x="2866" y="23400"/>
                  </a:lnTo>
                  <a:lnTo>
                    <a:pt x="2962" y="23713"/>
                  </a:lnTo>
                  <a:lnTo>
                    <a:pt x="3058" y="24050"/>
                  </a:lnTo>
                  <a:lnTo>
                    <a:pt x="3275" y="24917"/>
                  </a:lnTo>
                  <a:lnTo>
                    <a:pt x="3492" y="25807"/>
                  </a:lnTo>
                  <a:lnTo>
                    <a:pt x="3636" y="26698"/>
                  </a:lnTo>
                  <a:lnTo>
                    <a:pt x="3708" y="27155"/>
                  </a:lnTo>
                  <a:lnTo>
                    <a:pt x="3756" y="27589"/>
                  </a:lnTo>
                  <a:lnTo>
                    <a:pt x="3781" y="27781"/>
                  </a:lnTo>
                  <a:lnTo>
                    <a:pt x="3781" y="27950"/>
                  </a:lnTo>
                  <a:lnTo>
                    <a:pt x="3756" y="28118"/>
                  </a:lnTo>
                  <a:lnTo>
                    <a:pt x="3684" y="28287"/>
                  </a:lnTo>
                  <a:lnTo>
                    <a:pt x="3540" y="28624"/>
                  </a:lnTo>
                  <a:lnTo>
                    <a:pt x="3395" y="28961"/>
                  </a:lnTo>
                  <a:lnTo>
                    <a:pt x="3299" y="29322"/>
                  </a:lnTo>
                  <a:lnTo>
                    <a:pt x="3227" y="29659"/>
                  </a:lnTo>
                  <a:lnTo>
                    <a:pt x="3179" y="30020"/>
                  </a:lnTo>
                  <a:lnTo>
                    <a:pt x="3179" y="30381"/>
                  </a:lnTo>
                  <a:lnTo>
                    <a:pt x="3203" y="30766"/>
                  </a:lnTo>
                  <a:lnTo>
                    <a:pt x="3251" y="31152"/>
                  </a:lnTo>
                  <a:lnTo>
                    <a:pt x="3323" y="31440"/>
                  </a:lnTo>
                  <a:lnTo>
                    <a:pt x="3443" y="31729"/>
                  </a:lnTo>
                  <a:lnTo>
                    <a:pt x="3588" y="31994"/>
                  </a:lnTo>
                  <a:lnTo>
                    <a:pt x="3756" y="32235"/>
                  </a:lnTo>
                  <a:lnTo>
                    <a:pt x="3949" y="32452"/>
                  </a:lnTo>
                  <a:lnTo>
                    <a:pt x="4166" y="32620"/>
                  </a:lnTo>
                  <a:lnTo>
                    <a:pt x="4406" y="32789"/>
                  </a:lnTo>
                  <a:lnTo>
                    <a:pt x="4647" y="32909"/>
                  </a:lnTo>
                  <a:lnTo>
                    <a:pt x="4912" y="33005"/>
                  </a:lnTo>
                  <a:lnTo>
                    <a:pt x="5177" y="33053"/>
                  </a:lnTo>
                  <a:lnTo>
                    <a:pt x="5466" y="33102"/>
                  </a:lnTo>
                  <a:lnTo>
                    <a:pt x="5730" y="33077"/>
                  </a:lnTo>
                  <a:lnTo>
                    <a:pt x="5995" y="33029"/>
                  </a:lnTo>
                  <a:lnTo>
                    <a:pt x="6284" y="32957"/>
                  </a:lnTo>
                  <a:lnTo>
                    <a:pt x="6549" y="32813"/>
                  </a:lnTo>
                  <a:lnTo>
                    <a:pt x="6790" y="32644"/>
                  </a:lnTo>
                  <a:lnTo>
                    <a:pt x="7079" y="32403"/>
                  </a:lnTo>
                  <a:lnTo>
                    <a:pt x="7319" y="32163"/>
                  </a:lnTo>
                  <a:lnTo>
                    <a:pt x="7560" y="31874"/>
                  </a:lnTo>
                  <a:lnTo>
                    <a:pt x="7753" y="31585"/>
                  </a:lnTo>
                  <a:lnTo>
                    <a:pt x="7945" y="31296"/>
                  </a:lnTo>
                  <a:lnTo>
                    <a:pt x="8090" y="30959"/>
                  </a:lnTo>
                  <a:lnTo>
                    <a:pt x="8210" y="30622"/>
                  </a:lnTo>
                  <a:lnTo>
                    <a:pt x="8306" y="30261"/>
                  </a:lnTo>
                  <a:lnTo>
                    <a:pt x="8354" y="29948"/>
                  </a:lnTo>
                  <a:lnTo>
                    <a:pt x="8354" y="29779"/>
                  </a:lnTo>
                  <a:lnTo>
                    <a:pt x="8354" y="29611"/>
                  </a:lnTo>
                  <a:lnTo>
                    <a:pt x="8330" y="29466"/>
                  </a:lnTo>
                  <a:lnTo>
                    <a:pt x="8282" y="29298"/>
                  </a:lnTo>
                  <a:lnTo>
                    <a:pt x="8210" y="29154"/>
                  </a:lnTo>
                  <a:lnTo>
                    <a:pt x="8114" y="29009"/>
                  </a:lnTo>
                  <a:lnTo>
                    <a:pt x="7969" y="28816"/>
                  </a:lnTo>
                  <a:lnTo>
                    <a:pt x="7849" y="28600"/>
                  </a:lnTo>
                  <a:lnTo>
                    <a:pt x="7584" y="28167"/>
                  </a:lnTo>
                  <a:lnTo>
                    <a:pt x="7343" y="27733"/>
                  </a:lnTo>
                  <a:lnTo>
                    <a:pt x="7199" y="27517"/>
                  </a:lnTo>
                  <a:lnTo>
                    <a:pt x="7054" y="27324"/>
                  </a:lnTo>
                  <a:lnTo>
                    <a:pt x="6910" y="27107"/>
                  </a:lnTo>
                  <a:lnTo>
                    <a:pt x="6766" y="26891"/>
                  </a:lnTo>
                  <a:lnTo>
                    <a:pt x="6669" y="26650"/>
                  </a:lnTo>
                  <a:lnTo>
                    <a:pt x="6597" y="26433"/>
                  </a:lnTo>
                  <a:lnTo>
                    <a:pt x="6549" y="26193"/>
                  </a:lnTo>
                  <a:lnTo>
                    <a:pt x="6525" y="25928"/>
                  </a:lnTo>
                  <a:lnTo>
                    <a:pt x="6525" y="25687"/>
                  </a:lnTo>
                  <a:lnTo>
                    <a:pt x="6549" y="25422"/>
                  </a:lnTo>
                  <a:lnTo>
                    <a:pt x="6573" y="25206"/>
                  </a:lnTo>
                  <a:lnTo>
                    <a:pt x="6573" y="24989"/>
                  </a:lnTo>
                  <a:lnTo>
                    <a:pt x="6549" y="24796"/>
                  </a:lnTo>
                  <a:lnTo>
                    <a:pt x="6525" y="24580"/>
                  </a:lnTo>
                  <a:lnTo>
                    <a:pt x="6477" y="24339"/>
                  </a:lnTo>
                  <a:lnTo>
                    <a:pt x="6453" y="24074"/>
                  </a:lnTo>
                  <a:lnTo>
                    <a:pt x="6453" y="23833"/>
                  </a:lnTo>
                  <a:lnTo>
                    <a:pt x="6453" y="23593"/>
                  </a:lnTo>
                  <a:lnTo>
                    <a:pt x="6477" y="23376"/>
                  </a:lnTo>
                  <a:lnTo>
                    <a:pt x="6525" y="23135"/>
                  </a:lnTo>
                  <a:lnTo>
                    <a:pt x="6621" y="22678"/>
                  </a:lnTo>
                  <a:lnTo>
                    <a:pt x="6790" y="22269"/>
                  </a:lnTo>
                  <a:lnTo>
                    <a:pt x="7006" y="21835"/>
                  </a:lnTo>
                  <a:lnTo>
                    <a:pt x="7271" y="21450"/>
                  </a:lnTo>
                  <a:lnTo>
                    <a:pt x="7560" y="21065"/>
                  </a:lnTo>
                  <a:lnTo>
                    <a:pt x="7849" y="20680"/>
                  </a:lnTo>
                  <a:lnTo>
                    <a:pt x="8114" y="20295"/>
                  </a:lnTo>
                  <a:lnTo>
                    <a:pt x="8354" y="19885"/>
                  </a:lnTo>
                  <a:lnTo>
                    <a:pt x="8595" y="19476"/>
                  </a:lnTo>
                  <a:lnTo>
                    <a:pt x="8788" y="19067"/>
                  </a:lnTo>
                  <a:lnTo>
                    <a:pt x="8980" y="18634"/>
                  </a:lnTo>
                  <a:lnTo>
                    <a:pt x="9125" y="18176"/>
                  </a:lnTo>
                  <a:lnTo>
                    <a:pt x="9269" y="17719"/>
                  </a:lnTo>
                  <a:lnTo>
                    <a:pt x="9341" y="17454"/>
                  </a:lnTo>
                  <a:lnTo>
                    <a:pt x="9390" y="17165"/>
                  </a:lnTo>
                  <a:lnTo>
                    <a:pt x="9414" y="16900"/>
                  </a:lnTo>
                  <a:lnTo>
                    <a:pt x="9414" y="16635"/>
                  </a:lnTo>
                  <a:lnTo>
                    <a:pt x="9366" y="16371"/>
                  </a:lnTo>
                  <a:lnTo>
                    <a:pt x="9293" y="16106"/>
                  </a:lnTo>
                  <a:lnTo>
                    <a:pt x="9197" y="15841"/>
                  </a:lnTo>
                  <a:lnTo>
                    <a:pt x="9077" y="15600"/>
                  </a:lnTo>
                  <a:lnTo>
                    <a:pt x="8619" y="14830"/>
                  </a:lnTo>
                  <a:lnTo>
                    <a:pt x="8210" y="14036"/>
                  </a:lnTo>
                  <a:lnTo>
                    <a:pt x="7825" y="13241"/>
                  </a:lnTo>
                  <a:lnTo>
                    <a:pt x="7464" y="12447"/>
                  </a:lnTo>
                  <a:lnTo>
                    <a:pt x="7271" y="11989"/>
                  </a:lnTo>
                  <a:lnTo>
                    <a:pt x="7127" y="11508"/>
                  </a:lnTo>
                  <a:lnTo>
                    <a:pt x="7054" y="11051"/>
                  </a:lnTo>
                  <a:lnTo>
                    <a:pt x="7030" y="10593"/>
                  </a:lnTo>
                  <a:lnTo>
                    <a:pt x="7030" y="10112"/>
                  </a:lnTo>
                  <a:lnTo>
                    <a:pt x="7127" y="9654"/>
                  </a:lnTo>
                  <a:lnTo>
                    <a:pt x="7247" y="9197"/>
                  </a:lnTo>
                  <a:lnTo>
                    <a:pt x="7440" y="8739"/>
                  </a:lnTo>
                  <a:lnTo>
                    <a:pt x="7704" y="8186"/>
                  </a:lnTo>
                  <a:lnTo>
                    <a:pt x="7969" y="7632"/>
                  </a:lnTo>
                  <a:lnTo>
                    <a:pt x="8114" y="7367"/>
                  </a:lnTo>
                  <a:lnTo>
                    <a:pt x="8282" y="7103"/>
                  </a:lnTo>
                  <a:lnTo>
                    <a:pt x="8451" y="6838"/>
                  </a:lnTo>
                  <a:lnTo>
                    <a:pt x="8667" y="6597"/>
                  </a:lnTo>
                  <a:lnTo>
                    <a:pt x="8691" y="6525"/>
                  </a:lnTo>
                  <a:lnTo>
                    <a:pt x="8740" y="6453"/>
                  </a:lnTo>
                  <a:lnTo>
                    <a:pt x="8788" y="6308"/>
                  </a:lnTo>
                  <a:lnTo>
                    <a:pt x="8932" y="5875"/>
                  </a:lnTo>
                  <a:lnTo>
                    <a:pt x="9028" y="5441"/>
                  </a:lnTo>
                  <a:lnTo>
                    <a:pt x="9077" y="5008"/>
                  </a:lnTo>
                  <a:lnTo>
                    <a:pt x="9077" y="4575"/>
                  </a:lnTo>
                  <a:lnTo>
                    <a:pt x="9053" y="4166"/>
                  </a:lnTo>
                  <a:lnTo>
                    <a:pt x="8980" y="3732"/>
                  </a:lnTo>
                  <a:lnTo>
                    <a:pt x="8884" y="3299"/>
                  </a:lnTo>
                  <a:lnTo>
                    <a:pt x="8764" y="2890"/>
                  </a:lnTo>
                  <a:lnTo>
                    <a:pt x="8595" y="2456"/>
                  </a:lnTo>
                  <a:lnTo>
                    <a:pt x="8403" y="2023"/>
                  </a:lnTo>
                  <a:lnTo>
                    <a:pt x="8138" y="1638"/>
                  </a:lnTo>
                  <a:lnTo>
                    <a:pt x="7993" y="1445"/>
                  </a:lnTo>
                  <a:lnTo>
                    <a:pt x="7849" y="1253"/>
                  </a:lnTo>
                  <a:lnTo>
                    <a:pt x="7680" y="1084"/>
                  </a:lnTo>
                  <a:lnTo>
                    <a:pt x="7512" y="940"/>
                  </a:lnTo>
                  <a:lnTo>
                    <a:pt x="7295" y="771"/>
                  </a:lnTo>
                  <a:lnTo>
                    <a:pt x="7103" y="627"/>
                  </a:lnTo>
                  <a:lnTo>
                    <a:pt x="6862" y="482"/>
                  </a:lnTo>
                  <a:lnTo>
                    <a:pt x="6621" y="362"/>
                  </a:lnTo>
                  <a:lnTo>
                    <a:pt x="6356" y="242"/>
                  </a:lnTo>
                  <a:lnTo>
                    <a:pt x="6092" y="145"/>
                  </a:lnTo>
                  <a:lnTo>
                    <a:pt x="5803" y="73"/>
                  </a:lnTo>
                  <a:lnTo>
                    <a:pt x="5514" y="25"/>
                  </a:lnTo>
                  <a:lnTo>
                    <a:pt x="51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
            <p:cNvSpPr/>
            <p:nvPr/>
          </p:nvSpPr>
          <p:spPr>
            <a:xfrm>
              <a:off x="1204650" y="2410925"/>
              <a:ext cx="150500" cy="145050"/>
            </a:xfrm>
            <a:custGeom>
              <a:avLst/>
              <a:gdLst/>
              <a:ahLst/>
              <a:cxnLst/>
              <a:rect l="l" t="t" r="r" b="b"/>
              <a:pathLst>
                <a:path w="6020" h="5802" extrusionOk="0">
                  <a:moveTo>
                    <a:pt x="3130" y="289"/>
                  </a:moveTo>
                  <a:lnTo>
                    <a:pt x="3251" y="313"/>
                  </a:lnTo>
                  <a:lnTo>
                    <a:pt x="3925" y="409"/>
                  </a:lnTo>
                  <a:lnTo>
                    <a:pt x="4093" y="458"/>
                  </a:lnTo>
                  <a:lnTo>
                    <a:pt x="4238" y="506"/>
                  </a:lnTo>
                  <a:lnTo>
                    <a:pt x="4575" y="698"/>
                  </a:lnTo>
                  <a:lnTo>
                    <a:pt x="4888" y="915"/>
                  </a:lnTo>
                  <a:lnTo>
                    <a:pt x="5152" y="1156"/>
                  </a:lnTo>
                  <a:lnTo>
                    <a:pt x="5273" y="1300"/>
                  </a:lnTo>
                  <a:lnTo>
                    <a:pt x="5393" y="1469"/>
                  </a:lnTo>
                  <a:lnTo>
                    <a:pt x="5465" y="1613"/>
                  </a:lnTo>
                  <a:lnTo>
                    <a:pt x="5538" y="1758"/>
                  </a:lnTo>
                  <a:lnTo>
                    <a:pt x="5634" y="2046"/>
                  </a:lnTo>
                  <a:lnTo>
                    <a:pt x="5706" y="2456"/>
                  </a:lnTo>
                  <a:lnTo>
                    <a:pt x="5754" y="2889"/>
                  </a:lnTo>
                  <a:lnTo>
                    <a:pt x="5730" y="3130"/>
                  </a:lnTo>
                  <a:lnTo>
                    <a:pt x="5706" y="3370"/>
                  </a:lnTo>
                  <a:lnTo>
                    <a:pt x="5634" y="3611"/>
                  </a:lnTo>
                  <a:lnTo>
                    <a:pt x="5538" y="3852"/>
                  </a:lnTo>
                  <a:lnTo>
                    <a:pt x="5441" y="3996"/>
                  </a:lnTo>
                  <a:lnTo>
                    <a:pt x="5321" y="4141"/>
                  </a:lnTo>
                  <a:lnTo>
                    <a:pt x="5008" y="4454"/>
                  </a:lnTo>
                  <a:lnTo>
                    <a:pt x="4695" y="4815"/>
                  </a:lnTo>
                  <a:lnTo>
                    <a:pt x="4575" y="4959"/>
                  </a:lnTo>
                  <a:lnTo>
                    <a:pt x="4430" y="5056"/>
                  </a:lnTo>
                  <a:lnTo>
                    <a:pt x="4262" y="5152"/>
                  </a:lnTo>
                  <a:lnTo>
                    <a:pt x="4093" y="5200"/>
                  </a:lnTo>
                  <a:lnTo>
                    <a:pt x="3756" y="5320"/>
                  </a:lnTo>
                  <a:lnTo>
                    <a:pt x="3443" y="5417"/>
                  </a:lnTo>
                  <a:lnTo>
                    <a:pt x="3275" y="5465"/>
                  </a:lnTo>
                  <a:lnTo>
                    <a:pt x="3082" y="5489"/>
                  </a:lnTo>
                  <a:lnTo>
                    <a:pt x="2745" y="5489"/>
                  </a:lnTo>
                  <a:lnTo>
                    <a:pt x="2095" y="5417"/>
                  </a:lnTo>
                  <a:lnTo>
                    <a:pt x="1782" y="5344"/>
                  </a:lnTo>
                  <a:lnTo>
                    <a:pt x="1469" y="5272"/>
                  </a:lnTo>
                  <a:lnTo>
                    <a:pt x="1253" y="5200"/>
                  </a:lnTo>
                  <a:lnTo>
                    <a:pt x="1060" y="5080"/>
                  </a:lnTo>
                  <a:lnTo>
                    <a:pt x="891" y="4935"/>
                  </a:lnTo>
                  <a:lnTo>
                    <a:pt x="747" y="4743"/>
                  </a:lnTo>
                  <a:lnTo>
                    <a:pt x="578" y="4502"/>
                  </a:lnTo>
                  <a:lnTo>
                    <a:pt x="410" y="4261"/>
                  </a:lnTo>
                  <a:lnTo>
                    <a:pt x="314" y="4093"/>
                  </a:lnTo>
                  <a:lnTo>
                    <a:pt x="266" y="3900"/>
                  </a:lnTo>
                  <a:lnTo>
                    <a:pt x="217" y="3708"/>
                  </a:lnTo>
                  <a:lnTo>
                    <a:pt x="217" y="3515"/>
                  </a:lnTo>
                  <a:lnTo>
                    <a:pt x="217" y="3322"/>
                  </a:lnTo>
                  <a:lnTo>
                    <a:pt x="241" y="3106"/>
                  </a:lnTo>
                  <a:lnTo>
                    <a:pt x="338" y="2600"/>
                  </a:lnTo>
                  <a:lnTo>
                    <a:pt x="434" y="2071"/>
                  </a:lnTo>
                  <a:lnTo>
                    <a:pt x="506" y="1806"/>
                  </a:lnTo>
                  <a:lnTo>
                    <a:pt x="603" y="1565"/>
                  </a:lnTo>
                  <a:lnTo>
                    <a:pt x="723" y="1348"/>
                  </a:lnTo>
                  <a:lnTo>
                    <a:pt x="891" y="1132"/>
                  </a:lnTo>
                  <a:lnTo>
                    <a:pt x="988" y="1035"/>
                  </a:lnTo>
                  <a:lnTo>
                    <a:pt x="1060" y="1011"/>
                  </a:lnTo>
                  <a:lnTo>
                    <a:pt x="1132" y="987"/>
                  </a:lnTo>
                  <a:lnTo>
                    <a:pt x="1349" y="939"/>
                  </a:lnTo>
                  <a:lnTo>
                    <a:pt x="1590" y="891"/>
                  </a:lnTo>
                  <a:lnTo>
                    <a:pt x="1710" y="867"/>
                  </a:lnTo>
                  <a:lnTo>
                    <a:pt x="1830" y="819"/>
                  </a:lnTo>
                  <a:lnTo>
                    <a:pt x="1927" y="771"/>
                  </a:lnTo>
                  <a:lnTo>
                    <a:pt x="2047" y="698"/>
                  </a:lnTo>
                  <a:lnTo>
                    <a:pt x="2215" y="578"/>
                  </a:lnTo>
                  <a:lnTo>
                    <a:pt x="2384" y="482"/>
                  </a:lnTo>
                  <a:lnTo>
                    <a:pt x="2745" y="337"/>
                  </a:lnTo>
                  <a:lnTo>
                    <a:pt x="2865" y="313"/>
                  </a:lnTo>
                  <a:lnTo>
                    <a:pt x="2986" y="289"/>
                  </a:lnTo>
                  <a:close/>
                  <a:moveTo>
                    <a:pt x="3082" y="0"/>
                  </a:moveTo>
                  <a:lnTo>
                    <a:pt x="2817" y="24"/>
                  </a:lnTo>
                  <a:lnTo>
                    <a:pt x="2601" y="97"/>
                  </a:lnTo>
                  <a:lnTo>
                    <a:pt x="2360" y="217"/>
                  </a:lnTo>
                  <a:lnTo>
                    <a:pt x="2240" y="265"/>
                  </a:lnTo>
                  <a:lnTo>
                    <a:pt x="2119" y="313"/>
                  </a:lnTo>
                  <a:lnTo>
                    <a:pt x="1999" y="385"/>
                  </a:lnTo>
                  <a:lnTo>
                    <a:pt x="1903" y="434"/>
                  </a:lnTo>
                  <a:lnTo>
                    <a:pt x="1806" y="530"/>
                  </a:lnTo>
                  <a:lnTo>
                    <a:pt x="1686" y="578"/>
                  </a:lnTo>
                  <a:lnTo>
                    <a:pt x="1445" y="626"/>
                  </a:lnTo>
                  <a:lnTo>
                    <a:pt x="1301" y="650"/>
                  </a:lnTo>
                  <a:lnTo>
                    <a:pt x="1180" y="674"/>
                  </a:lnTo>
                  <a:lnTo>
                    <a:pt x="1108" y="698"/>
                  </a:lnTo>
                  <a:lnTo>
                    <a:pt x="1012" y="771"/>
                  </a:lnTo>
                  <a:lnTo>
                    <a:pt x="964" y="867"/>
                  </a:lnTo>
                  <a:lnTo>
                    <a:pt x="915" y="939"/>
                  </a:lnTo>
                  <a:lnTo>
                    <a:pt x="843" y="987"/>
                  </a:lnTo>
                  <a:lnTo>
                    <a:pt x="651" y="1180"/>
                  </a:lnTo>
                  <a:lnTo>
                    <a:pt x="506" y="1396"/>
                  </a:lnTo>
                  <a:lnTo>
                    <a:pt x="386" y="1637"/>
                  </a:lnTo>
                  <a:lnTo>
                    <a:pt x="290" y="1926"/>
                  </a:lnTo>
                  <a:lnTo>
                    <a:pt x="97" y="2769"/>
                  </a:lnTo>
                  <a:lnTo>
                    <a:pt x="25" y="3154"/>
                  </a:lnTo>
                  <a:lnTo>
                    <a:pt x="1" y="3322"/>
                  </a:lnTo>
                  <a:lnTo>
                    <a:pt x="1" y="3515"/>
                  </a:lnTo>
                  <a:lnTo>
                    <a:pt x="1" y="3804"/>
                  </a:lnTo>
                  <a:lnTo>
                    <a:pt x="73" y="4045"/>
                  </a:lnTo>
                  <a:lnTo>
                    <a:pt x="169" y="4285"/>
                  </a:lnTo>
                  <a:lnTo>
                    <a:pt x="290" y="4526"/>
                  </a:lnTo>
                  <a:lnTo>
                    <a:pt x="434" y="4719"/>
                  </a:lnTo>
                  <a:lnTo>
                    <a:pt x="578" y="4935"/>
                  </a:lnTo>
                  <a:lnTo>
                    <a:pt x="747" y="5152"/>
                  </a:lnTo>
                  <a:lnTo>
                    <a:pt x="867" y="5272"/>
                  </a:lnTo>
                  <a:lnTo>
                    <a:pt x="1012" y="5369"/>
                  </a:lnTo>
                  <a:lnTo>
                    <a:pt x="1156" y="5465"/>
                  </a:lnTo>
                  <a:lnTo>
                    <a:pt x="1325" y="5537"/>
                  </a:lnTo>
                  <a:lnTo>
                    <a:pt x="1686" y="5633"/>
                  </a:lnTo>
                  <a:lnTo>
                    <a:pt x="2071" y="5730"/>
                  </a:lnTo>
                  <a:lnTo>
                    <a:pt x="2456" y="5778"/>
                  </a:lnTo>
                  <a:lnTo>
                    <a:pt x="2841" y="5802"/>
                  </a:lnTo>
                  <a:lnTo>
                    <a:pt x="3034" y="5802"/>
                  </a:lnTo>
                  <a:lnTo>
                    <a:pt x="3227" y="5778"/>
                  </a:lnTo>
                  <a:lnTo>
                    <a:pt x="3395" y="5754"/>
                  </a:lnTo>
                  <a:lnTo>
                    <a:pt x="3588" y="5706"/>
                  </a:lnTo>
                  <a:lnTo>
                    <a:pt x="4286" y="5465"/>
                  </a:lnTo>
                  <a:lnTo>
                    <a:pt x="4406" y="5417"/>
                  </a:lnTo>
                  <a:lnTo>
                    <a:pt x="4551" y="5344"/>
                  </a:lnTo>
                  <a:lnTo>
                    <a:pt x="4671" y="5272"/>
                  </a:lnTo>
                  <a:lnTo>
                    <a:pt x="4767" y="5152"/>
                  </a:lnTo>
                  <a:lnTo>
                    <a:pt x="5080" y="4791"/>
                  </a:lnTo>
                  <a:lnTo>
                    <a:pt x="5225" y="4622"/>
                  </a:lnTo>
                  <a:lnTo>
                    <a:pt x="5393" y="4454"/>
                  </a:lnTo>
                  <a:lnTo>
                    <a:pt x="5538" y="4309"/>
                  </a:lnTo>
                  <a:lnTo>
                    <a:pt x="5658" y="4165"/>
                  </a:lnTo>
                  <a:lnTo>
                    <a:pt x="5754" y="4020"/>
                  </a:lnTo>
                  <a:lnTo>
                    <a:pt x="5826" y="3828"/>
                  </a:lnTo>
                  <a:lnTo>
                    <a:pt x="5923" y="3587"/>
                  </a:lnTo>
                  <a:lnTo>
                    <a:pt x="5995" y="3322"/>
                  </a:lnTo>
                  <a:lnTo>
                    <a:pt x="6019" y="3058"/>
                  </a:lnTo>
                  <a:lnTo>
                    <a:pt x="6019" y="2793"/>
                  </a:lnTo>
                  <a:lnTo>
                    <a:pt x="5971" y="2408"/>
                  </a:lnTo>
                  <a:lnTo>
                    <a:pt x="5899" y="2022"/>
                  </a:lnTo>
                  <a:lnTo>
                    <a:pt x="5851" y="1806"/>
                  </a:lnTo>
                  <a:lnTo>
                    <a:pt x="5754" y="1565"/>
                  </a:lnTo>
                  <a:lnTo>
                    <a:pt x="5586" y="1252"/>
                  </a:lnTo>
                  <a:lnTo>
                    <a:pt x="5393" y="987"/>
                  </a:lnTo>
                  <a:lnTo>
                    <a:pt x="5152" y="747"/>
                  </a:lnTo>
                  <a:lnTo>
                    <a:pt x="4864" y="530"/>
                  </a:lnTo>
                  <a:lnTo>
                    <a:pt x="4671" y="409"/>
                  </a:lnTo>
                  <a:lnTo>
                    <a:pt x="4478" y="289"/>
                  </a:lnTo>
                  <a:lnTo>
                    <a:pt x="4286" y="193"/>
                  </a:lnTo>
                  <a:lnTo>
                    <a:pt x="4069" y="145"/>
                  </a:lnTo>
                  <a:lnTo>
                    <a:pt x="3323" y="24"/>
                  </a:lnTo>
                  <a:lnTo>
                    <a:pt x="3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
            <p:cNvSpPr/>
            <p:nvPr/>
          </p:nvSpPr>
          <p:spPr>
            <a:xfrm>
              <a:off x="1252200" y="2451850"/>
              <a:ext cx="58400" cy="61400"/>
            </a:xfrm>
            <a:custGeom>
              <a:avLst/>
              <a:gdLst/>
              <a:ahLst/>
              <a:cxnLst/>
              <a:rect l="l" t="t" r="r" b="b"/>
              <a:pathLst>
                <a:path w="2336" h="2456" extrusionOk="0">
                  <a:moveTo>
                    <a:pt x="1252" y="289"/>
                  </a:moveTo>
                  <a:lnTo>
                    <a:pt x="1421" y="313"/>
                  </a:lnTo>
                  <a:lnTo>
                    <a:pt x="1565" y="361"/>
                  </a:lnTo>
                  <a:lnTo>
                    <a:pt x="1758" y="482"/>
                  </a:lnTo>
                  <a:lnTo>
                    <a:pt x="1926" y="578"/>
                  </a:lnTo>
                  <a:lnTo>
                    <a:pt x="1975" y="626"/>
                  </a:lnTo>
                  <a:lnTo>
                    <a:pt x="2023" y="698"/>
                  </a:lnTo>
                  <a:lnTo>
                    <a:pt x="2047" y="771"/>
                  </a:lnTo>
                  <a:lnTo>
                    <a:pt x="2071" y="843"/>
                  </a:lnTo>
                  <a:lnTo>
                    <a:pt x="2095" y="1228"/>
                  </a:lnTo>
                  <a:lnTo>
                    <a:pt x="2071" y="1421"/>
                  </a:lnTo>
                  <a:lnTo>
                    <a:pt x="2047" y="1613"/>
                  </a:lnTo>
                  <a:lnTo>
                    <a:pt x="1975" y="1758"/>
                  </a:lnTo>
                  <a:lnTo>
                    <a:pt x="1878" y="1878"/>
                  </a:lnTo>
                  <a:lnTo>
                    <a:pt x="1565" y="2143"/>
                  </a:lnTo>
                  <a:lnTo>
                    <a:pt x="1469" y="2215"/>
                  </a:lnTo>
                  <a:lnTo>
                    <a:pt x="1108" y="2215"/>
                  </a:lnTo>
                  <a:lnTo>
                    <a:pt x="843" y="2191"/>
                  </a:lnTo>
                  <a:lnTo>
                    <a:pt x="723" y="2167"/>
                  </a:lnTo>
                  <a:lnTo>
                    <a:pt x="626" y="2119"/>
                  </a:lnTo>
                  <a:lnTo>
                    <a:pt x="410" y="1998"/>
                  </a:lnTo>
                  <a:lnTo>
                    <a:pt x="338" y="1926"/>
                  </a:lnTo>
                  <a:lnTo>
                    <a:pt x="289" y="1854"/>
                  </a:lnTo>
                  <a:lnTo>
                    <a:pt x="241" y="1758"/>
                  </a:lnTo>
                  <a:lnTo>
                    <a:pt x="241" y="1637"/>
                  </a:lnTo>
                  <a:lnTo>
                    <a:pt x="241" y="1541"/>
                  </a:lnTo>
                  <a:lnTo>
                    <a:pt x="241" y="1396"/>
                  </a:lnTo>
                  <a:lnTo>
                    <a:pt x="217" y="1300"/>
                  </a:lnTo>
                  <a:lnTo>
                    <a:pt x="241" y="1180"/>
                  </a:lnTo>
                  <a:lnTo>
                    <a:pt x="289" y="915"/>
                  </a:lnTo>
                  <a:lnTo>
                    <a:pt x="338" y="795"/>
                  </a:lnTo>
                  <a:lnTo>
                    <a:pt x="386" y="698"/>
                  </a:lnTo>
                  <a:lnTo>
                    <a:pt x="458" y="602"/>
                  </a:lnTo>
                  <a:lnTo>
                    <a:pt x="554" y="530"/>
                  </a:lnTo>
                  <a:lnTo>
                    <a:pt x="723" y="434"/>
                  </a:lnTo>
                  <a:lnTo>
                    <a:pt x="891" y="361"/>
                  </a:lnTo>
                  <a:lnTo>
                    <a:pt x="1084" y="313"/>
                  </a:lnTo>
                  <a:lnTo>
                    <a:pt x="1252" y="289"/>
                  </a:lnTo>
                  <a:close/>
                  <a:moveTo>
                    <a:pt x="1300" y="0"/>
                  </a:moveTo>
                  <a:lnTo>
                    <a:pt x="1084" y="24"/>
                  </a:lnTo>
                  <a:lnTo>
                    <a:pt x="867" y="72"/>
                  </a:lnTo>
                  <a:lnTo>
                    <a:pt x="650" y="169"/>
                  </a:lnTo>
                  <a:lnTo>
                    <a:pt x="458" y="265"/>
                  </a:lnTo>
                  <a:lnTo>
                    <a:pt x="338" y="361"/>
                  </a:lnTo>
                  <a:lnTo>
                    <a:pt x="241" y="458"/>
                  </a:lnTo>
                  <a:lnTo>
                    <a:pt x="169" y="554"/>
                  </a:lnTo>
                  <a:lnTo>
                    <a:pt x="121" y="674"/>
                  </a:lnTo>
                  <a:lnTo>
                    <a:pt x="25" y="939"/>
                  </a:lnTo>
                  <a:lnTo>
                    <a:pt x="1" y="1204"/>
                  </a:lnTo>
                  <a:lnTo>
                    <a:pt x="1" y="1421"/>
                  </a:lnTo>
                  <a:lnTo>
                    <a:pt x="25" y="1637"/>
                  </a:lnTo>
                  <a:lnTo>
                    <a:pt x="25" y="1806"/>
                  </a:lnTo>
                  <a:lnTo>
                    <a:pt x="73" y="1926"/>
                  </a:lnTo>
                  <a:lnTo>
                    <a:pt x="169" y="2046"/>
                  </a:lnTo>
                  <a:lnTo>
                    <a:pt x="265" y="2167"/>
                  </a:lnTo>
                  <a:lnTo>
                    <a:pt x="434" y="2287"/>
                  </a:lnTo>
                  <a:lnTo>
                    <a:pt x="530" y="2335"/>
                  </a:lnTo>
                  <a:lnTo>
                    <a:pt x="626" y="2383"/>
                  </a:lnTo>
                  <a:lnTo>
                    <a:pt x="819" y="2432"/>
                  </a:lnTo>
                  <a:lnTo>
                    <a:pt x="1012" y="2456"/>
                  </a:lnTo>
                  <a:lnTo>
                    <a:pt x="1421" y="2456"/>
                  </a:lnTo>
                  <a:lnTo>
                    <a:pt x="1565" y="2432"/>
                  </a:lnTo>
                  <a:lnTo>
                    <a:pt x="1662" y="2359"/>
                  </a:lnTo>
                  <a:lnTo>
                    <a:pt x="2023" y="2071"/>
                  </a:lnTo>
                  <a:lnTo>
                    <a:pt x="2095" y="1998"/>
                  </a:lnTo>
                  <a:lnTo>
                    <a:pt x="2167" y="1902"/>
                  </a:lnTo>
                  <a:lnTo>
                    <a:pt x="2215" y="1806"/>
                  </a:lnTo>
                  <a:lnTo>
                    <a:pt x="2263" y="1685"/>
                  </a:lnTo>
                  <a:lnTo>
                    <a:pt x="2312" y="1445"/>
                  </a:lnTo>
                  <a:lnTo>
                    <a:pt x="2336" y="1180"/>
                  </a:lnTo>
                  <a:lnTo>
                    <a:pt x="2287" y="795"/>
                  </a:lnTo>
                  <a:lnTo>
                    <a:pt x="2263" y="650"/>
                  </a:lnTo>
                  <a:lnTo>
                    <a:pt x="2191" y="530"/>
                  </a:lnTo>
                  <a:lnTo>
                    <a:pt x="2119" y="409"/>
                  </a:lnTo>
                  <a:lnTo>
                    <a:pt x="1999" y="337"/>
                  </a:lnTo>
                  <a:lnTo>
                    <a:pt x="1806" y="193"/>
                  </a:lnTo>
                  <a:lnTo>
                    <a:pt x="1589" y="72"/>
                  </a:lnTo>
                  <a:lnTo>
                    <a:pt x="1445" y="24"/>
                  </a:lnTo>
                  <a:lnTo>
                    <a:pt x="1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
            <p:cNvSpPr/>
            <p:nvPr/>
          </p:nvSpPr>
          <p:spPr>
            <a:xfrm>
              <a:off x="1270850" y="2474700"/>
              <a:ext cx="19900" cy="22300"/>
            </a:xfrm>
            <a:custGeom>
              <a:avLst/>
              <a:gdLst/>
              <a:ahLst/>
              <a:cxnLst/>
              <a:rect l="l" t="t" r="r" b="b"/>
              <a:pathLst>
                <a:path w="796" h="892" extrusionOk="0">
                  <a:moveTo>
                    <a:pt x="506" y="242"/>
                  </a:moveTo>
                  <a:lnTo>
                    <a:pt x="554" y="266"/>
                  </a:lnTo>
                  <a:lnTo>
                    <a:pt x="579" y="290"/>
                  </a:lnTo>
                  <a:lnTo>
                    <a:pt x="603" y="338"/>
                  </a:lnTo>
                  <a:lnTo>
                    <a:pt x="603" y="434"/>
                  </a:lnTo>
                  <a:lnTo>
                    <a:pt x="579" y="507"/>
                  </a:lnTo>
                  <a:lnTo>
                    <a:pt x="530" y="579"/>
                  </a:lnTo>
                  <a:lnTo>
                    <a:pt x="482" y="627"/>
                  </a:lnTo>
                  <a:lnTo>
                    <a:pt x="410" y="675"/>
                  </a:lnTo>
                  <a:lnTo>
                    <a:pt x="362" y="699"/>
                  </a:lnTo>
                  <a:lnTo>
                    <a:pt x="338" y="675"/>
                  </a:lnTo>
                  <a:lnTo>
                    <a:pt x="290" y="651"/>
                  </a:lnTo>
                  <a:lnTo>
                    <a:pt x="266" y="627"/>
                  </a:lnTo>
                  <a:lnTo>
                    <a:pt x="266" y="531"/>
                  </a:lnTo>
                  <a:lnTo>
                    <a:pt x="290" y="410"/>
                  </a:lnTo>
                  <a:lnTo>
                    <a:pt x="338" y="314"/>
                  </a:lnTo>
                  <a:lnTo>
                    <a:pt x="386" y="266"/>
                  </a:lnTo>
                  <a:lnTo>
                    <a:pt x="482" y="242"/>
                  </a:lnTo>
                  <a:close/>
                  <a:moveTo>
                    <a:pt x="434" y="1"/>
                  </a:moveTo>
                  <a:lnTo>
                    <a:pt x="314" y="25"/>
                  </a:lnTo>
                  <a:lnTo>
                    <a:pt x="217" y="73"/>
                  </a:lnTo>
                  <a:lnTo>
                    <a:pt x="25" y="242"/>
                  </a:lnTo>
                  <a:lnTo>
                    <a:pt x="1" y="266"/>
                  </a:lnTo>
                  <a:lnTo>
                    <a:pt x="1" y="314"/>
                  </a:lnTo>
                  <a:lnTo>
                    <a:pt x="1" y="458"/>
                  </a:lnTo>
                  <a:lnTo>
                    <a:pt x="1" y="627"/>
                  </a:lnTo>
                  <a:lnTo>
                    <a:pt x="49" y="723"/>
                  </a:lnTo>
                  <a:lnTo>
                    <a:pt x="121" y="795"/>
                  </a:lnTo>
                  <a:lnTo>
                    <a:pt x="193" y="868"/>
                  </a:lnTo>
                  <a:lnTo>
                    <a:pt x="290" y="892"/>
                  </a:lnTo>
                  <a:lnTo>
                    <a:pt x="410" y="868"/>
                  </a:lnTo>
                  <a:lnTo>
                    <a:pt x="530" y="844"/>
                  </a:lnTo>
                  <a:lnTo>
                    <a:pt x="627" y="771"/>
                  </a:lnTo>
                  <a:lnTo>
                    <a:pt x="699" y="699"/>
                  </a:lnTo>
                  <a:lnTo>
                    <a:pt x="747" y="603"/>
                  </a:lnTo>
                  <a:lnTo>
                    <a:pt x="795" y="507"/>
                  </a:lnTo>
                  <a:lnTo>
                    <a:pt x="795" y="386"/>
                  </a:lnTo>
                  <a:lnTo>
                    <a:pt x="795" y="290"/>
                  </a:lnTo>
                  <a:lnTo>
                    <a:pt x="771" y="170"/>
                  </a:lnTo>
                  <a:lnTo>
                    <a:pt x="699" y="73"/>
                  </a:lnTo>
                  <a:lnTo>
                    <a:pt x="627" y="25"/>
                  </a:lnTo>
                  <a:lnTo>
                    <a:pt x="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
            <p:cNvSpPr/>
            <p:nvPr/>
          </p:nvSpPr>
          <p:spPr>
            <a:xfrm>
              <a:off x="1249200" y="2726875"/>
              <a:ext cx="108350" cy="104750"/>
            </a:xfrm>
            <a:custGeom>
              <a:avLst/>
              <a:gdLst/>
              <a:ahLst/>
              <a:cxnLst/>
              <a:rect l="l" t="t" r="r" b="b"/>
              <a:pathLst>
                <a:path w="4334" h="4190" extrusionOk="0">
                  <a:moveTo>
                    <a:pt x="2335" y="217"/>
                  </a:moveTo>
                  <a:lnTo>
                    <a:pt x="2817" y="314"/>
                  </a:lnTo>
                  <a:lnTo>
                    <a:pt x="2937" y="338"/>
                  </a:lnTo>
                  <a:lnTo>
                    <a:pt x="3057" y="386"/>
                  </a:lnTo>
                  <a:lnTo>
                    <a:pt x="3298" y="506"/>
                  </a:lnTo>
                  <a:lnTo>
                    <a:pt x="3515" y="651"/>
                  </a:lnTo>
                  <a:lnTo>
                    <a:pt x="3707" y="843"/>
                  </a:lnTo>
                  <a:lnTo>
                    <a:pt x="3876" y="1060"/>
                  </a:lnTo>
                  <a:lnTo>
                    <a:pt x="3996" y="1277"/>
                  </a:lnTo>
                  <a:lnTo>
                    <a:pt x="4044" y="1493"/>
                  </a:lnTo>
                  <a:lnTo>
                    <a:pt x="4117" y="1782"/>
                  </a:lnTo>
                  <a:lnTo>
                    <a:pt x="4141" y="2071"/>
                  </a:lnTo>
                  <a:lnTo>
                    <a:pt x="4141" y="2264"/>
                  </a:lnTo>
                  <a:lnTo>
                    <a:pt x="4093" y="2432"/>
                  </a:lnTo>
                  <a:lnTo>
                    <a:pt x="4044" y="2601"/>
                  </a:lnTo>
                  <a:lnTo>
                    <a:pt x="3996" y="2769"/>
                  </a:lnTo>
                  <a:lnTo>
                    <a:pt x="3924" y="2889"/>
                  </a:lnTo>
                  <a:lnTo>
                    <a:pt x="3828" y="2986"/>
                  </a:lnTo>
                  <a:lnTo>
                    <a:pt x="3587" y="3202"/>
                  </a:lnTo>
                  <a:lnTo>
                    <a:pt x="3394" y="3467"/>
                  </a:lnTo>
                  <a:lnTo>
                    <a:pt x="3298" y="3563"/>
                  </a:lnTo>
                  <a:lnTo>
                    <a:pt x="3178" y="3660"/>
                  </a:lnTo>
                  <a:lnTo>
                    <a:pt x="3082" y="3708"/>
                  </a:lnTo>
                  <a:lnTo>
                    <a:pt x="2937" y="3756"/>
                  </a:lnTo>
                  <a:lnTo>
                    <a:pt x="2480" y="3900"/>
                  </a:lnTo>
                  <a:lnTo>
                    <a:pt x="2359" y="3925"/>
                  </a:lnTo>
                  <a:lnTo>
                    <a:pt x="2215" y="3949"/>
                  </a:lnTo>
                  <a:lnTo>
                    <a:pt x="1974" y="3949"/>
                  </a:lnTo>
                  <a:lnTo>
                    <a:pt x="1517" y="3900"/>
                  </a:lnTo>
                  <a:lnTo>
                    <a:pt x="1276" y="3852"/>
                  </a:lnTo>
                  <a:lnTo>
                    <a:pt x="1059" y="3804"/>
                  </a:lnTo>
                  <a:lnTo>
                    <a:pt x="891" y="3732"/>
                  </a:lnTo>
                  <a:lnTo>
                    <a:pt x="770" y="3660"/>
                  </a:lnTo>
                  <a:lnTo>
                    <a:pt x="650" y="3539"/>
                  </a:lnTo>
                  <a:lnTo>
                    <a:pt x="530" y="3419"/>
                  </a:lnTo>
                  <a:lnTo>
                    <a:pt x="313" y="3058"/>
                  </a:lnTo>
                  <a:lnTo>
                    <a:pt x="241" y="2938"/>
                  </a:lnTo>
                  <a:lnTo>
                    <a:pt x="193" y="2817"/>
                  </a:lnTo>
                  <a:lnTo>
                    <a:pt x="169" y="2673"/>
                  </a:lnTo>
                  <a:lnTo>
                    <a:pt x="169" y="2528"/>
                  </a:lnTo>
                  <a:lnTo>
                    <a:pt x="193" y="2239"/>
                  </a:lnTo>
                  <a:lnTo>
                    <a:pt x="241" y="1854"/>
                  </a:lnTo>
                  <a:lnTo>
                    <a:pt x="313" y="1493"/>
                  </a:lnTo>
                  <a:lnTo>
                    <a:pt x="361" y="1301"/>
                  </a:lnTo>
                  <a:lnTo>
                    <a:pt x="433" y="1132"/>
                  </a:lnTo>
                  <a:lnTo>
                    <a:pt x="530" y="964"/>
                  </a:lnTo>
                  <a:lnTo>
                    <a:pt x="650" y="819"/>
                  </a:lnTo>
                  <a:lnTo>
                    <a:pt x="722" y="747"/>
                  </a:lnTo>
                  <a:lnTo>
                    <a:pt x="819" y="723"/>
                  </a:lnTo>
                  <a:lnTo>
                    <a:pt x="987" y="675"/>
                  </a:lnTo>
                  <a:lnTo>
                    <a:pt x="1132" y="651"/>
                  </a:lnTo>
                  <a:lnTo>
                    <a:pt x="1324" y="602"/>
                  </a:lnTo>
                  <a:lnTo>
                    <a:pt x="1469" y="506"/>
                  </a:lnTo>
                  <a:lnTo>
                    <a:pt x="1589" y="410"/>
                  </a:lnTo>
                  <a:lnTo>
                    <a:pt x="1709" y="362"/>
                  </a:lnTo>
                  <a:lnTo>
                    <a:pt x="1974" y="241"/>
                  </a:lnTo>
                  <a:lnTo>
                    <a:pt x="2070" y="217"/>
                  </a:lnTo>
                  <a:close/>
                  <a:moveTo>
                    <a:pt x="2215" y="1"/>
                  </a:moveTo>
                  <a:lnTo>
                    <a:pt x="2046" y="25"/>
                  </a:lnTo>
                  <a:lnTo>
                    <a:pt x="1878" y="73"/>
                  </a:lnTo>
                  <a:lnTo>
                    <a:pt x="1709" y="145"/>
                  </a:lnTo>
                  <a:lnTo>
                    <a:pt x="1517" y="241"/>
                  </a:lnTo>
                  <a:lnTo>
                    <a:pt x="1445" y="265"/>
                  </a:lnTo>
                  <a:lnTo>
                    <a:pt x="1372" y="314"/>
                  </a:lnTo>
                  <a:lnTo>
                    <a:pt x="1300" y="386"/>
                  </a:lnTo>
                  <a:lnTo>
                    <a:pt x="1204" y="410"/>
                  </a:lnTo>
                  <a:lnTo>
                    <a:pt x="1035" y="458"/>
                  </a:lnTo>
                  <a:lnTo>
                    <a:pt x="939" y="458"/>
                  </a:lnTo>
                  <a:lnTo>
                    <a:pt x="867" y="482"/>
                  </a:lnTo>
                  <a:lnTo>
                    <a:pt x="795" y="506"/>
                  </a:lnTo>
                  <a:lnTo>
                    <a:pt x="746" y="554"/>
                  </a:lnTo>
                  <a:lnTo>
                    <a:pt x="698" y="627"/>
                  </a:lnTo>
                  <a:lnTo>
                    <a:pt x="650" y="675"/>
                  </a:lnTo>
                  <a:lnTo>
                    <a:pt x="602" y="723"/>
                  </a:lnTo>
                  <a:lnTo>
                    <a:pt x="482" y="867"/>
                  </a:lnTo>
                  <a:lnTo>
                    <a:pt x="361" y="1012"/>
                  </a:lnTo>
                  <a:lnTo>
                    <a:pt x="265" y="1180"/>
                  </a:lnTo>
                  <a:lnTo>
                    <a:pt x="217" y="1373"/>
                  </a:lnTo>
                  <a:lnTo>
                    <a:pt x="72" y="1999"/>
                  </a:lnTo>
                  <a:lnTo>
                    <a:pt x="24" y="2264"/>
                  </a:lnTo>
                  <a:lnTo>
                    <a:pt x="0" y="2528"/>
                  </a:lnTo>
                  <a:lnTo>
                    <a:pt x="0" y="2745"/>
                  </a:lnTo>
                  <a:lnTo>
                    <a:pt x="48" y="2913"/>
                  </a:lnTo>
                  <a:lnTo>
                    <a:pt x="121" y="3106"/>
                  </a:lnTo>
                  <a:lnTo>
                    <a:pt x="217" y="3251"/>
                  </a:lnTo>
                  <a:lnTo>
                    <a:pt x="313" y="3395"/>
                  </a:lnTo>
                  <a:lnTo>
                    <a:pt x="409" y="3563"/>
                  </a:lnTo>
                  <a:lnTo>
                    <a:pt x="554" y="3708"/>
                  </a:lnTo>
                  <a:lnTo>
                    <a:pt x="626" y="3804"/>
                  </a:lnTo>
                  <a:lnTo>
                    <a:pt x="722" y="3876"/>
                  </a:lnTo>
                  <a:lnTo>
                    <a:pt x="963" y="3973"/>
                  </a:lnTo>
                  <a:lnTo>
                    <a:pt x="1228" y="4069"/>
                  </a:lnTo>
                  <a:lnTo>
                    <a:pt x="1493" y="4117"/>
                  </a:lnTo>
                  <a:lnTo>
                    <a:pt x="1782" y="4165"/>
                  </a:lnTo>
                  <a:lnTo>
                    <a:pt x="2046" y="4189"/>
                  </a:lnTo>
                  <a:lnTo>
                    <a:pt x="2311" y="4165"/>
                  </a:lnTo>
                  <a:lnTo>
                    <a:pt x="2456" y="4141"/>
                  </a:lnTo>
                  <a:lnTo>
                    <a:pt x="2576" y="4117"/>
                  </a:lnTo>
                  <a:lnTo>
                    <a:pt x="3082" y="3925"/>
                  </a:lnTo>
                  <a:lnTo>
                    <a:pt x="3274" y="3852"/>
                  </a:lnTo>
                  <a:lnTo>
                    <a:pt x="3370" y="3780"/>
                  </a:lnTo>
                  <a:lnTo>
                    <a:pt x="3443" y="3708"/>
                  </a:lnTo>
                  <a:lnTo>
                    <a:pt x="3659" y="3467"/>
                  </a:lnTo>
                  <a:lnTo>
                    <a:pt x="3780" y="3323"/>
                  </a:lnTo>
                  <a:lnTo>
                    <a:pt x="3900" y="3202"/>
                  </a:lnTo>
                  <a:lnTo>
                    <a:pt x="3996" y="3106"/>
                  </a:lnTo>
                  <a:lnTo>
                    <a:pt x="4069" y="3010"/>
                  </a:lnTo>
                  <a:lnTo>
                    <a:pt x="4141" y="2889"/>
                  </a:lnTo>
                  <a:lnTo>
                    <a:pt x="4213" y="2769"/>
                  </a:lnTo>
                  <a:lnTo>
                    <a:pt x="4261" y="2576"/>
                  </a:lnTo>
                  <a:lnTo>
                    <a:pt x="4309" y="2408"/>
                  </a:lnTo>
                  <a:lnTo>
                    <a:pt x="4333" y="2215"/>
                  </a:lnTo>
                  <a:lnTo>
                    <a:pt x="4333" y="2023"/>
                  </a:lnTo>
                  <a:lnTo>
                    <a:pt x="4309" y="1734"/>
                  </a:lnTo>
                  <a:lnTo>
                    <a:pt x="4261" y="1469"/>
                  </a:lnTo>
                  <a:lnTo>
                    <a:pt x="4213" y="1301"/>
                  </a:lnTo>
                  <a:lnTo>
                    <a:pt x="4141" y="1132"/>
                  </a:lnTo>
                  <a:lnTo>
                    <a:pt x="4020" y="915"/>
                  </a:lnTo>
                  <a:lnTo>
                    <a:pt x="3876" y="723"/>
                  </a:lnTo>
                  <a:lnTo>
                    <a:pt x="3707" y="530"/>
                  </a:lnTo>
                  <a:lnTo>
                    <a:pt x="3515" y="386"/>
                  </a:lnTo>
                  <a:lnTo>
                    <a:pt x="3226" y="217"/>
                  </a:lnTo>
                  <a:lnTo>
                    <a:pt x="3082" y="145"/>
                  </a:lnTo>
                  <a:lnTo>
                    <a:pt x="2913" y="97"/>
                  </a:lnTo>
                  <a:lnTo>
                    <a:pt x="2383" y="25"/>
                  </a:lnTo>
                  <a:lnTo>
                    <a:pt x="2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
            <p:cNvSpPr/>
            <p:nvPr/>
          </p:nvSpPr>
          <p:spPr>
            <a:xfrm>
              <a:off x="1283500" y="2756375"/>
              <a:ext cx="42150" cy="44550"/>
            </a:xfrm>
            <a:custGeom>
              <a:avLst/>
              <a:gdLst/>
              <a:ahLst/>
              <a:cxnLst/>
              <a:rect l="l" t="t" r="r" b="b"/>
              <a:pathLst>
                <a:path w="1686" h="1782" extrusionOk="0">
                  <a:moveTo>
                    <a:pt x="1011" y="217"/>
                  </a:moveTo>
                  <a:lnTo>
                    <a:pt x="1132" y="265"/>
                  </a:lnTo>
                  <a:lnTo>
                    <a:pt x="1372" y="434"/>
                  </a:lnTo>
                  <a:lnTo>
                    <a:pt x="1445" y="506"/>
                  </a:lnTo>
                  <a:lnTo>
                    <a:pt x="1493" y="602"/>
                  </a:lnTo>
                  <a:lnTo>
                    <a:pt x="1493" y="891"/>
                  </a:lnTo>
                  <a:lnTo>
                    <a:pt x="1493" y="1035"/>
                  </a:lnTo>
                  <a:lnTo>
                    <a:pt x="1469" y="1156"/>
                  </a:lnTo>
                  <a:lnTo>
                    <a:pt x="1421" y="1276"/>
                  </a:lnTo>
                  <a:lnTo>
                    <a:pt x="1348" y="1348"/>
                  </a:lnTo>
                  <a:lnTo>
                    <a:pt x="1132" y="1541"/>
                  </a:lnTo>
                  <a:lnTo>
                    <a:pt x="1060" y="1589"/>
                  </a:lnTo>
                  <a:lnTo>
                    <a:pt x="987" y="1613"/>
                  </a:lnTo>
                  <a:lnTo>
                    <a:pt x="795" y="1589"/>
                  </a:lnTo>
                  <a:lnTo>
                    <a:pt x="602" y="1589"/>
                  </a:lnTo>
                  <a:lnTo>
                    <a:pt x="434" y="1517"/>
                  </a:lnTo>
                  <a:lnTo>
                    <a:pt x="313" y="1445"/>
                  </a:lnTo>
                  <a:lnTo>
                    <a:pt x="241" y="1396"/>
                  </a:lnTo>
                  <a:lnTo>
                    <a:pt x="193" y="1324"/>
                  </a:lnTo>
                  <a:lnTo>
                    <a:pt x="169" y="1252"/>
                  </a:lnTo>
                  <a:lnTo>
                    <a:pt x="169" y="1180"/>
                  </a:lnTo>
                  <a:lnTo>
                    <a:pt x="169" y="1108"/>
                  </a:lnTo>
                  <a:lnTo>
                    <a:pt x="169" y="1011"/>
                  </a:lnTo>
                  <a:lnTo>
                    <a:pt x="169" y="843"/>
                  </a:lnTo>
                  <a:lnTo>
                    <a:pt x="193" y="674"/>
                  </a:lnTo>
                  <a:lnTo>
                    <a:pt x="241" y="578"/>
                  </a:lnTo>
                  <a:lnTo>
                    <a:pt x="289" y="506"/>
                  </a:lnTo>
                  <a:lnTo>
                    <a:pt x="410" y="385"/>
                  </a:lnTo>
                  <a:lnTo>
                    <a:pt x="506" y="313"/>
                  </a:lnTo>
                  <a:lnTo>
                    <a:pt x="650" y="265"/>
                  </a:lnTo>
                  <a:lnTo>
                    <a:pt x="771" y="241"/>
                  </a:lnTo>
                  <a:lnTo>
                    <a:pt x="915" y="217"/>
                  </a:lnTo>
                  <a:close/>
                  <a:moveTo>
                    <a:pt x="939" y="0"/>
                  </a:moveTo>
                  <a:lnTo>
                    <a:pt x="771" y="24"/>
                  </a:lnTo>
                  <a:lnTo>
                    <a:pt x="626" y="48"/>
                  </a:lnTo>
                  <a:lnTo>
                    <a:pt x="482" y="121"/>
                  </a:lnTo>
                  <a:lnTo>
                    <a:pt x="337" y="193"/>
                  </a:lnTo>
                  <a:lnTo>
                    <a:pt x="241" y="265"/>
                  </a:lnTo>
                  <a:lnTo>
                    <a:pt x="169" y="337"/>
                  </a:lnTo>
                  <a:lnTo>
                    <a:pt x="73" y="482"/>
                  </a:lnTo>
                  <a:lnTo>
                    <a:pt x="24" y="674"/>
                  </a:lnTo>
                  <a:lnTo>
                    <a:pt x="0" y="867"/>
                  </a:lnTo>
                  <a:lnTo>
                    <a:pt x="0" y="1035"/>
                  </a:lnTo>
                  <a:lnTo>
                    <a:pt x="0" y="1180"/>
                  </a:lnTo>
                  <a:lnTo>
                    <a:pt x="24" y="1300"/>
                  </a:lnTo>
                  <a:lnTo>
                    <a:pt x="48" y="1396"/>
                  </a:lnTo>
                  <a:lnTo>
                    <a:pt x="121" y="1469"/>
                  </a:lnTo>
                  <a:lnTo>
                    <a:pt x="193" y="1565"/>
                  </a:lnTo>
                  <a:lnTo>
                    <a:pt x="313" y="1637"/>
                  </a:lnTo>
                  <a:lnTo>
                    <a:pt x="434" y="1709"/>
                  </a:lnTo>
                  <a:lnTo>
                    <a:pt x="578" y="1733"/>
                  </a:lnTo>
                  <a:lnTo>
                    <a:pt x="723" y="1758"/>
                  </a:lnTo>
                  <a:lnTo>
                    <a:pt x="1035" y="1782"/>
                  </a:lnTo>
                  <a:lnTo>
                    <a:pt x="1132" y="1758"/>
                  </a:lnTo>
                  <a:lnTo>
                    <a:pt x="1204" y="1685"/>
                  </a:lnTo>
                  <a:lnTo>
                    <a:pt x="1445" y="1493"/>
                  </a:lnTo>
                  <a:lnTo>
                    <a:pt x="1565" y="1372"/>
                  </a:lnTo>
                  <a:lnTo>
                    <a:pt x="1613" y="1228"/>
                  </a:lnTo>
                  <a:lnTo>
                    <a:pt x="1661" y="1035"/>
                  </a:lnTo>
                  <a:lnTo>
                    <a:pt x="1685" y="843"/>
                  </a:lnTo>
                  <a:lnTo>
                    <a:pt x="1637" y="578"/>
                  </a:lnTo>
                  <a:lnTo>
                    <a:pt x="1613" y="458"/>
                  </a:lnTo>
                  <a:lnTo>
                    <a:pt x="1589" y="385"/>
                  </a:lnTo>
                  <a:lnTo>
                    <a:pt x="1517" y="313"/>
                  </a:lnTo>
                  <a:lnTo>
                    <a:pt x="1445" y="241"/>
                  </a:lnTo>
                  <a:lnTo>
                    <a:pt x="1300" y="145"/>
                  </a:lnTo>
                  <a:lnTo>
                    <a:pt x="1132" y="48"/>
                  </a:lnTo>
                  <a:lnTo>
                    <a:pt x="1035" y="24"/>
                  </a:lnTo>
                  <a:lnTo>
                    <a:pt x="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
            <p:cNvSpPr/>
            <p:nvPr/>
          </p:nvSpPr>
          <p:spPr>
            <a:xfrm>
              <a:off x="1296725" y="2772625"/>
              <a:ext cx="14475" cy="16275"/>
            </a:xfrm>
            <a:custGeom>
              <a:avLst/>
              <a:gdLst/>
              <a:ahLst/>
              <a:cxnLst/>
              <a:rect l="l" t="t" r="r" b="b"/>
              <a:pathLst>
                <a:path w="579" h="651" extrusionOk="0">
                  <a:moveTo>
                    <a:pt x="410" y="193"/>
                  </a:moveTo>
                  <a:lnTo>
                    <a:pt x="434" y="265"/>
                  </a:lnTo>
                  <a:lnTo>
                    <a:pt x="434" y="313"/>
                  </a:lnTo>
                  <a:lnTo>
                    <a:pt x="410" y="385"/>
                  </a:lnTo>
                  <a:lnTo>
                    <a:pt x="362" y="458"/>
                  </a:lnTo>
                  <a:lnTo>
                    <a:pt x="290" y="506"/>
                  </a:lnTo>
                  <a:lnTo>
                    <a:pt x="242" y="506"/>
                  </a:lnTo>
                  <a:lnTo>
                    <a:pt x="218" y="482"/>
                  </a:lnTo>
                  <a:lnTo>
                    <a:pt x="194" y="458"/>
                  </a:lnTo>
                  <a:lnTo>
                    <a:pt x="194" y="385"/>
                  </a:lnTo>
                  <a:lnTo>
                    <a:pt x="218" y="313"/>
                  </a:lnTo>
                  <a:lnTo>
                    <a:pt x="242" y="241"/>
                  </a:lnTo>
                  <a:lnTo>
                    <a:pt x="290" y="193"/>
                  </a:lnTo>
                  <a:close/>
                  <a:moveTo>
                    <a:pt x="314" y="0"/>
                  </a:moveTo>
                  <a:lnTo>
                    <a:pt x="242" y="24"/>
                  </a:lnTo>
                  <a:lnTo>
                    <a:pt x="169" y="48"/>
                  </a:lnTo>
                  <a:lnTo>
                    <a:pt x="25" y="193"/>
                  </a:lnTo>
                  <a:lnTo>
                    <a:pt x="1" y="241"/>
                  </a:lnTo>
                  <a:lnTo>
                    <a:pt x="1" y="337"/>
                  </a:lnTo>
                  <a:lnTo>
                    <a:pt x="25" y="458"/>
                  </a:lnTo>
                  <a:lnTo>
                    <a:pt x="49" y="530"/>
                  </a:lnTo>
                  <a:lnTo>
                    <a:pt x="97" y="578"/>
                  </a:lnTo>
                  <a:lnTo>
                    <a:pt x="145" y="626"/>
                  </a:lnTo>
                  <a:lnTo>
                    <a:pt x="218" y="650"/>
                  </a:lnTo>
                  <a:lnTo>
                    <a:pt x="314" y="650"/>
                  </a:lnTo>
                  <a:lnTo>
                    <a:pt x="386" y="602"/>
                  </a:lnTo>
                  <a:lnTo>
                    <a:pt x="458" y="578"/>
                  </a:lnTo>
                  <a:lnTo>
                    <a:pt x="506" y="506"/>
                  </a:lnTo>
                  <a:lnTo>
                    <a:pt x="555" y="458"/>
                  </a:lnTo>
                  <a:lnTo>
                    <a:pt x="579" y="385"/>
                  </a:lnTo>
                  <a:lnTo>
                    <a:pt x="579" y="289"/>
                  </a:lnTo>
                  <a:lnTo>
                    <a:pt x="579" y="217"/>
                  </a:lnTo>
                  <a:lnTo>
                    <a:pt x="555" y="121"/>
                  </a:lnTo>
                  <a:lnTo>
                    <a:pt x="506" y="72"/>
                  </a:lnTo>
                  <a:lnTo>
                    <a:pt x="458" y="24"/>
                  </a:lnTo>
                  <a:lnTo>
                    <a:pt x="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
            <p:cNvSpPr/>
            <p:nvPr/>
          </p:nvSpPr>
          <p:spPr>
            <a:xfrm>
              <a:off x="1207675" y="2091350"/>
              <a:ext cx="145050" cy="155300"/>
            </a:xfrm>
            <a:custGeom>
              <a:avLst/>
              <a:gdLst/>
              <a:ahLst/>
              <a:cxnLst/>
              <a:rect l="l" t="t" r="r" b="b"/>
              <a:pathLst>
                <a:path w="5802" h="6212" extrusionOk="0">
                  <a:moveTo>
                    <a:pt x="3178" y="265"/>
                  </a:moveTo>
                  <a:lnTo>
                    <a:pt x="3394" y="289"/>
                  </a:lnTo>
                  <a:lnTo>
                    <a:pt x="3635" y="362"/>
                  </a:lnTo>
                  <a:lnTo>
                    <a:pt x="3900" y="482"/>
                  </a:lnTo>
                  <a:lnTo>
                    <a:pt x="4189" y="554"/>
                  </a:lnTo>
                  <a:lnTo>
                    <a:pt x="4357" y="650"/>
                  </a:lnTo>
                  <a:lnTo>
                    <a:pt x="4502" y="747"/>
                  </a:lnTo>
                  <a:lnTo>
                    <a:pt x="4646" y="891"/>
                  </a:lnTo>
                  <a:lnTo>
                    <a:pt x="4767" y="1036"/>
                  </a:lnTo>
                  <a:lnTo>
                    <a:pt x="4887" y="1204"/>
                  </a:lnTo>
                  <a:lnTo>
                    <a:pt x="4983" y="1397"/>
                  </a:lnTo>
                  <a:lnTo>
                    <a:pt x="5248" y="1854"/>
                  </a:lnTo>
                  <a:lnTo>
                    <a:pt x="5465" y="2336"/>
                  </a:lnTo>
                  <a:lnTo>
                    <a:pt x="5561" y="2576"/>
                  </a:lnTo>
                  <a:lnTo>
                    <a:pt x="5609" y="2841"/>
                  </a:lnTo>
                  <a:lnTo>
                    <a:pt x="5657" y="3082"/>
                  </a:lnTo>
                  <a:lnTo>
                    <a:pt x="5657" y="3347"/>
                  </a:lnTo>
                  <a:lnTo>
                    <a:pt x="5609" y="3491"/>
                  </a:lnTo>
                  <a:lnTo>
                    <a:pt x="5585" y="3563"/>
                  </a:lnTo>
                  <a:lnTo>
                    <a:pt x="5537" y="3611"/>
                  </a:lnTo>
                  <a:lnTo>
                    <a:pt x="5392" y="3804"/>
                  </a:lnTo>
                  <a:lnTo>
                    <a:pt x="5224" y="3972"/>
                  </a:lnTo>
                  <a:lnTo>
                    <a:pt x="5152" y="4045"/>
                  </a:lnTo>
                  <a:lnTo>
                    <a:pt x="5080" y="4165"/>
                  </a:lnTo>
                  <a:lnTo>
                    <a:pt x="5007" y="4261"/>
                  </a:lnTo>
                  <a:lnTo>
                    <a:pt x="4983" y="4406"/>
                  </a:lnTo>
                  <a:lnTo>
                    <a:pt x="4911" y="4598"/>
                  </a:lnTo>
                  <a:lnTo>
                    <a:pt x="4839" y="4767"/>
                  </a:lnTo>
                  <a:lnTo>
                    <a:pt x="4622" y="5080"/>
                  </a:lnTo>
                  <a:lnTo>
                    <a:pt x="4550" y="5200"/>
                  </a:lnTo>
                  <a:lnTo>
                    <a:pt x="4454" y="5272"/>
                  </a:lnTo>
                  <a:lnTo>
                    <a:pt x="4357" y="5345"/>
                  </a:lnTo>
                  <a:lnTo>
                    <a:pt x="4237" y="5417"/>
                  </a:lnTo>
                  <a:lnTo>
                    <a:pt x="3635" y="5730"/>
                  </a:lnTo>
                  <a:lnTo>
                    <a:pt x="3467" y="5802"/>
                  </a:lnTo>
                  <a:lnTo>
                    <a:pt x="3322" y="5850"/>
                  </a:lnTo>
                  <a:lnTo>
                    <a:pt x="2937" y="5898"/>
                  </a:lnTo>
                  <a:lnTo>
                    <a:pt x="2576" y="5898"/>
                  </a:lnTo>
                  <a:lnTo>
                    <a:pt x="2191" y="5850"/>
                  </a:lnTo>
                  <a:lnTo>
                    <a:pt x="1998" y="5826"/>
                  </a:lnTo>
                  <a:lnTo>
                    <a:pt x="1830" y="5754"/>
                  </a:lnTo>
                  <a:lnTo>
                    <a:pt x="1661" y="5706"/>
                  </a:lnTo>
                  <a:lnTo>
                    <a:pt x="1541" y="5609"/>
                  </a:lnTo>
                  <a:lnTo>
                    <a:pt x="1276" y="5417"/>
                  </a:lnTo>
                  <a:lnTo>
                    <a:pt x="987" y="5152"/>
                  </a:lnTo>
                  <a:lnTo>
                    <a:pt x="698" y="4839"/>
                  </a:lnTo>
                  <a:lnTo>
                    <a:pt x="554" y="4622"/>
                  </a:lnTo>
                  <a:lnTo>
                    <a:pt x="433" y="4406"/>
                  </a:lnTo>
                  <a:lnTo>
                    <a:pt x="361" y="4165"/>
                  </a:lnTo>
                  <a:lnTo>
                    <a:pt x="289" y="3924"/>
                  </a:lnTo>
                  <a:lnTo>
                    <a:pt x="265" y="3756"/>
                  </a:lnTo>
                  <a:lnTo>
                    <a:pt x="289" y="3563"/>
                  </a:lnTo>
                  <a:lnTo>
                    <a:pt x="361" y="3106"/>
                  </a:lnTo>
                  <a:lnTo>
                    <a:pt x="409" y="2648"/>
                  </a:lnTo>
                  <a:lnTo>
                    <a:pt x="409" y="2456"/>
                  </a:lnTo>
                  <a:lnTo>
                    <a:pt x="457" y="2287"/>
                  </a:lnTo>
                  <a:lnTo>
                    <a:pt x="554" y="2119"/>
                  </a:lnTo>
                  <a:lnTo>
                    <a:pt x="650" y="1974"/>
                  </a:lnTo>
                  <a:lnTo>
                    <a:pt x="867" y="1710"/>
                  </a:lnTo>
                  <a:lnTo>
                    <a:pt x="1059" y="1421"/>
                  </a:lnTo>
                  <a:lnTo>
                    <a:pt x="1180" y="1276"/>
                  </a:lnTo>
                  <a:lnTo>
                    <a:pt x="1300" y="1156"/>
                  </a:lnTo>
                  <a:lnTo>
                    <a:pt x="1565" y="939"/>
                  </a:lnTo>
                  <a:lnTo>
                    <a:pt x="2143" y="626"/>
                  </a:lnTo>
                  <a:lnTo>
                    <a:pt x="2431" y="482"/>
                  </a:lnTo>
                  <a:lnTo>
                    <a:pt x="2744" y="362"/>
                  </a:lnTo>
                  <a:lnTo>
                    <a:pt x="2961" y="289"/>
                  </a:lnTo>
                  <a:lnTo>
                    <a:pt x="3178" y="265"/>
                  </a:lnTo>
                  <a:close/>
                  <a:moveTo>
                    <a:pt x="3033" y="0"/>
                  </a:moveTo>
                  <a:lnTo>
                    <a:pt x="2865" y="24"/>
                  </a:lnTo>
                  <a:lnTo>
                    <a:pt x="2696" y="73"/>
                  </a:lnTo>
                  <a:lnTo>
                    <a:pt x="2335" y="217"/>
                  </a:lnTo>
                  <a:lnTo>
                    <a:pt x="1974" y="362"/>
                  </a:lnTo>
                  <a:lnTo>
                    <a:pt x="1637" y="554"/>
                  </a:lnTo>
                  <a:lnTo>
                    <a:pt x="1300" y="747"/>
                  </a:lnTo>
                  <a:lnTo>
                    <a:pt x="1156" y="867"/>
                  </a:lnTo>
                  <a:lnTo>
                    <a:pt x="1011" y="987"/>
                  </a:lnTo>
                  <a:lnTo>
                    <a:pt x="891" y="1132"/>
                  </a:lnTo>
                  <a:lnTo>
                    <a:pt x="770" y="1276"/>
                  </a:lnTo>
                  <a:lnTo>
                    <a:pt x="361" y="1878"/>
                  </a:lnTo>
                  <a:lnTo>
                    <a:pt x="265" y="1998"/>
                  </a:lnTo>
                  <a:lnTo>
                    <a:pt x="217" y="2119"/>
                  </a:lnTo>
                  <a:lnTo>
                    <a:pt x="169" y="2263"/>
                  </a:lnTo>
                  <a:lnTo>
                    <a:pt x="120" y="2408"/>
                  </a:lnTo>
                  <a:lnTo>
                    <a:pt x="96" y="2889"/>
                  </a:lnTo>
                  <a:lnTo>
                    <a:pt x="96" y="3130"/>
                  </a:lnTo>
                  <a:lnTo>
                    <a:pt x="48" y="3371"/>
                  </a:lnTo>
                  <a:lnTo>
                    <a:pt x="24" y="3563"/>
                  </a:lnTo>
                  <a:lnTo>
                    <a:pt x="0" y="3732"/>
                  </a:lnTo>
                  <a:lnTo>
                    <a:pt x="24" y="3924"/>
                  </a:lnTo>
                  <a:lnTo>
                    <a:pt x="72" y="4117"/>
                  </a:lnTo>
                  <a:lnTo>
                    <a:pt x="145" y="4358"/>
                  </a:lnTo>
                  <a:lnTo>
                    <a:pt x="241" y="4622"/>
                  </a:lnTo>
                  <a:lnTo>
                    <a:pt x="361" y="4839"/>
                  </a:lnTo>
                  <a:lnTo>
                    <a:pt x="530" y="5056"/>
                  </a:lnTo>
                  <a:lnTo>
                    <a:pt x="794" y="5345"/>
                  </a:lnTo>
                  <a:lnTo>
                    <a:pt x="1059" y="5609"/>
                  </a:lnTo>
                  <a:lnTo>
                    <a:pt x="1252" y="5754"/>
                  </a:lnTo>
                  <a:lnTo>
                    <a:pt x="1469" y="5898"/>
                  </a:lnTo>
                  <a:lnTo>
                    <a:pt x="1782" y="6043"/>
                  </a:lnTo>
                  <a:lnTo>
                    <a:pt x="2119" y="6139"/>
                  </a:lnTo>
                  <a:lnTo>
                    <a:pt x="2456" y="6187"/>
                  </a:lnTo>
                  <a:lnTo>
                    <a:pt x="2793" y="6211"/>
                  </a:lnTo>
                  <a:lnTo>
                    <a:pt x="3033" y="6187"/>
                  </a:lnTo>
                  <a:lnTo>
                    <a:pt x="3250" y="6163"/>
                  </a:lnTo>
                  <a:lnTo>
                    <a:pt x="3467" y="6115"/>
                  </a:lnTo>
                  <a:lnTo>
                    <a:pt x="3683" y="6043"/>
                  </a:lnTo>
                  <a:lnTo>
                    <a:pt x="4333" y="5682"/>
                  </a:lnTo>
                  <a:lnTo>
                    <a:pt x="4550" y="5561"/>
                  </a:lnTo>
                  <a:lnTo>
                    <a:pt x="4743" y="5393"/>
                  </a:lnTo>
                  <a:lnTo>
                    <a:pt x="4887" y="5200"/>
                  </a:lnTo>
                  <a:lnTo>
                    <a:pt x="5007" y="4984"/>
                  </a:lnTo>
                  <a:lnTo>
                    <a:pt x="5080" y="4863"/>
                  </a:lnTo>
                  <a:lnTo>
                    <a:pt x="5128" y="4743"/>
                  </a:lnTo>
                  <a:lnTo>
                    <a:pt x="5200" y="4622"/>
                  </a:lnTo>
                  <a:lnTo>
                    <a:pt x="5224" y="4526"/>
                  </a:lnTo>
                  <a:lnTo>
                    <a:pt x="5272" y="4382"/>
                  </a:lnTo>
                  <a:lnTo>
                    <a:pt x="5344" y="4285"/>
                  </a:lnTo>
                  <a:lnTo>
                    <a:pt x="5513" y="4093"/>
                  </a:lnTo>
                  <a:lnTo>
                    <a:pt x="5609" y="3997"/>
                  </a:lnTo>
                  <a:lnTo>
                    <a:pt x="5681" y="3924"/>
                  </a:lnTo>
                  <a:lnTo>
                    <a:pt x="5730" y="3828"/>
                  </a:lnTo>
                  <a:lnTo>
                    <a:pt x="5754" y="3732"/>
                  </a:lnTo>
                  <a:lnTo>
                    <a:pt x="5754" y="3611"/>
                  </a:lnTo>
                  <a:lnTo>
                    <a:pt x="5754" y="3539"/>
                  </a:lnTo>
                  <a:lnTo>
                    <a:pt x="5778" y="3443"/>
                  </a:lnTo>
                  <a:lnTo>
                    <a:pt x="5802" y="3178"/>
                  </a:lnTo>
                  <a:lnTo>
                    <a:pt x="5802" y="2913"/>
                  </a:lnTo>
                  <a:lnTo>
                    <a:pt x="5754" y="2648"/>
                  </a:lnTo>
                  <a:lnTo>
                    <a:pt x="5657" y="2384"/>
                  </a:lnTo>
                  <a:lnTo>
                    <a:pt x="5320" y="1565"/>
                  </a:lnTo>
                  <a:lnTo>
                    <a:pt x="5152" y="1228"/>
                  </a:lnTo>
                  <a:lnTo>
                    <a:pt x="5055" y="1060"/>
                  </a:lnTo>
                  <a:lnTo>
                    <a:pt x="4959" y="915"/>
                  </a:lnTo>
                  <a:lnTo>
                    <a:pt x="4791" y="699"/>
                  </a:lnTo>
                  <a:lnTo>
                    <a:pt x="4574" y="506"/>
                  </a:lnTo>
                  <a:lnTo>
                    <a:pt x="4357" y="386"/>
                  </a:lnTo>
                  <a:lnTo>
                    <a:pt x="4117" y="289"/>
                  </a:lnTo>
                  <a:lnTo>
                    <a:pt x="3900" y="193"/>
                  </a:lnTo>
                  <a:lnTo>
                    <a:pt x="3635" y="97"/>
                  </a:lnTo>
                  <a:lnTo>
                    <a:pt x="3370" y="24"/>
                  </a:lnTo>
                  <a:lnTo>
                    <a:pt x="3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
            <p:cNvSpPr/>
            <p:nvPr/>
          </p:nvSpPr>
          <p:spPr>
            <a:xfrm>
              <a:off x="1249200" y="2140700"/>
              <a:ext cx="60200" cy="62625"/>
            </a:xfrm>
            <a:custGeom>
              <a:avLst/>
              <a:gdLst/>
              <a:ahLst/>
              <a:cxnLst/>
              <a:rect l="l" t="t" r="r" b="b"/>
              <a:pathLst>
                <a:path w="2408" h="2505" extrusionOk="0">
                  <a:moveTo>
                    <a:pt x="1469" y="217"/>
                  </a:moveTo>
                  <a:lnTo>
                    <a:pt x="1565" y="265"/>
                  </a:lnTo>
                  <a:lnTo>
                    <a:pt x="1637" y="313"/>
                  </a:lnTo>
                  <a:lnTo>
                    <a:pt x="1709" y="410"/>
                  </a:lnTo>
                  <a:lnTo>
                    <a:pt x="1757" y="482"/>
                  </a:lnTo>
                  <a:lnTo>
                    <a:pt x="1854" y="602"/>
                  </a:lnTo>
                  <a:lnTo>
                    <a:pt x="1926" y="674"/>
                  </a:lnTo>
                  <a:lnTo>
                    <a:pt x="1998" y="771"/>
                  </a:lnTo>
                  <a:lnTo>
                    <a:pt x="2095" y="1011"/>
                  </a:lnTo>
                  <a:lnTo>
                    <a:pt x="2143" y="1132"/>
                  </a:lnTo>
                  <a:lnTo>
                    <a:pt x="2143" y="1252"/>
                  </a:lnTo>
                  <a:lnTo>
                    <a:pt x="2143" y="1373"/>
                  </a:lnTo>
                  <a:lnTo>
                    <a:pt x="2095" y="1469"/>
                  </a:lnTo>
                  <a:lnTo>
                    <a:pt x="2022" y="1661"/>
                  </a:lnTo>
                  <a:lnTo>
                    <a:pt x="1926" y="1806"/>
                  </a:lnTo>
                  <a:lnTo>
                    <a:pt x="1806" y="1950"/>
                  </a:lnTo>
                  <a:lnTo>
                    <a:pt x="1685" y="2095"/>
                  </a:lnTo>
                  <a:lnTo>
                    <a:pt x="1541" y="2167"/>
                  </a:lnTo>
                  <a:lnTo>
                    <a:pt x="1396" y="2215"/>
                  </a:lnTo>
                  <a:lnTo>
                    <a:pt x="1180" y="2239"/>
                  </a:lnTo>
                  <a:lnTo>
                    <a:pt x="891" y="2239"/>
                  </a:lnTo>
                  <a:lnTo>
                    <a:pt x="843" y="2215"/>
                  </a:lnTo>
                  <a:lnTo>
                    <a:pt x="770" y="2191"/>
                  </a:lnTo>
                  <a:lnTo>
                    <a:pt x="698" y="2119"/>
                  </a:lnTo>
                  <a:lnTo>
                    <a:pt x="458" y="1830"/>
                  </a:lnTo>
                  <a:lnTo>
                    <a:pt x="361" y="1661"/>
                  </a:lnTo>
                  <a:lnTo>
                    <a:pt x="265" y="1493"/>
                  </a:lnTo>
                  <a:lnTo>
                    <a:pt x="241" y="1349"/>
                  </a:lnTo>
                  <a:lnTo>
                    <a:pt x="241" y="1180"/>
                  </a:lnTo>
                  <a:lnTo>
                    <a:pt x="337" y="771"/>
                  </a:lnTo>
                  <a:lnTo>
                    <a:pt x="385" y="674"/>
                  </a:lnTo>
                  <a:lnTo>
                    <a:pt x="458" y="602"/>
                  </a:lnTo>
                  <a:lnTo>
                    <a:pt x="674" y="458"/>
                  </a:lnTo>
                  <a:lnTo>
                    <a:pt x="891" y="313"/>
                  </a:lnTo>
                  <a:lnTo>
                    <a:pt x="1011" y="265"/>
                  </a:lnTo>
                  <a:lnTo>
                    <a:pt x="1108" y="241"/>
                  </a:lnTo>
                  <a:lnTo>
                    <a:pt x="1348" y="217"/>
                  </a:lnTo>
                  <a:close/>
                  <a:moveTo>
                    <a:pt x="1083" y="0"/>
                  </a:moveTo>
                  <a:lnTo>
                    <a:pt x="963" y="24"/>
                  </a:lnTo>
                  <a:lnTo>
                    <a:pt x="770" y="121"/>
                  </a:lnTo>
                  <a:lnTo>
                    <a:pt x="602" y="217"/>
                  </a:lnTo>
                  <a:lnTo>
                    <a:pt x="433" y="313"/>
                  </a:lnTo>
                  <a:lnTo>
                    <a:pt x="265" y="434"/>
                  </a:lnTo>
                  <a:lnTo>
                    <a:pt x="169" y="554"/>
                  </a:lnTo>
                  <a:lnTo>
                    <a:pt x="121" y="674"/>
                  </a:lnTo>
                  <a:lnTo>
                    <a:pt x="24" y="1108"/>
                  </a:lnTo>
                  <a:lnTo>
                    <a:pt x="0" y="1228"/>
                  </a:lnTo>
                  <a:lnTo>
                    <a:pt x="0" y="1324"/>
                  </a:lnTo>
                  <a:lnTo>
                    <a:pt x="24" y="1445"/>
                  </a:lnTo>
                  <a:lnTo>
                    <a:pt x="48" y="1541"/>
                  </a:lnTo>
                  <a:lnTo>
                    <a:pt x="169" y="1782"/>
                  </a:lnTo>
                  <a:lnTo>
                    <a:pt x="289" y="1998"/>
                  </a:lnTo>
                  <a:lnTo>
                    <a:pt x="554" y="2287"/>
                  </a:lnTo>
                  <a:lnTo>
                    <a:pt x="674" y="2384"/>
                  </a:lnTo>
                  <a:lnTo>
                    <a:pt x="795" y="2456"/>
                  </a:lnTo>
                  <a:lnTo>
                    <a:pt x="915" y="2504"/>
                  </a:lnTo>
                  <a:lnTo>
                    <a:pt x="1059" y="2504"/>
                  </a:lnTo>
                  <a:lnTo>
                    <a:pt x="1300" y="2480"/>
                  </a:lnTo>
                  <a:lnTo>
                    <a:pt x="1541" y="2456"/>
                  </a:lnTo>
                  <a:lnTo>
                    <a:pt x="1685" y="2408"/>
                  </a:lnTo>
                  <a:lnTo>
                    <a:pt x="1806" y="2336"/>
                  </a:lnTo>
                  <a:lnTo>
                    <a:pt x="1974" y="2191"/>
                  </a:lnTo>
                  <a:lnTo>
                    <a:pt x="2119" y="2023"/>
                  </a:lnTo>
                  <a:lnTo>
                    <a:pt x="2239" y="1854"/>
                  </a:lnTo>
                  <a:lnTo>
                    <a:pt x="2335" y="1637"/>
                  </a:lnTo>
                  <a:lnTo>
                    <a:pt x="2383" y="1493"/>
                  </a:lnTo>
                  <a:lnTo>
                    <a:pt x="2407" y="1349"/>
                  </a:lnTo>
                  <a:lnTo>
                    <a:pt x="2407" y="1228"/>
                  </a:lnTo>
                  <a:lnTo>
                    <a:pt x="2383" y="1108"/>
                  </a:lnTo>
                  <a:lnTo>
                    <a:pt x="2287" y="843"/>
                  </a:lnTo>
                  <a:lnTo>
                    <a:pt x="2167" y="602"/>
                  </a:lnTo>
                  <a:lnTo>
                    <a:pt x="2046" y="434"/>
                  </a:lnTo>
                  <a:lnTo>
                    <a:pt x="1878" y="265"/>
                  </a:lnTo>
                  <a:lnTo>
                    <a:pt x="1782" y="145"/>
                  </a:lnTo>
                  <a:lnTo>
                    <a:pt x="1661" y="73"/>
                  </a:lnTo>
                  <a:lnTo>
                    <a:pt x="1541" y="24"/>
                  </a:lnTo>
                  <a:lnTo>
                    <a:pt x="13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
            <p:cNvSpPr/>
            <p:nvPr/>
          </p:nvSpPr>
          <p:spPr>
            <a:xfrm>
              <a:off x="1267850" y="2158150"/>
              <a:ext cx="20475" cy="23500"/>
            </a:xfrm>
            <a:custGeom>
              <a:avLst/>
              <a:gdLst/>
              <a:ahLst/>
              <a:cxnLst/>
              <a:rect l="l" t="t" r="r" b="b"/>
              <a:pathLst>
                <a:path w="819" h="940" extrusionOk="0">
                  <a:moveTo>
                    <a:pt x="410" y="241"/>
                  </a:moveTo>
                  <a:lnTo>
                    <a:pt x="458" y="313"/>
                  </a:lnTo>
                  <a:lnTo>
                    <a:pt x="506" y="410"/>
                  </a:lnTo>
                  <a:lnTo>
                    <a:pt x="530" y="530"/>
                  </a:lnTo>
                  <a:lnTo>
                    <a:pt x="506" y="602"/>
                  </a:lnTo>
                  <a:lnTo>
                    <a:pt x="458" y="675"/>
                  </a:lnTo>
                  <a:lnTo>
                    <a:pt x="434" y="699"/>
                  </a:lnTo>
                  <a:lnTo>
                    <a:pt x="386" y="699"/>
                  </a:lnTo>
                  <a:lnTo>
                    <a:pt x="337" y="675"/>
                  </a:lnTo>
                  <a:lnTo>
                    <a:pt x="313" y="651"/>
                  </a:lnTo>
                  <a:lnTo>
                    <a:pt x="241" y="602"/>
                  </a:lnTo>
                  <a:lnTo>
                    <a:pt x="217" y="506"/>
                  </a:lnTo>
                  <a:lnTo>
                    <a:pt x="217" y="434"/>
                  </a:lnTo>
                  <a:lnTo>
                    <a:pt x="217" y="362"/>
                  </a:lnTo>
                  <a:lnTo>
                    <a:pt x="241" y="289"/>
                  </a:lnTo>
                  <a:lnTo>
                    <a:pt x="289" y="241"/>
                  </a:lnTo>
                  <a:close/>
                  <a:moveTo>
                    <a:pt x="313" y="1"/>
                  </a:moveTo>
                  <a:lnTo>
                    <a:pt x="241" y="49"/>
                  </a:lnTo>
                  <a:lnTo>
                    <a:pt x="145" y="121"/>
                  </a:lnTo>
                  <a:lnTo>
                    <a:pt x="73" y="217"/>
                  </a:lnTo>
                  <a:lnTo>
                    <a:pt x="24" y="338"/>
                  </a:lnTo>
                  <a:lnTo>
                    <a:pt x="0" y="434"/>
                  </a:lnTo>
                  <a:lnTo>
                    <a:pt x="24" y="554"/>
                  </a:lnTo>
                  <a:lnTo>
                    <a:pt x="49" y="651"/>
                  </a:lnTo>
                  <a:lnTo>
                    <a:pt x="97" y="747"/>
                  </a:lnTo>
                  <a:lnTo>
                    <a:pt x="169" y="819"/>
                  </a:lnTo>
                  <a:lnTo>
                    <a:pt x="265" y="915"/>
                  </a:lnTo>
                  <a:lnTo>
                    <a:pt x="362" y="939"/>
                  </a:lnTo>
                  <a:lnTo>
                    <a:pt x="482" y="939"/>
                  </a:lnTo>
                  <a:lnTo>
                    <a:pt x="578" y="891"/>
                  </a:lnTo>
                  <a:lnTo>
                    <a:pt x="626" y="843"/>
                  </a:lnTo>
                  <a:lnTo>
                    <a:pt x="723" y="771"/>
                  </a:lnTo>
                  <a:lnTo>
                    <a:pt x="771" y="651"/>
                  </a:lnTo>
                  <a:lnTo>
                    <a:pt x="819" y="410"/>
                  </a:lnTo>
                  <a:lnTo>
                    <a:pt x="819" y="362"/>
                  </a:lnTo>
                  <a:lnTo>
                    <a:pt x="795" y="338"/>
                  </a:lnTo>
                  <a:lnTo>
                    <a:pt x="723" y="193"/>
                  </a:lnTo>
                  <a:lnTo>
                    <a:pt x="602" y="97"/>
                  </a:lnTo>
                  <a:lnTo>
                    <a:pt x="530" y="25"/>
                  </a:lnTo>
                  <a:lnTo>
                    <a:pt x="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4" name="Google Shape;1344;p4"/>
          <p:cNvGrpSpPr/>
          <p:nvPr/>
        </p:nvGrpSpPr>
        <p:grpSpPr>
          <a:xfrm rot="3599998" flipH="1">
            <a:off x="7514828" y="3304563"/>
            <a:ext cx="3605679" cy="3438411"/>
            <a:chOff x="1781825" y="1787425"/>
            <a:chExt cx="804050" cy="766750"/>
          </a:xfrm>
        </p:grpSpPr>
        <p:sp>
          <p:nvSpPr>
            <p:cNvPr id="1345" name="Google Shape;1345;p4"/>
            <p:cNvSpPr/>
            <p:nvPr/>
          </p:nvSpPr>
          <p:spPr>
            <a:xfrm>
              <a:off x="1797450" y="2122050"/>
              <a:ext cx="356325" cy="331625"/>
            </a:xfrm>
            <a:custGeom>
              <a:avLst/>
              <a:gdLst/>
              <a:ahLst/>
              <a:cxnLst/>
              <a:rect l="l" t="t" r="r" b="b"/>
              <a:pathLst>
                <a:path w="14253" h="13265" extrusionOk="0">
                  <a:moveTo>
                    <a:pt x="9799" y="0"/>
                  </a:moveTo>
                  <a:lnTo>
                    <a:pt x="9197" y="72"/>
                  </a:lnTo>
                  <a:lnTo>
                    <a:pt x="8547" y="169"/>
                  </a:lnTo>
                  <a:lnTo>
                    <a:pt x="7993" y="313"/>
                  </a:lnTo>
                  <a:lnTo>
                    <a:pt x="7464" y="482"/>
                  </a:lnTo>
                  <a:lnTo>
                    <a:pt x="6934" y="674"/>
                  </a:lnTo>
                  <a:lnTo>
                    <a:pt x="6428" y="891"/>
                  </a:lnTo>
                  <a:lnTo>
                    <a:pt x="5923" y="1132"/>
                  </a:lnTo>
                  <a:lnTo>
                    <a:pt x="5441" y="1420"/>
                  </a:lnTo>
                  <a:lnTo>
                    <a:pt x="4960" y="1709"/>
                  </a:lnTo>
                  <a:lnTo>
                    <a:pt x="4503" y="2022"/>
                  </a:lnTo>
                  <a:lnTo>
                    <a:pt x="4045" y="2359"/>
                  </a:lnTo>
                  <a:lnTo>
                    <a:pt x="3636" y="2720"/>
                  </a:lnTo>
                  <a:lnTo>
                    <a:pt x="3203" y="3082"/>
                  </a:lnTo>
                  <a:lnTo>
                    <a:pt x="2817" y="3491"/>
                  </a:lnTo>
                  <a:lnTo>
                    <a:pt x="2432" y="3900"/>
                  </a:lnTo>
                  <a:lnTo>
                    <a:pt x="2071" y="4333"/>
                  </a:lnTo>
                  <a:lnTo>
                    <a:pt x="1734" y="4767"/>
                  </a:lnTo>
                  <a:lnTo>
                    <a:pt x="1397" y="5224"/>
                  </a:lnTo>
                  <a:lnTo>
                    <a:pt x="1181" y="5513"/>
                  </a:lnTo>
                  <a:lnTo>
                    <a:pt x="988" y="5826"/>
                  </a:lnTo>
                  <a:lnTo>
                    <a:pt x="819" y="6139"/>
                  </a:lnTo>
                  <a:lnTo>
                    <a:pt x="651" y="6452"/>
                  </a:lnTo>
                  <a:lnTo>
                    <a:pt x="506" y="6789"/>
                  </a:lnTo>
                  <a:lnTo>
                    <a:pt x="386" y="7126"/>
                  </a:lnTo>
                  <a:lnTo>
                    <a:pt x="266" y="7463"/>
                  </a:lnTo>
                  <a:lnTo>
                    <a:pt x="169" y="7800"/>
                  </a:lnTo>
                  <a:lnTo>
                    <a:pt x="97" y="8137"/>
                  </a:lnTo>
                  <a:lnTo>
                    <a:pt x="49" y="8498"/>
                  </a:lnTo>
                  <a:lnTo>
                    <a:pt x="25" y="8835"/>
                  </a:lnTo>
                  <a:lnTo>
                    <a:pt x="1" y="9172"/>
                  </a:lnTo>
                  <a:lnTo>
                    <a:pt x="1" y="9509"/>
                  </a:lnTo>
                  <a:lnTo>
                    <a:pt x="25" y="9822"/>
                  </a:lnTo>
                  <a:lnTo>
                    <a:pt x="73" y="10159"/>
                  </a:lnTo>
                  <a:lnTo>
                    <a:pt x="145" y="10472"/>
                  </a:lnTo>
                  <a:lnTo>
                    <a:pt x="218" y="10761"/>
                  </a:lnTo>
                  <a:lnTo>
                    <a:pt x="338" y="11050"/>
                  </a:lnTo>
                  <a:lnTo>
                    <a:pt x="458" y="11339"/>
                  </a:lnTo>
                  <a:lnTo>
                    <a:pt x="627" y="11603"/>
                  </a:lnTo>
                  <a:lnTo>
                    <a:pt x="795" y="11868"/>
                  </a:lnTo>
                  <a:lnTo>
                    <a:pt x="988" y="12085"/>
                  </a:lnTo>
                  <a:lnTo>
                    <a:pt x="1205" y="12302"/>
                  </a:lnTo>
                  <a:lnTo>
                    <a:pt x="1445" y="12518"/>
                  </a:lnTo>
                  <a:lnTo>
                    <a:pt x="1710" y="12687"/>
                  </a:lnTo>
                  <a:lnTo>
                    <a:pt x="1999" y="12855"/>
                  </a:lnTo>
                  <a:lnTo>
                    <a:pt x="2312" y="12976"/>
                  </a:lnTo>
                  <a:lnTo>
                    <a:pt x="2649" y="13096"/>
                  </a:lnTo>
                  <a:lnTo>
                    <a:pt x="3010" y="13168"/>
                  </a:lnTo>
                  <a:lnTo>
                    <a:pt x="3395" y="13240"/>
                  </a:lnTo>
                  <a:lnTo>
                    <a:pt x="3804" y="13264"/>
                  </a:lnTo>
                  <a:lnTo>
                    <a:pt x="4238" y="13264"/>
                  </a:lnTo>
                  <a:lnTo>
                    <a:pt x="4743" y="13240"/>
                  </a:lnTo>
                  <a:lnTo>
                    <a:pt x="5249" y="13168"/>
                  </a:lnTo>
                  <a:lnTo>
                    <a:pt x="5730" y="13072"/>
                  </a:lnTo>
                  <a:lnTo>
                    <a:pt x="6212" y="12951"/>
                  </a:lnTo>
                  <a:lnTo>
                    <a:pt x="6693" y="12807"/>
                  </a:lnTo>
                  <a:lnTo>
                    <a:pt x="7151" y="12639"/>
                  </a:lnTo>
                  <a:lnTo>
                    <a:pt x="7608" y="12446"/>
                  </a:lnTo>
                  <a:lnTo>
                    <a:pt x="8065" y="12253"/>
                  </a:lnTo>
                  <a:lnTo>
                    <a:pt x="8523" y="12013"/>
                  </a:lnTo>
                  <a:lnTo>
                    <a:pt x="8956" y="11748"/>
                  </a:lnTo>
                  <a:lnTo>
                    <a:pt x="9365" y="11483"/>
                  </a:lnTo>
                  <a:lnTo>
                    <a:pt x="9775" y="11194"/>
                  </a:lnTo>
                  <a:lnTo>
                    <a:pt x="10184" y="10905"/>
                  </a:lnTo>
                  <a:lnTo>
                    <a:pt x="10569" y="10592"/>
                  </a:lnTo>
                  <a:lnTo>
                    <a:pt x="10954" y="10255"/>
                  </a:lnTo>
                  <a:lnTo>
                    <a:pt x="11315" y="9918"/>
                  </a:lnTo>
                  <a:lnTo>
                    <a:pt x="11676" y="9557"/>
                  </a:lnTo>
                  <a:lnTo>
                    <a:pt x="12038" y="9196"/>
                  </a:lnTo>
                  <a:lnTo>
                    <a:pt x="12375" y="8787"/>
                  </a:lnTo>
                  <a:lnTo>
                    <a:pt x="12688" y="8378"/>
                  </a:lnTo>
                  <a:lnTo>
                    <a:pt x="12952" y="7968"/>
                  </a:lnTo>
                  <a:lnTo>
                    <a:pt x="13217" y="7535"/>
                  </a:lnTo>
                  <a:lnTo>
                    <a:pt x="13434" y="7102"/>
                  </a:lnTo>
                  <a:lnTo>
                    <a:pt x="13650" y="6644"/>
                  </a:lnTo>
                  <a:lnTo>
                    <a:pt x="13819" y="6211"/>
                  </a:lnTo>
                  <a:lnTo>
                    <a:pt x="13963" y="5754"/>
                  </a:lnTo>
                  <a:lnTo>
                    <a:pt x="14084" y="5296"/>
                  </a:lnTo>
                  <a:lnTo>
                    <a:pt x="14156" y="4863"/>
                  </a:lnTo>
                  <a:lnTo>
                    <a:pt x="14228" y="4406"/>
                  </a:lnTo>
                  <a:lnTo>
                    <a:pt x="14252" y="3972"/>
                  </a:lnTo>
                  <a:lnTo>
                    <a:pt x="14228" y="3563"/>
                  </a:lnTo>
                  <a:lnTo>
                    <a:pt x="14204" y="3154"/>
                  </a:lnTo>
                  <a:lnTo>
                    <a:pt x="14132" y="2744"/>
                  </a:lnTo>
                  <a:lnTo>
                    <a:pt x="14012" y="2359"/>
                  </a:lnTo>
                  <a:lnTo>
                    <a:pt x="13867" y="1998"/>
                  </a:lnTo>
                  <a:lnTo>
                    <a:pt x="13699" y="1661"/>
                  </a:lnTo>
                  <a:lnTo>
                    <a:pt x="13482" y="1348"/>
                  </a:lnTo>
                  <a:lnTo>
                    <a:pt x="13217" y="1059"/>
                  </a:lnTo>
                  <a:lnTo>
                    <a:pt x="12928" y="819"/>
                  </a:lnTo>
                  <a:lnTo>
                    <a:pt x="12615" y="578"/>
                  </a:lnTo>
                  <a:lnTo>
                    <a:pt x="12254" y="385"/>
                  </a:lnTo>
                  <a:lnTo>
                    <a:pt x="11845" y="241"/>
                  </a:lnTo>
                  <a:lnTo>
                    <a:pt x="11388" y="121"/>
                  </a:lnTo>
                  <a:lnTo>
                    <a:pt x="10906" y="24"/>
                  </a:lnTo>
                  <a:lnTo>
                    <a:pt x="103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
            <p:cNvSpPr/>
            <p:nvPr/>
          </p:nvSpPr>
          <p:spPr>
            <a:xfrm>
              <a:off x="2080925" y="2161150"/>
              <a:ext cx="9050" cy="15675"/>
            </a:xfrm>
            <a:custGeom>
              <a:avLst/>
              <a:gdLst/>
              <a:ahLst/>
              <a:cxnLst/>
              <a:rect l="l" t="t" r="r" b="b"/>
              <a:pathLst>
                <a:path w="362" h="627" extrusionOk="0">
                  <a:moveTo>
                    <a:pt x="289" y="1"/>
                  </a:moveTo>
                  <a:lnTo>
                    <a:pt x="241" y="25"/>
                  </a:lnTo>
                  <a:lnTo>
                    <a:pt x="193" y="97"/>
                  </a:lnTo>
                  <a:lnTo>
                    <a:pt x="73" y="266"/>
                  </a:lnTo>
                  <a:lnTo>
                    <a:pt x="0" y="386"/>
                  </a:lnTo>
                  <a:lnTo>
                    <a:pt x="25" y="482"/>
                  </a:lnTo>
                  <a:lnTo>
                    <a:pt x="73" y="579"/>
                  </a:lnTo>
                  <a:lnTo>
                    <a:pt x="97" y="627"/>
                  </a:lnTo>
                  <a:lnTo>
                    <a:pt x="145" y="627"/>
                  </a:lnTo>
                  <a:lnTo>
                    <a:pt x="169" y="579"/>
                  </a:lnTo>
                  <a:lnTo>
                    <a:pt x="145" y="506"/>
                  </a:lnTo>
                  <a:lnTo>
                    <a:pt x="169" y="458"/>
                  </a:lnTo>
                  <a:lnTo>
                    <a:pt x="193" y="386"/>
                  </a:lnTo>
                  <a:lnTo>
                    <a:pt x="217" y="338"/>
                  </a:lnTo>
                  <a:lnTo>
                    <a:pt x="313" y="242"/>
                  </a:lnTo>
                  <a:lnTo>
                    <a:pt x="362" y="169"/>
                  </a:lnTo>
                  <a:lnTo>
                    <a:pt x="362" y="121"/>
                  </a:lnTo>
                  <a:lnTo>
                    <a:pt x="337" y="25"/>
                  </a:lnTo>
                  <a:lnTo>
                    <a:pt x="28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
            <p:cNvSpPr/>
            <p:nvPr/>
          </p:nvSpPr>
          <p:spPr>
            <a:xfrm>
              <a:off x="2144125" y="2205700"/>
              <a:ext cx="7225" cy="8450"/>
            </a:xfrm>
            <a:custGeom>
              <a:avLst/>
              <a:gdLst/>
              <a:ahLst/>
              <a:cxnLst/>
              <a:rect l="l" t="t" r="r" b="b"/>
              <a:pathLst>
                <a:path w="289" h="338" extrusionOk="0">
                  <a:moveTo>
                    <a:pt x="72" y="0"/>
                  </a:moveTo>
                  <a:lnTo>
                    <a:pt x="24" y="24"/>
                  </a:lnTo>
                  <a:lnTo>
                    <a:pt x="0" y="73"/>
                  </a:lnTo>
                  <a:lnTo>
                    <a:pt x="0" y="145"/>
                  </a:lnTo>
                  <a:lnTo>
                    <a:pt x="0" y="241"/>
                  </a:lnTo>
                  <a:lnTo>
                    <a:pt x="48" y="313"/>
                  </a:lnTo>
                  <a:lnTo>
                    <a:pt x="120" y="337"/>
                  </a:lnTo>
                  <a:lnTo>
                    <a:pt x="193" y="337"/>
                  </a:lnTo>
                  <a:lnTo>
                    <a:pt x="265" y="313"/>
                  </a:lnTo>
                  <a:lnTo>
                    <a:pt x="289" y="289"/>
                  </a:lnTo>
                  <a:lnTo>
                    <a:pt x="265" y="241"/>
                  </a:lnTo>
                  <a:lnTo>
                    <a:pt x="169" y="169"/>
                  </a:lnTo>
                  <a:lnTo>
                    <a:pt x="145" y="145"/>
                  </a:lnTo>
                  <a:lnTo>
                    <a:pt x="145" y="121"/>
                  </a:lnTo>
                  <a:lnTo>
                    <a:pt x="193" y="97"/>
                  </a:lnTo>
                  <a:lnTo>
                    <a:pt x="217" y="48"/>
                  </a:lnTo>
                  <a:lnTo>
                    <a:pt x="217" y="24"/>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
            <p:cNvSpPr/>
            <p:nvPr/>
          </p:nvSpPr>
          <p:spPr>
            <a:xfrm>
              <a:off x="2092950" y="2144900"/>
              <a:ext cx="8450" cy="9075"/>
            </a:xfrm>
            <a:custGeom>
              <a:avLst/>
              <a:gdLst/>
              <a:ahLst/>
              <a:cxnLst/>
              <a:rect l="l" t="t" r="r" b="b"/>
              <a:pathLst>
                <a:path w="338" h="363" extrusionOk="0">
                  <a:moveTo>
                    <a:pt x="218" y="1"/>
                  </a:moveTo>
                  <a:lnTo>
                    <a:pt x="169" y="25"/>
                  </a:lnTo>
                  <a:lnTo>
                    <a:pt x="25" y="25"/>
                  </a:lnTo>
                  <a:lnTo>
                    <a:pt x="1" y="73"/>
                  </a:lnTo>
                  <a:lnTo>
                    <a:pt x="49" y="145"/>
                  </a:lnTo>
                  <a:lnTo>
                    <a:pt x="73" y="194"/>
                  </a:lnTo>
                  <a:lnTo>
                    <a:pt x="49" y="266"/>
                  </a:lnTo>
                  <a:lnTo>
                    <a:pt x="73" y="314"/>
                  </a:lnTo>
                  <a:lnTo>
                    <a:pt x="97" y="338"/>
                  </a:lnTo>
                  <a:lnTo>
                    <a:pt x="145" y="362"/>
                  </a:lnTo>
                  <a:lnTo>
                    <a:pt x="169" y="338"/>
                  </a:lnTo>
                  <a:lnTo>
                    <a:pt x="193" y="290"/>
                  </a:lnTo>
                  <a:lnTo>
                    <a:pt x="218" y="218"/>
                  </a:lnTo>
                  <a:lnTo>
                    <a:pt x="242" y="194"/>
                  </a:lnTo>
                  <a:lnTo>
                    <a:pt x="290" y="194"/>
                  </a:lnTo>
                  <a:lnTo>
                    <a:pt x="314" y="169"/>
                  </a:lnTo>
                  <a:lnTo>
                    <a:pt x="338" y="145"/>
                  </a:lnTo>
                  <a:lnTo>
                    <a:pt x="338" y="97"/>
                  </a:lnTo>
                  <a:lnTo>
                    <a:pt x="314" y="73"/>
                  </a:lnTo>
                  <a:lnTo>
                    <a:pt x="242" y="25"/>
                  </a:lnTo>
                  <a:lnTo>
                    <a:pt x="21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
            <p:cNvSpPr/>
            <p:nvPr/>
          </p:nvSpPr>
          <p:spPr>
            <a:xfrm>
              <a:off x="2068275" y="2297175"/>
              <a:ext cx="9050" cy="6050"/>
            </a:xfrm>
            <a:custGeom>
              <a:avLst/>
              <a:gdLst/>
              <a:ahLst/>
              <a:cxnLst/>
              <a:rect l="l" t="t" r="r" b="b"/>
              <a:pathLst>
                <a:path w="362" h="242" extrusionOk="0">
                  <a:moveTo>
                    <a:pt x="266" y="0"/>
                  </a:moveTo>
                  <a:lnTo>
                    <a:pt x="193" y="24"/>
                  </a:lnTo>
                  <a:lnTo>
                    <a:pt x="25" y="24"/>
                  </a:lnTo>
                  <a:lnTo>
                    <a:pt x="1" y="73"/>
                  </a:lnTo>
                  <a:lnTo>
                    <a:pt x="1" y="97"/>
                  </a:lnTo>
                  <a:lnTo>
                    <a:pt x="49" y="145"/>
                  </a:lnTo>
                  <a:lnTo>
                    <a:pt x="97" y="193"/>
                  </a:lnTo>
                  <a:lnTo>
                    <a:pt x="145" y="217"/>
                  </a:lnTo>
                  <a:lnTo>
                    <a:pt x="218" y="241"/>
                  </a:lnTo>
                  <a:lnTo>
                    <a:pt x="290" y="217"/>
                  </a:lnTo>
                  <a:lnTo>
                    <a:pt x="338" y="169"/>
                  </a:lnTo>
                  <a:lnTo>
                    <a:pt x="362" y="121"/>
                  </a:lnTo>
                  <a:lnTo>
                    <a:pt x="362" y="73"/>
                  </a:lnTo>
                  <a:lnTo>
                    <a:pt x="338" y="49"/>
                  </a:lnTo>
                  <a:lnTo>
                    <a:pt x="31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
            <p:cNvSpPr/>
            <p:nvPr/>
          </p:nvSpPr>
          <p:spPr>
            <a:xfrm>
              <a:off x="2001475" y="2168975"/>
              <a:ext cx="7850" cy="6050"/>
            </a:xfrm>
            <a:custGeom>
              <a:avLst/>
              <a:gdLst/>
              <a:ahLst/>
              <a:cxnLst/>
              <a:rect l="l" t="t" r="r" b="b"/>
              <a:pathLst>
                <a:path w="314" h="242" extrusionOk="0">
                  <a:moveTo>
                    <a:pt x="169" y="1"/>
                  </a:moveTo>
                  <a:lnTo>
                    <a:pt x="121" y="25"/>
                  </a:lnTo>
                  <a:lnTo>
                    <a:pt x="49" y="49"/>
                  </a:lnTo>
                  <a:lnTo>
                    <a:pt x="25" y="97"/>
                  </a:lnTo>
                  <a:lnTo>
                    <a:pt x="1" y="145"/>
                  </a:lnTo>
                  <a:lnTo>
                    <a:pt x="25" y="193"/>
                  </a:lnTo>
                  <a:lnTo>
                    <a:pt x="49" y="242"/>
                  </a:lnTo>
                  <a:lnTo>
                    <a:pt x="217" y="242"/>
                  </a:lnTo>
                  <a:lnTo>
                    <a:pt x="290" y="169"/>
                  </a:lnTo>
                  <a:lnTo>
                    <a:pt x="314" y="145"/>
                  </a:lnTo>
                  <a:lnTo>
                    <a:pt x="290" y="97"/>
                  </a:lnTo>
                  <a:lnTo>
                    <a:pt x="290" y="73"/>
                  </a:lnTo>
                  <a:lnTo>
                    <a:pt x="241"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
            <p:cNvSpPr/>
            <p:nvPr/>
          </p:nvSpPr>
          <p:spPr>
            <a:xfrm>
              <a:off x="2065875" y="2247225"/>
              <a:ext cx="7250" cy="7250"/>
            </a:xfrm>
            <a:custGeom>
              <a:avLst/>
              <a:gdLst/>
              <a:ahLst/>
              <a:cxnLst/>
              <a:rect l="l" t="t" r="r" b="b"/>
              <a:pathLst>
                <a:path w="290" h="290" extrusionOk="0">
                  <a:moveTo>
                    <a:pt x="145" y="0"/>
                  </a:moveTo>
                  <a:lnTo>
                    <a:pt x="97" y="24"/>
                  </a:lnTo>
                  <a:lnTo>
                    <a:pt x="25" y="97"/>
                  </a:lnTo>
                  <a:lnTo>
                    <a:pt x="1" y="145"/>
                  </a:lnTo>
                  <a:lnTo>
                    <a:pt x="1" y="193"/>
                  </a:lnTo>
                  <a:lnTo>
                    <a:pt x="25" y="265"/>
                  </a:lnTo>
                  <a:lnTo>
                    <a:pt x="73" y="289"/>
                  </a:lnTo>
                  <a:lnTo>
                    <a:pt x="121" y="265"/>
                  </a:lnTo>
                  <a:lnTo>
                    <a:pt x="169" y="241"/>
                  </a:lnTo>
                  <a:lnTo>
                    <a:pt x="241" y="145"/>
                  </a:lnTo>
                  <a:lnTo>
                    <a:pt x="289" y="48"/>
                  </a:lnTo>
                  <a:lnTo>
                    <a:pt x="24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
            <p:cNvSpPr/>
            <p:nvPr/>
          </p:nvSpPr>
          <p:spPr>
            <a:xfrm>
              <a:off x="2032175" y="2327875"/>
              <a:ext cx="5450" cy="6025"/>
            </a:xfrm>
            <a:custGeom>
              <a:avLst/>
              <a:gdLst/>
              <a:ahLst/>
              <a:cxnLst/>
              <a:rect l="l" t="t" r="r" b="b"/>
              <a:pathLst>
                <a:path w="218" h="241" extrusionOk="0">
                  <a:moveTo>
                    <a:pt x="97" y="0"/>
                  </a:moveTo>
                  <a:lnTo>
                    <a:pt x="49" y="24"/>
                  </a:lnTo>
                  <a:lnTo>
                    <a:pt x="25" y="48"/>
                  </a:lnTo>
                  <a:lnTo>
                    <a:pt x="0" y="72"/>
                  </a:lnTo>
                  <a:lnTo>
                    <a:pt x="0" y="121"/>
                  </a:lnTo>
                  <a:lnTo>
                    <a:pt x="49" y="193"/>
                  </a:lnTo>
                  <a:lnTo>
                    <a:pt x="73" y="217"/>
                  </a:lnTo>
                  <a:lnTo>
                    <a:pt x="121" y="241"/>
                  </a:lnTo>
                  <a:lnTo>
                    <a:pt x="169" y="217"/>
                  </a:lnTo>
                  <a:lnTo>
                    <a:pt x="217" y="193"/>
                  </a:lnTo>
                  <a:lnTo>
                    <a:pt x="217" y="145"/>
                  </a:lnTo>
                  <a:lnTo>
                    <a:pt x="217" y="96"/>
                  </a:lnTo>
                  <a:lnTo>
                    <a:pt x="217" y="72"/>
                  </a:lnTo>
                  <a:lnTo>
                    <a:pt x="193"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
            <p:cNvSpPr/>
            <p:nvPr/>
          </p:nvSpPr>
          <p:spPr>
            <a:xfrm>
              <a:off x="2041200" y="2200275"/>
              <a:ext cx="6650" cy="5450"/>
            </a:xfrm>
            <a:custGeom>
              <a:avLst/>
              <a:gdLst/>
              <a:ahLst/>
              <a:cxnLst/>
              <a:rect l="l" t="t" r="r" b="b"/>
              <a:pathLst>
                <a:path w="266" h="218" extrusionOk="0">
                  <a:moveTo>
                    <a:pt x="97" y="1"/>
                  </a:moveTo>
                  <a:lnTo>
                    <a:pt x="73" y="49"/>
                  </a:lnTo>
                  <a:lnTo>
                    <a:pt x="1" y="193"/>
                  </a:lnTo>
                  <a:lnTo>
                    <a:pt x="97" y="217"/>
                  </a:lnTo>
                  <a:lnTo>
                    <a:pt x="193" y="217"/>
                  </a:lnTo>
                  <a:lnTo>
                    <a:pt x="241" y="193"/>
                  </a:lnTo>
                  <a:lnTo>
                    <a:pt x="265" y="145"/>
                  </a:lnTo>
                  <a:lnTo>
                    <a:pt x="241"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
            <p:cNvSpPr/>
            <p:nvPr/>
          </p:nvSpPr>
          <p:spPr>
            <a:xfrm>
              <a:off x="2105000" y="2178625"/>
              <a:ext cx="5450" cy="6025"/>
            </a:xfrm>
            <a:custGeom>
              <a:avLst/>
              <a:gdLst/>
              <a:ahLst/>
              <a:cxnLst/>
              <a:rect l="l" t="t" r="r" b="b"/>
              <a:pathLst>
                <a:path w="218" h="241" extrusionOk="0">
                  <a:moveTo>
                    <a:pt x="97" y="0"/>
                  </a:moveTo>
                  <a:lnTo>
                    <a:pt x="24" y="48"/>
                  </a:lnTo>
                  <a:lnTo>
                    <a:pt x="0" y="96"/>
                  </a:lnTo>
                  <a:lnTo>
                    <a:pt x="0" y="144"/>
                  </a:lnTo>
                  <a:lnTo>
                    <a:pt x="49" y="193"/>
                  </a:lnTo>
                  <a:lnTo>
                    <a:pt x="97" y="241"/>
                  </a:lnTo>
                  <a:lnTo>
                    <a:pt x="145" y="241"/>
                  </a:lnTo>
                  <a:lnTo>
                    <a:pt x="193" y="217"/>
                  </a:lnTo>
                  <a:lnTo>
                    <a:pt x="217" y="144"/>
                  </a:lnTo>
                  <a:lnTo>
                    <a:pt x="217" y="96"/>
                  </a:lnTo>
                  <a:lnTo>
                    <a:pt x="193" y="48"/>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
            <p:cNvSpPr/>
            <p:nvPr/>
          </p:nvSpPr>
          <p:spPr>
            <a:xfrm>
              <a:off x="2069500" y="2214725"/>
              <a:ext cx="7225" cy="6050"/>
            </a:xfrm>
            <a:custGeom>
              <a:avLst/>
              <a:gdLst/>
              <a:ahLst/>
              <a:cxnLst/>
              <a:rect l="l" t="t" r="r" b="b"/>
              <a:pathLst>
                <a:path w="289" h="242" extrusionOk="0">
                  <a:moveTo>
                    <a:pt x="24" y="0"/>
                  </a:moveTo>
                  <a:lnTo>
                    <a:pt x="0" y="24"/>
                  </a:lnTo>
                  <a:lnTo>
                    <a:pt x="0" y="73"/>
                  </a:lnTo>
                  <a:lnTo>
                    <a:pt x="48" y="121"/>
                  </a:lnTo>
                  <a:lnTo>
                    <a:pt x="120" y="217"/>
                  </a:lnTo>
                  <a:lnTo>
                    <a:pt x="169" y="241"/>
                  </a:lnTo>
                  <a:lnTo>
                    <a:pt x="217" y="241"/>
                  </a:lnTo>
                  <a:lnTo>
                    <a:pt x="265" y="217"/>
                  </a:lnTo>
                  <a:lnTo>
                    <a:pt x="289" y="169"/>
                  </a:lnTo>
                  <a:lnTo>
                    <a:pt x="289" y="121"/>
                  </a:lnTo>
                  <a:lnTo>
                    <a:pt x="241" y="97"/>
                  </a:lnTo>
                  <a:lnTo>
                    <a:pt x="169"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
            <p:cNvSpPr/>
            <p:nvPr/>
          </p:nvSpPr>
          <p:spPr>
            <a:xfrm>
              <a:off x="2126675" y="2214725"/>
              <a:ext cx="5425" cy="6050"/>
            </a:xfrm>
            <a:custGeom>
              <a:avLst/>
              <a:gdLst/>
              <a:ahLst/>
              <a:cxnLst/>
              <a:rect l="l" t="t" r="r" b="b"/>
              <a:pathLst>
                <a:path w="217" h="242" extrusionOk="0">
                  <a:moveTo>
                    <a:pt x="72" y="0"/>
                  </a:moveTo>
                  <a:lnTo>
                    <a:pt x="24" y="24"/>
                  </a:lnTo>
                  <a:lnTo>
                    <a:pt x="0" y="97"/>
                  </a:lnTo>
                  <a:lnTo>
                    <a:pt x="0" y="169"/>
                  </a:lnTo>
                  <a:lnTo>
                    <a:pt x="48" y="217"/>
                  </a:lnTo>
                  <a:lnTo>
                    <a:pt x="120" y="241"/>
                  </a:lnTo>
                  <a:lnTo>
                    <a:pt x="193" y="241"/>
                  </a:lnTo>
                  <a:lnTo>
                    <a:pt x="217" y="217"/>
                  </a:lnTo>
                  <a:lnTo>
                    <a:pt x="217" y="193"/>
                  </a:lnTo>
                  <a:lnTo>
                    <a:pt x="217" y="121"/>
                  </a:lnTo>
                  <a:lnTo>
                    <a:pt x="193" y="49"/>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
            <p:cNvSpPr/>
            <p:nvPr/>
          </p:nvSpPr>
          <p:spPr>
            <a:xfrm>
              <a:off x="2055650" y="2222550"/>
              <a:ext cx="6050" cy="5450"/>
            </a:xfrm>
            <a:custGeom>
              <a:avLst/>
              <a:gdLst/>
              <a:ahLst/>
              <a:cxnLst/>
              <a:rect l="l" t="t" r="r" b="b"/>
              <a:pathLst>
                <a:path w="242" h="218" extrusionOk="0">
                  <a:moveTo>
                    <a:pt x="145" y="0"/>
                  </a:moveTo>
                  <a:lnTo>
                    <a:pt x="73" y="24"/>
                  </a:lnTo>
                  <a:lnTo>
                    <a:pt x="24" y="48"/>
                  </a:lnTo>
                  <a:lnTo>
                    <a:pt x="0" y="97"/>
                  </a:lnTo>
                  <a:lnTo>
                    <a:pt x="0" y="121"/>
                  </a:lnTo>
                  <a:lnTo>
                    <a:pt x="24" y="145"/>
                  </a:lnTo>
                  <a:lnTo>
                    <a:pt x="48" y="169"/>
                  </a:lnTo>
                  <a:lnTo>
                    <a:pt x="217" y="217"/>
                  </a:lnTo>
                  <a:lnTo>
                    <a:pt x="241" y="121"/>
                  </a:lnTo>
                  <a:lnTo>
                    <a:pt x="241" y="73"/>
                  </a:lnTo>
                  <a:lnTo>
                    <a:pt x="241"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
            <p:cNvSpPr/>
            <p:nvPr/>
          </p:nvSpPr>
          <p:spPr>
            <a:xfrm>
              <a:off x="2034575" y="2168975"/>
              <a:ext cx="4850" cy="8450"/>
            </a:xfrm>
            <a:custGeom>
              <a:avLst/>
              <a:gdLst/>
              <a:ahLst/>
              <a:cxnLst/>
              <a:rect l="l" t="t" r="r" b="b"/>
              <a:pathLst>
                <a:path w="194" h="338" extrusionOk="0">
                  <a:moveTo>
                    <a:pt x="145" y="1"/>
                  </a:moveTo>
                  <a:lnTo>
                    <a:pt x="97" y="25"/>
                  </a:lnTo>
                  <a:lnTo>
                    <a:pt x="73" y="49"/>
                  </a:lnTo>
                  <a:lnTo>
                    <a:pt x="25" y="145"/>
                  </a:lnTo>
                  <a:lnTo>
                    <a:pt x="1" y="266"/>
                  </a:lnTo>
                  <a:lnTo>
                    <a:pt x="25" y="314"/>
                  </a:lnTo>
                  <a:lnTo>
                    <a:pt x="73" y="338"/>
                  </a:lnTo>
                  <a:lnTo>
                    <a:pt x="97" y="338"/>
                  </a:lnTo>
                  <a:lnTo>
                    <a:pt x="121" y="290"/>
                  </a:lnTo>
                  <a:lnTo>
                    <a:pt x="169" y="218"/>
                  </a:lnTo>
                  <a:lnTo>
                    <a:pt x="193" y="97"/>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
            <p:cNvSpPr/>
            <p:nvPr/>
          </p:nvSpPr>
          <p:spPr>
            <a:xfrm>
              <a:off x="2048425" y="2149725"/>
              <a:ext cx="7250" cy="5450"/>
            </a:xfrm>
            <a:custGeom>
              <a:avLst/>
              <a:gdLst/>
              <a:ahLst/>
              <a:cxnLst/>
              <a:rect l="l" t="t" r="r" b="b"/>
              <a:pathLst>
                <a:path w="290" h="218" extrusionOk="0">
                  <a:moveTo>
                    <a:pt x="193" y="1"/>
                  </a:moveTo>
                  <a:lnTo>
                    <a:pt x="49" y="49"/>
                  </a:lnTo>
                  <a:lnTo>
                    <a:pt x="25" y="73"/>
                  </a:lnTo>
                  <a:lnTo>
                    <a:pt x="0" y="97"/>
                  </a:lnTo>
                  <a:lnTo>
                    <a:pt x="25" y="121"/>
                  </a:lnTo>
                  <a:lnTo>
                    <a:pt x="49" y="145"/>
                  </a:lnTo>
                  <a:lnTo>
                    <a:pt x="169" y="217"/>
                  </a:lnTo>
                  <a:lnTo>
                    <a:pt x="217" y="217"/>
                  </a:lnTo>
                  <a:lnTo>
                    <a:pt x="265" y="193"/>
                  </a:lnTo>
                  <a:lnTo>
                    <a:pt x="289" y="169"/>
                  </a:lnTo>
                  <a:lnTo>
                    <a:pt x="289" y="121"/>
                  </a:lnTo>
                  <a:lnTo>
                    <a:pt x="289" y="97"/>
                  </a:lnTo>
                  <a:lnTo>
                    <a:pt x="265" y="49"/>
                  </a:lnTo>
                  <a:lnTo>
                    <a:pt x="241"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
            <p:cNvSpPr/>
            <p:nvPr/>
          </p:nvSpPr>
          <p:spPr>
            <a:xfrm>
              <a:off x="2105000" y="2233375"/>
              <a:ext cx="5450" cy="5450"/>
            </a:xfrm>
            <a:custGeom>
              <a:avLst/>
              <a:gdLst/>
              <a:ahLst/>
              <a:cxnLst/>
              <a:rect l="l" t="t" r="r" b="b"/>
              <a:pathLst>
                <a:path w="218" h="218" extrusionOk="0">
                  <a:moveTo>
                    <a:pt x="97" y="1"/>
                  </a:moveTo>
                  <a:lnTo>
                    <a:pt x="49" y="25"/>
                  </a:lnTo>
                  <a:lnTo>
                    <a:pt x="24" y="49"/>
                  </a:lnTo>
                  <a:lnTo>
                    <a:pt x="0" y="97"/>
                  </a:lnTo>
                  <a:lnTo>
                    <a:pt x="0" y="145"/>
                  </a:lnTo>
                  <a:lnTo>
                    <a:pt x="0" y="193"/>
                  </a:lnTo>
                  <a:lnTo>
                    <a:pt x="49" y="217"/>
                  </a:lnTo>
                  <a:lnTo>
                    <a:pt x="121" y="217"/>
                  </a:lnTo>
                  <a:lnTo>
                    <a:pt x="193" y="193"/>
                  </a:lnTo>
                  <a:lnTo>
                    <a:pt x="217" y="145"/>
                  </a:lnTo>
                  <a:lnTo>
                    <a:pt x="217" y="97"/>
                  </a:lnTo>
                  <a:lnTo>
                    <a:pt x="193" y="49"/>
                  </a:lnTo>
                  <a:lnTo>
                    <a:pt x="169" y="25"/>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
            <p:cNvSpPr/>
            <p:nvPr/>
          </p:nvSpPr>
          <p:spPr>
            <a:xfrm>
              <a:off x="1972600" y="2158150"/>
              <a:ext cx="5425" cy="5450"/>
            </a:xfrm>
            <a:custGeom>
              <a:avLst/>
              <a:gdLst/>
              <a:ahLst/>
              <a:cxnLst/>
              <a:rect l="l" t="t" r="r" b="b"/>
              <a:pathLst>
                <a:path w="217" h="218" extrusionOk="0">
                  <a:moveTo>
                    <a:pt x="121" y="1"/>
                  </a:moveTo>
                  <a:lnTo>
                    <a:pt x="48" y="25"/>
                  </a:lnTo>
                  <a:lnTo>
                    <a:pt x="0" y="97"/>
                  </a:lnTo>
                  <a:lnTo>
                    <a:pt x="0" y="145"/>
                  </a:lnTo>
                  <a:lnTo>
                    <a:pt x="24" y="193"/>
                  </a:lnTo>
                  <a:lnTo>
                    <a:pt x="72" y="217"/>
                  </a:lnTo>
                  <a:lnTo>
                    <a:pt x="97" y="217"/>
                  </a:lnTo>
                  <a:lnTo>
                    <a:pt x="145" y="193"/>
                  </a:lnTo>
                  <a:lnTo>
                    <a:pt x="193" y="169"/>
                  </a:lnTo>
                  <a:lnTo>
                    <a:pt x="217" y="121"/>
                  </a:lnTo>
                  <a:lnTo>
                    <a:pt x="217"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
            <p:cNvSpPr/>
            <p:nvPr/>
          </p:nvSpPr>
          <p:spPr>
            <a:xfrm>
              <a:off x="2029175" y="2258050"/>
              <a:ext cx="4825" cy="6050"/>
            </a:xfrm>
            <a:custGeom>
              <a:avLst/>
              <a:gdLst/>
              <a:ahLst/>
              <a:cxnLst/>
              <a:rect l="l" t="t" r="r" b="b"/>
              <a:pathLst>
                <a:path w="193" h="242" extrusionOk="0">
                  <a:moveTo>
                    <a:pt x="48" y="1"/>
                  </a:moveTo>
                  <a:lnTo>
                    <a:pt x="0" y="25"/>
                  </a:lnTo>
                  <a:lnTo>
                    <a:pt x="0" y="73"/>
                  </a:lnTo>
                  <a:lnTo>
                    <a:pt x="24" y="145"/>
                  </a:lnTo>
                  <a:lnTo>
                    <a:pt x="72" y="217"/>
                  </a:lnTo>
                  <a:lnTo>
                    <a:pt x="96" y="241"/>
                  </a:lnTo>
                  <a:lnTo>
                    <a:pt x="169" y="241"/>
                  </a:lnTo>
                  <a:lnTo>
                    <a:pt x="193" y="193"/>
                  </a:lnTo>
                  <a:lnTo>
                    <a:pt x="145" y="121"/>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
            <p:cNvSpPr/>
            <p:nvPr/>
          </p:nvSpPr>
          <p:spPr>
            <a:xfrm>
              <a:off x="2118225" y="2156350"/>
              <a:ext cx="5450" cy="5425"/>
            </a:xfrm>
            <a:custGeom>
              <a:avLst/>
              <a:gdLst/>
              <a:ahLst/>
              <a:cxnLst/>
              <a:rect l="l" t="t" r="r" b="b"/>
              <a:pathLst>
                <a:path w="218" h="217" extrusionOk="0">
                  <a:moveTo>
                    <a:pt x="49" y="0"/>
                  </a:moveTo>
                  <a:lnTo>
                    <a:pt x="25" y="48"/>
                  </a:lnTo>
                  <a:lnTo>
                    <a:pt x="1" y="97"/>
                  </a:lnTo>
                  <a:lnTo>
                    <a:pt x="25" y="145"/>
                  </a:lnTo>
                  <a:lnTo>
                    <a:pt x="73" y="193"/>
                  </a:lnTo>
                  <a:lnTo>
                    <a:pt x="97" y="217"/>
                  </a:lnTo>
                  <a:lnTo>
                    <a:pt x="145" y="217"/>
                  </a:lnTo>
                  <a:lnTo>
                    <a:pt x="194" y="193"/>
                  </a:lnTo>
                  <a:lnTo>
                    <a:pt x="218" y="145"/>
                  </a:lnTo>
                  <a:lnTo>
                    <a:pt x="218" y="73"/>
                  </a:lnTo>
                  <a:lnTo>
                    <a:pt x="169" y="48"/>
                  </a:lnTo>
                  <a:lnTo>
                    <a:pt x="121"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
            <p:cNvSpPr/>
            <p:nvPr/>
          </p:nvSpPr>
          <p:spPr>
            <a:xfrm>
              <a:off x="2052625" y="2174400"/>
              <a:ext cx="4850" cy="6050"/>
            </a:xfrm>
            <a:custGeom>
              <a:avLst/>
              <a:gdLst/>
              <a:ahLst/>
              <a:cxnLst/>
              <a:rect l="l" t="t" r="r" b="b"/>
              <a:pathLst>
                <a:path w="194" h="242" extrusionOk="0">
                  <a:moveTo>
                    <a:pt x="49" y="1"/>
                  </a:moveTo>
                  <a:lnTo>
                    <a:pt x="25" y="49"/>
                  </a:lnTo>
                  <a:lnTo>
                    <a:pt x="1" y="97"/>
                  </a:lnTo>
                  <a:lnTo>
                    <a:pt x="25" y="145"/>
                  </a:lnTo>
                  <a:lnTo>
                    <a:pt x="25" y="193"/>
                  </a:lnTo>
                  <a:lnTo>
                    <a:pt x="73" y="217"/>
                  </a:lnTo>
                  <a:lnTo>
                    <a:pt x="97" y="241"/>
                  </a:lnTo>
                  <a:lnTo>
                    <a:pt x="145" y="241"/>
                  </a:lnTo>
                  <a:lnTo>
                    <a:pt x="169" y="217"/>
                  </a:lnTo>
                  <a:lnTo>
                    <a:pt x="194" y="169"/>
                  </a:lnTo>
                  <a:lnTo>
                    <a:pt x="194" y="121"/>
                  </a:lnTo>
                  <a:lnTo>
                    <a:pt x="194" y="73"/>
                  </a:lnTo>
                  <a:lnTo>
                    <a:pt x="169"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
            <p:cNvSpPr/>
            <p:nvPr/>
          </p:nvSpPr>
          <p:spPr>
            <a:xfrm>
              <a:off x="1964175" y="2181625"/>
              <a:ext cx="5425" cy="4825"/>
            </a:xfrm>
            <a:custGeom>
              <a:avLst/>
              <a:gdLst/>
              <a:ahLst/>
              <a:cxnLst/>
              <a:rect l="l" t="t" r="r" b="b"/>
              <a:pathLst>
                <a:path w="217" h="193" extrusionOk="0">
                  <a:moveTo>
                    <a:pt x="97" y="0"/>
                  </a:moveTo>
                  <a:lnTo>
                    <a:pt x="72" y="24"/>
                  </a:lnTo>
                  <a:lnTo>
                    <a:pt x="24" y="49"/>
                  </a:lnTo>
                  <a:lnTo>
                    <a:pt x="0" y="73"/>
                  </a:lnTo>
                  <a:lnTo>
                    <a:pt x="0" y="121"/>
                  </a:lnTo>
                  <a:lnTo>
                    <a:pt x="24" y="169"/>
                  </a:lnTo>
                  <a:lnTo>
                    <a:pt x="48" y="193"/>
                  </a:lnTo>
                  <a:lnTo>
                    <a:pt x="97" y="193"/>
                  </a:lnTo>
                  <a:lnTo>
                    <a:pt x="145" y="169"/>
                  </a:lnTo>
                  <a:lnTo>
                    <a:pt x="217" y="121"/>
                  </a:lnTo>
                  <a:lnTo>
                    <a:pt x="217" y="49"/>
                  </a:lnTo>
                  <a:lnTo>
                    <a:pt x="19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
            <p:cNvSpPr/>
            <p:nvPr/>
          </p:nvSpPr>
          <p:spPr>
            <a:xfrm>
              <a:off x="2088150" y="2133475"/>
              <a:ext cx="4825" cy="6050"/>
            </a:xfrm>
            <a:custGeom>
              <a:avLst/>
              <a:gdLst/>
              <a:ahLst/>
              <a:cxnLst/>
              <a:rect l="l" t="t" r="r" b="b"/>
              <a:pathLst>
                <a:path w="193" h="242" extrusionOk="0">
                  <a:moveTo>
                    <a:pt x="97" y="1"/>
                  </a:moveTo>
                  <a:lnTo>
                    <a:pt x="48" y="49"/>
                  </a:lnTo>
                  <a:lnTo>
                    <a:pt x="24" y="97"/>
                  </a:lnTo>
                  <a:lnTo>
                    <a:pt x="0" y="169"/>
                  </a:lnTo>
                  <a:lnTo>
                    <a:pt x="24" y="217"/>
                  </a:lnTo>
                  <a:lnTo>
                    <a:pt x="48" y="241"/>
                  </a:lnTo>
                  <a:lnTo>
                    <a:pt x="121" y="241"/>
                  </a:lnTo>
                  <a:lnTo>
                    <a:pt x="169" y="145"/>
                  </a:lnTo>
                  <a:lnTo>
                    <a:pt x="193" y="73"/>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
            <p:cNvSpPr/>
            <p:nvPr/>
          </p:nvSpPr>
          <p:spPr>
            <a:xfrm>
              <a:off x="2026750" y="2295375"/>
              <a:ext cx="6050" cy="3625"/>
            </a:xfrm>
            <a:custGeom>
              <a:avLst/>
              <a:gdLst/>
              <a:ahLst/>
              <a:cxnLst/>
              <a:rect l="l" t="t" r="r" b="b"/>
              <a:pathLst>
                <a:path w="242" h="145" extrusionOk="0">
                  <a:moveTo>
                    <a:pt x="73" y="0"/>
                  </a:moveTo>
                  <a:lnTo>
                    <a:pt x="25" y="24"/>
                  </a:lnTo>
                  <a:lnTo>
                    <a:pt x="1" y="72"/>
                  </a:lnTo>
                  <a:lnTo>
                    <a:pt x="1" y="96"/>
                  </a:lnTo>
                  <a:lnTo>
                    <a:pt x="1" y="145"/>
                  </a:lnTo>
                  <a:lnTo>
                    <a:pt x="193" y="145"/>
                  </a:lnTo>
                  <a:lnTo>
                    <a:pt x="217" y="121"/>
                  </a:lnTo>
                  <a:lnTo>
                    <a:pt x="242" y="72"/>
                  </a:lnTo>
                  <a:lnTo>
                    <a:pt x="242"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
            <p:cNvSpPr/>
            <p:nvPr/>
          </p:nvSpPr>
          <p:spPr>
            <a:xfrm>
              <a:off x="2105600" y="2168375"/>
              <a:ext cx="4850" cy="5450"/>
            </a:xfrm>
            <a:custGeom>
              <a:avLst/>
              <a:gdLst/>
              <a:ahLst/>
              <a:cxnLst/>
              <a:rect l="l" t="t" r="r" b="b"/>
              <a:pathLst>
                <a:path w="194" h="218" extrusionOk="0">
                  <a:moveTo>
                    <a:pt x="97" y="1"/>
                  </a:moveTo>
                  <a:lnTo>
                    <a:pt x="49" y="25"/>
                  </a:lnTo>
                  <a:lnTo>
                    <a:pt x="25" y="49"/>
                  </a:lnTo>
                  <a:lnTo>
                    <a:pt x="0" y="73"/>
                  </a:lnTo>
                  <a:lnTo>
                    <a:pt x="0" y="121"/>
                  </a:lnTo>
                  <a:lnTo>
                    <a:pt x="49" y="193"/>
                  </a:lnTo>
                  <a:lnTo>
                    <a:pt x="73" y="217"/>
                  </a:lnTo>
                  <a:lnTo>
                    <a:pt x="97" y="217"/>
                  </a:lnTo>
                  <a:lnTo>
                    <a:pt x="145" y="193"/>
                  </a:lnTo>
                  <a:lnTo>
                    <a:pt x="169" y="169"/>
                  </a:lnTo>
                  <a:lnTo>
                    <a:pt x="193" y="97"/>
                  </a:lnTo>
                  <a:lnTo>
                    <a:pt x="193" y="73"/>
                  </a:lnTo>
                  <a:lnTo>
                    <a:pt x="169" y="49"/>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
            <p:cNvSpPr/>
            <p:nvPr/>
          </p:nvSpPr>
          <p:spPr>
            <a:xfrm>
              <a:off x="2027350" y="2199075"/>
              <a:ext cx="3650" cy="5450"/>
            </a:xfrm>
            <a:custGeom>
              <a:avLst/>
              <a:gdLst/>
              <a:ahLst/>
              <a:cxnLst/>
              <a:rect l="l" t="t" r="r" b="b"/>
              <a:pathLst>
                <a:path w="146" h="218" extrusionOk="0">
                  <a:moveTo>
                    <a:pt x="49" y="1"/>
                  </a:moveTo>
                  <a:lnTo>
                    <a:pt x="25" y="25"/>
                  </a:lnTo>
                  <a:lnTo>
                    <a:pt x="1" y="49"/>
                  </a:lnTo>
                  <a:lnTo>
                    <a:pt x="1" y="121"/>
                  </a:lnTo>
                  <a:lnTo>
                    <a:pt x="49" y="193"/>
                  </a:lnTo>
                  <a:lnTo>
                    <a:pt x="97" y="217"/>
                  </a:lnTo>
                  <a:lnTo>
                    <a:pt x="145" y="193"/>
                  </a:lnTo>
                  <a:lnTo>
                    <a:pt x="145" y="169"/>
                  </a:lnTo>
                  <a:lnTo>
                    <a:pt x="145" y="97"/>
                  </a:lnTo>
                  <a:lnTo>
                    <a:pt x="121"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
            <p:cNvSpPr/>
            <p:nvPr/>
          </p:nvSpPr>
          <p:spPr>
            <a:xfrm>
              <a:off x="1991850" y="2257450"/>
              <a:ext cx="4250" cy="4250"/>
            </a:xfrm>
            <a:custGeom>
              <a:avLst/>
              <a:gdLst/>
              <a:ahLst/>
              <a:cxnLst/>
              <a:rect l="l" t="t" r="r" b="b"/>
              <a:pathLst>
                <a:path w="170" h="170" extrusionOk="0">
                  <a:moveTo>
                    <a:pt x="25" y="1"/>
                  </a:moveTo>
                  <a:lnTo>
                    <a:pt x="1" y="25"/>
                  </a:lnTo>
                  <a:lnTo>
                    <a:pt x="1" y="73"/>
                  </a:lnTo>
                  <a:lnTo>
                    <a:pt x="1" y="97"/>
                  </a:lnTo>
                  <a:lnTo>
                    <a:pt x="25" y="145"/>
                  </a:lnTo>
                  <a:lnTo>
                    <a:pt x="73" y="169"/>
                  </a:lnTo>
                  <a:lnTo>
                    <a:pt x="145" y="145"/>
                  </a:lnTo>
                  <a:lnTo>
                    <a:pt x="169" y="121"/>
                  </a:lnTo>
                  <a:lnTo>
                    <a:pt x="169" y="73"/>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
            <p:cNvSpPr/>
            <p:nvPr/>
          </p:nvSpPr>
          <p:spPr>
            <a:xfrm>
              <a:off x="2012325" y="2309200"/>
              <a:ext cx="6025" cy="4250"/>
            </a:xfrm>
            <a:custGeom>
              <a:avLst/>
              <a:gdLst/>
              <a:ahLst/>
              <a:cxnLst/>
              <a:rect l="l" t="t" r="r" b="b"/>
              <a:pathLst>
                <a:path w="241" h="170" extrusionOk="0">
                  <a:moveTo>
                    <a:pt x="120" y="1"/>
                  </a:moveTo>
                  <a:lnTo>
                    <a:pt x="48" y="49"/>
                  </a:lnTo>
                  <a:lnTo>
                    <a:pt x="0" y="97"/>
                  </a:lnTo>
                  <a:lnTo>
                    <a:pt x="0" y="121"/>
                  </a:lnTo>
                  <a:lnTo>
                    <a:pt x="24" y="145"/>
                  </a:lnTo>
                  <a:lnTo>
                    <a:pt x="96" y="169"/>
                  </a:lnTo>
                  <a:lnTo>
                    <a:pt x="193" y="121"/>
                  </a:lnTo>
                  <a:lnTo>
                    <a:pt x="241" y="73"/>
                  </a:lnTo>
                  <a:lnTo>
                    <a:pt x="217"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
            <p:cNvSpPr/>
            <p:nvPr/>
          </p:nvSpPr>
          <p:spPr>
            <a:xfrm>
              <a:off x="2104400" y="2210500"/>
              <a:ext cx="4825" cy="4850"/>
            </a:xfrm>
            <a:custGeom>
              <a:avLst/>
              <a:gdLst/>
              <a:ahLst/>
              <a:cxnLst/>
              <a:rect l="l" t="t" r="r" b="b"/>
              <a:pathLst>
                <a:path w="193" h="194" extrusionOk="0">
                  <a:moveTo>
                    <a:pt x="24" y="1"/>
                  </a:moveTo>
                  <a:lnTo>
                    <a:pt x="0" y="121"/>
                  </a:lnTo>
                  <a:lnTo>
                    <a:pt x="0" y="145"/>
                  </a:lnTo>
                  <a:lnTo>
                    <a:pt x="0" y="169"/>
                  </a:lnTo>
                  <a:lnTo>
                    <a:pt x="48" y="193"/>
                  </a:lnTo>
                  <a:lnTo>
                    <a:pt x="121" y="169"/>
                  </a:lnTo>
                  <a:lnTo>
                    <a:pt x="169" y="121"/>
                  </a:lnTo>
                  <a:lnTo>
                    <a:pt x="193" y="73"/>
                  </a:lnTo>
                  <a:lnTo>
                    <a:pt x="169" y="49"/>
                  </a:lnTo>
                  <a:lnTo>
                    <a:pt x="145"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
            <p:cNvSpPr/>
            <p:nvPr/>
          </p:nvSpPr>
          <p:spPr>
            <a:xfrm>
              <a:off x="2048425" y="2229175"/>
              <a:ext cx="4225" cy="5425"/>
            </a:xfrm>
            <a:custGeom>
              <a:avLst/>
              <a:gdLst/>
              <a:ahLst/>
              <a:cxnLst/>
              <a:rect l="l" t="t" r="r" b="b"/>
              <a:pathLst>
                <a:path w="169" h="217" extrusionOk="0">
                  <a:moveTo>
                    <a:pt x="97" y="0"/>
                  </a:moveTo>
                  <a:lnTo>
                    <a:pt x="25" y="48"/>
                  </a:lnTo>
                  <a:lnTo>
                    <a:pt x="0" y="96"/>
                  </a:lnTo>
                  <a:lnTo>
                    <a:pt x="0" y="145"/>
                  </a:lnTo>
                  <a:lnTo>
                    <a:pt x="0" y="193"/>
                  </a:lnTo>
                  <a:lnTo>
                    <a:pt x="25" y="217"/>
                  </a:lnTo>
                  <a:lnTo>
                    <a:pt x="73" y="193"/>
                  </a:lnTo>
                  <a:lnTo>
                    <a:pt x="145" y="145"/>
                  </a:lnTo>
                  <a:lnTo>
                    <a:pt x="169" y="121"/>
                  </a:lnTo>
                  <a:lnTo>
                    <a:pt x="169" y="72"/>
                  </a:lnTo>
                  <a:lnTo>
                    <a:pt x="145"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
            <p:cNvSpPr/>
            <p:nvPr/>
          </p:nvSpPr>
          <p:spPr>
            <a:xfrm>
              <a:off x="1961750" y="2191850"/>
              <a:ext cx="4850" cy="4250"/>
            </a:xfrm>
            <a:custGeom>
              <a:avLst/>
              <a:gdLst/>
              <a:ahLst/>
              <a:cxnLst/>
              <a:rect l="l" t="t" r="r" b="b"/>
              <a:pathLst>
                <a:path w="194" h="170" extrusionOk="0">
                  <a:moveTo>
                    <a:pt x="49" y="1"/>
                  </a:moveTo>
                  <a:lnTo>
                    <a:pt x="1" y="49"/>
                  </a:lnTo>
                  <a:lnTo>
                    <a:pt x="1" y="73"/>
                  </a:lnTo>
                  <a:lnTo>
                    <a:pt x="25" y="97"/>
                  </a:lnTo>
                  <a:lnTo>
                    <a:pt x="49" y="145"/>
                  </a:lnTo>
                  <a:lnTo>
                    <a:pt x="145" y="169"/>
                  </a:lnTo>
                  <a:lnTo>
                    <a:pt x="169" y="169"/>
                  </a:lnTo>
                  <a:lnTo>
                    <a:pt x="194" y="145"/>
                  </a:lnTo>
                  <a:lnTo>
                    <a:pt x="194" y="97"/>
                  </a:lnTo>
                  <a:lnTo>
                    <a:pt x="145"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
            <p:cNvSpPr/>
            <p:nvPr/>
          </p:nvSpPr>
          <p:spPr>
            <a:xfrm>
              <a:off x="2033975" y="2217125"/>
              <a:ext cx="5450" cy="3650"/>
            </a:xfrm>
            <a:custGeom>
              <a:avLst/>
              <a:gdLst/>
              <a:ahLst/>
              <a:cxnLst/>
              <a:rect l="l" t="t" r="r" b="b"/>
              <a:pathLst>
                <a:path w="218" h="146" extrusionOk="0">
                  <a:moveTo>
                    <a:pt x="121" y="1"/>
                  </a:moveTo>
                  <a:lnTo>
                    <a:pt x="49" y="25"/>
                  </a:lnTo>
                  <a:lnTo>
                    <a:pt x="1" y="73"/>
                  </a:lnTo>
                  <a:lnTo>
                    <a:pt x="25" y="121"/>
                  </a:lnTo>
                  <a:lnTo>
                    <a:pt x="73" y="145"/>
                  </a:lnTo>
                  <a:lnTo>
                    <a:pt x="169" y="145"/>
                  </a:lnTo>
                  <a:lnTo>
                    <a:pt x="217" y="121"/>
                  </a:lnTo>
                  <a:lnTo>
                    <a:pt x="217" y="73"/>
                  </a:lnTo>
                  <a:lnTo>
                    <a:pt x="193" y="1"/>
                  </a:lnTo>
                  <a:lnTo>
                    <a:pt x="193"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
            <p:cNvSpPr/>
            <p:nvPr/>
          </p:nvSpPr>
          <p:spPr>
            <a:xfrm>
              <a:off x="2079725" y="2348925"/>
              <a:ext cx="4225" cy="4250"/>
            </a:xfrm>
            <a:custGeom>
              <a:avLst/>
              <a:gdLst/>
              <a:ahLst/>
              <a:cxnLst/>
              <a:rect l="l" t="t" r="r" b="b"/>
              <a:pathLst>
                <a:path w="169" h="170" extrusionOk="0">
                  <a:moveTo>
                    <a:pt x="73" y="1"/>
                  </a:moveTo>
                  <a:lnTo>
                    <a:pt x="24" y="25"/>
                  </a:lnTo>
                  <a:lnTo>
                    <a:pt x="0" y="49"/>
                  </a:lnTo>
                  <a:lnTo>
                    <a:pt x="0" y="97"/>
                  </a:lnTo>
                  <a:lnTo>
                    <a:pt x="24" y="145"/>
                  </a:lnTo>
                  <a:lnTo>
                    <a:pt x="97" y="169"/>
                  </a:lnTo>
                  <a:lnTo>
                    <a:pt x="145" y="145"/>
                  </a:lnTo>
                  <a:lnTo>
                    <a:pt x="169" y="121"/>
                  </a:lnTo>
                  <a:lnTo>
                    <a:pt x="169" y="73"/>
                  </a:lnTo>
                  <a:lnTo>
                    <a:pt x="169" y="49"/>
                  </a:lnTo>
                  <a:lnTo>
                    <a:pt x="145"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
            <p:cNvSpPr/>
            <p:nvPr/>
          </p:nvSpPr>
          <p:spPr>
            <a:xfrm>
              <a:off x="2009300" y="2385650"/>
              <a:ext cx="3650" cy="4825"/>
            </a:xfrm>
            <a:custGeom>
              <a:avLst/>
              <a:gdLst/>
              <a:ahLst/>
              <a:cxnLst/>
              <a:rect l="l" t="t" r="r" b="b"/>
              <a:pathLst>
                <a:path w="146" h="193" extrusionOk="0">
                  <a:moveTo>
                    <a:pt x="49" y="0"/>
                  </a:moveTo>
                  <a:lnTo>
                    <a:pt x="1" y="48"/>
                  </a:lnTo>
                  <a:lnTo>
                    <a:pt x="1" y="72"/>
                  </a:lnTo>
                  <a:lnTo>
                    <a:pt x="1" y="121"/>
                  </a:lnTo>
                  <a:lnTo>
                    <a:pt x="25" y="169"/>
                  </a:lnTo>
                  <a:lnTo>
                    <a:pt x="49" y="193"/>
                  </a:lnTo>
                  <a:lnTo>
                    <a:pt x="121" y="193"/>
                  </a:lnTo>
                  <a:lnTo>
                    <a:pt x="145" y="145"/>
                  </a:lnTo>
                  <a:lnTo>
                    <a:pt x="145" y="96"/>
                  </a:lnTo>
                  <a:lnTo>
                    <a:pt x="121"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
            <p:cNvSpPr/>
            <p:nvPr/>
          </p:nvSpPr>
          <p:spPr>
            <a:xfrm>
              <a:off x="2085125" y="2254450"/>
              <a:ext cx="4850" cy="4825"/>
            </a:xfrm>
            <a:custGeom>
              <a:avLst/>
              <a:gdLst/>
              <a:ahLst/>
              <a:cxnLst/>
              <a:rect l="l" t="t" r="r" b="b"/>
              <a:pathLst>
                <a:path w="194" h="193" extrusionOk="0">
                  <a:moveTo>
                    <a:pt x="97" y="0"/>
                  </a:moveTo>
                  <a:lnTo>
                    <a:pt x="49" y="48"/>
                  </a:lnTo>
                  <a:lnTo>
                    <a:pt x="1" y="121"/>
                  </a:lnTo>
                  <a:lnTo>
                    <a:pt x="1" y="169"/>
                  </a:lnTo>
                  <a:lnTo>
                    <a:pt x="25" y="193"/>
                  </a:lnTo>
                  <a:lnTo>
                    <a:pt x="73" y="193"/>
                  </a:lnTo>
                  <a:lnTo>
                    <a:pt x="145" y="145"/>
                  </a:lnTo>
                  <a:lnTo>
                    <a:pt x="169" y="97"/>
                  </a:lnTo>
                  <a:lnTo>
                    <a:pt x="194" y="48"/>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
            <p:cNvSpPr/>
            <p:nvPr/>
          </p:nvSpPr>
          <p:spPr>
            <a:xfrm>
              <a:off x="2091750" y="2185225"/>
              <a:ext cx="4250" cy="4250"/>
            </a:xfrm>
            <a:custGeom>
              <a:avLst/>
              <a:gdLst/>
              <a:ahLst/>
              <a:cxnLst/>
              <a:rect l="l" t="t" r="r" b="b"/>
              <a:pathLst>
                <a:path w="170" h="170" extrusionOk="0">
                  <a:moveTo>
                    <a:pt x="49" y="1"/>
                  </a:moveTo>
                  <a:lnTo>
                    <a:pt x="25" y="25"/>
                  </a:lnTo>
                  <a:lnTo>
                    <a:pt x="1" y="73"/>
                  </a:lnTo>
                  <a:lnTo>
                    <a:pt x="25" y="145"/>
                  </a:lnTo>
                  <a:lnTo>
                    <a:pt x="97" y="169"/>
                  </a:lnTo>
                  <a:lnTo>
                    <a:pt x="121" y="169"/>
                  </a:lnTo>
                  <a:lnTo>
                    <a:pt x="145" y="145"/>
                  </a:lnTo>
                  <a:lnTo>
                    <a:pt x="169" y="73"/>
                  </a:lnTo>
                  <a:lnTo>
                    <a:pt x="145"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
            <p:cNvSpPr/>
            <p:nvPr/>
          </p:nvSpPr>
          <p:spPr>
            <a:xfrm>
              <a:off x="1978600" y="2162375"/>
              <a:ext cx="3650" cy="4825"/>
            </a:xfrm>
            <a:custGeom>
              <a:avLst/>
              <a:gdLst/>
              <a:ahLst/>
              <a:cxnLst/>
              <a:rect l="l" t="t" r="r" b="b"/>
              <a:pathLst>
                <a:path w="146" h="193" extrusionOk="0">
                  <a:moveTo>
                    <a:pt x="25" y="0"/>
                  </a:moveTo>
                  <a:lnTo>
                    <a:pt x="1" y="48"/>
                  </a:lnTo>
                  <a:lnTo>
                    <a:pt x="1" y="120"/>
                  </a:lnTo>
                  <a:lnTo>
                    <a:pt x="25" y="169"/>
                  </a:lnTo>
                  <a:lnTo>
                    <a:pt x="73" y="193"/>
                  </a:lnTo>
                  <a:lnTo>
                    <a:pt x="121" y="193"/>
                  </a:lnTo>
                  <a:lnTo>
                    <a:pt x="145" y="169"/>
                  </a:lnTo>
                  <a:lnTo>
                    <a:pt x="145" y="144"/>
                  </a:lnTo>
                  <a:lnTo>
                    <a:pt x="145"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
            <p:cNvSpPr/>
            <p:nvPr/>
          </p:nvSpPr>
          <p:spPr>
            <a:xfrm>
              <a:off x="2012325" y="2155750"/>
              <a:ext cx="5425" cy="4225"/>
            </a:xfrm>
            <a:custGeom>
              <a:avLst/>
              <a:gdLst/>
              <a:ahLst/>
              <a:cxnLst/>
              <a:rect l="l" t="t" r="r" b="b"/>
              <a:pathLst>
                <a:path w="217" h="169" extrusionOk="0">
                  <a:moveTo>
                    <a:pt x="72" y="0"/>
                  </a:moveTo>
                  <a:lnTo>
                    <a:pt x="24" y="24"/>
                  </a:lnTo>
                  <a:lnTo>
                    <a:pt x="0" y="72"/>
                  </a:lnTo>
                  <a:lnTo>
                    <a:pt x="24" y="97"/>
                  </a:lnTo>
                  <a:lnTo>
                    <a:pt x="96" y="169"/>
                  </a:lnTo>
                  <a:lnTo>
                    <a:pt x="169" y="145"/>
                  </a:lnTo>
                  <a:lnTo>
                    <a:pt x="217" y="145"/>
                  </a:lnTo>
                  <a:lnTo>
                    <a:pt x="217" y="97"/>
                  </a:lnTo>
                  <a:lnTo>
                    <a:pt x="217" y="72"/>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
            <p:cNvSpPr/>
            <p:nvPr/>
          </p:nvSpPr>
          <p:spPr>
            <a:xfrm>
              <a:off x="2147125" y="2233975"/>
              <a:ext cx="3625" cy="4850"/>
            </a:xfrm>
            <a:custGeom>
              <a:avLst/>
              <a:gdLst/>
              <a:ahLst/>
              <a:cxnLst/>
              <a:rect l="l" t="t" r="r" b="b"/>
              <a:pathLst>
                <a:path w="145" h="194" extrusionOk="0">
                  <a:moveTo>
                    <a:pt x="97" y="1"/>
                  </a:moveTo>
                  <a:lnTo>
                    <a:pt x="49" y="25"/>
                  </a:lnTo>
                  <a:lnTo>
                    <a:pt x="0" y="97"/>
                  </a:lnTo>
                  <a:lnTo>
                    <a:pt x="0" y="121"/>
                  </a:lnTo>
                  <a:lnTo>
                    <a:pt x="25" y="169"/>
                  </a:lnTo>
                  <a:lnTo>
                    <a:pt x="49" y="193"/>
                  </a:lnTo>
                  <a:lnTo>
                    <a:pt x="73" y="193"/>
                  </a:lnTo>
                  <a:lnTo>
                    <a:pt x="121" y="169"/>
                  </a:lnTo>
                  <a:lnTo>
                    <a:pt x="145" y="97"/>
                  </a:lnTo>
                  <a:lnTo>
                    <a:pt x="145" y="49"/>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
            <p:cNvSpPr/>
            <p:nvPr/>
          </p:nvSpPr>
          <p:spPr>
            <a:xfrm>
              <a:off x="2052025" y="2302000"/>
              <a:ext cx="4850" cy="4825"/>
            </a:xfrm>
            <a:custGeom>
              <a:avLst/>
              <a:gdLst/>
              <a:ahLst/>
              <a:cxnLst/>
              <a:rect l="l" t="t" r="r" b="b"/>
              <a:pathLst>
                <a:path w="194" h="193" extrusionOk="0">
                  <a:moveTo>
                    <a:pt x="121" y="0"/>
                  </a:moveTo>
                  <a:lnTo>
                    <a:pt x="73" y="24"/>
                  </a:lnTo>
                  <a:lnTo>
                    <a:pt x="1" y="96"/>
                  </a:lnTo>
                  <a:lnTo>
                    <a:pt x="1" y="120"/>
                  </a:lnTo>
                  <a:lnTo>
                    <a:pt x="25" y="144"/>
                  </a:lnTo>
                  <a:lnTo>
                    <a:pt x="73" y="193"/>
                  </a:lnTo>
                  <a:lnTo>
                    <a:pt x="145" y="169"/>
                  </a:lnTo>
                  <a:lnTo>
                    <a:pt x="193" y="144"/>
                  </a:lnTo>
                  <a:lnTo>
                    <a:pt x="193" y="48"/>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
            <p:cNvSpPr/>
            <p:nvPr/>
          </p:nvSpPr>
          <p:spPr>
            <a:xfrm>
              <a:off x="1984625" y="2252650"/>
              <a:ext cx="4250" cy="4225"/>
            </a:xfrm>
            <a:custGeom>
              <a:avLst/>
              <a:gdLst/>
              <a:ahLst/>
              <a:cxnLst/>
              <a:rect l="l" t="t" r="r" b="b"/>
              <a:pathLst>
                <a:path w="170" h="169" extrusionOk="0">
                  <a:moveTo>
                    <a:pt x="49" y="0"/>
                  </a:moveTo>
                  <a:lnTo>
                    <a:pt x="1" y="24"/>
                  </a:lnTo>
                  <a:lnTo>
                    <a:pt x="1" y="48"/>
                  </a:lnTo>
                  <a:lnTo>
                    <a:pt x="1" y="72"/>
                  </a:lnTo>
                  <a:lnTo>
                    <a:pt x="25" y="120"/>
                  </a:lnTo>
                  <a:lnTo>
                    <a:pt x="97" y="169"/>
                  </a:lnTo>
                  <a:lnTo>
                    <a:pt x="121" y="169"/>
                  </a:lnTo>
                  <a:lnTo>
                    <a:pt x="145" y="144"/>
                  </a:lnTo>
                  <a:lnTo>
                    <a:pt x="169" y="96"/>
                  </a:lnTo>
                  <a:lnTo>
                    <a:pt x="145"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
            <p:cNvSpPr/>
            <p:nvPr/>
          </p:nvSpPr>
          <p:spPr>
            <a:xfrm>
              <a:off x="2003275" y="2291750"/>
              <a:ext cx="3650" cy="3650"/>
            </a:xfrm>
            <a:custGeom>
              <a:avLst/>
              <a:gdLst/>
              <a:ahLst/>
              <a:cxnLst/>
              <a:rect l="l" t="t" r="r" b="b"/>
              <a:pathLst>
                <a:path w="146" h="146" extrusionOk="0">
                  <a:moveTo>
                    <a:pt x="97" y="1"/>
                  </a:moveTo>
                  <a:lnTo>
                    <a:pt x="49" y="25"/>
                  </a:lnTo>
                  <a:lnTo>
                    <a:pt x="25" y="25"/>
                  </a:lnTo>
                  <a:lnTo>
                    <a:pt x="1" y="73"/>
                  </a:lnTo>
                  <a:lnTo>
                    <a:pt x="1" y="145"/>
                  </a:lnTo>
                  <a:lnTo>
                    <a:pt x="121" y="145"/>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
            <p:cNvSpPr/>
            <p:nvPr/>
          </p:nvSpPr>
          <p:spPr>
            <a:xfrm>
              <a:off x="1987650" y="2293550"/>
              <a:ext cx="3625" cy="3650"/>
            </a:xfrm>
            <a:custGeom>
              <a:avLst/>
              <a:gdLst/>
              <a:ahLst/>
              <a:cxnLst/>
              <a:rect l="l" t="t" r="r" b="b"/>
              <a:pathLst>
                <a:path w="145" h="146" extrusionOk="0">
                  <a:moveTo>
                    <a:pt x="24" y="1"/>
                  </a:moveTo>
                  <a:lnTo>
                    <a:pt x="0" y="49"/>
                  </a:lnTo>
                  <a:lnTo>
                    <a:pt x="24" y="121"/>
                  </a:lnTo>
                  <a:lnTo>
                    <a:pt x="48" y="145"/>
                  </a:lnTo>
                  <a:lnTo>
                    <a:pt x="96" y="145"/>
                  </a:lnTo>
                  <a:lnTo>
                    <a:pt x="120" y="121"/>
                  </a:lnTo>
                  <a:lnTo>
                    <a:pt x="145" y="73"/>
                  </a:lnTo>
                  <a:lnTo>
                    <a:pt x="120"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
            <p:cNvSpPr/>
            <p:nvPr/>
          </p:nvSpPr>
          <p:spPr>
            <a:xfrm>
              <a:off x="2033975" y="2124450"/>
              <a:ext cx="3050" cy="4225"/>
            </a:xfrm>
            <a:custGeom>
              <a:avLst/>
              <a:gdLst/>
              <a:ahLst/>
              <a:cxnLst/>
              <a:rect l="l" t="t" r="r" b="b"/>
              <a:pathLst>
                <a:path w="122" h="169" extrusionOk="0">
                  <a:moveTo>
                    <a:pt x="25" y="0"/>
                  </a:moveTo>
                  <a:lnTo>
                    <a:pt x="1" y="73"/>
                  </a:lnTo>
                  <a:lnTo>
                    <a:pt x="1" y="121"/>
                  </a:lnTo>
                  <a:lnTo>
                    <a:pt x="25" y="145"/>
                  </a:lnTo>
                  <a:lnTo>
                    <a:pt x="49" y="169"/>
                  </a:lnTo>
                  <a:lnTo>
                    <a:pt x="97"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
            <p:cNvSpPr/>
            <p:nvPr/>
          </p:nvSpPr>
          <p:spPr>
            <a:xfrm>
              <a:off x="2029775" y="2144300"/>
              <a:ext cx="4225" cy="4250"/>
            </a:xfrm>
            <a:custGeom>
              <a:avLst/>
              <a:gdLst/>
              <a:ahLst/>
              <a:cxnLst/>
              <a:rect l="l" t="t" r="r" b="b"/>
              <a:pathLst>
                <a:path w="169" h="170" extrusionOk="0">
                  <a:moveTo>
                    <a:pt x="72" y="1"/>
                  </a:moveTo>
                  <a:lnTo>
                    <a:pt x="24" y="25"/>
                  </a:lnTo>
                  <a:lnTo>
                    <a:pt x="0" y="49"/>
                  </a:lnTo>
                  <a:lnTo>
                    <a:pt x="0" y="97"/>
                  </a:lnTo>
                  <a:lnTo>
                    <a:pt x="24" y="121"/>
                  </a:lnTo>
                  <a:lnTo>
                    <a:pt x="24" y="145"/>
                  </a:lnTo>
                  <a:lnTo>
                    <a:pt x="96" y="169"/>
                  </a:lnTo>
                  <a:lnTo>
                    <a:pt x="145" y="145"/>
                  </a:lnTo>
                  <a:lnTo>
                    <a:pt x="169" y="121"/>
                  </a:lnTo>
                  <a:lnTo>
                    <a:pt x="169" y="97"/>
                  </a:lnTo>
                  <a:lnTo>
                    <a:pt x="145" y="49"/>
                  </a:lnTo>
                  <a:lnTo>
                    <a:pt x="145"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
            <p:cNvSpPr/>
            <p:nvPr/>
          </p:nvSpPr>
          <p:spPr>
            <a:xfrm>
              <a:off x="2000875" y="2179825"/>
              <a:ext cx="4250" cy="4225"/>
            </a:xfrm>
            <a:custGeom>
              <a:avLst/>
              <a:gdLst/>
              <a:ahLst/>
              <a:cxnLst/>
              <a:rect l="l" t="t" r="r" b="b"/>
              <a:pathLst>
                <a:path w="170" h="169" extrusionOk="0">
                  <a:moveTo>
                    <a:pt x="73" y="0"/>
                  </a:moveTo>
                  <a:lnTo>
                    <a:pt x="25" y="48"/>
                  </a:lnTo>
                  <a:lnTo>
                    <a:pt x="1" y="96"/>
                  </a:lnTo>
                  <a:lnTo>
                    <a:pt x="25" y="145"/>
                  </a:lnTo>
                  <a:lnTo>
                    <a:pt x="49" y="169"/>
                  </a:lnTo>
                  <a:lnTo>
                    <a:pt x="97" y="169"/>
                  </a:lnTo>
                  <a:lnTo>
                    <a:pt x="145" y="121"/>
                  </a:lnTo>
                  <a:lnTo>
                    <a:pt x="169" y="48"/>
                  </a:lnTo>
                  <a:lnTo>
                    <a:pt x="145" y="24"/>
                  </a:lnTo>
                  <a:lnTo>
                    <a:pt x="12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
            <p:cNvSpPr/>
            <p:nvPr/>
          </p:nvSpPr>
          <p:spPr>
            <a:xfrm>
              <a:off x="2037600" y="2181625"/>
              <a:ext cx="3625" cy="4225"/>
            </a:xfrm>
            <a:custGeom>
              <a:avLst/>
              <a:gdLst/>
              <a:ahLst/>
              <a:cxnLst/>
              <a:rect l="l" t="t" r="r" b="b"/>
              <a:pathLst>
                <a:path w="145" h="169" extrusionOk="0">
                  <a:moveTo>
                    <a:pt x="72" y="0"/>
                  </a:moveTo>
                  <a:lnTo>
                    <a:pt x="24" y="49"/>
                  </a:lnTo>
                  <a:lnTo>
                    <a:pt x="0" y="73"/>
                  </a:lnTo>
                  <a:lnTo>
                    <a:pt x="24" y="121"/>
                  </a:lnTo>
                  <a:lnTo>
                    <a:pt x="48" y="145"/>
                  </a:lnTo>
                  <a:lnTo>
                    <a:pt x="72" y="169"/>
                  </a:lnTo>
                  <a:lnTo>
                    <a:pt x="121" y="169"/>
                  </a:lnTo>
                  <a:lnTo>
                    <a:pt x="145" y="121"/>
                  </a:lnTo>
                  <a:lnTo>
                    <a:pt x="145" y="73"/>
                  </a:lnTo>
                  <a:lnTo>
                    <a:pt x="121" y="49"/>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
            <p:cNvSpPr/>
            <p:nvPr/>
          </p:nvSpPr>
          <p:spPr>
            <a:xfrm>
              <a:off x="2096575" y="2193050"/>
              <a:ext cx="5425" cy="4250"/>
            </a:xfrm>
            <a:custGeom>
              <a:avLst/>
              <a:gdLst/>
              <a:ahLst/>
              <a:cxnLst/>
              <a:rect l="l" t="t" r="r" b="b"/>
              <a:pathLst>
                <a:path w="217" h="170" extrusionOk="0">
                  <a:moveTo>
                    <a:pt x="193" y="1"/>
                  </a:moveTo>
                  <a:lnTo>
                    <a:pt x="121" y="25"/>
                  </a:lnTo>
                  <a:lnTo>
                    <a:pt x="73" y="49"/>
                  </a:lnTo>
                  <a:lnTo>
                    <a:pt x="0" y="169"/>
                  </a:lnTo>
                  <a:lnTo>
                    <a:pt x="73" y="145"/>
                  </a:lnTo>
                  <a:lnTo>
                    <a:pt x="145" y="121"/>
                  </a:lnTo>
                  <a:lnTo>
                    <a:pt x="193" y="73"/>
                  </a:lnTo>
                  <a:lnTo>
                    <a:pt x="217" y="49"/>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
            <p:cNvSpPr/>
            <p:nvPr/>
          </p:nvSpPr>
          <p:spPr>
            <a:xfrm>
              <a:off x="1988250" y="2172000"/>
              <a:ext cx="4225" cy="4225"/>
            </a:xfrm>
            <a:custGeom>
              <a:avLst/>
              <a:gdLst/>
              <a:ahLst/>
              <a:cxnLst/>
              <a:rect l="l" t="t" r="r" b="b"/>
              <a:pathLst>
                <a:path w="169" h="169" extrusionOk="0">
                  <a:moveTo>
                    <a:pt x="0" y="0"/>
                  </a:moveTo>
                  <a:lnTo>
                    <a:pt x="0" y="24"/>
                  </a:lnTo>
                  <a:lnTo>
                    <a:pt x="0" y="48"/>
                  </a:lnTo>
                  <a:lnTo>
                    <a:pt x="48" y="121"/>
                  </a:lnTo>
                  <a:lnTo>
                    <a:pt x="121" y="169"/>
                  </a:lnTo>
                  <a:lnTo>
                    <a:pt x="145" y="169"/>
                  </a:lnTo>
                  <a:lnTo>
                    <a:pt x="169" y="121"/>
                  </a:lnTo>
                  <a:lnTo>
                    <a:pt x="121"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
            <p:cNvSpPr/>
            <p:nvPr/>
          </p:nvSpPr>
          <p:spPr>
            <a:xfrm>
              <a:off x="1999675" y="2244825"/>
              <a:ext cx="3025" cy="3625"/>
            </a:xfrm>
            <a:custGeom>
              <a:avLst/>
              <a:gdLst/>
              <a:ahLst/>
              <a:cxnLst/>
              <a:rect l="l" t="t" r="r" b="b"/>
              <a:pathLst>
                <a:path w="121" h="145" extrusionOk="0">
                  <a:moveTo>
                    <a:pt x="97" y="0"/>
                  </a:moveTo>
                  <a:lnTo>
                    <a:pt x="25" y="24"/>
                  </a:lnTo>
                  <a:lnTo>
                    <a:pt x="1" y="72"/>
                  </a:lnTo>
                  <a:lnTo>
                    <a:pt x="25" y="96"/>
                  </a:lnTo>
                  <a:lnTo>
                    <a:pt x="49" y="144"/>
                  </a:lnTo>
                  <a:lnTo>
                    <a:pt x="121" y="144"/>
                  </a:lnTo>
                  <a:lnTo>
                    <a:pt x="121" y="96"/>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
            <p:cNvSpPr/>
            <p:nvPr/>
          </p:nvSpPr>
          <p:spPr>
            <a:xfrm>
              <a:off x="2074300" y="2235175"/>
              <a:ext cx="3025" cy="4850"/>
            </a:xfrm>
            <a:custGeom>
              <a:avLst/>
              <a:gdLst/>
              <a:ahLst/>
              <a:cxnLst/>
              <a:rect l="l" t="t" r="r" b="b"/>
              <a:pathLst>
                <a:path w="121" h="194" extrusionOk="0">
                  <a:moveTo>
                    <a:pt x="25" y="1"/>
                  </a:moveTo>
                  <a:lnTo>
                    <a:pt x="1" y="49"/>
                  </a:lnTo>
                  <a:lnTo>
                    <a:pt x="1" y="121"/>
                  </a:lnTo>
                  <a:lnTo>
                    <a:pt x="49" y="169"/>
                  </a:lnTo>
                  <a:lnTo>
                    <a:pt x="73" y="193"/>
                  </a:lnTo>
                  <a:lnTo>
                    <a:pt x="121" y="169"/>
                  </a:lnTo>
                  <a:lnTo>
                    <a:pt x="121" y="145"/>
                  </a:lnTo>
                  <a:lnTo>
                    <a:pt x="121" y="73"/>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
            <p:cNvSpPr/>
            <p:nvPr/>
          </p:nvSpPr>
          <p:spPr>
            <a:xfrm>
              <a:off x="2051425" y="2137700"/>
              <a:ext cx="3650" cy="3625"/>
            </a:xfrm>
            <a:custGeom>
              <a:avLst/>
              <a:gdLst/>
              <a:ahLst/>
              <a:cxnLst/>
              <a:rect l="l" t="t" r="r" b="b"/>
              <a:pathLst>
                <a:path w="146" h="145" extrusionOk="0">
                  <a:moveTo>
                    <a:pt x="49" y="0"/>
                  </a:moveTo>
                  <a:lnTo>
                    <a:pt x="1" y="48"/>
                  </a:lnTo>
                  <a:lnTo>
                    <a:pt x="1" y="72"/>
                  </a:lnTo>
                  <a:lnTo>
                    <a:pt x="1" y="96"/>
                  </a:lnTo>
                  <a:lnTo>
                    <a:pt x="49" y="144"/>
                  </a:lnTo>
                  <a:lnTo>
                    <a:pt x="121" y="120"/>
                  </a:lnTo>
                  <a:lnTo>
                    <a:pt x="145" y="72"/>
                  </a:lnTo>
                  <a:lnTo>
                    <a:pt x="121"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
            <p:cNvSpPr/>
            <p:nvPr/>
          </p:nvSpPr>
          <p:spPr>
            <a:xfrm>
              <a:off x="2019525" y="2223750"/>
              <a:ext cx="3050" cy="4250"/>
            </a:xfrm>
            <a:custGeom>
              <a:avLst/>
              <a:gdLst/>
              <a:ahLst/>
              <a:cxnLst/>
              <a:rect l="l" t="t" r="r" b="b"/>
              <a:pathLst>
                <a:path w="122" h="170" extrusionOk="0">
                  <a:moveTo>
                    <a:pt x="73" y="0"/>
                  </a:moveTo>
                  <a:lnTo>
                    <a:pt x="25" y="25"/>
                  </a:lnTo>
                  <a:lnTo>
                    <a:pt x="1" y="49"/>
                  </a:lnTo>
                  <a:lnTo>
                    <a:pt x="1" y="121"/>
                  </a:lnTo>
                  <a:lnTo>
                    <a:pt x="49" y="145"/>
                  </a:lnTo>
                  <a:lnTo>
                    <a:pt x="73" y="169"/>
                  </a:lnTo>
                  <a:lnTo>
                    <a:pt x="73"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
            <p:cNvSpPr/>
            <p:nvPr/>
          </p:nvSpPr>
          <p:spPr>
            <a:xfrm>
              <a:off x="2043000" y="2252025"/>
              <a:ext cx="4250" cy="3650"/>
            </a:xfrm>
            <a:custGeom>
              <a:avLst/>
              <a:gdLst/>
              <a:ahLst/>
              <a:cxnLst/>
              <a:rect l="l" t="t" r="r" b="b"/>
              <a:pathLst>
                <a:path w="170" h="146" extrusionOk="0">
                  <a:moveTo>
                    <a:pt x="73" y="1"/>
                  </a:moveTo>
                  <a:lnTo>
                    <a:pt x="25" y="49"/>
                  </a:lnTo>
                  <a:lnTo>
                    <a:pt x="1" y="97"/>
                  </a:lnTo>
                  <a:lnTo>
                    <a:pt x="25" y="121"/>
                  </a:lnTo>
                  <a:lnTo>
                    <a:pt x="49" y="145"/>
                  </a:lnTo>
                  <a:lnTo>
                    <a:pt x="97" y="145"/>
                  </a:lnTo>
                  <a:lnTo>
                    <a:pt x="145" y="97"/>
                  </a:lnTo>
                  <a:lnTo>
                    <a:pt x="169"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
            <p:cNvSpPr/>
            <p:nvPr/>
          </p:nvSpPr>
          <p:spPr>
            <a:xfrm>
              <a:off x="2012925" y="2342900"/>
              <a:ext cx="3625" cy="3650"/>
            </a:xfrm>
            <a:custGeom>
              <a:avLst/>
              <a:gdLst/>
              <a:ahLst/>
              <a:cxnLst/>
              <a:rect l="l" t="t" r="r" b="b"/>
              <a:pathLst>
                <a:path w="145" h="146" extrusionOk="0">
                  <a:moveTo>
                    <a:pt x="72" y="1"/>
                  </a:moveTo>
                  <a:lnTo>
                    <a:pt x="24" y="25"/>
                  </a:lnTo>
                  <a:lnTo>
                    <a:pt x="24" y="49"/>
                  </a:lnTo>
                  <a:lnTo>
                    <a:pt x="0" y="97"/>
                  </a:lnTo>
                  <a:lnTo>
                    <a:pt x="24" y="145"/>
                  </a:lnTo>
                  <a:lnTo>
                    <a:pt x="96" y="145"/>
                  </a:lnTo>
                  <a:lnTo>
                    <a:pt x="145" y="121"/>
                  </a:lnTo>
                  <a:lnTo>
                    <a:pt x="145" y="73"/>
                  </a:lnTo>
                  <a:lnTo>
                    <a:pt x="121"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
            <p:cNvSpPr/>
            <p:nvPr/>
          </p:nvSpPr>
          <p:spPr>
            <a:xfrm>
              <a:off x="2083325" y="2210500"/>
              <a:ext cx="3050" cy="3650"/>
            </a:xfrm>
            <a:custGeom>
              <a:avLst/>
              <a:gdLst/>
              <a:ahLst/>
              <a:cxnLst/>
              <a:rect l="l" t="t" r="r" b="b"/>
              <a:pathLst>
                <a:path w="122" h="146" extrusionOk="0">
                  <a:moveTo>
                    <a:pt x="25" y="1"/>
                  </a:moveTo>
                  <a:lnTo>
                    <a:pt x="1" y="49"/>
                  </a:lnTo>
                  <a:lnTo>
                    <a:pt x="1" y="73"/>
                  </a:lnTo>
                  <a:lnTo>
                    <a:pt x="1" y="121"/>
                  </a:lnTo>
                  <a:lnTo>
                    <a:pt x="25" y="145"/>
                  </a:lnTo>
                  <a:lnTo>
                    <a:pt x="97" y="145"/>
                  </a:lnTo>
                  <a:lnTo>
                    <a:pt x="121"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
            <p:cNvSpPr/>
            <p:nvPr/>
          </p:nvSpPr>
          <p:spPr>
            <a:xfrm>
              <a:off x="1940700" y="2197875"/>
              <a:ext cx="3025" cy="3625"/>
            </a:xfrm>
            <a:custGeom>
              <a:avLst/>
              <a:gdLst/>
              <a:ahLst/>
              <a:cxnLst/>
              <a:rect l="l" t="t" r="r" b="b"/>
              <a:pathLst>
                <a:path w="121" h="145" extrusionOk="0">
                  <a:moveTo>
                    <a:pt x="73" y="0"/>
                  </a:moveTo>
                  <a:lnTo>
                    <a:pt x="24" y="24"/>
                  </a:lnTo>
                  <a:lnTo>
                    <a:pt x="0" y="73"/>
                  </a:lnTo>
                  <a:lnTo>
                    <a:pt x="0" y="97"/>
                  </a:lnTo>
                  <a:lnTo>
                    <a:pt x="0" y="121"/>
                  </a:lnTo>
                  <a:lnTo>
                    <a:pt x="48" y="145"/>
                  </a:lnTo>
                  <a:lnTo>
                    <a:pt x="97" y="145"/>
                  </a:lnTo>
                  <a:lnTo>
                    <a:pt x="121" y="121"/>
                  </a:lnTo>
                  <a:lnTo>
                    <a:pt x="121" y="73"/>
                  </a:lnTo>
                  <a:lnTo>
                    <a:pt x="121"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
            <p:cNvSpPr/>
            <p:nvPr/>
          </p:nvSpPr>
          <p:spPr>
            <a:xfrm>
              <a:off x="2000275" y="2276700"/>
              <a:ext cx="4850" cy="3050"/>
            </a:xfrm>
            <a:custGeom>
              <a:avLst/>
              <a:gdLst/>
              <a:ahLst/>
              <a:cxnLst/>
              <a:rect l="l" t="t" r="r" b="b"/>
              <a:pathLst>
                <a:path w="194" h="122" extrusionOk="0">
                  <a:moveTo>
                    <a:pt x="49" y="1"/>
                  </a:moveTo>
                  <a:lnTo>
                    <a:pt x="1" y="49"/>
                  </a:lnTo>
                  <a:lnTo>
                    <a:pt x="1" y="73"/>
                  </a:lnTo>
                  <a:lnTo>
                    <a:pt x="25" y="97"/>
                  </a:lnTo>
                  <a:lnTo>
                    <a:pt x="97" y="121"/>
                  </a:lnTo>
                  <a:lnTo>
                    <a:pt x="193" y="97"/>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
            <p:cNvSpPr/>
            <p:nvPr/>
          </p:nvSpPr>
          <p:spPr>
            <a:xfrm>
              <a:off x="2120050" y="2191250"/>
              <a:ext cx="3025" cy="4250"/>
            </a:xfrm>
            <a:custGeom>
              <a:avLst/>
              <a:gdLst/>
              <a:ahLst/>
              <a:cxnLst/>
              <a:rect l="l" t="t" r="r" b="b"/>
              <a:pathLst>
                <a:path w="121" h="170" extrusionOk="0">
                  <a:moveTo>
                    <a:pt x="72" y="1"/>
                  </a:moveTo>
                  <a:lnTo>
                    <a:pt x="24" y="25"/>
                  </a:lnTo>
                  <a:lnTo>
                    <a:pt x="0" y="49"/>
                  </a:lnTo>
                  <a:lnTo>
                    <a:pt x="0" y="97"/>
                  </a:lnTo>
                  <a:lnTo>
                    <a:pt x="0" y="145"/>
                  </a:lnTo>
                  <a:lnTo>
                    <a:pt x="24" y="169"/>
                  </a:lnTo>
                  <a:lnTo>
                    <a:pt x="96" y="169"/>
                  </a:lnTo>
                  <a:lnTo>
                    <a:pt x="96" y="121"/>
                  </a:lnTo>
                  <a:lnTo>
                    <a:pt x="121" y="73"/>
                  </a:lnTo>
                  <a:lnTo>
                    <a:pt x="96"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
            <p:cNvSpPr/>
            <p:nvPr/>
          </p:nvSpPr>
          <p:spPr>
            <a:xfrm>
              <a:off x="2014125" y="2188250"/>
              <a:ext cx="3025" cy="4225"/>
            </a:xfrm>
            <a:custGeom>
              <a:avLst/>
              <a:gdLst/>
              <a:ahLst/>
              <a:cxnLst/>
              <a:rect l="l" t="t" r="r" b="b"/>
              <a:pathLst>
                <a:path w="121" h="169" extrusionOk="0">
                  <a:moveTo>
                    <a:pt x="48" y="0"/>
                  </a:moveTo>
                  <a:lnTo>
                    <a:pt x="24" y="24"/>
                  </a:lnTo>
                  <a:lnTo>
                    <a:pt x="0" y="72"/>
                  </a:lnTo>
                  <a:lnTo>
                    <a:pt x="0" y="121"/>
                  </a:lnTo>
                  <a:lnTo>
                    <a:pt x="24" y="169"/>
                  </a:lnTo>
                  <a:lnTo>
                    <a:pt x="73" y="169"/>
                  </a:lnTo>
                  <a:lnTo>
                    <a:pt x="97" y="145"/>
                  </a:lnTo>
                  <a:lnTo>
                    <a:pt x="121"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
            <p:cNvSpPr/>
            <p:nvPr/>
          </p:nvSpPr>
          <p:spPr>
            <a:xfrm>
              <a:off x="2094175" y="2245425"/>
              <a:ext cx="3025" cy="4225"/>
            </a:xfrm>
            <a:custGeom>
              <a:avLst/>
              <a:gdLst/>
              <a:ahLst/>
              <a:cxnLst/>
              <a:rect l="l" t="t" r="r" b="b"/>
              <a:pathLst>
                <a:path w="121" h="169" extrusionOk="0">
                  <a:moveTo>
                    <a:pt x="72" y="0"/>
                  </a:moveTo>
                  <a:lnTo>
                    <a:pt x="24" y="24"/>
                  </a:lnTo>
                  <a:lnTo>
                    <a:pt x="0" y="72"/>
                  </a:lnTo>
                  <a:lnTo>
                    <a:pt x="24" y="145"/>
                  </a:lnTo>
                  <a:lnTo>
                    <a:pt x="48" y="169"/>
                  </a:lnTo>
                  <a:lnTo>
                    <a:pt x="96" y="145"/>
                  </a:lnTo>
                  <a:lnTo>
                    <a:pt x="120" y="96"/>
                  </a:lnTo>
                  <a:lnTo>
                    <a:pt x="120" y="48"/>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
            <p:cNvSpPr/>
            <p:nvPr/>
          </p:nvSpPr>
          <p:spPr>
            <a:xfrm>
              <a:off x="2052625" y="2259850"/>
              <a:ext cx="3650" cy="3050"/>
            </a:xfrm>
            <a:custGeom>
              <a:avLst/>
              <a:gdLst/>
              <a:ahLst/>
              <a:cxnLst/>
              <a:rect l="l" t="t" r="r" b="b"/>
              <a:pathLst>
                <a:path w="146" h="122" extrusionOk="0">
                  <a:moveTo>
                    <a:pt x="73" y="1"/>
                  </a:moveTo>
                  <a:lnTo>
                    <a:pt x="49" y="25"/>
                  </a:lnTo>
                  <a:lnTo>
                    <a:pt x="1" y="49"/>
                  </a:lnTo>
                  <a:lnTo>
                    <a:pt x="1" y="73"/>
                  </a:lnTo>
                  <a:lnTo>
                    <a:pt x="25" y="97"/>
                  </a:lnTo>
                  <a:lnTo>
                    <a:pt x="73" y="121"/>
                  </a:lnTo>
                  <a:lnTo>
                    <a:pt x="121" y="97"/>
                  </a:lnTo>
                  <a:lnTo>
                    <a:pt x="145" y="49"/>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
            <p:cNvSpPr/>
            <p:nvPr/>
          </p:nvSpPr>
          <p:spPr>
            <a:xfrm>
              <a:off x="2051425" y="2373600"/>
              <a:ext cx="3050" cy="2425"/>
            </a:xfrm>
            <a:custGeom>
              <a:avLst/>
              <a:gdLst/>
              <a:ahLst/>
              <a:cxnLst/>
              <a:rect l="l" t="t" r="r" b="b"/>
              <a:pathLst>
                <a:path w="122" h="97" extrusionOk="0">
                  <a:moveTo>
                    <a:pt x="73" y="1"/>
                  </a:moveTo>
                  <a:lnTo>
                    <a:pt x="25" y="25"/>
                  </a:lnTo>
                  <a:lnTo>
                    <a:pt x="1" y="49"/>
                  </a:lnTo>
                  <a:lnTo>
                    <a:pt x="25" y="97"/>
                  </a:lnTo>
                  <a:lnTo>
                    <a:pt x="97" y="97"/>
                  </a:lnTo>
                  <a:lnTo>
                    <a:pt x="121"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
            <p:cNvSpPr/>
            <p:nvPr/>
          </p:nvSpPr>
          <p:spPr>
            <a:xfrm>
              <a:off x="1994250" y="2134675"/>
              <a:ext cx="3050" cy="2425"/>
            </a:xfrm>
            <a:custGeom>
              <a:avLst/>
              <a:gdLst/>
              <a:ahLst/>
              <a:cxnLst/>
              <a:rect l="l" t="t" r="r" b="b"/>
              <a:pathLst>
                <a:path w="122" h="97" extrusionOk="0">
                  <a:moveTo>
                    <a:pt x="1" y="1"/>
                  </a:moveTo>
                  <a:lnTo>
                    <a:pt x="1" y="49"/>
                  </a:lnTo>
                  <a:lnTo>
                    <a:pt x="25" y="97"/>
                  </a:lnTo>
                  <a:lnTo>
                    <a:pt x="121" y="97"/>
                  </a:lnTo>
                  <a:lnTo>
                    <a:pt x="121" y="73"/>
                  </a:lnTo>
                  <a:lnTo>
                    <a:pt x="97"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
            <p:cNvSpPr/>
            <p:nvPr/>
          </p:nvSpPr>
          <p:spPr>
            <a:xfrm>
              <a:off x="2033975" y="2134675"/>
              <a:ext cx="3650" cy="3050"/>
            </a:xfrm>
            <a:custGeom>
              <a:avLst/>
              <a:gdLst/>
              <a:ahLst/>
              <a:cxnLst/>
              <a:rect l="l" t="t" r="r" b="b"/>
              <a:pathLst>
                <a:path w="146" h="122" extrusionOk="0">
                  <a:moveTo>
                    <a:pt x="49" y="1"/>
                  </a:moveTo>
                  <a:lnTo>
                    <a:pt x="1" y="25"/>
                  </a:lnTo>
                  <a:lnTo>
                    <a:pt x="1" y="73"/>
                  </a:lnTo>
                  <a:lnTo>
                    <a:pt x="25" y="97"/>
                  </a:lnTo>
                  <a:lnTo>
                    <a:pt x="49" y="121"/>
                  </a:lnTo>
                  <a:lnTo>
                    <a:pt x="121" y="121"/>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
            <p:cNvSpPr/>
            <p:nvPr/>
          </p:nvSpPr>
          <p:spPr>
            <a:xfrm>
              <a:off x="2005100" y="2137700"/>
              <a:ext cx="3025" cy="3625"/>
            </a:xfrm>
            <a:custGeom>
              <a:avLst/>
              <a:gdLst/>
              <a:ahLst/>
              <a:cxnLst/>
              <a:rect l="l" t="t" r="r" b="b"/>
              <a:pathLst>
                <a:path w="121" h="145" extrusionOk="0">
                  <a:moveTo>
                    <a:pt x="48" y="0"/>
                  </a:moveTo>
                  <a:lnTo>
                    <a:pt x="0" y="24"/>
                  </a:lnTo>
                  <a:lnTo>
                    <a:pt x="0" y="72"/>
                  </a:lnTo>
                  <a:lnTo>
                    <a:pt x="0" y="120"/>
                  </a:lnTo>
                  <a:lnTo>
                    <a:pt x="48" y="144"/>
                  </a:lnTo>
                  <a:lnTo>
                    <a:pt x="96" y="144"/>
                  </a:lnTo>
                  <a:lnTo>
                    <a:pt x="121" y="120"/>
                  </a:lnTo>
                  <a:lnTo>
                    <a:pt x="121" y="72"/>
                  </a:lnTo>
                  <a:lnTo>
                    <a:pt x="96"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
            <p:cNvSpPr/>
            <p:nvPr/>
          </p:nvSpPr>
          <p:spPr>
            <a:xfrm>
              <a:off x="2133275" y="2167775"/>
              <a:ext cx="3050" cy="3650"/>
            </a:xfrm>
            <a:custGeom>
              <a:avLst/>
              <a:gdLst/>
              <a:ahLst/>
              <a:cxnLst/>
              <a:rect l="l" t="t" r="r" b="b"/>
              <a:pathLst>
                <a:path w="122" h="146" extrusionOk="0">
                  <a:moveTo>
                    <a:pt x="49" y="1"/>
                  </a:moveTo>
                  <a:lnTo>
                    <a:pt x="25" y="25"/>
                  </a:lnTo>
                  <a:lnTo>
                    <a:pt x="1" y="49"/>
                  </a:lnTo>
                  <a:lnTo>
                    <a:pt x="1" y="97"/>
                  </a:lnTo>
                  <a:lnTo>
                    <a:pt x="73" y="145"/>
                  </a:lnTo>
                  <a:lnTo>
                    <a:pt x="97" y="121"/>
                  </a:lnTo>
                  <a:lnTo>
                    <a:pt x="121" y="121"/>
                  </a:lnTo>
                  <a:lnTo>
                    <a:pt x="97"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
            <p:cNvSpPr/>
            <p:nvPr/>
          </p:nvSpPr>
          <p:spPr>
            <a:xfrm>
              <a:off x="2011725" y="2258050"/>
              <a:ext cx="3025" cy="3050"/>
            </a:xfrm>
            <a:custGeom>
              <a:avLst/>
              <a:gdLst/>
              <a:ahLst/>
              <a:cxnLst/>
              <a:rect l="l" t="t" r="r" b="b"/>
              <a:pathLst>
                <a:path w="121" h="122" extrusionOk="0">
                  <a:moveTo>
                    <a:pt x="48" y="1"/>
                  </a:moveTo>
                  <a:lnTo>
                    <a:pt x="24" y="25"/>
                  </a:lnTo>
                  <a:lnTo>
                    <a:pt x="0" y="73"/>
                  </a:lnTo>
                  <a:lnTo>
                    <a:pt x="24" y="121"/>
                  </a:lnTo>
                  <a:lnTo>
                    <a:pt x="72" y="121"/>
                  </a:lnTo>
                  <a:lnTo>
                    <a:pt x="120" y="97"/>
                  </a:lnTo>
                  <a:lnTo>
                    <a:pt x="120" y="49"/>
                  </a:lnTo>
                  <a:lnTo>
                    <a:pt x="96"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
            <p:cNvSpPr/>
            <p:nvPr/>
          </p:nvSpPr>
          <p:spPr>
            <a:xfrm>
              <a:off x="2112225" y="2256250"/>
              <a:ext cx="3025" cy="2425"/>
            </a:xfrm>
            <a:custGeom>
              <a:avLst/>
              <a:gdLst/>
              <a:ahLst/>
              <a:cxnLst/>
              <a:rect l="l" t="t" r="r" b="b"/>
              <a:pathLst>
                <a:path w="121" h="97" extrusionOk="0">
                  <a:moveTo>
                    <a:pt x="48" y="0"/>
                  </a:moveTo>
                  <a:lnTo>
                    <a:pt x="24" y="25"/>
                  </a:lnTo>
                  <a:lnTo>
                    <a:pt x="0" y="49"/>
                  </a:lnTo>
                  <a:lnTo>
                    <a:pt x="0" y="97"/>
                  </a:lnTo>
                  <a:lnTo>
                    <a:pt x="97" y="97"/>
                  </a:lnTo>
                  <a:lnTo>
                    <a:pt x="121" y="49"/>
                  </a:lnTo>
                  <a:lnTo>
                    <a:pt x="97" y="25"/>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
            <p:cNvSpPr/>
            <p:nvPr/>
          </p:nvSpPr>
          <p:spPr>
            <a:xfrm>
              <a:off x="2129075" y="2193050"/>
              <a:ext cx="3025" cy="3050"/>
            </a:xfrm>
            <a:custGeom>
              <a:avLst/>
              <a:gdLst/>
              <a:ahLst/>
              <a:cxnLst/>
              <a:rect l="l" t="t" r="r" b="b"/>
              <a:pathLst>
                <a:path w="121" h="122" extrusionOk="0">
                  <a:moveTo>
                    <a:pt x="48" y="1"/>
                  </a:moveTo>
                  <a:lnTo>
                    <a:pt x="0" y="25"/>
                  </a:lnTo>
                  <a:lnTo>
                    <a:pt x="0" y="73"/>
                  </a:lnTo>
                  <a:lnTo>
                    <a:pt x="24" y="97"/>
                  </a:lnTo>
                  <a:lnTo>
                    <a:pt x="73" y="121"/>
                  </a:lnTo>
                  <a:lnTo>
                    <a:pt x="121" y="97"/>
                  </a:lnTo>
                  <a:lnTo>
                    <a:pt x="121" y="49"/>
                  </a:lnTo>
                  <a:lnTo>
                    <a:pt x="97"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
            <p:cNvSpPr/>
            <p:nvPr/>
          </p:nvSpPr>
          <p:spPr>
            <a:xfrm>
              <a:off x="1965375" y="2152725"/>
              <a:ext cx="2425" cy="3050"/>
            </a:xfrm>
            <a:custGeom>
              <a:avLst/>
              <a:gdLst/>
              <a:ahLst/>
              <a:cxnLst/>
              <a:rect l="l" t="t" r="r" b="b"/>
              <a:pathLst>
                <a:path w="97" h="122" extrusionOk="0">
                  <a:moveTo>
                    <a:pt x="24" y="1"/>
                  </a:moveTo>
                  <a:lnTo>
                    <a:pt x="0" y="49"/>
                  </a:lnTo>
                  <a:lnTo>
                    <a:pt x="24" y="97"/>
                  </a:lnTo>
                  <a:lnTo>
                    <a:pt x="49" y="121"/>
                  </a:lnTo>
                  <a:lnTo>
                    <a:pt x="73" y="121"/>
                  </a:lnTo>
                  <a:lnTo>
                    <a:pt x="97" y="73"/>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
            <p:cNvSpPr/>
            <p:nvPr/>
          </p:nvSpPr>
          <p:spPr>
            <a:xfrm>
              <a:off x="2085750" y="2293550"/>
              <a:ext cx="3025" cy="3050"/>
            </a:xfrm>
            <a:custGeom>
              <a:avLst/>
              <a:gdLst/>
              <a:ahLst/>
              <a:cxnLst/>
              <a:rect l="l" t="t" r="r" b="b"/>
              <a:pathLst>
                <a:path w="121" h="122" extrusionOk="0">
                  <a:moveTo>
                    <a:pt x="0" y="1"/>
                  </a:moveTo>
                  <a:lnTo>
                    <a:pt x="0" y="49"/>
                  </a:lnTo>
                  <a:lnTo>
                    <a:pt x="48" y="97"/>
                  </a:lnTo>
                  <a:lnTo>
                    <a:pt x="72" y="121"/>
                  </a:lnTo>
                  <a:lnTo>
                    <a:pt x="96" y="97"/>
                  </a:lnTo>
                  <a:lnTo>
                    <a:pt x="120" y="73"/>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
            <p:cNvSpPr/>
            <p:nvPr/>
          </p:nvSpPr>
          <p:spPr>
            <a:xfrm>
              <a:off x="2073100" y="2267675"/>
              <a:ext cx="2425" cy="2450"/>
            </a:xfrm>
            <a:custGeom>
              <a:avLst/>
              <a:gdLst/>
              <a:ahLst/>
              <a:cxnLst/>
              <a:rect l="l" t="t" r="r" b="b"/>
              <a:pathLst>
                <a:path w="97" h="98" extrusionOk="0">
                  <a:moveTo>
                    <a:pt x="49" y="1"/>
                  </a:moveTo>
                  <a:lnTo>
                    <a:pt x="25" y="25"/>
                  </a:lnTo>
                  <a:lnTo>
                    <a:pt x="0" y="49"/>
                  </a:lnTo>
                  <a:lnTo>
                    <a:pt x="0" y="73"/>
                  </a:lnTo>
                  <a:lnTo>
                    <a:pt x="49" y="97"/>
                  </a:lnTo>
                  <a:lnTo>
                    <a:pt x="73" y="97"/>
                  </a:lnTo>
                  <a:lnTo>
                    <a:pt x="97" y="49"/>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
            <p:cNvSpPr/>
            <p:nvPr/>
          </p:nvSpPr>
          <p:spPr>
            <a:xfrm>
              <a:off x="2075500" y="2203300"/>
              <a:ext cx="3050" cy="2425"/>
            </a:xfrm>
            <a:custGeom>
              <a:avLst/>
              <a:gdLst/>
              <a:ahLst/>
              <a:cxnLst/>
              <a:rect l="l" t="t" r="r" b="b"/>
              <a:pathLst>
                <a:path w="122" h="97" extrusionOk="0">
                  <a:moveTo>
                    <a:pt x="49" y="0"/>
                  </a:moveTo>
                  <a:lnTo>
                    <a:pt x="1" y="24"/>
                  </a:lnTo>
                  <a:lnTo>
                    <a:pt x="1" y="48"/>
                  </a:lnTo>
                  <a:lnTo>
                    <a:pt x="25" y="72"/>
                  </a:lnTo>
                  <a:lnTo>
                    <a:pt x="49" y="96"/>
                  </a:lnTo>
                  <a:lnTo>
                    <a:pt x="97" y="72"/>
                  </a:lnTo>
                  <a:lnTo>
                    <a:pt x="121"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
            <p:cNvSpPr/>
            <p:nvPr/>
          </p:nvSpPr>
          <p:spPr>
            <a:xfrm>
              <a:off x="1944300" y="2209900"/>
              <a:ext cx="2450" cy="3050"/>
            </a:xfrm>
            <a:custGeom>
              <a:avLst/>
              <a:gdLst/>
              <a:ahLst/>
              <a:cxnLst/>
              <a:rect l="l" t="t" r="r" b="b"/>
              <a:pathLst>
                <a:path w="98" h="122" extrusionOk="0">
                  <a:moveTo>
                    <a:pt x="49" y="1"/>
                  </a:moveTo>
                  <a:lnTo>
                    <a:pt x="1" y="25"/>
                  </a:lnTo>
                  <a:lnTo>
                    <a:pt x="1" y="73"/>
                  </a:lnTo>
                  <a:lnTo>
                    <a:pt x="25" y="97"/>
                  </a:lnTo>
                  <a:lnTo>
                    <a:pt x="73" y="121"/>
                  </a:lnTo>
                  <a:lnTo>
                    <a:pt x="97" y="97"/>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
            <p:cNvSpPr/>
            <p:nvPr/>
          </p:nvSpPr>
          <p:spPr>
            <a:xfrm>
              <a:off x="2014125" y="2136475"/>
              <a:ext cx="2425" cy="3050"/>
            </a:xfrm>
            <a:custGeom>
              <a:avLst/>
              <a:gdLst/>
              <a:ahLst/>
              <a:cxnLst/>
              <a:rect l="l" t="t" r="r" b="b"/>
              <a:pathLst>
                <a:path w="97" h="122" extrusionOk="0">
                  <a:moveTo>
                    <a:pt x="24" y="1"/>
                  </a:moveTo>
                  <a:lnTo>
                    <a:pt x="0" y="25"/>
                  </a:lnTo>
                  <a:lnTo>
                    <a:pt x="0" y="73"/>
                  </a:lnTo>
                  <a:lnTo>
                    <a:pt x="24" y="121"/>
                  </a:lnTo>
                  <a:lnTo>
                    <a:pt x="48" y="97"/>
                  </a:lnTo>
                  <a:lnTo>
                    <a:pt x="97"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
            <p:cNvSpPr/>
            <p:nvPr/>
          </p:nvSpPr>
          <p:spPr>
            <a:xfrm>
              <a:off x="2099575" y="2264675"/>
              <a:ext cx="2425" cy="2425"/>
            </a:xfrm>
            <a:custGeom>
              <a:avLst/>
              <a:gdLst/>
              <a:ahLst/>
              <a:cxnLst/>
              <a:rect l="l" t="t" r="r" b="b"/>
              <a:pathLst>
                <a:path w="97" h="97" extrusionOk="0">
                  <a:moveTo>
                    <a:pt x="25" y="0"/>
                  </a:moveTo>
                  <a:lnTo>
                    <a:pt x="1" y="25"/>
                  </a:lnTo>
                  <a:lnTo>
                    <a:pt x="1" y="73"/>
                  </a:lnTo>
                  <a:lnTo>
                    <a:pt x="25" y="97"/>
                  </a:lnTo>
                  <a:lnTo>
                    <a:pt x="49" y="97"/>
                  </a:lnTo>
                  <a:lnTo>
                    <a:pt x="97" y="73"/>
                  </a:lnTo>
                  <a:lnTo>
                    <a:pt x="97"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
            <p:cNvSpPr/>
            <p:nvPr/>
          </p:nvSpPr>
          <p:spPr>
            <a:xfrm>
              <a:off x="2014725" y="2224350"/>
              <a:ext cx="2425" cy="3025"/>
            </a:xfrm>
            <a:custGeom>
              <a:avLst/>
              <a:gdLst/>
              <a:ahLst/>
              <a:cxnLst/>
              <a:rect l="l" t="t" r="r" b="b"/>
              <a:pathLst>
                <a:path w="97" h="121" extrusionOk="0">
                  <a:moveTo>
                    <a:pt x="49" y="1"/>
                  </a:moveTo>
                  <a:lnTo>
                    <a:pt x="0" y="25"/>
                  </a:lnTo>
                  <a:lnTo>
                    <a:pt x="0" y="49"/>
                  </a:lnTo>
                  <a:lnTo>
                    <a:pt x="0" y="97"/>
                  </a:lnTo>
                  <a:lnTo>
                    <a:pt x="49" y="121"/>
                  </a:lnTo>
                  <a:lnTo>
                    <a:pt x="97"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
            <p:cNvSpPr/>
            <p:nvPr/>
          </p:nvSpPr>
          <p:spPr>
            <a:xfrm>
              <a:off x="2069500" y="2224350"/>
              <a:ext cx="3625" cy="3025"/>
            </a:xfrm>
            <a:custGeom>
              <a:avLst/>
              <a:gdLst/>
              <a:ahLst/>
              <a:cxnLst/>
              <a:rect l="l" t="t" r="r" b="b"/>
              <a:pathLst>
                <a:path w="145" h="121" extrusionOk="0">
                  <a:moveTo>
                    <a:pt x="24" y="1"/>
                  </a:moveTo>
                  <a:lnTo>
                    <a:pt x="0" y="49"/>
                  </a:lnTo>
                  <a:lnTo>
                    <a:pt x="24" y="97"/>
                  </a:lnTo>
                  <a:lnTo>
                    <a:pt x="72" y="121"/>
                  </a:lnTo>
                  <a:lnTo>
                    <a:pt x="120" y="97"/>
                  </a:lnTo>
                  <a:lnTo>
                    <a:pt x="144" y="49"/>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
            <p:cNvSpPr/>
            <p:nvPr/>
          </p:nvSpPr>
          <p:spPr>
            <a:xfrm>
              <a:off x="2060450" y="2253850"/>
              <a:ext cx="2450" cy="2425"/>
            </a:xfrm>
            <a:custGeom>
              <a:avLst/>
              <a:gdLst/>
              <a:ahLst/>
              <a:cxnLst/>
              <a:rect l="l" t="t" r="r" b="b"/>
              <a:pathLst>
                <a:path w="98" h="97" extrusionOk="0">
                  <a:moveTo>
                    <a:pt x="25" y="0"/>
                  </a:moveTo>
                  <a:lnTo>
                    <a:pt x="1" y="48"/>
                  </a:lnTo>
                  <a:lnTo>
                    <a:pt x="1" y="72"/>
                  </a:lnTo>
                  <a:lnTo>
                    <a:pt x="25" y="96"/>
                  </a:lnTo>
                  <a:lnTo>
                    <a:pt x="73" y="96"/>
                  </a:lnTo>
                  <a:lnTo>
                    <a:pt x="97" y="72"/>
                  </a:lnTo>
                  <a:lnTo>
                    <a:pt x="97" y="48"/>
                  </a:lnTo>
                  <a:lnTo>
                    <a:pt x="73"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
            <p:cNvSpPr/>
            <p:nvPr/>
          </p:nvSpPr>
          <p:spPr>
            <a:xfrm>
              <a:off x="2014125" y="2325450"/>
              <a:ext cx="3025" cy="3050"/>
            </a:xfrm>
            <a:custGeom>
              <a:avLst/>
              <a:gdLst/>
              <a:ahLst/>
              <a:cxnLst/>
              <a:rect l="l" t="t" r="r" b="b"/>
              <a:pathLst>
                <a:path w="121" h="122" extrusionOk="0">
                  <a:moveTo>
                    <a:pt x="24" y="1"/>
                  </a:moveTo>
                  <a:lnTo>
                    <a:pt x="0" y="49"/>
                  </a:lnTo>
                  <a:lnTo>
                    <a:pt x="24" y="73"/>
                  </a:lnTo>
                  <a:lnTo>
                    <a:pt x="48" y="121"/>
                  </a:lnTo>
                  <a:lnTo>
                    <a:pt x="97" y="121"/>
                  </a:lnTo>
                  <a:lnTo>
                    <a:pt x="121" y="73"/>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
            <p:cNvSpPr/>
            <p:nvPr/>
          </p:nvSpPr>
          <p:spPr>
            <a:xfrm>
              <a:off x="1982225" y="2191250"/>
              <a:ext cx="1825" cy="3025"/>
            </a:xfrm>
            <a:custGeom>
              <a:avLst/>
              <a:gdLst/>
              <a:ahLst/>
              <a:cxnLst/>
              <a:rect l="l" t="t" r="r" b="b"/>
              <a:pathLst>
                <a:path w="73" h="121" extrusionOk="0">
                  <a:moveTo>
                    <a:pt x="0" y="1"/>
                  </a:moveTo>
                  <a:lnTo>
                    <a:pt x="0" y="49"/>
                  </a:lnTo>
                  <a:lnTo>
                    <a:pt x="0" y="73"/>
                  </a:lnTo>
                  <a:lnTo>
                    <a:pt x="24" y="121"/>
                  </a:lnTo>
                  <a:lnTo>
                    <a:pt x="49" y="97"/>
                  </a:lnTo>
                  <a:lnTo>
                    <a:pt x="73" y="73"/>
                  </a:lnTo>
                  <a:lnTo>
                    <a:pt x="73"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
            <p:cNvSpPr/>
            <p:nvPr/>
          </p:nvSpPr>
          <p:spPr>
            <a:xfrm>
              <a:off x="1949125" y="2205700"/>
              <a:ext cx="2425" cy="3025"/>
            </a:xfrm>
            <a:custGeom>
              <a:avLst/>
              <a:gdLst/>
              <a:ahLst/>
              <a:cxnLst/>
              <a:rect l="l" t="t" r="r" b="b"/>
              <a:pathLst>
                <a:path w="97" h="121" extrusionOk="0">
                  <a:moveTo>
                    <a:pt x="73" y="0"/>
                  </a:moveTo>
                  <a:lnTo>
                    <a:pt x="24" y="24"/>
                  </a:lnTo>
                  <a:lnTo>
                    <a:pt x="0" y="73"/>
                  </a:lnTo>
                  <a:lnTo>
                    <a:pt x="24" y="97"/>
                  </a:lnTo>
                  <a:lnTo>
                    <a:pt x="49" y="121"/>
                  </a:lnTo>
                  <a:lnTo>
                    <a:pt x="97" y="97"/>
                  </a:lnTo>
                  <a:lnTo>
                    <a:pt x="97"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
            <p:cNvSpPr/>
            <p:nvPr/>
          </p:nvSpPr>
          <p:spPr>
            <a:xfrm>
              <a:off x="2037600" y="2209300"/>
              <a:ext cx="3025" cy="2450"/>
            </a:xfrm>
            <a:custGeom>
              <a:avLst/>
              <a:gdLst/>
              <a:ahLst/>
              <a:cxnLst/>
              <a:rect l="l" t="t" r="r" b="b"/>
              <a:pathLst>
                <a:path w="121" h="98" extrusionOk="0">
                  <a:moveTo>
                    <a:pt x="48" y="1"/>
                  </a:moveTo>
                  <a:lnTo>
                    <a:pt x="24" y="25"/>
                  </a:lnTo>
                  <a:lnTo>
                    <a:pt x="0" y="49"/>
                  </a:lnTo>
                  <a:lnTo>
                    <a:pt x="24" y="97"/>
                  </a:lnTo>
                  <a:lnTo>
                    <a:pt x="72" y="97"/>
                  </a:lnTo>
                  <a:lnTo>
                    <a:pt x="96" y="49"/>
                  </a:lnTo>
                  <a:lnTo>
                    <a:pt x="121"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
            <p:cNvSpPr/>
            <p:nvPr/>
          </p:nvSpPr>
          <p:spPr>
            <a:xfrm>
              <a:off x="2061675" y="2210500"/>
              <a:ext cx="2425" cy="2450"/>
            </a:xfrm>
            <a:custGeom>
              <a:avLst/>
              <a:gdLst/>
              <a:ahLst/>
              <a:cxnLst/>
              <a:rect l="l" t="t" r="r" b="b"/>
              <a:pathLst>
                <a:path w="97" h="98" extrusionOk="0">
                  <a:moveTo>
                    <a:pt x="24" y="1"/>
                  </a:moveTo>
                  <a:lnTo>
                    <a:pt x="0" y="25"/>
                  </a:lnTo>
                  <a:lnTo>
                    <a:pt x="0" y="49"/>
                  </a:lnTo>
                  <a:lnTo>
                    <a:pt x="0" y="73"/>
                  </a:lnTo>
                  <a:lnTo>
                    <a:pt x="48" y="97"/>
                  </a:lnTo>
                  <a:lnTo>
                    <a:pt x="96" y="73"/>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
            <p:cNvSpPr/>
            <p:nvPr/>
          </p:nvSpPr>
          <p:spPr>
            <a:xfrm>
              <a:off x="1993650" y="2225550"/>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
            <p:cNvSpPr/>
            <p:nvPr/>
          </p:nvSpPr>
          <p:spPr>
            <a:xfrm>
              <a:off x="1946125" y="2237600"/>
              <a:ext cx="2425" cy="2425"/>
            </a:xfrm>
            <a:custGeom>
              <a:avLst/>
              <a:gdLst/>
              <a:ahLst/>
              <a:cxnLst/>
              <a:rect l="l" t="t" r="r" b="b"/>
              <a:pathLst>
                <a:path w="97" h="97" extrusionOk="0">
                  <a:moveTo>
                    <a:pt x="24" y="0"/>
                  </a:moveTo>
                  <a:lnTo>
                    <a:pt x="0" y="24"/>
                  </a:lnTo>
                  <a:lnTo>
                    <a:pt x="0" y="72"/>
                  </a:lnTo>
                  <a:lnTo>
                    <a:pt x="24" y="96"/>
                  </a:lnTo>
                  <a:lnTo>
                    <a:pt x="72" y="96"/>
                  </a:lnTo>
                  <a:lnTo>
                    <a:pt x="96" y="48"/>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
            <p:cNvSpPr/>
            <p:nvPr/>
          </p:nvSpPr>
          <p:spPr>
            <a:xfrm>
              <a:off x="2063475" y="2280925"/>
              <a:ext cx="3625" cy="2425"/>
            </a:xfrm>
            <a:custGeom>
              <a:avLst/>
              <a:gdLst/>
              <a:ahLst/>
              <a:cxnLst/>
              <a:rect l="l" t="t" r="r" b="b"/>
              <a:pathLst>
                <a:path w="145" h="97" extrusionOk="0">
                  <a:moveTo>
                    <a:pt x="48" y="0"/>
                  </a:moveTo>
                  <a:lnTo>
                    <a:pt x="0" y="25"/>
                  </a:lnTo>
                  <a:lnTo>
                    <a:pt x="24" y="73"/>
                  </a:lnTo>
                  <a:lnTo>
                    <a:pt x="73" y="97"/>
                  </a:lnTo>
                  <a:lnTo>
                    <a:pt x="121" y="97"/>
                  </a:lnTo>
                  <a:lnTo>
                    <a:pt x="145" y="49"/>
                  </a:lnTo>
                  <a:lnTo>
                    <a:pt x="121"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
            <p:cNvSpPr/>
            <p:nvPr/>
          </p:nvSpPr>
          <p:spPr>
            <a:xfrm>
              <a:off x="2113425" y="2283925"/>
              <a:ext cx="2425" cy="2450"/>
            </a:xfrm>
            <a:custGeom>
              <a:avLst/>
              <a:gdLst/>
              <a:ahLst/>
              <a:cxnLst/>
              <a:rect l="l" t="t" r="r" b="b"/>
              <a:pathLst>
                <a:path w="97" h="98" extrusionOk="0">
                  <a:moveTo>
                    <a:pt x="24" y="1"/>
                  </a:moveTo>
                  <a:lnTo>
                    <a:pt x="0" y="25"/>
                  </a:lnTo>
                  <a:lnTo>
                    <a:pt x="0" y="73"/>
                  </a:lnTo>
                  <a:lnTo>
                    <a:pt x="24" y="97"/>
                  </a:lnTo>
                  <a:lnTo>
                    <a:pt x="73"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
            <p:cNvSpPr/>
            <p:nvPr/>
          </p:nvSpPr>
          <p:spPr>
            <a:xfrm>
              <a:off x="2089950" y="2128650"/>
              <a:ext cx="1825" cy="1850"/>
            </a:xfrm>
            <a:custGeom>
              <a:avLst/>
              <a:gdLst/>
              <a:ahLst/>
              <a:cxnLst/>
              <a:rect l="l" t="t" r="r" b="b"/>
              <a:pathLst>
                <a:path w="73" h="74" extrusionOk="0">
                  <a:moveTo>
                    <a:pt x="25" y="1"/>
                  </a:moveTo>
                  <a:lnTo>
                    <a:pt x="1" y="73"/>
                  </a:lnTo>
                  <a:lnTo>
                    <a:pt x="73" y="73"/>
                  </a:lnTo>
                  <a:lnTo>
                    <a:pt x="73"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
            <p:cNvSpPr/>
            <p:nvPr/>
          </p:nvSpPr>
          <p:spPr>
            <a:xfrm>
              <a:off x="2026750" y="2159950"/>
              <a:ext cx="2450" cy="1825"/>
            </a:xfrm>
            <a:custGeom>
              <a:avLst/>
              <a:gdLst/>
              <a:ahLst/>
              <a:cxnLst/>
              <a:rect l="l" t="t" r="r" b="b"/>
              <a:pathLst>
                <a:path w="98" h="73" extrusionOk="0">
                  <a:moveTo>
                    <a:pt x="25" y="1"/>
                  </a:moveTo>
                  <a:lnTo>
                    <a:pt x="1" y="25"/>
                  </a:lnTo>
                  <a:lnTo>
                    <a:pt x="25"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
            <p:cNvSpPr/>
            <p:nvPr/>
          </p:nvSpPr>
          <p:spPr>
            <a:xfrm>
              <a:off x="2040600" y="2159950"/>
              <a:ext cx="1225" cy="1825"/>
            </a:xfrm>
            <a:custGeom>
              <a:avLst/>
              <a:gdLst/>
              <a:ahLst/>
              <a:cxnLst/>
              <a:rect l="l" t="t" r="r" b="b"/>
              <a:pathLst>
                <a:path w="49" h="73" extrusionOk="0">
                  <a:moveTo>
                    <a:pt x="1" y="1"/>
                  </a:moveTo>
                  <a:lnTo>
                    <a:pt x="1" y="25"/>
                  </a:lnTo>
                  <a:lnTo>
                    <a:pt x="1" y="49"/>
                  </a:lnTo>
                  <a:lnTo>
                    <a:pt x="1" y="73"/>
                  </a:lnTo>
                  <a:lnTo>
                    <a:pt x="49" y="73"/>
                  </a:lnTo>
                  <a:lnTo>
                    <a:pt x="49" y="49"/>
                  </a:lnTo>
                  <a:lnTo>
                    <a:pt x="49"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
            <p:cNvSpPr/>
            <p:nvPr/>
          </p:nvSpPr>
          <p:spPr>
            <a:xfrm>
              <a:off x="2068875" y="2163575"/>
              <a:ext cx="1850" cy="1825"/>
            </a:xfrm>
            <a:custGeom>
              <a:avLst/>
              <a:gdLst/>
              <a:ahLst/>
              <a:cxnLst/>
              <a:rect l="l" t="t" r="r" b="b"/>
              <a:pathLst>
                <a:path w="74" h="73" extrusionOk="0">
                  <a:moveTo>
                    <a:pt x="25" y="0"/>
                  </a:moveTo>
                  <a:lnTo>
                    <a:pt x="1" y="24"/>
                  </a:lnTo>
                  <a:lnTo>
                    <a:pt x="1" y="48"/>
                  </a:lnTo>
                  <a:lnTo>
                    <a:pt x="1" y="72"/>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
            <p:cNvSpPr/>
            <p:nvPr/>
          </p:nvSpPr>
          <p:spPr>
            <a:xfrm>
              <a:off x="1937675" y="2178625"/>
              <a:ext cx="1850" cy="1825"/>
            </a:xfrm>
            <a:custGeom>
              <a:avLst/>
              <a:gdLst/>
              <a:ahLst/>
              <a:cxnLst/>
              <a:rect l="l" t="t" r="r" b="b"/>
              <a:pathLst>
                <a:path w="74" h="73" extrusionOk="0">
                  <a:moveTo>
                    <a:pt x="25" y="0"/>
                  </a:moveTo>
                  <a:lnTo>
                    <a:pt x="1" y="24"/>
                  </a:lnTo>
                  <a:lnTo>
                    <a:pt x="1" y="48"/>
                  </a:lnTo>
                  <a:lnTo>
                    <a:pt x="25" y="72"/>
                  </a:lnTo>
                  <a:lnTo>
                    <a:pt x="49" y="72"/>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
            <p:cNvSpPr/>
            <p:nvPr/>
          </p:nvSpPr>
          <p:spPr>
            <a:xfrm>
              <a:off x="1925650" y="2189450"/>
              <a:ext cx="1825" cy="1825"/>
            </a:xfrm>
            <a:custGeom>
              <a:avLst/>
              <a:gdLst/>
              <a:ahLst/>
              <a:cxnLst/>
              <a:rect l="l" t="t" r="r" b="b"/>
              <a:pathLst>
                <a:path w="73" h="73" extrusionOk="0">
                  <a:moveTo>
                    <a:pt x="25" y="0"/>
                  </a:moveTo>
                  <a:lnTo>
                    <a:pt x="1" y="24"/>
                  </a:lnTo>
                  <a:lnTo>
                    <a:pt x="1" y="48"/>
                  </a:lnTo>
                  <a:lnTo>
                    <a:pt x="25" y="73"/>
                  </a:lnTo>
                  <a:lnTo>
                    <a:pt x="49" y="73"/>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
            <p:cNvSpPr/>
            <p:nvPr/>
          </p:nvSpPr>
          <p:spPr>
            <a:xfrm>
              <a:off x="1929875" y="2194250"/>
              <a:ext cx="1825" cy="1250"/>
            </a:xfrm>
            <a:custGeom>
              <a:avLst/>
              <a:gdLst/>
              <a:ahLst/>
              <a:cxnLst/>
              <a:rect l="l" t="t" r="r" b="b"/>
              <a:pathLst>
                <a:path w="73" h="50" extrusionOk="0">
                  <a:moveTo>
                    <a:pt x="0" y="1"/>
                  </a:moveTo>
                  <a:lnTo>
                    <a:pt x="0" y="49"/>
                  </a:lnTo>
                  <a:lnTo>
                    <a:pt x="48"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
            <p:cNvSpPr/>
            <p:nvPr/>
          </p:nvSpPr>
          <p:spPr>
            <a:xfrm>
              <a:off x="1988850" y="2193050"/>
              <a:ext cx="2425" cy="2450"/>
            </a:xfrm>
            <a:custGeom>
              <a:avLst/>
              <a:gdLst/>
              <a:ahLst/>
              <a:cxnLst/>
              <a:rect l="l" t="t" r="r" b="b"/>
              <a:pathLst>
                <a:path w="97" h="98" extrusionOk="0">
                  <a:moveTo>
                    <a:pt x="72" y="1"/>
                  </a:moveTo>
                  <a:lnTo>
                    <a:pt x="24" y="25"/>
                  </a:lnTo>
                  <a:lnTo>
                    <a:pt x="0" y="49"/>
                  </a:lnTo>
                  <a:lnTo>
                    <a:pt x="24" y="73"/>
                  </a:lnTo>
                  <a:lnTo>
                    <a:pt x="48" y="97"/>
                  </a:lnTo>
                  <a:lnTo>
                    <a:pt x="97" y="73"/>
                  </a:lnTo>
                  <a:lnTo>
                    <a:pt x="97" y="49"/>
                  </a:lnTo>
                  <a:lnTo>
                    <a:pt x="97"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
            <p:cNvSpPr/>
            <p:nvPr/>
          </p:nvSpPr>
          <p:spPr>
            <a:xfrm>
              <a:off x="2003900" y="2197875"/>
              <a:ext cx="1825" cy="1825"/>
            </a:xfrm>
            <a:custGeom>
              <a:avLst/>
              <a:gdLst/>
              <a:ahLst/>
              <a:cxnLst/>
              <a:rect l="l" t="t" r="r" b="b"/>
              <a:pathLst>
                <a:path w="73" h="73" extrusionOk="0">
                  <a:moveTo>
                    <a:pt x="24" y="0"/>
                  </a:moveTo>
                  <a:lnTo>
                    <a:pt x="0" y="24"/>
                  </a:lnTo>
                  <a:lnTo>
                    <a:pt x="0" y="49"/>
                  </a:lnTo>
                  <a:lnTo>
                    <a:pt x="48" y="73"/>
                  </a:lnTo>
                  <a:lnTo>
                    <a:pt x="72" y="49"/>
                  </a:lnTo>
                  <a:lnTo>
                    <a:pt x="72"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
            <p:cNvSpPr/>
            <p:nvPr/>
          </p:nvSpPr>
          <p:spPr>
            <a:xfrm>
              <a:off x="2102600" y="2208100"/>
              <a:ext cx="2425" cy="2425"/>
            </a:xfrm>
            <a:custGeom>
              <a:avLst/>
              <a:gdLst/>
              <a:ahLst/>
              <a:cxnLst/>
              <a:rect l="l" t="t" r="r" b="b"/>
              <a:pathLst>
                <a:path w="97" h="97" extrusionOk="0">
                  <a:moveTo>
                    <a:pt x="48" y="1"/>
                  </a:moveTo>
                  <a:lnTo>
                    <a:pt x="24" y="25"/>
                  </a:lnTo>
                  <a:lnTo>
                    <a:pt x="0" y="49"/>
                  </a:lnTo>
                  <a:lnTo>
                    <a:pt x="0" y="73"/>
                  </a:lnTo>
                  <a:lnTo>
                    <a:pt x="24" y="97"/>
                  </a:lnTo>
                  <a:lnTo>
                    <a:pt x="96" y="97"/>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
            <p:cNvSpPr/>
            <p:nvPr/>
          </p:nvSpPr>
          <p:spPr>
            <a:xfrm>
              <a:off x="1972000" y="2217725"/>
              <a:ext cx="2425" cy="2450"/>
            </a:xfrm>
            <a:custGeom>
              <a:avLst/>
              <a:gdLst/>
              <a:ahLst/>
              <a:cxnLst/>
              <a:rect l="l" t="t" r="r" b="b"/>
              <a:pathLst>
                <a:path w="97" h="98" extrusionOk="0">
                  <a:moveTo>
                    <a:pt x="48" y="1"/>
                  </a:moveTo>
                  <a:lnTo>
                    <a:pt x="0" y="25"/>
                  </a:lnTo>
                  <a:lnTo>
                    <a:pt x="0" y="49"/>
                  </a:lnTo>
                  <a:lnTo>
                    <a:pt x="0" y="73"/>
                  </a:lnTo>
                  <a:lnTo>
                    <a:pt x="48" y="97"/>
                  </a:lnTo>
                  <a:lnTo>
                    <a:pt x="72" y="73"/>
                  </a:lnTo>
                  <a:lnTo>
                    <a:pt x="96"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
            <p:cNvSpPr/>
            <p:nvPr/>
          </p:nvSpPr>
          <p:spPr>
            <a:xfrm>
              <a:off x="2068875" y="2220150"/>
              <a:ext cx="1850" cy="2425"/>
            </a:xfrm>
            <a:custGeom>
              <a:avLst/>
              <a:gdLst/>
              <a:ahLst/>
              <a:cxnLst/>
              <a:rect l="l" t="t" r="r" b="b"/>
              <a:pathLst>
                <a:path w="74" h="97" extrusionOk="0">
                  <a:moveTo>
                    <a:pt x="25" y="0"/>
                  </a:moveTo>
                  <a:lnTo>
                    <a:pt x="1" y="24"/>
                  </a:lnTo>
                  <a:lnTo>
                    <a:pt x="1" y="48"/>
                  </a:lnTo>
                  <a:lnTo>
                    <a:pt x="1" y="72"/>
                  </a:lnTo>
                  <a:lnTo>
                    <a:pt x="25" y="96"/>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
            <p:cNvSpPr/>
            <p:nvPr/>
          </p:nvSpPr>
          <p:spPr>
            <a:xfrm>
              <a:off x="2011100" y="2249625"/>
              <a:ext cx="3050" cy="1825"/>
            </a:xfrm>
            <a:custGeom>
              <a:avLst/>
              <a:gdLst/>
              <a:ahLst/>
              <a:cxnLst/>
              <a:rect l="l" t="t" r="r" b="b"/>
              <a:pathLst>
                <a:path w="122" h="73" extrusionOk="0">
                  <a:moveTo>
                    <a:pt x="25" y="1"/>
                  </a:moveTo>
                  <a:lnTo>
                    <a:pt x="1" y="49"/>
                  </a:lnTo>
                  <a:lnTo>
                    <a:pt x="25" y="73"/>
                  </a:lnTo>
                  <a:lnTo>
                    <a:pt x="97"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
            <p:cNvSpPr/>
            <p:nvPr/>
          </p:nvSpPr>
          <p:spPr>
            <a:xfrm>
              <a:off x="1991850" y="2250825"/>
              <a:ext cx="1225" cy="1850"/>
            </a:xfrm>
            <a:custGeom>
              <a:avLst/>
              <a:gdLst/>
              <a:ahLst/>
              <a:cxnLst/>
              <a:rect l="l" t="t" r="r" b="b"/>
              <a:pathLst>
                <a:path w="49" h="74" extrusionOk="0">
                  <a:moveTo>
                    <a:pt x="25" y="1"/>
                  </a:moveTo>
                  <a:lnTo>
                    <a:pt x="1" y="25"/>
                  </a:lnTo>
                  <a:lnTo>
                    <a:pt x="1" y="49"/>
                  </a:lnTo>
                  <a:lnTo>
                    <a:pt x="1" y="73"/>
                  </a:lnTo>
                  <a:lnTo>
                    <a:pt x="25" y="49"/>
                  </a:lnTo>
                  <a:lnTo>
                    <a:pt x="49"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
            <p:cNvSpPr/>
            <p:nvPr/>
          </p:nvSpPr>
          <p:spPr>
            <a:xfrm>
              <a:off x="2140500" y="2264675"/>
              <a:ext cx="1825" cy="2425"/>
            </a:xfrm>
            <a:custGeom>
              <a:avLst/>
              <a:gdLst/>
              <a:ahLst/>
              <a:cxnLst/>
              <a:rect l="l" t="t" r="r" b="b"/>
              <a:pathLst>
                <a:path w="73" h="97" extrusionOk="0">
                  <a:moveTo>
                    <a:pt x="25" y="0"/>
                  </a:moveTo>
                  <a:lnTo>
                    <a:pt x="1" y="25"/>
                  </a:lnTo>
                  <a:lnTo>
                    <a:pt x="1" y="49"/>
                  </a:lnTo>
                  <a:lnTo>
                    <a:pt x="25" y="73"/>
                  </a:lnTo>
                  <a:lnTo>
                    <a:pt x="49" y="97"/>
                  </a:lnTo>
                  <a:lnTo>
                    <a:pt x="73" y="73"/>
                  </a:lnTo>
                  <a:lnTo>
                    <a:pt x="73" y="25"/>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
            <p:cNvSpPr/>
            <p:nvPr/>
          </p:nvSpPr>
          <p:spPr>
            <a:xfrm>
              <a:off x="2047825" y="2298375"/>
              <a:ext cx="625" cy="625"/>
            </a:xfrm>
            <a:custGeom>
              <a:avLst/>
              <a:gdLst/>
              <a:ahLst/>
              <a:cxnLst/>
              <a:rect l="l" t="t" r="r" b="b"/>
              <a:pathLst>
                <a:path w="25" h="25" extrusionOk="0">
                  <a:moveTo>
                    <a:pt x="0" y="1"/>
                  </a:moveTo>
                  <a:lnTo>
                    <a:pt x="0" y="25"/>
                  </a:lnTo>
                  <a:lnTo>
                    <a:pt x="24"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
            <p:cNvSpPr/>
            <p:nvPr/>
          </p:nvSpPr>
          <p:spPr>
            <a:xfrm>
              <a:off x="2043000" y="2385050"/>
              <a:ext cx="1850" cy="1225"/>
            </a:xfrm>
            <a:custGeom>
              <a:avLst/>
              <a:gdLst/>
              <a:ahLst/>
              <a:cxnLst/>
              <a:rect l="l" t="t" r="r" b="b"/>
              <a:pathLst>
                <a:path w="74" h="49" extrusionOk="0">
                  <a:moveTo>
                    <a:pt x="25" y="0"/>
                  </a:moveTo>
                  <a:lnTo>
                    <a:pt x="1" y="48"/>
                  </a:lnTo>
                  <a:lnTo>
                    <a:pt x="73"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
            <p:cNvSpPr/>
            <p:nvPr/>
          </p:nvSpPr>
          <p:spPr>
            <a:xfrm>
              <a:off x="2125450" y="2172000"/>
              <a:ext cx="1225" cy="1225"/>
            </a:xfrm>
            <a:custGeom>
              <a:avLst/>
              <a:gdLst/>
              <a:ahLst/>
              <a:cxnLst/>
              <a:rect l="l" t="t" r="r" b="b"/>
              <a:pathLst>
                <a:path w="49" h="49" extrusionOk="0">
                  <a:moveTo>
                    <a:pt x="1" y="0"/>
                  </a:moveTo>
                  <a:lnTo>
                    <a:pt x="25"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
            <p:cNvSpPr/>
            <p:nvPr/>
          </p:nvSpPr>
          <p:spPr>
            <a:xfrm>
              <a:off x="2053250" y="2170175"/>
              <a:ext cx="1825" cy="2450"/>
            </a:xfrm>
            <a:custGeom>
              <a:avLst/>
              <a:gdLst/>
              <a:ahLst/>
              <a:cxnLst/>
              <a:rect l="l" t="t" r="r" b="b"/>
              <a:pathLst>
                <a:path w="73" h="98" extrusionOk="0">
                  <a:moveTo>
                    <a:pt x="48" y="1"/>
                  </a:moveTo>
                  <a:lnTo>
                    <a:pt x="0" y="49"/>
                  </a:lnTo>
                  <a:lnTo>
                    <a:pt x="24" y="73"/>
                  </a:lnTo>
                  <a:lnTo>
                    <a:pt x="48" y="97"/>
                  </a:lnTo>
                  <a:lnTo>
                    <a:pt x="72" y="73"/>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
            <p:cNvSpPr/>
            <p:nvPr/>
          </p:nvSpPr>
          <p:spPr>
            <a:xfrm>
              <a:off x="1956950" y="2152725"/>
              <a:ext cx="625" cy="1250"/>
            </a:xfrm>
            <a:custGeom>
              <a:avLst/>
              <a:gdLst/>
              <a:ahLst/>
              <a:cxnLst/>
              <a:rect l="l" t="t" r="r" b="b"/>
              <a:pathLst>
                <a:path w="25" h="50" extrusionOk="0">
                  <a:moveTo>
                    <a:pt x="0" y="1"/>
                  </a:moveTo>
                  <a:lnTo>
                    <a:pt x="0" y="25"/>
                  </a:lnTo>
                  <a:lnTo>
                    <a:pt x="0" y="49"/>
                  </a:lnTo>
                  <a:lnTo>
                    <a:pt x="24" y="25"/>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
            <p:cNvSpPr/>
            <p:nvPr/>
          </p:nvSpPr>
          <p:spPr>
            <a:xfrm>
              <a:off x="2022550" y="2136475"/>
              <a:ext cx="1825" cy="1250"/>
            </a:xfrm>
            <a:custGeom>
              <a:avLst/>
              <a:gdLst/>
              <a:ahLst/>
              <a:cxnLst/>
              <a:rect l="l" t="t" r="r" b="b"/>
              <a:pathLst>
                <a:path w="73" h="50" extrusionOk="0">
                  <a:moveTo>
                    <a:pt x="24" y="1"/>
                  </a:moveTo>
                  <a:lnTo>
                    <a:pt x="0" y="25"/>
                  </a:lnTo>
                  <a:lnTo>
                    <a:pt x="24" y="49"/>
                  </a:lnTo>
                  <a:lnTo>
                    <a:pt x="73"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
            <p:cNvSpPr/>
            <p:nvPr/>
          </p:nvSpPr>
          <p:spPr>
            <a:xfrm>
              <a:off x="2086950" y="2290550"/>
              <a:ext cx="625" cy="25"/>
            </a:xfrm>
            <a:custGeom>
              <a:avLst/>
              <a:gdLst/>
              <a:ahLst/>
              <a:cxnLst/>
              <a:rect l="l" t="t" r="r" b="b"/>
              <a:pathLst>
                <a:path w="25" h="1" extrusionOk="0">
                  <a:moveTo>
                    <a:pt x="0" y="1"/>
                  </a:moveTo>
                  <a:lnTo>
                    <a:pt x="0" y="1"/>
                  </a:lnTo>
                  <a:lnTo>
                    <a:pt x="24" y="1"/>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
            <p:cNvSpPr/>
            <p:nvPr/>
          </p:nvSpPr>
          <p:spPr>
            <a:xfrm>
              <a:off x="2053850" y="2122050"/>
              <a:ext cx="1225" cy="1225"/>
            </a:xfrm>
            <a:custGeom>
              <a:avLst/>
              <a:gdLst/>
              <a:ahLst/>
              <a:cxnLst/>
              <a:rect l="l" t="t" r="r" b="b"/>
              <a:pathLst>
                <a:path w="49" h="49" extrusionOk="0">
                  <a:moveTo>
                    <a:pt x="24" y="0"/>
                  </a:moveTo>
                  <a:lnTo>
                    <a:pt x="0" y="24"/>
                  </a:lnTo>
                  <a:lnTo>
                    <a:pt x="24" y="48"/>
                  </a:lnTo>
                  <a:lnTo>
                    <a:pt x="48" y="48"/>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
            <p:cNvSpPr/>
            <p:nvPr/>
          </p:nvSpPr>
          <p:spPr>
            <a:xfrm>
              <a:off x="2026750" y="2274900"/>
              <a:ext cx="1225" cy="1825"/>
            </a:xfrm>
            <a:custGeom>
              <a:avLst/>
              <a:gdLst/>
              <a:ahLst/>
              <a:cxnLst/>
              <a:rect l="l" t="t" r="r" b="b"/>
              <a:pathLst>
                <a:path w="49" h="73" extrusionOk="0">
                  <a:moveTo>
                    <a:pt x="25" y="1"/>
                  </a:moveTo>
                  <a:lnTo>
                    <a:pt x="1" y="25"/>
                  </a:lnTo>
                  <a:lnTo>
                    <a:pt x="1" y="49"/>
                  </a:lnTo>
                  <a:lnTo>
                    <a:pt x="1" y="73"/>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
            <p:cNvSpPr/>
            <p:nvPr/>
          </p:nvSpPr>
          <p:spPr>
            <a:xfrm>
              <a:off x="2071900" y="2254450"/>
              <a:ext cx="625" cy="1225"/>
            </a:xfrm>
            <a:custGeom>
              <a:avLst/>
              <a:gdLst/>
              <a:ahLst/>
              <a:cxnLst/>
              <a:rect l="l" t="t" r="r" b="b"/>
              <a:pathLst>
                <a:path w="25" h="49" extrusionOk="0">
                  <a:moveTo>
                    <a:pt x="24" y="0"/>
                  </a:moveTo>
                  <a:lnTo>
                    <a:pt x="0" y="48"/>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
            <p:cNvSpPr/>
            <p:nvPr/>
          </p:nvSpPr>
          <p:spPr>
            <a:xfrm>
              <a:off x="2059850" y="2227975"/>
              <a:ext cx="1250" cy="2425"/>
            </a:xfrm>
            <a:custGeom>
              <a:avLst/>
              <a:gdLst/>
              <a:ahLst/>
              <a:cxnLst/>
              <a:rect l="l" t="t" r="r" b="b"/>
              <a:pathLst>
                <a:path w="50" h="97" extrusionOk="0">
                  <a:moveTo>
                    <a:pt x="49" y="0"/>
                  </a:moveTo>
                  <a:lnTo>
                    <a:pt x="25" y="48"/>
                  </a:lnTo>
                  <a:lnTo>
                    <a:pt x="1" y="72"/>
                  </a:lnTo>
                  <a:lnTo>
                    <a:pt x="25" y="96"/>
                  </a:lnTo>
                  <a:lnTo>
                    <a:pt x="49" y="72"/>
                  </a:lnTo>
                  <a:lnTo>
                    <a:pt x="49"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
            <p:cNvSpPr/>
            <p:nvPr/>
          </p:nvSpPr>
          <p:spPr>
            <a:xfrm>
              <a:off x="1964175" y="2251425"/>
              <a:ext cx="1825" cy="1850"/>
            </a:xfrm>
            <a:custGeom>
              <a:avLst/>
              <a:gdLst/>
              <a:ahLst/>
              <a:cxnLst/>
              <a:rect l="l" t="t" r="r" b="b"/>
              <a:pathLst>
                <a:path w="73" h="74" extrusionOk="0">
                  <a:moveTo>
                    <a:pt x="24" y="1"/>
                  </a:moveTo>
                  <a:lnTo>
                    <a:pt x="0" y="25"/>
                  </a:lnTo>
                  <a:lnTo>
                    <a:pt x="24" y="49"/>
                  </a:lnTo>
                  <a:lnTo>
                    <a:pt x="24" y="73"/>
                  </a:lnTo>
                  <a:lnTo>
                    <a:pt x="72"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
            <p:cNvSpPr/>
            <p:nvPr/>
          </p:nvSpPr>
          <p:spPr>
            <a:xfrm>
              <a:off x="2088750" y="2235175"/>
              <a:ext cx="2425" cy="1850"/>
            </a:xfrm>
            <a:custGeom>
              <a:avLst/>
              <a:gdLst/>
              <a:ahLst/>
              <a:cxnLst/>
              <a:rect l="l" t="t" r="r" b="b"/>
              <a:pathLst>
                <a:path w="97" h="74" extrusionOk="0">
                  <a:moveTo>
                    <a:pt x="24" y="1"/>
                  </a:moveTo>
                  <a:lnTo>
                    <a:pt x="0" y="25"/>
                  </a:lnTo>
                  <a:lnTo>
                    <a:pt x="24"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
            <p:cNvSpPr/>
            <p:nvPr/>
          </p:nvSpPr>
          <p:spPr>
            <a:xfrm>
              <a:off x="2111025" y="2230375"/>
              <a:ext cx="625" cy="1225"/>
            </a:xfrm>
            <a:custGeom>
              <a:avLst/>
              <a:gdLst/>
              <a:ahLst/>
              <a:cxnLst/>
              <a:rect l="l" t="t" r="r" b="b"/>
              <a:pathLst>
                <a:path w="25" h="49" extrusionOk="0">
                  <a:moveTo>
                    <a:pt x="0" y="0"/>
                  </a:moveTo>
                  <a:lnTo>
                    <a:pt x="0" y="24"/>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
            <p:cNvSpPr/>
            <p:nvPr/>
          </p:nvSpPr>
          <p:spPr>
            <a:xfrm>
              <a:off x="2051425" y="2217125"/>
              <a:ext cx="1850" cy="1825"/>
            </a:xfrm>
            <a:custGeom>
              <a:avLst/>
              <a:gdLst/>
              <a:ahLst/>
              <a:cxnLst/>
              <a:rect l="l" t="t" r="r" b="b"/>
              <a:pathLst>
                <a:path w="74" h="73" extrusionOk="0">
                  <a:moveTo>
                    <a:pt x="25" y="1"/>
                  </a:moveTo>
                  <a:lnTo>
                    <a:pt x="1" y="25"/>
                  </a:lnTo>
                  <a:lnTo>
                    <a:pt x="1" y="49"/>
                  </a:lnTo>
                  <a:lnTo>
                    <a:pt x="1" y="73"/>
                  </a:lnTo>
                  <a:lnTo>
                    <a:pt x="25" y="73"/>
                  </a:lnTo>
                  <a:lnTo>
                    <a:pt x="49" y="49"/>
                  </a:lnTo>
                  <a:lnTo>
                    <a:pt x="73" y="25"/>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
            <p:cNvSpPr/>
            <p:nvPr/>
          </p:nvSpPr>
          <p:spPr>
            <a:xfrm>
              <a:off x="2038800" y="2196075"/>
              <a:ext cx="1825" cy="1225"/>
            </a:xfrm>
            <a:custGeom>
              <a:avLst/>
              <a:gdLst/>
              <a:ahLst/>
              <a:cxnLst/>
              <a:rect l="l" t="t" r="r" b="b"/>
              <a:pathLst>
                <a:path w="73" h="49" extrusionOk="0">
                  <a:moveTo>
                    <a:pt x="24" y="0"/>
                  </a:moveTo>
                  <a:lnTo>
                    <a:pt x="0" y="24"/>
                  </a:lnTo>
                  <a:lnTo>
                    <a:pt x="24" y="48"/>
                  </a:lnTo>
                  <a:lnTo>
                    <a:pt x="73"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
            <p:cNvSpPr/>
            <p:nvPr/>
          </p:nvSpPr>
          <p:spPr>
            <a:xfrm>
              <a:off x="2046625" y="2193050"/>
              <a:ext cx="1225" cy="1225"/>
            </a:xfrm>
            <a:custGeom>
              <a:avLst/>
              <a:gdLst/>
              <a:ahLst/>
              <a:cxnLst/>
              <a:rect l="l" t="t" r="r" b="b"/>
              <a:pathLst>
                <a:path w="49" h="49" extrusionOk="0">
                  <a:moveTo>
                    <a:pt x="0" y="1"/>
                  </a:moveTo>
                  <a:lnTo>
                    <a:pt x="0" y="25"/>
                  </a:lnTo>
                  <a:lnTo>
                    <a:pt x="24" y="49"/>
                  </a:lnTo>
                  <a:lnTo>
                    <a:pt x="48"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
            <p:cNvSpPr/>
            <p:nvPr/>
          </p:nvSpPr>
          <p:spPr>
            <a:xfrm>
              <a:off x="2076700" y="2183425"/>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
            <p:cNvSpPr/>
            <p:nvPr/>
          </p:nvSpPr>
          <p:spPr>
            <a:xfrm>
              <a:off x="2005100" y="2279125"/>
              <a:ext cx="25" cy="1225"/>
            </a:xfrm>
            <a:custGeom>
              <a:avLst/>
              <a:gdLst/>
              <a:ahLst/>
              <a:cxnLst/>
              <a:rect l="l" t="t" r="r" b="b"/>
              <a:pathLst>
                <a:path w="1" h="49" extrusionOk="0">
                  <a:moveTo>
                    <a:pt x="0" y="0"/>
                  </a:moveTo>
                  <a:lnTo>
                    <a:pt x="0" y="0"/>
                  </a:lnTo>
                  <a:lnTo>
                    <a:pt x="0" y="48"/>
                  </a:lnTo>
                  <a:lnTo>
                    <a:pt x="0" y="48"/>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
            <p:cNvSpPr/>
            <p:nvPr/>
          </p:nvSpPr>
          <p:spPr>
            <a:xfrm>
              <a:off x="1983425" y="2181025"/>
              <a:ext cx="1225" cy="1225"/>
            </a:xfrm>
            <a:custGeom>
              <a:avLst/>
              <a:gdLst/>
              <a:ahLst/>
              <a:cxnLst/>
              <a:rect l="l" t="t" r="r" b="b"/>
              <a:pathLst>
                <a:path w="49" h="49" extrusionOk="0">
                  <a:moveTo>
                    <a:pt x="1" y="0"/>
                  </a:moveTo>
                  <a:lnTo>
                    <a:pt x="1" y="24"/>
                  </a:lnTo>
                  <a:lnTo>
                    <a:pt x="1" y="48"/>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
            <p:cNvSpPr/>
            <p:nvPr/>
          </p:nvSpPr>
          <p:spPr>
            <a:xfrm>
              <a:off x="2076700" y="2179825"/>
              <a:ext cx="1250" cy="1225"/>
            </a:xfrm>
            <a:custGeom>
              <a:avLst/>
              <a:gdLst/>
              <a:ahLst/>
              <a:cxnLst/>
              <a:rect l="l" t="t" r="r" b="b"/>
              <a:pathLst>
                <a:path w="50" h="49" extrusionOk="0">
                  <a:moveTo>
                    <a:pt x="25" y="0"/>
                  </a:moveTo>
                  <a:lnTo>
                    <a:pt x="1" y="24"/>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
            <p:cNvSpPr/>
            <p:nvPr/>
          </p:nvSpPr>
          <p:spPr>
            <a:xfrm>
              <a:off x="2023150" y="2178625"/>
              <a:ext cx="625" cy="1825"/>
            </a:xfrm>
            <a:custGeom>
              <a:avLst/>
              <a:gdLst/>
              <a:ahLst/>
              <a:cxnLst/>
              <a:rect l="l" t="t" r="r" b="b"/>
              <a:pathLst>
                <a:path w="25" h="73" extrusionOk="0">
                  <a:moveTo>
                    <a:pt x="0" y="0"/>
                  </a:moveTo>
                  <a:lnTo>
                    <a:pt x="0" y="24"/>
                  </a:lnTo>
                  <a:lnTo>
                    <a:pt x="0" y="72"/>
                  </a:lnTo>
                  <a:lnTo>
                    <a:pt x="24" y="48"/>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
            <p:cNvSpPr/>
            <p:nvPr/>
          </p:nvSpPr>
          <p:spPr>
            <a:xfrm>
              <a:off x="2037600" y="22544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
            <p:cNvSpPr/>
            <p:nvPr/>
          </p:nvSpPr>
          <p:spPr>
            <a:xfrm>
              <a:off x="2032175" y="2358550"/>
              <a:ext cx="1225" cy="1250"/>
            </a:xfrm>
            <a:custGeom>
              <a:avLst/>
              <a:gdLst/>
              <a:ahLst/>
              <a:cxnLst/>
              <a:rect l="l" t="t" r="r" b="b"/>
              <a:pathLst>
                <a:path w="49" h="50" extrusionOk="0">
                  <a:moveTo>
                    <a:pt x="25" y="1"/>
                  </a:moveTo>
                  <a:lnTo>
                    <a:pt x="0" y="25"/>
                  </a:lnTo>
                  <a:lnTo>
                    <a:pt x="25"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
            <p:cNvSpPr/>
            <p:nvPr/>
          </p:nvSpPr>
          <p:spPr>
            <a:xfrm>
              <a:off x="1970175" y="2147925"/>
              <a:ext cx="650" cy="625"/>
            </a:xfrm>
            <a:custGeom>
              <a:avLst/>
              <a:gdLst/>
              <a:ahLst/>
              <a:cxnLst/>
              <a:rect l="l" t="t" r="r" b="b"/>
              <a:pathLst>
                <a:path w="26" h="25" extrusionOk="0">
                  <a:moveTo>
                    <a:pt x="1" y="0"/>
                  </a:moveTo>
                  <a:lnTo>
                    <a:pt x="1"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
            <p:cNvSpPr/>
            <p:nvPr/>
          </p:nvSpPr>
          <p:spPr>
            <a:xfrm>
              <a:off x="2005700" y="2146125"/>
              <a:ext cx="1225" cy="625"/>
            </a:xfrm>
            <a:custGeom>
              <a:avLst/>
              <a:gdLst/>
              <a:ahLst/>
              <a:cxnLst/>
              <a:rect l="l" t="t" r="r" b="b"/>
              <a:pathLst>
                <a:path w="49" h="25" extrusionOk="0">
                  <a:moveTo>
                    <a:pt x="0" y="0"/>
                  </a:moveTo>
                  <a:lnTo>
                    <a:pt x="0" y="24"/>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
            <p:cNvSpPr/>
            <p:nvPr/>
          </p:nvSpPr>
          <p:spPr>
            <a:xfrm>
              <a:off x="1972000" y="22869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
            <p:cNvSpPr/>
            <p:nvPr/>
          </p:nvSpPr>
          <p:spPr>
            <a:xfrm>
              <a:off x="1987650" y="2284525"/>
              <a:ext cx="1225" cy="1250"/>
            </a:xfrm>
            <a:custGeom>
              <a:avLst/>
              <a:gdLst/>
              <a:ahLst/>
              <a:cxnLst/>
              <a:rect l="l" t="t" r="r" b="b"/>
              <a:pathLst>
                <a:path w="49" h="50" extrusionOk="0">
                  <a:moveTo>
                    <a:pt x="24" y="1"/>
                  </a:moveTo>
                  <a:lnTo>
                    <a:pt x="0" y="25"/>
                  </a:lnTo>
                  <a:lnTo>
                    <a:pt x="0" y="49"/>
                  </a:lnTo>
                  <a:lnTo>
                    <a:pt x="48"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
            <p:cNvSpPr/>
            <p:nvPr/>
          </p:nvSpPr>
          <p:spPr>
            <a:xfrm>
              <a:off x="2002075" y="2243600"/>
              <a:ext cx="625" cy="1250"/>
            </a:xfrm>
            <a:custGeom>
              <a:avLst/>
              <a:gdLst/>
              <a:ahLst/>
              <a:cxnLst/>
              <a:rect l="l" t="t" r="r" b="b"/>
              <a:pathLst>
                <a:path w="25" h="50" extrusionOk="0">
                  <a:moveTo>
                    <a:pt x="1" y="49"/>
                  </a:moveTo>
                  <a:lnTo>
                    <a:pt x="1" y="49"/>
                  </a:lnTo>
                  <a:lnTo>
                    <a:pt x="25" y="1"/>
                  </a:lnTo>
                  <a:lnTo>
                    <a:pt x="1" y="49"/>
                  </a:lnTo>
                  <a:lnTo>
                    <a:pt x="1" y="49"/>
                  </a:lnTo>
                  <a:lnTo>
                    <a:pt x="1" y="49"/>
                  </a:lnTo>
                  <a:lnTo>
                    <a:pt x="1" y="49"/>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
            <p:cNvSpPr/>
            <p:nvPr/>
          </p:nvSpPr>
          <p:spPr>
            <a:xfrm>
              <a:off x="2024950" y="2236400"/>
              <a:ext cx="1225" cy="1225"/>
            </a:xfrm>
            <a:custGeom>
              <a:avLst/>
              <a:gdLst/>
              <a:ahLst/>
              <a:cxnLst/>
              <a:rect l="l" t="t" r="r" b="b"/>
              <a:pathLst>
                <a:path w="49" h="49" extrusionOk="0">
                  <a:moveTo>
                    <a:pt x="25" y="0"/>
                  </a:moveTo>
                  <a:lnTo>
                    <a:pt x="1" y="24"/>
                  </a:lnTo>
                  <a:lnTo>
                    <a:pt x="25" y="48"/>
                  </a:lnTo>
                  <a:lnTo>
                    <a:pt x="49"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
            <p:cNvSpPr/>
            <p:nvPr/>
          </p:nvSpPr>
          <p:spPr>
            <a:xfrm>
              <a:off x="1998475" y="2235175"/>
              <a:ext cx="1825" cy="1250"/>
            </a:xfrm>
            <a:custGeom>
              <a:avLst/>
              <a:gdLst/>
              <a:ahLst/>
              <a:cxnLst/>
              <a:rect l="l" t="t" r="r" b="b"/>
              <a:pathLst>
                <a:path w="73" h="50" extrusionOk="0">
                  <a:moveTo>
                    <a:pt x="24" y="1"/>
                  </a:moveTo>
                  <a:lnTo>
                    <a:pt x="0" y="25"/>
                  </a:lnTo>
                  <a:lnTo>
                    <a:pt x="24"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
            <p:cNvSpPr/>
            <p:nvPr/>
          </p:nvSpPr>
          <p:spPr>
            <a:xfrm>
              <a:off x="2086950" y="2230375"/>
              <a:ext cx="625" cy="25"/>
            </a:xfrm>
            <a:custGeom>
              <a:avLst/>
              <a:gdLst/>
              <a:ahLst/>
              <a:cxnLst/>
              <a:rect l="l" t="t" r="r" b="b"/>
              <a:pathLst>
                <a:path w="25" h="1" extrusionOk="0">
                  <a:moveTo>
                    <a:pt x="24" y="0"/>
                  </a:moveTo>
                  <a:lnTo>
                    <a:pt x="0" y="0"/>
                  </a:lnTo>
                  <a:lnTo>
                    <a:pt x="0" y="0"/>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
            <p:cNvSpPr/>
            <p:nvPr/>
          </p:nvSpPr>
          <p:spPr>
            <a:xfrm>
              <a:off x="2126675" y="2229175"/>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
            <p:cNvSpPr/>
            <p:nvPr/>
          </p:nvSpPr>
          <p:spPr>
            <a:xfrm>
              <a:off x="2026750" y="2306200"/>
              <a:ext cx="625" cy="1225"/>
            </a:xfrm>
            <a:custGeom>
              <a:avLst/>
              <a:gdLst/>
              <a:ahLst/>
              <a:cxnLst/>
              <a:rect l="l" t="t" r="r" b="b"/>
              <a:pathLst>
                <a:path w="25" h="49" extrusionOk="0">
                  <a:moveTo>
                    <a:pt x="25" y="1"/>
                  </a:moveTo>
                  <a:lnTo>
                    <a:pt x="1" y="25"/>
                  </a:lnTo>
                  <a:lnTo>
                    <a:pt x="25" y="49"/>
                  </a:lnTo>
                  <a:lnTo>
                    <a:pt x="25"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
            <p:cNvSpPr/>
            <p:nvPr/>
          </p:nvSpPr>
          <p:spPr>
            <a:xfrm>
              <a:off x="1968975" y="2205700"/>
              <a:ext cx="625" cy="1225"/>
            </a:xfrm>
            <a:custGeom>
              <a:avLst/>
              <a:gdLst/>
              <a:ahLst/>
              <a:cxnLst/>
              <a:rect l="l" t="t" r="r" b="b"/>
              <a:pathLst>
                <a:path w="25" h="49" extrusionOk="0">
                  <a:moveTo>
                    <a:pt x="1" y="0"/>
                  </a:moveTo>
                  <a:lnTo>
                    <a:pt x="1" y="24"/>
                  </a:lnTo>
                  <a:lnTo>
                    <a:pt x="1" y="48"/>
                  </a:lnTo>
                  <a:lnTo>
                    <a:pt x="25" y="24"/>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
            <p:cNvSpPr/>
            <p:nvPr/>
          </p:nvSpPr>
          <p:spPr>
            <a:xfrm>
              <a:off x="2072500" y="2198475"/>
              <a:ext cx="1225" cy="1225"/>
            </a:xfrm>
            <a:custGeom>
              <a:avLst/>
              <a:gdLst/>
              <a:ahLst/>
              <a:cxnLst/>
              <a:rect l="l" t="t" r="r" b="b"/>
              <a:pathLst>
                <a:path w="49" h="49" extrusionOk="0">
                  <a:moveTo>
                    <a:pt x="24" y="0"/>
                  </a:moveTo>
                  <a:lnTo>
                    <a:pt x="0" y="25"/>
                  </a:lnTo>
                  <a:lnTo>
                    <a:pt x="24" y="49"/>
                  </a:lnTo>
                  <a:lnTo>
                    <a:pt x="49" y="49"/>
                  </a:lnTo>
                  <a:lnTo>
                    <a:pt x="49" y="25"/>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
            <p:cNvSpPr/>
            <p:nvPr/>
          </p:nvSpPr>
          <p:spPr>
            <a:xfrm>
              <a:off x="2085125" y="2146125"/>
              <a:ext cx="650" cy="625"/>
            </a:xfrm>
            <a:custGeom>
              <a:avLst/>
              <a:gdLst/>
              <a:ahLst/>
              <a:cxnLst/>
              <a:rect l="l" t="t" r="r" b="b"/>
              <a:pathLst>
                <a:path w="26"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
            <p:cNvSpPr/>
            <p:nvPr/>
          </p:nvSpPr>
          <p:spPr>
            <a:xfrm>
              <a:off x="2052625" y="2283925"/>
              <a:ext cx="650" cy="625"/>
            </a:xfrm>
            <a:custGeom>
              <a:avLst/>
              <a:gdLst/>
              <a:ahLst/>
              <a:cxnLst/>
              <a:rect l="l" t="t" r="r" b="b"/>
              <a:pathLst>
                <a:path w="26" h="25" extrusionOk="0">
                  <a:moveTo>
                    <a:pt x="1" y="1"/>
                  </a:moveTo>
                  <a:lnTo>
                    <a:pt x="1" y="25"/>
                  </a:lnTo>
                  <a:lnTo>
                    <a:pt x="25" y="25"/>
                  </a:lnTo>
                  <a:lnTo>
                    <a:pt x="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
            <p:cNvSpPr/>
            <p:nvPr/>
          </p:nvSpPr>
          <p:spPr>
            <a:xfrm>
              <a:off x="1971400" y="2338100"/>
              <a:ext cx="625" cy="625"/>
            </a:xfrm>
            <a:custGeom>
              <a:avLst/>
              <a:gdLst/>
              <a:ahLst/>
              <a:cxnLst/>
              <a:rect l="l" t="t" r="r" b="b"/>
              <a:pathLst>
                <a:path w="25" h="25" extrusionOk="0">
                  <a:moveTo>
                    <a:pt x="24" y="0"/>
                  </a:moveTo>
                  <a:lnTo>
                    <a:pt x="0" y="24"/>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
            <p:cNvSpPr/>
            <p:nvPr/>
          </p:nvSpPr>
          <p:spPr>
            <a:xfrm>
              <a:off x="2008100" y="2412725"/>
              <a:ext cx="625" cy="625"/>
            </a:xfrm>
            <a:custGeom>
              <a:avLst/>
              <a:gdLst/>
              <a:ahLst/>
              <a:cxnLst/>
              <a:rect l="l" t="t" r="r" b="b"/>
              <a:pathLst>
                <a:path w="25" h="25" extrusionOk="0">
                  <a:moveTo>
                    <a:pt x="1" y="0"/>
                  </a:moveTo>
                  <a:lnTo>
                    <a:pt x="1" y="25"/>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
            <p:cNvSpPr/>
            <p:nvPr/>
          </p:nvSpPr>
          <p:spPr>
            <a:xfrm>
              <a:off x="1978600" y="2316425"/>
              <a:ext cx="25" cy="625"/>
            </a:xfrm>
            <a:custGeom>
              <a:avLst/>
              <a:gdLst/>
              <a:ahLst/>
              <a:cxnLst/>
              <a:rect l="l" t="t" r="r" b="b"/>
              <a:pathLst>
                <a:path w="1" h="25" extrusionOk="0">
                  <a:moveTo>
                    <a:pt x="1" y="25"/>
                  </a:moveTo>
                  <a:lnTo>
                    <a:pt x="1" y="25"/>
                  </a:lnTo>
                  <a:lnTo>
                    <a:pt x="1" y="1"/>
                  </a:lnTo>
                  <a:lnTo>
                    <a:pt x="1"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
            <p:cNvSpPr/>
            <p:nvPr/>
          </p:nvSpPr>
          <p:spPr>
            <a:xfrm>
              <a:off x="2038800" y="2217125"/>
              <a:ext cx="625" cy="625"/>
            </a:xfrm>
            <a:custGeom>
              <a:avLst/>
              <a:gdLst/>
              <a:ahLst/>
              <a:cxnLst/>
              <a:rect l="l" t="t" r="r" b="b"/>
              <a:pathLst>
                <a:path w="25" h="25" extrusionOk="0">
                  <a:moveTo>
                    <a:pt x="0" y="25"/>
                  </a:moveTo>
                  <a:lnTo>
                    <a:pt x="0" y="25"/>
                  </a:lnTo>
                  <a:lnTo>
                    <a:pt x="0" y="1"/>
                  </a:lnTo>
                  <a:lnTo>
                    <a:pt x="24" y="1"/>
                  </a:lnTo>
                  <a:lnTo>
                    <a:pt x="24"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
            <p:cNvSpPr/>
            <p:nvPr/>
          </p:nvSpPr>
          <p:spPr>
            <a:xfrm>
              <a:off x="2006900" y="2215325"/>
              <a:ext cx="25" cy="25"/>
            </a:xfrm>
            <a:custGeom>
              <a:avLst/>
              <a:gdLst/>
              <a:ahLst/>
              <a:cxnLst/>
              <a:rect l="l" t="t" r="r" b="b"/>
              <a:pathLst>
                <a:path w="1" h="1" extrusionOk="0">
                  <a:moveTo>
                    <a:pt x="0" y="0"/>
                  </a:moveTo>
                  <a:lnTo>
                    <a:pt x="0" y="0"/>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
            <p:cNvSpPr/>
            <p:nvPr/>
          </p:nvSpPr>
          <p:spPr>
            <a:xfrm>
              <a:off x="2041200" y="2205100"/>
              <a:ext cx="25" cy="25"/>
            </a:xfrm>
            <a:custGeom>
              <a:avLst/>
              <a:gdLst/>
              <a:ahLst/>
              <a:cxnLst/>
              <a:rect l="l" t="t" r="r" b="b"/>
              <a:pathLst>
                <a:path w="1" h="1" extrusionOk="0">
                  <a:moveTo>
                    <a:pt x="1" y="0"/>
                  </a:moveTo>
                  <a:lnTo>
                    <a:pt x="1" y="0"/>
                  </a:lnTo>
                  <a:lnTo>
                    <a:pt x="1" y="0"/>
                  </a:ln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
            <p:cNvSpPr/>
            <p:nvPr/>
          </p:nvSpPr>
          <p:spPr>
            <a:xfrm>
              <a:off x="1952125" y="2182225"/>
              <a:ext cx="25" cy="25"/>
            </a:xfrm>
            <a:custGeom>
              <a:avLst/>
              <a:gdLst/>
              <a:ahLst/>
              <a:cxnLst/>
              <a:rect l="l" t="t" r="r" b="b"/>
              <a:pathLst>
                <a:path w="1" h="1" extrusionOk="0">
                  <a:moveTo>
                    <a:pt x="1" y="0"/>
                  </a:move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
            <p:cNvSpPr/>
            <p:nvPr/>
          </p:nvSpPr>
          <p:spPr>
            <a:xfrm>
              <a:off x="1952125" y="2181625"/>
              <a:ext cx="625" cy="625"/>
            </a:xfrm>
            <a:custGeom>
              <a:avLst/>
              <a:gdLst/>
              <a:ahLst/>
              <a:cxnLst/>
              <a:rect l="l" t="t" r="r" b="b"/>
              <a:pathLst>
                <a:path w="25"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
            <p:cNvSpPr/>
            <p:nvPr/>
          </p:nvSpPr>
          <p:spPr>
            <a:xfrm>
              <a:off x="1924450" y="2177400"/>
              <a:ext cx="25" cy="625"/>
            </a:xfrm>
            <a:custGeom>
              <a:avLst/>
              <a:gdLst/>
              <a:ahLst/>
              <a:cxnLst/>
              <a:rect l="l" t="t" r="r" b="b"/>
              <a:pathLst>
                <a:path w="1" h="25" extrusionOk="0">
                  <a:moveTo>
                    <a:pt x="0" y="25"/>
                  </a:moveTo>
                  <a:lnTo>
                    <a:pt x="0"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
            <p:cNvSpPr/>
            <p:nvPr/>
          </p:nvSpPr>
          <p:spPr>
            <a:xfrm>
              <a:off x="1781825" y="1840975"/>
              <a:ext cx="652400" cy="709600"/>
            </a:xfrm>
            <a:custGeom>
              <a:avLst/>
              <a:gdLst/>
              <a:ahLst/>
              <a:cxnLst/>
              <a:rect l="l" t="t" r="r" b="b"/>
              <a:pathLst>
                <a:path w="26096" h="28384" extrusionOk="0">
                  <a:moveTo>
                    <a:pt x="18392" y="1"/>
                  </a:moveTo>
                  <a:lnTo>
                    <a:pt x="18031" y="49"/>
                  </a:lnTo>
                  <a:lnTo>
                    <a:pt x="17646" y="121"/>
                  </a:lnTo>
                  <a:lnTo>
                    <a:pt x="17261" y="194"/>
                  </a:lnTo>
                  <a:lnTo>
                    <a:pt x="16851" y="314"/>
                  </a:lnTo>
                  <a:lnTo>
                    <a:pt x="16418" y="434"/>
                  </a:lnTo>
                  <a:lnTo>
                    <a:pt x="15599" y="747"/>
                  </a:lnTo>
                  <a:lnTo>
                    <a:pt x="13938" y="1397"/>
                  </a:lnTo>
                  <a:lnTo>
                    <a:pt x="13529" y="1542"/>
                  </a:lnTo>
                  <a:lnTo>
                    <a:pt x="13120" y="1662"/>
                  </a:lnTo>
                  <a:lnTo>
                    <a:pt x="12711" y="1758"/>
                  </a:lnTo>
                  <a:lnTo>
                    <a:pt x="12277" y="1855"/>
                  </a:lnTo>
                  <a:lnTo>
                    <a:pt x="11676" y="1951"/>
                  </a:lnTo>
                  <a:lnTo>
                    <a:pt x="11098" y="2023"/>
                  </a:lnTo>
                  <a:lnTo>
                    <a:pt x="10472" y="2047"/>
                  </a:lnTo>
                  <a:lnTo>
                    <a:pt x="9870" y="2071"/>
                  </a:lnTo>
                  <a:lnTo>
                    <a:pt x="8715" y="2095"/>
                  </a:lnTo>
                  <a:lnTo>
                    <a:pt x="7968" y="2168"/>
                  </a:lnTo>
                  <a:lnTo>
                    <a:pt x="7607" y="2216"/>
                  </a:lnTo>
                  <a:lnTo>
                    <a:pt x="7270" y="2288"/>
                  </a:lnTo>
                  <a:lnTo>
                    <a:pt x="6909" y="2360"/>
                  </a:lnTo>
                  <a:lnTo>
                    <a:pt x="6548" y="2456"/>
                  </a:lnTo>
                  <a:lnTo>
                    <a:pt x="6211" y="2577"/>
                  </a:lnTo>
                  <a:lnTo>
                    <a:pt x="5874" y="2697"/>
                  </a:lnTo>
                  <a:lnTo>
                    <a:pt x="5007" y="3058"/>
                  </a:lnTo>
                  <a:lnTo>
                    <a:pt x="4165" y="3468"/>
                  </a:lnTo>
                  <a:lnTo>
                    <a:pt x="3346" y="3925"/>
                  </a:lnTo>
                  <a:lnTo>
                    <a:pt x="2552" y="4430"/>
                  </a:lnTo>
                  <a:lnTo>
                    <a:pt x="1998" y="4816"/>
                  </a:lnTo>
                  <a:lnTo>
                    <a:pt x="1420" y="5225"/>
                  </a:lnTo>
                  <a:lnTo>
                    <a:pt x="313" y="6067"/>
                  </a:lnTo>
                  <a:lnTo>
                    <a:pt x="120" y="6212"/>
                  </a:lnTo>
                  <a:lnTo>
                    <a:pt x="24" y="6356"/>
                  </a:lnTo>
                  <a:lnTo>
                    <a:pt x="0" y="6404"/>
                  </a:lnTo>
                  <a:lnTo>
                    <a:pt x="24" y="6477"/>
                  </a:lnTo>
                  <a:lnTo>
                    <a:pt x="48" y="6525"/>
                  </a:lnTo>
                  <a:lnTo>
                    <a:pt x="265" y="6525"/>
                  </a:lnTo>
                  <a:lnTo>
                    <a:pt x="385" y="6501"/>
                  </a:lnTo>
                  <a:lnTo>
                    <a:pt x="1372" y="6236"/>
                  </a:lnTo>
                  <a:lnTo>
                    <a:pt x="2672" y="5875"/>
                  </a:lnTo>
                  <a:lnTo>
                    <a:pt x="3972" y="5562"/>
                  </a:lnTo>
                  <a:lnTo>
                    <a:pt x="5296" y="5297"/>
                  </a:lnTo>
                  <a:lnTo>
                    <a:pt x="6620" y="5056"/>
                  </a:lnTo>
                  <a:lnTo>
                    <a:pt x="8474" y="4767"/>
                  </a:lnTo>
                  <a:lnTo>
                    <a:pt x="10327" y="4527"/>
                  </a:lnTo>
                  <a:lnTo>
                    <a:pt x="12181" y="4334"/>
                  </a:lnTo>
                  <a:lnTo>
                    <a:pt x="14035" y="4166"/>
                  </a:lnTo>
                  <a:lnTo>
                    <a:pt x="14805" y="4117"/>
                  </a:lnTo>
                  <a:lnTo>
                    <a:pt x="15599" y="4069"/>
                  </a:lnTo>
                  <a:lnTo>
                    <a:pt x="16394" y="4069"/>
                  </a:lnTo>
                  <a:lnTo>
                    <a:pt x="17164" y="4093"/>
                  </a:lnTo>
                  <a:lnTo>
                    <a:pt x="17670" y="4142"/>
                  </a:lnTo>
                  <a:lnTo>
                    <a:pt x="18175" y="4190"/>
                  </a:lnTo>
                  <a:lnTo>
                    <a:pt x="18681" y="4238"/>
                  </a:lnTo>
                  <a:lnTo>
                    <a:pt x="19186" y="4334"/>
                  </a:lnTo>
                  <a:lnTo>
                    <a:pt x="19620" y="4430"/>
                  </a:lnTo>
                  <a:lnTo>
                    <a:pt x="20029" y="4575"/>
                  </a:lnTo>
                  <a:lnTo>
                    <a:pt x="20438" y="4719"/>
                  </a:lnTo>
                  <a:lnTo>
                    <a:pt x="20847" y="4912"/>
                  </a:lnTo>
                  <a:lnTo>
                    <a:pt x="21257" y="5153"/>
                  </a:lnTo>
                  <a:lnTo>
                    <a:pt x="21666" y="5442"/>
                  </a:lnTo>
                  <a:lnTo>
                    <a:pt x="22027" y="5754"/>
                  </a:lnTo>
                  <a:lnTo>
                    <a:pt x="22364" y="6091"/>
                  </a:lnTo>
                  <a:lnTo>
                    <a:pt x="22749" y="6501"/>
                  </a:lnTo>
                  <a:lnTo>
                    <a:pt x="23086" y="6934"/>
                  </a:lnTo>
                  <a:lnTo>
                    <a:pt x="23375" y="7391"/>
                  </a:lnTo>
                  <a:lnTo>
                    <a:pt x="23616" y="7897"/>
                  </a:lnTo>
                  <a:lnTo>
                    <a:pt x="23784" y="8282"/>
                  </a:lnTo>
                  <a:lnTo>
                    <a:pt x="23905" y="8691"/>
                  </a:lnTo>
                  <a:lnTo>
                    <a:pt x="23977" y="9101"/>
                  </a:lnTo>
                  <a:lnTo>
                    <a:pt x="24025" y="9534"/>
                  </a:lnTo>
                  <a:lnTo>
                    <a:pt x="24025" y="9823"/>
                  </a:lnTo>
                  <a:lnTo>
                    <a:pt x="23977" y="10088"/>
                  </a:lnTo>
                  <a:lnTo>
                    <a:pt x="23881" y="10352"/>
                  </a:lnTo>
                  <a:lnTo>
                    <a:pt x="23760" y="10593"/>
                  </a:lnTo>
                  <a:lnTo>
                    <a:pt x="23616" y="10810"/>
                  </a:lnTo>
                  <a:lnTo>
                    <a:pt x="23447" y="11026"/>
                  </a:lnTo>
                  <a:lnTo>
                    <a:pt x="22725" y="12038"/>
                  </a:lnTo>
                  <a:lnTo>
                    <a:pt x="22027" y="13049"/>
                  </a:lnTo>
                  <a:lnTo>
                    <a:pt x="21690" y="13626"/>
                  </a:lnTo>
                  <a:lnTo>
                    <a:pt x="21377" y="14204"/>
                  </a:lnTo>
                  <a:lnTo>
                    <a:pt x="21064" y="14782"/>
                  </a:lnTo>
                  <a:lnTo>
                    <a:pt x="20823" y="15408"/>
                  </a:lnTo>
                  <a:lnTo>
                    <a:pt x="20510" y="16226"/>
                  </a:lnTo>
                  <a:lnTo>
                    <a:pt x="20246" y="17069"/>
                  </a:lnTo>
                  <a:lnTo>
                    <a:pt x="20029" y="17935"/>
                  </a:lnTo>
                  <a:lnTo>
                    <a:pt x="19885" y="18802"/>
                  </a:lnTo>
                  <a:lnTo>
                    <a:pt x="19764" y="19500"/>
                  </a:lnTo>
                  <a:lnTo>
                    <a:pt x="19620" y="20222"/>
                  </a:lnTo>
                  <a:lnTo>
                    <a:pt x="19523" y="20608"/>
                  </a:lnTo>
                  <a:lnTo>
                    <a:pt x="19403" y="20969"/>
                  </a:lnTo>
                  <a:lnTo>
                    <a:pt x="19283" y="21354"/>
                  </a:lnTo>
                  <a:lnTo>
                    <a:pt x="19138" y="21715"/>
                  </a:lnTo>
                  <a:lnTo>
                    <a:pt x="18970" y="22076"/>
                  </a:lnTo>
                  <a:lnTo>
                    <a:pt x="18801" y="22413"/>
                  </a:lnTo>
                  <a:lnTo>
                    <a:pt x="18609" y="22750"/>
                  </a:lnTo>
                  <a:lnTo>
                    <a:pt x="18392" y="23087"/>
                  </a:lnTo>
                  <a:lnTo>
                    <a:pt x="18199" y="23352"/>
                  </a:lnTo>
                  <a:lnTo>
                    <a:pt x="17983" y="23593"/>
                  </a:lnTo>
                  <a:lnTo>
                    <a:pt x="17766" y="23833"/>
                  </a:lnTo>
                  <a:lnTo>
                    <a:pt x="17549" y="24026"/>
                  </a:lnTo>
                  <a:lnTo>
                    <a:pt x="17309" y="24243"/>
                  </a:lnTo>
                  <a:lnTo>
                    <a:pt x="17044" y="24411"/>
                  </a:lnTo>
                  <a:lnTo>
                    <a:pt x="16779" y="24580"/>
                  </a:lnTo>
                  <a:lnTo>
                    <a:pt x="16490" y="24724"/>
                  </a:lnTo>
                  <a:lnTo>
                    <a:pt x="16153" y="24893"/>
                  </a:lnTo>
                  <a:lnTo>
                    <a:pt x="15816" y="25037"/>
                  </a:lnTo>
                  <a:lnTo>
                    <a:pt x="15118" y="25278"/>
                  </a:lnTo>
                  <a:lnTo>
                    <a:pt x="13866" y="25639"/>
                  </a:lnTo>
                  <a:lnTo>
                    <a:pt x="13240" y="25807"/>
                  </a:lnTo>
                  <a:lnTo>
                    <a:pt x="12590" y="25976"/>
                  </a:lnTo>
                  <a:lnTo>
                    <a:pt x="12157" y="26072"/>
                  </a:lnTo>
                  <a:lnTo>
                    <a:pt x="11724" y="26217"/>
                  </a:lnTo>
                  <a:lnTo>
                    <a:pt x="11290" y="26361"/>
                  </a:lnTo>
                  <a:lnTo>
                    <a:pt x="10857" y="26530"/>
                  </a:lnTo>
                  <a:lnTo>
                    <a:pt x="10568" y="26674"/>
                  </a:lnTo>
                  <a:lnTo>
                    <a:pt x="10303" y="26843"/>
                  </a:lnTo>
                  <a:lnTo>
                    <a:pt x="10183" y="26939"/>
                  </a:lnTo>
                  <a:lnTo>
                    <a:pt x="10111" y="27083"/>
                  </a:lnTo>
                  <a:lnTo>
                    <a:pt x="10063" y="27228"/>
                  </a:lnTo>
                  <a:lnTo>
                    <a:pt x="10063" y="27372"/>
                  </a:lnTo>
                  <a:lnTo>
                    <a:pt x="10111" y="27517"/>
                  </a:lnTo>
                  <a:lnTo>
                    <a:pt x="10159" y="27661"/>
                  </a:lnTo>
                  <a:lnTo>
                    <a:pt x="10279" y="27781"/>
                  </a:lnTo>
                  <a:lnTo>
                    <a:pt x="10400" y="27854"/>
                  </a:lnTo>
                  <a:lnTo>
                    <a:pt x="10953" y="28070"/>
                  </a:lnTo>
                  <a:lnTo>
                    <a:pt x="11242" y="28142"/>
                  </a:lnTo>
                  <a:lnTo>
                    <a:pt x="11531" y="28215"/>
                  </a:lnTo>
                  <a:lnTo>
                    <a:pt x="12037" y="28287"/>
                  </a:lnTo>
                  <a:lnTo>
                    <a:pt x="12542" y="28359"/>
                  </a:lnTo>
                  <a:lnTo>
                    <a:pt x="13024" y="28383"/>
                  </a:lnTo>
                  <a:lnTo>
                    <a:pt x="13529" y="28383"/>
                  </a:lnTo>
                  <a:lnTo>
                    <a:pt x="15455" y="28359"/>
                  </a:lnTo>
                  <a:lnTo>
                    <a:pt x="16129" y="28335"/>
                  </a:lnTo>
                  <a:lnTo>
                    <a:pt x="16611" y="28287"/>
                  </a:lnTo>
                  <a:lnTo>
                    <a:pt x="17092" y="28215"/>
                  </a:lnTo>
                  <a:lnTo>
                    <a:pt x="17574" y="28142"/>
                  </a:lnTo>
                  <a:lnTo>
                    <a:pt x="18055" y="28022"/>
                  </a:lnTo>
                  <a:lnTo>
                    <a:pt x="18512" y="27878"/>
                  </a:lnTo>
                  <a:lnTo>
                    <a:pt x="18970" y="27709"/>
                  </a:lnTo>
                  <a:lnTo>
                    <a:pt x="19427" y="27517"/>
                  </a:lnTo>
                  <a:lnTo>
                    <a:pt x="19885" y="27300"/>
                  </a:lnTo>
                  <a:lnTo>
                    <a:pt x="20390" y="27035"/>
                  </a:lnTo>
                  <a:lnTo>
                    <a:pt x="20872" y="26746"/>
                  </a:lnTo>
                  <a:lnTo>
                    <a:pt x="21859" y="26120"/>
                  </a:lnTo>
                  <a:lnTo>
                    <a:pt x="22147" y="25928"/>
                  </a:lnTo>
                  <a:lnTo>
                    <a:pt x="22436" y="25711"/>
                  </a:lnTo>
                  <a:lnTo>
                    <a:pt x="23014" y="25254"/>
                  </a:lnTo>
                  <a:lnTo>
                    <a:pt x="23183" y="25085"/>
                  </a:lnTo>
                  <a:lnTo>
                    <a:pt x="23327" y="24917"/>
                  </a:lnTo>
                  <a:lnTo>
                    <a:pt x="23568" y="24532"/>
                  </a:lnTo>
                  <a:lnTo>
                    <a:pt x="23664" y="24363"/>
                  </a:lnTo>
                  <a:lnTo>
                    <a:pt x="23736" y="24170"/>
                  </a:lnTo>
                  <a:lnTo>
                    <a:pt x="23760" y="24026"/>
                  </a:lnTo>
                  <a:lnTo>
                    <a:pt x="23784" y="23906"/>
                  </a:lnTo>
                  <a:lnTo>
                    <a:pt x="23760" y="23617"/>
                  </a:lnTo>
                  <a:lnTo>
                    <a:pt x="23712" y="23352"/>
                  </a:lnTo>
                  <a:lnTo>
                    <a:pt x="23592" y="23087"/>
                  </a:lnTo>
                  <a:lnTo>
                    <a:pt x="23423" y="22798"/>
                  </a:lnTo>
                  <a:lnTo>
                    <a:pt x="23207" y="22533"/>
                  </a:lnTo>
                  <a:lnTo>
                    <a:pt x="22629" y="21763"/>
                  </a:lnTo>
                  <a:lnTo>
                    <a:pt x="22509" y="21571"/>
                  </a:lnTo>
                  <a:lnTo>
                    <a:pt x="22388" y="21378"/>
                  </a:lnTo>
                  <a:lnTo>
                    <a:pt x="22292" y="21161"/>
                  </a:lnTo>
                  <a:lnTo>
                    <a:pt x="22220" y="20945"/>
                  </a:lnTo>
                  <a:lnTo>
                    <a:pt x="22147" y="20728"/>
                  </a:lnTo>
                  <a:lnTo>
                    <a:pt x="22099" y="20487"/>
                  </a:lnTo>
                  <a:lnTo>
                    <a:pt x="22099" y="20271"/>
                  </a:lnTo>
                  <a:lnTo>
                    <a:pt x="22075" y="20030"/>
                  </a:lnTo>
                  <a:lnTo>
                    <a:pt x="22099" y="19717"/>
                  </a:lnTo>
                  <a:lnTo>
                    <a:pt x="22123" y="19404"/>
                  </a:lnTo>
                  <a:lnTo>
                    <a:pt x="22196" y="19043"/>
                  </a:lnTo>
                  <a:lnTo>
                    <a:pt x="22268" y="18682"/>
                  </a:lnTo>
                  <a:lnTo>
                    <a:pt x="22364" y="18345"/>
                  </a:lnTo>
                  <a:lnTo>
                    <a:pt x="22484" y="17984"/>
                  </a:lnTo>
                  <a:lnTo>
                    <a:pt x="22677" y="17478"/>
                  </a:lnTo>
                  <a:lnTo>
                    <a:pt x="22894" y="16997"/>
                  </a:lnTo>
                  <a:lnTo>
                    <a:pt x="23159" y="16491"/>
                  </a:lnTo>
                  <a:lnTo>
                    <a:pt x="23399" y="16034"/>
                  </a:lnTo>
                  <a:lnTo>
                    <a:pt x="24001" y="14999"/>
                  </a:lnTo>
                  <a:lnTo>
                    <a:pt x="24579" y="13963"/>
                  </a:lnTo>
                  <a:lnTo>
                    <a:pt x="24844" y="13458"/>
                  </a:lnTo>
                  <a:lnTo>
                    <a:pt x="25108" y="12928"/>
                  </a:lnTo>
                  <a:lnTo>
                    <a:pt x="25325" y="12399"/>
                  </a:lnTo>
                  <a:lnTo>
                    <a:pt x="25518" y="11845"/>
                  </a:lnTo>
                  <a:lnTo>
                    <a:pt x="25686" y="11315"/>
                  </a:lnTo>
                  <a:lnTo>
                    <a:pt x="25831" y="10786"/>
                  </a:lnTo>
                  <a:lnTo>
                    <a:pt x="25951" y="10256"/>
                  </a:lnTo>
                  <a:lnTo>
                    <a:pt x="26023" y="9727"/>
                  </a:lnTo>
                  <a:lnTo>
                    <a:pt x="26071" y="9173"/>
                  </a:lnTo>
                  <a:lnTo>
                    <a:pt x="26095" y="8643"/>
                  </a:lnTo>
                  <a:lnTo>
                    <a:pt x="26095" y="8090"/>
                  </a:lnTo>
                  <a:lnTo>
                    <a:pt x="26047" y="7536"/>
                  </a:lnTo>
                  <a:lnTo>
                    <a:pt x="25975" y="6910"/>
                  </a:lnTo>
                  <a:lnTo>
                    <a:pt x="25831" y="6284"/>
                  </a:lnTo>
                  <a:lnTo>
                    <a:pt x="25662" y="5682"/>
                  </a:lnTo>
                  <a:lnTo>
                    <a:pt x="25445" y="5104"/>
                  </a:lnTo>
                  <a:lnTo>
                    <a:pt x="25205" y="4527"/>
                  </a:lnTo>
                  <a:lnTo>
                    <a:pt x="24892" y="3997"/>
                  </a:lnTo>
                  <a:lnTo>
                    <a:pt x="24555" y="3468"/>
                  </a:lnTo>
                  <a:lnTo>
                    <a:pt x="24146" y="2962"/>
                  </a:lnTo>
                  <a:lnTo>
                    <a:pt x="23881" y="2649"/>
                  </a:lnTo>
                  <a:lnTo>
                    <a:pt x="23592" y="2360"/>
                  </a:lnTo>
                  <a:lnTo>
                    <a:pt x="23303" y="2095"/>
                  </a:lnTo>
                  <a:lnTo>
                    <a:pt x="23014" y="1831"/>
                  </a:lnTo>
                  <a:lnTo>
                    <a:pt x="22701" y="1566"/>
                  </a:lnTo>
                  <a:lnTo>
                    <a:pt x="22388" y="1325"/>
                  </a:lnTo>
                  <a:lnTo>
                    <a:pt x="21714" y="892"/>
                  </a:lnTo>
                  <a:lnTo>
                    <a:pt x="21305" y="651"/>
                  </a:lnTo>
                  <a:lnTo>
                    <a:pt x="20896" y="434"/>
                  </a:lnTo>
                  <a:lnTo>
                    <a:pt x="20390" y="242"/>
                  </a:lnTo>
                  <a:lnTo>
                    <a:pt x="20125" y="170"/>
                  </a:lnTo>
                  <a:lnTo>
                    <a:pt x="19860" y="97"/>
                  </a:lnTo>
                  <a:lnTo>
                    <a:pt x="19596" y="49"/>
                  </a:lnTo>
                  <a:lnTo>
                    <a:pt x="19331" y="25"/>
                  </a:lnTo>
                  <a:lnTo>
                    <a:pt x="190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
            <p:cNvSpPr/>
            <p:nvPr/>
          </p:nvSpPr>
          <p:spPr>
            <a:xfrm>
              <a:off x="1802875" y="1996850"/>
              <a:ext cx="521825" cy="518800"/>
            </a:xfrm>
            <a:custGeom>
              <a:avLst/>
              <a:gdLst/>
              <a:ahLst/>
              <a:cxnLst/>
              <a:rect l="l" t="t" r="r" b="b"/>
              <a:pathLst>
                <a:path w="20873" h="20752" extrusionOk="0">
                  <a:moveTo>
                    <a:pt x="18224" y="1"/>
                  </a:moveTo>
                  <a:lnTo>
                    <a:pt x="17983" y="25"/>
                  </a:lnTo>
                  <a:lnTo>
                    <a:pt x="17767" y="49"/>
                  </a:lnTo>
                  <a:lnTo>
                    <a:pt x="17430" y="97"/>
                  </a:lnTo>
                  <a:lnTo>
                    <a:pt x="17093" y="169"/>
                  </a:lnTo>
                  <a:lnTo>
                    <a:pt x="16419" y="338"/>
                  </a:lnTo>
                  <a:lnTo>
                    <a:pt x="15143" y="627"/>
                  </a:lnTo>
                  <a:lnTo>
                    <a:pt x="14709" y="723"/>
                  </a:lnTo>
                  <a:lnTo>
                    <a:pt x="14252" y="771"/>
                  </a:lnTo>
                  <a:lnTo>
                    <a:pt x="13795" y="795"/>
                  </a:lnTo>
                  <a:lnTo>
                    <a:pt x="13337" y="795"/>
                  </a:lnTo>
                  <a:lnTo>
                    <a:pt x="12639" y="771"/>
                  </a:lnTo>
                  <a:lnTo>
                    <a:pt x="11941" y="699"/>
                  </a:lnTo>
                  <a:lnTo>
                    <a:pt x="11243" y="603"/>
                  </a:lnTo>
                  <a:lnTo>
                    <a:pt x="10569" y="482"/>
                  </a:lnTo>
                  <a:lnTo>
                    <a:pt x="9774" y="314"/>
                  </a:lnTo>
                  <a:lnTo>
                    <a:pt x="8980" y="169"/>
                  </a:lnTo>
                  <a:lnTo>
                    <a:pt x="8330" y="97"/>
                  </a:lnTo>
                  <a:lnTo>
                    <a:pt x="7680" y="73"/>
                  </a:lnTo>
                  <a:lnTo>
                    <a:pt x="7367" y="73"/>
                  </a:lnTo>
                  <a:lnTo>
                    <a:pt x="7030" y="97"/>
                  </a:lnTo>
                  <a:lnTo>
                    <a:pt x="6717" y="145"/>
                  </a:lnTo>
                  <a:lnTo>
                    <a:pt x="6380" y="218"/>
                  </a:lnTo>
                  <a:lnTo>
                    <a:pt x="5778" y="338"/>
                  </a:lnTo>
                  <a:lnTo>
                    <a:pt x="5176" y="482"/>
                  </a:lnTo>
                  <a:lnTo>
                    <a:pt x="4574" y="651"/>
                  </a:lnTo>
                  <a:lnTo>
                    <a:pt x="3997" y="868"/>
                  </a:lnTo>
                  <a:lnTo>
                    <a:pt x="3082" y="1205"/>
                  </a:lnTo>
                  <a:lnTo>
                    <a:pt x="2167" y="1542"/>
                  </a:lnTo>
                  <a:lnTo>
                    <a:pt x="1782" y="1686"/>
                  </a:lnTo>
                  <a:lnTo>
                    <a:pt x="1373" y="1782"/>
                  </a:lnTo>
                  <a:lnTo>
                    <a:pt x="964" y="1879"/>
                  </a:lnTo>
                  <a:lnTo>
                    <a:pt x="554" y="1951"/>
                  </a:lnTo>
                  <a:lnTo>
                    <a:pt x="193" y="1999"/>
                  </a:lnTo>
                  <a:lnTo>
                    <a:pt x="97" y="2023"/>
                  </a:lnTo>
                  <a:lnTo>
                    <a:pt x="49" y="2047"/>
                  </a:lnTo>
                  <a:lnTo>
                    <a:pt x="1" y="2095"/>
                  </a:lnTo>
                  <a:lnTo>
                    <a:pt x="1" y="2143"/>
                  </a:lnTo>
                  <a:lnTo>
                    <a:pt x="25" y="2192"/>
                  </a:lnTo>
                  <a:lnTo>
                    <a:pt x="97" y="2240"/>
                  </a:lnTo>
                  <a:lnTo>
                    <a:pt x="169" y="2264"/>
                  </a:lnTo>
                  <a:lnTo>
                    <a:pt x="458" y="2312"/>
                  </a:lnTo>
                  <a:lnTo>
                    <a:pt x="723" y="2360"/>
                  </a:lnTo>
                  <a:lnTo>
                    <a:pt x="988" y="2360"/>
                  </a:lnTo>
                  <a:lnTo>
                    <a:pt x="1517" y="2336"/>
                  </a:lnTo>
                  <a:lnTo>
                    <a:pt x="5706" y="1927"/>
                  </a:lnTo>
                  <a:lnTo>
                    <a:pt x="6573" y="1855"/>
                  </a:lnTo>
                  <a:lnTo>
                    <a:pt x="7463" y="1806"/>
                  </a:lnTo>
                  <a:lnTo>
                    <a:pt x="7921" y="1806"/>
                  </a:lnTo>
                  <a:lnTo>
                    <a:pt x="8402" y="1830"/>
                  </a:lnTo>
                  <a:lnTo>
                    <a:pt x="8811" y="1855"/>
                  </a:lnTo>
                  <a:lnTo>
                    <a:pt x="9221" y="1951"/>
                  </a:lnTo>
                  <a:lnTo>
                    <a:pt x="9630" y="2047"/>
                  </a:lnTo>
                  <a:lnTo>
                    <a:pt x="10015" y="2216"/>
                  </a:lnTo>
                  <a:lnTo>
                    <a:pt x="10545" y="2432"/>
                  </a:lnTo>
                  <a:lnTo>
                    <a:pt x="11050" y="2649"/>
                  </a:lnTo>
                  <a:lnTo>
                    <a:pt x="11435" y="2793"/>
                  </a:lnTo>
                  <a:lnTo>
                    <a:pt x="11821" y="2914"/>
                  </a:lnTo>
                  <a:lnTo>
                    <a:pt x="12206" y="3010"/>
                  </a:lnTo>
                  <a:lnTo>
                    <a:pt x="12591" y="3082"/>
                  </a:lnTo>
                  <a:lnTo>
                    <a:pt x="12976" y="3130"/>
                  </a:lnTo>
                  <a:lnTo>
                    <a:pt x="13770" y="3130"/>
                  </a:lnTo>
                  <a:lnTo>
                    <a:pt x="14156" y="3082"/>
                  </a:lnTo>
                  <a:lnTo>
                    <a:pt x="15552" y="2866"/>
                  </a:lnTo>
                  <a:lnTo>
                    <a:pt x="15913" y="2817"/>
                  </a:lnTo>
                  <a:lnTo>
                    <a:pt x="16274" y="2769"/>
                  </a:lnTo>
                  <a:lnTo>
                    <a:pt x="17020" y="2769"/>
                  </a:lnTo>
                  <a:lnTo>
                    <a:pt x="17261" y="2793"/>
                  </a:lnTo>
                  <a:lnTo>
                    <a:pt x="17502" y="2817"/>
                  </a:lnTo>
                  <a:lnTo>
                    <a:pt x="17743" y="2890"/>
                  </a:lnTo>
                  <a:lnTo>
                    <a:pt x="17983" y="2962"/>
                  </a:lnTo>
                  <a:lnTo>
                    <a:pt x="18128" y="3010"/>
                  </a:lnTo>
                  <a:lnTo>
                    <a:pt x="18248" y="3082"/>
                  </a:lnTo>
                  <a:lnTo>
                    <a:pt x="18368" y="3155"/>
                  </a:lnTo>
                  <a:lnTo>
                    <a:pt x="18465" y="3251"/>
                  </a:lnTo>
                  <a:lnTo>
                    <a:pt x="18609" y="3419"/>
                  </a:lnTo>
                  <a:lnTo>
                    <a:pt x="18706" y="3588"/>
                  </a:lnTo>
                  <a:lnTo>
                    <a:pt x="18778" y="3804"/>
                  </a:lnTo>
                  <a:lnTo>
                    <a:pt x="18802" y="4021"/>
                  </a:lnTo>
                  <a:lnTo>
                    <a:pt x="18802" y="4238"/>
                  </a:lnTo>
                  <a:lnTo>
                    <a:pt x="18778" y="4430"/>
                  </a:lnTo>
                  <a:lnTo>
                    <a:pt x="18754" y="4647"/>
                  </a:lnTo>
                  <a:lnTo>
                    <a:pt x="18706" y="4864"/>
                  </a:lnTo>
                  <a:lnTo>
                    <a:pt x="18537" y="5393"/>
                  </a:lnTo>
                  <a:lnTo>
                    <a:pt x="18320" y="5899"/>
                  </a:lnTo>
                  <a:lnTo>
                    <a:pt x="18056" y="6404"/>
                  </a:lnTo>
                  <a:lnTo>
                    <a:pt x="17767" y="6886"/>
                  </a:lnTo>
                  <a:lnTo>
                    <a:pt x="17093" y="7921"/>
                  </a:lnTo>
                  <a:lnTo>
                    <a:pt x="16659" y="8667"/>
                  </a:lnTo>
                  <a:lnTo>
                    <a:pt x="16443" y="9028"/>
                  </a:lnTo>
                  <a:lnTo>
                    <a:pt x="16274" y="9414"/>
                  </a:lnTo>
                  <a:lnTo>
                    <a:pt x="15817" y="10425"/>
                  </a:lnTo>
                  <a:lnTo>
                    <a:pt x="15383" y="11460"/>
                  </a:lnTo>
                  <a:lnTo>
                    <a:pt x="15215" y="11941"/>
                  </a:lnTo>
                  <a:lnTo>
                    <a:pt x="15070" y="12447"/>
                  </a:lnTo>
                  <a:lnTo>
                    <a:pt x="14950" y="12952"/>
                  </a:lnTo>
                  <a:lnTo>
                    <a:pt x="14902" y="13482"/>
                  </a:lnTo>
                  <a:lnTo>
                    <a:pt x="14854" y="14011"/>
                  </a:lnTo>
                  <a:lnTo>
                    <a:pt x="14806" y="14397"/>
                  </a:lnTo>
                  <a:lnTo>
                    <a:pt x="14733" y="14782"/>
                  </a:lnTo>
                  <a:lnTo>
                    <a:pt x="14661" y="14974"/>
                  </a:lnTo>
                  <a:lnTo>
                    <a:pt x="14589" y="15143"/>
                  </a:lnTo>
                  <a:lnTo>
                    <a:pt x="14493" y="15311"/>
                  </a:lnTo>
                  <a:lnTo>
                    <a:pt x="14396" y="15480"/>
                  </a:lnTo>
                  <a:lnTo>
                    <a:pt x="14276" y="15648"/>
                  </a:lnTo>
                  <a:lnTo>
                    <a:pt x="14132" y="15793"/>
                  </a:lnTo>
                  <a:lnTo>
                    <a:pt x="13987" y="15913"/>
                  </a:lnTo>
                  <a:lnTo>
                    <a:pt x="13843" y="16058"/>
                  </a:lnTo>
                  <a:lnTo>
                    <a:pt x="13578" y="16226"/>
                  </a:lnTo>
                  <a:lnTo>
                    <a:pt x="13289" y="16371"/>
                  </a:lnTo>
                  <a:lnTo>
                    <a:pt x="12952" y="16539"/>
                  </a:lnTo>
                  <a:lnTo>
                    <a:pt x="12591" y="16684"/>
                  </a:lnTo>
                  <a:lnTo>
                    <a:pt x="12037" y="16924"/>
                  </a:lnTo>
                  <a:lnTo>
                    <a:pt x="11484" y="17189"/>
                  </a:lnTo>
                  <a:lnTo>
                    <a:pt x="10954" y="17502"/>
                  </a:lnTo>
                  <a:lnTo>
                    <a:pt x="10424" y="17815"/>
                  </a:lnTo>
                  <a:lnTo>
                    <a:pt x="9967" y="18104"/>
                  </a:lnTo>
                  <a:lnTo>
                    <a:pt x="9534" y="18441"/>
                  </a:lnTo>
                  <a:lnTo>
                    <a:pt x="9293" y="18658"/>
                  </a:lnTo>
                  <a:lnTo>
                    <a:pt x="9076" y="18874"/>
                  </a:lnTo>
                  <a:lnTo>
                    <a:pt x="8884" y="19091"/>
                  </a:lnTo>
                  <a:lnTo>
                    <a:pt x="8715" y="19332"/>
                  </a:lnTo>
                  <a:lnTo>
                    <a:pt x="8571" y="19572"/>
                  </a:lnTo>
                  <a:lnTo>
                    <a:pt x="8426" y="19837"/>
                  </a:lnTo>
                  <a:lnTo>
                    <a:pt x="8306" y="20126"/>
                  </a:lnTo>
                  <a:lnTo>
                    <a:pt x="8185" y="20391"/>
                  </a:lnTo>
                  <a:lnTo>
                    <a:pt x="8137" y="20608"/>
                  </a:lnTo>
                  <a:lnTo>
                    <a:pt x="8137" y="20680"/>
                  </a:lnTo>
                  <a:lnTo>
                    <a:pt x="8161" y="20704"/>
                  </a:lnTo>
                  <a:lnTo>
                    <a:pt x="8185" y="20728"/>
                  </a:lnTo>
                  <a:lnTo>
                    <a:pt x="8258" y="20752"/>
                  </a:lnTo>
                  <a:lnTo>
                    <a:pt x="8306" y="20704"/>
                  </a:lnTo>
                  <a:lnTo>
                    <a:pt x="8474" y="20559"/>
                  </a:lnTo>
                  <a:lnTo>
                    <a:pt x="8835" y="20126"/>
                  </a:lnTo>
                  <a:lnTo>
                    <a:pt x="9221" y="19717"/>
                  </a:lnTo>
                  <a:lnTo>
                    <a:pt x="9437" y="19500"/>
                  </a:lnTo>
                  <a:lnTo>
                    <a:pt x="9654" y="19308"/>
                  </a:lnTo>
                  <a:lnTo>
                    <a:pt x="10111" y="18995"/>
                  </a:lnTo>
                  <a:lnTo>
                    <a:pt x="10569" y="18730"/>
                  </a:lnTo>
                  <a:lnTo>
                    <a:pt x="11074" y="18489"/>
                  </a:lnTo>
                  <a:lnTo>
                    <a:pt x="11580" y="18321"/>
                  </a:lnTo>
                  <a:lnTo>
                    <a:pt x="12326" y="18152"/>
                  </a:lnTo>
                  <a:lnTo>
                    <a:pt x="13072" y="17959"/>
                  </a:lnTo>
                  <a:lnTo>
                    <a:pt x="13626" y="17839"/>
                  </a:lnTo>
                  <a:lnTo>
                    <a:pt x="14156" y="17695"/>
                  </a:lnTo>
                  <a:lnTo>
                    <a:pt x="14565" y="17526"/>
                  </a:lnTo>
                  <a:lnTo>
                    <a:pt x="14950" y="17334"/>
                  </a:lnTo>
                  <a:lnTo>
                    <a:pt x="15311" y="17093"/>
                  </a:lnTo>
                  <a:lnTo>
                    <a:pt x="15672" y="16828"/>
                  </a:lnTo>
                  <a:lnTo>
                    <a:pt x="15889" y="16635"/>
                  </a:lnTo>
                  <a:lnTo>
                    <a:pt x="16082" y="16419"/>
                  </a:lnTo>
                  <a:lnTo>
                    <a:pt x="16226" y="16178"/>
                  </a:lnTo>
                  <a:lnTo>
                    <a:pt x="16370" y="15913"/>
                  </a:lnTo>
                  <a:lnTo>
                    <a:pt x="16443" y="15648"/>
                  </a:lnTo>
                  <a:lnTo>
                    <a:pt x="16539" y="15384"/>
                  </a:lnTo>
                  <a:lnTo>
                    <a:pt x="16587" y="15119"/>
                  </a:lnTo>
                  <a:lnTo>
                    <a:pt x="16635" y="14854"/>
                  </a:lnTo>
                  <a:lnTo>
                    <a:pt x="16683" y="14324"/>
                  </a:lnTo>
                  <a:lnTo>
                    <a:pt x="16732" y="13771"/>
                  </a:lnTo>
                  <a:lnTo>
                    <a:pt x="16756" y="13217"/>
                  </a:lnTo>
                  <a:lnTo>
                    <a:pt x="16780" y="12663"/>
                  </a:lnTo>
                  <a:lnTo>
                    <a:pt x="16780" y="12062"/>
                  </a:lnTo>
                  <a:lnTo>
                    <a:pt x="16852" y="11460"/>
                  </a:lnTo>
                  <a:lnTo>
                    <a:pt x="16948" y="10954"/>
                  </a:lnTo>
                  <a:lnTo>
                    <a:pt x="17069" y="10497"/>
                  </a:lnTo>
                  <a:lnTo>
                    <a:pt x="17285" y="10039"/>
                  </a:lnTo>
                  <a:lnTo>
                    <a:pt x="17526" y="9606"/>
                  </a:lnTo>
                  <a:lnTo>
                    <a:pt x="17791" y="9197"/>
                  </a:lnTo>
                  <a:lnTo>
                    <a:pt x="18080" y="8812"/>
                  </a:lnTo>
                  <a:lnTo>
                    <a:pt x="19139" y="7367"/>
                  </a:lnTo>
                  <a:lnTo>
                    <a:pt x="19572" y="6765"/>
                  </a:lnTo>
                  <a:lnTo>
                    <a:pt x="19789" y="6453"/>
                  </a:lnTo>
                  <a:lnTo>
                    <a:pt x="20005" y="6116"/>
                  </a:lnTo>
                  <a:lnTo>
                    <a:pt x="20294" y="5610"/>
                  </a:lnTo>
                  <a:lnTo>
                    <a:pt x="20415" y="5345"/>
                  </a:lnTo>
                  <a:lnTo>
                    <a:pt x="20535" y="5056"/>
                  </a:lnTo>
                  <a:lnTo>
                    <a:pt x="20655" y="4743"/>
                  </a:lnTo>
                  <a:lnTo>
                    <a:pt x="20752" y="4430"/>
                  </a:lnTo>
                  <a:lnTo>
                    <a:pt x="20824" y="4117"/>
                  </a:lnTo>
                  <a:lnTo>
                    <a:pt x="20848" y="3804"/>
                  </a:lnTo>
                  <a:lnTo>
                    <a:pt x="20872" y="3492"/>
                  </a:lnTo>
                  <a:lnTo>
                    <a:pt x="20872" y="3155"/>
                  </a:lnTo>
                  <a:lnTo>
                    <a:pt x="20848" y="2842"/>
                  </a:lnTo>
                  <a:lnTo>
                    <a:pt x="20776" y="2505"/>
                  </a:lnTo>
                  <a:lnTo>
                    <a:pt x="20680" y="2095"/>
                  </a:lnTo>
                  <a:lnTo>
                    <a:pt x="20535" y="1686"/>
                  </a:lnTo>
                  <a:lnTo>
                    <a:pt x="20439" y="1445"/>
                  </a:lnTo>
                  <a:lnTo>
                    <a:pt x="20343" y="1205"/>
                  </a:lnTo>
                  <a:lnTo>
                    <a:pt x="20198" y="964"/>
                  </a:lnTo>
                  <a:lnTo>
                    <a:pt x="20030" y="771"/>
                  </a:lnTo>
                  <a:lnTo>
                    <a:pt x="19861" y="579"/>
                  </a:lnTo>
                  <a:lnTo>
                    <a:pt x="19668" y="410"/>
                  </a:lnTo>
                  <a:lnTo>
                    <a:pt x="19452" y="290"/>
                  </a:lnTo>
                  <a:lnTo>
                    <a:pt x="19211" y="169"/>
                  </a:lnTo>
                  <a:lnTo>
                    <a:pt x="18970" y="97"/>
                  </a:lnTo>
                  <a:lnTo>
                    <a:pt x="18706" y="25"/>
                  </a:lnTo>
                  <a:lnTo>
                    <a:pt x="184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
            <p:cNvSpPr/>
            <p:nvPr/>
          </p:nvSpPr>
          <p:spPr>
            <a:xfrm>
              <a:off x="1946725" y="1787425"/>
              <a:ext cx="588000" cy="766750"/>
            </a:xfrm>
            <a:custGeom>
              <a:avLst/>
              <a:gdLst/>
              <a:ahLst/>
              <a:cxnLst/>
              <a:rect l="l" t="t" r="r" b="b"/>
              <a:pathLst>
                <a:path w="23520" h="30670" extrusionOk="0">
                  <a:moveTo>
                    <a:pt x="11098" y="0"/>
                  </a:moveTo>
                  <a:lnTo>
                    <a:pt x="10640" y="49"/>
                  </a:lnTo>
                  <a:lnTo>
                    <a:pt x="9942" y="97"/>
                  </a:lnTo>
                  <a:lnTo>
                    <a:pt x="9292" y="169"/>
                  </a:lnTo>
                  <a:lnTo>
                    <a:pt x="8618" y="265"/>
                  </a:lnTo>
                  <a:lnTo>
                    <a:pt x="7944" y="410"/>
                  </a:lnTo>
                  <a:lnTo>
                    <a:pt x="7270" y="602"/>
                  </a:lnTo>
                  <a:lnTo>
                    <a:pt x="6596" y="795"/>
                  </a:lnTo>
                  <a:lnTo>
                    <a:pt x="5946" y="1012"/>
                  </a:lnTo>
                  <a:lnTo>
                    <a:pt x="4093" y="1589"/>
                  </a:lnTo>
                  <a:lnTo>
                    <a:pt x="2239" y="2119"/>
                  </a:lnTo>
                  <a:lnTo>
                    <a:pt x="1300" y="2384"/>
                  </a:lnTo>
                  <a:lnTo>
                    <a:pt x="361" y="2673"/>
                  </a:lnTo>
                  <a:lnTo>
                    <a:pt x="193" y="2721"/>
                  </a:lnTo>
                  <a:lnTo>
                    <a:pt x="24" y="2793"/>
                  </a:lnTo>
                  <a:lnTo>
                    <a:pt x="0" y="2841"/>
                  </a:lnTo>
                  <a:lnTo>
                    <a:pt x="0" y="2889"/>
                  </a:lnTo>
                  <a:lnTo>
                    <a:pt x="24" y="2937"/>
                  </a:lnTo>
                  <a:lnTo>
                    <a:pt x="72" y="2961"/>
                  </a:lnTo>
                  <a:lnTo>
                    <a:pt x="241" y="2986"/>
                  </a:lnTo>
                  <a:lnTo>
                    <a:pt x="433" y="2961"/>
                  </a:lnTo>
                  <a:lnTo>
                    <a:pt x="1709" y="2793"/>
                  </a:lnTo>
                  <a:lnTo>
                    <a:pt x="3009" y="2673"/>
                  </a:lnTo>
                  <a:lnTo>
                    <a:pt x="4526" y="2528"/>
                  </a:lnTo>
                  <a:lnTo>
                    <a:pt x="5296" y="2456"/>
                  </a:lnTo>
                  <a:lnTo>
                    <a:pt x="6042" y="2336"/>
                  </a:lnTo>
                  <a:lnTo>
                    <a:pt x="6789" y="2167"/>
                  </a:lnTo>
                  <a:lnTo>
                    <a:pt x="7535" y="1974"/>
                  </a:lnTo>
                  <a:lnTo>
                    <a:pt x="8522" y="1710"/>
                  </a:lnTo>
                  <a:lnTo>
                    <a:pt x="10279" y="1228"/>
                  </a:lnTo>
                  <a:lnTo>
                    <a:pt x="10929" y="1060"/>
                  </a:lnTo>
                  <a:lnTo>
                    <a:pt x="11579" y="939"/>
                  </a:lnTo>
                  <a:lnTo>
                    <a:pt x="12229" y="843"/>
                  </a:lnTo>
                  <a:lnTo>
                    <a:pt x="12903" y="771"/>
                  </a:lnTo>
                  <a:lnTo>
                    <a:pt x="13192" y="747"/>
                  </a:lnTo>
                  <a:lnTo>
                    <a:pt x="13722" y="747"/>
                  </a:lnTo>
                  <a:lnTo>
                    <a:pt x="13939" y="795"/>
                  </a:lnTo>
                  <a:lnTo>
                    <a:pt x="14372" y="867"/>
                  </a:lnTo>
                  <a:lnTo>
                    <a:pt x="14709" y="987"/>
                  </a:lnTo>
                  <a:lnTo>
                    <a:pt x="15022" y="1108"/>
                  </a:lnTo>
                  <a:lnTo>
                    <a:pt x="15335" y="1276"/>
                  </a:lnTo>
                  <a:lnTo>
                    <a:pt x="15576" y="1445"/>
                  </a:lnTo>
                  <a:lnTo>
                    <a:pt x="16009" y="1734"/>
                  </a:lnTo>
                  <a:lnTo>
                    <a:pt x="16394" y="1999"/>
                  </a:lnTo>
                  <a:lnTo>
                    <a:pt x="17116" y="2576"/>
                  </a:lnTo>
                  <a:lnTo>
                    <a:pt x="17453" y="2841"/>
                  </a:lnTo>
                  <a:lnTo>
                    <a:pt x="17766" y="3154"/>
                  </a:lnTo>
                  <a:lnTo>
                    <a:pt x="18874" y="4334"/>
                  </a:lnTo>
                  <a:lnTo>
                    <a:pt x="19379" y="4911"/>
                  </a:lnTo>
                  <a:lnTo>
                    <a:pt x="19548" y="5176"/>
                  </a:lnTo>
                  <a:lnTo>
                    <a:pt x="19716" y="5417"/>
                  </a:lnTo>
                  <a:lnTo>
                    <a:pt x="19861" y="5658"/>
                  </a:lnTo>
                  <a:lnTo>
                    <a:pt x="20005" y="5947"/>
                  </a:lnTo>
                  <a:lnTo>
                    <a:pt x="20294" y="6645"/>
                  </a:lnTo>
                  <a:lnTo>
                    <a:pt x="20848" y="8017"/>
                  </a:lnTo>
                  <a:lnTo>
                    <a:pt x="21161" y="8691"/>
                  </a:lnTo>
                  <a:lnTo>
                    <a:pt x="21473" y="9341"/>
                  </a:lnTo>
                  <a:lnTo>
                    <a:pt x="21570" y="9558"/>
                  </a:lnTo>
                  <a:lnTo>
                    <a:pt x="21618" y="9774"/>
                  </a:lnTo>
                  <a:lnTo>
                    <a:pt x="21666" y="9991"/>
                  </a:lnTo>
                  <a:lnTo>
                    <a:pt x="21690" y="10207"/>
                  </a:lnTo>
                  <a:lnTo>
                    <a:pt x="21714" y="10785"/>
                  </a:lnTo>
                  <a:lnTo>
                    <a:pt x="21666" y="11363"/>
                  </a:lnTo>
                  <a:lnTo>
                    <a:pt x="21618" y="11748"/>
                  </a:lnTo>
                  <a:lnTo>
                    <a:pt x="21546" y="12109"/>
                  </a:lnTo>
                  <a:lnTo>
                    <a:pt x="21425" y="12446"/>
                  </a:lnTo>
                  <a:lnTo>
                    <a:pt x="21305" y="12807"/>
                  </a:lnTo>
                  <a:lnTo>
                    <a:pt x="21136" y="13120"/>
                  </a:lnTo>
                  <a:lnTo>
                    <a:pt x="20968" y="13457"/>
                  </a:lnTo>
                  <a:lnTo>
                    <a:pt x="20775" y="13746"/>
                  </a:lnTo>
                  <a:lnTo>
                    <a:pt x="20535" y="14059"/>
                  </a:lnTo>
                  <a:lnTo>
                    <a:pt x="20101" y="14565"/>
                  </a:lnTo>
                  <a:lnTo>
                    <a:pt x="19668" y="15070"/>
                  </a:lnTo>
                  <a:lnTo>
                    <a:pt x="19451" y="15359"/>
                  </a:lnTo>
                  <a:lnTo>
                    <a:pt x="19235" y="15672"/>
                  </a:lnTo>
                  <a:lnTo>
                    <a:pt x="19042" y="15985"/>
                  </a:lnTo>
                  <a:lnTo>
                    <a:pt x="18898" y="16322"/>
                  </a:lnTo>
                  <a:lnTo>
                    <a:pt x="18777" y="16611"/>
                  </a:lnTo>
                  <a:lnTo>
                    <a:pt x="18681" y="16924"/>
                  </a:lnTo>
                  <a:lnTo>
                    <a:pt x="18512" y="17526"/>
                  </a:lnTo>
                  <a:lnTo>
                    <a:pt x="18392" y="18079"/>
                  </a:lnTo>
                  <a:lnTo>
                    <a:pt x="18199" y="18585"/>
                  </a:lnTo>
                  <a:lnTo>
                    <a:pt x="17911" y="19235"/>
                  </a:lnTo>
                  <a:lnTo>
                    <a:pt x="17598" y="19861"/>
                  </a:lnTo>
                  <a:lnTo>
                    <a:pt x="17405" y="20318"/>
                  </a:lnTo>
                  <a:lnTo>
                    <a:pt x="17237" y="20800"/>
                  </a:lnTo>
                  <a:lnTo>
                    <a:pt x="17140" y="21305"/>
                  </a:lnTo>
                  <a:lnTo>
                    <a:pt x="17068" y="21811"/>
                  </a:lnTo>
                  <a:lnTo>
                    <a:pt x="17068" y="22220"/>
                  </a:lnTo>
                  <a:lnTo>
                    <a:pt x="17092" y="22653"/>
                  </a:lnTo>
                  <a:lnTo>
                    <a:pt x="17188" y="23063"/>
                  </a:lnTo>
                  <a:lnTo>
                    <a:pt x="17333" y="23472"/>
                  </a:lnTo>
                  <a:lnTo>
                    <a:pt x="17622" y="24098"/>
                  </a:lnTo>
                  <a:lnTo>
                    <a:pt x="17862" y="24627"/>
                  </a:lnTo>
                  <a:lnTo>
                    <a:pt x="17983" y="24892"/>
                  </a:lnTo>
                  <a:lnTo>
                    <a:pt x="18079" y="25157"/>
                  </a:lnTo>
                  <a:lnTo>
                    <a:pt x="18175" y="25446"/>
                  </a:lnTo>
                  <a:lnTo>
                    <a:pt x="18224" y="25735"/>
                  </a:lnTo>
                  <a:lnTo>
                    <a:pt x="18248" y="26024"/>
                  </a:lnTo>
                  <a:lnTo>
                    <a:pt x="18224" y="26312"/>
                  </a:lnTo>
                  <a:lnTo>
                    <a:pt x="18175" y="26601"/>
                  </a:lnTo>
                  <a:lnTo>
                    <a:pt x="18103" y="26866"/>
                  </a:lnTo>
                  <a:lnTo>
                    <a:pt x="18007" y="27155"/>
                  </a:lnTo>
                  <a:lnTo>
                    <a:pt x="17862" y="27420"/>
                  </a:lnTo>
                  <a:lnTo>
                    <a:pt x="17742" y="27612"/>
                  </a:lnTo>
                  <a:lnTo>
                    <a:pt x="17622" y="27781"/>
                  </a:lnTo>
                  <a:lnTo>
                    <a:pt x="17333" y="28118"/>
                  </a:lnTo>
                  <a:lnTo>
                    <a:pt x="17020" y="28407"/>
                  </a:lnTo>
                  <a:lnTo>
                    <a:pt x="16683" y="28696"/>
                  </a:lnTo>
                  <a:lnTo>
                    <a:pt x="16274" y="28985"/>
                  </a:lnTo>
                  <a:lnTo>
                    <a:pt x="15864" y="29249"/>
                  </a:lnTo>
                  <a:lnTo>
                    <a:pt x="15431" y="29490"/>
                  </a:lnTo>
                  <a:lnTo>
                    <a:pt x="14998" y="29707"/>
                  </a:lnTo>
                  <a:lnTo>
                    <a:pt x="14155" y="30068"/>
                  </a:lnTo>
                  <a:lnTo>
                    <a:pt x="13337" y="30405"/>
                  </a:lnTo>
                  <a:lnTo>
                    <a:pt x="13192" y="30477"/>
                  </a:lnTo>
                  <a:lnTo>
                    <a:pt x="13048" y="30549"/>
                  </a:lnTo>
                  <a:lnTo>
                    <a:pt x="13024" y="30573"/>
                  </a:lnTo>
                  <a:lnTo>
                    <a:pt x="13024" y="30622"/>
                  </a:lnTo>
                  <a:lnTo>
                    <a:pt x="13072" y="30646"/>
                  </a:lnTo>
                  <a:lnTo>
                    <a:pt x="13096" y="30670"/>
                  </a:lnTo>
                  <a:lnTo>
                    <a:pt x="13289" y="30670"/>
                  </a:lnTo>
                  <a:lnTo>
                    <a:pt x="13842" y="30597"/>
                  </a:lnTo>
                  <a:lnTo>
                    <a:pt x="14372" y="30525"/>
                  </a:lnTo>
                  <a:lnTo>
                    <a:pt x="14901" y="30405"/>
                  </a:lnTo>
                  <a:lnTo>
                    <a:pt x="15431" y="30236"/>
                  </a:lnTo>
                  <a:lnTo>
                    <a:pt x="15816" y="30116"/>
                  </a:lnTo>
                  <a:lnTo>
                    <a:pt x="16177" y="29947"/>
                  </a:lnTo>
                  <a:lnTo>
                    <a:pt x="16538" y="29779"/>
                  </a:lnTo>
                  <a:lnTo>
                    <a:pt x="16875" y="29562"/>
                  </a:lnTo>
                  <a:lnTo>
                    <a:pt x="17188" y="29346"/>
                  </a:lnTo>
                  <a:lnTo>
                    <a:pt x="17477" y="29081"/>
                  </a:lnTo>
                  <a:lnTo>
                    <a:pt x="17766" y="28816"/>
                  </a:lnTo>
                  <a:lnTo>
                    <a:pt x="18031" y="28503"/>
                  </a:lnTo>
                  <a:lnTo>
                    <a:pt x="18296" y="28166"/>
                  </a:lnTo>
                  <a:lnTo>
                    <a:pt x="18392" y="27973"/>
                  </a:lnTo>
                  <a:lnTo>
                    <a:pt x="18488" y="27805"/>
                  </a:lnTo>
                  <a:lnTo>
                    <a:pt x="18561" y="27612"/>
                  </a:lnTo>
                  <a:lnTo>
                    <a:pt x="18609" y="27396"/>
                  </a:lnTo>
                  <a:lnTo>
                    <a:pt x="18657" y="27203"/>
                  </a:lnTo>
                  <a:lnTo>
                    <a:pt x="18681" y="26986"/>
                  </a:lnTo>
                  <a:lnTo>
                    <a:pt x="18705" y="26505"/>
                  </a:lnTo>
                  <a:lnTo>
                    <a:pt x="18705" y="26264"/>
                  </a:lnTo>
                  <a:lnTo>
                    <a:pt x="18705" y="26024"/>
                  </a:lnTo>
                  <a:lnTo>
                    <a:pt x="18657" y="25374"/>
                  </a:lnTo>
                  <a:lnTo>
                    <a:pt x="18633" y="24700"/>
                  </a:lnTo>
                  <a:lnTo>
                    <a:pt x="18585" y="23400"/>
                  </a:lnTo>
                  <a:lnTo>
                    <a:pt x="18585" y="22966"/>
                  </a:lnTo>
                  <a:lnTo>
                    <a:pt x="18633" y="22533"/>
                  </a:lnTo>
                  <a:lnTo>
                    <a:pt x="18657" y="22196"/>
                  </a:lnTo>
                  <a:lnTo>
                    <a:pt x="18705" y="21835"/>
                  </a:lnTo>
                  <a:lnTo>
                    <a:pt x="18705" y="21137"/>
                  </a:lnTo>
                  <a:lnTo>
                    <a:pt x="18705" y="20559"/>
                  </a:lnTo>
                  <a:lnTo>
                    <a:pt x="18729" y="20198"/>
                  </a:lnTo>
                  <a:lnTo>
                    <a:pt x="18753" y="19837"/>
                  </a:lnTo>
                  <a:lnTo>
                    <a:pt x="18825" y="19476"/>
                  </a:lnTo>
                  <a:lnTo>
                    <a:pt x="18922" y="19115"/>
                  </a:lnTo>
                  <a:lnTo>
                    <a:pt x="19114" y="18561"/>
                  </a:lnTo>
                  <a:lnTo>
                    <a:pt x="19331" y="17983"/>
                  </a:lnTo>
                  <a:lnTo>
                    <a:pt x="19548" y="17429"/>
                  </a:lnTo>
                  <a:lnTo>
                    <a:pt x="19812" y="16900"/>
                  </a:lnTo>
                  <a:lnTo>
                    <a:pt x="20029" y="16491"/>
                  </a:lnTo>
                  <a:lnTo>
                    <a:pt x="20294" y="16105"/>
                  </a:lnTo>
                  <a:lnTo>
                    <a:pt x="20535" y="15817"/>
                  </a:lnTo>
                  <a:lnTo>
                    <a:pt x="20799" y="15504"/>
                  </a:lnTo>
                  <a:lnTo>
                    <a:pt x="21353" y="14950"/>
                  </a:lnTo>
                  <a:lnTo>
                    <a:pt x="21594" y="14733"/>
                  </a:lnTo>
                  <a:lnTo>
                    <a:pt x="21786" y="14493"/>
                  </a:lnTo>
                  <a:lnTo>
                    <a:pt x="21979" y="14228"/>
                  </a:lnTo>
                  <a:lnTo>
                    <a:pt x="22148" y="13963"/>
                  </a:lnTo>
                  <a:lnTo>
                    <a:pt x="22340" y="13578"/>
                  </a:lnTo>
                  <a:lnTo>
                    <a:pt x="22557" y="13193"/>
                  </a:lnTo>
                  <a:lnTo>
                    <a:pt x="22918" y="12398"/>
                  </a:lnTo>
                  <a:lnTo>
                    <a:pt x="23183" y="11724"/>
                  </a:lnTo>
                  <a:lnTo>
                    <a:pt x="23303" y="11363"/>
                  </a:lnTo>
                  <a:lnTo>
                    <a:pt x="23399" y="11002"/>
                  </a:lnTo>
                  <a:lnTo>
                    <a:pt x="23472" y="10761"/>
                  </a:lnTo>
                  <a:lnTo>
                    <a:pt x="23496" y="10520"/>
                  </a:lnTo>
                  <a:lnTo>
                    <a:pt x="23520" y="10280"/>
                  </a:lnTo>
                  <a:lnTo>
                    <a:pt x="23520" y="10039"/>
                  </a:lnTo>
                  <a:lnTo>
                    <a:pt x="23520" y="9798"/>
                  </a:lnTo>
                  <a:lnTo>
                    <a:pt x="23496" y="9582"/>
                  </a:lnTo>
                  <a:lnTo>
                    <a:pt x="23447" y="9341"/>
                  </a:lnTo>
                  <a:lnTo>
                    <a:pt x="23375" y="9100"/>
                  </a:lnTo>
                  <a:lnTo>
                    <a:pt x="23231" y="8595"/>
                  </a:lnTo>
                  <a:lnTo>
                    <a:pt x="23038" y="8113"/>
                  </a:lnTo>
                  <a:lnTo>
                    <a:pt x="22846" y="7632"/>
                  </a:lnTo>
                  <a:lnTo>
                    <a:pt x="22629" y="7150"/>
                  </a:lnTo>
                  <a:lnTo>
                    <a:pt x="22388" y="6717"/>
                  </a:lnTo>
                  <a:lnTo>
                    <a:pt x="22148" y="6284"/>
                  </a:lnTo>
                  <a:lnTo>
                    <a:pt x="21883" y="5850"/>
                  </a:lnTo>
                  <a:lnTo>
                    <a:pt x="21594" y="5441"/>
                  </a:lnTo>
                  <a:lnTo>
                    <a:pt x="21305" y="5032"/>
                  </a:lnTo>
                  <a:lnTo>
                    <a:pt x="21016" y="4647"/>
                  </a:lnTo>
                  <a:lnTo>
                    <a:pt x="20679" y="4261"/>
                  </a:lnTo>
                  <a:lnTo>
                    <a:pt x="20342" y="3900"/>
                  </a:lnTo>
                  <a:lnTo>
                    <a:pt x="19764" y="3347"/>
                  </a:lnTo>
                  <a:lnTo>
                    <a:pt x="19475" y="3082"/>
                  </a:lnTo>
                  <a:lnTo>
                    <a:pt x="19162" y="2841"/>
                  </a:lnTo>
                  <a:lnTo>
                    <a:pt x="18079" y="2047"/>
                  </a:lnTo>
                  <a:lnTo>
                    <a:pt x="17742" y="1830"/>
                  </a:lnTo>
                  <a:lnTo>
                    <a:pt x="17405" y="1613"/>
                  </a:lnTo>
                  <a:lnTo>
                    <a:pt x="17044" y="1421"/>
                  </a:lnTo>
                  <a:lnTo>
                    <a:pt x="16683" y="1276"/>
                  </a:lnTo>
                  <a:lnTo>
                    <a:pt x="16081" y="1012"/>
                  </a:lnTo>
                  <a:lnTo>
                    <a:pt x="15455" y="795"/>
                  </a:lnTo>
                  <a:lnTo>
                    <a:pt x="14829" y="578"/>
                  </a:lnTo>
                  <a:lnTo>
                    <a:pt x="14179" y="386"/>
                  </a:lnTo>
                  <a:lnTo>
                    <a:pt x="13746" y="289"/>
                  </a:lnTo>
                  <a:lnTo>
                    <a:pt x="13313" y="169"/>
                  </a:lnTo>
                  <a:lnTo>
                    <a:pt x="12879" y="97"/>
                  </a:lnTo>
                  <a:lnTo>
                    <a:pt x="12422" y="49"/>
                  </a:lnTo>
                  <a:lnTo>
                    <a:pt x="1198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
            <p:cNvSpPr/>
            <p:nvPr/>
          </p:nvSpPr>
          <p:spPr>
            <a:xfrm>
              <a:off x="2080325" y="1904775"/>
              <a:ext cx="13875" cy="10875"/>
            </a:xfrm>
            <a:custGeom>
              <a:avLst/>
              <a:gdLst/>
              <a:ahLst/>
              <a:cxnLst/>
              <a:rect l="l" t="t" r="r" b="b"/>
              <a:pathLst>
                <a:path w="555" h="435" extrusionOk="0">
                  <a:moveTo>
                    <a:pt x="217" y="1"/>
                  </a:moveTo>
                  <a:lnTo>
                    <a:pt x="169" y="49"/>
                  </a:lnTo>
                  <a:lnTo>
                    <a:pt x="145" y="121"/>
                  </a:lnTo>
                  <a:lnTo>
                    <a:pt x="121" y="145"/>
                  </a:lnTo>
                  <a:lnTo>
                    <a:pt x="97" y="145"/>
                  </a:lnTo>
                  <a:lnTo>
                    <a:pt x="24" y="217"/>
                  </a:lnTo>
                  <a:lnTo>
                    <a:pt x="0" y="266"/>
                  </a:lnTo>
                  <a:lnTo>
                    <a:pt x="0" y="338"/>
                  </a:lnTo>
                  <a:lnTo>
                    <a:pt x="24" y="386"/>
                  </a:lnTo>
                  <a:lnTo>
                    <a:pt x="73" y="410"/>
                  </a:lnTo>
                  <a:lnTo>
                    <a:pt x="97" y="434"/>
                  </a:lnTo>
                  <a:lnTo>
                    <a:pt x="145" y="434"/>
                  </a:lnTo>
                  <a:lnTo>
                    <a:pt x="145" y="386"/>
                  </a:lnTo>
                  <a:lnTo>
                    <a:pt x="169" y="338"/>
                  </a:lnTo>
                  <a:lnTo>
                    <a:pt x="169" y="290"/>
                  </a:lnTo>
                  <a:lnTo>
                    <a:pt x="313" y="290"/>
                  </a:lnTo>
                  <a:lnTo>
                    <a:pt x="361" y="217"/>
                  </a:lnTo>
                  <a:lnTo>
                    <a:pt x="434" y="169"/>
                  </a:lnTo>
                  <a:lnTo>
                    <a:pt x="482" y="145"/>
                  </a:lnTo>
                  <a:lnTo>
                    <a:pt x="554" y="97"/>
                  </a:lnTo>
                  <a:lnTo>
                    <a:pt x="554" y="73"/>
                  </a:lnTo>
                  <a:lnTo>
                    <a:pt x="554" y="25"/>
                  </a:lnTo>
                  <a:lnTo>
                    <a:pt x="530" y="1"/>
                  </a:lnTo>
                  <a:lnTo>
                    <a:pt x="458" y="1"/>
                  </a:lnTo>
                  <a:lnTo>
                    <a:pt x="410" y="25"/>
                  </a:lnTo>
                  <a:lnTo>
                    <a:pt x="289" y="25"/>
                  </a:lnTo>
                  <a:lnTo>
                    <a:pt x="24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
            <p:cNvSpPr/>
            <p:nvPr/>
          </p:nvSpPr>
          <p:spPr>
            <a:xfrm>
              <a:off x="1955750" y="1926450"/>
              <a:ext cx="13850" cy="9650"/>
            </a:xfrm>
            <a:custGeom>
              <a:avLst/>
              <a:gdLst/>
              <a:ahLst/>
              <a:cxnLst/>
              <a:rect l="l" t="t" r="r" b="b"/>
              <a:pathLst>
                <a:path w="554" h="386" extrusionOk="0">
                  <a:moveTo>
                    <a:pt x="193" y="0"/>
                  </a:moveTo>
                  <a:lnTo>
                    <a:pt x="145" y="49"/>
                  </a:lnTo>
                  <a:lnTo>
                    <a:pt x="96" y="97"/>
                  </a:lnTo>
                  <a:lnTo>
                    <a:pt x="0" y="337"/>
                  </a:lnTo>
                  <a:lnTo>
                    <a:pt x="24" y="386"/>
                  </a:lnTo>
                  <a:lnTo>
                    <a:pt x="72" y="386"/>
                  </a:lnTo>
                  <a:lnTo>
                    <a:pt x="145" y="337"/>
                  </a:lnTo>
                  <a:lnTo>
                    <a:pt x="169" y="289"/>
                  </a:lnTo>
                  <a:lnTo>
                    <a:pt x="217" y="193"/>
                  </a:lnTo>
                  <a:lnTo>
                    <a:pt x="217" y="121"/>
                  </a:lnTo>
                  <a:lnTo>
                    <a:pt x="409" y="169"/>
                  </a:lnTo>
                  <a:lnTo>
                    <a:pt x="530" y="169"/>
                  </a:lnTo>
                  <a:lnTo>
                    <a:pt x="530" y="121"/>
                  </a:lnTo>
                  <a:lnTo>
                    <a:pt x="554" y="97"/>
                  </a:lnTo>
                  <a:lnTo>
                    <a:pt x="530" y="73"/>
                  </a:lnTo>
                  <a:lnTo>
                    <a:pt x="458" y="49"/>
                  </a:lnTo>
                  <a:lnTo>
                    <a:pt x="33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
            <p:cNvSpPr/>
            <p:nvPr/>
          </p:nvSpPr>
          <p:spPr>
            <a:xfrm>
              <a:off x="1876900" y="1956550"/>
              <a:ext cx="12675" cy="9650"/>
            </a:xfrm>
            <a:custGeom>
              <a:avLst/>
              <a:gdLst/>
              <a:ahLst/>
              <a:cxnLst/>
              <a:rect l="l" t="t" r="r" b="b"/>
              <a:pathLst>
                <a:path w="507" h="386" extrusionOk="0">
                  <a:moveTo>
                    <a:pt x="121" y="0"/>
                  </a:moveTo>
                  <a:lnTo>
                    <a:pt x="49" y="24"/>
                  </a:lnTo>
                  <a:lnTo>
                    <a:pt x="1" y="72"/>
                  </a:lnTo>
                  <a:lnTo>
                    <a:pt x="25" y="144"/>
                  </a:lnTo>
                  <a:lnTo>
                    <a:pt x="73" y="193"/>
                  </a:lnTo>
                  <a:lnTo>
                    <a:pt x="193" y="265"/>
                  </a:lnTo>
                  <a:lnTo>
                    <a:pt x="314" y="313"/>
                  </a:lnTo>
                  <a:lnTo>
                    <a:pt x="434" y="385"/>
                  </a:lnTo>
                  <a:lnTo>
                    <a:pt x="482" y="361"/>
                  </a:lnTo>
                  <a:lnTo>
                    <a:pt x="506" y="313"/>
                  </a:lnTo>
                  <a:lnTo>
                    <a:pt x="482" y="289"/>
                  </a:lnTo>
                  <a:lnTo>
                    <a:pt x="386" y="144"/>
                  </a:lnTo>
                  <a:lnTo>
                    <a:pt x="241"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
            <p:cNvSpPr/>
            <p:nvPr/>
          </p:nvSpPr>
          <p:spPr>
            <a:xfrm>
              <a:off x="1950325" y="1918625"/>
              <a:ext cx="8450" cy="8450"/>
            </a:xfrm>
            <a:custGeom>
              <a:avLst/>
              <a:gdLst/>
              <a:ahLst/>
              <a:cxnLst/>
              <a:rect l="l" t="t" r="r" b="b"/>
              <a:pathLst>
                <a:path w="338" h="338" extrusionOk="0">
                  <a:moveTo>
                    <a:pt x="145" y="0"/>
                  </a:moveTo>
                  <a:lnTo>
                    <a:pt x="73" y="24"/>
                  </a:lnTo>
                  <a:lnTo>
                    <a:pt x="25" y="73"/>
                  </a:lnTo>
                  <a:lnTo>
                    <a:pt x="1" y="193"/>
                  </a:lnTo>
                  <a:lnTo>
                    <a:pt x="25" y="313"/>
                  </a:lnTo>
                  <a:lnTo>
                    <a:pt x="49" y="337"/>
                  </a:lnTo>
                  <a:lnTo>
                    <a:pt x="97" y="337"/>
                  </a:lnTo>
                  <a:lnTo>
                    <a:pt x="145" y="313"/>
                  </a:lnTo>
                  <a:lnTo>
                    <a:pt x="193" y="265"/>
                  </a:lnTo>
                  <a:lnTo>
                    <a:pt x="241" y="241"/>
                  </a:lnTo>
                  <a:lnTo>
                    <a:pt x="313" y="241"/>
                  </a:lnTo>
                  <a:lnTo>
                    <a:pt x="313" y="217"/>
                  </a:lnTo>
                  <a:lnTo>
                    <a:pt x="338" y="217"/>
                  </a:lnTo>
                  <a:lnTo>
                    <a:pt x="338" y="169"/>
                  </a:lnTo>
                  <a:lnTo>
                    <a:pt x="265" y="49"/>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
            <p:cNvSpPr/>
            <p:nvPr/>
          </p:nvSpPr>
          <p:spPr>
            <a:xfrm>
              <a:off x="2000275" y="1944500"/>
              <a:ext cx="6650" cy="12075"/>
            </a:xfrm>
            <a:custGeom>
              <a:avLst/>
              <a:gdLst/>
              <a:ahLst/>
              <a:cxnLst/>
              <a:rect l="l" t="t" r="r" b="b"/>
              <a:pathLst>
                <a:path w="266" h="483" extrusionOk="0">
                  <a:moveTo>
                    <a:pt x="193" y="1"/>
                  </a:moveTo>
                  <a:lnTo>
                    <a:pt x="73" y="97"/>
                  </a:lnTo>
                  <a:lnTo>
                    <a:pt x="25" y="145"/>
                  </a:lnTo>
                  <a:lnTo>
                    <a:pt x="25" y="193"/>
                  </a:lnTo>
                  <a:lnTo>
                    <a:pt x="1" y="241"/>
                  </a:lnTo>
                  <a:lnTo>
                    <a:pt x="25" y="289"/>
                  </a:lnTo>
                  <a:lnTo>
                    <a:pt x="97" y="434"/>
                  </a:lnTo>
                  <a:lnTo>
                    <a:pt x="169" y="482"/>
                  </a:lnTo>
                  <a:lnTo>
                    <a:pt x="217" y="458"/>
                  </a:lnTo>
                  <a:lnTo>
                    <a:pt x="265" y="410"/>
                  </a:lnTo>
                  <a:lnTo>
                    <a:pt x="241" y="362"/>
                  </a:lnTo>
                  <a:lnTo>
                    <a:pt x="217" y="289"/>
                  </a:lnTo>
                  <a:lnTo>
                    <a:pt x="193" y="217"/>
                  </a:lnTo>
                  <a:lnTo>
                    <a:pt x="193" y="121"/>
                  </a:lnTo>
                  <a:lnTo>
                    <a:pt x="241" y="49"/>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
            <p:cNvSpPr/>
            <p:nvPr/>
          </p:nvSpPr>
          <p:spPr>
            <a:xfrm>
              <a:off x="1997275" y="1844000"/>
              <a:ext cx="6650" cy="8450"/>
            </a:xfrm>
            <a:custGeom>
              <a:avLst/>
              <a:gdLst/>
              <a:ahLst/>
              <a:cxnLst/>
              <a:rect l="l" t="t" r="r" b="b"/>
              <a:pathLst>
                <a:path w="266" h="338" extrusionOk="0">
                  <a:moveTo>
                    <a:pt x="72" y="0"/>
                  </a:moveTo>
                  <a:lnTo>
                    <a:pt x="0" y="49"/>
                  </a:lnTo>
                  <a:lnTo>
                    <a:pt x="0" y="73"/>
                  </a:lnTo>
                  <a:lnTo>
                    <a:pt x="0" y="121"/>
                  </a:lnTo>
                  <a:lnTo>
                    <a:pt x="48" y="241"/>
                  </a:lnTo>
                  <a:lnTo>
                    <a:pt x="97" y="313"/>
                  </a:lnTo>
                  <a:lnTo>
                    <a:pt x="145" y="337"/>
                  </a:lnTo>
                  <a:lnTo>
                    <a:pt x="169" y="337"/>
                  </a:lnTo>
                  <a:lnTo>
                    <a:pt x="217" y="313"/>
                  </a:lnTo>
                  <a:lnTo>
                    <a:pt x="241" y="289"/>
                  </a:lnTo>
                  <a:lnTo>
                    <a:pt x="241" y="193"/>
                  </a:lnTo>
                  <a:lnTo>
                    <a:pt x="265" y="121"/>
                  </a:lnTo>
                  <a:lnTo>
                    <a:pt x="241" y="73"/>
                  </a:lnTo>
                  <a:lnTo>
                    <a:pt x="193"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
            <p:cNvSpPr/>
            <p:nvPr/>
          </p:nvSpPr>
          <p:spPr>
            <a:xfrm>
              <a:off x="2005700" y="1909600"/>
              <a:ext cx="9050" cy="7850"/>
            </a:xfrm>
            <a:custGeom>
              <a:avLst/>
              <a:gdLst/>
              <a:ahLst/>
              <a:cxnLst/>
              <a:rect l="l" t="t" r="r" b="b"/>
              <a:pathLst>
                <a:path w="362" h="314" extrusionOk="0">
                  <a:moveTo>
                    <a:pt x="48" y="0"/>
                  </a:moveTo>
                  <a:lnTo>
                    <a:pt x="0" y="48"/>
                  </a:lnTo>
                  <a:lnTo>
                    <a:pt x="0" y="97"/>
                  </a:lnTo>
                  <a:lnTo>
                    <a:pt x="0" y="169"/>
                  </a:lnTo>
                  <a:lnTo>
                    <a:pt x="24" y="217"/>
                  </a:lnTo>
                  <a:lnTo>
                    <a:pt x="72" y="265"/>
                  </a:lnTo>
                  <a:lnTo>
                    <a:pt x="121" y="289"/>
                  </a:lnTo>
                  <a:lnTo>
                    <a:pt x="193" y="313"/>
                  </a:lnTo>
                  <a:lnTo>
                    <a:pt x="313" y="289"/>
                  </a:lnTo>
                  <a:lnTo>
                    <a:pt x="361" y="265"/>
                  </a:lnTo>
                  <a:lnTo>
                    <a:pt x="361" y="241"/>
                  </a:lnTo>
                  <a:lnTo>
                    <a:pt x="217" y="121"/>
                  </a:lnTo>
                  <a:lnTo>
                    <a:pt x="97"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
            <p:cNvSpPr/>
            <p:nvPr/>
          </p:nvSpPr>
          <p:spPr>
            <a:xfrm>
              <a:off x="2018325" y="2007100"/>
              <a:ext cx="9050" cy="9050"/>
            </a:xfrm>
            <a:custGeom>
              <a:avLst/>
              <a:gdLst/>
              <a:ahLst/>
              <a:cxnLst/>
              <a:rect l="l" t="t" r="r" b="b"/>
              <a:pathLst>
                <a:path w="362" h="362" extrusionOk="0">
                  <a:moveTo>
                    <a:pt x="290" y="0"/>
                  </a:moveTo>
                  <a:lnTo>
                    <a:pt x="242" y="24"/>
                  </a:lnTo>
                  <a:lnTo>
                    <a:pt x="217" y="48"/>
                  </a:lnTo>
                  <a:lnTo>
                    <a:pt x="193" y="96"/>
                  </a:lnTo>
                  <a:lnTo>
                    <a:pt x="169" y="169"/>
                  </a:lnTo>
                  <a:lnTo>
                    <a:pt x="145" y="193"/>
                  </a:lnTo>
                  <a:lnTo>
                    <a:pt x="97" y="217"/>
                  </a:lnTo>
                  <a:lnTo>
                    <a:pt x="49" y="241"/>
                  </a:lnTo>
                  <a:lnTo>
                    <a:pt x="1" y="265"/>
                  </a:lnTo>
                  <a:lnTo>
                    <a:pt x="25" y="313"/>
                  </a:lnTo>
                  <a:lnTo>
                    <a:pt x="73" y="361"/>
                  </a:lnTo>
                  <a:lnTo>
                    <a:pt x="121" y="361"/>
                  </a:lnTo>
                  <a:lnTo>
                    <a:pt x="193" y="289"/>
                  </a:lnTo>
                  <a:lnTo>
                    <a:pt x="217" y="265"/>
                  </a:lnTo>
                  <a:lnTo>
                    <a:pt x="242" y="265"/>
                  </a:lnTo>
                  <a:lnTo>
                    <a:pt x="314" y="217"/>
                  </a:lnTo>
                  <a:lnTo>
                    <a:pt x="338" y="193"/>
                  </a:lnTo>
                  <a:lnTo>
                    <a:pt x="362" y="121"/>
                  </a:lnTo>
                  <a:lnTo>
                    <a:pt x="338" y="72"/>
                  </a:lnTo>
                  <a:lnTo>
                    <a:pt x="338" y="24"/>
                  </a:lnTo>
                  <a:lnTo>
                    <a:pt x="29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
            <p:cNvSpPr/>
            <p:nvPr/>
          </p:nvSpPr>
          <p:spPr>
            <a:xfrm>
              <a:off x="1799275" y="1984225"/>
              <a:ext cx="9050" cy="4825"/>
            </a:xfrm>
            <a:custGeom>
              <a:avLst/>
              <a:gdLst/>
              <a:ahLst/>
              <a:cxnLst/>
              <a:rect l="l" t="t" r="r" b="b"/>
              <a:pathLst>
                <a:path w="362" h="193" extrusionOk="0">
                  <a:moveTo>
                    <a:pt x="265" y="0"/>
                  </a:moveTo>
                  <a:lnTo>
                    <a:pt x="24" y="73"/>
                  </a:lnTo>
                  <a:lnTo>
                    <a:pt x="0" y="121"/>
                  </a:lnTo>
                  <a:lnTo>
                    <a:pt x="24" y="145"/>
                  </a:lnTo>
                  <a:lnTo>
                    <a:pt x="48" y="169"/>
                  </a:lnTo>
                  <a:lnTo>
                    <a:pt x="169" y="193"/>
                  </a:lnTo>
                  <a:lnTo>
                    <a:pt x="289" y="193"/>
                  </a:lnTo>
                  <a:lnTo>
                    <a:pt x="337" y="169"/>
                  </a:lnTo>
                  <a:lnTo>
                    <a:pt x="361" y="97"/>
                  </a:lnTo>
                  <a:lnTo>
                    <a:pt x="337" y="49"/>
                  </a:lnTo>
                  <a:lnTo>
                    <a:pt x="313" y="24"/>
                  </a:lnTo>
                  <a:lnTo>
                    <a:pt x="26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
            <p:cNvSpPr/>
            <p:nvPr/>
          </p:nvSpPr>
          <p:spPr>
            <a:xfrm>
              <a:off x="2308425" y="2495775"/>
              <a:ext cx="4825" cy="8450"/>
            </a:xfrm>
            <a:custGeom>
              <a:avLst/>
              <a:gdLst/>
              <a:ahLst/>
              <a:cxnLst/>
              <a:rect l="l" t="t" r="r" b="b"/>
              <a:pathLst>
                <a:path w="193" h="338" extrusionOk="0">
                  <a:moveTo>
                    <a:pt x="72" y="1"/>
                  </a:moveTo>
                  <a:lnTo>
                    <a:pt x="24" y="25"/>
                  </a:lnTo>
                  <a:lnTo>
                    <a:pt x="0" y="97"/>
                  </a:lnTo>
                  <a:lnTo>
                    <a:pt x="0" y="145"/>
                  </a:lnTo>
                  <a:lnTo>
                    <a:pt x="24" y="289"/>
                  </a:lnTo>
                  <a:lnTo>
                    <a:pt x="48" y="338"/>
                  </a:lnTo>
                  <a:lnTo>
                    <a:pt x="96" y="338"/>
                  </a:lnTo>
                  <a:lnTo>
                    <a:pt x="169" y="314"/>
                  </a:lnTo>
                  <a:lnTo>
                    <a:pt x="193" y="289"/>
                  </a:lnTo>
                  <a:lnTo>
                    <a:pt x="193" y="265"/>
                  </a:lnTo>
                  <a:lnTo>
                    <a:pt x="169" y="121"/>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
            <p:cNvSpPr/>
            <p:nvPr/>
          </p:nvSpPr>
          <p:spPr>
            <a:xfrm>
              <a:off x="1916625" y="1937875"/>
              <a:ext cx="6050" cy="7250"/>
            </a:xfrm>
            <a:custGeom>
              <a:avLst/>
              <a:gdLst/>
              <a:ahLst/>
              <a:cxnLst/>
              <a:rect l="l" t="t" r="r" b="b"/>
              <a:pathLst>
                <a:path w="242" h="290" extrusionOk="0">
                  <a:moveTo>
                    <a:pt x="145" y="1"/>
                  </a:moveTo>
                  <a:lnTo>
                    <a:pt x="97" y="25"/>
                  </a:lnTo>
                  <a:lnTo>
                    <a:pt x="49" y="97"/>
                  </a:lnTo>
                  <a:lnTo>
                    <a:pt x="24" y="169"/>
                  </a:lnTo>
                  <a:lnTo>
                    <a:pt x="0" y="217"/>
                  </a:lnTo>
                  <a:lnTo>
                    <a:pt x="24" y="266"/>
                  </a:lnTo>
                  <a:lnTo>
                    <a:pt x="73" y="290"/>
                  </a:lnTo>
                  <a:lnTo>
                    <a:pt x="121" y="290"/>
                  </a:lnTo>
                  <a:lnTo>
                    <a:pt x="193" y="266"/>
                  </a:lnTo>
                  <a:lnTo>
                    <a:pt x="241" y="193"/>
                  </a:lnTo>
                  <a:lnTo>
                    <a:pt x="241" y="145"/>
                  </a:lnTo>
                  <a:lnTo>
                    <a:pt x="241" y="97"/>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
            <p:cNvSpPr/>
            <p:nvPr/>
          </p:nvSpPr>
          <p:spPr>
            <a:xfrm>
              <a:off x="2332500" y="2432575"/>
              <a:ext cx="6025" cy="6050"/>
            </a:xfrm>
            <a:custGeom>
              <a:avLst/>
              <a:gdLst/>
              <a:ahLst/>
              <a:cxnLst/>
              <a:rect l="l" t="t" r="r" b="b"/>
              <a:pathLst>
                <a:path w="241" h="242" extrusionOk="0">
                  <a:moveTo>
                    <a:pt x="96" y="1"/>
                  </a:moveTo>
                  <a:lnTo>
                    <a:pt x="48" y="25"/>
                  </a:lnTo>
                  <a:lnTo>
                    <a:pt x="24" y="49"/>
                  </a:lnTo>
                  <a:lnTo>
                    <a:pt x="0" y="97"/>
                  </a:lnTo>
                  <a:lnTo>
                    <a:pt x="0" y="169"/>
                  </a:lnTo>
                  <a:lnTo>
                    <a:pt x="48" y="193"/>
                  </a:lnTo>
                  <a:lnTo>
                    <a:pt x="72" y="242"/>
                  </a:lnTo>
                  <a:lnTo>
                    <a:pt x="145" y="242"/>
                  </a:lnTo>
                  <a:lnTo>
                    <a:pt x="217" y="218"/>
                  </a:lnTo>
                  <a:lnTo>
                    <a:pt x="241" y="169"/>
                  </a:lnTo>
                  <a:lnTo>
                    <a:pt x="241" y="97"/>
                  </a:lnTo>
                  <a:lnTo>
                    <a:pt x="217" y="49"/>
                  </a:lnTo>
                  <a:lnTo>
                    <a:pt x="169"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
            <p:cNvSpPr/>
            <p:nvPr/>
          </p:nvSpPr>
          <p:spPr>
            <a:xfrm>
              <a:off x="1887125" y="1972175"/>
              <a:ext cx="8450" cy="6050"/>
            </a:xfrm>
            <a:custGeom>
              <a:avLst/>
              <a:gdLst/>
              <a:ahLst/>
              <a:cxnLst/>
              <a:rect l="l" t="t" r="r" b="b"/>
              <a:pathLst>
                <a:path w="338" h="242" extrusionOk="0">
                  <a:moveTo>
                    <a:pt x="73" y="1"/>
                  </a:moveTo>
                  <a:lnTo>
                    <a:pt x="25" y="25"/>
                  </a:lnTo>
                  <a:lnTo>
                    <a:pt x="1" y="97"/>
                  </a:lnTo>
                  <a:lnTo>
                    <a:pt x="25" y="145"/>
                  </a:lnTo>
                  <a:lnTo>
                    <a:pt x="49" y="218"/>
                  </a:lnTo>
                  <a:lnTo>
                    <a:pt x="121" y="242"/>
                  </a:lnTo>
                  <a:lnTo>
                    <a:pt x="217" y="218"/>
                  </a:lnTo>
                  <a:lnTo>
                    <a:pt x="290" y="194"/>
                  </a:lnTo>
                  <a:lnTo>
                    <a:pt x="338" y="145"/>
                  </a:lnTo>
                  <a:lnTo>
                    <a:pt x="242" y="73"/>
                  </a:lnTo>
                  <a:lnTo>
                    <a:pt x="193"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
            <p:cNvSpPr/>
            <p:nvPr/>
          </p:nvSpPr>
          <p:spPr>
            <a:xfrm>
              <a:off x="2236200" y="2445825"/>
              <a:ext cx="6050" cy="7850"/>
            </a:xfrm>
            <a:custGeom>
              <a:avLst/>
              <a:gdLst/>
              <a:ahLst/>
              <a:cxnLst/>
              <a:rect l="l" t="t" r="r" b="b"/>
              <a:pathLst>
                <a:path w="242" h="314" extrusionOk="0">
                  <a:moveTo>
                    <a:pt x="24" y="0"/>
                  </a:moveTo>
                  <a:lnTo>
                    <a:pt x="0" y="49"/>
                  </a:lnTo>
                  <a:lnTo>
                    <a:pt x="0" y="121"/>
                  </a:lnTo>
                  <a:lnTo>
                    <a:pt x="24" y="193"/>
                  </a:lnTo>
                  <a:lnTo>
                    <a:pt x="97" y="289"/>
                  </a:lnTo>
                  <a:lnTo>
                    <a:pt x="169" y="313"/>
                  </a:lnTo>
                  <a:lnTo>
                    <a:pt x="193" y="289"/>
                  </a:lnTo>
                  <a:lnTo>
                    <a:pt x="241" y="241"/>
                  </a:lnTo>
                  <a:lnTo>
                    <a:pt x="241" y="217"/>
                  </a:lnTo>
                  <a:lnTo>
                    <a:pt x="241" y="169"/>
                  </a:lnTo>
                  <a:lnTo>
                    <a:pt x="169" y="73"/>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
            <p:cNvSpPr/>
            <p:nvPr/>
          </p:nvSpPr>
          <p:spPr>
            <a:xfrm>
              <a:off x="1850425" y="1947500"/>
              <a:ext cx="4825" cy="8450"/>
            </a:xfrm>
            <a:custGeom>
              <a:avLst/>
              <a:gdLst/>
              <a:ahLst/>
              <a:cxnLst/>
              <a:rect l="l" t="t" r="r" b="b"/>
              <a:pathLst>
                <a:path w="193" h="338" extrusionOk="0">
                  <a:moveTo>
                    <a:pt x="49" y="1"/>
                  </a:moveTo>
                  <a:lnTo>
                    <a:pt x="24" y="49"/>
                  </a:lnTo>
                  <a:lnTo>
                    <a:pt x="0" y="97"/>
                  </a:lnTo>
                  <a:lnTo>
                    <a:pt x="24" y="169"/>
                  </a:lnTo>
                  <a:lnTo>
                    <a:pt x="49" y="266"/>
                  </a:lnTo>
                  <a:lnTo>
                    <a:pt x="73" y="314"/>
                  </a:lnTo>
                  <a:lnTo>
                    <a:pt x="97" y="338"/>
                  </a:lnTo>
                  <a:lnTo>
                    <a:pt x="145" y="338"/>
                  </a:lnTo>
                  <a:lnTo>
                    <a:pt x="169" y="314"/>
                  </a:lnTo>
                  <a:lnTo>
                    <a:pt x="193" y="242"/>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
            <p:cNvSpPr/>
            <p:nvPr/>
          </p:nvSpPr>
          <p:spPr>
            <a:xfrm>
              <a:off x="2291575" y="2463875"/>
              <a:ext cx="6025" cy="5450"/>
            </a:xfrm>
            <a:custGeom>
              <a:avLst/>
              <a:gdLst/>
              <a:ahLst/>
              <a:cxnLst/>
              <a:rect l="l" t="t" r="r" b="b"/>
              <a:pathLst>
                <a:path w="241" h="218" extrusionOk="0">
                  <a:moveTo>
                    <a:pt x="96" y="1"/>
                  </a:moveTo>
                  <a:lnTo>
                    <a:pt x="48" y="25"/>
                  </a:lnTo>
                  <a:lnTo>
                    <a:pt x="24" y="49"/>
                  </a:lnTo>
                  <a:lnTo>
                    <a:pt x="0" y="145"/>
                  </a:lnTo>
                  <a:lnTo>
                    <a:pt x="0" y="169"/>
                  </a:lnTo>
                  <a:lnTo>
                    <a:pt x="24" y="193"/>
                  </a:lnTo>
                  <a:lnTo>
                    <a:pt x="72" y="217"/>
                  </a:lnTo>
                  <a:lnTo>
                    <a:pt x="120" y="217"/>
                  </a:lnTo>
                  <a:lnTo>
                    <a:pt x="169" y="193"/>
                  </a:lnTo>
                  <a:lnTo>
                    <a:pt x="217" y="145"/>
                  </a:lnTo>
                  <a:lnTo>
                    <a:pt x="241" y="97"/>
                  </a:lnTo>
                  <a:lnTo>
                    <a:pt x="241" y="73"/>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
            <p:cNvSpPr/>
            <p:nvPr/>
          </p:nvSpPr>
          <p:spPr>
            <a:xfrm>
              <a:off x="1889550" y="2042600"/>
              <a:ext cx="5425" cy="6050"/>
            </a:xfrm>
            <a:custGeom>
              <a:avLst/>
              <a:gdLst/>
              <a:ahLst/>
              <a:cxnLst/>
              <a:rect l="l" t="t" r="r" b="b"/>
              <a:pathLst>
                <a:path w="217" h="242" extrusionOk="0">
                  <a:moveTo>
                    <a:pt x="72" y="0"/>
                  </a:moveTo>
                  <a:lnTo>
                    <a:pt x="48" y="25"/>
                  </a:lnTo>
                  <a:lnTo>
                    <a:pt x="0" y="49"/>
                  </a:lnTo>
                  <a:lnTo>
                    <a:pt x="0" y="97"/>
                  </a:lnTo>
                  <a:lnTo>
                    <a:pt x="0" y="145"/>
                  </a:lnTo>
                  <a:lnTo>
                    <a:pt x="24" y="193"/>
                  </a:lnTo>
                  <a:lnTo>
                    <a:pt x="48" y="241"/>
                  </a:lnTo>
                  <a:lnTo>
                    <a:pt x="145" y="241"/>
                  </a:lnTo>
                  <a:lnTo>
                    <a:pt x="169" y="217"/>
                  </a:lnTo>
                  <a:lnTo>
                    <a:pt x="217" y="169"/>
                  </a:lnTo>
                  <a:lnTo>
                    <a:pt x="217" y="121"/>
                  </a:lnTo>
                  <a:lnTo>
                    <a:pt x="217" y="73"/>
                  </a:lnTo>
                  <a:lnTo>
                    <a:pt x="193" y="25"/>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
            <p:cNvSpPr/>
            <p:nvPr/>
          </p:nvSpPr>
          <p:spPr>
            <a:xfrm>
              <a:off x="1903375" y="1937875"/>
              <a:ext cx="6050" cy="6050"/>
            </a:xfrm>
            <a:custGeom>
              <a:avLst/>
              <a:gdLst/>
              <a:ahLst/>
              <a:cxnLst/>
              <a:rect l="l" t="t" r="r" b="b"/>
              <a:pathLst>
                <a:path w="242" h="242" extrusionOk="0">
                  <a:moveTo>
                    <a:pt x="97" y="1"/>
                  </a:moveTo>
                  <a:lnTo>
                    <a:pt x="49" y="25"/>
                  </a:lnTo>
                  <a:lnTo>
                    <a:pt x="25" y="49"/>
                  </a:lnTo>
                  <a:lnTo>
                    <a:pt x="1" y="121"/>
                  </a:lnTo>
                  <a:lnTo>
                    <a:pt x="25" y="169"/>
                  </a:lnTo>
                  <a:lnTo>
                    <a:pt x="49" y="217"/>
                  </a:lnTo>
                  <a:lnTo>
                    <a:pt x="97" y="241"/>
                  </a:lnTo>
                  <a:lnTo>
                    <a:pt x="169" y="241"/>
                  </a:lnTo>
                  <a:lnTo>
                    <a:pt x="193" y="217"/>
                  </a:lnTo>
                  <a:lnTo>
                    <a:pt x="217" y="193"/>
                  </a:lnTo>
                  <a:lnTo>
                    <a:pt x="242" y="145"/>
                  </a:lnTo>
                  <a:lnTo>
                    <a:pt x="242" y="97"/>
                  </a:lnTo>
                  <a:lnTo>
                    <a:pt x="217"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
            <p:cNvSpPr/>
            <p:nvPr/>
          </p:nvSpPr>
          <p:spPr>
            <a:xfrm>
              <a:off x="2095975" y="1907200"/>
              <a:ext cx="6025" cy="5425"/>
            </a:xfrm>
            <a:custGeom>
              <a:avLst/>
              <a:gdLst/>
              <a:ahLst/>
              <a:cxnLst/>
              <a:rect l="l" t="t" r="r" b="b"/>
              <a:pathLst>
                <a:path w="241" h="217" extrusionOk="0">
                  <a:moveTo>
                    <a:pt x="72" y="0"/>
                  </a:moveTo>
                  <a:lnTo>
                    <a:pt x="24" y="48"/>
                  </a:lnTo>
                  <a:lnTo>
                    <a:pt x="0" y="72"/>
                  </a:lnTo>
                  <a:lnTo>
                    <a:pt x="0" y="120"/>
                  </a:lnTo>
                  <a:lnTo>
                    <a:pt x="24" y="144"/>
                  </a:lnTo>
                  <a:lnTo>
                    <a:pt x="48" y="193"/>
                  </a:lnTo>
                  <a:lnTo>
                    <a:pt x="97" y="217"/>
                  </a:lnTo>
                  <a:lnTo>
                    <a:pt x="193" y="217"/>
                  </a:lnTo>
                  <a:lnTo>
                    <a:pt x="217" y="193"/>
                  </a:lnTo>
                  <a:lnTo>
                    <a:pt x="241" y="144"/>
                  </a:lnTo>
                  <a:lnTo>
                    <a:pt x="241" y="96"/>
                  </a:lnTo>
                  <a:lnTo>
                    <a:pt x="241"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
            <p:cNvSpPr/>
            <p:nvPr/>
          </p:nvSpPr>
          <p:spPr>
            <a:xfrm>
              <a:off x="2312625" y="1857225"/>
              <a:ext cx="6650" cy="6650"/>
            </a:xfrm>
            <a:custGeom>
              <a:avLst/>
              <a:gdLst/>
              <a:ahLst/>
              <a:cxnLst/>
              <a:rect l="l" t="t" r="r" b="b"/>
              <a:pathLst>
                <a:path w="266" h="266" extrusionOk="0">
                  <a:moveTo>
                    <a:pt x="49" y="1"/>
                  </a:moveTo>
                  <a:lnTo>
                    <a:pt x="25" y="49"/>
                  </a:lnTo>
                  <a:lnTo>
                    <a:pt x="1" y="97"/>
                  </a:lnTo>
                  <a:lnTo>
                    <a:pt x="1" y="145"/>
                  </a:lnTo>
                  <a:lnTo>
                    <a:pt x="145" y="266"/>
                  </a:lnTo>
                  <a:lnTo>
                    <a:pt x="241" y="266"/>
                  </a:lnTo>
                  <a:lnTo>
                    <a:pt x="265" y="242"/>
                  </a:lnTo>
                  <a:lnTo>
                    <a:pt x="265" y="194"/>
                  </a:lnTo>
                  <a:lnTo>
                    <a:pt x="217" y="97"/>
                  </a:lnTo>
                  <a:lnTo>
                    <a:pt x="169" y="49"/>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
            <p:cNvSpPr/>
            <p:nvPr/>
          </p:nvSpPr>
          <p:spPr>
            <a:xfrm>
              <a:off x="1837775" y="2042600"/>
              <a:ext cx="6650" cy="4850"/>
            </a:xfrm>
            <a:custGeom>
              <a:avLst/>
              <a:gdLst/>
              <a:ahLst/>
              <a:cxnLst/>
              <a:rect l="l" t="t" r="r" b="b"/>
              <a:pathLst>
                <a:path w="266" h="194" extrusionOk="0">
                  <a:moveTo>
                    <a:pt x="97" y="0"/>
                  </a:moveTo>
                  <a:lnTo>
                    <a:pt x="49" y="25"/>
                  </a:lnTo>
                  <a:lnTo>
                    <a:pt x="1" y="49"/>
                  </a:lnTo>
                  <a:lnTo>
                    <a:pt x="1" y="121"/>
                  </a:lnTo>
                  <a:lnTo>
                    <a:pt x="49" y="169"/>
                  </a:lnTo>
                  <a:lnTo>
                    <a:pt x="97" y="193"/>
                  </a:lnTo>
                  <a:lnTo>
                    <a:pt x="169" y="193"/>
                  </a:lnTo>
                  <a:lnTo>
                    <a:pt x="217" y="169"/>
                  </a:lnTo>
                  <a:lnTo>
                    <a:pt x="266" y="121"/>
                  </a:lnTo>
                  <a:lnTo>
                    <a:pt x="266" y="97"/>
                  </a:lnTo>
                  <a:lnTo>
                    <a:pt x="266" y="73"/>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
            <p:cNvSpPr/>
            <p:nvPr/>
          </p:nvSpPr>
          <p:spPr>
            <a:xfrm>
              <a:off x="1893750" y="1946300"/>
              <a:ext cx="4850" cy="6650"/>
            </a:xfrm>
            <a:custGeom>
              <a:avLst/>
              <a:gdLst/>
              <a:ahLst/>
              <a:cxnLst/>
              <a:rect l="l" t="t" r="r" b="b"/>
              <a:pathLst>
                <a:path w="194" h="266" extrusionOk="0">
                  <a:moveTo>
                    <a:pt x="49" y="1"/>
                  </a:moveTo>
                  <a:lnTo>
                    <a:pt x="25" y="25"/>
                  </a:lnTo>
                  <a:lnTo>
                    <a:pt x="1" y="73"/>
                  </a:lnTo>
                  <a:lnTo>
                    <a:pt x="25" y="169"/>
                  </a:lnTo>
                  <a:lnTo>
                    <a:pt x="49" y="217"/>
                  </a:lnTo>
                  <a:lnTo>
                    <a:pt x="121" y="266"/>
                  </a:lnTo>
                  <a:lnTo>
                    <a:pt x="145" y="266"/>
                  </a:lnTo>
                  <a:lnTo>
                    <a:pt x="169" y="242"/>
                  </a:lnTo>
                  <a:lnTo>
                    <a:pt x="193" y="169"/>
                  </a:lnTo>
                  <a:lnTo>
                    <a:pt x="169" y="121"/>
                  </a:lnTo>
                  <a:lnTo>
                    <a:pt x="145"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
            <p:cNvSpPr/>
            <p:nvPr/>
          </p:nvSpPr>
          <p:spPr>
            <a:xfrm>
              <a:off x="2256650" y="1846400"/>
              <a:ext cx="5450" cy="6050"/>
            </a:xfrm>
            <a:custGeom>
              <a:avLst/>
              <a:gdLst/>
              <a:ahLst/>
              <a:cxnLst/>
              <a:rect l="l" t="t" r="r" b="b"/>
              <a:pathLst>
                <a:path w="218" h="242" extrusionOk="0">
                  <a:moveTo>
                    <a:pt x="145" y="1"/>
                  </a:moveTo>
                  <a:lnTo>
                    <a:pt x="97" y="25"/>
                  </a:lnTo>
                  <a:lnTo>
                    <a:pt x="49" y="49"/>
                  </a:lnTo>
                  <a:lnTo>
                    <a:pt x="1" y="97"/>
                  </a:lnTo>
                  <a:lnTo>
                    <a:pt x="1" y="121"/>
                  </a:lnTo>
                  <a:lnTo>
                    <a:pt x="1" y="169"/>
                  </a:lnTo>
                  <a:lnTo>
                    <a:pt x="1" y="217"/>
                  </a:lnTo>
                  <a:lnTo>
                    <a:pt x="25" y="241"/>
                  </a:lnTo>
                  <a:lnTo>
                    <a:pt x="169" y="241"/>
                  </a:lnTo>
                  <a:lnTo>
                    <a:pt x="193" y="217"/>
                  </a:lnTo>
                  <a:lnTo>
                    <a:pt x="217" y="169"/>
                  </a:lnTo>
                  <a:lnTo>
                    <a:pt x="217" y="97"/>
                  </a:lnTo>
                  <a:lnTo>
                    <a:pt x="217" y="73"/>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
            <p:cNvSpPr/>
            <p:nvPr/>
          </p:nvSpPr>
          <p:spPr>
            <a:xfrm>
              <a:off x="2406525" y="2419350"/>
              <a:ext cx="4825" cy="6025"/>
            </a:xfrm>
            <a:custGeom>
              <a:avLst/>
              <a:gdLst/>
              <a:ahLst/>
              <a:cxnLst/>
              <a:rect l="l" t="t" r="r" b="b"/>
              <a:pathLst>
                <a:path w="193" h="241" extrusionOk="0">
                  <a:moveTo>
                    <a:pt x="96" y="0"/>
                  </a:moveTo>
                  <a:lnTo>
                    <a:pt x="48" y="24"/>
                  </a:lnTo>
                  <a:lnTo>
                    <a:pt x="0" y="72"/>
                  </a:lnTo>
                  <a:lnTo>
                    <a:pt x="0" y="145"/>
                  </a:lnTo>
                  <a:lnTo>
                    <a:pt x="0" y="193"/>
                  </a:lnTo>
                  <a:lnTo>
                    <a:pt x="24" y="217"/>
                  </a:lnTo>
                  <a:lnTo>
                    <a:pt x="72" y="241"/>
                  </a:lnTo>
                  <a:lnTo>
                    <a:pt x="120" y="217"/>
                  </a:lnTo>
                  <a:lnTo>
                    <a:pt x="169" y="169"/>
                  </a:lnTo>
                  <a:lnTo>
                    <a:pt x="193" y="121"/>
                  </a:lnTo>
                  <a:lnTo>
                    <a:pt x="193" y="72"/>
                  </a:lnTo>
                  <a:lnTo>
                    <a:pt x="169"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
            <p:cNvSpPr/>
            <p:nvPr/>
          </p:nvSpPr>
          <p:spPr>
            <a:xfrm>
              <a:off x="1805275" y="1993250"/>
              <a:ext cx="6650" cy="6050"/>
            </a:xfrm>
            <a:custGeom>
              <a:avLst/>
              <a:gdLst/>
              <a:ahLst/>
              <a:cxnLst/>
              <a:rect l="l" t="t" r="r" b="b"/>
              <a:pathLst>
                <a:path w="266" h="242" extrusionOk="0">
                  <a:moveTo>
                    <a:pt x="97" y="0"/>
                  </a:moveTo>
                  <a:lnTo>
                    <a:pt x="49" y="49"/>
                  </a:lnTo>
                  <a:lnTo>
                    <a:pt x="25" y="97"/>
                  </a:lnTo>
                  <a:lnTo>
                    <a:pt x="1" y="169"/>
                  </a:lnTo>
                  <a:lnTo>
                    <a:pt x="25" y="217"/>
                  </a:lnTo>
                  <a:lnTo>
                    <a:pt x="73" y="241"/>
                  </a:lnTo>
                  <a:lnTo>
                    <a:pt x="169" y="217"/>
                  </a:lnTo>
                  <a:lnTo>
                    <a:pt x="266" y="169"/>
                  </a:lnTo>
                  <a:lnTo>
                    <a:pt x="145" y="25"/>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
            <p:cNvSpPr/>
            <p:nvPr/>
          </p:nvSpPr>
          <p:spPr>
            <a:xfrm>
              <a:off x="2023750" y="1842800"/>
              <a:ext cx="6650" cy="5425"/>
            </a:xfrm>
            <a:custGeom>
              <a:avLst/>
              <a:gdLst/>
              <a:ahLst/>
              <a:cxnLst/>
              <a:rect l="l" t="t" r="r" b="b"/>
              <a:pathLst>
                <a:path w="266" h="217" extrusionOk="0">
                  <a:moveTo>
                    <a:pt x="97" y="0"/>
                  </a:moveTo>
                  <a:lnTo>
                    <a:pt x="49" y="24"/>
                  </a:lnTo>
                  <a:lnTo>
                    <a:pt x="25" y="72"/>
                  </a:lnTo>
                  <a:lnTo>
                    <a:pt x="0" y="145"/>
                  </a:lnTo>
                  <a:lnTo>
                    <a:pt x="49" y="193"/>
                  </a:lnTo>
                  <a:lnTo>
                    <a:pt x="97" y="217"/>
                  </a:lnTo>
                  <a:lnTo>
                    <a:pt x="193" y="217"/>
                  </a:lnTo>
                  <a:lnTo>
                    <a:pt x="241" y="193"/>
                  </a:lnTo>
                  <a:lnTo>
                    <a:pt x="265" y="145"/>
                  </a:lnTo>
                  <a:lnTo>
                    <a:pt x="265" y="97"/>
                  </a:lnTo>
                  <a:lnTo>
                    <a:pt x="241" y="72"/>
                  </a:lnTo>
                  <a:lnTo>
                    <a:pt x="193"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
            <p:cNvSpPr/>
            <p:nvPr/>
          </p:nvSpPr>
          <p:spPr>
            <a:xfrm>
              <a:off x="2292175" y="2349525"/>
              <a:ext cx="6025" cy="6050"/>
            </a:xfrm>
            <a:custGeom>
              <a:avLst/>
              <a:gdLst/>
              <a:ahLst/>
              <a:cxnLst/>
              <a:rect l="l" t="t" r="r" b="b"/>
              <a:pathLst>
                <a:path w="241" h="242" extrusionOk="0">
                  <a:moveTo>
                    <a:pt x="169" y="1"/>
                  </a:moveTo>
                  <a:lnTo>
                    <a:pt x="96" y="49"/>
                  </a:lnTo>
                  <a:lnTo>
                    <a:pt x="0" y="121"/>
                  </a:lnTo>
                  <a:lnTo>
                    <a:pt x="0" y="193"/>
                  </a:lnTo>
                  <a:lnTo>
                    <a:pt x="24" y="242"/>
                  </a:lnTo>
                  <a:lnTo>
                    <a:pt x="96" y="242"/>
                  </a:lnTo>
                  <a:lnTo>
                    <a:pt x="193" y="169"/>
                  </a:lnTo>
                  <a:lnTo>
                    <a:pt x="241" y="97"/>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
            <p:cNvSpPr/>
            <p:nvPr/>
          </p:nvSpPr>
          <p:spPr>
            <a:xfrm>
              <a:off x="1922050" y="1945100"/>
              <a:ext cx="4825" cy="6050"/>
            </a:xfrm>
            <a:custGeom>
              <a:avLst/>
              <a:gdLst/>
              <a:ahLst/>
              <a:cxnLst/>
              <a:rect l="l" t="t" r="r" b="b"/>
              <a:pathLst>
                <a:path w="193" h="242" extrusionOk="0">
                  <a:moveTo>
                    <a:pt x="96" y="1"/>
                  </a:moveTo>
                  <a:lnTo>
                    <a:pt x="48" y="25"/>
                  </a:lnTo>
                  <a:lnTo>
                    <a:pt x="0" y="73"/>
                  </a:lnTo>
                  <a:lnTo>
                    <a:pt x="0" y="145"/>
                  </a:lnTo>
                  <a:lnTo>
                    <a:pt x="24" y="193"/>
                  </a:lnTo>
                  <a:lnTo>
                    <a:pt x="48" y="217"/>
                  </a:lnTo>
                  <a:lnTo>
                    <a:pt x="72" y="241"/>
                  </a:lnTo>
                  <a:lnTo>
                    <a:pt x="145" y="217"/>
                  </a:lnTo>
                  <a:lnTo>
                    <a:pt x="193"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
            <p:cNvSpPr/>
            <p:nvPr/>
          </p:nvSpPr>
          <p:spPr>
            <a:xfrm>
              <a:off x="2171800" y="2514425"/>
              <a:ext cx="4850" cy="6650"/>
            </a:xfrm>
            <a:custGeom>
              <a:avLst/>
              <a:gdLst/>
              <a:ahLst/>
              <a:cxnLst/>
              <a:rect l="l" t="t" r="r" b="b"/>
              <a:pathLst>
                <a:path w="194" h="266" extrusionOk="0">
                  <a:moveTo>
                    <a:pt x="97" y="1"/>
                  </a:moveTo>
                  <a:lnTo>
                    <a:pt x="49" y="25"/>
                  </a:lnTo>
                  <a:lnTo>
                    <a:pt x="25" y="73"/>
                  </a:lnTo>
                  <a:lnTo>
                    <a:pt x="0" y="145"/>
                  </a:lnTo>
                  <a:lnTo>
                    <a:pt x="0" y="217"/>
                  </a:lnTo>
                  <a:lnTo>
                    <a:pt x="25" y="266"/>
                  </a:lnTo>
                  <a:lnTo>
                    <a:pt x="97" y="266"/>
                  </a:lnTo>
                  <a:lnTo>
                    <a:pt x="121" y="193"/>
                  </a:lnTo>
                  <a:lnTo>
                    <a:pt x="169"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
            <p:cNvSpPr/>
            <p:nvPr/>
          </p:nvSpPr>
          <p:spPr>
            <a:xfrm>
              <a:off x="1826350" y="1983025"/>
              <a:ext cx="7250" cy="3625"/>
            </a:xfrm>
            <a:custGeom>
              <a:avLst/>
              <a:gdLst/>
              <a:ahLst/>
              <a:cxnLst/>
              <a:rect l="l" t="t" r="r" b="b"/>
              <a:pathLst>
                <a:path w="290" h="145" extrusionOk="0">
                  <a:moveTo>
                    <a:pt x="73" y="0"/>
                  </a:moveTo>
                  <a:lnTo>
                    <a:pt x="25" y="48"/>
                  </a:lnTo>
                  <a:lnTo>
                    <a:pt x="0" y="97"/>
                  </a:lnTo>
                  <a:lnTo>
                    <a:pt x="25" y="121"/>
                  </a:lnTo>
                  <a:lnTo>
                    <a:pt x="73" y="145"/>
                  </a:lnTo>
                  <a:lnTo>
                    <a:pt x="241" y="145"/>
                  </a:lnTo>
                  <a:lnTo>
                    <a:pt x="289" y="121"/>
                  </a:lnTo>
                  <a:lnTo>
                    <a:pt x="289" y="48"/>
                  </a:lnTo>
                  <a:lnTo>
                    <a:pt x="265"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
            <p:cNvSpPr/>
            <p:nvPr/>
          </p:nvSpPr>
          <p:spPr>
            <a:xfrm>
              <a:off x="2026750" y="1948725"/>
              <a:ext cx="6650" cy="6025"/>
            </a:xfrm>
            <a:custGeom>
              <a:avLst/>
              <a:gdLst/>
              <a:ahLst/>
              <a:cxnLst/>
              <a:rect l="l" t="t" r="r" b="b"/>
              <a:pathLst>
                <a:path w="266" h="241" extrusionOk="0">
                  <a:moveTo>
                    <a:pt x="217" y="0"/>
                  </a:moveTo>
                  <a:lnTo>
                    <a:pt x="145" y="24"/>
                  </a:lnTo>
                  <a:lnTo>
                    <a:pt x="97" y="48"/>
                  </a:lnTo>
                  <a:lnTo>
                    <a:pt x="49" y="96"/>
                  </a:lnTo>
                  <a:lnTo>
                    <a:pt x="25" y="145"/>
                  </a:lnTo>
                  <a:lnTo>
                    <a:pt x="1" y="193"/>
                  </a:lnTo>
                  <a:lnTo>
                    <a:pt x="25" y="217"/>
                  </a:lnTo>
                  <a:lnTo>
                    <a:pt x="49" y="241"/>
                  </a:lnTo>
                  <a:lnTo>
                    <a:pt x="73" y="241"/>
                  </a:lnTo>
                  <a:lnTo>
                    <a:pt x="121" y="217"/>
                  </a:lnTo>
                  <a:lnTo>
                    <a:pt x="193" y="169"/>
                  </a:lnTo>
                  <a:lnTo>
                    <a:pt x="242" y="145"/>
                  </a:lnTo>
                  <a:lnTo>
                    <a:pt x="266" y="120"/>
                  </a:lnTo>
                  <a:lnTo>
                    <a:pt x="266" y="48"/>
                  </a:lnTo>
                  <a:lnTo>
                    <a:pt x="242"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
            <p:cNvSpPr/>
            <p:nvPr/>
          </p:nvSpPr>
          <p:spPr>
            <a:xfrm>
              <a:off x="2239200" y="2050425"/>
              <a:ext cx="7250" cy="4850"/>
            </a:xfrm>
            <a:custGeom>
              <a:avLst/>
              <a:gdLst/>
              <a:ahLst/>
              <a:cxnLst/>
              <a:rect l="l" t="t" r="r" b="b"/>
              <a:pathLst>
                <a:path w="290" h="194" extrusionOk="0">
                  <a:moveTo>
                    <a:pt x="97" y="0"/>
                  </a:moveTo>
                  <a:lnTo>
                    <a:pt x="49" y="25"/>
                  </a:lnTo>
                  <a:lnTo>
                    <a:pt x="25" y="49"/>
                  </a:lnTo>
                  <a:lnTo>
                    <a:pt x="1" y="97"/>
                  </a:lnTo>
                  <a:lnTo>
                    <a:pt x="25" y="121"/>
                  </a:lnTo>
                  <a:lnTo>
                    <a:pt x="73" y="169"/>
                  </a:lnTo>
                  <a:lnTo>
                    <a:pt x="145" y="193"/>
                  </a:lnTo>
                  <a:lnTo>
                    <a:pt x="193" y="193"/>
                  </a:lnTo>
                  <a:lnTo>
                    <a:pt x="266" y="169"/>
                  </a:lnTo>
                  <a:lnTo>
                    <a:pt x="290" y="145"/>
                  </a:lnTo>
                  <a:lnTo>
                    <a:pt x="290" y="97"/>
                  </a:lnTo>
                  <a:lnTo>
                    <a:pt x="217"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
            <p:cNvSpPr/>
            <p:nvPr/>
          </p:nvSpPr>
          <p:spPr>
            <a:xfrm>
              <a:off x="2292175" y="2333875"/>
              <a:ext cx="4225" cy="6650"/>
            </a:xfrm>
            <a:custGeom>
              <a:avLst/>
              <a:gdLst/>
              <a:ahLst/>
              <a:cxnLst/>
              <a:rect l="l" t="t" r="r" b="b"/>
              <a:pathLst>
                <a:path w="169" h="266" extrusionOk="0">
                  <a:moveTo>
                    <a:pt x="96" y="1"/>
                  </a:moveTo>
                  <a:lnTo>
                    <a:pt x="48" y="25"/>
                  </a:lnTo>
                  <a:lnTo>
                    <a:pt x="24" y="49"/>
                  </a:lnTo>
                  <a:lnTo>
                    <a:pt x="0" y="121"/>
                  </a:lnTo>
                  <a:lnTo>
                    <a:pt x="0" y="193"/>
                  </a:lnTo>
                  <a:lnTo>
                    <a:pt x="24" y="242"/>
                  </a:lnTo>
                  <a:lnTo>
                    <a:pt x="48" y="266"/>
                  </a:lnTo>
                  <a:lnTo>
                    <a:pt x="96" y="242"/>
                  </a:lnTo>
                  <a:lnTo>
                    <a:pt x="145" y="218"/>
                  </a:lnTo>
                  <a:lnTo>
                    <a:pt x="169" y="169"/>
                  </a:lnTo>
                  <a:lnTo>
                    <a:pt x="169" y="97"/>
                  </a:lnTo>
                  <a:lnTo>
                    <a:pt x="145" y="49"/>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
            <p:cNvSpPr/>
            <p:nvPr/>
          </p:nvSpPr>
          <p:spPr>
            <a:xfrm>
              <a:off x="2404100" y="1974600"/>
              <a:ext cx="4250" cy="7250"/>
            </a:xfrm>
            <a:custGeom>
              <a:avLst/>
              <a:gdLst/>
              <a:ahLst/>
              <a:cxnLst/>
              <a:rect l="l" t="t" r="r" b="b"/>
              <a:pathLst>
                <a:path w="170" h="290" extrusionOk="0">
                  <a:moveTo>
                    <a:pt x="97" y="0"/>
                  </a:moveTo>
                  <a:lnTo>
                    <a:pt x="49" y="24"/>
                  </a:lnTo>
                  <a:lnTo>
                    <a:pt x="1" y="97"/>
                  </a:lnTo>
                  <a:lnTo>
                    <a:pt x="1" y="193"/>
                  </a:lnTo>
                  <a:lnTo>
                    <a:pt x="25" y="241"/>
                  </a:lnTo>
                  <a:lnTo>
                    <a:pt x="73" y="289"/>
                  </a:lnTo>
                  <a:lnTo>
                    <a:pt x="97" y="265"/>
                  </a:lnTo>
                  <a:lnTo>
                    <a:pt x="121" y="241"/>
                  </a:lnTo>
                  <a:lnTo>
                    <a:pt x="169" y="169"/>
                  </a:lnTo>
                  <a:lnTo>
                    <a:pt x="169" y="121"/>
                  </a:lnTo>
                  <a:lnTo>
                    <a:pt x="169"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
            <p:cNvSpPr/>
            <p:nvPr/>
          </p:nvSpPr>
          <p:spPr>
            <a:xfrm>
              <a:off x="2280725" y="2492775"/>
              <a:ext cx="6050" cy="4225"/>
            </a:xfrm>
            <a:custGeom>
              <a:avLst/>
              <a:gdLst/>
              <a:ahLst/>
              <a:cxnLst/>
              <a:rect l="l" t="t" r="r" b="b"/>
              <a:pathLst>
                <a:path w="242" h="169" extrusionOk="0">
                  <a:moveTo>
                    <a:pt x="97" y="0"/>
                  </a:moveTo>
                  <a:lnTo>
                    <a:pt x="49" y="24"/>
                  </a:lnTo>
                  <a:lnTo>
                    <a:pt x="25" y="48"/>
                  </a:lnTo>
                  <a:lnTo>
                    <a:pt x="1" y="96"/>
                  </a:lnTo>
                  <a:lnTo>
                    <a:pt x="1" y="121"/>
                  </a:lnTo>
                  <a:lnTo>
                    <a:pt x="25" y="145"/>
                  </a:lnTo>
                  <a:lnTo>
                    <a:pt x="73" y="169"/>
                  </a:lnTo>
                  <a:lnTo>
                    <a:pt x="121" y="169"/>
                  </a:lnTo>
                  <a:lnTo>
                    <a:pt x="193" y="145"/>
                  </a:lnTo>
                  <a:lnTo>
                    <a:pt x="217" y="121"/>
                  </a:lnTo>
                  <a:lnTo>
                    <a:pt x="241" y="72"/>
                  </a:lnTo>
                  <a:lnTo>
                    <a:pt x="217"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
            <p:cNvSpPr/>
            <p:nvPr/>
          </p:nvSpPr>
          <p:spPr>
            <a:xfrm>
              <a:off x="2036400" y="1923450"/>
              <a:ext cx="3625" cy="6625"/>
            </a:xfrm>
            <a:custGeom>
              <a:avLst/>
              <a:gdLst/>
              <a:ahLst/>
              <a:cxnLst/>
              <a:rect l="l" t="t" r="r" b="b"/>
              <a:pathLst>
                <a:path w="145" h="265" extrusionOk="0">
                  <a:moveTo>
                    <a:pt x="48" y="0"/>
                  </a:moveTo>
                  <a:lnTo>
                    <a:pt x="24" y="120"/>
                  </a:lnTo>
                  <a:lnTo>
                    <a:pt x="0" y="241"/>
                  </a:lnTo>
                  <a:lnTo>
                    <a:pt x="24" y="265"/>
                  </a:lnTo>
                  <a:lnTo>
                    <a:pt x="48" y="265"/>
                  </a:lnTo>
                  <a:lnTo>
                    <a:pt x="96" y="241"/>
                  </a:lnTo>
                  <a:lnTo>
                    <a:pt x="144" y="169"/>
                  </a:lnTo>
                  <a:lnTo>
                    <a:pt x="120" y="72"/>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
            <p:cNvSpPr/>
            <p:nvPr/>
          </p:nvSpPr>
          <p:spPr>
            <a:xfrm>
              <a:off x="1929875" y="1918625"/>
              <a:ext cx="6025" cy="4225"/>
            </a:xfrm>
            <a:custGeom>
              <a:avLst/>
              <a:gdLst/>
              <a:ahLst/>
              <a:cxnLst/>
              <a:rect l="l" t="t" r="r" b="b"/>
              <a:pathLst>
                <a:path w="241" h="169" extrusionOk="0">
                  <a:moveTo>
                    <a:pt x="72" y="0"/>
                  </a:moveTo>
                  <a:lnTo>
                    <a:pt x="24" y="24"/>
                  </a:lnTo>
                  <a:lnTo>
                    <a:pt x="0" y="49"/>
                  </a:lnTo>
                  <a:lnTo>
                    <a:pt x="24" y="73"/>
                  </a:lnTo>
                  <a:lnTo>
                    <a:pt x="48" y="121"/>
                  </a:lnTo>
                  <a:lnTo>
                    <a:pt x="96" y="145"/>
                  </a:lnTo>
                  <a:lnTo>
                    <a:pt x="144" y="169"/>
                  </a:lnTo>
                  <a:lnTo>
                    <a:pt x="193" y="145"/>
                  </a:lnTo>
                  <a:lnTo>
                    <a:pt x="241" y="121"/>
                  </a:lnTo>
                  <a:lnTo>
                    <a:pt x="241" y="97"/>
                  </a:lnTo>
                  <a:lnTo>
                    <a:pt x="241" y="73"/>
                  </a:lnTo>
                  <a:lnTo>
                    <a:pt x="193" y="24"/>
                  </a:lnTo>
                  <a:lnTo>
                    <a:pt x="14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
            <p:cNvSpPr/>
            <p:nvPr/>
          </p:nvSpPr>
          <p:spPr>
            <a:xfrm>
              <a:off x="2047225" y="1924650"/>
              <a:ext cx="6050" cy="4825"/>
            </a:xfrm>
            <a:custGeom>
              <a:avLst/>
              <a:gdLst/>
              <a:ahLst/>
              <a:cxnLst/>
              <a:rect l="l" t="t" r="r" b="b"/>
              <a:pathLst>
                <a:path w="242" h="193" extrusionOk="0">
                  <a:moveTo>
                    <a:pt x="193" y="0"/>
                  </a:moveTo>
                  <a:lnTo>
                    <a:pt x="169" y="24"/>
                  </a:lnTo>
                  <a:lnTo>
                    <a:pt x="73" y="24"/>
                  </a:lnTo>
                  <a:lnTo>
                    <a:pt x="24" y="72"/>
                  </a:lnTo>
                  <a:lnTo>
                    <a:pt x="0" y="121"/>
                  </a:lnTo>
                  <a:lnTo>
                    <a:pt x="24" y="145"/>
                  </a:lnTo>
                  <a:lnTo>
                    <a:pt x="48" y="169"/>
                  </a:lnTo>
                  <a:lnTo>
                    <a:pt x="97" y="193"/>
                  </a:lnTo>
                  <a:lnTo>
                    <a:pt x="145" y="169"/>
                  </a:lnTo>
                  <a:lnTo>
                    <a:pt x="217" y="96"/>
                  </a:lnTo>
                  <a:lnTo>
                    <a:pt x="241" y="72"/>
                  </a:lnTo>
                  <a:lnTo>
                    <a:pt x="241"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
            <p:cNvSpPr/>
            <p:nvPr/>
          </p:nvSpPr>
          <p:spPr>
            <a:xfrm>
              <a:off x="2114625" y="1818725"/>
              <a:ext cx="4850" cy="5425"/>
            </a:xfrm>
            <a:custGeom>
              <a:avLst/>
              <a:gdLst/>
              <a:ahLst/>
              <a:cxnLst/>
              <a:rect l="l" t="t" r="r" b="b"/>
              <a:pathLst>
                <a:path w="194" h="217" extrusionOk="0">
                  <a:moveTo>
                    <a:pt x="97" y="0"/>
                  </a:moveTo>
                  <a:lnTo>
                    <a:pt x="49" y="24"/>
                  </a:lnTo>
                  <a:lnTo>
                    <a:pt x="25" y="73"/>
                  </a:lnTo>
                  <a:lnTo>
                    <a:pt x="1" y="121"/>
                  </a:lnTo>
                  <a:lnTo>
                    <a:pt x="1" y="145"/>
                  </a:lnTo>
                  <a:lnTo>
                    <a:pt x="25" y="193"/>
                  </a:lnTo>
                  <a:lnTo>
                    <a:pt x="49" y="217"/>
                  </a:lnTo>
                  <a:lnTo>
                    <a:pt x="121" y="217"/>
                  </a:lnTo>
                  <a:lnTo>
                    <a:pt x="169" y="145"/>
                  </a:lnTo>
                  <a:lnTo>
                    <a:pt x="193" y="48"/>
                  </a:lnTo>
                  <a:lnTo>
                    <a:pt x="169"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
            <p:cNvSpPr/>
            <p:nvPr/>
          </p:nvSpPr>
          <p:spPr>
            <a:xfrm>
              <a:off x="2024350" y="1921625"/>
              <a:ext cx="4250" cy="4250"/>
            </a:xfrm>
            <a:custGeom>
              <a:avLst/>
              <a:gdLst/>
              <a:ahLst/>
              <a:cxnLst/>
              <a:rect l="l" t="t" r="r" b="b"/>
              <a:pathLst>
                <a:path w="170" h="170" extrusionOk="0">
                  <a:moveTo>
                    <a:pt x="73" y="1"/>
                  </a:moveTo>
                  <a:lnTo>
                    <a:pt x="25" y="25"/>
                  </a:lnTo>
                  <a:lnTo>
                    <a:pt x="1" y="73"/>
                  </a:lnTo>
                  <a:lnTo>
                    <a:pt x="25" y="121"/>
                  </a:lnTo>
                  <a:lnTo>
                    <a:pt x="25" y="145"/>
                  </a:lnTo>
                  <a:lnTo>
                    <a:pt x="49" y="169"/>
                  </a:lnTo>
                  <a:lnTo>
                    <a:pt x="121" y="169"/>
                  </a:lnTo>
                  <a:lnTo>
                    <a:pt x="145" y="145"/>
                  </a:lnTo>
                  <a:lnTo>
                    <a:pt x="169" y="97"/>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
            <p:cNvSpPr/>
            <p:nvPr/>
          </p:nvSpPr>
          <p:spPr>
            <a:xfrm>
              <a:off x="1956950" y="1960750"/>
              <a:ext cx="4825" cy="4250"/>
            </a:xfrm>
            <a:custGeom>
              <a:avLst/>
              <a:gdLst/>
              <a:ahLst/>
              <a:cxnLst/>
              <a:rect l="l" t="t" r="r" b="b"/>
              <a:pathLst>
                <a:path w="193" h="170" extrusionOk="0">
                  <a:moveTo>
                    <a:pt x="48" y="1"/>
                  </a:moveTo>
                  <a:lnTo>
                    <a:pt x="0" y="49"/>
                  </a:lnTo>
                  <a:lnTo>
                    <a:pt x="0" y="121"/>
                  </a:lnTo>
                  <a:lnTo>
                    <a:pt x="24" y="169"/>
                  </a:lnTo>
                  <a:lnTo>
                    <a:pt x="121" y="169"/>
                  </a:lnTo>
                  <a:lnTo>
                    <a:pt x="169" y="145"/>
                  </a:lnTo>
                  <a:lnTo>
                    <a:pt x="193" y="121"/>
                  </a:lnTo>
                  <a:lnTo>
                    <a:pt x="169" y="97"/>
                  </a:lnTo>
                  <a:lnTo>
                    <a:pt x="169"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
            <p:cNvSpPr/>
            <p:nvPr/>
          </p:nvSpPr>
          <p:spPr>
            <a:xfrm>
              <a:off x="1946725" y="2012500"/>
              <a:ext cx="4225" cy="4850"/>
            </a:xfrm>
            <a:custGeom>
              <a:avLst/>
              <a:gdLst/>
              <a:ahLst/>
              <a:cxnLst/>
              <a:rect l="l" t="t" r="r" b="b"/>
              <a:pathLst>
                <a:path w="169" h="194" extrusionOk="0">
                  <a:moveTo>
                    <a:pt x="72" y="1"/>
                  </a:moveTo>
                  <a:lnTo>
                    <a:pt x="24" y="49"/>
                  </a:lnTo>
                  <a:lnTo>
                    <a:pt x="0" y="73"/>
                  </a:lnTo>
                  <a:lnTo>
                    <a:pt x="0" y="121"/>
                  </a:lnTo>
                  <a:lnTo>
                    <a:pt x="0" y="169"/>
                  </a:lnTo>
                  <a:lnTo>
                    <a:pt x="24" y="193"/>
                  </a:lnTo>
                  <a:lnTo>
                    <a:pt x="96" y="193"/>
                  </a:lnTo>
                  <a:lnTo>
                    <a:pt x="120" y="145"/>
                  </a:lnTo>
                  <a:lnTo>
                    <a:pt x="145" y="121"/>
                  </a:lnTo>
                  <a:lnTo>
                    <a:pt x="169" y="73"/>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
            <p:cNvSpPr/>
            <p:nvPr/>
          </p:nvSpPr>
          <p:spPr>
            <a:xfrm>
              <a:off x="2101375" y="1898775"/>
              <a:ext cx="6050" cy="3625"/>
            </a:xfrm>
            <a:custGeom>
              <a:avLst/>
              <a:gdLst/>
              <a:ahLst/>
              <a:cxnLst/>
              <a:rect l="l" t="t" r="r" b="b"/>
              <a:pathLst>
                <a:path w="242" h="145" extrusionOk="0">
                  <a:moveTo>
                    <a:pt x="49" y="0"/>
                  </a:moveTo>
                  <a:lnTo>
                    <a:pt x="1" y="48"/>
                  </a:lnTo>
                  <a:lnTo>
                    <a:pt x="25" y="96"/>
                  </a:lnTo>
                  <a:lnTo>
                    <a:pt x="73" y="120"/>
                  </a:lnTo>
                  <a:lnTo>
                    <a:pt x="121" y="144"/>
                  </a:lnTo>
                  <a:lnTo>
                    <a:pt x="194" y="120"/>
                  </a:lnTo>
                  <a:lnTo>
                    <a:pt x="242" y="96"/>
                  </a:lnTo>
                  <a:lnTo>
                    <a:pt x="242" y="72"/>
                  </a:lnTo>
                  <a:lnTo>
                    <a:pt x="218"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
            <p:cNvSpPr/>
            <p:nvPr/>
          </p:nvSpPr>
          <p:spPr>
            <a:xfrm>
              <a:off x="2298175" y="2103975"/>
              <a:ext cx="4850" cy="4850"/>
            </a:xfrm>
            <a:custGeom>
              <a:avLst/>
              <a:gdLst/>
              <a:ahLst/>
              <a:cxnLst/>
              <a:rect l="l" t="t" r="r" b="b"/>
              <a:pathLst>
                <a:path w="194" h="194" extrusionOk="0">
                  <a:moveTo>
                    <a:pt x="97" y="1"/>
                  </a:moveTo>
                  <a:lnTo>
                    <a:pt x="25" y="25"/>
                  </a:lnTo>
                  <a:lnTo>
                    <a:pt x="1" y="73"/>
                  </a:lnTo>
                  <a:lnTo>
                    <a:pt x="1" y="97"/>
                  </a:lnTo>
                  <a:lnTo>
                    <a:pt x="25" y="145"/>
                  </a:lnTo>
                  <a:lnTo>
                    <a:pt x="49" y="169"/>
                  </a:lnTo>
                  <a:lnTo>
                    <a:pt x="73" y="194"/>
                  </a:lnTo>
                  <a:lnTo>
                    <a:pt x="145" y="194"/>
                  </a:lnTo>
                  <a:lnTo>
                    <a:pt x="169" y="169"/>
                  </a:lnTo>
                  <a:lnTo>
                    <a:pt x="193" y="97"/>
                  </a:lnTo>
                  <a:lnTo>
                    <a:pt x="145" y="25"/>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
            <p:cNvSpPr/>
            <p:nvPr/>
          </p:nvSpPr>
          <p:spPr>
            <a:xfrm>
              <a:off x="1941900" y="1912000"/>
              <a:ext cx="4850" cy="4850"/>
            </a:xfrm>
            <a:custGeom>
              <a:avLst/>
              <a:gdLst/>
              <a:ahLst/>
              <a:cxnLst/>
              <a:rect l="l" t="t" r="r" b="b"/>
              <a:pathLst>
                <a:path w="194" h="194" extrusionOk="0">
                  <a:moveTo>
                    <a:pt x="49" y="1"/>
                  </a:moveTo>
                  <a:lnTo>
                    <a:pt x="25" y="25"/>
                  </a:lnTo>
                  <a:lnTo>
                    <a:pt x="0" y="73"/>
                  </a:lnTo>
                  <a:lnTo>
                    <a:pt x="0" y="97"/>
                  </a:lnTo>
                  <a:lnTo>
                    <a:pt x="0" y="121"/>
                  </a:lnTo>
                  <a:lnTo>
                    <a:pt x="49" y="169"/>
                  </a:lnTo>
                  <a:lnTo>
                    <a:pt x="97" y="193"/>
                  </a:lnTo>
                  <a:lnTo>
                    <a:pt x="169" y="193"/>
                  </a:lnTo>
                  <a:lnTo>
                    <a:pt x="193" y="145"/>
                  </a:lnTo>
                  <a:lnTo>
                    <a:pt x="169" y="121"/>
                  </a:lnTo>
                  <a:lnTo>
                    <a:pt x="145"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
            <p:cNvSpPr/>
            <p:nvPr/>
          </p:nvSpPr>
          <p:spPr>
            <a:xfrm>
              <a:off x="2217550" y="2465075"/>
              <a:ext cx="3625" cy="5450"/>
            </a:xfrm>
            <a:custGeom>
              <a:avLst/>
              <a:gdLst/>
              <a:ahLst/>
              <a:cxnLst/>
              <a:rect l="l" t="t" r="r" b="b"/>
              <a:pathLst>
                <a:path w="145" h="218" extrusionOk="0">
                  <a:moveTo>
                    <a:pt x="48" y="1"/>
                  </a:moveTo>
                  <a:lnTo>
                    <a:pt x="0" y="25"/>
                  </a:lnTo>
                  <a:lnTo>
                    <a:pt x="0" y="121"/>
                  </a:lnTo>
                  <a:lnTo>
                    <a:pt x="24" y="193"/>
                  </a:lnTo>
                  <a:lnTo>
                    <a:pt x="96" y="217"/>
                  </a:lnTo>
                  <a:lnTo>
                    <a:pt x="120" y="193"/>
                  </a:lnTo>
                  <a:lnTo>
                    <a:pt x="145" y="169"/>
                  </a:lnTo>
                  <a:lnTo>
                    <a:pt x="145" y="145"/>
                  </a:lnTo>
                  <a:lnTo>
                    <a:pt x="120"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
            <p:cNvSpPr/>
            <p:nvPr/>
          </p:nvSpPr>
          <p:spPr>
            <a:xfrm>
              <a:off x="2209725" y="2454850"/>
              <a:ext cx="5425" cy="4250"/>
            </a:xfrm>
            <a:custGeom>
              <a:avLst/>
              <a:gdLst/>
              <a:ahLst/>
              <a:cxnLst/>
              <a:rect l="l" t="t" r="r" b="b"/>
              <a:pathLst>
                <a:path w="217" h="170" extrusionOk="0">
                  <a:moveTo>
                    <a:pt x="72" y="1"/>
                  </a:moveTo>
                  <a:lnTo>
                    <a:pt x="48" y="25"/>
                  </a:lnTo>
                  <a:lnTo>
                    <a:pt x="24" y="73"/>
                  </a:lnTo>
                  <a:lnTo>
                    <a:pt x="0" y="121"/>
                  </a:lnTo>
                  <a:lnTo>
                    <a:pt x="48" y="169"/>
                  </a:lnTo>
                  <a:lnTo>
                    <a:pt x="96" y="169"/>
                  </a:lnTo>
                  <a:lnTo>
                    <a:pt x="169" y="145"/>
                  </a:lnTo>
                  <a:lnTo>
                    <a:pt x="193"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
            <p:cNvSpPr/>
            <p:nvPr/>
          </p:nvSpPr>
          <p:spPr>
            <a:xfrm>
              <a:off x="2131475" y="1877700"/>
              <a:ext cx="7850" cy="5450"/>
            </a:xfrm>
            <a:custGeom>
              <a:avLst/>
              <a:gdLst/>
              <a:ahLst/>
              <a:cxnLst/>
              <a:rect l="l" t="t" r="r" b="b"/>
              <a:pathLst>
                <a:path w="314" h="218" extrusionOk="0">
                  <a:moveTo>
                    <a:pt x="289" y="0"/>
                  </a:moveTo>
                  <a:lnTo>
                    <a:pt x="249" y="14"/>
                  </a:lnTo>
                  <a:lnTo>
                    <a:pt x="249" y="14"/>
                  </a:lnTo>
                  <a:lnTo>
                    <a:pt x="314" y="25"/>
                  </a:lnTo>
                  <a:lnTo>
                    <a:pt x="289" y="0"/>
                  </a:lnTo>
                  <a:close/>
                  <a:moveTo>
                    <a:pt x="169" y="0"/>
                  </a:moveTo>
                  <a:lnTo>
                    <a:pt x="97" y="25"/>
                  </a:lnTo>
                  <a:lnTo>
                    <a:pt x="25" y="49"/>
                  </a:lnTo>
                  <a:lnTo>
                    <a:pt x="1" y="73"/>
                  </a:lnTo>
                  <a:lnTo>
                    <a:pt x="1" y="121"/>
                  </a:lnTo>
                  <a:lnTo>
                    <a:pt x="25" y="169"/>
                  </a:lnTo>
                  <a:lnTo>
                    <a:pt x="73" y="193"/>
                  </a:lnTo>
                  <a:lnTo>
                    <a:pt x="169" y="193"/>
                  </a:lnTo>
                  <a:lnTo>
                    <a:pt x="121" y="145"/>
                  </a:lnTo>
                  <a:lnTo>
                    <a:pt x="121" y="97"/>
                  </a:lnTo>
                  <a:lnTo>
                    <a:pt x="145" y="73"/>
                  </a:lnTo>
                  <a:lnTo>
                    <a:pt x="217" y="25"/>
                  </a:lnTo>
                  <a:lnTo>
                    <a:pt x="249" y="14"/>
                  </a:lnTo>
                  <a:lnTo>
                    <a:pt x="249" y="14"/>
                  </a:lnTo>
                  <a:lnTo>
                    <a:pt x="169" y="0"/>
                  </a:lnTo>
                  <a:close/>
                  <a:moveTo>
                    <a:pt x="169" y="193"/>
                  </a:moveTo>
                  <a:lnTo>
                    <a:pt x="193" y="217"/>
                  </a:lnTo>
                  <a:lnTo>
                    <a:pt x="193" y="19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
            <p:cNvSpPr/>
            <p:nvPr/>
          </p:nvSpPr>
          <p:spPr>
            <a:xfrm>
              <a:off x="1984025" y="2028150"/>
              <a:ext cx="4850" cy="4250"/>
            </a:xfrm>
            <a:custGeom>
              <a:avLst/>
              <a:gdLst/>
              <a:ahLst/>
              <a:cxnLst/>
              <a:rect l="l" t="t" r="r" b="b"/>
              <a:pathLst>
                <a:path w="194" h="170" extrusionOk="0">
                  <a:moveTo>
                    <a:pt x="73" y="1"/>
                  </a:moveTo>
                  <a:lnTo>
                    <a:pt x="25" y="25"/>
                  </a:lnTo>
                  <a:lnTo>
                    <a:pt x="1" y="49"/>
                  </a:lnTo>
                  <a:lnTo>
                    <a:pt x="1" y="121"/>
                  </a:lnTo>
                  <a:lnTo>
                    <a:pt x="49" y="145"/>
                  </a:lnTo>
                  <a:lnTo>
                    <a:pt x="73" y="169"/>
                  </a:lnTo>
                  <a:lnTo>
                    <a:pt x="121" y="169"/>
                  </a:lnTo>
                  <a:lnTo>
                    <a:pt x="145" y="145"/>
                  </a:lnTo>
                  <a:lnTo>
                    <a:pt x="169" y="121"/>
                  </a:lnTo>
                  <a:lnTo>
                    <a:pt x="193"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
            <p:cNvSpPr/>
            <p:nvPr/>
          </p:nvSpPr>
          <p:spPr>
            <a:xfrm>
              <a:off x="2285550" y="2412125"/>
              <a:ext cx="4225" cy="4225"/>
            </a:xfrm>
            <a:custGeom>
              <a:avLst/>
              <a:gdLst/>
              <a:ahLst/>
              <a:cxnLst/>
              <a:rect l="l" t="t" r="r" b="b"/>
              <a:pathLst>
                <a:path w="169" h="169" extrusionOk="0">
                  <a:moveTo>
                    <a:pt x="24" y="0"/>
                  </a:moveTo>
                  <a:lnTo>
                    <a:pt x="0" y="24"/>
                  </a:lnTo>
                  <a:lnTo>
                    <a:pt x="0" y="97"/>
                  </a:lnTo>
                  <a:lnTo>
                    <a:pt x="48" y="145"/>
                  </a:lnTo>
                  <a:lnTo>
                    <a:pt x="73" y="145"/>
                  </a:lnTo>
                  <a:lnTo>
                    <a:pt x="121" y="169"/>
                  </a:lnTo>
                  <a:lnTo>
                    <a:pt x="145" y="145"/>
                  </a:lnTo>
                  <a:lnTo>
                    <a:pt x="169" y="121"/>
                  </a:lnTo>
                  <a:lnTo>
                    <a:pt x="169"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
            <p:cNvSpPr/>
            <p:nvPr/>
          </p:nvSpPr>
          <p:spPr>
            <a:xfrm>
              <a:off x="2083925" y="2442825"/>
              <a:ext cx="4850" cy="4225"/>
            </a:xfrm>
            <a:custGeom>
              <a:avLst/>
              <a:gdLst/>
              <a:ahLst/>
              <a:cxnLst/>
              <a:rect l="l" t="t" r="r" b="b"/>
              <a:pathLst>
                <a:path w="194" h="169" extrusionOk="0">
                  <a:moveTo>
                    <a:pt x="73" y="0"/>
                  </a:moveTo>
                  <a:lnTo>
                    <a:pt x="49" y="24"/>
                  </a:lnTo>
                  <a:lnTo>
                    <a:pt x="25" y="48"/>
                  </a:lnTo>
                  <a:lnTo>
                    <a:pt x="1" y="120"/>
                  </a:lnTo>
                  <a:lnTo>
                    <a:pt x="49" y="145"/>
                  </a:lnTo>
                  <a:lnTo>
                    <a:pt x="73" y="169"/>
                  </a:lnTo>
                  <a:lnTo>
                    <a:pt x="145" y="169"/>
                  </a:lnTo>
                  <a:lnTo>
                    <a:pt x="193" y="145"/>
                  </a:lnTo>
                  <a:lnTo>
                    <a:pt x="193" y="72"/>
                  </a:lnTo>
                  <a:lnTo>
                    <a:pt x="145"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
            <p:cNvSpPr/>
            <p:nvPr/>
          </p:nvSpPr>
          <p:spPr>
            <a:xfrm>
              <a:off x="2268700" y="1899375"/>
              <a:ext cx="4825" cy="3625"/>
            </a:xfrm>
            <a:custGeom>
              <a:avLst/>
              <a:gdLst/>
              <a:ahLst/>
              <a:cxnLst/>
              <a:rect l="l" t="t" r="r" b="b"/>
              <a:pathLst>
                <a:path w="193" h="145" extrusionOk="0">
                  <a:moveTo>
                    <a:pt x="48" y="0"/>
                  </a:moveTo>
                  <a:lnTo>
                    <a:pt x="24" y="24"/>
                  </a:lnTo>
                  <a:lnTo>
                    <a:pt x="0" y="48"/>
                  </a:lnTo>
                  <a:lnTo>
                    <a:pt x="24" y="72"/>
                  </a:lnTo>
                  <a:lnTo>
                    <a:pt x="48" y="145"/>
                  </a:lnTo>
                  <a:lnTo>
                    <a:pt x="121" y="145"/>
                  </a:lnTo>
                  <a:lnTo>
                    <a:pt x="193" y="120"/>
                  </a:lnTo>
                  <a:lnTo>
                    <a:pt x="193" y="96"/>
                  </a:lnTo>
                  <a:lnTo>
                    <a:pt x="193" y="72"/>
                  </a:lnTo>
                  <a:lnTo>
                    <a:pt x="193" y="48"/>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
            <p:cNvSpPr/>
            <p:nvPr/>
          </p:nvSpPr>
          <p:spPr>
            <a:xfrm>
              <a:off x="2072500" y="2030575"/>
              <a:ext cx="4225" cy="4225"/>
            </a:xfrm>
            <a:custGeom>
              <a:avLst/>
              <a:gdLst/>
              <a:ahLst/>
              <a:cxnLst/>
              <a:rect l="l" t="t" r="r" b="b"/>
              <a:pathLst>
                <a:path w="169" h="169" extrusionOk="0">
                  <a:moveTo>
                    <a:pt x="73" y="0"/>
                  </a:moveTo>
                  <a:lnTo>
                    <a:pt x="49" y="24"/>
                  </a:lnTo>
                  <a:lnTo>
                    <a:pt x="24" y="48"/>
                  </a:lnTo>
                  <a:lnTo>
                    <a:pt x="0" y="96"/>
                  </a:lnTo>
                  <a:lnTo>
                    <a:pt x="24" y="144"/>
                  </a:lnTo>
                  <a:lnTo>
                    <a:pt x="73" y="169"/>
                  </a:lnTo>
                  <a:lnTo>
                    <a:pt x="97" y="169"/>
                  </a:lnTo>
                  <a:lnTo>
                    <a:pt x="145" y="144"/>
                  </a:lnTo>
                  <a:lnTo>
                    <a:pt x="169" y="120"/>
                  </a:lnTo>
                  <a:lnTo>
                    <a:pt x="169" y="72"/>
                  </a:lnTo>
                  <a:lnTo>
                    <a:pt x="169"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
            <p:cNvSpPr/>
            <p:nvPr/>
          </p:nvSpPr>
          <p:spPr>
            <a:xfrm>
              <a:off x="2195875" y="2379625"/>
              <a:ext cx="4225" cy="4850"/>
            </a:xfrm>
            <a:custGeom>
              <a:avLst/>
              <a:gdLst/>
              <a:ahLst/>
              <a:cxnLst/>
              <a:rect l="l" t="t" r="r" b="b"/>
              <a:pathLst>
                <a:path w="169" h="194" extrusionOk="0">
                  <a:moveTo>
                    <a:pt x="25" y="0"/>
                  </a:moveTo>
                  <a:lnTo>
                    <a:pt x="0" y="49"/>
                  </a:lnTo>
                  <a:lnTo>
                    <a:pt x="0" y="73"/>
                  </a:lnTo>
                  <a:lnTo>
                    <a:pt x="25" y="145"/>
                  </a:lnTo>
                  <a:lnTo>
                    <a:pt x="73" y="193"/>
                  </a:lnTo>
                  <a:lnTo>
                    <a:pt x="121" y="193"/>
                  </a:lnTo>
                  <a:lnTo>
                    <a:pt x="169" y="169"/>
                  </a:lnTo>
                  <a:lnTo>
                    <a:pt x="169" y="121"/>
                  </a:lnTo>
                  <a:lnTo>
                    <a:pt x="121" y="49"/>
                  </a:lnTo>
                  <a:lnTo>
                    <a:pt x="73"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
            <p:cNvSpPr/>
            <p:nvPr/>
          </p:nvSpPr>
          <p:spPr>
            <a:xfrm>
              <a:off x="2186250" y="2315825"/>
              <a:ext cx="6025" cy="3650"/>
            </a:xfrm>
            <a:custGeom>
              <a:avLst/>
              <a:gdLst/>
              <a:ahLst/>
              <a:cxnLst/>
              <a:rect l="l" t="t" r="r" b="b"/>
              <a:pathLst>
                <a:path w="241" h="146" extrusionOk="0">
                  <a:moveTo>
                    <a:pt x="48" y="1"/>
                  </a:moveTo>
                  <a:lnTo>
                    <a:pt x="24" y="25"/>
                  </a:lnTo>
                  <a:lnTo>
                    <a:pt x="0" y="73"/>
                  </a:lnTo>
                  <a:lnTo>
                    <a:pt x="24" y="121"/>
                  </a:lnTo>
                  <a:lnTo>
                    <a:pt x="97" y="145"/>
                  </a:lnTo>
                  <a:lnTo>
                    <a:pt x="145" y="145"/>
                  </a:lnTo>
                  <a:lnTo>
                    <a:pt x="217" y="121"/>
                  </a:lnTo>
                  <a:lnTo>
                    <a:pt x="241" y="73"/>
                  </a:lnTo>
                  <a:lnTo>
                    <a:pt x="241" y="49"/>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
            <p:cNvSpPr/>
            <p:nvPr/>
          </p:nvSpPr>
          <p:spPr>
            <a:xfrm>
              <a:off x="1810100" y="1977000"/>
              <a:ext cx="4225" cy="4850"/>
            </a:xfrm>
            <a:custGeom>
              <a:avLst/>
              <a:gdLst/>
              <a:ahLst/>
              <a:cxnLst/>
              <a:rect l="l" t="t" r="r" b="b"/>
              <a:pathLst>
                <a:path w="169" h="194" extrusionOk="0">
                  <a:moveTo>
                    <a:pt x="49" y="1"/>
                  </a:moveTo>
                  <a:lnTo>
                    <a:pt x="25" y="25"/>
                  </a:lnTo>
                  <a:lnTo>
                    <a:pt x="0" y="49"/>
                  </a:lnTo>
                  <a:lnTo>
                    <a:pt x="0" y="97"/>
                  </a:lnTo>
                  <a:lnTo>
                    <a:pt x="25" y="145"/>
                  </a:lnTo>
                  <a:lnTo>
                    <a:pt x="73" y="169"/>
                  </a:lnTo>
                  <a:lnTo>
                    <a:pt x="121" y="193"/>
                  </a:lnTo>
                  <a:lnTo>
                    <a:pt x="145" y="169"/>
                  </a:lnTo>
                  <a:lnTo>
                    <a:pt x="169"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
            <p:cNvSpPr/>
            <p:nvPr/>
          </p:nvSpPr>
          <p:spPr>
            <a:xfrm>
              <a:off x="2389050" y="1996250"/>
              <a:ext cx="3650" cy="4850"/>
            </a:xfrm>
            <a:custGeom>
              <a:avLst/>
              <a:gdLst/>
              <a:ahLst/>
              <a:cxnLst/>
              <a:rect l="l" t="t" r="r" b="b"/>
              <a:pathLst>
                <a:path w="146" h="194" extrusionOk="0">
                  <a:moveTo>
                    <a:pt x="73" y="1"/>
                  </a:moveTo>
                  <a:lnTo>
                    <a:pt x="25" y="49"/>
                  </a:lnTo>
                  <a:lnTo>
                    <a:pt x="1" y="121"/>
                  </a:lnTo>
                  <a:lnTo>
                    <a:pt x="1" y="145"/>
                  </a:lnTo>
                  <a:lnTo>
                    <a:pt x="25" y="169"/>
                  </a:lnTo>
                  <a:lnTo>
                    <a:pt x="49" y="193"/>
                  </a:lnTo>
                  <a:lnTo>
                    <a:pt x="73" y="193"/>
                  </a:lnTo>
                  <a:lnTo>
                    <a:pt x="121" y="145"/>
                  </a:lnTo>
                  <a:lnTo>
                    <a:pt x="145" y="97"/>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
            <p:cNvSpPr/>
            <p:nvPr/>
          </p:nvSpPr>
          <p:spPr>
            <a:xfrm>
              <a:off x="2236200" y="1855425"/>
              <a:ext cx="4825" cy="3050"/>
            </a:xfrm>
            <a:custGeom>
              <a:avLst/>
              <a:gdLst/>
              <a:ahLst/>
              <a:cxnLst/>
              <a:rect l="l" t="t" r="r" b="b"/>
              <a:pathLst>
                <a:path w="193" h="122" extrusionOk="0">
                  <a:moveTo>
                    <a:pt x="48" y="1"/>
                  </a:moveTo>
                  <a:lnTo>
                    <a:pt x="0" y="25"/>
                  </a:lnTo>
                  <a:lnTo>
                    <a:pt x="48" y="97"/>
                  </a:lnTo>
                  <a:lnTo>
                    <a:pt x="121" y="121"/>
                  </a:lnTo>
                  <a:lnTo>
                    <a:pt x="169" y="97"/>
                  </a:lnTo>
                  <a:lnTo>
                    <a:pt x="193" y="73"/>
                  </a:lnTo>
                  <a:lnTo>
                    <a:pt x="193"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
            <p:cNvSpPr/>
            <p:nvPr/>
          </p:nvSpPr>
          <p:spPr>
            <a:xfrm>
              <a:off x="2015925" y="1900575"/>
              <a:ext cx="3625" cy="3625"/>
            </a:xfrm>
            <a:custGeom>
              <a:avLst/>
              <a:gdLst/>
              <a:ahLst/>
              <a:cxnLst/>
              <a:rect l="l" t="t" r="r" b="b"/>
              <a:pathLst>
                <a:path w="145" h="145" extrusionOk="0">
                  <a:moveTo>
                    <a:pt x="49" y="0"/>
                  </a:moveTo>
                  <a:lnTo>
                    <a:pt x="25" y="24"/>
                  </a:lnTo>
                  <a:lnTo>
                    <a:pt x="1" y="48"/>
                  </a:lnTo>
                  <a:lnTo>
                    <a:pt x="1" y="97"/>
                  </a:lnTo>
                  <a:lnTo>
                    <a:pt x="49" y="145"/>
                  </a:lnTo>
                  <a:lnTo>
                    <a:pt x="97" y="145"/>
                  </a:lnTo>
                  <a:lnTo>
                    <a:pt x="145" y="97"/>
                  </a:lnTo>
                  <a:lnTo>
                    <a:pt x="145" y="48"/>
                  </a:lnTo>
                  <a:lnTo>
                    <a:pt x="121"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
            <p:cNvSpPr/>
            <p:nvPr/>
          </p:nvSpPr>
          <p:spPr>
            <a:xfrm>
              <a:off x="2054450" y="1927650"/>
              <a:ext cx="4225" cy="3625"/>
            </a:xfrm>
            <a:custGeom>
              <a:avLst/>
              <a:gdLst/>
              <a:ahLst/>
              <a:cxnLst/>
              <a:rect l="l" t="t" r="r" b="b"/>
              <a:pathLst>
                <a:path w="169" h="145" extrusionOk="0">
                  <a:moveTo>
                    <a:pt x="72" y="1"/>
                  </a:moveTo>
                  <a:lnTo>
                    <a:pt x="0" y="49"/>
                  </a:lnTo>
                  <a:lnTo>
                    <a:pt x="0" y="121"/>
                  </a:lnTo>
                  <a:lnTo>
                    <a:pt x="24" y="145"/>
                  </a:lnTo>
                  <a:lnTo>
                    <a:pt x="121" y="145"/>
                  </a:lnTo>
                  <a:lnTo>
                    <a:pt x="169"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
            <p:cNvSpPr/>
            <p:nvPr/>
          </p:nvSpPr>
          <p:spPr>
            <a:xfrm>
              <a:off x="1931075" y="1907800"/>
              <a:ext cx="3025" cy="5425"/>
            </a:xfrm>
            <a:custGeom>
              <a:avLst/>
              <a:gdLst/>
              <a:ahLst/>
              <a:cxnLst/>
              <a:rect l="l" t="t" r="r" b="b"/>
              <a:pathLst>
                <a:path w="121" h="217" extrusionOk="0">
                  <a:moveTo>
                    <a:pt x="0" y="0"/>
                  </a:moveTo>
                  <a:lnTo>
                    <a:pt x="0" y="24"/>
                  </a:lnTo>
                  <a:lnTo>
                    <a:pt x="0" y="217"/>
                  </a:lnTo>
                  <a:lnTo>
                    <a:pt x="72" y="145"/>
                  </a:lnTo>
                  <a:lnTo>
                    <a:pt x="96" y="120"/>
                  </a:lnTo>
                  <a:lnTo>
                    <a:pt x="121" y="72"/>
                  </a:lnTo>
                  <a:lnTo>
                    <a:pt x="96"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
            <p:cNvSpPr/>
            <p:nvPr/>
          </p:nvSpPr>
          <p:spPr>
            <a:xfrm>
              <a:off x="2281925" y="2300775"/>
              <a:ext cx="4250" cy="3650"/>
            </a:xfrm>
            <a:custGeom>
              <a:avLst/>
              <a:gdLst/>
              <a:ahLst/>
              <a:cxnLst/>
              <a:rect l="l" t="t" r="r" b="b"/>
              <a:pathLst>
                <a:path w="170" h="146" extrusionOk="0">
                  <a:moveTo>
                    <a:pt x="73" y="1"/>
                  </a:moveTo>
                  <a:lnTo>
                    <a:pt x="25" y="25"/>
                  </a:lnTo>
                  <a:lnTo>
                    <a:pt x="1" y="73"/>
                  </a:lnTo>
                  <a:lnTo>
                    <a:pt x="25" y="121"/>
                  </a:lnTo>
                  <a:lnTo>
                    <a:pt x="49" y="145"/>
                  </a:lnTo>
                  <a:lnTo>
                    <a:pt x="121" y="145"/>
                  </a:lnTo>
                  <a:lnTo>
                    <a:pt x="169" y="97"/>
                  </a:lnTo>
                  <a:lnTo>
                    <a:pt x="169" y="49"/>
                  </a:lnTo>
                  <a:lnTo>
                    <a:pt x="145"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
            <p:cNvSpPr/>
            <p:nvPr/>
          </p:nvSpPr>
          <p:spPr>
            <a:xfrm>
              <a:off x="2221150" y="2480125"/>
              <a:ext cx="4250" cy="4250"/>
            </a:xfrm>
            <a:custGeom>
              <a:avLst/>
              <a:gdLst/>
              <a:ahLst/>
              <a:cxnLst/>
              <a:rect l="l" t="t" r="r" b="b"/>
              <a:pathLst>
                <a:path w="170" h="170" extrusionOk="0">
                  <a:moveTo>
                    <a:pt x="73" y="1"/>
                  </a:moveTo>
                  <a:lnTo>
                    <a:pt x="25" y="25"/>
                  </a:lnTo>
                  <a:lnTo>
                    <a:pt x="1" y="49"/>
                  </a:lnTo>
                  <a:lnTo>
                    <a:pt x="1" y="73"/>
                  </a:lnTo>
                  <a:lnTo>
                    <a:pt x="25" y="121"/>
                  </a:lnTo>
                  <a:lnTo>
                    <a:pt x="49" y="145"/>
                  </a:lnTo>
                  <a:lnTo>
                    <a:pt x="97" y="169"/>
                  </a:lnTo>
                  <a:lnTo>
                    <a:pt x="145" y="145"/>
                  </a:lnTo>
                  <a:lnTo>
                    <a:pt x="169" y="121"/>
                  </a:lnTo>
                  <a:lnTo>
                    <a:pt x="169"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
            <p:cNvSpPr/>
            <p:nvPr/>
          </p:nvSpPr>
          <p:spPr>
            <a:xfrm>
              <a:off x="2048425" y="2019125"/>
              <a:ext cx="4225" cy="3650"/>
            </a:xfrm>
            <a:custGeom>
              <a:avLst/>
              <a:gdLst/>
              <a:ahLst/>
              <a:cxnLst/>
              <a:rect l="l" t="t" r="r" b="b"/>
              <a:pathLst>
                <a:path w="169" h="146" extrusionOk="0">
                  <a:moveTo>
                    <a:pt x="49" y="1"/>
                  </a:moveTo>
                  <a:lnTo>
                    <a:pt x="0" y="25"/>
                  </a:lnTo>
                  <a:lnTo>
                    <a:pt x="0" y="73"/>
                  </a:lnTo>
                  <a:lnTo>
                    <a:pt x="25" y="121"/>
                  </a:lnTo>
                  <a:lnTo>
                    <a:pt x="73" y="145"/>
                  </a:lnTo>
                  <a:lnTo>
                    <a:pt x="145" y="145"/>
                  </a:lnTo>
                  <a:lnTo>
                    <a:pt x="169" y="121"/>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
            <p:cNvSpPr/>
            <p:nvPr/>
          </p:nvSpPr>
          <p:spPr>
            <a:xfrm>
              <a:off x="2100175" y="1940900"/>
              <a:ext cx="4850" cy="3025"/>
            </a:xfrm>
            <a:custGeom>
              <a:avLst/>
              <a:gdLst/>
              <a:ahLst/>
              <a:cxnLst/>
              <a:rect l="l" t="t" r="r" b="b"/>
              <a:pathLst>
                <a:path w="194" h="121" extrusionOk="0">
                  <a:moveTo>
                    <a:pt x="73" y="0"/>
                  </a:moveTo>
                  <a:lnTo>
                    <a:pt x="25" y="48"/>
                  </a:lnTo>
                  <a:lnTo>
                    <a:pt x="1" y="96"/>
                  </a:lnTo>
                  <a:lnTo>
                    <a:pt x="25" y="120"/>
                  </a:lnTo>
                  <a:lnTo>
                    <a:pt x="73" y="120"/>
                  </a:lnTo>
                  <a:lnTo>
                    <a:pt x="145" y="96"/>
                  </a:lnTo>
                  <a:lnTo>
                    <a:pt x="169" y="72"/>
                  </a:lnTo>
                  <a:lnTo>
                    <a:pt x="193"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
            <p:cNvSpPr/>
            <p:nvPr/>
          </p:nvSpPr>
          <p:spPr>
            <a:xfrm>
              <a:off x="2279525" y="1938475"/>
              <a:ext cx="3650" cy="3650"/>
            </a:xfrm>
            <a:custGeom>
              <a:avLst/>
              <a:gdLst/>
              <a:ahLst/>
              <a:cxnLst/>
              <a:rect l="l" t="t" r="r" b="b"/>
              <a:pathLst>
                <a:path w="146" h="146" extrusionOk="0">
                  <a:moveTo>
                    <a:pt x="49" y="1"/>
                  </a:moveTo>
                  <a:lnTo>
                    <a:pt x="25" y="25"/>
                  </a:lnTo>
                  <a:lnTo>
                    <a:pt x="1" y="49"/>
                  </a:lnTo>
                  <a:lnTo>
                    <a:pt x="1" y="97"/>
                  </a:lnTo>
                  <a:lnTo>
                    <a:pt x="25" y="145"/>
                  </a:lnTo>
                  <a:lnTo>
                    <a:pt x="73" y="145"/>
                  </a:lnTo>
                  <a:lnTo>
                    <a:pt x="121" y="121"/>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
            <p:cNvSpPr/>
            <p:nvPr/>
          </p:nvSpPr>
          <p:spPr>
            <a:xfrm>
              <a:off x="1877500" y="1936075"/>
              <a:ext cx="4250" cy="3625"/>
            </a:xfrm>
            <a:custGeom>
              <a:avLst/>
              <a:gdLst/>
              <a:ahLst/>
              <a:cxnLst/>
              <a:rect l="l" t="t" r="r" b="b"/>
              <a:pathLst>
                <a:path w="170" h="145" extrusionOk="0">
                  <a:moveTo>
                    <a:pt x="49" y="1"/>
                  </a:moveTo>
                  <a:lnTo>
                    <a:pt x="1" y="49"/>
                  </a:lnTo>
                  <a:lnTo>
                    <a:pt x="1" y="97"/>
                  </a:lnTo>
                  <a:lnTo>
                    <a:pt x="49" y="145"/>
                  </a:lnTo>
                  <a:lnTo>
                    <a:pt x="121" y="145"/>
                  </a:lnTo>
                  <a:lnTo>
                    <a:pt x="145" y="121"/>
                  </a:lnTo>
                  <a:lnTo>
                    <a:pt x="169" y="97"/>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
            <p:cNvSpPr/>
            <p:nvPr/>
          </p:nvSpPr>
          <p:spPr>
            <a:xfrm>
              <a:off x="2382450" y="2011900"/>
              <a:ext cx="3625" cy="3650"/>
            </a:xfrm>
            <a:custGeom>
              <a:avLst/>
              <a:gdLst/>
              <a:ahLst/>
              <a:cxnLst/>
              <a:rect l="l" t="t" r="r" b="b"/>
              <a:pathLst>
                <a:path w="145" h="146" extrusionOk="0">
                  <a:moveTo>
                    <a:pt x="48" y="1"/>
                  </a:moveTo>
                  <a:lnTo>
                    <a:pt x="0" y="25"/>
                  </a:lnTo>
                  <a:lnTo>
                    <a:pt x="0" y="73"/>
                  </a:lnTo>
                  <a:lnTo>
                    <a:pt x="24" y="121"/>
                  </a:lnTo>
                  <a:lnTo>
                    <a:pt x="96" y="145"/>
                  </a:lnTo>
                  <a:lnTo>
                    <a:pt x="145" y="121"/>
                  </a:lnTo>
                  <a:lnTo>
                    <a:pt x="145" y="73"/>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
            <p:cNvSpPr/>
            <p:nvPr/>
          </p:nvSpPr>
          <p:spPr>
            <a:xfrm>
              <a:off x="2290975" y="2317625"/>
              <a:ext cx="3625" cy="3050"/>
            </a:xfrm>
            <a:custGeom>
              <a:avLst/>
              <a:gdLst/>
              <a:ahLst/>
              <a:cxnLst/>
              <a:rect l="l" t="t" r="r" b="b"/>
              <a:pathLst>
                <a:path w="145" h="122" extrusionOk="0">
                  <a:moveTo>
                    <a:pt x="48" y="1"/>
                  </a:moveTo>
                  <a:lnTo>
                    <a:pt x="0" y="25"/>
                  </a:lnTo>
                  <a:lnTo>
                    <a:pt x="0" y="73"/>
                  </a:lnTo>
                  <a:lnTo>
                    <a:pt x="48" y="121"/>
                  </a:lnTo>
                  <a:lnTo>
                    <a:pt x="96" y="121"/>
                  </a:lnTo>
                  <a:lnTo>
                    <a:pt x="144" y="97"/>
                  </a:lnTo>
                  <a:lnTo>
                    <a:pt x="144"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
            <p:cNvSpPr/>
            <p:nvPr/>
          </p:nvSpPr>
          <p:spPr>
            <a:xfrm>
              <a:off x="2074300" y="1934875"/>
              <a:ext cx="3650" cy="4225"/>
            </a:xfrm>
            <a:custGeom>
              <a:avLst/>
              <a:gdLst/>
              <a:ahLst/>
              <a:cxnLst/>
              <a:rect l="l" t="t" r="r" b="b"/>
              <a:pathLst>
                <a:path w="146" h="169" extrusionOk="0">
                  <a:moveTo>
                    <a:pt x="49" y="0"/>
                  </a:moveTo>
                  <a:lnTo>
                    <a:pt x="25" y="24"/>
                  </a:lnTo>
                  <a:lnTo>
                    <a:pt x="1" y="73"/>
                  </a:lnTo>
                  <a:lnTo>
                    <a:pt x="1" y="97"/>
                  </a:lnTo>
                  <a:lnTo>
                    <a:pt x="25" y="145"/>
                  </a:lnTo>
                  <a:lnTo>
                    <a:pt x="49" y="169"/>
                  </a:lnTo>
                  <a:lnTo>
                    <a:pt x="121" y="169"/>
                  </a:lnTo>
                  <a:lnTo>
                    <a:pt x="145" y="121"/>
                  </a:lnTo>
                  <a:lnTo>
                    <a:pt x="145" y="97"/>
                  </a:lnTo>
                  <a:lnTo>
                    <a:pt x="121" y="49"/>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
            <p:cNvSpPr/>
            <p:nvPr/>
          </p:nvSpPr>
          <p:spPr>
            <a:xfrm>
              <a:off x="2337900" y="2410325"/>
              <a:ext cx="3050" cy="4225"/>
            </a:xfrm>
            <a:custGeom>
              <a:avLst/>
              <a:gdLst/>
              <a:ahLst/>
              <a:cxnLst/>
              <a:rect l="l" t="t" r="r" b="b"/>
              <a:pathLst>
                <a:path w="122" h="169" extrusionOk="0">
                  <a:moveTo>
                    <a:pt x="25" y="0"/>
                  </a:moveTo>
                  <a:lnTo>
                    <a:pt x="1" y="48"/>
                  </a:lnTo>
                  <a:lnTo>
                    <a:pt x="1" y="72"/>
                  </a:lnTo>
                  <a:lnTo>
                    <a:pt x="1" y="121"/>
                  </a:lnTo>
                  <a:lnTo>
                    <a:pt x="49" y="169"/>
                  </a:lnTo>
                  <a:lnTo>
                    <a:pt x="73" y="169"/>
                  </a:lnTo>
                  <a:lnTo>
                    <a:pt x="121" y="145"/>
                  </a:lnTo>
                  <a:lnTo>
                    <a:pt x="121" y="96"/>
                  </a:lnTo>
                  <a:lnTo>
                    <a:pt x="97"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
            <p:cNvSpPr/>
            <p:nvPr/>
          </p:nvSpPr>
          <p:spPr>
            <a:xfrm>
              <a:off x="2048425" y="2525875"/>
              <a:ext cx="3025" cy="5425"/>
            </a:xfrm>
            <a:custGeom>
              <a:avLst/>
              <a:gdLst/>
              <a:ahLst/>
              <a:cxnLst/>
              <a:rect l="l" t="t" r="r" b="b"/>
              <a:pathLst>
                <a:path w="121" h="217" extrusionOk="0">
                  <a:moveTo>
                    <a:pt x="0" y="0"/>
                  </a:moveTo>
                  <a:lnTo>
                    <a:pt x="0" y="24"/>
                  </a:lnTo>
                  <a:lnTo>
                    <a:pt x="0" y="72"/>
                  </a:lnTo>
                  <a:lnTo>
                    <a:pt x="25" y="217"/>
                  </a:lnTo>
                  <a:lnTo>
                    <a:pt x="121" y="121"/>
                  </a:lnTo>
                  <a:lnTo>
                    <a:pt x="121" y="97"/>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
            <p:cNvSpPr/>
            <p:nvPr/>
          </p:nvSpPr>
          <p:spPr>
            <a:xfrm>
              <a:off x="2126050" y="1902975"/>
              <a:ext cx="9075" cy="1225"/>
            </a:xfrm>
            <a:custGeom>
              <a:avLst/>
              <a:gdLst/>
              <a:ahLst/>
              <a:cxnLst/>
              <a:rect l="l" t="t" r="r" b="b"/>
              <a:pathLst>
                <a:path w="363" h="49" extrusionOk="0">
                  <a:moveTo>
                    <a:pt x="1" y="1"/>
                  </a:moveTo>
                  <a:lnTo>
                    <a:pt x="169" y="49"/>
                  </a:lnTo>
                  <a:lnTo>
                    <a:pt x="266" y="49"/>
                  </a:lnTo>
                  <a:lnTo>
                    <a:pt x="36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
            <p:cNvSpPr/>
            <p:nvPr/>
          </p:nvSpPr>
          <p:spPr>
            <a:xfrm>
              <a:off x="2280125" y="2017925"/>
              <a:ext cx="3650" cy="4225"/>
            </a:xfrm>
            <a:custGeom>
              <a:avLst/>
              <a:gdLst/>
              <a:ahLst/>
              <a:cxnLst/>
              <a:rect l="l" t="t" r="r" b="b"/>
              <a:pathLst>
                <a:path w="146" h="169" extrusionOk="0">
                  <a:moveTo>
                    <a:pt x="49" y="0"/>
                  </a:moveTo>
                  <a:lnTo>
                    <a:pt x="25" y="25"/>
                  </a:lnTo>
                  <a:lnTo>
                    <a:pt x="1" y="49"/>
                  </a:lnTo>
                  <a:lnTo>
                    <a:pt x="1" y="97"/>
                  </a:lnTo>
                  <a:lnTo>
                    <a:pt x="49" y="145"/>
                  </a:lnTo>
                  <a:lnTo>
                    <a:pt x="97" y="169"/>
                  </a:lnTo>
                  <a:lnTo>
                    <a:pt x="145" y="121"/>
                  </a:lnTo>
                  <a:lnTo>
                    <a:pt x="145" y="97"/>
                  </a:lnTo>
                  <a:lnTo>
                    <a:pt x="145" y="73"/>
                  </a:lnTo>
                  <a:lnTo>
                    <a:pt x="145" y="49"/>
                  </a:lnTo>
                  <a:lnTo>
                    <a:pt x="121"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4"/>
            <p:cNvSpPr/>
            <p:nvPr/>
          </p:nvSpPr>
          <p:spPr>
            <a:xfrm>
              <a:off x="2115225" y="1922225"/>
              <a:ext cx="3650" cy="3050"/>
            </a:xfrm>
            <a:custGeom>
              <a:avLst/>
              <a:gdLst/>
              <a:ahLst/>
              <a:cxnLst/>
              <a:rect l="l" t="t" r="r" b="b"/>
              <a:pathLst>
                <a:path w="146" h="122" extrusionOk="0">
                  <a:moveTo>
                    <a:pt x="73" y="1"/>
                  </a:moveTo>
                  <a:lnTo>
                    <a:pt x="1" y="49"/>
                  </a:lnTo>
                  <a:lnTo>
                    <a:pt x="1" y="73"/>
                  </a:lnTo>
                  <a:lnTo>
                    <a:pt x="1" y="121"/>
                  </a:lnTo>
                  <a:lnTo>
                    <a:pt x="73" y="121"/>
                  </a:lnTo>
                  <a:lnTo>
                    <a:pt x="121"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4"/>
            <p:cNvSpPr/>
            <p:nvPr/>
          </p:nvSpPr>
          <p:spPr>
            <a:xfrm>
              <a:off x="2260275" y="2067875"/>
              <a:ext cx="4225" cy="3625"/>
            </a:xfrm>
            <a:custGeom>
              <a:avLst/>
              <a:gdLst/>
              <a:ahLst/>
              <a:cxnLst/>
              <a:rect l="l" t="t" r="r" b="b"/>
              <a:pathLst>
                <a:path w="169" h="145" extrusionOk="0">
                  <a:moveTo>
                    <a:pt x="72" y="1"/>
                  </a:moveTo>
                  <a:lnTo>
                    <a:pt x="0" y="25"/>
                  </a:lnTo>
                  <a:lnTo>
                    <a:pt x="0" y="73"/>
                  </a:lnTo>
                  <a:lnTo>
                    <a:pt x="0" y="97"/>
                  </a:lnTo>
                  <a:lnTo>
                    <a:pt x="48" y="121"/>
                  </a:lnTo>
                  <a:lnTo>
                    <a:pt x="121" y="145"/>
                  </a:lnTo>
                  <a:lnTo>
                    <a:pt x="145" y="121"/>
                  </a:lnTo>
                  <a:lnTo>
                    <a:pt x="169" y="97"/>
                  </a:lnTo>
                  <a:lnTo>
                    <a:pt x="169" y="73"/>
                  </a:lnTo>
                  <a:lnTo>
                    <a:pt x="169" y="49"/>
                  </a:lnTo>
                  <a:lnTo>
                    <a:pt x="145"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
            <p:cNvSpPr/>
            <p:nvPr/>
          </p:nvSpPr>
          <p:spPr>
            <a:xfrm>
              <a:off x="2274100" y="2029350"/>
              <a:ext cx="3050" cy="3050"/>
            </a:xfrm>
            <a:custGeom>
              <a:avLst/>
              <a:gdLst/>
              <a:ahLst/>
              <a:cxnLst/>
              <a:rect l="l" t="t" r="r" b="b"/>
              <a:pathLst>
                <a:path w="122" h="122" extrusionOk="0">
                  <a:moveTo>
                    <a:pt x="25" y="1"/>
                  </a:moveTo>
                  <a:lnTo>
                    <a:pt x="1" y="25"/>
                  </a:lnTo>
                  <a:lnTo>
                    <a:pt x="1" y="73"/>
                  </a:lnTo>
                  <a:lnTo>
                    <a:pt x="25" y="121"/>
                  </a:lnTo>
                  <a:lnTo>
                    <a:pt x="97" y="121"/>
                  </a:lnTo>
                  <a:lnTo>
                    <a:pt x="121"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
            <p:cNvSpPr/>
            <p:nvPr/>
          </p:nvSpPr>
          <p:spPr>
            <a:xfrm>
              <a:off x="2053250" y="2460875"/>
              <a:ext cx="4225" cy="3625"/>
            </a:xfrm>
            <a:custGeom>
              <a:avLst/>
              <a:gdLst/>
              <a:ahLst/>
              <a:cxnLst/>
              <a:rect l="l" t="t" r="r" b="b"/>
              <a:pathLst>
                <a:path w="169" h="145" extrusionOk="0">
                  <a:moveTo>
                    <a:pt x="96" y="0"/>
                  </a:moveTo>
                  <a:lnTo>
                    <a:pt x="24" y="24"/>
                  </a:lnTo>
                  <a:lnTo>
                    <a:pt x="0" y="73"/>
                  </a:lnTo>
                  <a:lnTo>
                    <a:pt x="24" y="121"/>
                  </a:lnTo>
                  <a:lnTo>
                    <a:pt x="96" y="145"/>
                  </a:lnTo>
                  <a:lnTo>
                    <a:pt x="144" y="121"/>
                  </a:lnTo>
                  <a:lnTo>
                    <a:pt x="169" y="73"/>
                  </a:lnTo>
                  <a:lnTo>
                    <a:pt x="144" y="24"/>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
            <p:cNvSpPr/>
            <p:nvPr/>
          </p:nvSpPr>
          <p:spPr>
            <a:xfrm>
              <a:off x="1952125" y="1900575"/>
              <a:ext cx="3650" cy="3625"/>
            </a:xfrm>
            <a:custGeom>
              <a:avLst/>
              <a:gdLst/>
              <a:ahLst/>
              <a:cxnLst/>
              <a:rect l="l" t="t" r="r" b="b"/>
              <a:pathLst>
                <a:path w="146" h="145" extrusionOk="0">
                  <a:moveTo>
                    <a:pt x="73" y="0"/>
                  </a:moveTo>
                  <a:lnTo>
                    <a:pt x="25" y="24"/>
                  </a:lnTo>
                  <a:lnTo>
                    <a:pt x="1" y="72"/>
                  </a:lnTo>
                  <a:lnTo>
                    <a:pt x="25" y="121"/>
                  </a:lnTo>
                  <a:lnTo>
                    <a:pt x="49" y="145"/>
                  </a:lnTo>
                  <a:lnTo>
                    <a:pt x="97" y="145"/>
                  </a:lnTo>
                  <a:lnTo>
                    <a:pt x="121" y="121"/>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
            <p:cNvSpPr/>
            <p:nvPr/>
          </p:nvSpPr>
          <p:spPr>
            <a:xfrm>
              <a:off x="2002075" y="1936675"/>
              <a:ext cx="3650" cy="3650"/>
            </a:xfrm>
            <a:custGeom>
              <a:avLst/>
              <a:gdLst/>
              <a:ahLst/>
              <a:cxnLst/>
              <a:rect l="l" t="t" r="r" b="b"/>
              <a:pathLst>
                <a:path w="146" h="146" extrusionOk="0">
                  <a:moveTo>
                    <a:pt x="49" y="1"/>
                  </a:moveTo>
                  <a:lnTo>
                    <a:pt x="1" y="25"/>
                  </a:lnTo>
                  <a:lnTo>
                    <a:pt x="1" y="73"/>
                  </a:lnTo>
                  <a:lnTo>
                    <a:pt x="1" y="97"/>
                  </a:lnTo>
                  <a:lnTo>
                    <a:pt x="25" y="145"/>
                  </a:lnTo>
                  <a:lnTo>
                    <a:pt x="97" y="145"/>
                  </a:lnTo>
                  <a:lnTo>
                    <a:pt x="121" y="121"/>
                  </a:lnTo>
                  <a:lnTo>
                    <a:pt x="145" y="97"/>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
            <p:cNvSpPr/>
            <p:nvPr/>
          </p:nvSpPr>
          <p:spPr>
            <a:xfrm>
              <a:off x="1941300" y="2011900"/>
              <a:ext cx="3625" cy="3650"/>
            </a:xfrm>
            <a:custGeom>
              <a:avLst/>
              <a:gdLst/>
              <a:ahLst/>
              <a:cxnLst/>
              <a:rect l="l" t="t" r="r" b="b"/>
              <a:pathLst>
                <a:path w="145" h="146" extrusionOk="0">
                  <a:moveTo>
                    <a:pt x="49" y="1"/>
                  </a:moveTo>
                  <a:lnTo>
                    <a:pt x="24" y="25"/>
                  </a:lnTo>
                  <a:lnTo>
                    <a:pt x="0" y="49"/>
                  </a:lnTo>
                  <a:lnTo>
                    <a:pt x="0" y="97"/>
                  </a:lnTo>
                  <a:lnTo>
                    <a:pt x="24" y="145"/>
                  </a:lnTo>
                  <a:lnTo>
                    <a:pt x="73" y="145"/>
                  </a:lnTo>
                  <a:lnTo>
                    <a:pt x="121" y="121"/>
                  </a:lnTo>
                  <a:lnTo>
                    <a:pt x="145" y="73"/>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
            <p:cNvSpPr/>
            <p:nvPr/>
          </p:nvSpPr>
          <p:spPr>
            <a:xfrm>
              <a:off x="1992450" y="1937875"/>
              <a:ext cx="3650" cy="4250"/>
            </a:xfrm>
            <a:custGeom>
              <a:avLst/>
              <a:gdLst/>
              <a:ahLst/>
              <a:cxnLst/>
              <a:rect l="l" t="t" r="r" b="b"/>
              <a:pathLst>
                <a:path w="146" h="170" extrusionOk="0">
                  <a:moveTo>
                    <a:pt x="49" y="1"/>
                  </a:moveTo>
                  <a:lnTo>
                    <a:pt x="1" y="25"/>
                  </a:lnTo>
                  <a:lnTo>
                    <a:pt x="1" y="73"/>
                  </a:lnTo>
                  <a:lnTo>
                    <a:pt x="25" y="121"/>
                  </a:lnTo>
                  <a:lnTo>
                    <a:pt x="73" y="169"/>
                  </a:lnTo>
                  <a:lnTo>
                    <a:pt x="121" y="169"/>
                  </a:lnTo>
                  <a:lnTo>
                    <a:pt x="145"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
            <p:cNvSpPr/>
            <p:nvPr/>
          </p:nvSpPr>
          <p:spPr>
            <a:xfrm>
              <a:off x="1829350" y="1966775"/>
              <a:ext cx="3650" cy="4225"/>
            </a:xfrm>
            <a:custGeom>
              <a:avLst/>
              <a:gdLst/>
              <a:ahLst/>
              <a:cxnLst/>
              <a:rect l="l" t="t" r="r" b="b"/>
              <a:pathLst>
                <a:path w="146" h="169" extrusionOk="0">
                  <a:moveTo>
                    <a:pt x="49" y="0"/>
                  </a:moveTo>
                  <a:lnTo>
                    <a:pt x="25" y="24"/>
                  </a:lnTo>
                  <a:lnTo>
                    <a:pt x="1" y="72"/>
                  </a:lnTo>
                  <a:lnTo>
                    <a:pt x="25" y="97"/>
                  </a:lnTo>
                  <a:lnTo>
                    <a:pt x="25" y="145"/>
                  </a:lnTo>
                  <a:lnTo>
                    <a:pt x="73" y="169"/>
                  </a:lnTo>
                  <a:lnTo>
                    <a:pt x="121" y="169"/>
                  </a:lnTo>
                  <a:lnTo>
                    <a:pt x="145" y="145"/>
                  </a:lnTo>
                  <a:lnTo>
                    <a:pt x="145" y="97"/>
                  </a:lnTo>
                  <a:lnTo>
                    <a:pt x="145"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
            <p:cNvSpPr/>
            <p:nvPr/>
          </p:nvSpPr>
          <p:spPr>
            <a:xfrm>
              <a:off x="2295175" y="2282725"/>
              <a:ext cx="3625" cy="3650"/>
            </a:xfrm>
            <a:custGeom>
              <a:avLst/>
              <a:gdLst/>
              <a:ahLst/>
              <a:cxnLst/>
              <a:rect l="l" t="t" r="r" b="b"/>
              <a:pathLst>
                <a:path w="145" h="146" extrusionOk="0">
                  <a:moveTo>
                    <a:pt x="97" y="1"/>
                  </a:moveTo>
                  <a:lnTo>
                    <a:pt x="49" y="25"/>
                  </a:lnTo>
                  <a:lnTo>
                    <a:pt x="1" y="49"/>
                  </a:lnTo>
                  <a:lnTo>
                    <a:pt x="1" y="97"/>
                  </a:lnTo>
                  <a:lnTo>
                    <a:pt x="49" y="145"/>
                  </a:lnTo>
                  <a:lnTo>
                    <a:pt x="97" y="145"/>
                  </a:lnTo>
                  <a:lnTo>
                    <a:pt x="145"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
            <p:cNvSpPr/>
            <p:nvPr/>
          </p:nvSpPr>
          <p:spPr>
            <a:xfrm>
              <a:off x="1895550" y="1931875"/>
              <a:ext cx="4850" cy="3625"/>
            </a:xfrm>
            <a:custGeom>
              <a:avLst/>
              <a:gdLst/>
              <a:ahLst/>
              <a:cxnLst/>
              <a:rect l="l" t="t" r="r" b="b"/>
              <a:pathLst>
                <a:path w="194" h="145" extrusionOk="0">
                  <a:moveTo>
                    <a:pt x="25" y="0"/>
                  </a:moveTo>
                  <a:lnTo>
                    <a:pt x="1" y="24"/>
                  </a:lnTo>
                  <a:lnTo>
                    <a:pt x="1" y="48"/>
                  </a:lnTo>
                  <a:lnTo>
                    <a:pt x="25" y="72"/>
                  </a:lnTo>
                  <a:lnTo>
                    <a:pt x="97" y="144"/>
                  </a:lnTo>
                  <a:lnTo>
                    <a:pt x="193" y="144"/>
                  </a:lnTo>
                  <a:lnTo>
                    <a:pt x="193" y="120"/>
                  </a:lnTo>
                  <a:lnTo>
                    <a:pt x="193" y="72"/>
                  </a:lnTo>
                  <a:lnTo>
                    <a:pt x="145"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
            <p:cNvSpPr/>
            <p:nvPr/>
          </p:nvSpPr>
          <p:spPr>
            <a:xfrm>
              <a:off x="2280125" y="2372400"/>
              <a:ext cx="3650" cy="3625"/>
            </a:xfrm>
            <a:custGeom>
              <a:avLst/>
              <a:gdLst/>
              <a:ahLst/>
              <a:cxnLst/>
              <a:rect l="l" t="t" r="r" b="b"/>
              <a:pathLst>
                <a:path w="146" h="145" extrusionOk="0">
                  <a:moveTo>
                    <a:pt x="49" y="1"/>
                  </a:moveTo>
                  <a:lnTo>
                    <a:pt x="1" y="49"/>
                  </a:lnTo>
                  <a:lnTo>
                    <a:pt x="1" y="121"/>
                  </a:lnTo>
                  <a:lnTo>
                    <a:pt x="25" y="145"/>
                  </a:lnTo>
                  <a:lnTo>
                    <a:pt x="97" y="145"/>
                  </a:lnTo>
                  <a:lnTo>
                    <a:pt x="145"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
            <p:cNvSpPr/>
            <p:nvPr/>
          </p:nvSpPr>
          <p:spPr>
            <a:xfrm>
              <a:off x="2335500" y="1948725"/>
              <a:ext cx="3625" cy="3625"/>
            </a:xfrm>
            <a:custGeom>
              <a:avLst/>
              <a:gdLst/>
              <a:ahLst/>
              <a:cxnLst/>
              <a:rect l="l" t="t" r="r" b="b"/>
              <a:pathLst>
                <a:path w="145" h="145" extrusionOk="0">
                  <a:moveTo>
                    <a:pt x="25" y="0"/>
                  </a:moveTo>
                  <a:lnTo>
                    <a:pt x="0" y="24"/>
                  </a:lnTo>
                  <a:lnTo>
                    <a:pt x="0" y="72"/>
                  </a:lnTo>
                  <a:lnTo>
                    <a:pt x="25" y="96"/>
                  </a:lnTo>
                  <a:lnTo>
                    <a:pt x="73" y="145"/>
                  </a:lnTo>
                  <a:lnTo>
                    <a:pt x="121" y="120"/>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
            <p:cNvSpPr/>
            <p:nvPr/>
          </p:nvSpPr>
          <p:spPr>
            <a:xfrm>
              <a:off x="2136900" y="2417550"/>
              <a:ext cx="3025" cy="4225"/>
            </a:xfrm>
            <a:custGeom>
              <a:avLst/>
              <a:gdLst/>
              <a:ahLst/>
              <a:cxnLst/>
              <a:rect l="l" t="t" r="r" b="b"/>
              <a:pathLst>
                <a:path w="121" h="169" extrusionOk="0">
                  <a:moveTo>
                    <a:pt x="48" y="0"/>
                  </a:moveTo>
                  <a:lnTo>
                    <a:pt x="0" y="24"/>
                  </a:lnTo>
                  <a:lnTo>
                    <a:pt x="0" y="72"/>
                  </a:lnTo>
                  <a:lnTo>
                    <a:pt x="0" y="120"/>
                  </a:lnTo>
                  <a:lnTo>
                    <a:pt x="24" y="144"/>
                  </a:lnTo>
                  <a:lnTo>
                    <a:pt x="72" y="169"/>
                  </a:lnTo>
                  <a:lnTo>
                    <a:pt x="97" y="169"/>
                  </a:lnTo>
                  <a:lnTo>
                    <a:pt x="121" y="144"/>
                  </a:lnTo>
                  <a:lnTo>
                    <a:pt x="121" y="96"/>
                  </a:lnTo>
                  <a:lnTo>
                    <a:pt x="121" y="72"/>
                  </a:lnTo>
                  <a:lnTo>
                    <a:pt x="97"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
            <p:cNvSpPr/>
            <p:nvPr/>
          </p:nvSpPr>
          <p:spPr>
            <a:xfrm>
              <a:off x="2080925" y="1931875"/>
              <a:ext cx="3625" cy="4225"/>
            </a:xfrm>
            <a:custGeom>
              <a:avLst/>
              <a:gdLst/>
              <a:ahLst/>
              <a:cxnLst/>
              <a:rect l="l" t="t" r="r" b="b"/>
              <a:pathLst>
                <a:path w="145" h="169" extrusionOk="0">
                  <a:moveTo>
                    <a:pt x="49" y="0"/>
                  </a:moveTo>
                  <a:lnTo>
                    <a:pt x="25" y="24"/>
                  </a:lnTo>
                  <a:lnTo>
                    <a:pt x="0" y="48"/>
                  </a:lnTo>
                  <a:lnTo>
                    <a:pt x="0" y="96"/>
                  </a:lnTo>
                  <a:lnTo>
                    <a:pt x="25" y="144"/>
                  </a:lnTo>
                  <a:lnTo>
                    <a:pt x="97" y="169"/>
                  </a:lnTo>
                  <a:lnTo>
                    <a:pt x="121" y="144"/>
                  </a:lnTo>
                  <a:lnTo>
                    <a:pt x="145" y="96"/>
                  </a:lnTo>
                  <a:lnTo>
                    <a:pt x="145"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4"/>
            <p:cNvSpPr/>
            <p:nvPr/>
          </p:nvSpPr>
          <p:spPr>
            <a:xfrm>
              <a:off x="1920225" y="2043800"/>
              <a:ext cx="4250" cy="3650"/>
            </a:xfrm>
            <a:custGeom>
              <a:avLst/>
              <a:gdLst/>
              <a:ahLst/>
              <a:cxnLst/>
              <a:rect l="l" t="t" r="r" b="b"/>
              <a:pathLst>
                <a:path w="170" h="146" extrusionOk="0">
                  <a:moveTo>
                    <a:pt x="73" y="1"/>
                  </a:moveTo>
                  <a:lnTo>
                    <a:pt x="25" y="25"/>
                  </a:lnTo>
                  <a:lnTo>
                    <a:pt x="1" y="49"/>
                  </a:lnTo>
                  <a:lnTo>
                    <a:pt x="1" y="97"/>
                  </a:lnTo>
                  <a:lnTo>
                    <a:pt x="1" y="121"/>
                  </a:lnTo>
                  <a:lnTo>
                    <a:pt x="49" y="145"/>
                  </a:lnTo>
                  <a:lnTo>
                    <a:pt x="97" y="145"/>
                  </a:lnTo>
                  <a:lnTo>
                    <a:pt x="121" y="121"/>
                  </a:lnTo>
                  <a:lnTo>
                    <a:pt x="145" y="97"/>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
            <p:cNvSpPr/>
            <p:nvPr/>
          </p:nvSpPr>
          <p:spPr>
            <a:xfrm>
              <a:off x="2206100" y="2485550"/>
              <a:ext cx="3050" cy="3025"/>
            </a:xfrm>
            <a:custGeom>
              <a:avLst/>
              <a:gdLst/>
              <a:ahLst/>
              <a:cxnLst/>
              <a:rect l="l" t="t" r="r" b="b"/>
              <a:pathLst>
                <a:path w="122" h="121" extrusionOk="0">
                  <a:moveTo>
                    <a:pt x="49" y="0"/>
                  </a:moveTo>
                  <a:lnTo>
                    <a:pt x="25" y="24"/>
                  </a:lnTo>
                  <a:lnTo>
                    <a:pt x="1" y="48"/>
                  </a:lnTo>
                  <a:lnTo>
                    <a:pt x="1" y="97"/>
                  </a:lnTo>
                  <a:lnTo>
                    <a:pt x="25" y="121"/>
                  </a:lnTo>
                  <a:lnTo>
                    <a:pt x="97" y="97"/>
                  </a:lnTo>
                  <a:lnTo>
                    <a:pt x="121" y="73"/>
                  </a:lnTo>
                  <a:lnTo>
                    <a:pt x="121"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
            <p:cNvSpPr/>
            <p:nvPr/>
          </p:nvSpPr>
          <p:spPr>
            <a:xfrm>
              <a:off x="2222350" y="2032375"/>
              <a:ext cx="3650" cy="3025"/>
            </a:xfrm>
            <a:custGeom>
              <a:avLst/>
              <a:gdLst/>
              <a:ahLst/>
              <a:cxnLst/>
              <a:rect l="l" t="t" r="r" b="b"/>
              <a:pathLst>
                <a:path w="146" h="121" extrusionOk="0">
                  <a:moveTo>
                    <a:pt x="73" y="0"/>
                  </a:moveTo>
                  <a:lnTo>
                    <a:pt x="25" y="48"/>
                  </a:lnTo>
                  <a:lnTo>
                    <a:pt x="1" y="97"/>
                  </a:lnTo>
                  <a:lnTo>
                    <a:pt x="25" y="121"/>
                  </a:lnTo>
                  <a:lnTo>
                    <a:pt x="73" y="121"/>
                  </a:lnTo>
                  <a:lnTo>
                    <a:pt x="145" y="72"/>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
            <p:cNvSpPr/>
            <p:nvPr/>
          </p:nvSpPr>
          <p:spPr>
            <a:xfrm>
              <a:off x="2330675" y="2332075"/>
              <a:ext cx="3050" cy="3650"/>
            </a:xfrm>
            <a:custGeom>
              <a:avLst/>
              <a:gdLst/>
              <a:ahLst/>
              <a:cxnLst/>
              <a:rect l="l" t="t" r="r" b="b"/>
              <a:pathLst>
                <a:path w="122" h="146" extrusionOk="0">
                  <a:moveTo>
                    <a:pt x="25" y="1"/>
                  </a:moveTo>
                  <a:lnTo>
                    <a:pt x="1" y="49"/>
                  </a:lnTo>
                  <a:lnTo>
                    <a:pt x="1" y="73"/>
                  </a:lnTo>
                  <a:lnTo>
                    <a:pt x="1" y="97"/>
                  </a:lnTo>
                  <a:lnTo>
                    <a:pt x="49" y="145"/>
                  </a:lnTo>
                  <a:lnTo>
                    <a:pt x="97" y="145"/>
                  </a:lnTo>
                  <a:lnTo>
                    <a:pt x="121" y="121"/>
                  </a:lnTo>
                  <a:lnTo>
                    <a:pt x="121"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
            <p:cNvSpPr/>
            <p:nvPr/>
          </p:nvSpPr>
          <p:spPr>
            <a:xfrm>
              <a:off x="2275325" y="2075700"/>
              <a:ext cx="3625" cy="3625"/>
            </a:xfrm>
            <a:custGeom>
              <a:avLst/>
              <a:gdLst/>
              <a:ahLst/>
              <a:cxnLst/>
              <a:rect l="l" t="t" r="r" b="b"/>
              <a:pathLst>
                <a:path w="145" h="145" extrusionOk="0">
                  <a:moveTo>
                    <a:pt x="48" y="1"/>
                  </a:moveTo>
                  <a:lnTo>
                    <a:pt x="0" y="25"/>
                  </a:lnTo>
                  <a:lnTo>
                    <a:pt x="0" y="73"/>
                  </a:lnTo>
                  <a:lnTo>
                    <a:pt x="0" y="97"/>
                  </a:lnTo>
                  <a:lnTo>
                    <a:pt x="24" y="121"/>
                  </a:lnTo>
                  <a:lnTo>
                    <a:pt x="72" y="145"/>
                  </a:lnTo>
                  <a:lnTo>
                    <a:pt x="96" y="121"/>
                  </a:lnTo>
                  <a:lnTo>
                    <a:pt x="120" y="97"/>
                  </a:lnTo>
                  <a:lnTo>
                    <a:pt x="145" y="49"/>
                  </a:lnTo>
                  <a:lnTo>
                    <a:pt x="120"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
            <p:cNvSpPr/>
            <p:nvPr/>
          </p:nvSpPr>
          <p:spPr>
            <a:xfrm>
              <a:off x="1984025" y="1901175"/>
              <a:ext cx="3650" cy="4225"/>
            </a:xfrm>
            <a:custGeom>
              <a:avLst/>
              <a:gdLst/>
              <a:ahLst/>
              <a:cxnLst/>
              <a:rect l="l" t="t" r="r" b="b"/>
              <a:pathLst>
                <a:path w="146" h="169" extrusionOk="0">
                  <a:moveTo>
                    <a:pt x="97" y="0"/>
                  </a:moveTo>
                  <a:lnTo>
                    <a:pt x="1" y="97"/>
                  </a:lnTo>
                  <a:lnTo>
                    <a:pt x="1" y="121"/>
                  </a:lnTo>
                  <a:lnTo>
                    <a:pt x="25" y="169"/>
                  </a:lnTo>
                  <a:lnTo>
                    <a:pt x="49" y="169"/>
                  </a:lnTo>
                  <a:lnTo>
                    <a:pt x="73" y="145"/>
                  </a:lnTo>
                  <a:lnTo>
                    <a:pt x="121" y="73"/>
                  </a:lnTo>
                  <a:lnTo>
                    <a:pt x="121" y="97"/>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
            <p:cNvSpPr/>
            <p:nvPr/>
          </p:nvSpPr>
          <p:spPr>
            <a:xfrm>
              <a:off x="2192875" y="2498775"/>
              <a:ext cx="3025" cy="3650"/>
            </a:xfrm>
            <a:custGeom>
              <a:avLst/>
              <a:gdLst/>
              <a:ahLst/>
              <a:cxnLst/>
              <a:rect l="l" t="t" r="r" b="b"/>
              <a:pathLst>
                <a:path w="121" h="146" extrusionOk="0">
                  <a:moveTo>
                    <a:pt x="24" y="1"/>
                  </a:moveTo>
                  <a:lnTo>
                    <a:pt x="0" y="49"/>
                  </a:lnTo>
                  <a:lnTo>
                    <a:pt x="0" y="73"/>
                  </a:lnTo>
                  <a:lnTo>
                    <a:pt x="48" y="121"/>
                  </a:lnTo>
                  <a:lnTo>
                    <a:pt x="72" y="145"/>
                  </a:lnTo>
                  <a:lnTo>
                    <a:pt x="96" y="145"/>
                  </a:lnTo>
                  <a:lnTo>
                    <a:pt x="120" y="97"/>
                  </a:lnTo>
                  <a:lnTo>
                    <a:pt x="120"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
            <p:cNvSpPr/>
            <p:nvPr/>
          </p:nvSpPr>
          <p:spPr>
            <a:xfrm>
              <a:off x="2185650" y="2288750"/>
              <a:ext cx="3025" cy="3625"/>
            </a:xfrm>
            <a:custGeom>
              <a:avLst/>
              <a:gdLst/>
              <a:ahLst/>
              <a:cxnLst/>
              <a:rect l="l" t="t" r="r" b="b"/>
              <a:pathLst>
                <a:path w="121" h="145" extrusionOk="0">
                  <a:moveTo>
                    <a:pt x="72" y="0"/>
                  </a:moveTo>
                  <a:lnTo>
                    <a:pt x="0" y="24"/>
                  </a:lnTo>
                  <a:lnTo>
                    <a:pt x="0" y="73"/>
                  </a:lnTo>
                  <a:lnTo>
                    <a:pt x="0" y="121"/>
                  </a:lnTo>
                  <a:lnTo>
                    <a:pt x="48" y="145"/>
                  </a:lnTo>
                  <a:lnTo>
                    <a:pt x="96" y="145"/>
                  </a:lnTo>
                  <a:lnTo>
                    <a:pt x="121" y="121"/>
                  </a:lnTo>
                  <a:lnTo>
                    <a:pt x="121" y="73"/>
                  </a:lnTo>
                  <a:lnTo>
                    <a:pt x="121" y="49"/>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
            <p:cNvSpPr/>
            <p:nvPr/>
          </p:nvSpPr>
          <p:spPr>
            <a:xfrm>
              <a:off x="2313225" y="2460275"/>
              <a:ext cx="4250" cy="3025"/>
            </a:xfrm>
            <a:custGeom>
              <a:avLst/>
              <a:gdLst/>
              <a:ahLst/>
              <a:cxnLst/>
              <a:rect l="l" t="t" r="r" b="b"/>
              <a:pathLst>
                <a:path w="170" h="121" extrusionOk="0">
                  <a:moveTo>
                    <a:pt x="49" y="0"/>
                  </a:moveTo>
                  <a:lnTo>
                    <a:pt x="1" y="24"/>
                  </a:lnTo>
                  <a:lnTo>
                    <a:pt x="1" y="48"/>
                  </a:lnTo>
                  <a:lnTo>
                    <a:pt x="25" y="72"/>
                  </a:lnTo>
                  <a:lnTo>
                    <a:pt x="97" y="121"/>
                  </a:lnTo>
                  <a:lnTo>
                    <a:pt x="145" y="121"/>
                  </a:lnTo>
                  <a:lnTo>
                    <a:pt x="169" y="97"/>
                  </a:lnTo>
                  <a:lnTo>
                    <a:pt x="169"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
            <p:cNvSpPr/>
            <p:nvPr/>
          </p:nvSpPr>
          <p:spPr>
            <a:xfrm>
              <a:off x="2145325" y="2497575"/>
              <a:ext cx="3025" cy="3650"/>
            </a:xfrm>
            <a:custGeom>
              <a:avLst/>
              <a:gdLst/>
              <a:ahLst/>
              <a:cxnLst/>
              <a:rect l="l" t="t" r="r" b="b"/>
              <a:pathLst>
                <a:path w="121" h="146" extrusionOk="0">
                  <a:moveTo>
                    <a:pt x="48" y="1"/>
                  </a:moveTo>
                  <a:lnTo>
                    <a:pt x="0" y="25"/>
                  </a:lnTo>
                  <a:lnTo>
                    <a:pt x="0" y="73"/>
                  </a:lnTo>
                  <a:lnTo>
                    <a:pt x="24" y="121"/>
                  </a:lnTo>
                  <a:lnTo>
                    <a:pt x="72" y="145"/>
                  </a:lnTo>
                  <a:lnTo>
                    <a:pt x="121" y="97"/>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
            <p:cNvSpPr/>
            <p:nvPr/>
          </p:nvSpPr>
          <p:spPr>
            <a:xfrm>
              <a:off x="2269900" y="2033575"/>
              <a:ext cx="3025" cy="3625"/>
            </a:xfrm>
            <a:custGeom>
              <a:avLst/>
              <a:gdLst/>
              <a:ahLst/>
              <a:cxnLst/>
              <a:rect l="l" t="t" r="r" b="b"/>
              <a:pathLst>
                <a:path w="121" h="145" extrusionOk="0">
                  <a:moveTo>
                    <a:pt x="49" y="0"/>
                  </a:moveTo>
                  <a:lnTo>
                    <a:pt x="25" y="24"/>
                  </a:lnTo>
                  <a:lnTo>
                    <a:pt x="0" y="73"/>
                  </a:lnTo>
                  <a:lnTo>
                    <a:pt x="25" y="121"/>
                  </a:lnTo>
                  <a:lnTo>
                    <a:pt x="49" y="145"/>
                  </a:lnTo>
                  <a:lnTo>
                    <a:pt x="97" y="145"/>
                  </a:lnTo>
                  <a:lnTo>
                    <a:pt x="121" y="97"/>
                  </a:lnTo>
                  <a:lnTo>
                    <a:pt x="121" y="49"/>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
            <p:cNvSpPr/>
            <p:nvPr/>
          </p:nvSpPr>
          <p:spPr>
            <a:xfrm>
              <a:off x="1966575" y="1850025"/>
              <a:ext cx="4250" cy="3025"/>
            </a:xfrm>
            <a:custGeom>
              <a:avLst/>
              <a:gdLst/>
              <a:ahLst/>
              <a:cxnLst/>
              <a:rect l="l" t="t" r="r" b="b"/>
              <a:pathLst>
                <a:path w="170" h="121" extrusionOk="0">
                  <a:moveTo>
                    <a:pt x="145" y="0"/>
                  </a:moveTo>
                  <a:lnTo>
                    <a:pt x="49" y="24"/>
                  </a:lnTo>
                  <a:lnTo>
                    <a:pt x="25" y="48"/>
                  </a:lnTo>
                  <a:lnTo>
                    <a:pt x="1" y="72"/>
                  </a:lnTo>
                  <a:lnTo>
                    <a:pt x="25" y="120"/>
                  </a:lnTo>
                  <a:lnTo>
                    <a:pt x="73" y="120"/>
                  </a:lnTo>
                  <a:lnTo>
                    <a:pt x="97" y="96"/>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
            <p:cNvSpPr/>
            <p:nvPr/>
          </p:nvSpPr>
          <p:spPr>
            <a:xfrm>
              <a:off x="1980425" y="2009500"/>
              <a:ext cx="3625" cy="3025"/>
            </a:xfrm>
            <a:custGeom>
              <a:avLst/>
              <a:gdLst/>
              <a:ahLst/>
              <a:cxnLst/>
              <a:rect l="l" t="t" r="r" b="b"/>
              <a:pathLst>
                <a:path w="145" h="121" extrusionOk="0">
                  <a:moveTo>
                    <a:pt x="48" y="0"/>
                  </a:moveTo>
                  <a:lnTo>
                    <a:pt x="0" y="49"/>
                  </a:lnTo>
                  <a:lnTo>
                    <a:pt x="0" y="73"/>
                  </a:lnTo>
                  <a:lnTo>
                    <a:pt x="0" y="97"/>
                  </a:lnTo>
                  <a:lnTo>
                    <a:pt x="48" y="121"/>
                  </a:lnTo>
                  <a:lnTo>
                    <a:pt x="96" y="121"/>
                  </a:lnTo>
                  <a:lnTo>
                    <a:pt x="121" y="97"/>
                  </a:lnTo>
                  <a:lnTo>
                    <a:pt x="145" y="73"/>
                  </a:lnTo>
                  <a:lnTo>
                    <a:pt x="121" y="49"/>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
            <p:cNvSpPr/>
            <p:nvPr/>
          </p:nvSpPr>
          <p:spPr>
            <a:xfrm>
              <a:off x="1993650" y="2013700"/>
              <a:ext cx="3650" cy="3650"/>
            </a:xfrm>
            <a:custGeom>
              <a:avLst/>
              <a:gdLst/>
              <a:ahLst/>
              <a:cxnLst/>
              <a:rect l="l" t="t" r="r" b="b"/>
              <a:pathLst>
                <a:path w="146" h="146" extrusionOk="0">
                  <a:moveTo>
                    <a:pt x="73" y="1"/>
                  </a:moveTo>
                  <a:lnTo>
                    <a:pt x="25" y="25"/>
                  </a:lnTo>
                  <a:lnTo>
                    <a:pt x="1" y="97"/>
                  </a:lnTo>
                  <a:lnTo>
                    <a:pt x="25" y="121"/>
                  </a:lnTo>
                  <a:lnTo>
                    <a:pt x="73" y="145"/>
                  </a:lnTo>
                  <a:lnTo>
                    <a:pt x="97" y="145"/>
                  </a:lnTo>
                  <a:lnTo>
                    <a:pt x="121" y="121"/>
                  </a:lnTo>
                  <a:lnTo>
                    <a:pt x="145"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
            <p:cNvSpPr/>
            <p:nvPr/>
          </p:nvSpPr>
          <p:spPr>
            <a:xfrm>
              <a:off x="2341525" y="1818725"/>
              <a:ext cx="3625" cy="3025"/>
            </a:xfrm>
            <a:custGeom>
              <a:avLst/>
              <a:gdLst/>
              <a:ahLst/>
              <a:cxnLst/>
              <a:rect l="l" t="t" r="r" b="b"/>
              <a:pathLst>
                <a:path w="145" h="121" extrusionOk="0">
                  <a:moveTo>
                    <a:pt x="72" y="0"/>
                  </a:moveTo>
                  <a:lnTo>
                    <a:pt x="24" y="24"/>
                  </a:lnTo>
                  <a:lnTo>
                    <a:pt x="0" y="73"/>
                  </a:lnTo>
                  <a:lnTo>
                    <a:pt x="24" y="97"/>
                  </a:lnTo>
                  <a:lnTo>
                    <a:pt x="48" y="121"/>
                  </a:lnTo>
                  <a:lnTo>
                    <a:pt x="96" y="121"/>
                  </a:lnTo>
                  <a:lnTo>
                    <a:pt x="145" y="73"/>
                  </a:lnTo>
                  <a:lnTo>
                    <a:pt x="145"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
            <p:cNvSpPr/>
            <p:nvPr/>
          </p:nvSpPr>
          <p:spPr>
            <a:xfrm>
              <a:off x="1881125" y="1930050"/>
              <a:ext cx="3625" cy="3050"/>
            </a:xfrm>
            <a:custGeom>
              <a:avLst/>
              <a:gdLst/>
              <a:ahLst/>
              <a:cxnLst/>
              <a:rect l="l" t="t" r="r" b="b"/>
              <a:pathLst>
                <a:path w="145" h="122" extrusionOk="0">
                  <a:moveTo>
                    <a:pt x="24" y="1"/>
                  </a:moveTo>
                  <a:lnTo>
                    <a:pt x="0" y="49"/>
                  </a:lnTo>
                  <a:lnTo>
                    <a:pt x="0" y="73"/>
                  </a:lnTo>
                  <a:lnTo>
                    <a:pt x="24" y="97"/>
                  </a:lnTo>
                  <a:lnTo>
                    <a:pt x="72" y="121"/>
                  </a:lnTo>
                  <a:lnTo>
                    <a:pt x="120" y="97"/>
                  </a:lnTo>
                  <a:lnTo>
                    <a:pt x="145" y="49"/>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
            <p:cNvSpPr/>
            <p:nvPr/>
          </p:nvSpPr>
          <p:spPr>
            <a:xfrm>
              <a:off x="2287350" y="2454850"/>
              <a:ext cx="3025" cy="4250"/>
            </a:xfrm>
            <a:custGeom>
              <a:avLst/>
              <a:gdLst/>
              <a:ahLst/>
              <a:cxnLst/>
              <a:rect l="l" t="t" r="r" b="b"/>
              <a:pathLst>
                <a:path w="121" h="170" extrusionOk="0">
                  <a:moveTo>
                    <a:pt x="49" y="1"/>
                  </a:moveTo>
                  <a:lnTo>
                    <a:pt x="1" y="25"/>
                  </a:lnTo>
                  <a:lnTo>
                    <a:pt x="1" y="73"/>
                  </a:lnTo>
                  <a:lnTo>
                    <a:pt x="1" y="97"/>
                  </a:lnTo>
                  <a:lnTo>
                    <a:pt x="25" y="145"/>
                  </a:lnTo>
                  <a:lnTo>
                    <a:pt x="73" y="169"/>
                  </a:lnTo>
                  <a:lnTo>
                    <a:pt x="97" y="145"/>
                  </a:lnTo>
                  <a:lnTo>
                    <a:pt x="121" y="121"/>
                  </a:lnTo>
                  <a:lnTo>
                    <a:pt x="121" y="73"/>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
            <p:cNvSpPr/>
            <p:nvPr/>
          </p:nvSpPr>
          <p:spPr>
            <a:xfrm>
              <a:off x="2316850" y="2341700"/>
              <a:ext cx="3625" cy="3650"/>
            </a:xfrm>
            <a:custGeom>
              <a:avLst/>
              <a:gdLst/>
              <a:ahLst/>
              <a:cxnLst/>
              <a:rect l="l" t="t" r="r" b="b"/>
              <a:pathLst>
                <a:path w="145" h="146" extrusionOk="0">
                  <a:moveTo>
                    <a:pt x="48" y="1"/>
                  </a:moveTo>
                  <a:lnTo>
                    <a:pt x="24" y="25"/>
                  </a:lnTo>
                  <a:lnTo>
                    <a:pt x="0" y="73"/>
                  </a:lnTo>
                  <a:lnTo>
                    <a:pt x="24" y="121"/>
                  </a:lnTo>
                  <a:lnTo>
                    <a:pt x="72" y="145"/>
                  </a:lnTo>
                  <a:lnTo>
                    <a:pt x="96" y="121"/>
                  </a:lnTo>
                  <a:lnTo>
                    <a:pt x="145" y="73"/>
                  </a:lnTo>
                  <a:lnTo>
                    <a:pt x="145"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
            <p:cNvSpPr/>
            <p:nvPr/>
          </p:nvSpPr>
          <p:spPr>
            <a:xfrm>
              <a:off x="2077300" y="1945100"/>
              <a:ext cx="2450" cy="3025"/>
            </a:xfrm>
            <a:custGeom>
              <a:avLst/>
              <a:gdLst/>
              <a:ahLst/>
              <a:cxnLst/>
              <a:rect l="l" t="t" r="r" b="b"/>
              <a:pathLst>
                <a:path w="98" h="121" extrusionOk="0">
                  <a:moveTo>
                    <a:pt x="25" y="1"/>
                  </a:moveTo>
                  <a:lnTo>
                    <a:pt x="1" y="25"/>
                  </a:lnTo>
                  <a:lnTo>
                    <a:pt x="1" y="73"/>
                  </a:lnTo>
                  <a:lnTo>
                    <a:pt x="1" y="97"/>
                  </a:lnTo>
                  <a:lnTo>
                    <a:pt x="25" y="121"/>
                  </a:lnTo>
                  <a:lnTo>
                    <a:pt x="49" y="121"/>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
            <p:cNvSpPr/>
            <p:nvPr/>
          </p:nvSpPr>
          <p:spPr>
            <a:xfrm>
              <a:off x="2123650" y="2501200"/>
              <a:ext cx="2425" cy="3025"/>
            </a:xfrm>
            <a:custGeom>
              <a:avLst/>
              <a:gdLst/>
              <a:ahLst/>
              <a:cxnLst/>
              <a:rect l="l" t="t" r="r" b="b"/>
              <a:pathLst>
                <a:path w="97" h="121" extrusionOk="0">
                  <a:moveTo>
                    <a:pt x="73" y="0"/>
                  </a:moveTo>
                  <a:lnTo>
                    <a:pt x="25" y="24"/>
                  </a:lnTo>
                  <a:lnTo>
                    <a:pt x="1" y="48"/>
                  </a:lnTo>
                  <a:lnTo>
                    <a:pt x="25" y="97"/>
                  </a:lnTo>
                  <a:lnTo>
                    <a:pt x="73" y="121"/>
                  </a:lnTo>
                  <a:lnTo>
                    <a:pt x="97"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
            <p:cNvSpPr/>
            <p:nvPr/>
          </p:nvSpPr>
          <p:spPr>
            <a:xfrm>
              <a:off x="2031575" y="1922825"/>
              <a:ext cx="2425" cy="3650"/>
            </a:xfrm>
            <a:custGeom>
              <a:avLst/>
              <a:gdLst/>
              <a:ahLst/>
              <a:cxnLst/>
              <a:rect l="l" t="t" r="r" b="b"/>
              <a:pathLst>
                <a:path w="97" h="146" extrusionOk="0">
                  <a:moveTo>
                    <a:pt x="24" y="1"/>
                  </a:moveTo>
                  <a:lnTo>
                    <a:pt x="0" y="25"/>
                  </a:lnTo>
                  <a:lnTo>
                    <a:pt x="0" y="97"/>
                  </a:lnTo>
                  <a:lnTo>
                    <a:pt x="24" y="121"/>
                  </a:lnTo>
                  <a:lnTo>
                    <a:pt x="49" y="145"/>
                  </a:lnTo>
                  <a:lnTo>
                    <a:pt x="97" y="97"/>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
            <p:cNvSpPr/>
            <p:nvPr/>
          </p:nvSpPr>
          <p:spPr>
            <a:xfrm>
              <a:off x="1864275" y="1957750"/>
              <a:ext cx="3025" cy="3025"/>
            </a:xfrm>
            <a:custGeom>
              <a:avLst/>
              <a:gdLst/>
              <a:ahLst/>
              <a:cxnLst/>
              <a:rect l="l" t="t" r="r" b="b"/>
              <a:pathLst>
                <a:path w="121" h="121" extrusionOk="0">
                  <a:moveTo>
                    <a:pt x="48" y="0"/>
                  </a:moveTo>
                  <a:lnTo>
                    <a:pt x="0" y="48"/>
                  </a:lnTo>
                  <a:lnTo>
                    <a:pt x="0" y="96"/>
                  </a:lnTo>
                  <a:lnTo>
                    <a:pt x="0" y="121"/>
                  </a:lnTo>
                  <a:lnTo>
                    <a:pt x="72" y="121"/>
                  </a:lnTo>
                  <a:lnTo>
                    <a:pt x="120" y="72"/>
                  </a:lnTo>
                  <a:lnTo>
                    <a:pt x="120"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
            <p:cNvSpPr/>
            <p:nvPr/>
          </p:nvSpPr>
          <p:spPr>
            <a:xfrm>
              <a:off x="1984025" y="1915000"/>
              <a:ext cx="2425" cy="3650"/>
            </a:xfrm>
            <a:custGeom>
              <a:avLst/>
              <a:gdLst/>
              <a:ahLst/>
              <a:cxnLst/>
              <a:rect l="l" t="t" r="r" b="b"/>
              <a:pathLst>
                <a:path w="97" h="146" extrusionOk="0">
                  <a:moveTo>
                    <a:pt x="49" y="1"/>
                  </a:moveTo>
                  <a:lnTo>
                    <a:pt x="1" y="97"/>
                  </a:lnTo>
                  <a:lnTo>
                    <a:pt x="49" y="145"/>
                  </a:lnTo>
                  <a:lnTo>
                    <a:pt x="73" y="145"/>
                  </a:lnTo>
                  <a:lnTo>
                    <a:pt x="97" y="121"/>
                  </a:lnTo>
                  <a:lnTo>
                    <a:pt x="97"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
            <p:cNvSpPr/>
            <p:nvPr/>
          </p:nvSpPr>
          <p:spPr>
            <a:xfrm>
              <a:off x="2124850" y="2506600"/>
              <a:ext cx="3050" cy="3050"/>
            </a:xfrm>
            <a:custGeom>
              <a:avLst/>
              <a:gdLst/>
              <a:ahLst/>
              <a:cxnLst/>
              <a:rect l="l" t="t" r="r" b="b"/>
              <a:pathLst>
                <a:path w="122" h="122" extrusionOk="0">
                  <a:moveTo>
                    <a:pt x="49" y="1"/>
                  </a:moveTo>
                  <a:lnTo>
                    <a:pt x="25" y="25"/>
                  </a:lnTo>
                  <a:lnTo>
                    <a:pt x="1" y="49"/>
                  </a:lnTo>
                  <a:lnTo>
                    <a:pt x="1" y="73"/>
                  </a:lnTo>
                  <a:lnTo>
                    <a:pt x="25" y="121"/>
                  </a:lnTo>
                  <a:lnTo>
                    <a:pt x="97" y="121"/>
                  </a:lnTo>
                  <a:lnTo>
                    <a:pt x="121" y="73"/>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
            <p:cNvSpPr/>
            <p:nvPr/>
          </p:nvSpPr>
          <p:spPr>
            <a:xfrm>
              <a:off x="2109200" y="1928850"/>
              <a:ext cx="3650" cy="3050"/>
            </a:xfrm>
            <a:custGeom>
              <a:avLst/>
              <a:gdLst/>
              <a:ahLst/>
              <a:cxnLst/>
              <a:rect l="l" t="t" r="r" b="b"/>
              <a:pathLst>
                <a:path w="146" h="122" extrusionOk="0">
                  <a:moveTo>
                    <a:pt x="49" y="1"/>
                  </a:moveTo>
                  <a:lnTo>
                    <a:pt x="1" y="49"/>
                  </a:lnTo>
                  <a:lnTo>
                    <a:pt x="1" y="97"/>
                  </a:lnTo>
                  <a:lnTo>
                    <a:pt x="49" y="121"/>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
            <p:cNvSpPr/>
            <p:nvPr/>
          </p:nvSpPr>
          <p:spPr>
            <a:xfrm>
              <a:off x="1990050" y="1933075"/>
              <a:ext cx="2425" cy="2425"/>
            </a:xfrm>
            <a:custGeom>
              <a:avLst/>
              <a:gdLst/>
              <a:ahLst/>
              <a:cxnLst/>
              <a:rect l="l" t="t" r="r" b="b"/>
              <a:pathLst>
                <a:path w="97" h="97" extrusionOk="0">
                  <a:moveTo>
                    <a:pt x="49" y="0"/>
                  </a:moveTo>
                  <a:lnTo>
                    <a:pt x="0" y="24"/>
                  </a:lnTo>
                  <a:lnTo>
                    <a:pt x="0" y="72"/>
                  </a:lnTo>
                  <a:lnTo>
                    <a:pt x="24" y="96"/>
                  </a:lnTo>
                  <a:lnTo>
                    <a:pt x="73" y="96"/>
                  </a:lnTo>
                  <a:lnTo>
                    <a:pt x="97" y="72"/>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
            <p:cNvSpPr/>
            <p:nvPr/>
          </p:nvSpPr>
          <p:spPr>
            <a:xfrm>
              <a:off x="2284950" y="2010100"/>
              <a:ext cx="3625" cy="2425"/>
            </a:xfrm>
            <a:custGeom>
              <a:avLst/>
              <a:gdLst/>
              <a:ahLst/>
              <a:cxnLst/>
              <a:rect l="l" t="t" r="r" b="b"/>
              <a:pathLst>
                <a:path w="145" h="97" extrusionOk="0">
                  <a:moveTo>
                    <a:pt x="24" y="1"/>
                  </a:moveTo>
                  <a:lnTo>
                    <a:pt x="0" y="49"/>
                  </a:lnTo>
                  <a:lnTo>
                    <a:pt x="24" y="73"/>
                  </a:lnTo>
                  <a:lnTo>
                    <a:pt x="72" y="97"/>
                  </a:lnTo>
                  <a:lnTo>
                    <a:pt x="121" y="73"/>
                  </a:lnTo>
                  <a:lnTo>
                    <a:pt x="145" y="49"/>
                  </a:lnTo>
                  <a:lnTo>
                    <a:pt x="121"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
            <p:cNvSpPr/>
            <p:nvPr/>
          </p:nvSpPr>
          <p:spPr>
            <a:xfrm>
              <a:off x="2223550" y="2499375"/>
              <a:ext cx="2450" cy="2450"/>
            </a:xfrm>
            <a:custGeom>
              <a:avLst/>
              <a:gdLst/>
              <a:ahLst/>
              <a:cxnLst/>
              <a:rect l="l" t="t" r="r" b="b"/>
              <a:pathLst>
                <a:path w="98" h="98" extrusionOk="0">
                  <a:moveTo>
                    <a:pt x="49" y="1"/>
                  </a:moveTo>
                  <a:lnTo>
                    <a:pt x="1" y="25"/>
                  </a:lnTo>
                  <a:lnTo>
                    <a:pt x="1" y="49"/>
                  </a:lnTo>
                  <a:lnTo>
                    <a:pt x="25" y="97"/>
                  </a:lnTo>
                  <a:lnTo>
                    <a:pt x="73" y="97"/>
                  </a:lnTo>
                  <a:lnTo>
                    <a:pt x="97" y="73"/>
                  </a:lnTo>
                  <a:lnTo>
                    <a:pt x="97"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
            <p:cNvSpPr/>
            <p:nvPr/>
          </p:nvSpPr>
          <p:spPr>
            <a:xfrm>
              <a:off x="2049025" y="2531275"/>
              <a:ext cx="3625" cy="3650"/>
            </a:xfrm>
            <a:custGeom>
              <a:avLst/>
              <a:gdLst/>
              <a:ahLst/>
              <a:cxnLst/>
              <a:rect l="l" t="t" r="r" b="b"/>
              <a:pathLst>
                <a:path w="145" h="146" extrusionOk="0">
                  <a:moveTo>
                    <a:pt x="1" y="1"/>
                  </a:moveTo>
                  <a:lnTo>
                    <a:pt x="25" y="97"/>
                  </a:lnTo>
                  <a:lnTo>
                    <a:pt x="49" y="145"/>
                  </a:lnTo>
                  <a:lnTo>
                    <a:pt x="97" y="145"/>
                  </a:lnTo>
                  <a:lnTo>
                    <a:pt x="145" y="97"/>
                  </a:lnTo>
                  <a:lnTo>
                    <a:pt x="97" y="49"/>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
            <p:cNvSpPr/>
            <p:nvPr/>
          </p:nvSpPr>
          <p:spPr>
            <a:xfrm>
              <a:off x="1894350" y="1923450"/>
              <a:ext cx="3050" cy="3025"/>
            </a:xfrm>
            <a:custGeom>
              <a:avLst/>
              <a:gdLst/>
              <a:ahLst/>
              <a:cxnLst/>
              <a:rect l="l" t="t" r="r" b="b"/>
              <a:pathLst>
                <a:path w="122" h="121" extrusionOk="0">
                  <a:moveTo>
                    <a:pt x="49" y="0"/>
                  </a:moveTo>
                  <a:lnTo>
                    <a:pt x="25" y="24"/>
                  </a:lnTo>
                  <a:lnTo>
                    <a:pt x="1" y="48"/>
                  </a:lnTo>
                  <a:lnTo>
                    <a:pt x="25" y="96"/>
                  </a:lnTo>
                  <a:lnTo>
                    <a:pt x="49" y="120"/>
                  </a:lnTo>
                  <a:lnTo>
                    <a:pt x="97" y="96"/>
                  </a:lnTo>
                  <a:lnTo>
                    <a:pt x="121"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
            <p:cNvSpPr/>
            <p:nvPr/>
          </p:nvSpPr>
          <p:spPr>
            <a:xfrm>
              <a:off x="2041200" y="2034175"/>
              <a:ext cx="3025" cy="3025"/>
            </a:xfrm>
            <a:custGeom>
              <a:avLst/>
              <a:gdLst/>
              <a:ahLst/>
              <a:cxnLst/>
              <a:rect l="l" t="t" r="r" b="b"/>
              <a:pathLst>
                <a:path w="121" h="121" extrusionOk="0">
                  <a:moveTo>
                    <a:pt x="49" y="0"/>
                  </a:moveTo>
                  <a:lnTo>
                    <a:pt x="1" y="49"/>
                  </a:lnTo>
                  <a:lnTo>
                    <a:pt x="1" y="97"/>
                  </a:lnTo>
                  <a:lnTo>
                    <a:pt x="49" y="121"/>
                  </a:lnTo>
                  <a:lnTo>
                    <a:pt x="73" y="97"/>
                  </a:lnTo>
                  <a:lnTo>
                    <a:pt x="121"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4"/>
            <p:cNvSpPr/>
            <p:nvPr/>
          </p:nvSpPr>
          <p:spPr>
            <a:xfrm>
              <a:off x="2235000" y="2489150"/>
              <a:ext cx="2425" cy="2450"/>
            </a:xfrm>
            <a:custGeom>
              <a:avLst/>
              <a:gdLst/>
              <a:ahLst/>
              <a:cxnLst/>
              <a:rect l="l" t="t" r="r" b="b"/>
              <a:pathLst>
                <a:path w="97" h="98" extrusionOk="0">
                  <a:moveTo>
                    <a:pt x="24" y="1"/>
                  </a:moveTo>
                  <a:lnTo>
                    <a:pt x="0" y="25"/>
                  </a:lnTo>
                  <a:lnTo>
                    <a:pt x="0" y="73"/>
                  </a:lnTo>
                  <a:lnTo>
                    <a:pt x="24" y="97"/>
                  </a:lnTo>
                  <a:lnTo>
                    <a:pt x="72" y="97"/>
                  </a:lnTo>
                  <a:lnTo>
                    <a:pt x="96" y="73"/>
                  </a:lnTo>
                  <a:lnTo>
                    <a:pt x="96"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4"/>
            <p:cNvSpPr/>
            <p:nvPr/>
          </p:nvSpPr>
          <p:spPr>
            <a:xfrm>
              <a:off x="2166375" y="2471700"/>
              <a:ext cx="2450" cy="2425"/>
            </a:xfrm>
            <a:custGeom>
              <a:avLst/>
              <a:gdLst/>
              <a:ahLst/>
              <a:cxnLst/>
              <a:rect l="l" t="t" r="r" b="b"/>
              <a:pathLst>
                <a:path w="98" h="97" extrusionOk="0">
                  <a:moveTo>
                    <a:pt x="73" y="1"/>
                  </a:moveTo>
                  <a:lnTo>
                    <a:pt x="1" y="25"/>
                  </a:lnTo>
                  <a:lnTo>
                    <a:pt x="1" y="49"/>
                  </a:lnTo>
                  <a:lnTo>
                    <a:pt x="1" y="73"/>
                  </a:lnTo>
                  <a:lnTo>
                    <a:pt x="49" y="97"/>
                  </a:lnTo>
                  <a:lnTo>
                    <a:pt x="73" y="97"/>
                  </a:lnTo>
                  <a:lnTo>
                    <a:pt x="97"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
            <p:cNvSpPr/>
            <p:nvPr/>
          </p:nvSpPr>
          <p:spPr>
            <a:xfrm>
              <a:off x="2423975" y="2004075"/>
              <a:ext cx="3625" cy="3050"/>
            </a:xfrm>
            <a:custGeom>
              <a:avLst/>
              <a:gdLst/>
              <a:ahLst/>
              <a:cxnLst/>
              <a:rect l="l" t="t" r="r" b="b"/>
              <a:pathLst>
                <a:path w="145" h="122" extrusionOk="0">
                  <a:moveTo>
                    <a:pt x="72" y="1"/>
                  </a:moveTo>
                  <a:lnTo>
                    <a:pt x="0" y="49"/>
                  </a:lnTo>
                  <a:lnTo>
                    <a:pt x="0" y="73"/>
                  </a:lnTo>
                  <a:lnTo>
                    <a:pt x="24" y="121"/>
                  </a:lnTo>
                  <a:lnTo>
                    <a:pt x="72"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
            <p:cNvSpPr/>
            <p:nvPr/>
          </p:nvSpPr>
          <p:spPr>
            <a:xfrm>
              <a:off x="1823350" y="1970375"/>
              <a:ext cx="3025" cy="3050"/>
            </a:xfrm>
            <a:custGeom>
              <a:avLst/>
              <a:gdLst/>
              <a:ahLst/>
              <a:cxnLst/>
              <a:rect l="l" t="t" r="r" b="b"/>
              <a:pathLst>
                <a:path w="121" h="122" extrusionOk="0">
                  <a:moveTo>
                    <a:pt x="48" y="1"/>
                  </a:moveTo>
                  <a:lnTo>
                    <a:pt x="24" y="25"/>
                  </a:lnTo>
                  <a:lnTo>
                    <a:pt x="0" y="49"/>
                  </a:lnTo>
                  <a:lnTo>
                    <a:pt x="0" y="73"/>
                  </a:lnTo>
                  <a:lnTo>
                    <a:pt x="48" y="121"/>
                  </a:lnTo>
                  <a:lnTo>
                    <a:pt x="72" y="121"/>
                  </a:lnTo>
                  <a:lnTo>
                    <a:pt x="96" y="97"/>
                  </a:lnTo>
                  <a:lnTo>
                    <a:pt x="120" y="73"/>
                  </a:lnTo>
                  <a:lnTo>
                    <a:pt x="120"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
            <p:cNvSpPr/>
            <p:nvPr/>
          </p:nvSpPr>
          <p:spPr>
            <a:xfrm>
              <a:off x="1914825" y="2019125"/>
              <a:ext cx="3625" cy="3025"/>
            </a:xfrm>
            <a:custGeom>
              <a:avLst/>
              <a:gdLst/>
              <a:ahLst/>
              <a:cxnLst/>
              <a:rect l="l" t="t" r="r" b="b"/>
              <a:pathLst>
                <a:path w="145" h="121" extrusionOk="0">
                  <a:moveTo>
                    <a:pt x="48" y="1"/>
                  </a:moveTo>
                  <a:lnTo>
                    <a:pt x="24" y="25"/>
                  </a:lnTo>
                  <a:lnTo>
                    <a:pt x="0" y="73"/>
                  </a:lnTo>
                  <a:lnTo>
                    <a:pt x="48" y="121"/>
                  </a:lnTo>
                  <a:lnTo>
                    <a:pt x="96" y="121"/>
                  </a:lnTo>
                  <a:lnTo>
                    <a:pt x="145" y="97"/>
                  </a:lnTo>
                  <a:lnTo>
                    <a:pt x="145"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
            <p:cNvSpPr/>
            <p:nvPr/>
          </p:nvSpPr>
          <p:spPr>
            <a:xfrm>
              <a:off x="2397475" y="2362175"/>
              <a:ext cx="2450" cy="2425"/>
            </a:xfrm>
            <a:custGeom>
              <a:avLst/>
              <a:gdLst/>
              <a:ahLst/>
              <a:cxnLst/>
              <a:rect l="l" t="t" r="r" b="b"/>
              <a:pathLst>
                <a:path w="98" h="97" extrusionOk="0">
                  <a:moveTo>
                    <a:pt x="49" y="0"/>
                  </a:moveTo>
                  <a:lnTo>
                    <a:pt x="1" y="24"/>
                  </a:lnTo>
                  <a:lnTo>
                    <a:pt x="1" y="48"/>
                  </a:lnTo>
                  <a:lnTo>
                    <a:pt x="25" y="73"/>
                  </a:lnTo>
                  <a:lnTo>
                    <a:pt x="73" y="97"/>
                  </a:lnTo>
                  <a:lnTo>
                    <a:pt x="97"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
            <p:cNvSpPr/>
            <p:nvPr/>
          </p:nvSpPr>
          <p:spPr>
            <a:xfrm>
              <a:off x="2240400" y="1803675"/>
              <a:ext cx="3650" cy="2425"/>
            </a:xfrm>
            <a:custGeom>
              <a:avLst/>
              <a:gdLst/>
              <a:ahLst/>
              <a:cxnLst/>
              <a:rect l="l" t="t" r="r" b="b"/>
              <a:pathLst>
                <a:path w="146" h="97" extrusionOk="0">
                  <a:moveTo>
                    <a:pt x="49" y="0"/>
                  </a:moveTo>
                  <a:lnTo>
                    <a:pt x="25" y="25"/>
                  </a:lnTo>
                  <a:lnTo>
                    <a:pt x="1" y="49"/>
                  </a:lnTo>
                  <a:lnTo>
                    <a:pt x="25" y="73"/>
                  </a:lnTo>
                  <a:lnTo>
                    <a:pt x="49" y="97"/>
                  </a:lnTo>
                  <a:lnTo>
                    <a:pt x="97" y="97"/>
                  </a:lnTo>
                  <a:lnTo>
                    <a:pt x="145" y="73"/>
                  </a:lnTo>
                  <a:lnTo>
                    <a:pt x="145" y="25"/>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
            <p:cNvSpPr/>
            <p:nvPr/>
          </p:nvSpPr>
          <p:spPr>
            <a:xfrm>
              <a:off x="2028575" y="1904175"/>
              <a:ext cx="2425" cy="2425"/>
            </a:xfrm>
            <a:custGeom>
              <a:avLst/>
              <a:gdLst/>
              <a:ahLst/>
              <a:cxnLst/>
              <a:rect l="l" t="t" r="r" b="b"/>
              <a:pathLst>
                <a:path w="97" h="97" extrusionOk="0">
                  <a:moveTo>
                    <a:pt x="48" y="1"/>
                  </a:moveTo>
                  <a:lnTo>
                    <a:pt x="0" y="25"/>
                  </a:lnTo>
                  <a:lnTo>
                    <a:pt x="0" y="49"/>
                  </a:lnTo>
                  <a:lnTo>
                    <a:pt x="24" y="97"/>
                  </a:lnTo>
                  <a:lnTo>
                    <a:pt x="96" y="97"/>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
            <p:cNvSpPr/>
            <p:nvPr/>
          </p:nvSpPr>
          <p:spPr>
            <a:xfrm>
              <a:off x="2041200" y="1921625"/>
              <a:ext cx="3650" cy="2450"/>
            </a:xfrm>
            <a:custGeom>
              <a:avLst/>
              <a:gdLst/>
              <a:ahLst/>
              <a:cxnLst/>
              <a:rect l="l" t="t" r="r" b="b"/>
              <a:pathLst>
                <a:path w="146" h="98" extrusionOk="0">
                  <a:moveTo>
                    <a:pt x="73" y="1"/>
                  </a:moveTo>
                  <a:lnTo>
                    <a:pt x="25" y="25"/>
                  </a:lnTo>
                  <a:lnTo>
                    <a:pt x="1" y="49"/>
                  </a:lnTo>
                  <a:lnTo>
                    <a:pt x="1" y="73"/>
                  </a:lnTo>
                  <a:lnTo>
                    <a:pt x="73" y="97"/>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
            <p:cNvSpPr/>
            <p:nvPr/>
          </p:nvSpPr>
          <p:spPr>
            <a:xfrm>
              <a:off x="1939500" y="1923450"/>
              <a:ext cx="2425" cy="3025"/>
            </a:xfrm>
            <a:custGeom>
              <a:avLst/>
              <a:gdLst/>
              <a:ahLst/>
              <a:cxnLst/>
              <a:rect l="l" t="t" r="r" b="b"/>
              <a:pathLst>
                <a:path w="97" h="121" extrusionOk="0">
                  <a:moveTo>
                    <a:pt x="24" y="0"/>
                  </a:moveTo>
                  <a:lnTo>
                    <a:pt x="0" y="24"/>
                  </a:lnTo>
                  <a:lnTo>
                    <a:pt x="24" y="96"/>
                  </a:lnTo>
                  <a:lnTo>
                    <a:pt x="48" y="120"/>
                  </a:lnTo>
                  <a:lnTo>
                    <a:pt x="96" y="96"/>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4"/>
            <p:cNvSpPr/>
            <p:nvPr/>
          </p:nvSpPr>
          <p:spPr>
            <a:xfrm>
              <a:off x="1911800" y="1927650"/>
              <a:ext cx="3050" cy="2425"/>
            </a:xfrm>
            <a:custGeom>
              <a:avLst/>
              <a:gdLst/>
              <a:ahLst/>
              <a:cxnLst/>
              <a:rect l="l" t="t" r="r" b="b"/>
              <a:pathLst>
                <a:path w="122" h="97" extrusionOk="0">
                  <a:moveTo>
                    <a:pt x="49" y="1"/>
                  </a:moveTo>
                  <a:lnTo>
                    <a:pt x="1" y="49"/>
                  </a:lnTo>
                  <a:lnTo>
                    <a:pt x="25" y="97"/>
                  </a:lnTo>
                  <a:lnTo>
                    <a:pt x="97"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4"/>
            <p:cNvSpPr/>
            <p:nvPr/>
          </p:nvSpPr>
          <p:spPr>
            <a:xfrm>
              <a:off x="2061075" y="2017325"/>
              <a:ext cx="3625" cy="3025"/>
            </a:xfrm>
            <a:custGeom>
              <a:avLst/>
              <a:gdLst/>
              <a:ahLst/>
              <a:cxnLst/>
              <a:rect l="l" t="t" r="r" b="b"/>
              <a:pathLst>
                <a:path w="145" h="121" extrusionOk="0">
                  <a:moveTo>
                    <a:pt x="72" y="0"/>
                  </a:moveTo>
                  <a:lnTo>
                    <a:pt x="48" y="24"/>
                  </a:lnTo>
                  <a:lnTo>
                    <a:pt x="0" y="49"/>
                  </a:lnTo>
                  <a:lnTo>
                    <a:pt x="0" y="73"/>
                  </a:lnTo>
                  <a:lnTo>
                    <a:pt x="24" y="97"/>
                  </a:lnTo>
                  <a:lnTo>
                    <a:pt x="72" y="121"/>
                  </a:lnTo>
                  <a:lnTo>
                    <a:pt x="120" y="97"/>
                  </a:lnTo>
                  <a:lnTo>
                    <a:pt x="144" y="73"/>
                  </a:lnTo>
                  <a:lnTo>
                    <a:pt x="120"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4"/>
            <p:cNvSpPr/>
            <p:nvPr/>
          </p:nvSpPr>
          <p:spPr>
            <a:xfrm>
              <a:off x="2209725" y="2335100"/>
              <a:ext cx="2425" cy="3025"/>
            </a:xfrm>
            <a:custGeom>
              <a:avLst/>
              <a:gdLst/>
              <a:ahLst/>
              <a:cxnLst/>
              <a:rect l="l" t="t" r="r" b="b"/>
              <a:pathLst>
                <a:path w="97" h="121" extrusionOk="0">
                  <a:moveTo>
                    <a:pt x="72" y="0"/>
                  </a:moveTo>
                  <a:lnTo>
                    <a:pt x="24" y="24"/>
                  </a:lnTo>
                  <a:lnTo>
                    <a:pt x="0" y="72"/>
                  </a:lnTo>
                  <a:lnTo>
                    <a:pt x="24" y="120"/>
                  </a:lnTo>
                  <a:lnTo>
                    <a:pt x="72" y="120"/>
                  </a:lnTo>
                  <a:lnTo>
                    <a:pt x="96"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4"/>
            <p:cNvSpPr/>
            <p:nvPr/>
          </p:nvSpPr>
          <p:spPr>
            <a:xfrm>
              <a:off x="1920825" y="2032375"/>
              <a:ext cx="2450" cy="3025"/>
            </a:xfrm>
            <a:custGeom>
              <a:avLst/>
              <a:gdLst/>
              <a:ahLst/>
              <a:cxnLst/>
              <a:rect l="l" t="t" r="r" b="b"/>
              <a:pathLst>
                <a:path w="98" h="121" extrusionOk="0">
                  <a:moveTo>
                    <a:pt x="49" y="0"/>
                  </a:moveTo>
                  <a:lnTo>
                    <a:pt x="1" y="24"/>
                  </a:lnTo>
                  <a:lnTo>
                    <a:pt x="1" y="72"/>
                  </a:lnTo>
                  <a:lnTo>
                    <a:pt x="25" y="121"/>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
            <p:cNvSpPr/>
            <p:nvPr/>
          </p:nvSpPr>
          <p:spPr>
            <a:xfrm>
              <a:off x="2403500" y="2484950"/>
              <a:ext cx="3050" cy="3025"/>
            </a:xfrm>
            <a:custGeom>
              <a:avLst/>
              <a:gdLst/>
              <a:ahLst/>
              <a:cxnLst/>
              <a:rect l="l" t="t" r="r" b="b"/>
              <a:pathLst>
                <a:path w="122" h="121" extrusionOk="0">
                  <a:moveTo>
                    <a:pt x="49" y="0"/>
                  </a:moveTo>
                  <a:lnTo>
                    <a:pt x="1" y="24"/>
                  </a:lnTo>
                  <a:lnTo>
                    <a:pt x="1" y="72"/>
                  </a:lnTo>
                  <a:lnTo>
                    <a:pt x="1" y="97"/>
                  </a:lnTo>
                  <a:lnTo>
                    <a:pt x="25" y="121"/>
                  </a:lnTo>
                  <a:lnTo>
                    <a:pt x="73" y="121"/>
                  </a:lnTo>
                  <a:lnTo>
                    <a:pt x="97" y="97"/>
                  </a:lnTo>
                  <a:lnTo>
                    <a:pt x="121"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
            <p:cNvSpPr/>
            <p:nvPr/>
          </p:nvSpPr>
          <p:spPr>
            <a:xfrm>
              <a:off x="2078525" y="1822925"/>
              <a:ext cx="2425" cy="2450"/>
            </a:xfrm>
            <a:custGeom>
              <a:avLst/>
              <a:gdLst/>
              <a:ahLst/>
              <a:cxnLst/>
              <a:rect l="l" t="t" r="r" b="b"/>
              <a:pathLst>
                <a:path w="97" h="98" extrusionOk="0">
                  <a:moveTo>
                    <a:pt x="24" y="1"/>
                  </a:moveTo>
                  <a:lnTo>
                    <a:pt x="0" y="49"/>
                  </a:lnTo>
                  <a:lnTo>
                    <a:pt x="0" y="73"/>
                  </a:lnTo>
                  <a:lnTo>
                    <a:pt x="0" y="97"/>
                  </a:lnTo>
                  <a:lnTo>
                    <a:pt x="72"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
            <p:cNvSpPr/>
            <p:nvPr/>
          </p:nvSpPr>
          <p:spPr>
            <a:xfrm>
              <a:off x="2075500" y="1819925"/>
              <a:ext cx="1825" cy="2425"/>
            </a:xfrm>
            <a:custGeom>
              <a:avLst/>
              <a:gdLst/>
              <a:ahLst/>
              <a:cxnLst/>
              <a:rect l="l" t="t" r="r" b="b"/>
              <a:pathLst>
                <a:path w="73" h="97" extrusionOk="0">
                  <a:moveTo>
                    <a:pt x="25" y="0"/>
                  </a:moveTo>
                  <a:lnTo>
                    <a:pt x="1" y="49"/>
                  </a:lnTo>
                  <a:lnTo>
                    <a:pt x="1" y="97"/>
                  </a:lnTo>
                  <a:lnTo>
                    <a:pt x="73" y="97"/>
                  </a:lnTo>
                  <a:lnTo>
                    <a:pt x="73"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
            <p:cNvSpPr/>
            <p:nvPr/>
          </p:nvSpPr>
          <p:spPr>
            <a:xfrm>
              <a:off x="1960550" y="2004675"/>
              <a:ext cx="1825" cy="2450"/>
            </a:xfrm>
            <a:custGeom>
              <a:avLst/>
              <a:gdLst/>
              <a:ahLst/>
              <a:cxnLst/>
              <a:rect l="l" t="t" r="r" b="b"/>
              <a:pathLst>
                <a:path w="73" h="98" extrusionOk="0">
                  <a:moveTo>
                    <a:pt x="25" y="1"/>
                  </a:moveTo>
                  <a:lnTo>
                    <a:pt x="1" y="25"/>
                  </a:lnTo>
                  <a:lnTo>
                    <a:pt x="1" y="73"/>
                  </a:lnTo>
                  <a:lnTo>
                    <a:pt x="1" y="97"/>
                  </a:lnTo>
                  <a:lnTo>
                    <a:pt x="49" y="97"/>
                  </a:lnTo>
                  <a:lnTo>
                    <a:pt x="73" y="73"/>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
            <p:cNvSpPr/>
            <p:nvPr/>
          </p:nvSpPr>
          <p:spPr>
            <a:xfrm>
              <a:off x="2354750" y="1968575"/>
              <a:ext cx="1825" cy="3025"/>
            </a:xfrm>
            <a:custGeom>
              <a:avLst/>
              <a:gdLst/>
              <a:ahLst/>
              <a:cxnLst/>
              <a:rect l="l" t="t" r="r" b="b"/>
              <a:pathLst>
                <a:path w="73" h="121" extrusionOk="0">
                  <a:moveTo>
                    <a:pt x="49" y="0"/>
                  </a:moveTo>
                  <a:lnTo>
                    <a:pt x="25" y="25"/>
                  </a:lnTo>
                  <a:lnTo>
                    <a:pt x="1" y="73"/>
                  </a:lnTo>
                  <a:lnTo>
                    <a:pt x="1" y="97"/>
                  </a:lnTo>
                  <a:lnTo>
                    <a:pt x="1" y="121"/>
                  </a:lnTo>
                  <a:lnTo>
                    <a:pt x="49" y="121"/>
                  </a:lnTo>
                  <a:lnTo>
                    <a:pt x="73" y="73"/>
                  </a:lnTo>
                  <a:lnTo>
                    <a:pt x="73"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
            <p:cNvSpPr/>
            <p:nvPr/>
          </p:nvSpPr>
          <p:spPr>
            <a:xfrm>
              <a:off x="1858250" y="2049825"/>
              <a:ext cx="2425" cy="3025"/>
            </a:xfrm>
            <a:custGeom>
              <a:avLst/>
              <a:gdLst/>
              <a:ahLst/>
              <a:cxnLst/>
              <a:rect l="l" t="t" r="r" b="b"/>
              <a:pathLst>
                <a:path w="97" h="121" extrusionOk="0">
                  <a:moveTo>
                    <a:pt x="24" y="0"/>
                  </a:moveTo>
                  <a:lnTo>
                    <a:pt x="0" y="24"/>
                  </a:lnTo>
                  <a:lnTo>
                    <a:pt x="24" y="97"/>
                  </a:lnTo>
                  <a:lnTo>
                    <a:pt x="48" y="121"/>
                  </a:lnTo>
                  <a:lnTo>
                    <a:pt x="97" y="97"/>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
            <p:cNvSpPr/>
            <p:nvPr/>
          </p:nvSpPr>
          <p:spPr>
            <a:xfrm>
              <a:off x="2265075" y="2500000"/>
              <a:ext cx="3050" cy="2425"/>
            </a:xfrm>
            <a:custGeom>
              <a:avLst/>
              <a:gdLst/>
              <a:ahLst/>
              <a:cxnLst/>
              <a:rect l="l" t="t" r="r" b="b"/>
              <a:pathLst>
                <a:path w="122" h="97" extrusionOk="0">
                  <a:moveTo>
                    <a:pt x="73" y="0"/>
                  </a:moveTo>
                  <a:lnTo>
                    <a:pt x="25" y="24"/>
                  </a:lnTo>
                  <a:lnTo>
                    <a:pt x="1" y="72"/>
                  </a:lnTo>
                  <a:lnTo>
                    <a:pt x="25" y="96"/>
                  </a:lnTo>
                  <a:lnTo>
                    <a:pt x="97" y="96"/>
                  </a:lnTo>
                  <a:lnTo>
                    <a:pt x="121"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
            <p:cNvSpPr/>
            <p:nvPr/>
          </p:nvSpPr>
          <p:spPr>
            <a:xfrm>
              <a:off x="2405925" y="2478925"/>
              <a:ext cx="3025" cy="2425"/>
            </a:xfrm>
            <a:custGeom>
              <a:avLst/>
              <a:gdLst/>
              <a:ahLst/>
              <a:cxnLst/>
              <a:rect l="l" t="t" r="r" b="b"/>
              <a:pathLst>
                <a:path w="121" h="97" extrusionOk="0">
                  <a:moveTo>
                    <a:pt x="24" y="1"/>
                  </a:moveTo>
                  <a:lnTo>
                    <a:pt x="0" y="49"/>
                  </a:lnTo>
                  <a:lnTo>
                    <a:pt x="24" y="73"/>
                  </a:lnTo>
                  <a:lnTo>
                    <a:pt x="72" y="97"/>
                  </a:lnTo>
                  <a:lnTo>
                    <a:pt x="120" y="49"/>
                  </a:lnTo>
                  <a:lnTo>
                    <a:pt x="120"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
            <p:cNvSpPr/>
            <p:nvPr/>
          </p:nvSpPr>
          <p:spPr>
            <a:xfrm>
              <a:off x="2105000" y="1916225"/>
              <a:ext cx="2425" cy="2425"/>
            </a:xfrm>
            <a:custGeom>
              <a:avLst/>
              <a:gdLst/>
              <a:ahLst/>
              <a:cxnLst/>
              <a:rect l="l" t="t" r="r" b="b"/>
              <a:pathLst>
                <a:path w="97" h="97" extrusionOk="0">
                  <a:moveTo>
                    <a:pt x="24" y="0"/>
                  </a:moveTo>
                  <a:lnTo>
                    <a:pt x="0" y="24"/>
                  </a:lnTo>
                  <a:lnTo>
                    <a:pt x="0" y="72"/>
                  </a:lnTo>
                  <a:lnTo>
                    <a:pt x="24" y="96"/>
                  </a:lnTo>
                  <a:lnTo>
                    <a:pt x="49" y="96"/>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
            <p:cNvSpPr/>
            <p:nvPr/>
          </p:nvSpPr>
          <p:spPr>
            <a:xfrm>
              <a:off x="2332500" y="2384450"/>
              <a:ext cx="3025" cy="3025"/>
            </a:xfrm>
            <a:custGeom>
              <a:avLst/>
              <a:gdLst/>
              <a:ahLst/>
              <a:cxnLst/>
              <a:rect l="l" t="t" r="r" b="b"/>
              <a:pathLst>
                <a:path w="121" h="121" extrusionOk="0">
                  <a:moveTo>
                    <a:pt x="72" y="0"/>
                  </a:moveTo>
                  <a:lnTo>
                    <a:pt x="24" y="48"/>
                  </a:lnTo>
                  <a:lnTo>
                    <a:pt x="0" y="96"/>
                  </a:lnTo>
                  <a:lnTo>
                    <a:pt x="48" y="120"/>
                  </a:lnTo>
                  <a:lnTo>
                    <a:pt x="72" y="96"/>
                  </a:lnTo>
                  <a:lnTo>
                    <a:pt x="120"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
            <p:cNvSpPr/>
            <p:nvPr/>
          </p:nvSpPr>
          <p:spPr>
            <a:xfrm>
              <a:off x="2316850" y="2388650"/>
              <a:ext cx="2425" cy="2425"/>
            </a:xfrm>
            <a:custGeom>
              <a:avLst/>
              <a:gdLst/>
              <a:ahLst/>
              <a:cxnLst/>
              <a:rect l="l" t="t" r="r" b="b"/>
              <a:pathLst>
                <a:path w="97" h="97" extrusionOk="0">
                  <a:moveTo>
                    <a:pt x="24" y="1"/>
                  </a:moveTo>
                  <a:lnTo>
                    <a:pt x="0" y="25"/>
                  </a:lnTo>
                  <a:lnTo>
                    <a:pt x="0" y="97"/>
                  </a:lnTo>
                  <a:lnTo>
                    <a:pt x="48"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
            <p:cNvSpPr/>
            <p:nvPr/>
          </p:nvSpPr>
          <p:spPr>
            <a:xfrm>
              <a:off x="1890150" y="1955325"/>
              <a:ext cx="2425" cy="3050"/>
            </a:xfrm>
            <a:custGeom>
              <a:avLst/>
              <a:gdLst/>
              <a:ahLst/>
              <a:cxnLst/>
              <a:rect l="l" t="t" r="r" b="b"/>
              <a:pathLst>
                <a:path w="97" h="122" extrusionOk="0">
                  <a:moveTo>
                    <a:pt x="48" y="1"/>
                  </a:moveTo>
                  <a:lnTo>
                    <a:pt x="24" y="25"/>
                  </a:lnTo>
                  <a:lnTo>
                    <a:pt x="0" y="73"/>
                  </a:lnTo>
                  <a:lnTo>
                    <a:pt x="24" y="121"/>
                  </a:lnTo>
                  <a:lnTo>
                    <a:pt x="72" y="121"/>
                  </a:lnTo>
                  <a:lnTo>
                    <a:pt x="96"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
            <p:cNvSpPr/>
            <p:nvPr/>
          </p:nvSpPr>
          <p:spPr>
            <a:xfrm>
              <a:off x="1837175" y="1980600"/>
              <a:ext cx="2450" cy="2450"/>
            </a:xfrm>
            <a:custGeom>
              <a:avLst/>
              <a:gdLst/>
              <a:ahLst/>
              <a:cxnLst/>
              <a:rect l="l" t="t" r="r" b="b"/>
              <a:pathLst>
                <a:path w="98" h="98" extrusionOk="0">
                  <a:moveTo>
                    <a:pt x="49" y="1"/>
                  </a:moveTo>
                  <a:lnTo>
                    <a:pt x="1" y="25"/>
                  </a:lnTo>
                  <a:lnTo>
                    <a:pt x="1" y="49"/>
                  </a:lnTo>
                  <a:lnTo>
                    <a:pt x="49" y="73"/>
                  </a:lnTo>
                  <a:lnTo>
                    <a:pt x="73" y="97"/>
                  </a:lnTo>
                  <a:lnTo>
                    <a:pt x="97"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
            <p:cNvSpPr/>
            <p:nvPr/>
          </p:nvSpPr>
          <p:spPr>
            <a:xfrm>
              <a:off x="2323450" y="1807275"/>
              <a:ext cx="3050" cy="2450"/>
            </a:xfrm>
            <a:custGeom>
              <a:avLst/>
              <a:gdLst/>
              <a:ahLst/>
              <a:cxnLst/>
              <a:rect l="l" t="t" r="r" b="b"/>
              <a:pathLst>
                <a:path w="122" h="98" extrusionOk="0">
                  <a:moveTo>
                    <a:pt x="73" y="1"/>
                  </a:moveTo>
                  <a:lnTo>
                    <a:pt x="25" y="25"/>
                  </a:lnTo>
                  <a:lnTo>
                    <a:pt x="1" y="49"/>
                  </a:lnTo>
                  <a:lnTo>
                    <a:pt x="25" y="97"/>
                  </a:lnTo>
                  <a:lnTo>
                    <a:pt x="73"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
            <p:cNvSpPr/>
            <p:nvPr/>
          </p:nvSpPr>
          <p:spPr>
            <a:xfrm>
              <a:off x="2383650" y="1829550"/>
              <a:ext cx="1825" cy="2425"/>
            </a:xfrm>
            <a:custGeom>
              <a:avLst/>
              <a:gdLst/>
              <a:ahLst/>
              <a:cxnLst/>
              <a:rect l="l" t="t" r="r" b="b"/>
              <a:pathLst>
                <a:path w="73" h="97" extrusionOk="0">
                  <a:moveTo>
                    <a:pt x="24" y="1"/>
                  </a:moveTo>
                  <a:lnTo>
                    <a:pt x="0" y="49"/>
                  </a:lnTo>
                  <a:lnTo>
                    <a:pt x="0" y="73"/>
                  </a:lnTo>
                  <a:lnTo>
                    <a:pt x="48" y="97"/>
                  </a:lnTo>
                  <a:lnTo>
                    <a:pt x="73" y="49"/>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
            <p:cNvSpPr/>
            <p:nvPr/>
          </p:nvSpPr>
          <p:spPr>
            <a:xfrm>
              <a:off x="2040000" y="2518650"/>
              <a:ext cx="1225" cy="1225"/>
            </a:xfrm>
            <a:custGeom>
              <a:avLst/>
              <a:gdLst/>
              <a:ahLst/>
              <a:cxnLst/>
              <a:rect l="l" t="t" r="r" b="b"/>
              <a:pathLst>
                <a:path w="49" h="49" extrusionOk="0">
                  <a:moveTo>
                    <a:pt x="0" y="0"/>
                  </a:moveTo>
                  <a:lnTo>
                    <a:pt x="0" y="48"/>
                  </a:lnTo>
                  <a:lnTo>
                    <a:pt x="49" y="48"/>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
            <p:cNvSpPr/>
            <p:nvPr/>
          </p:nvSpPr>
          <p:spPr>
            <a:xfrm>
              <a:off x="2106200" y="2522850"/>
              <a:ext cx="1225" cy="1225"/>
            </a:xfrm>
            <a:custGeom>
              <a:avLst/>
              <a:gdLst/>
              <a:ahLst/>
              <a:cxnLst/>
              <a:rect l="l" t="t" r="r" b="b"/>
              <a:pathLst>
                <a:path w="49" h="49" extrusionOk="0">
                  <a:moveTo>
                    <a:pt x="1" y="1"/>
                  </a:moveTo>
                  <a:lnTo>
                    <a:pt x="1" y="25"/>
                  </a:lnTo>
                  <a:lnTo>
                    <a:pt x="25"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
            <p:cNvSpPr/>
            <p:nvPr/>
          </p:nvSpPr>
          <p:spPr>
            <a:xfrm>
              <a:off x="2085750" y="2451850"/>
              <a:ext cx="2425" cy="1825"/>
            </a:xfrm>
            <a:custGeom>
              <a:avLst/>
              <a:gdLst/>
              <a:ahLst/>
              <a:cxnLst/>
              <a:rect l="l" t="t" r="r" b="b"/>
              <a:pathLst>
                <a:path w="97" h="73" extrusionOk="0">
                  <a:moveTo>
                    <a:pt x="24" y="0"/>
                  </a:moveTo>
                  <a:lnTo>
                    <a:pt x="0" y="24"/>
                  </a:lnTo>
                  <a:lnTo>
                    <a:pt x="0" y="48"/>
                  </a:lnTo>
                  <a:lnTo>
                    <a:pt x="24" y="72"/>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
            <p:cNvSpPr/>
            <p:nvPr/>
          </p:nvSpPr>
          <p:spPr>
            <a:xfrm>
              <a:off x="2159775" y="2429575"/>
              <a:ext cx="1825" cy="1825"/>
            </a:xfrm>
            <a:custGeom>
              <a:avLst/>
              <a:gdLst/>
              <a:ahLst/>
              <a:cxnLst/>
              <a:rect l="l" t="t" r="r" b="b"/>
              <a:pathLst>
                <a:path w="73" h="73" extrusionOk="0">
                  <a:moveTo>
                    <a:pt x="48" y="1"/>
                  </a:moveTo>
                  <a:lnTo>
                    <a:pt x="0" y="25"/>
                  </a:lnTo>
                  <a:lnTo>
                    <a:pt x="0" y="49"/>
                  </a:lnTo>
                  <a:lnTo>
                    <a:pt x="24" y="73"/>
                  </a:lnTo>
                  <a:lnTo>
                    <a:pt x="72"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
            <p:cNvSpPr/>
            <p:nvPr/>
          </p:nvSpPr>
          <p:spPr>
            <a:xfrm>
              <a:off x="2177225" y="2409125"/>
              <a:ext cx="1825" cy="2425"/>
            </a:xfrm>
            <a:custGeom>
              <a:avLst/>
              <a:gdLst/>
              <a:ahLst/>
              <a:cxnLst/>
              <a:rect l="l" t="t" r="r" b="b"/>
              <a:pathLst>
                <a:path w="73" h="97" extrusionOk="0">
                  <a:moveTo>
                    <a:pt x="48" y="0"/>
                  </a:moveTo>
                  <a:lnTo>
                    <a:pt x="0" y="24"/>
                  </a:lnTo>
                  <a:lnTo>
                    <a:pt x="0" y="48"/>
                  </a:lnTo>
                  <a:lnTo>
                    <a:pt x="24" y="96"/>
                  </a:lnTo>
                  <a:lnTo>
                    <a:pt x="48" y="72"/>
                  </a:lnTo>
                  <a:lnTo>
                    <a:pt x="72" y="48"/>
                  </a:lnTo>
                  <a:lnTo>
                    <a:pt x="72"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
            <p:cNvSpPr/>
            <p:nvPr/>
          </p:nvSpPr>
          <p:spPr>
            <a:xfrm>
              <a:off x="2336100" y="2477125"/>
              <a:ext cx="2425" cy="1825"/>
            </a:xfrm>
            <a:custGeom>
              <a:avLst/>
              <a:gdLst/>
              <a:ahLst/>
              <a:cxnLst/>
              <a:rect l="l" t="t" r="r" b="b"/>
              <a:pathLst>
                <a:path w="97" h="73" extrusionOk="0">
                  <a:moveTo>
                    <a:pt x="25" y="0"/>
                  </a:moveTo>
                  <a:lnTo>
                    <a:pt x="1" y="48"/>
                  </a:lnTo>
                  <a:lnTo>
                    <a:pt x="49" y="73"/>
                  </a:lnTo>
                  <a:lnTo>
                    <a:pt x="73" y="73"/>
                  </a:lnTo>
                  <a:lnTo>
                    <a:pt x="97"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
            <p:cNvSpPr/>
            <p:nvPr/>
          </p:nvSpPr>
          <p:spPr>
            <a:xfrm>
              <a:off x="2271100" y="2436800"/>
              <a:ext cx="2425" cy="2425"/>
            </a:xfrm>
            <a:custGeom>
              <a:avLst/>
              <a:gdLst/>
              <a:ahLst/>
              <a:cxnLst/>
              <a:rect l="l" t="t" r="r" b="b"/>
              <a:pathLst>
                <a:path w="97" h="97" extrusionOk="0">
                  <a:moveTo>
                    <a:pt x="73" y="0"/>
                  </a:moveTo>
                  <a:lnTo>
                    <a:pt x="49" y="24"/>
                  </a:lnTo>
                  <a:lnTo>
                    <a:pt x="1" y="49"/>
                  </a:lnTo>
                  <a:lnTo>
                    <a:pt x="1" y="73"/>
                  </a:lnTo>
                  <a:lnTo>
                    <a:pt x="49" y="97"/>
                  </a:lnTo>
                  <a:lnTo>
                    <a:pt x="73" y="73"/>
                  </a:lnTo>
                  <a:lnTo>
                    <a:pt x="97"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
            <p:cNvSpPr/>
            <p:nvPr/>
          </p:nvSpPr>
          <p:spPr>
            <a:xfrm>
              <a:off x="2253050" y="2417550"/>
              <a:ext cx="1825" cy="1825"/>
            </a:xfrm>
            <a:custGeom>
              <a:avLst/>
              <a:gdLst/>
              <a:ahLst/>
              <a:cxnLst/>
              <a:rect l="l" t="t" r="r" b="b"/>
              <a:pathLst>
                <a:path w="73" h="73" extrusionOk="0">
                  <a:moveTo>
                    <a:pt x="0" y="0"/>
                  </a:moveTo>
                  <a:lnTo>
                    <a:pt x="0" y="48"/>
                  </a:lnTo>
                  <a:lnTo>
                    <a:pt x="24" y="72"/>
                  </a:lnTo>
                  <a:lnTo>
                    <a:pt x="49" y="48"/>
                  </a:lnTo>
                  <a:lnTo>
                    <a:pt x="73"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4"/>
            <p:cNvSpPr/>
            <p:nvPr/>
          </p:nvSpPr>
          <p:spPr>
            <a:xfrm>
              <a:off x="2172400" y="2366975"/>
              <a:ext cx="2425" cy="2450"/>
            </a:xfrm>
            <a:custGeom>
              <a:avLst/>
              <a:gdLst/>
              <a:ahLst/>
              <a:cxnLst/>
              <a:rect l="l" t="t" r="r" b="b"/>
              <a:pathLst>
                <a:path w="97" h="98" extrusionOk="0">
                  <a:moveTo>
                    <a:pt x="49" y="1"/>
                  </a:moveTo>
                  <a:lnTo>
                    <a:pt x="1" y="25"/>
                  </a:lnTo>
                  <a:lnTo>
                    <a:pt x="1" y="49"/>
                  </a:lnTo>
                  <a:lnTo>
                    <a:pt x="25" y="97"/>
                  </a:lnTo>
                  <a:lnTo>
                    <a:pt x="49" y="97"/>
                  </a:lnTo>
                  <a:lnTo>
                    <a:pt x="73" y="73"/>
                  </a:lnTo>
                  <a:lnTo>
                    <a:pt x="97"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4"/>
            <p:cNvSpPr/>
            <p:nvPr/>
          </p:nvSpPr>
          <p:spPr>
            <a:xfrm>
              <a:off x="2341525" y="2435600"/>
              <a:ext cx="1825" cy="1825"/>
            </a:xfrm>
            <a:custGeom>
              <a:avLst/>
              <a:gdLst/>
              <a:ahLst/>
              <a:cxnLst/>
              <a:rect l="l" t="t" r="r" b="b"/>
              <a:pathLst>
                <a:path w="73" h="73" extrusionOk="0">
                  <a:moveTo>
                    <a:pt x="48" y="0"/>
                  </a:moveTo>
                  <a:lnTo>
                    <a:pt x="0" y="24"/>
                  </a:lnTo>
                  <a:lnTo>
                    <a:pt x="0" y="48"/>
                  </a:lnTo>
                  <a:lnTo>
                    <a:pt x="24" y="72"/>
                  </a:lnTo>
                  <a:lnTo>
                    <a:pt x="72"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4"/>
            <p:cNvSpPr/>
            <p:nvPr/>
          </p:nvSpPr>
          <p:spPr>
            <a:xfrm>
              <a:off x="2268700" y="2359150"/>
              <a:ext cx="1825" cy="3050"/>
            </a:xfrm>
            <a:custGeom>
              <a:avLst/>
              <a:gdLst/>
              <a:ahLst/>
              <a:cxnLst/>
              <a:rect l="l" t="t" r="r" b="b"/>
              <a:pathLst>
                <a:path w="73" h="122" extrusionOk="0">
                  <a:moveTo>
                    <a:pt x="24" y="1"/>
                  </a:moveTo>
                  <a:lnTo>
                    <a:pt x="0" y="49"/>
                  </a:lnTo>
                  <a:lnTo>
                    <a:pt x="0" y="97"/>
                  </a:lnTo>
                  <a:lnTo>
                    <a:pt x="24" y="121"/>
                  </a:lnTo>
                  <a:lnTo>
                    <a:pt x="48" y="97"/>
                  </a:lnTo>
                  <a:lnTo>
                    <a:pt x="73"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4"/>
            <p:cNvSpPr/>
            <p:nvPr/>
          </p:nvSpPr>
          <p:spPr>
            <a:xfrm>
              <a:off x="2311425" y="2298375"/>
              <a:ext cx="2425" cy="1825"/>
            </a:xfrm>
            <a:custGeom>
              <a:avLst/>
              <a:gdLst/>
              <a:ahLst/>
              <a:cxnLst/>
              <a:rect l="l" t="t" r="r" b="b"/>
              <a:pathLst>
                <a:path w="97"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4"/>
            <p:cNvSpPr/>
            <p:nvPr/>
          </p:nvSpPr>
          <p:spPr>
            <a:xfrm>
              <a:off x="2235600" y="2185225"/>
              <a:ext cx="2425" cy="3050"/>
            </a:xfrm>
            <a:custGeom>
              <a:avLst/>
              <a:gdLst/>
              <a:ahLst/>
              <a:cxnLst/>
              <a:rect l="l" t="t" r="r" b="b"/>
              <a:pathLst>
                <a:path w="97" h="122" extrusionOk="0">
                  <a:moveTo>
                    <a:pt x="48" y="1"/>
                  </a:moveTo>
                  <a:lnTo>
                    <a:pt x="24" y="49"/>
                  </a:lnTo>
                  <a:lnTo>
                    <a:pt x="0" y="73"/>
                  </a:lnTo>
                  <a:lnTo>
                    <a:pt x="24" y="97"/>
                  </a:lnTo>
                  <a:lnTo>
                    <a:pt x="48" y="121"/>
                  </a:lnTo>
                  <a:lnTo>
                    <a:pt x="72" y="97"/>
                  </a:lnTo>
                  <a:lnTo>
                    <a:pt x="97" y="49"/>
                  </a:lnTo>
                  <a:lnTo>
                    <a:pt x="72"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4"/>
            <p:cNvSpPr/>
            <p:nvPr/>
          </p:nvSpPr>
          <p:spPr>
            <a:xfrm>
              <a:off x="1973200" y="2011300"/>
              <a:ext cx="2425" cy="2425"/>
            </a:xfrm>
            <a:custGeom>
              <a:avLst/>
              <a:gdLst/>
              <a:ahLst/>
              <a:cxnLst/>
              <a:rect l="l" t="t" r="r" b="b"/>
              <a:pathLst>
                <a:path w="97" h="97" extrusionOk="0">
                  <a:moveTo>
                    <a:pt x="48" y="1"/>
                  </a:moveTo>
                  <a:lnTo>
                    <a:pt x="0" y="25"/>
                  </a:lnTo>
                  <a:lnTo>
                    <a:pt x="24" y="73"/>
                  </a:lnTo>
                  <a:lnTo>
                    <a:pt x="48" y="97"/>
                  </a:lnTo>
                  <a:lnTo>
                    <a:pt x="73"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4"/>
            <p:cNvSpPr/>
            <p:nvPr/>
          </p:nvSpPr>
          <p:spPr>
            <a:xfrm>
              <a:off x="1863050" y="1940300"/>
              <a:ext cx="1850" cy="1225"/>
            </a:xfrm>
            <a:custGeom>
              <a:avLst/>
              <a:gdLst/>
              <a:ahLst/>
              <a:cxnLst/>
              <a:rect l="l" t="t" r="r" b="b"/>
              <a:pathLst>
                <a:path w="74" h="49" extrusionOk="0">
                  <a:moveTo>
                    <a:pt x="49" y="0"/>
                  </a:moveTo>
                  <a:lnTo>
                    <a:pt x="1" y="24"/>
                  </a:lnTo>
                  <a:lnTo>
                    <a:pt x="1" y="48"/>
                  </a:lnTo>
                  <a:lnTo>
                    <a:pt x="73"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4"/>
            <p:cNvSpPr/>
            <p:nvPr/>
          </p:nvSpPr>
          <p:spPr>
            <a:xfrm>
              <a:off x="1925650" y="1964975"/>
              <a:ext cx="2425" cy="3025"/>
            </a:xfrm>
            <a:custGeom>
              <a:avLst/>
              <a:gdLst/>
              <a:ahLst/>
              <a:cxnLst/>
              <a:rect l="l" t="t" r="r" b="b"/>
              <a:pathLst>
                <a:path w="97" h="121" extrusionOk="0">
                  <a:moveTo>
                    <a:pt x="25" y="0"/>
                  </a:moveTo>
                  <a:lnTo>
                    <a:pt x="1" y="24"/>
                  </a:lnTo>
                  <a:lnTo>
                    <a:pt x="1" y="48"/>
                  </a:lnTo>
                  <a:lnTo>
                    <a:pt x="1" y="72"/>
                  </a:lnTo>
                  <a:lnTo>
                    <a:pt x="25" y="96"/>
                  </a:lnTo>
                  <a:lnTo>
                    <a:pt x="73" y="120"/>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4"/>
            <p:cNvSpPr/>
            <p:nvPr/>
          </p:nvSpPr>
          <p:spPr>
            <a:xfrm>
              <a:off x="2092950" y="2064275"/>
              <a:ext cx="2450" cy="2425"/>
            </a:xfrm>
            <a:custGeom>
              <a:avLst/>
              <a:gdLst/>
              <a:ahLst/>
              <a:cxnLst/>
              <a:rect l="l" t="t" r="r" b="b"/>
              <a:pathLst>
                <a:path w="98" h="97" extrusionOk="0">
                  <a:moveTo>
                    <a:pt x="25" y="0"/>
                  </a:moveTo>
                  <a:lnTo>
                    <a:pt x="1" y="24"/>
                  </a:lnTo>
                  <a:lnTo>
                    <a:pt x="1" y="72"/>
                  </a:lnTo>
                  <a:lnTo>
                    <a:pt x="25" y="96"/>
                  </a:lnTo>
                  <a:lnTo>
                    <a:pt x="49" y="96"/>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4"/>
            <p:cNvSpPr/>
            <p:nvPr/>
          </p:nvSpPr>
          <p:spPr>
            <a:xfrm>
              <a:off x="2063475" y="2032375"/>
              <a:ext cx="2425" cy="1825"/>
            </a:xfrm>
            <a:custGeom>
              <a:avLst/>
              <a:gdLst/>
              <a:ahLst/>
              <a:cxnLst/>
              <a:rect l="l" t="t" r="r" b="b"/>
              <a:pathLst>
                <a:path w="97" h="73" extrusionOk="0">
                  <a:moveTo>
                    <a:pt x="24" y="0"/>
                  </a:moveTo>
                  <a:lnTo>
                    <a:pt x="0" y="24"/>
                  </a:lnTo>
                  <a:lnTo>
                    <a:pt x="0" y="48"/>
                  </a:lnTo>
                  <a:lnTo>
                    <a:pt x="24" y="72"/>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4"/>
            <p:cNvSpPr/>
            <p:nvPr/>
          </p:nvSpPr>
          <p:spPr>
            <a:xfrm>
              <a:off x="2029775" y="2001675"/>
              <a:ext cx="2425" cy="1825"/>
            </a:xfrm>
            <a:custGeom>
              <a:avLst/>
              <a:gdLst/>
              <a:ahLst/>
              <a:cxnLst/>
              <a:rect l="l" t="t" r="r" b="b"/>
              <a:pathLst>
                <a:path w="97" h="73" extrusionOk="0">
                  <a:moveTo>
                    <a:pt x="48" y="1"/>
                  </a:moveTo>
                  <a:lnTo>
                    <a:pt x="24" y="25"/>
                  </a:lnTo>
                  <a:lnTo>
                    <a:pt x="0" y="73"/>
                  </a:lnTo>
                  <a:lnTo>
                    <a:pt x="72" y="73"/>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
            <p:cNvSpPr/>
            <p:nvPr/>
          </p:nvSpPr>
          <p:spPr>
            <a:xfrm>
              <a:off x="1990050" y="1905375"/>
              <a:ext cx="1225" cy="1850"/>
            </a:xfrm>
            <a:custGeom>
              <a:avLst/>
              <a:gdLst/>
              <a:ahLst/>
              <a:cxnLst/>
              <a:rect l="l" t="t" r="r" b="b"/>
              <a:pathLst>
                <a:path w="49" h="74" extrusionOk="0">
                  <a:moveTo>
                    <a:pt x="24" y="1"/>
                  </a:moveTo>
                  <a:lnTo>
                    <a:pt x="0" y="25"/>
                  </a:lnTo>
                  <a:lnTo>
                    <a:pt x="0" y="49"/>
                  </a:lnTo>
                  <a:lnTo>
                    <a:pt x="49" y="73"/>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4"/>
            <p:cNvSpPr/>
            <p:nvPr/>
          </p:nvSpPr>
          <p:spPr>
            <a:xfrm>
              <a:off x="1988250" y="1894550"/>
              <a:ext cx="1825" cy="1225"/>
            </a:xfrm>
            <a:custGeom>
              <a:avLst/>
              <a:gdLst/>
              <a:ahLst/>
              <a:cxnLst/>
              <a:rect l="l" t="t" r="r" b="b"/>
              <a:pathLst>
                <a:path w="73" h="49" extrusionOk="0">
                  <a:moveTo>
                    <a:pt x="48" y="0"/>
                  </a:moveTo>
                  <a:lnTo>
                    <a:pt x="0" y="25"/>
                  </a:lnTo>
                  <a:lnTo>
                    <a:pt x="0" y="49"/>
                  </a:lnTo>
                  <a:lnTo>
                    <a:pt x="72"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4"/>
            <p:cNvSpPr/>
            <p:nvPr/>
          </p:nvSpPr>
          <p:spPr>
            <a:xfrm>
              <a:off x="2051425" y="1897550"/>
              <a:ext cx="2450" cy="1850"/>
            </a:xfrm>
            <a:custGeom>
              <a:avLst/>
              <a:gdLst/>
              <a:ahLst/>
              <a:cxnLst/>
              <a:rect l="l" t="t" r="r" b="b"/>
              <a:pathLst>
                <a:path w="98" h="74" extrusionOk="0">
                  <a:moveTo>
                    <a:pt x="25" y="1"/>
                  </a:moveTo>
                  <a:lnTo>
                    <a:pt x="1" y="49"/>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4"/>
            <p:cNvSpPr/>
            <p:nvPr/>
          </p:nvSpPr>
          <p:spPr>
            <a:xfrm>
              <a:off x="2257250" y="2017325"/>
              <a:ext cx="2450" cy="1825"/>
            </a:xfrm>
            <a:custGeom>
              <a:avLst/>
              <a:gdLst/>
              <a:ahLst/>
              <a:cxnLst/>
              <a:rect l="l" t="t" r="r" b="b"/>
              <a:pathLst>
                <a:path w="98" h="73" extrusionOk="0">
                  <a:moveTo>
                    <a:pt x="25" y="0"/>
                  </a:moveTo>
                  <a:lnTo>
                    <a:pt x="1" y="24"/>
                  </a:lnTo>
                  <a:lnTo>
                    <a:pt x="25" y="73"/>
                  </a:lnTo>
                  <a:lnTo>
                    <a:pt x="49" y="73"/>
                  </a:lnTo>
                  <a:lnTo>
                    <a:pt x="97" y="49"/>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4"/>
            <p:cNvSpPr/>
            <p:nvPr/>
          </p:nvSpPr>
          <p:spPr>
            <a:xfrm>
              <a:off x="2154950" y="1942100"/>
              <a:ext cx="5450" cy="1225"/>
            </a:xfrm>
            <a:custGeom>
              <a:avLst/>
              <a:gdLst/>
              <a:ahLst/>
              <a:cxnLst/>
              <a:rect l="l" t="t" r="r" b="b"/>
              <a:pathLst>
                <a:path w="218" h="49" extrusionOk="0">
                  <a:moveTo>
                    <a:pt x="49" y="0"/>
                  </a:moveTo>
                  <a:lnTo>
                    <a:pt x="0" y="48"/>
                  </a:lnTo>
                  <a:lnTo>
                    <a:pt x="97" y="48"/>
                  </a:lnTo>
                  <a:lnTo>
                    <a:pt x="197" y="28"/>
                  </a:lnTo>
                  <a:lnTo>
                    <a:pt x="197" y="28"/>
                  </a:lnTo>
                  <a:lnTo>
                    <a:pt x="169" y="0"/>
                  </a:lnTo>
                  <a:close/>
                  <a:moveTo>
                    <a:pt x="217" y="24"/>
                  </a:moveTo>
                  <a:lnTo>
                    <a:pt x="197" y="28"/>
                  </a:lnTo>
                  <a:lnTo>
                    <a:pt x="197" y="28"/>
                  </a:lnTo>
                  <a:lnTo>
                    <a:pt x="217" y="48"/>
                  </a:lnTo>
                  <a:lnTo>
                    <a:pt x="217"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4"/>
            <p:cNvSpPr/>
            <p:nvPr/>
          </p:nvSpPr>
          <p:spPr>
            <a:xfrm>
              <a:off x="2135100" y="1902375"/>
              <a:ext cx="4825" cy="1225"/>
            </a:xfrm>
            <a:custGeom>
              <a:avLst/>
              <a:gdLst/>
              <a:ahLst/>
              <a:cxnLst/>
              <a:rect l="l" t="t" r="r" b="b"/>
              <a:pathLst>
                <a:path w="193" h="49" extrusionOk="0">
                  <a:moveTo>
                    <a:pt x="96" y="0"/>
                  </a:moveTo>
                  <a:lnTo>
                    <a:pt x="0" y="25"/>
                  </a:lnTo>
                  <a:lnTo>
                    <a:pt x="48" y="49"/>
                  </a:lnTo>
                  <a:lnTo>
                    <a:pt x="96" y="49"/>
                  </a:lnTo>
                  <a:lnTo>
                    <a:pt x="161" y="33"/>
                  </a:lnTo>
                  <a:lnTo>
                    <a:pt x="161" y="33"/>
                  </a:lnTo>
                  <a:lnTo>
                    <a:pt x="144" y="25"/>
                  </a:lnTo>
                  <a:lnTo>
                    <a:pt x="96" y="0"/>
                  </a:lnTo>
                  <a:close/>
                  <a:moveTo>
                    <a:pt x="193" y="25"/>
                  </a:moveTo>
                  <a:lnTo>
                    <a:pt x="161" y="33"/>
                  </a:lnTo>
                  <a:lnTo>
                    <a:pt x="161" y="33"/>
                  </a:lnTo>
                  <a:lnTo>
                    <a:pt x="193" y="49"/>
                  </a:lnTo>
                  <a:lnTo>
                    <a:pt x="193"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4"/>
            <p:cNvSpPr/>
            <p:nvPr/>
          </p:nvSpPr>
          <p:spPr>
            <a:xfrm>
              <a:off x="2147125" y="1906575"/>
              <a:ext cx="5450" cy="1250"/>
            </a:xfrm>
            <a:custGeom>
              <a:avLst/>
              <a:gdLst/>
              <a:ahLst/>
              <a:cxnLst/>
              <a:rect l="l" t="t" r="r" b="b"/>
              <a:pathLst>
                <a:path w="218" h="50" extrusionOk="0">
                  <a:moveTo>
                    <a:pt x="0" y="1"/>
                  </a:moveTo>
                  <a:lnTo>
                    <a:pt x="49" y="49"/>
                  </a:lnTo>
                  <a:lnTo>
                    <a:pt x="145" y="49"/>
                  </a:lnTo>
                  <a:lnTo>
                    <a:pt x="217" y="25"/>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4"/>
            <p:cNvSpPr/>
            <p:nvPr/>
          </p:nvSpPr>
          <p:spPr>
            <a:xfrm>
              <a:off x="2073700" y="1837975"/>
              <a:ext cx="2425" cy="2425"/>
            </a:xfrm>
            <a:custGeom>
              <a:avLst/>
              <a:gdLst/>
              <a:ahLst/>
              <a:cxnLst/>
              <a:rect l="l" t="t" r="r" b="b"/>
              <a:pathLst>
                <a:path w="97" h="97" extrusionOk="0">
                  <a:moveTo>
                    <a:pt x="25" y="1"/>
                  </a:moveTo>
                  <a:lnTo>
                    <a:pt x="1" y="25"/>
                  </a:lnTo>
                  <a:lnTo>
                    <a:pt x="1" y="49"/>
                  </a:lnTo>
                  <a:lnTo>
                    <a:pt x="1" y="73"/>
                  </a:lnTo>
                  <a:lnTo>
                    <a:pt x="49" y="97"/>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4"/>
            <p:cNvSpPr/>
            <p:nvPr/>
          </p:nvSpPr>
          <p:spPr>
            <a:xfrm>
              <a:off x="2303600" y="1892750"/>
              <a:ext cx="1825" cy="1825"/>
            </a:xfrm>
            <a:custGeom>
              <a:avLst/>
              <a:gdLst/>
              <a:ahLst/>
              <a:cxnLst/>
              <a:rect l="l" t="t" r="r" b="b"/>
              <a:pathLst>
                <a:path w="73" h="73" extrusionOk="0">
                  <a:moveTo>
                    <a:pt x="49" y="0"/>
                  </a:moveTo>
                  <a:lnTo>
                    <a:pt x="1" y="24"/>
                  </a:lnTo>
                  <a:lnTo>
                    <a:pt x="25" y="48"/>
                  </a:lnTo>
                  <a:lnTo>
                    <a:pt x="49" y="72"/>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
            <p:cNvSpPr/>
            <p:nvPr/>
          </p:nvSpPr>
          <p:spPr>
            <a:xfrm>
              <a:off x="2436600" y="1894550"/>
              <a:ext cx="2450" cy="3025"/>
            </a:xfrm>
            <a:custGeom>
              <a:avLst/>
              <a:gdLst/>
              <a:ahLst/>
              <a:cxnLst/>
              <a:rect l="l" t="t" r="r" b="b"/>
              <a:pathLst>
                <a:path w="98" h="121" extrusionOk="0">
                  <a:moveTo>
                    <a:pt x="49" y="0"/>
                  </a:moveTo>
                  <a:lnTo>
                    <a:pt x="1" y="25"/>
                  </a:lnTo>
                  <a:lnTo>
                    <a:pt x="1" y="73"/>
                  </a:lnTo>
                  <a:lnTo>
                    <a:pt x="25" y="121"/>
                  </a:lnTo>
                  <a:lnTo>
                    <a:pt x="73" y="97"/>
                  </a:lnTo>
                  <a:lnTo>
                    <a:pt x="97"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
            <p:cNvSpPr/>
            <p:nvPr/>
          </p:nvSpPr>
          <p:spPr>
            <a:xfrm>
              <a:off x="1827550" y="2045000"/>
              <a:ext cx="1825" cy="1825"/>
            </a:xfrm>
            <a:custGeom>
              <a:avLst/>
              <a:gdLst/>
              <a:ahLst/>
              <a:cxnLst/>
              <a:rect l="l" t="t" r="r" b="b"/>
              <a:pathLst>
                <a:path w="73" h="73" extrusionOk="0">
                  <a:moveTo>
                    <a:pt x="1" y="1"/>
                  </a:moveTo>
                  <a:lnTo>
                    <a:pt x="1" y="49"/>
                  </a:lnTo>
                  <a:lnTo>
                    <a:pt x="49"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4"/>
            <p:cNvSpPr/>
            <p:nvPr/>
          </p:nvSpPr>
          <p:spPr>
            <a:xfrm>
              <a:off x="1990650" y="2040800"/>
              <a:ext cx="1225" cy="625"/>
            </a:xfrm>
            <a:custGeom>
              <a:avLst/>
              <a:gdLst/>
              <a:ahLst/>
              <a:cxnLst/>
              <a:rect l="l" t="t" r="r" b="b"/>
              <a:pathLst>
                <a:path w="49" h="25" extrusionOk="0">
                  <a:moveTo>
                    <a:pt x="0" y="0"/>
                  </a:moveTo>
                  <a:lnTo>
                    <a:pt x="0"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
            <p:cNvSpPr/>
            <p:nvPr/>
          </p:nvSpPr>
          <p:spPr>
            <a:xfrm>
              <a:off x="1983425" y="2019125"/>
              <a:ext cx="1825" cy="1825"/>
            </a:xfrm>
            <a:custGeom>
              <a:avLst/>
              <a:gdLst/>
              <a:ahLst/>
              <a:cxnLst/>
              <a:rect l="l" t="t" r="r" b="b"/>
              <a:pathLst>
                <a:path w="73" h="73" extrusionOk="0">
                  <a:moveTo>
                    <a:pt x="25" y="1"/>
                  </a:moveTo>
                  <a:lnTo>
                    <a:pt x="1" y="25"/>
                  </a:lnTo>
                  <a:lnTo>
                    <a:pt x="25" y="73"/>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4"/>
            <p:cNvSpPr/>
            <p:nvPr/>
          </p:nvSpPr>
          <p:spPr>
            <a:xfrm>
              <a:off x="1895550" y="1967975"/>
              <a:ext cx="1850" cy="1225"/>
            </a:xfrm>
            <a:custGeom>
              <a:avLst/>
              <a:gdLst/>
              <a:ahLst/>
              <a:cxnLst/>
              <a:rect l="l" t="t" r="r" b="b"/>
              <a:pathLst>
                <a:path w="74" h="49" extrusionOk="0">
                  <a:moveTo>
                    <a:pt x="25" y="0"/>
                  </a:moveTo>
                  <a:lnTo>
                    <a:pt x="1" y="24"/>
                  </a:lnTo>
                  <a:lnTo>
                    <a:pt x="25" y="49"/>
                  </a:lnTo>
                  <a:lnTo>
                    <a:pt x="49" y="49"/>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4"/>
            <p:cNvSpPr/>
            <p:nvPr/>
          </p:nvSpPr>
          <p:spPr>
            <a:xfrm>
              <a:off x="2407725" y="2450025"/>
              <a:ext cx="1825" cy="1850"/>
            </a:xfrm>
            <a:custGeom>
              <a:avLst/>
              <a:gdLst/>
              <a:ahLst/>
              <a:cxnLst/>
              <a:rect l="l" t="t" r="r" b="b"/>
              <a:pathLst>
                <a:path w="73" h="74" extrusionOk="0">
                  <a:moveTo>
                    <a:pt x="24" y="1"/>
                  </a:moveTo>
                  <a:lnTo>
                    <a:pt x="0" y="49"/>
                  </a:lnTo>
                  <a:lnTo>
                    <a:pt x="24" y="73"/>
                  </a:lnTo>
                  <a:lnTo>
                    <a:pt x="72" y="73"/>
                  </a:lnTo>
                  <a:lnTo>
                    <a:pt x="72"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
            <p:cNvSpPr/>
            <p:nvPr/>
          </p:nvSpPr>
          <p:spPr>
            <a:xfrm>
              <a:off x="2328875" y="2403700"/>
              <a:ext cx="1225" cy="1225"/>
            </a:xfrm>
            <a:custGeom>
              <a:avLst/>
              <a:gdLst/>
              <a:ahLst/>
              <a:cxnLst/>
              <a:rect l="l" t="t" r="r" b="b"/>
              <a:pathLst>
                <a:path w="49" h="49" extrusionOk="0">
                  <a:moveTo>
                    <a:pt x="25" y="0"/>
                  </a:moveTo>
                  <a:lnTo>
                    <a:pt x="1" y="24"/>
                  </a:lnTo>
                  <a:lnTo>
                    <a:pt x="1" y="49"/>
                  </a:lnTo>
                  <a:lnTo>
                    <a:pt x="49"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
            <p:cNvSpPr/>
            <p:nvPr/>
          </p:nvSpPr>
          <p:spPr>
            <a:xfrm>
              <a:off x="2178425" y="2395275"/>
              <a:ext cx="1225" cy="1225"/>
            </a:xfrm>
            <a:custGeom>
              <a:avLst/>
              <a:gdLst/>
              <a:ahLst/>
              <a:cxnLst/>
              <a:rect l="l" t="t" r="r" b="b"/>
              <a:pathLst>
                <a:path w="49" h="49" extrusionOk="0">
                  <a:moveTo>
                    <a:pt x="24" y="0"/>
                  </a:moveTo>
                  <a:lnTo>
                    <a:pt x="0" y="24"/>
                  </a:lnTo>
                  <a:lnTo>
                    <a:pt x="0" y="48"/>
                  </a:lnTo>
                  <a:lnTo>
                    <a:pt x="48" y="48"/>
                  </a:lnTo>
                  <a:lnTo>
                    <a:pt x="48"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
            <p:cNvSpPr/>
            <p:nvPr/>
          </p:nvSpPr>
          <p:spPr>
            <a:xfrm>
              <a:off x="2307825" y="2370000"/>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
            <p:cNvSpPr/>
            <p:nvPr/>
          </p:nvSpPr>
          <p:spPr>
            <a:xfrm>
              <a:off x="2171200" y="2383225"/>
              <a:ext cx="1225" cy="1250"/>
            </a:xfrm>
            <a:custGeom>
              <a:avLst/>
              <a:gdLst/>
              <a:ahLst/>
              <a:cxnLst/>
              <a:rect l="l" t="t" r="r" b="b"/>
              <a:pathLst>
                <a:path w="49" h="50" extrusionOk="0">
                  <a:moveTo>
                    <a:pt x="24" y="1"/>
                  </a:moveTo>
                  <a:lnTo>
                    <a:pt x="0" y="25"/>
                  </a:lnTo>
                  <a:lnTo>
                    <a:pt x="0" y="49"/>
                  </a:lnTo>
                  <a:lnTo>
                    <a:pt x="49" y="49"/>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
            <p:cNvSpPr/>
            <p:nvPr/>
          </p:nvSpPr>
          <p:spPr>
            <a:xfrm>
              <a:off x="1986425" y="2022750"/>
              <a:ext cx="1850" cy="1225"/>
            </a:xfrm>
            <a:custGeom>
              <a:avLst/>
              <a:gdLst/>
              <a:ahLst/>
              <a:cxnLst/>
              <a:rect l="l" t="t" r="r" b="b"/>
              <a:pathLst>
                <a:path w="74" h="49" extrusionOk="0">
                  <a:moveTo>
                    <a:pt x="1" y="0"/>
                  </a:moveTo>
                  <a:lnTo>
                    <a:pt x="1" y="24"/>
                  </a:lnTo>
                  <a:lnTo>
                    <a:pt x="49" y="48"/>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
            <p:cNvSpPr/>
            <p:nvPr/>
          </p:nvSpPr>
          <p:spPr>
            <a:xfrm>
              <a:off x="2180825" y="2333275"/>
              <a:ext cx="1225" cy="1225"/>
            </a:xfrm>
            <a:custGeom>
              <a:avLst/>
              <a:gdLst/>
              <a:ahLst/>
              <a:cxnLst/>
              <a:rect l="l" t="t" r="r" b="b"/>
              <a:pathLst>
                <a:path w="49" h="49" extrusionOk="0">
                  <a:moveTo>
                    <a:pt x="1" y="1"/>
                  </a:moveTo>
                  <a:lnTo>
                    <a:pt x="1" y="49"/>
                  </a:ln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
            <p:cNvSpPr/>
            <p:nvPr/>
          </p:nvSpPr>
          <p:spPr>
            <a:xfrm>
              <a:off x="2014125" y="2003475"/>
              <a:ext cx="1825" cy="1825"/>
            </a:xfrm>
            <a:custGeom>
              <a:avLst/>
              <a:gdLst/>
              <a:ahLst/>
              <a:cxnLst/>
              <a:rect l="l" t="t" r="r" b="b"/>
              <a:pathLst>
                <a:path w="73" h="73" extrusionOk="0">
                  <a:moveTo>
                    <a:pt x="24" y="1"/>
                  </a:moveTo>
                  <a:lnTo>
                    <a:pt x="0" y="25"/>
                  </a:lnTo>
                  <a:lnTo>
                    <a:pt x="24" y="49"/>
                  </a:lnTo>
                  <a:lnTo>
                    <a:pt x="48" y="73"/>
                  </a:lnTo>
                  <a:lnTo>
                    <a:pt x="73"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
            <p:cNvSpPr/>
            <p:nvPr/>
          </p:nvSpPr>
          <p:spPr>
            <a:xfrm>
              <a:off x="2272900" y="2126850"/>
              <a:ext cx="2450" cy="1825"/>
            </a:xfrm>
            <a:custGeom>
              <a:avLst/>
              <a:gdLst/>
              <a:ahLst/>
              <a:cxnLst/>
              <a:rect l="l" t="t" r="r" b="b"/>
              <a:pathLst>
                <a:path w="98"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
            <p:cNvSpPr/>
            <p:nvPr/>
          </p:nvSpPr>
          <p:spPr>
            <a:xfrm>
              <a:off x="2083325" y="194872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
            <p:cNvSpPr/>
            <p:nvPr/>
          </p:nvSpPr>
          <p:spPr>
            <a:xfrm>
              <a:off x="2023750" y="1910800"/>
              <a:ext cx="1825" cy="1825"/>
            </a:xfrm>
            <a:custGeom>
              <a:avLst/>
              <a:gdLst/>
              <a:ahLst/>
              <a:cxnLst/>
              <a:rect l="l" t="t" r="r" b="b"/>
              <a:pathLst>
                <a:path w="73" h="73" extrusionOk="0">
                  <a:moveTo>
                    <a:pt x="25" y="0"/>
                  </a:moveTo>
                  <a:lnTo>
                    <a:pt x="0" y="49"/>
                  </a:lnTo>
                  <a:lnTo>
                    <a:pt x="25" y="73"/>
                  </a:lnTo>
                  <a:lnTo>
                    <a:pt x="73"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
            <p:cNvSpPr/>
            <p:nvPr/>
          </p:nvSpPr>
          <p:spPr>
            <a:xfrm>
              <a:off x="2019525" y="1909000"/>
              <a:ext cx="1850" cy="1825"/>
            </a:xfrm>
            <a:custGeom>
              <a:avLst/>
              <a:gdLst/>
              <a:ahLst/>
              <a:cxnLst/>
              <a:rect l="l" t="t" r="r" b="b"/>
              <a:pathLst>
                <a:path w="74" h="73" extrusionOk="0">
                  <a:moveTo>
                    <a:pt x="25" y="0"/>
                  </a:moveTo>
                  <a:lnTo>
                    <a:pt x="1" y="24"/>
                  </a:lnTo>
                  <a:lnTo>
                    <a:pt x="25" y="72"/>
                  </a:lnTo>
                  <a:lnTo>
                    <a:pt x="49" y="48"/>
                  </a:lnTo>
                  <a:lnTo>
                    <a:pt x="73"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
            <p:cNvSpPr/>
            <p:nvPr/>
          </p:nvSpPr>
          <p:spPr>
            <a:xfrm>
              <a:off x="2149525" y="1868675"/>
              <a:ext cx="1225" cy="3025"/>
            </a:xfrm>
            <a:custGeom>
              <a:avLst/>
              <a:gdLst/>
              <a:ahLst/>
              <a:cxnLst/>
              <a:rect l="l" t="t" r="r" b="b"/>
              <a:pathLst>
                <a:path w="49" h="121" extrusionOk="0">
                  <a:moveTo>
                    <a:pt x="49" y="0"/>
                  </a:moveTo>
                  <a:lnTo>
                    <a:pt x="37" y="30"/>
                  </a:lnTo>
                  <a:lnTo>
                    <a:pt x="49" y="24"/>
                  </a:lnTo>
                  <a:lnTo>
                    <a:pt x="49" y="0"/>
                  </a:lnTo>
                  <a:close/>
                  <a:moveTo>
                    <a:pt x="37" y="30"/>
                  </a:moveTo>
                  <a:lnTo>
                    <a:pt x="1" y="48"/>
                  </a:lnTo>
                  <a:lnTo>
                    <a:pt x="1" y="73"/>
                  </a:lnTo>
                  <a:lnTo>
                    <a:pt x="1" y="121"/>
                  </a:lnTo>
                  <a:lnTo>
                    <a:pt x="37" y="3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4"/>
            <p:cNvSpPr/>
            <p:nvPr/>
          </p:nvSpPr>
          <p:spPr>
            <a:xfrm>
              <a:off x="2064075" y="1910200"/>
              <a:ext cx="1225" cy="1225"/>
            </a:xfrm>
            <a:custGeom>
              <a:avLst/>
              <a:gdLst/>
              <a:ahLst/>
              <a:cxnLst/>
              <a:rect l="l" t="t" r="r" b="b"/>
              <a:pathLst>
                <a:path w="49" h="49" extrusionOk="0">
                  <a:moveTo>
                    <a:pt x="0" y="0"/>
                  </a:moveTo>
                  <a:lnTo>
                    <a:pt x="0" y="49"/>
                  </a:lnTo>
                  <a:lnTo>
                    <a:pt x="49"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
            <p:cNvSpPr/>
            <p:nvPr/>
          </p:nvSpPr>
          <p:spPr>
            <a:xfrm>
              <a:off x="2068275" y="1892750"/>
              <a:ext cx="1250" cy="1225"/>
            </a:xfrm>
            <a:custGeom>
              <a:avLst/>
              <a:gdLst/>
              <a:ahLst/>
              <a:cxnLst/>
              <a:rect l="l" t="t" r="r" b="b"/>
              <a:pathLst>
                <a:path w="50" h="49" extrusionOk="0">
                  <a:moveTo>
                    <a:pt x="25" y="0"/>
                  </a:moveTo>
                  <a:lnTo>
                    <a:pt x="1" y="24"/>
                  </a:lnTo>
                  <a:lnTo>
                    <a:pt x="1" y="48"/>
                  </a:lnTo>
                  <a:lnTo>
                    <a:pt x="49"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
            <p:cNvSpPr/>
            <p:nvPr/>
          </p:nvSpPr>
          <p:spPr>
            <a:xfrm>
              <a:off x="2091150" y="1887325"/>
              <a:ext cx="1825" cy="1225"/>
            </a:xfrm>
            <a:custGeom>
              <a:avLst/>
              <a:gdLst/>
              <a:ahLst/>
              <a:cxnLst/>
              <a:rect l="l" t="t" r="r" b="b"/>
              <a:pathLst>
                <a:path w="73" h="49" extrusionOk="0">
                  <a:moveTo>
                    <a:pt x="25" y="1"/>
                  </a:moveTo>
                  <a:lnTo>
                    <a:pt x="1" y="25"/>
                  </a:lnTo>
                  <a:lnTo>
                    <a:pt x="1" y="49"/>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
            <p:cNvSpPr/>
            <p:nvPr/>
          </p:nvSpPr>
          <p:spPr>
            <a:xfrm>
              <a:off x="2064675" y="1831350"/>
              <a:ext cx="1825" cy="1850"/>
            </a:xfrm>
            <a:custGeom>
              <a:avLst/>
              <a:gdLst/>
              <a:ahLst/>
              <a:cxnLst/>
              <a:rect l="l" t="t" r="r" b="b"/>
              <a:pathLst>
                <a:path w="73" h="74" extrusionOk="0">
                  <a:moveTo>
                    <a:pt x="49" y="1"/>
                  </a:moveTo>
                  <a:lnTo>
                    <a:pt x="0" y="25"/>
                  </a:lnTo>
                  <a:lnTo>
                    <a:pt x="0" y="49"/>
                  </a:lnTo>
                  <a:lnTo>
                    <a:pt x="25" y="73"/>
                  </a:lnTo>
                  <a:lnTo>
                    <a:pt x="73"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
            <p:cNvSpPr/>
            <p:nvPr/>
          </p:nvSpPr>
          <p:spPr>
            <a:xfrm>
              <a:off x="2349350" y="1951125"/>
              <a:ext cx="1225" cy="1825"/>
            </a:xfrm>
            <a:custGeom>
              <a:avLst/>
              <a:gdLst/>
              <a:ahLst/>
              <a:cxnLst/>
              <a:rect l="l" t="t" r="r" b="b"/>
              <a:pathLst>
                <a:path w="49" h="73" extrusionOk="0">
                  <a:moveTo>
                    <a:pt x="0" y="0"/>
                  </a:moveTo>
                  <a:lnTo>
                    <a:pt x="0" y="49"/>
                  </a:lnTo>
                  <a:lnTo>
                    <a:pt x="48" y="73"/>
                  </a:lnTo>
                  <a:lnTo>
                    <a:pt x="48" y="49"/>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4"/>
            <p:cNvSpPr/>
            <p:nvPr/>
          </p:nvSpPr>
          <p:spPr>
            <a:xfrm>
              <a:off x="2384850" y="1969175"/>
              <a:ext cx="1225" cy="1825"/>
            </a:xfrm>
            <a:custGeom>
              <a:avLst/>
              <a:gdLst/>
              <a:ahLst/>
              <a:cxnLst/>
              <a:rect l="l" t="t" r="r" b="b"/>
              <a:pathLst>
                <a:path w="49" h="73" extrusionOk="0">
                  <a:moveTo>
                    <a:pt x="25" y="1"/>
                  </a:moveTo>
                  <a:lnTo>
                    <a:pt x="0" y="25"/>
                  </a:lnTo>
                  <a:lnTo>
                    <a:pt x="0" y="49"/>
                  </a:lnTo>
                  <a:lnTo>
                    <a:pt x="25" y="73"/>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4"/>
            <p:cNvSpPr/>
            <p:nvPr/>
          </p:nvSpPr>
          <p:spPr>
            <a:xfrm>
              <a:off x="2321050" y="1930650"/>
              <a:ext cx="1825" cy="1850"/>
            </a:xfrm>
            <a:custGeom>
              <a:avLst/>
              <a:gdLst/>
              <a:ahLst/>
              <a:cxnLst/>
              <a:rect l="l" t="t" r="r" b="b"/>
              <a:pathLst>
                <a:path w="73" h="74" extrusionOk="0">
                  <a:moveTo>
                    <a:pt x="25" y="1"/>
                  </a:moveTo>
                  <a:lnTo>
                    <a:pt x="1" y="25"/>
                  </a:lnTo>
                  <a:lnTo>
                    <a:pt x="25" y="73"/>
                  </a:lnTo>
                  <a:lnTo>
                    <a:pt x="73"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
            <p:cNvSpPr/>
            <p:nvPr/>
          </p:nvSpPr>
          <p:spPr>
            <a:xfrm>
              <a:off x="1879300" y="2041400"/>
              <a:ext cx="1250" cy="625"/>
            </a:xfrm>
            <a:custGeom>
              <a:avLst/>
              <a:gdLst/>
              <a:ahLst/>
              <a:cxnLst/>
              <a:rect l="l" t="t" r="r" b="b"/>
              <a:pathLst>
                <a:path w="50" h="25" extrusionOk="0">
                  <a:moveTo>
                    <a:pt x="1" y="0"/>
                  </a:moveTo>
                  <a:lnTo>
                    <a:pt x="25"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4"/>
            <p:cNvSpPr/>
            <p:nvPr/>
          </p:nvSpPr>
          <p:spPr>
            <a:xfrm>
              <a:off x="1979825" y="2037175"/>
              <a:ext cx="1225" cy="1225"/>
            </a:xfrm>
            <a:custGeom>
              <a:avLst/>
              <a:gdLst/>
              <a:ahLst/>
              <a:cxnLst/>
              <a:rect l="l" t="t" r="r" b="b"/>
              <a:pathLst>
                <a:path w="49" h="49" extrusionOk="0">
                  <a:moveTo>
                    <a:pt x="48" y="1"/>
                  </a:moveTo>
                  <a:lnTo>
                    <a:pt x="0" y="25"/>
                  </a:lnTo>
                  <a:lnTo>
                    <a:pt x="0" y="49"/>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
            <p:cNvSpPr/>
            <p:nvPr/>
          </p:nvSpPr>
          <p:spPr>
            <a:xfrm>
              <a:off x="2061075" y="2510825"/>
              <a:ext cx="1225" cy="1225"/>
            </a:xfrm>
            <a:custGeom>
              <a:avLst/>
              <a:gdLst/>
              <a:ahLst/>
              <a:cxnLst/>
              <a:rect l="l" t="t" r="r" b="b"/>
              <a:pathLst>
                <a:path w="49" h="49" extrusionOk="0">
                  <a:moveTo>
                    <a:pt x="0" y="0"/>
                  </a:moveTo>
                  <a:lnTo>
                    <a:pt x="0" y="24"/>
                  </a:lnTo>
                  <a:lnTo>
                    <a:pt x="24" y="49"/>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
            <p:cNvSpPr/>
            <p:nvPr/>
          </p:nvSpPr>
          <p:spPr>
            <a:xfrm>
              <a:off x="2277725" y="2411525"/>
              <a:ext cx="1225" cy="1225"/>
            </a:xfrm>
            <a:custGeom>
              <a:avLst/>
              <a:gdLst/>
              <a:ahLst/>
              <a:cxnLst/>
              <a:rect l="l" t="t" r="r" b="b"/>
              <a:pathLst>
                <a:path w="49" h="49" extrusionOk="0">
                  <a:moveTo>
                    <a:pt x="0" y="0"/>
                  </a:moveTo>
                  <a:lnTo>
                    <a:pt x="0" y="48"/>
                  </a:lnTo>
                  <a:lnTo>
                    <a:pt x="24"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4"/>
            <p:cNvSpPr/>
            <p:nvPr/>
          </p:nvSpPr>
          <p:spPr>
            <a:xfrm>
              <a:off x="1893750" y="2028750"/>
              <a:ext cx="625" cy="1225"/>
            </a:xfrm>
            <a:custGeom>
              <a:avLst/>
              <a:gdLst/>
              <a:ahLst/>
              <a:cxnLst/>
              <a:rect l="l" t="t" r="r" b="b"/>
              <a:pathLst>
                <a:path w="25" h="49" extrusionOk="0">
                  <a:moveTo>
                    <a:pt x="25" y="1"/>
                  </a:moveTo>
                  <a:lnTo>
                    <a:pt x="1" y="25"/>
                  </a:ln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
            <p:cNvSpPr/>
            <p:nvPr/>
          </p:nvSpPr>
          <p:spPr>
            <a:xfrm>
              <a:off x="2325875" y="2286350"/>
              <a:ext cx="25" cy="625"/>
            </a:xfrm>
            <a:custGeom>
              <a:avLst/>
              <a:gdLst/>
              <a:ahLst/>
              <a:cxnLst/>
              <a:rect l="l" t="t" r="r" b="b"/>
              <a:pathLst>
                <a:path w="1" h="25" extrusionOk="0">
                  <a:moveTo>
                    <a:pt x="0" y="0"/>
                  </a:moveTo>
                  <a:lnTo>
                    <a:pt x="0" y="0"/>
                  </a:lnTo>
                  <a:lnTo>
                    <a:pt x="0" y="0"/>
                  </a:lnTo>
                  <a:lnTo>
                    <a:pt x="0" y="0"/>
                  </a:lnTo>
                  <a:lnTo>
                    <a:pt x="0" y="24"/>
                  </a:lnTo>
                  <a:lnTo>
                    <a:pt x="0"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
            <p:cNvSpPr/>
            <p:nvPr/>
          </p:nvSpPr>
          <p:spPr>
            <a:xfrm>
              <a:off x="2021950" y="2483150"/>
              <a:ext cx="625" cy="1225"/>
            </a:xfrm>
            <a:custGeom>
              <a:avLst/>
              <a:gdLst/>
              <a:ahLst/>
              <a:cxnLst/>
              <a:rect l="l" t="t" r="r" b="b"/>
              <a:pathLst>
                <a:path w="25" h="49" extrusionOk="0">
                  <a:moveTo>
                    <a:pt x="24" y="0"/>
                  </a:moveTo>
                  <a:lnTo>
                    <a:pt x="0" y="24"/>
                  </a:lnTo>
                  <a:lnTo>
                    <a:pt x="0" y="48"/>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
            <p:cNvSpPr/>
            <p:nvPr/>
          </p:nvSpPr>
          <p:spPr>
            <a:xfrm>
              <a:off x="2214525" y="2354950"/>
              <a:ext cx="625" cy="1225"/>
            </a:xfrm>
            <a:custGeom>
              <a:avLst/>
              <a:gdLst/>
              <a:ahLst/>
              <a:cxnLst/>
              <a:rect l="l" t="t" r="r" b="b"/>
              <a:pathLst>
                <a:path w="25" h="49" extrusionOk="0">
                  <a:moveTo>
                    <a:pt x="1" y="0"/>
                  </a:moveTo>
                  <a:lnTo>
                    <a:pt x="1" y="49"/>
                  </a:lnTo>
                  <a:lnTo>
                    <a:pt x="25"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4"/>
            <p:cNvSpPr/>
            <p:nvPr/>
          </p:nvSpPr>
          <p:spPr>
            <a:xfrm>
              <a:off x="2185050" y="2481925"/>
              <a:ext cx="1225" cy="625"/>
            </a:xfrm>
            <a:custGeom>
              <a:avLst/>
              <a:gdLst/>
              <a:ahLst/>
              <a:cxnLst/>
              <a:rect l="l" t="t" r="r" b="b"/>
              <a:pathLst>
                <a:path w="49" h="25" extrusionOk="0">
                  <a:moveTo>
                    <a:pt x="24" y="1"/>
                  </a:moveTo>
                  <a:lnTo>
                    <a:pt x="0" y="25"/>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
            <p:cNvSpPr/>
            <p:nvPr/>
          </p:nvSpPr>
          <p:spPr>
            <a:xfrm>
              <a:off x="2399900" y="2465675"/>
              <a:ext cx="625" cy="625"/>
            </a:xfrm>
            <a:custGeom>
              <a:avLst/>
              <a:gdLst/>
              <a:ahLst/>
              <a:cxnLst/>
              <a:rect l="l" t="t" r="r" b="b"/>
              <a:pathLst>
                <a:path w="25" h="25" extrusionOk="0">
                  <a:moveTo>
                    <a:pt x="0" y="1"/>
                  </a:moveTo>
                  <a:lnTo>
                    <a:pt x="0"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
            <p:cNvSpPr/>
            <p:nvPr/>
          </p:nvSpPr>
          <p:spPr>
            <a:xfrm>
              <a:off x="1927450" y="1967975"/>
              <a:ext cx="25" cy="25"/>
            </a:xfrm>
            <a:custGeom>
              <a:avLst/>
              <a:gdLst/>
              <a:ahLst/>
              <a:cxnLst/>
              <a:rect l="l" t="t" r="r" b="b"/>
              <a:pathLst>
                <a:path w="1" h="1" extrusionOk="0">
                  <a:moveTo>
                    <a:pt x="1" y="0"/>
                  </a:move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
            <p:cNvSpPr/>
            <p:nvPr/>
          </p:nvSpPr>
          <p:spPr>
            <a:xfrm>
              <a:off x="2052025" y="20311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
            <p:cNvSpPr/>
            <p:nvPr/>
          </p:nvSpPr>
          <p:spPr>
            <a:xfrm>
              <a:off x="1893150" y="1937275"/>
              <a:ext cx="1225" cy="625"/>
            </a:xfrm>
            <a:custGeom>
              <a:avLst/>
              <a:gdLst/>
              <a:ahLst/>
              <a:cxnLst/>
              <a:rect l="l" t="t" r="r" b="b"/>
              <a:pathLst>
                <a:path w="49" h="25" extrusionOk="0">
                  <a:moveTo>
                    <a:pt x="1" y="1"/>
                  </a:moveTo>
                  <a:lnTo>
                    <a:pt x="1" y="25"/>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
            <p:cNvSpPr/>
            <p:nvPr/>
          </p:nvSpPr>
          <p:spPr>
            <a:xfrm>
              <a:off x="1941300" y="1962550"/>
              <a:ext cx="1825" cy="1225"/>
            </a:xfrm>
            <a:custGeom>
              <a:avLst/>
              <a:gdLst/>
              <a:ahLst/>
              <a:cxnLst/>
              <a:rect l="l" t="t" r="r" b="b"/>
              <a:pathLst>
                <a:path w="73" h="49" extrusionOk="0">
                  <a:moveTo>
                    <a:pt x="24" y="1"/>
                  </a:moveTo>
                  <a:lnTo>
                    <a:pt x="0" y="25"/>
                  </a:lnTo>
                  <a:lnTo>
                    <a:pt x="24" y="49"/>
                  </a:lnTo>
                  <a:lnTo>
                    <a:pt x="49"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
            <p:cNvSpPr/>
            <p:nvPr/>
          </p:nvSpPr>
          <p:spPr>
            <a:xfrm>
              <a:off x="1910600" y="1920425"/>
              <a:ext cx="625" cy="1225"/>
            </a:xfrm>
            <a:custGeom>
              <a:avLst/>
              <a:gdLst/>
              <a:ahLst/>
              <a:cxnLst/>
              <a:rect l="l" t="t" r="r" b="b"/>
              <a:pathLst>
                <a:path w="25" h="49" extrusionOk="0">
                  <a:moveTo>
                    <a:pt x="1" y="1"/>
                  </a:move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
            <p:cNvSpPr/>
            <p:nvPr/>
          </p:nvSpPr>
          <p:spPr>
            <a:xfrm>
              <a:off x="1861250" y="1954725"/>
              <a:ext cx="25" cy="625"/>
            </a:xfrm>
            <a:custGeom>
              <a:avLst/>
              <a:gdLst/>
              <a:ahLst/>
              <a:cxnLst/>
              <a:rect l="l" t="t" r="r" b="b"/>
              <a:pathLst>
                <a:path w="1" h="25" extrusionOk="0">
                  <a:moveTo>
                    <a:pt x="1" y="25"/>
                  </a:moveTo>
                  <a:lnTo>
                    <a:pt x="1" y="1"/>
                  </a:lnTo>
                  <a:lnTo>
                    <a:pt x="1" y="1"/>
                  </a:lnTo>
                  <a:lnTo>
                    <a:pt x="1"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
            <p:cNvSpPr/>
            <p:nvPr/>
          </p:nvSpPr>
          <p:spPr>
            <a:xfrm>
              <a:off x="2337900" y="2406100"/>
              <a:ext cx="1225" cy="1225"/>
            </a:xfrm>
            <a:custGeom>
              <a:avLst/>
              <a:gdLst/>
              <a:ahLst/>
              <a:cxnLst/>
              <a:rect l="l" t="t" r="r" b="b"/>
              <a:pathLst>
                <a:path w="49" h="49" extrusionOk="0">
                  <a:moveTo>
                    <a:pt x="1" y="1"/>
                  </a:moveTo>
                  <a:lnTo>
                    <a:pt x="1" y="25"/>
                  </a:lnTo>
                  <a:lnTo>
                    <a:pt x="25"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
            <p:cNvSpPr/>
            <p:nvPr/>
          </p:nvSpPr>
          <p:spPr>
            <a:xfrm>
              <a:off x="1912400" y="2023350"/>
              <a:ext cx="1250" cy="1225"/>
            </a:xfrm>
            <a:custGeom>
              <a:avLst/>
              <a:gdLst/>
              <a:ahLst/>
              <a:cxnLst/>
              <a:rect l="l" t="t" r="r" b="b"/>
              <a:pathLst>
                <a:path w="50" h="49" extrusionOk="0">
                  <a:moveTo>
                    <a:pt x="1" y="0"/>
                  </a:moveTo>
                  <a:lnTo>
                    <a:pt x="25" y="48"/>
                  </a:lnTo>
                  <a:lnTo>
                    <a:pt x="49" y="48"/>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
            <p:cNvSpPr/>
            <p:nvPr/>
          </p:nvSpPr>
          <p:spPr>
            <a:xfrm>
              <a:off x="2395075" y="2403100"/>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
            <p:cNvSpPr/>
            <p:nvPr/>
          </p:nvSpPr>
          <p:spPr>
            <a:xfrm>
              <a:off x="2241600" y="2462075"/>
              <a:ext cx="1250" cy="1225"/>
            </a:xfrm>
            <a:custGeom>
              <a:avLst/>
              <a:gdLst/>
              <a:ahLst/>
              <a:cxnLst/>
              <a:rect l="l" t="t" r="r" b="b"/>
              <a:pathLst>
                <a:path w="50" h="49" extrusionOk="0">
                  <a:moveTo>
                    <a:pt x="1" y="0"/>
                  </a:moveTo>
                  <a:lnTo>
                    <a:pt x="25" y="49"/>
                  </a:lnTo>
                  <a:lnTo>
                    <a:pt x="49"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
            <p:cNvSpPr/>
            <p:nvPr/>
          </p:nvSpPr>
          <p:spPr>
            <a:xfrm>
              <a:off x="1857650" y="1984225"/>
              <a:ext cx="1225" cy="625"/>
            </a:xfrm>
            <a:custGeom>
              <a:avLst/>
              <a:gdLst/>
              <a:ahLst/>
              <a:cxnLst/>
              <a:rect l="l" t="t" r="r" b="b"/>
              <a:pathLst>
                <a:path w="49" h="25" extrusionOk="0">
                  <a:moveTo>
                    <a:pt x="0" y="0"/>
                  </a:moveTo>
                  <a:lnTo>
                    <a:pt x="24" y="24"/>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
            <p:cNvSpPr/>
            <p:nvPr/>
          </p:nvSpPr>
          <p:spPr>
            <a:xfrm>
              <a:off x="2059250" y="1912000"/>
              <a:ext cx="1225" cy="1225"/>
            </a:xfrm>
            <a:custGeom>
              <a:avLst/>
              <a:gdLst/>
              <a:ahLst/>
              <a:cxnLst/>
              <a:rect l="l" t="t" r="r" b="b"/>
              <a:pathLst>
                <a:path w="49" h="49" extrusionOk="0">
                  <a:moveTo>
                    <a:pt x="25" y="1"/>
                  </a:moveTo>
                  <a:lnTo>
                    <a:pt x="1" y="25"/>
                  </a:lnTo>
                  <a:lnTo>
                    <a:pt x="25" y="49"/>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
            <p:cNvSpPr/>
            <p:nvPr/>
          </p:nvSpPr>
          <p:spPr>
            <a:xfrm>
              <a:off x="2127875" y="1943900"/>
              <a:ext cx="1825" cy="1225"/>
            </a:xfrm>
            <a:custGeom>
              <a:avLst/>
              <a:gdLst/>
              <a:ahLst/>
              <a:cxnLst/>
              <a:rect l="l" t="t" r="r" b="b"/>
              <a:pathLst>
                <a:path w="73" h="49" extrusionOk="0">
                  <a:moveTo>
                    <a:pt x="24" y="0"/>
                  </a:moveTo>
                  <a:lnTo>
                    <a:pt x="0" y="25"/>
                  </a:lnTo>
                  <a:lnTo>
                    <a:pt x="24" y="49"/>
                  </a:lnTo>
                  <a:lnTo>
                    <a:pt x="72" y="49"/>
                  </a:lnTo>
                  <a:lnTo>
                    <a:pt x="72" y="25"/>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
            <p:cNvSpPr/>
            <p:nvPr/>
          </p:nvSpPr>
          <p:spPr>
            <a:xfrm>
              <a:off x="2145325" y="1943300"/>
              <a:ext cx="2425" cy="625"/>
            </a:xfrm>
            <a:custGeom>
              <a:avLst/>
              <a:gdLst/>
              <a:ahLst/>
              <a:cxnLst/>
              <a:rect l="l" t="t" r="r" b="b"/>
              <a:pathLst>
                <a:path w="97" h="25" extrusionOk="0">
                  <a:moveTo>
                    <a:pt x="0" y="0"/>
                  </a:moveTo>
                  <a:lnTo>
                    <a:pt x="0" y="0"/>
                  </a:lnTo>
                  <a:lnTo>
                    <a:pt x="97" y="24"/>
                  </a:lnTo>
                  <a:lnTo>
                    <a:pt x="97" y="24"/>
                  </a:lnTo>
                  <a:lnTo>
                    <a:pt x="97" y="24"/>
                  </a:lnTo>
                  <a:lnTo>
                    <a:pt x="97"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
            <p:cNvSpPr/>
            <p:nvPr/>
          </p:nvSpPr>
          <p:spPr>
            <a:xfrm>
              <a:off x="1929250" y="2019725"/>
              <a:ext cx="25" cy="25"/>
            </a:xfrm>
            <a:custGeom>
              <a:avLst/>
              <a:gdLst/>
              <a:ahLst/>
              <a:cxnLst/>
              <a:rect l="l" t="t" r="r" b="b"/>
              <a:pathLst>
                <a:path w="1" h="1" extrusionOk="0">
                  <a:moveTo>
                    <a:pt x="1" y="1"/>
                  </a:moveTo>
                  <a:lnTo>
                    <a:pt x="1" y="1"/>
                  </a:lnTo>
                  <a:lnTo>
                    <a:pt x="1" y="1"/>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
            <p:cNvSpPr/>
            <p:nvPr/>
          </p:nvSpPr>
          <p:spPr>
            <a:xfrm>
              <a:off x="2125450" y="1902375"/>
              <a:ext cx="625" cy="625"/>
            </a:xfrm>
            <a:custGeom>
              <a:avLst/>
              <a:gdLst/>
              <a:ahLst/>
              <a:cxnLst/>
              <a:rect l="l" t="t" r="r" b="b"/>
              <a:pathLst>
                <a:path w="25" h="25" extrusionOk="0">
                  <a:moveTo>
                    <a:pt x="1" y="0"/>
                  </a:moveTo>
                  <a:lnTo>
                    <a:pt x="1" y="25"/>
                  </a:lnTo>
                  <a:lnTo>
                    <a:pt x="25" y="25"/>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
            <p:cNvSpPr/>
            <p:nvPr/>
          </p:nvSpPr>
          <p:spPr>
            <a:xfrm>
              <a:off x="2153750" y="2506000"/>
              <a:ext cx="1225" cy="1225"/>
            </a:xfrm>
            <a:custGeom>
              <a:avLst/>
              <a:gdLst/>
              <a:ahLst/>
              <a:cxnLst/>
              <a:rect l="l" t="t" r="r" b="b"/>
              <a:pathLst>
                <a:path w="49" h="49" extrusionOk="0">
                  <a:moveTo>
                    <a:pt x="24" y="1"/>
                  </a:moveTo>
                  <a:lnTo>
                    <a:pt x="0" y="25"/>
                  </a:lnTo>
                  <a:lnTo>
                    <a:pt x="24" y="49"/>
                  </a:lnTo>
                  <a:lnTo>
                    <a:pt x="48"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
            <p:cNvSpPr/>
            <p:nvPr/>
          </p:nvSpPr>
          <p:spPr>
            <a:xfrm>
              <a:off x="2413725" y="2051025"/>
              <a:ext cx="1250" cy="625"/>
            </a:xfrm>
            <a:custGeom>
              <a:avLst/>
              <a:gdLst/>
              <a:ahLst/>
              <a:cxnLst/>
              <a:rect l="l" t="t" r="r" b="b"/>
              <a:pathLst>
                <a:path w="50" h="25" extrusionOk="0">
                  <a:moveTo>
                    <a:pt x="1" y="1"/>
                  </a:moveTo>
                  <a:lnTo>
                    <a:pt x="25" y="25"/>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
            <p:cNvSpPr/>
            <p:nvPr/>
          </p:nvSpPr>
          <p:spPr>
            <a:xfrm>
              <a:off x="2211525" y="2259250"/>
              <a:ext cx="625" cy="625"/>
            </a:xfrm>
            <a:custGeom>
              <a:avLst/>
              <a:gdLst/>
              <a:ahLst/>
              <a:cxnLst/>
              <a:rect l="l" t="t" r="r" b="b"/>
              <a:pathLst>
                <a:path w="25" h="25"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
            <p:cNvSpPr/>
            <p:nvPr/>
          </p:nvSpPr>
          <p:spPr>
            <a:xfrm>
              <a:off x="1967775" y="2001675"/>
              <a:ext cx="625" cy="625"/>
            </a:xfrm>
            <a:custGeom>
              <a:avLst/>
              <a:gdLst/>
              <a:ahLst/>
              <a:cxnLst/>
              <a:rect l="l" t="t" r="r" b="b"/>
              <a:pathLst>
                <a:path w="25" h="25" extrusionOk="0">
                  <a:moveTo>
                    <a:pt x="1" y="1"/>
                  </a:move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
            <p:cNvSpPr/>
            <p:nvPr/>
          </p:nvSpPr>
          <p:spPr>
            <a:xfrm>
              <a:off x="2125450" y="18337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
            <p:cNvSpPr/>
            <p:nvPr/>
          </p:nvSpPr>
          <p:spPr>
            <a:xfrm>
              <a:off x="2225975" y="226107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
            <p:cNvSpPr/>
            <p:nvPr/>
          </p:nvSpPr>
          <p:spPr>
            <a:xfrm>
              <a:off x="1913000" y="1970375"/>
              <a:ext cx="650" cy="625"/>
            </a:xfrm>
            <a:custGeom>
              <a:avLst/>
              <a:gdLst/>
              <a:ahLst/>
              <a:cxnLst/>
              <a:rect l="l" t="t" r="r" b="b"/>
              <a:pathLst>
                <a:path w="26"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
            <p:cNvSpPr/>
            <p:nvPr/>
          </p:nvSpPr>
          <p:spPr>
            <a:xfrm>
              <a:off x="2356550" y="1886725"/>
              <a:ext cx="1250" cy="625"/>
            </a:xfrm>
            <a:custGeom>
              <a:avLst/>
              <a:gdLst/>
              <a:ahLst/>
              <a:cxnLst/>
              <a:rect l="l" t="t" r="r" b="b"/>
              <a:pathLst>
                <a:path w="50" h="25" extrusionOk="0">
                  <a:moveTo>
                    <a:pt x="1" y="1"/>
                  </a:moveTo>
                  <a:lnTo>
                    <a:pt x="25" y="13"/>
                  </a:lnTo>
                  <a:lnTo>
                    <a:pt x="25" y="1"/>
                  </a:lnTo>
                  <a:close/>
                  <a:moveTo>
                    <a:pt x="25" y="13"/>
                  </a:moveTo>
                  <a:lnTo>
                    <a:pt x="25" y="25"/>
                  </a:lnTo>
                  <a:lnTo>
                    <a:pt x="49" y="25"/>
                  </a:lnTo>
                  <a:lnTo>
                    <a:pt x="25" y="1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
            <p:cNvSpPr/>
            <p:nvPr/>
          </p:nvSpPr>
          <p:spPr>
            <a:xfrm>
              <a:off x="2393275" y="1856625"/>
              <a:ext cx="1225" cy="1250"/>
            </a:xfrm>
            <a:custGeom>
              <a:avLst/>
              <a:gdLst/>
              <a:ahLst/>
              <a:cxnLst/>
              <a:rect l="l" t="t" r="r" b="b"/>
              <a:pathLst>
                <a:path w="49" h="50" extrusionOk="0">
                  <a:moveTo>
                    <a:pt x="0" y="1"/>
                  </a:move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
            <p:cNvSpPr/>
            <p:nvPr/>
          </p:nvSpPr>
          <p:spPr>
            <a:xfrm>
              <a:off x="2076700" y="2016725"/>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
            <p:cNvSpPr/>
            <p:nvPr/>
          </p:nvSpPr>
          <p:spPr>
            <a:xfrm>
              <a:off x="2325275" y="234652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
            <p:cNvSpPr/>
            <p:nvPr/>
          </p:nvSpPr>
          <p:spPr>
            <a:xfrm>
              <a:off x="2127875" y="1944500"/>
              <a:ext cx="25" cy="25"/>
            </a:xfrm>
            <a:custGeom>
              <a:avLst/>
              <a:gdLst/>
              <a:ahLst/>
              <a:cxnLst/>
              <a:rect l="l" t="t" r="r" b="b"/>
              <a:pathLst>
                <a:path w="1" h="1" extrusionOk="0">
                  <a:moveTo>
                    <a:pt x="0" y="1"/>
                  </a:move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
            <p:cNvSpPr/>
            <p:nvPr/>
          </p:nvSpPr>
          <p:spPr>
            <a:xfrm>
              <a:off x="2375825" y="2359150"/>
              <a:ext cx="625" cy="650"/>
            </a:xfrm>
            <a:custGeom>
              <a:avLst/>
              <a:gdLst/>
              <a:ahLst/>
              <a:cxnLst/>
              <a:rect l="l" t="t" r="r" b="b"/>
              <a:pathLst>
                <a:path w="25" h="26"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
            <p:cNvSpPr/>
            <p:nvPr/>
          </p:nvSpPr>
          <p:spPr>
            <a:xfrm>
              <a:off x="2316250" y="2048625"/>
              <a:ext cx="25" cy="625"/>
            </a:xfrm>
            <a:custGeom>
              <a:avLst/>
              <a:gdLst/>
              <a:ahLst/>
              <a:cxnLst/>
              <a:rect l="l" t="t" r="r" b="b"/>
              <a:pathLst>
                <a:path w="1" h="25" extrusionOk="0">
                  <a:moveTo>
                    <a:pt x="0" y="24"/>
                  </a:moveTo>
                  <a:lnTo>
                    <a:pt x="0" y="24"/>
                  </a:lnTo>
                  <a:lnTo>
                    <a:pt x="0" y="0"/>
                  </a:lnTo>
                  <a:lnTo>
                    <a:pt x="0" y="0"/>
                  </a:lnTo>
                  <a:lnTo>
                    <a:pt x="0" y="0"/>
                  </a:lnTo>
                  <a:lnTo>
                    <a:pt x="0" y="0"/>
                  </a:lnTo>
                  <a:lnTo>
                    <a:pt x="0" y="24"/>
                  </a:lnTo>
                  <a:lnTo>
                    <a:pt x="0" y="24"/>
                  </a:lnTo>
                  <a:lnTo>
                    <a:pt x="0"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
            <p:cNvSpPr/>
            <p:nvPr/>
          </p:nvSpPr>
          <p:spPr>
            <a:xfrm>
              <a:off x="2142300" y="1943900"/>
              <a:ext cx="625" cy="625"/>
            </a:xfrm>
            <a:custGeom>
              <a:avLst/>
              <a:gdLst/>
              <a:ahLst/>
              <a:cxnLst/>
              <a:rect l="l" t="t" r="r" b="b"/>
              <a:pathLst>
                <a:path w="25" h="25" extrusionOk="0">
                  <a:moveTo>
                    <a:pt x="1" y="0"/>
                  </a:moveTo>
                  <a:lnTo>
                    <a:pt x="25"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
            <p:cNvSpPr/>
            <p:nvPr/>
          </p:nvSpPr>
          <p:spPr>
            <a:xfrm>
              <a:off x="2142900" y="1943300"/>
              <a:ext cx="2450" cy="625"/>
            </a:xfrm>
            <a:custGeom>
              <a:avLst/>
              <a:gdLst/>
              <a:ahLst/>
              <a:cxnLst/>
              <a:rect l="l" t="t" r="r" b="b"/>
              <a:pathLst>
                <a:path w="98" h="25" extrusionOk="0">
                  <a:moveTo>
                    <a:pt x="97" y="0"/>
                  </a:moveTo>
                  <a:lnTo>
                    <a:pt x="97" y="0"/>
                  </a:lnTo>
                  <a:lnTo>
                    <a:pt x="1" y="24"/>
                  </a:lnTo>
                  <a:lnTo>
                    <a:pt x="1" y="24"/>
                  </a:lnTo>
                  <a:lnTo>
                    <a:pt x="1" y="24"/>
                  </a:lnTo>
                  <a:lnTo>
                    <a:pt x="1" y="24"/>
                  </a:lnTo>
                  <a:lnTo>
                    <a:pt x="97" y="0"/>
                  </a:lnTo>
                  <a:lnTo>
                    <a:pt x="97" y="0"/>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
            <p:cNvSpPr/>
            <p:nvPr/>
          </p:nvSpPr>
          <p:spPr>
            <a:xfrm>
              <a:off x="2147725" y="1943300"/>
              <a:ext cx="2425" cy="625"/>
            </a:xfrm>
            <a:custGeom>
              <a:avLst/>
              <a:gdLst/>
              <a:ahLst/>
              <a:cxnLst/>
              <a:rect l="l" t="t" r="r" b="b"/>
              <a:pathLst>
                <a:path w="97" h="25" extrusionOk="0">
                  <a:moveTo>
                    <a:pt x="97" y="0"/>
                  </a:moveTo>
                  <a:lnTo>
                    <a:pt x="97" y="0"/>
                  </a:lnTo>
                  <a:lnTo>
                    <a:pt x="1" y="24"/>
                  </a:lnTo>
                  <a:lnTo>
                    <a:pt x="1" y="24"/>
                  </a:lnTo>
                  <a:lnTo>
                    <a:pt x="1" y="24"/>
                  </a:lnTo>
                  <a:lnTo>
                    <a:pt x="1" y="24"/>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
            <p:cNvSpPr/>
            <p:nvPr/>
          </p:nvSpPr>
          <p:spPr>
            <a:xfrm>
              <a:off x="2150125" y="1943300"/>
              <a:ext cx="25" cy="25"/>
            </a:xfrm>
            <a:custGeom>
              <a:avLst/>
              <a:gdLst/>
              <a:ahLst/>
              <a:cxnLst/>
              <a:rect l="l" t="t" r="r" b="b"/>
              <a:pathLst>
                <a:path w="1" h="1" extrusionOk="0">
                  <a:moveTo>
                    <a:pt x="1" y="0"/>
                  </a:moveTo>
                  <a:lnTo>
                    <a:pt x="1" y="0"/>
                  </a:ln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
            <p:cNvSpPr/>
            <p:nvPr/>
          </p:nvSpPr>
          <p:spPr>
            <a:xfrm>
              <a:off x="2154350" y="1943300"/>
              <a:ext cx="625" cy="25"/>
            </a:xfrm>
            <a:custGeom>
              <a:avLst/>
              <a:gdLst/>
              <a:ahLst/>
              <a:cxnLst/>
              <a:rect l="l" t="t" r="r" b="b"/>
              <a:pathLst>
                <a:path w="25" h="1" extrusionOk="0">
                  <a:moveTo>
                    <a:pt x="24" y="0"/>
                  </a:moveTo>
                  <a:lnTo>
                    <a:pt x="24" y="0"/>
                  </a:lnTo>
                  <a:lnTo>
                    <a:pt x="0" y="0"/>
                  </a:lnTo>
                  <a:lnTo>
                    <a:pt x="0" y="0"/>
                  </a:lnTo>
                  <a:lnTo>
                    <a:pt x="24" y="0"/>
                  </a:lnTo>
                  <a:lnTo>
                    <a:pt x="24" y="0"/>
                  </a:lnTo>
                  <a:lnTo>
                    <a:pt x="24"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
            <p:cNvSpPr/>
            <p:nvPr/>
          </p:nvSpPr>
          <p:spPr>
            <a:xfrm>
              <a:off x="2029775" y="1852425"/>
              <a:ext cx="625" cy="25"/>
            </a:xfrm>
            <a:custGeom>
              <a:avLst/>
              <a:gdLst/>
              <a:ahLst/>
              <a:cxnLst/>
              <a:rect l="l" t="t" r="r" b="b"/>
              <a:pathLst>
                <a:path w="25" h="1" extrusionOk="0">
                  <a:moveTo>
                    <a:pt x="24" y="0"/>
                  </a:moveTo>
                  <a:lnTo>
                    <a:pt x="24"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
            <p:cNvSpPr/>
            <p:nvPr/>
          </p:nvSpPr>
          <p:spPr>
            <a:xfrm>
              <a:off x="2135100" y="1908400"/>
              <a:ext cx="625" cy="25"/>
            </a:xfrm>
            <a:custGeom>
              <a:avLst/>
              <a:gdLst/>
              <a:ahLst/>
              <a:cxnLst/>
              <a:rect l="l" t="t" r="r" b="b"/>
              <a:pathLst>
                <a:path w="25" h="1" extrusionOk="0">
                  <a:moveTo>
                    <a:pt x="24" y="0"/>
                  </a:moveTo>
                  <a:lnTo>
                    <a:pt x="0"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
            <p:cNvSpPr/>
            <p:nvPr/>
          </p:nvSpPr>
          <p:spPr>
            <a:xfrm>
              <a:off x="2135100" y="1908400"/>
              <a:ext cx="625" cy="25"/>
            </a:xfrm>
            <a:custGeom>
              <a:avLst/>
              <a:gdLst/>
              <a:ahLst/>
              <a:cxnLst/>
              <a:rect l="l" t="t" r="r" b="b"/>
              <a:pathLst>
                <a:path w="25" h="1" extrusionOk="0">
                  <a:moveTo>
                    <a:pt x="0" y="0"/>
                  </a:moveTo>
                  <a:lnTo>
                    <a:pt x="24" y="0"/>
                  </a:lnTo>
                  <a:lnTo>
                    <a:pt x="24" y="0"/>
                  </a:lnTo>
                  <a:lnTo>
                    <a:pt x="0" y="0"/>
                  </a:lnTo>
                  <a:lnTo>
                    <a:pt x="0" y="0"/>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
            <p:cNvSpPr/>
            <p:nvPr/>
          </p:nvSpPr>
          <p:spPr>
            <a:xfrm>
              <a:off x="2139900" y="1907800"/>
              <a:ext cx="625" cy="625"/>
            </a:xfrm>
            <a:custGeom>
              <a:avLst/>
              <a:gdLst/>
              <a:ahLst/>
              <a:cxnLst/>
              <a:rect l="l" t="t" r="r" b="b"/>
              <a:pathLst>
                <a:path w="25" h="25" extrusionOk="0">
                  <a:moveTo>
                    <a:pt x="25"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
            <p:cNvSpPr/>
            <p:nvPr/>
          </p:nvSpPr>
          <p:spPr>
            <a:xfrm>
              <a:off x="2140500" y="1907800"/>
              <a:ext cx="25" cy="625"/>
            </a:xfrm>
            <a:custGeom>
              <a:avLst/>
              <a:gdLst/>
              <a:ahLst/>
              <a:cxnLst/>
              <a:rect l="l" t="t" r="r" b="b"/>
              <a:pathLst>
                <a:path w="1" h="25" extrusionOk="0">
                  <a:moveTo>
                    <a:pt x="1" y="24"/>
                  </a:moveTo>
                  <a:lnTo>
                    <a:pt x="1" y="24"/>
                  </a:lnTo>
                  <a:lnTo>
                    <a:pt x="1" y="24"/>
                  </a:lnTo>
                  <a:lnTo>
                    <a:pt x="1" y="24"/>
                  </a:lnTo>
                  <a:lnTo>
                    <a:pt x="1" y="0"/>
                  </a:lnTo>
                  <a:lnTo>
                    <a:pt x="1" y="24"/>
                  </a:lnTo>
                  <a:lnTo>
                    <a:pt x="1" y="24"/>
                  </a:lnTo>
                  <a:lnTo>
                    <a:pt x="1" y="24"/>
                  </a:lnTo>
                  <a:lnTo>
                    <a:pt x="1"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
            <p:cNvSpPr/>
            <p:nvPr/>
          </p:nvSpPr>
          <p:spPr>
            <a:xfrm>
              <a:off x="2128475" y="1897550"/>
              <a:ext cx="25" cy="25"/>
            </a:xfrm>
            <a:custGeom>
              <a:avLst/>
              <a:gdLst/>
              <a:ahLst/>
              <a:cxnLst/>
              <a:rect l="l" t="t" r="r" b="b"/>
              <a:pathLst>
                <a:path w="1" h="1" extrusionOk="0">
                  <a:moveTo>
                    <a:pt x="0" y="1"/>
                  </a:moveTo>
                  <a:lnTo>
                    <a:pt x="0" y="1"/>
                  </a:ln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
            <p:cNvSpPr/>
            <p:nvPr/>
          </p:nvSpPr>
          <p:spPr>
            <a:xfrm>
              <a:off x="2147125" y="1906575"/>
              <a:ext cx="25" cy="650"/>
            </a:xfrm>
            <a:custGeom>
              <a:avLst/>
              <a:gdLst/>
              <a:ahLst/>
              <a:cxnLst/>
              <a:rect l="l" t="t" r="r" b="b"/>
              <a:pathLst>
                <a:path w="1" h="26" extrusionOk="0">
                  <a:moveTo>
                    <a:pt x="0" y="1"/>
                  </a:moveTo>
                  <a:lnTo>
                    <a:pt x="0" y="25"/>
                  </a:lnTo>
                  <a:lnTo>
                    <a:pt x="0" y="25"/>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
            <p:cNvSpPr/>
            <p:nvPr/>
          </p:nvSpPr>
          <p:spPr>
            <a:xfrm>
              <a:off x="2128475" y="1897550"/>
              <a:ext cx="2425" cy="625"/>
            </a:xfrm>
            <a:custGeom>
              <a:avLst/>
              <a:gdLst/>
              <a:ahLst/>
              <a:cxnLst/>
              <a:rect l="l" t="t" r="r" b="b"/>
              <a:pathLst>
                <a:path w="97" h="25" extrusionOk="0">
                  <a:moveTo>
                    <a:pt x="0" y="1"/>
                  </a:moveTo>
                  <a:lnTo>
                    <a:pt x="24" y="25"/>
                  </a:lnTo>
                  <a:lnTo>
                    <a:pt x="97" y="25"/>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
            <p:cNvSpPr/>
            <p:nvPr/>
          </p:nvSpPr>
          <p:spPr>
            <a:xfrm>
              <a:off x="2139900" y="1902375"/>
              <a:ext cx="1825" cy="1225"/>
            </a:xfrm>
            <a:custGeom>
              <a:avLst/>
              <a:gdLst/>
              <a:ahLst/>
              <a:cxnLst/>
              <a:rect l="l" t="t" r="r" b="b"/>
              <a:pathLst>
                <a:path w="73" h="49" extrusionOk="0">
                  <a:moveTo>
                    <a:pt x="49" y="0"/>
                  </a:moveTo>
                  <a:lnTo>
                    <a:pt x="25" y="25"/>
                  </a:lnTo>
                  <a:lnTo>
                    <a:pt x="49" y="25"/>
                  </a:lnTo>
                  <a:lnTo>
                    <a:pt x="73" y="0"/>
                  </a:lnTo>
                  <a:close/>
                  <a:moveTo>
                    <a:pt x="1" y="25"/>
                  </a:moveTo>
                  <a:lnTo>
                    <a:pt x="1" y="49"/>
                  </a:lnTo>
                  <a:lnTo>
                    <a:pt x="25"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
            <p:cNvSpPr/>
            <p:nvPr/>
          </p:nvSpPr>
          <p:spPr>
            <a:xfrm>
              <a:off x="2130275" y="1896350"/>
              <a:ext cx="2425" cy="1825"/>
            </a:xfrm>
            <a:custGeom>
              <a:avLst/>
              <a:gdLst/>
              <a:ahLst/>
              <a:cxnLst/>
              <a:rect l="l" t="t" r="r" b="b"/>
              <a:pathLst>
                <a:path w="97" h="73" extrusionOk="0">
                  <a:moveTo>
                    <a:pt x="25" y="1"/>
                  </a:moveTo>
                  <a:lnTo>
                    <a:pt x="44" y="7"/>
                  </a:lnTo>
                  <a:lnTo>
                    <a:pt x="44" y="7"/>
                  </a:lnTo>
                  <a:lnTo>
                    <a:pt x="49" y="1"/>
                  </a:lnTo>
                  <a:close/>
                  <a:moveTo>
                    <a:pt x="44" y="7"/>
                  </a:moveTo>
                  <a:lnTo>
                    <a:pt x="0" y="73"/>
                  </a:lnTo>
                  <a:lnTo>
                    <a:pt x="25" y="73"/>
                  </a:lnTo>
                  <a:lnTo>
                    <a:pt x="49" y="25"/>
                  </a:lnTo>
                  <a:lnTo>
                    <a:pt x="97" y="25"/>
                  </a:lnTo>
                  <a:lnTo>
                    <a:pt x="44" y="7"/>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
            <p:cNvSpPr/>
            <p:nvPr/>
          </p:nvSpPr>
          <p:spPr>
            <a:xfrm>
              <a:off x="2118850" y="2487350"/>
              <a:ext cx="625" cy="625"/>
            </a:xfrm>
            <a:custGeom>
              <a:avLst/>
              <a:gdLst/>
              <a:ahLst/>
              <a:cxnLst/>
              <a:rect l="l" t="t" r="r" b="b"/>
              <a:pathLst>
                <a:path w="25" h="25" extrusionOk="0">
                  <a:moveTo>
                    <a:pt x="0"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
            <p:cNvSpPr/>
            <p:nvPr/>
          </p:nvSpPr>
          <p:spPr>
            <a:xfrm>
              <a:off x="2136300" y="1887325"/>
              <a:ext cx="1825" cy="625"/>
            </a:xfrm>
            <a:custGeom>
              <a:avLst/>
              <a:gdLst/>
              <a:ahLst/>
              <a:cxnLst/>
              <a:rect l="l" t="t" r="r" b="b"/>
              <a:pathLst>
                <a:path w="73" h="25" extrusionOk="0">
                  <a:moveTo>
                    <a:pt x="24" y="1"/>
                  </a:moveTo>
                  <a:lnTo>
                    <a:pt x="0" y="25"/>
                  </a:lnTo>
                  <a:lnTo>
                    <a:pt x="48"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
            <p:cNvSpPr/>
            <p:nvPr/>
          </p:nvSpPr>
          <p:spPr>
            <a:xfrm>
              <a:off x="2138100" y="1886725"/>
              <a:ext cx="1825" cy="625"/>
            </a:xfrm>
            <a:custGeom>
              <a:avLst/>
              <a:gdLst/>
              <a:ahLst/>
              <a:cxnLst/>
              <a:rect l="l" t="t" r="r" b="b"/>
              <a:pathLst>
                <a:path w="73" h="25" extrusionOk="0">
                  <a:moveTo>
                    <a:pt x="49" y="1"/>
                  </a:moveTo>
                  <a:lnTo>
                    <a:pt x="0" y="25"/>
                  </a:lnTo>
                  <a:lnTo>
                    <a:pt x="49"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
            <p:cNvSpPr/>
            <p:nvPr/>
          </p:nvSpPr>
          <p:spPr>
            <a:xfrm>
              <a:off x="2074900" y="1848200"/>
              <a:ext cx="625" cy="25"/>
            </a:xfrm>
            <a:custGeom>
              <a:avLst/>
              <a:gdLst/>
              <a:ahLst/>
              <a:cxnLst/>
              <a:rect l="l" t="t" r="r" b="b"/>
              <a:pathLst>
                <a:path w="25" h="1" extrusionOk="0">
                  <a:moveTo>
                    <a:pt x="25" y="1"/>
                  </a:moveTo>
                  <a:lnTo>
                    <a:pt x="25" y="1"/>
                  </a:lnTo>
                  <a:lnTo>
                    <a:pt x="1" y="1"/>
                  </a:lnTo>
                  <a:lnTo>
                    <a:pt x="1" y="1"/>
                  </a:lnTo>
                  <a:lnTo>
                    <a:pt x="25" y="1"/>
                  </a:lnTo>
                  <a:lnTo>
                    <a:pt x="25" y="1"/>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
            <p:cNvSpPr/>
            <p:nvPr/>
          </p:nvSpPr>
          <p:spPr>
            <a:xfrm>
              <a:off x="2139900" y="1886125"/>
              <a:ext cx="2425" cy="625"/>
            </a:xfrm>
            <a:custGeom>
              <a:avLst/>
              <a:gdLst/>
              <a:ahLst/>
              <a:cxnLst/>
              <a:rect l="l" t="t" r="r" b="b"/>
              <a:pathLst>
                <a:path w="97" h="25" extrusionOk="0">
                  <a:moveTo>
                    <a:pt x="49" y="0"/>
                  </a:moveTo>
                  <a:lnTo>
                    <a:pt x="1" y="25"/>
                  </a:lnTo>
                  <a:lnTo>
                    <a:pt x="49" y="25"/>
                  </a:lnTo>
                  <a:lnTo>
                    <a:pt x="65" y="8"/>
                  </a:lnTo>
                  <a:lnTo>
                    <a:pt x="65" y="8"/>
                  </a:lnTo>
                  <a:lnTo>
                    <a:pt x="49" y="0"/>
                  </a:lnTo>
                  <a:close/>
                  <a:moveTo>
                    <a:pt x="73" y="0"/>
                  </a:moveTo>
                  <a:lnTo>
                    <a:pt x="65" y="8"/>
                  </a:lnTo>
                  <a:lnTo>
                    <a:pt x="65" y="8"/>
                  </a:lnTo>
                  <a:lnTo>
                    <a:pt x="97"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
            <p:cNvSpPr/>
            <p:nvPr/>
          </p:nvSpPr>
          <p:spPr>
            <a:xfrm>
              <a:off x="2075500" y="1847600"/>
              <a:ext cx="1225" cy="625"/>
            </a:xfrm>
            <a:custGeom>
              <a:avLst/>
              <a:gdLst/>
              <a:ahLst/>
              <a:cxnLst/>
              <a:rect l="l" t="t" r="r" b="b"/>
              <a:pathLst>
                <a:path w="49" h="25" extrusionOk="0">
                  <a:moveTo>
                    <a:pt x="25" y="1"/>
                  </a:moveTo>
                  <a:lnTo>
                    <a:pt x="1" y="25"/>
                  </a:lnTo>
                  <a:lnTo>
                    <a:pt x="25"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
            <p:cNvSpPr/>
            <p:nvPr/>
          </p:nvSpPr>
          <p:spPr>
            <a:xfrm>
              <a:off x="1965975" y="2039600"/>
              <a:ext cx="625" cy="25"/>
            </a:xfrm>
            <a:custGeom>
              <a:avLst/>
              <a:gdLst/>
              <a:ahLst/>
              <a:cxnLst/>
              <a:rect l="l" t="t" r="r" b="b"/>
              <a:pathLst>
                <a:path w="25" h="1" extrusionOk="0">
                  <a:moveTo>
                    <a:pt x="0" y="0"/>
                  </a:moveTo>
                  <a:lnTo>
                    <a:pt x="0" y="0"/>
                  </a:lnTo>
                  <a:lnTo>
                    <a:pt x="25"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
            <p:cNvSpPr/>
            <p:nvPr/>
          </p:nvSpPr>
          <p:spPr>
            <a:xfrm>
              <a:off x="1895550" y="1964350"/>
              <a:ext cx="625" cy="650"/>
            </a:xfrm>
            <a:custGeom>
              <a:avLst/>
              <a:gdLst/>
              <a:ahLst/>
              <a:cxnLst/>
              <a:rect l="l" t="t" r="r" b="b"/>
              <a:pathLst>
                <a:path w="25" h="26"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
            <p:cNvSpPr/>
            <p:nvPr/>
          </p:nvSpPr>
          <p:spPr>
            <a:xfrm>
              <a:off x="2027350" y="2037175"/>
              <a:ext cx="625" cy="625"/>
            </a:xfrm>
            <a:custGeom>
              <a:avLst/>
              <a:gdLst/>
              <a:ahLst/>
              <a:cxnLst/>
              <a:rect l="l" t="t" r="r" b="b"/>
              <a:pathLst>
                <a:path w="25"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
            <p:cNvSpPr/>
            <p:nvPr/>
          </p:nvSpPr>
          <p:spPr>
            <a:xfrm>
              <a:off x="2405300" y="1951725"/>
              <a:ext cx="650" cy="25"/>
            </a:xfrm>
            <a:custGeom>
              <a:avLst/>
              <a:gdLst/>
              <a:ahLst/>
              <a:cxnLst/>
              <a:rect l="l" t="t" r="r" b="b"/>
              <a:pathLst>
                <a:path w="26" h="1" extrusionOk="0">
                  <a:moveTo>
                    <a:pt x="25" y="0"/>
                  </a:moveTo>
                  <a:lnTo>
                    <a:pt x="1" y="0"/>
                  </a:lnTo>
                  <a:lnTo>
                    <a:pt x="25" y="0"/>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
            <p:cNvSpPr/>
            <p:nvPr/>
          </p:nvSpPr>
          <p:spPr>
            <a:xfrm>
              <a:off x="2357175" y="1887325"/>
              <a:ext cx="625" cy="25"/>
            </a:xfrm>
            <a:custGeom>
              <a:avLst/>
              <a:gdLst/>
              <a:ahLst/>
              <a:cxnLst/>
              <a:rect l="l" t="t" r="r" b="b"/>
              <a:pathLst>
                <a:path w="25" h="1" extrusionOk="0">
                  <a:moveTo>
                    <a:pt x="0" y="1"/>
                  </a:moveTo>
                  <a:lnTo>
                    <a:pt x="0" y="1"/>
                  </a:lnTo>
                  <a:lnTo>
                    <a:pt x="24" y="1"/>
                  </a:lnTo>
                  <a:lnTo>
                    <a:pt x="24"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
            <p:cNvSpPr/>
            <p:nvPr/>
          </p:nvSpPr>
          <p:spPr>
            <a:xfrm>
              <a:off x="2484150" y="1986025"/>
              <a:ext cx="101725" cy="97525"/>
            </a:xfrm>
            <a:custGeom>
              <a:avLst/>
              <a:gdLst/>
              <a:ahLst/>
              <a:cxnLst/>
              <a:rect l="l" t="t" r="r" b="b"/>
              <a:pathLst>
                <a:path w="4069" h="3901" extrusionOk="0">
                  <a:moveTo>
                    <a:pt x="2191" y="193"/>
                  </a:moveTo>
                  <a:lnTo>
                    <a:pt x="2649" y="265"/>
                  </a:lnTo>
                  <a:lnTo>
                    <a:pt x="2745" y="289"/>
                  </a:lnTo>
                  <a:lnTo>
                    <a:pt x="2865" y="338"/>
                  </a:lnTo>
                  <a:lnTo>
                    <a:pt x="3082" y="458"/>
                  </a:lnTo>
                  <a:lnTo>
                    <a:pt x="3299" y="602"/>
                  </a:lnTo>
                  <a:lnTo>
                    <a:pt x="3491" y="771"/>
                  </a:lnTo>
                  <a:lnTo>
                    <a:pt x="3636" y="988"/>
                  </a:lnTo>
                  <a:lnTo>
                    <a:pt x="3732" y="1180"/>
                  </a:lnTo>
                  <a:lnTo>
                    <a:pt x="3804" y="1373"/>
                  </a:lnTo>
                  <a:lnTo>
                    <a:pt x="3852" y="1662"/>
                  </a:lnTo>
                  <a:lnTo>
                    <a:pt x="3876" y="1926"/>
                  </a:lnTo>
                  <a:lnTo>
                    <a:pt x="3876" y="2095"/>
                  </a:lnTo>
                  <a:lnTo>
                    <a:pt x="3852" y="2263"/>
                  </a:lnTo>
                  <a:lnTo>
                    <a:pt x="3804" y="2432"/>
                  </a:lnTo>
                  <a:lnTo>
                    <a:pt x="3732" y="2601"/>
                  </a:lnTo>
                  <a:lnTo>
                    <a:pt x="3684" y="2697"/>
                  </a:lnTo>
                  <a:lnTo>
                    <a:pt x="3612" y="2793"/>
                  </a:lnTo>
                  <a:lnTo>
                    <a:pt x="3371" y="3010"/>
                  </a:lnTo>
                  <a:lnTo>
                    <a:pt x="3178" y="3250"/>
                  </a:lnTo>
                  <a:lnTo>
                    <a:pt x="3082" y="3347"/>
                  </a:lnTo>
                  <a:lnTo>
                    <a:pt x="2986" y="3419"/>
                  </a:lnTo>
                  <a:lnTo>
                    <a:pt x="2889" y="3467"/>
                  </a:lnTo>
                  <a:lnTo>
                    <a:pt x="2769" y="3515"/>
                  </a:lnTo>
                  <a:lnTo>
                    <a:pt x="2312" y="3660"/>
                  </a:lnTo>
                  <a:lnTo>
                    <a:pt x="2095" y="3684"/>
                  </a:lnTo>
                  <a:lnTo>
                    <a:pt x="1854" y="3708"/>
                  </a:lnTo>
                  <a:lnTo>
                    <a:pt x="1397" y="3636"/>
                  </a:lnTo>
                  <a:lnTo>
                    <a:pt x="1204" y="3612"/>
                  </a:lnTo>
                  <a:lnTo>
                    <a:pt x="988" y="3563"/>
                  </a:lnTo>
                  <a:lnTo>
                    <a:pt x="843" y="3491"/>
                  </a:lnTo>
                  <a:lnTo>
                    <a:pt x="699" y="3419"/>
                  </a:lnTo>
                  <a:lnTo>
                    <a:pt x="602" y="3323"/>
                  </a:lnTo>
                  <a:lnTo>
                    <a:pt x="506" y="3178"/>
                  </a:lnTo>
                  <a:lnTo>
                    <a:pt x="289" y="2865"/>
                  </a:lnTo>
                  <a:lnTo>
                    <a:pt x="217" y="2745"/>
                  </a:lnTo>
                  <a:lnTo>
                    <a:pt x="169" y="2625"/>
                  </a:lnTo>
                  <a:lnTo>
                    <a:pt x="145" y="2504"/>
                  </a:lnTo>
                  <a:lnTo>
                    <a:pt x="145" y="2360"/>
                  </a:lnTo>
                  <a:lnTo>
                    <a:pt x="169" y="2095"/>
                  </a:lnTo>
                  <a:lnTo>
                    <a:pt x="217" y="1734"/>
                  </a:lnTo>
                  <a:lnTo>
                    <a:pt x="289" y="1397"/>
                  </a:lnTo>
                  <a:lnTo>
                    <a:pt x="338" y="1204"/>
                  </a:lnTo>
                  <a:lnTo>
                    <a:pt x="410" y="1060"/>
                  </a:lnTo>
                  <a:lnTo>
                    <a:pt x="482" y="891"/>
                  </a:lnTo>
                  <a:lnTo>
                    <a:pt x="602" y="747"/>
                  </a:lnTo>
                  <a:lnTo>
                    <a:pt x="675" y="699"/>
                  </a:lnTo>
                  <a:lnTo>
                    <a:pt x="771" y="651"/>
                  </a:lnTo>
                  <a:lnTo>
                    <a:pt x="915" y="627"/>
                  </a:lnTo>
                  <a:lnTo>
                    <a:pt x="1060" y="578"/>
                  </a:lnTo>
                  <a:lnTo>
                    <a:pt x="1228" y="554"/>
                  </a:lnTo>
                  <a:lnTo>
                    <a:pt x="1373" y="458"/>
                  </a:lnTo>
                  <a:lnTo>
                    <a:pt x="1493" y="386"/>
                  </a:lnTo>
                  <a:lnTo>
                    <a:pt x="1613" y="314"/>
                  </a:lnTo>
                  <a:lnTo>
                    <a:pt x="1854" y="217"/>
                  </a:lnTo>
                  <a:lnTo>
                    <a:pt x="2023" y="193"/>
                  </a:lnTo>
                  <a:close/>
                  <a:moveTo>
                    <a:pt x="1902" y="1"/>
                  </a:moveTo>
                  <a:lnTo>
                    <a:pt x="1758" y="49"/>
                  </a:lnTo>
                  <a:lnTo>
                    <a:pt x="1589" y="121"/>
                  </a:lnTo>
                  <a:lnTo>
                    <a:pt x="1421" y="193"/>
                  </a:lnTo>
                  <a:lnTo>
                    <a:pt x="1349" y="241"/>
                  </a:lnTo>
                  <a:lnTo>
                    <a:pt x="1276" y="289"/>
                  </a:lnTo>
                  <a:lnTo>
                    <a:pt x="1204" y="338"/>
                  </a:lnTo>
                  <a:lnTo>
                    <a:pt x="1132" y="386"/>
                  </a:lnTo>
                  <a:lnTo>
                    <a:pt x="963" y="410"/>
                  </a:lnTo>
                  <a:lnTo>
                    <a:pt x="867" y="410"/>
                  </a:lnTo>
                  <a:lnTo>
                    <a:pt x="795" y="434"/>
                  </a:lnTo>
                  <a:lnTo>
                    <a:pt x="747" y="458"/>
                  </a:lnTo>
                  <a:lnTo>
                    <a:pt x="675" y="506"/>
                  </a:lnTo>
                  <a:lnTo>
                    <a:pt x="651" y="578"/>
                  </a:lnTo>
                  <a:lnTo>
                    <a:pt x="602" y="627"/>
                  </a:lnTo>
                  <a:lnTo>
                    <a:pt x="554" y="651"/>
                  </a:lnTo>
                  <a:lnTo>
                    <a:pt x="434" y="795"/>
                  </a:lnTo>
                  <a:lnTo>
                    <a:pt x="338" y="939"/>
                  </a:lnTo>
                  <a:lnTo>
                    <a:pt x="241" y="1108"/>
                  </a:lnTo>
                  <a:lnTo>
                    <a:pt x="193" y="1276"/>
                  </a:lnTo>
                  <a:lnTo>
                    <a:pt x="73" y="1854"/>
                  </a:lnTo>
                  <a:lnTo>
                    <a:pt x="25" y="2119"/>
                  </a:lnTo>
                  <a:lnTo>
                    <a:pt x="1" y="2360"/>
                  </a:lnTo>
                  <a:lnTo>
                    <a:pt x="1" y="2552"/>
                  </a:lnTo>
                  <a:lnTo>
                    <a:pt x="25" y="2721"/>
                  </a:lnTo>
                  <a:lnTo>
                    <a:pt x="97" y="2889"/>
                  </a:lnTo>
                  <a:lnTo>
                    <a:pt x="193" y="3034"/>
                  </a:lnTo>
                  <a:lnTo>
                    <a:pt x="289" y="3178"/>
                  </a:lnTo>
                  <a:lnTo>
                    <a:pt x="386" y="3323"/>
                  </a:lnTo>
                  <a:lnTo>
                    <a:pt x="506" y="3467"/>
                  </a:lnTo>
                  <a:lnTo>
                    <a:pt x="578" y="3563"/>
                  </a:lnTo>
                  <a:lnTo>
                    <a:pt x="675" y="3636"/>
                  </a:lnTo>
                  <a:lnTo>
                    <a:pt x="891" y="3732"/>
                  </a:lnTo>
                  <a:lnTo>
                    <a:pt x="1132" y="3804"/>
                  </a:lnTo>
                  <a:lnTo>
                    <a:pt x="1397" y="3852"/>
                  </a:lnTo>
                  <a:lnTo>
                    <a:pt x="1926" y="3900"/>
                  </a:lnTo>
                  <a:lnTo>
                    <a:pt x="2167" y="3900"/>
                  </a:lnTo>
                  <a:lnTo>
                    <a:pt x="2432" y="3852"/>
                  </a:lnTo>
                  <a:lnTo>
                    <a:pt x="2889" y="3684"/>
                  </a:lnTo>
                  <a:lnTo>
                    <a:pt x="3058" y="3612"/>
                  </a:lnTo>
                  <a:lnTo>
                    <a:pt x="3154" y="3539"/>
                  </a:lnTo>
                  <a:lnTo>
                    <a:pt x="3226" y="3467"/>
                  </a:lnTo>
                  <a:lnTo>
                    <a:pt x="3443" y="3226"/>
                  </a:lnTo>
                  <a:lnTo>
                    <a:pt x="3539" y="3106"/>
                  </a:lnTo>
                  <a:lnTo>
                    <a:pt x="3660" y="2986"/>
                  </a:lnTo>
                  <a:lnTo>
                    <a:pt x="3732" y="2889"/>
                  </a:lnTo>
                  <a:lnTo>
                    <a:pt x="3828" y="2793"/>
                  </a:lnTo>
                  <a:lnTo>
                    <a:pt x="3900" y="2697"/>
                  </a:lnTo>
                  <a:lnTo>
                    <a:pt x="3949" y="2576"/>
                  </a:lnTo>
                  <a:lnTo>
                    <a:pt x="3997" y="2408"/>
                  </a:lnTo>
                  <a:lnTo>
                    <a:pt x="4045" y="2239"/>
                  </a:lnTo>
                  <a:lnTo>
                    <a:pt x="4069" y="2047"/>
                  </a:lnTo>
                  <a:lnTo>
                    <a:pt x="4069" y="1878"/>
                  </a:lnTo>
                  <a:lnTo>
                    <a:pt x="4045" y="1614"/>
                  </a:lnTo>
                  <a:lnTo>
                    <a:pt x="3997" y="1349"/>
                  </a:lnTo>
                  <a:lnTo>
                    <a:pt x="3949" y="1204"/>
                  </a:lnTo>
                  <a:lnTo>
                    <a:pt x="3900" y="1036"/>
                  </a:lnTo>
                  <a:lnTo>
                    <a:pt x="3780" y="843"/>
                  </a:lnTo>
                  <a:lnTo>
                    <a:pt x="3636" y="651"/>
                  </a:lnTo>
                  <a:lnTo>
                    <a:pt x="3467" y="482"/>
                  </a:lnTo>
                  <a:lnTo>
                    <a:pt x="3299" y="338"/>
                  </a:lnTo>
                  <a:lnTo>
                    <a:pt x="3034" y="193"/>
                  </a:lnTo>
                  <a:lnTo>
                    <a:pt x="2889" y="121"/>
                  </a:lnTo>
                  <a:lnTo>
                    <a:pt x="2745" y="73"/>
                  </a:lnTo>
                  <a:lnTo>
                    <a:pt x="22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
            <p:cNvSpPr/>
            <p:nvPr/>
          </p:nvSpPr>
          <p:spPr>
            <a:xfrm>
              <a:off x="2516050" y="2013700"/>
              <a:ext cx="39750" cy="41575"/>
            </a:xfrm>
            <a:custGeom>
              <a:avLst/>
              <a:gdLst/>
              <a:ahLst/>
              <a:cxnLst/>
              <a:rect l="l" t="t" r="r" b="b"/>
              <a:pathLst>
                <a:path w="1590" h="1663" extrusionOk="0">
                  <a:moveTo>
                    <a:pt x="963" y="194"/>
                  </a:moveTo>
                  <a:lnTo>
                    <a:pt x="1060" y="242"/>
                  </a:lnTo>
                  <a:lnTo>
                    <a:pt x="1300" y="386"/>
                  </a:lnTo>
                  <a:lnTo>
                    <a:pt x="1373" y="458"/>
                  </a:lnTo>
                  <a:lnTo>
                    <a:pt x="1397" y="555"/>
                  </a:lnTo>
                  <a:lnTo>
                    <a:pt x="1421" y="819"/>
                  </a:lnTo>
                  <a:lnTo>
                    <a:pt x="1421" y="940"/>
                  </a:lnTo>
                  <a:lnTo>
                    <a:pt x="1397" y="1084"/>
                  </a:lnTo>
                  <a:lnTo>
                    <a:pt x="1349" y="1181"/>
                  </a:lnTo>
                  <a:lnTo>
                    <a:pt x="1276" y="1253"/>
                  </a:lnTo>
                  <a:lnTo>
                    <a:pt x="1060" y="1445"/>
                  </a:lnTo>
                  <a:lnTo>
                    <a:pt x="1012" y="1469"/>
                  </a:lnTo>
                  <a:lnTo>
                    <a:pt x="939" y="1494"/>
                  </a:lnTo>
                  <a:lnTo>
                    <a:pt x="747" y="1494"/>
                  </a:lnTo>
                  <a:lnTo>
                    <a:pt x="578" y="1469"/>
                  </a:lnTo>
                  <a:lnTo>
                    <a:pt x="434" y="1421"/>
                  </a:lnTo>
                  <a:lnTo>
                    <a:pt x="289" y="1349"/>
                  </a:lnTo>
                  <a:lnTo>
                    <a:pt x="241" y="1301"/>
                  </a:lnTo>
                  <a:lnTo>
                    <a:pt x="193" y="1229"/>
                  </a:lnTo>
                  <a:lnTo>
                    <a:pt x="169" y="1181"/>
                  </a:lnTo>
                  <a:lnTo>
                    <a:pt x="169" y="1084"/>
                  </a:lnTo>
                  <a:lnTo>
                    <a:pt x="169" y="1036"/>
                  </a:lnTo>
                  <a:lnTo>
                    <a:pt x="169" y="940"/>
                  </a:lnTo>
                  <a:lnTo>
                    <a:pt x="169" y="771"/>
                  </a:lnTo>
                  <a:lnTo>
                    <a:pt x="193" y="603"/>
                  </a:lnTo>
                  <a:lnTo>
                    <a:pt x="217" y="531"/>
                  </a:lnTo>
                  <a:lnTo>
                    <a:pt x="265" y="458"/>
                  </a:lnTo>
                  <a:lnTo>
                    <a:pt x="386" y="362"/>
                  </a:lnTo>
                  <a:lnTo>
                    <a:pt x="482" y="290"/>
                  </a:lnTo>
                  <a:lnTo>
                    <a:pt x="602" y="242"/>
                  </a:lnTo>
                  <a:lnTo>
                    <a:pt x="723" y="194"/>
                  </a:lnTo>
                  <a:close/>
                  <a:moveTo>
                    <a:pt x="747" y="1"/>
                  </a:moveTo>
                  <a:lnTo>
                    <a:pt x="602" y="49"/>
                  </a:lnTo>
                  <a:lnTo>
                    <a:pt x="458" y="97"/>
                  </a:lnTo>
                  <a:lnTo>
                    <a:pt x="313" y="169"/>
                  </a:lnTo>
                  <a:lnTo>
                    <a:pt x="241" y="218"/>
                  </a:lnTo>
                  <a:lnTo>
                    <a:pt x="169" y="290"/>
                  </a:lnTo>
                  <a:lnTo>
                    <a:pt x="73" y="434"/>
                  </a:lnTo>
                  <a:lnTo>
                    <a:pt x="24" y="627"/>
                  </a:lnTo>
                  <a:lnTo>
                    <a:pt x="0" y="795"/>
                  </a:lnTo>
                  <a:lnTo>
                    <a:pt x="0" y="940"/>
                  </a:lnTo>
                  <a:lnTo>
                    <a:pt x="24" y="1108"/>
                  </a:lnTo>
                  <a:lnTo>
                    <a:pt x="24" y="1205"/>
                  </a:lnTo>
                  <a:lnTo>
                    <a:pt x="73" y="1301"/>
                  </a:lnTo>
                  <a:lnTo>
                    <a:pt x="121" y="1373"/>
                  </a:lnTo>
                  <a:lnTo>
                    <a:pt x="193" y="1445"/>
                  </a:lnTo>
                  <a:lnTo>
                    <a:pt x="289" y="1518"/>
                  </a:lnTo>
                  <a:lnTo>
                    <a:pt x="410" y="1590"/>
                  </a:lnTo>
                  <a:lnTo>
                    <a:pt x="554" y="1614"/>
                  </a:lnTo>
                  <a:lnTo>
                    <a:pt x="699" y="1638"/>
                  </a:lnTo>
                  <a:lnTo>
                    <a:pt x="963" y="1662"/>
                  </a:lnTo>
                  <a:lnTo>
                    <a:pt x="1060" y="1638"/>
                  </a:lnTo>
                  <a:lnTo>
                    <a:pt x="1132" y="1590"/>
                  </a:lnTo>
                  <a:lnTo>
                    <a:pt x="1373" y="1373"/>
                  </a:lnTo>
                  <a:lnTo>
                    <a:pt x="1469" y="1277"/>
                  </a:lnTo>
                  <a:lnTo>
                    <a:pt x="1517" y="1132"/>
                  </a:lnTo>
                  <a:lnTo>
                    <a:pt x="1565" y="964"/>
                  </a:lnTo>
                  <a:lnTo>
                    <a:pt x="1589" y="771"/>
                  </a:lnTo>
                  <a:lnTo>
                    <a:pt x="1541" y="531"/>
                  </a:lnTo>
                  <a:lnTo>
                    <a:pt x="1541" y="434"/>
                  </a:lnTo>
                  <a:lnTo>
                    <a:pt x="1493" y="338"/>
                  </a:lnTo>
                  <a:lnTo>
                    <a:pt x="1445" y="266"/>
                  </a:lnTo>
                  <a:lnTo>
                    <a:pt x="1373" y="218"/>
                  </a:lnTo>
                  <a:lnTo>
                    <a:pt x="1228" y="121"/>
                  </a:lnTo>
                  <a:lnTo>
                    <a:pt x="1084" y="49"/>
                  </a:lnTo>
                  <a:lnTo>
                    <a:pt x="9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
            <p:cNvSpPr/>
            <p:nvPr/>
          </p:nvSpPr>
          <p:spPr>
            <a:xfrm>
              <a:off x="2528675" y="2028750"/>
              <a:ext cx="13875" cy="15075"/>
            </a:xfrm>
            <a:custGeom>
              <a:avLst/>
              <a:gdLst/>
              <a:ahLst/>
              <a:cxnLst/>
              <a:rect l="l" t="t" r="r" b="b"/>
              <a:pathLst>
                <a:path w="555" h="603" extrusionOk="0">
                  <a:moveTo>
                    <a:pt x="314" y="169"/>
                  </a:moveTo>
                  <a:lnTo>
                    <a:pt x="386" y="193"/>
                  </a:lnTo>
                  <a:lnTo>
                    <a:pt x="410" y="242"/>
                  </a:lnTo>
                  <a:lnTo>
                    <a:pt x="410" y="290"/>
                  </a:lnTo>
                  <a:lnTo>
                    <a:pt x="386" y="338"/>
                  </a:lnTo>
                  <a:lnTo>
                    <a:pt x="338" y="434"/>
                  </a:lnTo>
                  <a:lnTo>
                    <a:pt x="290" y="458"/>
                  </a:lnTo>
                  <a:lnTo>
                    <a:pt x="218" y="458"/>
                  </a:lnTo>
                  <a:lnTo>
                    <a:pt x="194" y="434"/>
                  </a:lnTo>
                  <a:lnTo>
                    <a:pt x="194" y="410"/>
                  </a:lnTo>
                  <a:lnTo>
                    <a:pt x="194" y="362"/>
                  </a:lnTo>
                  <a:lnTo>
                    <a:pt x="194" y="290"/>
                  </a:lnTo>
                  <a:lnTo>
                    <a:pt x="218" y="217"/>
                  </a:lnTo>
                  <a:lnTo>
                    <a:pt x="266" y="169"/>
                  </a:lnTo>
                  <a:close/>
                  <a:moveTo>
                    <a:pt x="218" y="1"/>
                  </a:moveTo>
                  <a:lnTo>
                    <a:pt x="145" y="49"/>
                  </a:lnTo>
                  <a:lnTo>
                    <a:pt x="25" y="169"/>
                  </a:lnTo>
                  <a:lnTo>
                    <a:pt x="1" y="217"/>
                  </a:lnTo>
                  <a:lnTo>
                    <a:pt x="1" y="314"/>
                  </a:lnTo>
                  <a:lnTo>
                    <a:pt x="1" y="434"/>
                  </a:lnTo>
                  <a:lnTo>
                    <a:pt x="49" y="482"/>
                  </a:lnTo>
                  <a:lnTo>
                    <a:pt x="73" y="554"/>
                  </a:lnTo>
                  <a:lnTo>
                    <a:pt x="145" y="579"/>
                  </a:lnTo>
                  <a:lnTo>
                    <a:pt x="194" y="603"/>
                  </a:lnTo>
                  <a:lnTo>
                    <a:pt x="290" y="603"/>
                  </a:lnTo>
                  <a:lnTo>
                    <a:pt x="362" y="579"/>
                  </a:lnTo>
                  <a:lnTo>
                    <a:pt x="434" y="530"/>
                  </a:lnTo>
                  <a:lnTo>
                    <a:pt x="482" y="482"/>
                  </a:lnTo>
                  <a:lnTo>
                    <a:pt x="507" y="410"/>
                  </a:lnTo>
                  <a:lnTo>
                    <a:pt x="531" y="338"/>
                  </a:lnTo>
                  <a:lnTo>
                    <a:pt x="555" y="266"/>
                  </a:lnTo>
                  <a:lnTo>
                    <a:pt x="555" y="193"/>
                  </a:lnTo>
                  <a:lnTo>
                    <a:pt x="531" y="121"/>
                  </a:lnTo>
                  <a:lnTo>
                    <a:pt x="482" y="49"/>
                  </a:lnTo>
                  <a:lnTo>
                    <a:pt x="434" y="25"/>
                  </a:lnTo>
                  <a:lnTo>
                    <a:pt x="3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9" name="Google Shape;1769;p4"/>
          <p:cNvGrpSpPr/>
          <p:nvPr/>
        </p:nvGrpSpPr>
        <p:grpSpPr>
          <a:xfrm>
            <a:off x="-195999" y="3630061"/>
            <a:ext cx="551525" cy="559295"/>
            <a:chOff x="1308175" y="3327500"/>
            <a:chExt cx="170350" cy="172750"/>
          </a:xfrm>
        </p:grpSpPr>
        <p:sp>
          <p:nvSpPr>
            <p:cNvPr id="1770" name="Google Shape;1770;p4"/>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2" name="Google Shape;1772;p4"/>
          <p:cNvSpPr/>
          <p:nvPr/>
        </p:nvSpPr>
        <p:spPr>
          <a:xfrm>
            <a:off x="7937513" y="-216251"/>
            <a:ext cx="551518" cy="671941"/>
          </a:xfrm>
          <a:custGeom>
            <a:avLst/>
            <a:gdLst/>
            <a:ahLst/>
            <a:cxnLst/>
            <a:rect l="l" t="t" r="r" b="b"/>
            <a:pathLst>
              <a:path w="10039" h="12231" extrusionOk="0">
                <a:moveTo>
                  <a:pt x="4478" y="675"/>
                </a:moveTo>
                <a:lnTo>
                  <a:pt x="4887" y="699"/>
                </a:lnTo>
                <a:lnTo>
                  <a:pt x="5272" y="795"/>
                </a:lnTo>
                <a:lnTo>
                  <a:pt x="5633" y="916"/>
                </a:lnTo>
                <a:lnTo>
                  <a:pt x="5994" y="1084"/>
                </a:lnTo>
                <a:lnTo>
                  <a:pt x="6355" y="1277"/>
                </a:lnTo>
                <a:lnTo>
                  <a:pt x="6692" y="1517"/>
                </a:lnTo>
                <a:lnTo>
                  <a:pt x="7005" y="1758"/>
                </a:lnTo>
                <a:lnTo>
                  <a:pt x="7270" y="1999"/>
                </a:lnTo>
                <a:lnTo>
                  <a:pt x="7535" y="2264"/>
                </a:lnTo>
                <a:lnTo>
                  <a:pt x="7776" y="2529"/>
                </a:lnTo>
                <a:lnTo>
                  <a:pt x="7992" y="2817"/>
                </a:lnTo>
                <a:lnTo>
                  <a:pt x="8209" y="3130"/>
                </a:lnTo>
                <a:lnTo>
                  <a:pt x="8402" y="3443"/>
                </a:lnTo>
                <a:lnTo>
                  <a:pt x="8570" y="3780"/>
                </a:lnTo>
                <a:lnTo>
                  <a:pt x="8739" y="4117"/>
                </a:lnTo>
                <a:lnTo>
                  <a:pt x="8883" y="4478"/>
                </a:lnTo>
                <a:lnTo>
                  <a:pt x="9027" y="4840"/>
                </a:lnTo>
                <a:lnTo>
                  <a:pt x="9124" y="5201"/>
                </a:lnTo>
                <a:lnTo>
                  <a:pt x="9220" y="5586"/>
                </a:lnTo>
                <a:lnTo>
                  <a:pt x="9292" y="5971"/>
                </a:lnTo>
                <a:lnTo>
                  <a:pt x="9340" y="6356"/>
                </a:lnTo>
                <a:lnTo>
                  <a:pt x="9365" y="6741"/>
                </a:lnTo>
                <a:lnTo>
                  <a:pt x="9389" y="7127"/>
                </a:lnTo>
                <a:lnTo>
                  <a:pt x="9365" y="7488"/>
                </a:lnTo>
                <a:lnTo>
                  <a:pt x="9340" y="7849"/>
                </a:lnTo>
                <a:lnTo>
                  <a:pt x="9268" y="8210"/>
                </a:lnTo>
                <a:lnTo>
                  <a:pt x="9196" y="8571"/>
                </a:lnTo>
                <a:lnTo>
                  <a:pt x="9076" y="8932"/>
                </a:lnTo>
                <a:lnTo>
                  <a:pt x="8955" y="9293"/>
                </a:lnTo>
                <a:lnTo>
                  <a:pt x="8787" y="9630"/>
                </a:lnTo>
                <a:lnTo>
                  <a:pt x="8570" y="9967"/>
                </a:lnTo>
                <a:lnTo>
                  <a:pt x="8402" y="10232"/>
                </a:lnTo>
                <a:lnTo>
                  <a:pt x="8209" y="10449"/>
                </a:lnTo>
                <a:lnTo>
                  <a:pt x="7992" y="10665"/>
                </a:lnTo>
                <a:lnTo>
                  <a:pt x="7776" y="10858"/>
                </a:lnTo>
                <a:lnTo>
                  <a:pt x="7559" y="11026"/>
                </a:lnTo>
                <a:lnTo>
                  <a:pt x="7318" y="11171"/>
                </a:lnTo>
                <a:lnTo>
                  <a:pt x="7078" y="11291"/>
                </a:lnTo>
                <a:lnTo>
                  <a:pt x="6813" y="11387"/>
                </a:lnTo>
                <a:lnTo>
                  <a:pt x="6548" y="11460"/>
                </a:lnTo>
                <a:lnTo>
                  <a:pt x="6283" y="11508"/>
                </a:lnTo>
                <a:lnTo>
                  <a:pt x="6018" y="11556"/>
                </a:lnTo>
                <a:lnTo>
                  <a:pt x="5729" y="11556"/>
                </a:lnTo>
                <a:lnTo>
                  <a:pt x="5441" y="11532"/>
                </a:lnTo>
                <a:lnTo>
                  <a:pt x="5152" y="11484"/>
                </a:lnTo>
                <a:lnTo>
                  <a:pt x="4863" y="11436"/>
                </a:lnTo>
                <a:lnTo>
                  <a:pt x="4574" y="11339"/>
                </a:lnTo>
                <a:lnTo>
                  <a:pt x="4237" y="11195"/>
                </a:lnTo>
                <a:lnTo>
                  <a:pt x="3900" y="11050"/>
                </a:lnTo>
                <a:lnTo>
                  <a:pt x="3587" y="10858"/>
                </a:lnTo>
                <a:lnTo>
                  <a:pt x="3298" y="10665"/>
                </a:lnTo>
                <a:lnTo>
                  <a:pt x="3009" y="10449"/>
                </a:lnTo>
                <a:lnTo>
                  <a:pt x="2768" y="10208"/>
                </a:lnTo>
                <a:lnTo>
                  <a:pt x="2504" y="9943"/>
                </a:lnTo>
                <a:lnTo>
                  <a:pt x="2287" y="9654"/>
                </a:lnTo>
                <a:lnTo>
                  <a:pt x="2022" y="9293"/>
                </a:lnTo>
                <a:lnTo>
                  <a:pt x="1781" y="8932"/>
                </a:lnTo>
                <a:lnTo>
                  <a:pt x="1565" y="8547"/>
                </a:lnTo>
                <a:lnTo>
                  <a:pt x="1348" y="8186"/>
                </a:lnTo>
                <a:lnTo>
                  <a:pt x="1180" y="7801"/>
                </a:lnTo>
                <a:lnTo>
                  <a:pt x="1035" y="7415"/>
                </a:lnTo>
                <a:lnTo>
                  <a:pt x="915" y="7006"/>
                </a:lnTo>
                <a:lnTo>
                  <a:pt x="818" y="6621"/>
                </a:lnTo>
                <a:lnTo>
                  <a:pt x="746" y="6212"/>
                </a:lnTo>
                <a:lnTo>
                  <a:pt x="698" y="5803"/>
                </a:lnTo>
                <a:lnTo>
                  <a:pt x="674" y="5393"/>
                </a:lnTo>
                <a:lnTo>
                  <a:pt x="698" y="4984"/>
                </a:lnTo>
                <a:lnTo>
                  <a:pt x="722" y="4551"/>
                </a:lnTo>
                <a:lnTo>
                  <a:pt x="794" y="4117"/>
                </a:lnTo>
                <a:lnTo>
                  <a:pt x="891" y="3684"/>
                </a:lnTo>
                <a:lnTo>
                  <a:pt x="1011" y="3251"/>
                </a:lnTo>
                <a:lnTo>
                  <a:pt x="1107" y="2986"/>
                </a:lnTo>
                <a:lnTo>
                  <a:pt x="1204" y="2745"/>
                </a:lnTo>
                <a:lnTo>
                  <a:pt x="1324" y="2480"/>
                </a:lnTo>
                <a:lnTo>
                  <a:pt x="1468" y="2264"/>
                </a:lnTo>
                <a:lnTo>
                  <a:pt x="1613" y="2047"/>
                </a:lnTo>
                <a:lnTo>
                  <a:pt x="1757" y="1830"/>
                </a:lnTo>
                <a:lnTo>
                  <a:pt x="1926" y="1662"/>
                </a:lnTo>
                <a:lnTo>
                  <a:pt x="2118" y="1469"/>
                </a:lnTo>
                <a:lnTo>
                  <a:pt x="2311" y="1325"/>
                </a:lnTo>
                <a:lnTo>
                  <a:pt x="2528" y="1180"/>
                </a:lnTo>
                <a:lnTo>
                  <a:pt x="2744" y="1060"/>
                </a:lnTo>
                <a:lnTo>
                  <a:pt x="2985" y="940"/>
                </a:lnTo>
                <a:lnTo>
                  <a:pt x="3226" y="868"/>
                </a:lnTo>
                <a:lnTo>
                  <a:pt x="3491" y="771"/>
                </a:lnTo>
                <a:lnTo>
                  <a:pt x="3755" y="723"/>
                </a:lnTo>
                <a:lnTo>
                  <a:pt x="4044" y="699"/>
                </a:lnTo>
                <a:lnTo>
                  <a:pt x="4478" y="675"/>
                </a:lnTo>
                <a:close/>
                <a:moveTo>
                  <a:pt x="3924" y="1"/>
                </a:moveTo>
                <a:lnTo>
                  <a:pt x="3539" y="49"/>
                </a:lnTo>
                <a:lnTo>
                  <a:pt x="3154" y="145"/>
                </a:lnTo>
                <a:lnTo>
                  <a:pt x="2793" y="290"/>
                </a:lnTo>
                <a:lnTo>
                  <a:pt x="2407" y="482"/>
                </a:lnTo>
                <a:lnTo>
                  <a:pt x="2070" y="699"/>
                </a:lnTo>
                <a:lnTo>
                  <a:pt x="1733" y="940"/>
                </a:lnTo>
                <a:lnTo>
                  <a:pt x="1444" y="1205"/>
                </a:lnTo>
                <a:lnTo>
                  <a:pt x="1180" y="1517"/>
                </a:lnTo>
                <a:lnTo>
                  <a:pt x="939" y="1855"/>
                </a:lnTo>
                <a:lnTo>
                  <a:pt x="746" y="2192"/>
                </a:lnTo>
                <a:lnTo>
                  <a:pt x="554" y="2577"/>
                </a:lnTo>
                <a:lnTo>
                  <a:pt x="409" y="2986"/>
                </a:lnTo>
                <a:lnTo>
                  <a:pt x="289" y="3371"/>
                </a:lnTo>
                <a:lnTo>
                  <a:pt x="169" y="3756"/>
                </a:lnTo>
                <a:lnTo>
                  <a:pt x="96" y="4141"/>
                </a:lnTo>
                <a:lnTo>
                  <a:pt x="48" y="4551"/>
                </a:lnTo>
                <a:lnTo>
                  <a:pt x="24" y="4936"/>
                </a:lnTo>
                <a:lnTo>
                  <a:pt x="0" y="5321"/>
                </a:lnTo>
                <a:lnTo>
                  <a:pt x="24" y="5706"/>
                </a:lnTo>
                <a:lnTo>
                  <a:pt x="48" y="6091"/>
                </a:lnTo>
                <a:lnTo>
                  <a:pt x="120" y="6477"/>
                </a:lnTo>
                <a:lnTo>
                  <a:pt x="193" y="6838"/>
                </a:lnTo>
                <a:lnTo>
                  <a:pt x="289" y="7223"/>
                </a:lnTo>
                <a:lnTo>
                  <a:pt x="409" y="7608"/>
                </a:lnTo>
                <a:lnTo>
                  <a:pt x="554" y="7993"/>
                </a:lnTo>
                <a:lnTo>
                  <a:pt x="722" y="8354"/>
                </a:lnTo>
                <a:lnTo>
                  <a:pt x="891" y="8739"/>
                </a:lnTo>
                <a:lnTo>
                  <a:pt x="1204" y="9269"/>
                </a:lnTo>
                <a:lnTo>
                  <a:pt x="1517" y="9775"/>
                </a:lnTo>
                <a:lnTo>
                  <a:pt x="1878" y="10256"/>
                </a:lnTo>
                <a:lnTo>
                  <a:pt x="2287" y="10689"/>
                </a:lnTo>
                <a:lnTo>
                  <a:pt x="2504" y="10882"/>
                </a:lnTo>
                <a:lnTo>
                  <a:pt x="2744" y="11075"/>
                </a:lnTo>
                <a:lnTo>
                  <a:pt x="2985" y="11243"/>
                </a:lnTo>
                <a:lnTo>
                  <a:pt x="3226" y="11412"/>
                </a:lnTo>
                <a:lnTo>
                  <a:pt x="3491" y="11556"/>
                </a:lnTo>
                <a:lnTo>
                  <a:pt x="3755" y="11700"/>
                </a:lnTo>
                <a:lnTo>
                  <a:pt x="4044" y="11845"/>
                </a:lnTo>
                <a:lnTo>
                  <a:pt x="4333" y="11965"/>
                </a:lnTo>
                <a:lnTo>
                  <a:pt x="4670" y="12062"/>
                </a:lnTo>
                <a:lnTo>
                  <a:pt x="5007" y="12158"/>
                </a:lnTo>
                <a:lnTo>
                  <a:pt x="5344" y="12206"/>
                </a:lnTo>
                <a:lnTo>
                  <a:pt x="5681" y="12230"/>
                </a:lnTo>
                <a:lnTo>
                  <a:pt x="6018" y="12206"/>
                </a:lnTo>
                <a:lnTo>
                  <a:pt x="6331" y="12182"/>
                </a:lnTo>
                <a:lnTo>
                  <a:pt x="6668" y="12134"/>
                </a:lnTo>
                <a:lnTo>
                  <a:pt x="6981" y="12037"/>
                </a:lnTo>
                <a:lnTo>
                  <a:pt x="7270" y="11917"/>
                </a:lnTo>
                <a:lnTo>
                  <a:pt x="7583" y="11773"/>
                </a:lnTo>
                <a:lnTo>
                  <a:pt x="7872" y="11628"/>
                </a:lnTo>
                <a:lnTo>
                  <a:pt x="8137" y="11436"/>
                </a:lnTo>
                <a:lnTo>
                  <a:pt x="8402" y="11219"/>
                </a:lnTo>
                <a:lnTo>
                  <a:pt x="8642" y="10978"/>
                </a:lnTo>
                <a:lnTo>
                  <a:pt x="8859" y="10713"/>
                </a:lnTo>
                <a:lnTo>
                  <a:pt x="9076" y="10425"/>
                </a:lnTo>
                <a:lnTo>
                  <a:pt x="9316" y="10039"/>
                </a:lnTo>
                <a:lnTo>
                  <a:pt x="9509" y="9630"/>
                </a:lnTo>
                <a:lnTo>
                  <a:pt x="9677" y="9221"/>
                </a:lnTo>
                <a:lnTo>
                  <a:pt x="9822" y="8812"/>
                </a:lnTo>
                <a:lnTo>
                  <a:pt x="9918" y="8378"/>
                </a:lnTo>
                <a:lnTo>
                  <a:pt x="9990" y="7921"/>
                </a:lnTo>
                <a:lnTo>
                  <a:pt x="10039" y="7464"/>
                </a:lnTo>
                <a:lnTo>
                  <a:pt x="10039" y="6982"/>
                </a:lnTo>
                <a:lnTo>
                  <a:pt x="10014" y="6428"/>
                </a:lnTo>
                <a:lnTo>
                  <a:pt x="9966" y="5851"/>
                </a:lnTo>
                <a:lnTo>
                  <a:pt x="9846" y="5297"/>
                </a:lnTo>
                <a:lnTo>
                  <a:pt x="9702" y="4743"/>
                </a:lnTo>
                <a:lnTo>
                  <a:pt x="9509" y="4214"/>
                </a:lnTo>
                <a:lnTo>
                  <a:pt x="9268" y="3660"/>
                </a:lnTo>
                <a:lnTo>
                  <a:pt x="9003" y="3154"/>
                </a:lnTo>
                <a:lnTo>
                  <a:pt x="8690" y="2649"/>
                </a:lnTo>
                <a:lnTo>
                  <a:pt x="8402" y="2264"/>
                </a:lnTo>
                <a:lnTo>
                  <a:pt x="8113" y="1903"/>
                </a:lnTo>
                <a:lnTo>
                  <a:pt x="7800" y="1566"/>
                </a:lnTo>
                <a:lnTo>
                  <a:pt x="7463" y="1253"/>
                </a:lnTo>
                <a:lnTo>
                  <a:pt x="7078" y="964"/>
                </a:lnTo>
                <a:lnTo>
                  <a:pt x="6692" y="723"/>
                </a:lnTo>
                <a:lnTo>
                  <a:pt x="6283" y="506"/>
                </a:lnTo>
                <a:lnTo>
                  <a:pt x="5850" y="314"/>
                </a:lnTo>
                <a:lnTo>
                  <a:pt x="5465" y="169"/>
                </a:lnTo>
                <a:lnTo>
                  <a:pt x="5079" y="73"/>
                </a:lnTo>
                <a:lnTo>
                  <a:pt x="4694" y="25"/>
                </a:lnTo>
                <a:lnTo>
                  <a:pt x="4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15"/>
        <p:cNvGrpSpPr/>
        <p:nvPr/>
      </p:nvGrpSpPr>
      <p:grpSpPr>
        <a:xfrm>
          <a:off x="0" y="0"/>
          <a:ext cx="0" cy="0"/>
          <a:chOff x="0" y="0"/>
          <a:chExt cx="0" cy="0"/>
        </a:xfrm>
      </p:grpSpPr>
      <p:sp>
        <p:nvSpPr>
          <p:cNvPr id="3516" name="Google Shape;3516;p9"/>
          <p:cNvSpPr/>
          <p:nvPr/>
        </p:nvSpPr>
        <p:spPr>
          <a:xfrm>
            <a:off x="145650" y="119725"/>
            <a:ext cx="8852700" cy="490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9"/>
          <p:cNvSpPr txBox="1">
            <a:spLocks noGrp="1"/>
          </p:cNvSpPr>
          <p:nvPr>
            <p:ph type="subTitle" idx="1"/>
          </p:nvPr>
        </p:nvSpPr>
        <p:spPr>
          <a:xfrm>
            <a:off x="3902775" y="2642825"/>
            <a:ext cx="4345500" cy="132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900"/>
              <a:buNone/>
              <a:defRPr sz="1500"/>
            </a:lvl1pPr>
            <a:lvl2pPr lvl="1" algn="ctr" rtl="0">
              <a:lnSpc>
                <a:spcPct val="100000"/>
              </a:lnSpc>
              <a:spcBef>
                <a:spcPts val="1600"/>
              </a:spcBef>
              <a:spcAft>
                <a:spcPts val="0"/>
              </a:spcAft>
              <a:buSzPts val="1900"/>
              <a:buNone/>
              <a:defRPr sz="1900"/>
            </a:lvl2pPr>
            <a:lvl3pPr lvl="2" algn="ctr" rtl="0">
              <a:lnSpc>
                <a:spcPct val="100000"/>
              </a:lnSpc>
              <a:spcBef>
                <a:spcPts val="1600"/>
              </a:spcBef>
              <a:spcAft>
                <a:spcPts val="0"/>
              </a:spcAft>
              <a:buSzPts val="1900"/>
              <a:buNone/>
              <a:defRPr sz="1900"/>
            </a:lvl3pPr>
            <a:lvl4pPr lvl="3" algn="ctr" rtl="0">
              <a:lnSpc>
                <a:spcPct val="100000"/>
              </a:lnSpc>
              <a:spcBef>
                <a:spcPts val="1600"/>
              </a:spcBef>
              <a:spcAft>
                <a:spcPts val="0"/>
              </a:spcAft>
              <a:buSzPts val="1900"/>
              <a:buNone/>
              <a:defRPr sz="1900"/>
            </a:lvl4pPr>
            <a:lvl5pPr lvl="4" algn="ctr" rtl="0">
              <a:lnSpc>
                <a:spcPct val="100000"/>
              </a:lnSpc>
              <a:spcBef>
                <a:spcPts val="1600"/>
              </a:spcBef>
              <a:spcAft>
                <a:spcPts val="0"/>
              </a:spcAft>
              <a:buSzPts val="1900"/>
              <a:buNone/>
              <a:defRPr sz="1900"/>
            </a:lvl5pPr>
            <a:lvl6pPr lvl="5" algn="ctr" rtl="0">
              <a:lnSpc>
                <a:spcPct val="100000"/>
              </a:lnSpc>
              <a:spcBef>
                <a:spcPts val="1600"/>
              </a:spcBef>
              <a:spcAft>
                <a:spcPts val="0"/>
              </a:spcAft>
              <a:buSzPts val="1900"/>
              <a:buNone/>
              <a:defRPr sz="1900"/>
            </a:lvl6pPr>
            <a:lvl7pPr lvl="6" algn="ctr" rtl="0">
              <a:lnSpc>
                <a:spcPct val="100000"/>
              </a:lnSpc>
              <a:spcBef>
                <a:spcPts val="1600"/>
              </a:spcBef>
              <a:spcAft>
                <a:spcPts val="0"/>
              </a:spcAft>
              <a:buSzPts val="1900"/>
              <a:buNone/>
              <a:defRPr sz="1900"/>
            </a:lvl7pPr>
            <a:lvl8pPr lvl="7" algn="ctr" rtl="0">
              <a:lnSpc>
                <a:spcPct val="100000"/>
              </a:lnSpc>
              <a:spcBef>
                <a:spcPts val="1600"/>
              </a:spcBef>
              <a:spcAft>
                <a:spcPts val="0"/>
              </a:spcAft>
              <a:buSzPts val="1900"/>
              <a:buNone/>
              <a:defRPr sz="1900"/>
            </a:lvl8pPr>
            <a:lvl9pPr lvl="8" algn="ctr" rtl="0">
              <a:lnSpc>
                <a:spcPct val="100000"/>
              </a:lnSpc>
              <a:spcBef>
                <a:spcPts val="1600"/>
              </a:spcBef>
              <a:spcAft>
                <a:spcPts val="1600"/>
              </a:spcAft>
              <a:buSzPts val="1900"/>
              <a:buNone/>
              <a:defRPr sz="1900"/>
            </a:lvl9pPr>
          </a:lstStyle>
          <a:p>
            <a:endParaRPr/>
          </a:p>
        </p:txBody>
      </p:sp>
      <p:sp>
        <p:nvSpPr>
          <p:cNvPr id="3518" name="Google Shape;3518;p9"/>
          <p:cNvSpPr txBox="1">
            <a:spLocks noGrp="1"/>
          </p:cNvSpPr>
          <p:nvPr>
            <p:ph type="title"/>
          </p:nvPr>
        </p:nvSpPr>
        <p:spPr>
          <a:xfrm>
            <a:off x="3902800" y="1880250"/>
            <a:ext cx="4573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900"/>
              <a:buNone/>
              <a:defRPr sz="34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grpSp>
        <p:nvGrpSpPr>
          <p:cNvPr id="3519" name="Google Shape;3519;p9"/>
          <p:cNvGrpSpPr/>
          <p:nvPr/>
        </p:nvGrpSpPr>
        <p:grpSpPr>
          <a:xfrm rot="-3463747">
            <a:off x="6279172" y="-1598352"/>
            <a:ext cx="1782737" cy="4456717"/>
            <a:chOff x="1094525" y="1997475"/>
            <a:chExt cx="357500" cy="893725"/>
          </a:xfrm>
        </p:grpSpPr>
        <p:sp>
          <p:nvSpPr>
            <p:cNvPr id="3520" name="Google Shape;3520;p9"/>
            <p:cNvSpPr/>
            <p:nvPr/>
          </p:nvSpPr>
          <p:spPr>
            <a:xfrm>
              <a:off x="1269650" y="2297175"/>
              <a:ext cx="49975" cy="48775"/>
            </a:xfrm>
            <a:custGeom>
              <a:avLst/>
              <a:gdLst/>
              <a:ahLst/>
              <a:cxnLst/>
              <a:rect l="l" t="t" r="r" b="b"/>
              <a:pathLst>
                <a:path w="1999" h="1951" extrusionOk="0">
                  <a:moveTo>
                    <a:pt x="1565" y="0"/>
                  </a:moveTo>
                  <a:lnTo>
                    <a:pt x="1493" y="24"/>
                  </a:lnTo>
                  <a:lnTo>
                    <a:pt x="1445" y="73"/>
                  </a:lnTo>
                  <a:lnTo>
                    <a:pt x="1349" y="217"/>
                  </a:lnTo>
                  <a:lnTo>
                    <a:pt x="1277" y="362"/>
                  </a:lnTo>
                  <a:lnTo>
                    <a:pt x="1156" y="602"/>
                  </a:lnTo>
                  <a:lnTo>
                    <a:pt x="1036" y="795"/>
                  </a:lnTo>
                  <a:lnTo>
                    <a:pt x="867" y="939"/>
                  </a:lnTo>
                  <a:lnTo>
                    <a:pt x="771" y="1011"/>
                  </a:lnTo>
                  <a:lnTo>
                    <a:pt x="651" y="1084"/>
                  </a:lnTo>
                  <a:lnTo>
                    <a:pt x="434" y="1204"/>
                  </a:lnTo>
                  <a:lnTo>
                    <a:pt x="193" y="1349"/>
                  </a:lnTo>
                  <a:lnTo>
                    <a:pt x="97" y="1445"/>
                  </a:lnTo>
                  <a:lnTo>
                    <a:pt x="25" y="1541"/>
                  </a:lnTo>
                  <a:lnTo>
                    <a:pt x="1" y="1686"/>
                  </a:lnTo>
                  <a:lnTo>
                    <a:pt x="49" y="1806"/>
                  </a:lnTo>
                  <a:lnTo>
                    <a:pt x="97" y="1878"/>
                  </a:lnTo>
                  <a:lnTo>
                    <a:pt x="145" y="1902"/>
                  </a:lnTo>
                  <a:lnTo>
                    <a:pt x="193" y="1926"/>
                  </a:lnTo>
                  <a:lnTo>
                    <a:pt x="241" y="1950"/>
                  </a:lnTo>
                  <a:lnTo>
                    <a:pt x="362" y="1926"/>
                  </a:lnTo>
                  <a:lnTo>
                    <a:pt x="482" y="1878"/>
                  </a:lnTo>
                  <a:lnTo>
                    <a:pt x="554" y="1902"/>
                  </a:lnTo>
                  <a:lnTo>
                    <a:pt x="602" y="1878"/>
                  </a:lnTo>
                  <a:lnTo>
                    <a:pt x="675" y="1854"/>
                  </a:lnTo>
                  <a:lnTo>
                    <a:pt x="699" y="1806"/>
                  </a:lnTo>
                  <a:lnTo>
                    <a:pt x="771" y="1710"/>
                  </a:lnTo>
                  <a:lnTo>
                    <a:pt x="843" y="1589"/>
                  </a:lnTo>
                  <a:lnTo>
                    <a:pt x="891" y="1493"/>
                  </a:lnTo>
                  <a:lnTo>
                    <a:pt x="964" y="1421"/>
                  </a:lnTo>
                  <a:lnTo>
                    <a:pt x="1060" y="1349"/>
                  </a:lnTo>
                  <a:lnTo>
                    <a:pt x="1156" y="1300"/>
                  </a:lnTo>
                  <a:lnTo>
                    <a:pt x="1373" y="1204"/>
                  </a:lnTo>
                  <a:lnTo>
                    <a:pt x="1589" y="1084"/>
                  </a:lnTo>
                  <a:lnTo>
                    <a:pt x="1758" y="939"/>
                  </a:lnTo>
                  <a:lnTo>
                    <a:pt x="1830" y="843"/>
                  </a:lnTo>
                  <a:lnTo>
                    <a:pt x="1902" y="747"/>
                  </a:lnTo>
                  <a:lnTo>
                    <a:pt x="1951" y="650"/>
                  </a:lnTo>
                  <a:lnTo>
                    <a:pt x="1975" y="530"/>
                  </a:lnTo>
                  <a:lnTo>
                    <a:pt x="1999" y="434"/>
                  </a:lnTo>
                  <a:lnTo>
                    <a:pt x="1975" y="313"/>
                  </a:lnTo>
                  <a:lnTo>
                    <a:pt x="1951" y="217"/>
                  </a:lnTo>
                  <a:lnTo>
                    <a:pt x="1902" y="145"/>
                  </a:lnTo>
                  <a:lnTo>
                    <a:pt x="1854" y="73"/>
                  </a:lnTo>
                  <a:lnTo>
                    <a:pt x="1782" y="24"/>
                  </a:lnTo>
                  <a:lnTo>
                    <a:pt x="166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9"/>
            <p:cNvSpPr/>
            <p:nvPr/>
          </p:nvSpPr>
          <p:spPr>
            <a:xfrm>
              <a:off x="1213075" y="2269500"/>
              <a:ext cx="25300" cy="25900"/>
            </a:xfrm>
            <a:custGeom>
              <a:avLst/>
              <a:gdLst/>
              <a:ahLst/>
              <a:cxnLst/>
              <a:rect l="l" t="t" r="r" b="b"/>
              <a:pathLst>
                <a:path w="1012" h="1036" extrusionOk="0">
                  <a:moveTo>
                    <a:pt x="578" y="0"/>
                  </a:moveTo>
                  <a:lnTo>
                    <a:pt x="434" y="48"/>
                  </a:lnTo>
                  <a:lnTo>
                    <a:pt x="290" y="120"/>
                  </a:lnTo>
                  <a:lnTo>
                    <a:pt x="193" y="193"/>
                  </a:lnTo>
                  <a:lnTo>
                    <a:pt x="121" y="289"/>
                  </a:lnTo>
                  <a:lnTo>
                    <a:pt x="49" y="385"/>
                  </a:lnTo>
                  <a:lnTo>
                    <a:pt x="25" y="482"/>
                  </a:lnTo>
                  <a:lnTo>
                    <a:pt x="1" y="578"/>
                  </a:lnTo>
                  <a:lnTo>
                    <a:pt x="25" y="698"/>
                  </a:lnTo>
                  <a:lnTo>
                    <a:pt x="49" y="794"/>
                  </a:lnTo>
                  <a:lnTo>
                    <a:pt x="97" y="891"/>
                  </a:lnTo>
                  <a:lnTo>
                    <a:pt x="145" y="963"/>
                  </a:lnTo>
                  <a:lnTo>
                    <a:pt x="217" y="987"/>
                  </a:lnTo>
                  <a:lnTo>
                    <a:pt x="290" y="1011"/>
                  </a:lnTo>
                  <a:lnTo>
                    <a:pt x="362" y="1035"/>
                  </a:lnTo>
                  <a:lnTo>
                    <a:pt x="554" y="1011"/>
                  </a:lnTo>
                  <a:lnTo>
                    <a:pt x="675" y="963"/>
                  </a:lnTo>
                  <a:lnTo>
                    <a:pt x="771" y="915"/>
                  </a:lnTo>
                  <a:lnTo>
                    <a:pt x="843" y="843"/>
                  </a:lnTo>
                  <a:lnTo>
                    <a:pt x="916" y="746"/>
                  </a:lnTo>
                  <a:lnTo>
                    <a:pt x="988" y="650"/>
                  </a:lnTo>
                  <a:lnTo>
                    <a:pt x="1012" y="554"/>
                  </a:lnTo>
                  <a:lnTo>
                    <a:pt x="1012" y="457"/>
                  </a:lnTo>
                  <a:lnTo>
                    <a:pt x="1012" y="337"/>
                  </a:lnTo>
                  <a:lnTo>
                    <a:pt x="964" y="265"/>
                  </a:lnTo>
                  <a:lnTo>
                    <a:pt x="916" y="169"/>
                  </a:lnTo>
                  <a:lnTo>
                    <a:pt x="819" y="72"/>
                  </a:lnTo>
                  <a:lnTo>
                    <a:pt x="69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9"/>
            <p:cNvSpPr/>
            <p:nvPr/>
          </p:nvSpPr>
          <p:spPr>
            <a:xfrm>
              <a:off x="1270250" y="2283925"/>
              <a:ext cx="19300" cy="21100"/>
            </a:xfrm>
            <a:custGeom>
              <a:avLst/>
              <a:gdLst/>
              <a:ahLst/>
              <a:cxnLst/>
              <a:rect l="l" t="t" r="r" b="b"/>
              <a:pathLst>
                <a:path w="772" h="844" extrusionOk="0">
                  <a:moveTo>
                    <a:pt x="434" y="1"/>
                  </a:moveTo>
                  <a:lnTo>
                    <a:pt x="241" y="25"/>
                  </a:lnTo>
                  <a:lnTo>
                    <a:pt x="121" y="73"/>
                  </a:lnTo>
                  <a:lnTo>
                    <a:pt x="25" y="145"/>
                  </a:lnTo>
                  <a:lnTo>
                    <a:pt x="1" y="193"/>
                  </a:lnTo>
                  <a:lnTo>
                    <a:pt x="1" y="242"/>
                  </a:lnTo>
                  <a:lnTo>
                    <a:pt x="1" y="314"/>
                  </a:lnTo>
                  <a:lnTo>
                    <a:pt x="25" y="386"/>
                  </a:lnTo>
                  <a:lnTo>
                    <a:pt x="97" y="554"/>
                  </a:lnTo>
                  <a:lnTo>
                    <a:pt x="193" y="723"/>
                  </a:lnTo>
                  <a:lnTo>
                    <a:pt x="266" y="771"/>
                  </a:lnTo>
                  <a:lnTo>
                    <a:pt x="362" y="819"/>
                  </a:lnTo>
                  <a:lnTo>
                    <a:pt x="434" y="843"/>
                  </a:lnTo>
                  <a:lnTo>
                    <a:pt x="554" y="843"/>
                  </a:lnTo>
                  <a:lnTo>
                    <a:pt x="627" y="819"/>
                  </a:lnTo>
                  <a:lnTo>
                    <a:pt x="675" y="771"/>
                  </a:lnTo>
                  <a:lnTo>
                    <a:pt x="723" y="723"/>
                  </a:lnTo>
                  <a:lnTo>
                    <a:pt x="747" y="651"/>
                  </a:lnTo>
                  <a:lnTo>
                    <a:pt x="771" y="506"/>
                  </a:lnTo>
                  <a:lnTo>
                    <a:pt x="747" y="338"/>
                  </a:lnTo>
                  <a:lnTo>
                    <a:pt x="723" y="242"/>
                  </a:lnTo>
                  <a:lnTo>
                    <a:pt x="699" y="169"/>
                  </a:lnTo>
                  <a:lnTo>
                    <a:pt x="651" y="97"/>
                  </a:lnTo>
                  <a:lnTo>
                    <a:pt x="578" y="49"/>
                  </a:lnTo>
                  <a:lnTo>
                    <a:pt x="506" y="25"/>
                  </a:lnTo>
                  <a:lnTo>
                    <a:pt x="43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9"/>
            <p:cNvSpPr/>
            <p:nvPr/>
          </p:nvSpPr>
          <p:spPr>
            <a:xfrm>
              <a:off x="1403250" y="2264075"/>
              <a:ext cx="18700" cy="17475"/>
            </a:xfrm>
            <a:custGeom>
              <a:avLst/>
              <a:gdLst/>
              <a:ahLst/>
              <a:cxnLst/>
              <a:rect l="l" t="t" r="r" b="b"/>
              <a:pathLst>
                <a:path w="748" h="699" extrusionOk="0">
                  <a:moveTo>
                    <a:pt x="338" y="0"/>
                  </a:moveTo>
                  <a:lnTo>
                    <a:pt x="193" y="73"/>
                  </a:lnTo>
                  <a:lnTo>
                    <a:pt x="73" y="169"/>
                  </a:lnTo>
                  <a:lnTo>
                    <a:pt x="49" y="217"/>
                  </a:lnTo>
                  <a:lnTo>
                    <a:pt x="25" y="265"/>
                  </a:lnTo>
                  <a:lnTo>
                    <a:pt x="1" y="337"/>
                  </a:lnTo>
                  <a:lnTo>
                    <a:pt x="1" y="434"/>
                  </a:lnTo>
                  <a:lnTo>
                    <a:pt x="49" y="554"/>
                  </a:lnTo>
                  <a:lnTo>
                    <a:pt x="145" y="650"/>
                  </a:lnTo>
                  <a:lnTo>
                    <a:pt x="266" y="699"/>
                  </a:lnTo>
                  <a:lnTo>
                    <a:pt x="410" y="699"/>
                  </a:lnTo>
                  <a:lnTo>
                    <a:pt x="482" y="674"/>
                  </a:lnTo>
                  <a:lnTo>
                    <a:pt x="555" y="650"/>
                  </a:lnTo>
                  <a:lnTo>
                    <a:pt x="627" y="602"/>
                  </a:lnTo>
                  <a:lnTo>
                    <a:pt x="675" y="554"/>
                  </a:lnTo>
                  <a:lnTo>
                    <a:pt x="699" y="482"/>
                  </a:lnTo>
                  <a:lnTo>
                    <a:pt x="723" y="410"/>
                  </a:lnTo>
                  <a:lnTo>
                    <a:pt x="747" y="265"/>
                  </a:lnTo>
                  <a:lnTo>
                    <a:pt x="723" y="193"/>
                  </a:lnTo>
                  <a:lnTo>
                    <a:pt x="699" y="121"/>
                  </a:lnTo>
                  <a:lnTo>
                    <a:pt x="651" y="73"/>
                  </a:lnTo>
                  <a:lnTo>
                    <a:pt x="603" y="49"/>
                  </a:lnTo>
                  <a:lnTo>
                    <a:pt x="482" y="24"/>
                  </a:lnTo>
                  <a:lnTo>
                    <a:pt x="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9"/>
            <p:cNvSpPr/>
            <p:nvPr/>
          </p:nvSpPr>
          <p:spPr>
            <a:xfrm>
              <a:off x="1150500" y="2347725"/>
              <a:ext cx="13250" cy="11450"/>
            </a:xfrm>
            <a:custGeom>
              <a:avLst/>
              <a:gdLst/>
              <a:ahLst/>
              <a:cxnLst/>
              <a:rect l="l" t="t" r="r" b="b"/>
              <a:pathLst>
                <a:path w="530" h="458" extrusionOk="0">
                  <a:moveTo>
                    <a:pt x="217" y="1"/>
                  </a:moveTo>
                  <a:lnTo>
                    <a:pt x="120" y="25"/>
                  </a:lnTo>
                  <a:lnTo>
                    <a:pt x="48" y="97"/>
                  </a:lnTo>
                  <a:lnTo>
                    <a:pt x="24" y="169"/>
                  </a:lnTo>
                  <a:lnTo>
                    <a:pt x="0" y="193"/>
                  </a:lnTo>
                  <a:lnTo>
                    <a:pt x="24" y="241"/>
                  </a:lnTo>
                  <a:lnTo>
                    <a:pt x="72" y="338"/>
                  </a:lnTo>
                  <a:lnTo>
                    <a:pt x="169" y="410"/>
                  </a:lnTo>
                  <a:lnTo>
                    <a:pt x="265" y="458"/>
                  </a:lnTo>
                  <a:lnTo>
                    <a:pt x="361" y="458"/>
                  </a:lnTo>
                  <a:lnTo>
                    <a:pt x="433" y="434"/>
                  </a:lnTo>
                  <a:lnTo>
                    <a:pt x="482" y="386"/>
                  </a:lnTo>
                  <a:lnTo>
                    <a:pt x="530" y="289"/>
                  </a:lnTo>
                  <a:lnTo>
                    <a:pt x="530" y="193"/>
                  </a:lnTo>
                  <a:lnTo>
                    <a:pt x="482" y="97"/>
                  </a:lnTo>
                  <a:lnTo>
                    <a:pt x="409" y="25"/>
                  </a:lnTo>
                  <a:lnTo>
                    <a:pt x="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9"/>
            <p:cNvSpPr/>
            <p:nvPr/>
          </p:nvSpPr>
          <p:spPr>
            <a:xfrm>
              <a:off x="1094525" y="1997475"/>
              <a:ext cx="357500" cy="893725"/>
            </a:xfrm>
            <a:custGeom>
              <a:avLst/>
              <a:gdLst/>
              <a:ahLst/>
              <a:cxnLst/>
              <a:rect l="l" t="t" r="r" b="b"/>
              <a:pathLst>
                <a:path w="14300" h="35749" extrusionOk="0">
                  <a:moveTo>
                    <a:pt x="7343" y="0"/>
                  </a:moveTo>
                  <a:lnTo>
                    <a:pt x="6982" y="24"/>
                  </a:lnTo>
                  <a:lnTo>
                    <a:pt x="6620" y="72"/>
                  </a:lnTo>
                  <a:lnTo>
                    <a:pt x="6259" y="144"/>
                  </a:lnTo>
                  <a:lnTo>
                    <a:pt x="5922" y="217"/>
                  </a:lnTo>
                  <a:lnTo>
                    <a:pt x="5561" y="313"/>
                  </a:lnTo>
                  <a:lnTo>
                    <a:pt x="5224" y="433"/>
                  </a:lnTo>
                  <a:lnTo>
                    <a:pt x="4863" y="554"/>
                  </a:lnTo>
                  <a:lnTo>
                    <a:pt x="4526" y="698"/>
                  </a:lnTo>
                  <a:lnTo>
                    <a:pt x="4213" y="843"/>
                  </a:lnTo>
                  <a:lnTo>
                    <a:pt x="3876" y="1011"/>
                  </a:lnTo>
                  <a:lnTo>
                    <a:pt x="3563" y="1204"/>
                  </a:lnTo>
                  <a:lnTo>
                    <a:pt x="3250" y="1396"/>
                  </a:lnTo>
                  <a:lnTo>
                    <a:pt x="2937" y="1613"/>
                  </a:lnTo>
                  <a:lnTo>
                    <a:pt x="2648" y="1830"/>
                  </a:lnTo>
                  <a:lnTo>
                    <a:pt x="2359" y="2070"/>
                  </a:lnTo>
                  <a:lnTo>
                    <a:pt x="2095" y="2311"/>
                  </a:lnTo>
                  <a:lnTo>
                    <a:pt x="1830" y="2576"/>
                  </a:lnTo>
                  <a:lnTo>
                    <a:pt x="1589" y="2841"/>
                  </a:lnTo>
                  <a:lnTo>
                    <a:pt x="1348" y="3105"/>
                  </a:lnTo>
                  <a:lnTo>
                    <a:pt x="1132" y="3394"/>
                  </a:lnTo>
                  <a:lnTo>
                    <a:pt x="939" y="3683"/>
                  </a:lnTo>
                  <a:lnTo>
                    <a:pt x="747" y="3972"/>
                  </a:lnTo>
                  <a:lnTo>
                    <a:pt x="554" y="4285"/>
                  </a:lnTo>
                  <a:lnTo>
                    <a:pt x="410" y="4598"/>
                  </a:lnTo>
                  <a:lnTo>
                    <a:pt x="265" y="4935"/>
                  </a:lnTo>
                  <a:lnTo>
                    <a:pt x="169" y="5176"/>
                  </a:lnTo>
                  <a:lnTo>
                    <a:pt x="97" y="5441"/>
                  </a:lnTo>
                  <a:lnTo>
                    <a:pt x="24" y="5705"/>
                  </a:lnTo>
                  <a:lnTo>
                    <a:pt x="0" y="5946"/>
                  </a:lnTo>
                  <a:lnTo>
                    <a:pt x="24" y="6211"/>
                  </a:lnTo>
                  <a:lnTo>
                    <a:pt x="48" y="6452"/>
                  </a:lnTo>
                  <a:lnTo>
                    <a:pt x="121" y="6716"/>
                  </a:lnTo>
                  <a:lnTo>
                    <a:pt x="241" y="6981"/>
                  </a:lnTo>
                  <a:lnTo>
                    <a:pt x="313" y="7174"/>
                  </a:lnTo>
                  <a:lnTo>
                    <a:pt x="385" y="7366"/>
                  </a:lnTo>
                  <a:lnTo>
                    <a:pt x="482" y="7727"/>
                  </a:lnTo>
                  <a:lnTo>
                    <a:pt x="602" y="8065"/>
                  </a:lnTo>
                  <a:lnTo>
                    <a:pt x="747" y="8377"/>
                  </a:lnTo>
                  <a:lnTo>
                    <a:pt x="939" y="8690"/>
                  </a:lnTo>
                  <a:lnTo>
                    <a:pt x="1108" y="9003"/>
                  </a:lnTo>
                  <a:lnTo>
                    <a:pt x="1324" y="9292"/>
                  </a:lnTo>
                  <a:lnTo>
                    <a:pt x="1758" y="9870"/>
                  </a:lnTo>
                  <a:lnTo>
                    <a:pt x="1950" y="10111"/>
                  </a:lnTo>
                  <a:lnTo>
                    <a:pt x="2167" y="10327"/>
                  </a:lnTo>
                  <a:lnTo>
                    <a:pt x="2408" y="10520"/>
                  </a:lnTo>
                  <a:lnTo>
                    <a:pt x="2672" y="10688"/>
                  </a:lnTo>
                  <a:lnTo>
                    <a:pt x="3178" y="11025"/>
                  </a:lnTo>
                  <a:lnTo>
                    <a:pt x="3708" y="11338"/>
                  </a:lnTo>
                  <a:lnTo>
                    <a:pt x="4093" y="11603"/>
                  </a:lnTo>
                  <a:lnTo>
                    <a:pt x="4285" y="11748"/>
                  </a:lnTo>
                  <a:lnTo>
                    <a:pt x="4454" y="11916"/>
                  </a:lnTo>
                  <a:lnTo>
                    <a:pt x="4622" y="12085"/>
                  </a:lnTo>
                  <a:lnTo>
                    <a:pt x="4767" y="12277"/>
                  </a:lnTo>
                  <a:lnTo>
                    <a:pt x="4887" y="12470"/>
                  </a:lnTo>
                  <a:lnTo>
                    <a:pt x="5008" y="12711"/>
                  </a:lnTo>
                  <a:lnTo>
                    <a:pt x="5056" y="12879"/>
                  </a:lnTo>
                  <a:lnTo>
                    <a:pt x="5104" y="13072"/>
                  </a:lnTo>
                  <a:lnTo>
                    <a:pt x="5128" y="13240"/>
                  </a:lnTo>
                  <a:lnTo>
                    <a:pt x="5152" y="13409"/>
                  </a:lnTo>
                  <a:lnTo>
                    <a:pt x="5128" y="13553"/>
                  </a:lnTo>
                  <a:lnTo>
                    <a:pt x="5128" y="13722"/>
                  </a:lnTo>
                  <a:lnTo>
                    <a:pt x="5032" y="14011"/>
                  </a:lnTo>
                  <a:lnTo>
                    <a:pt x="4911" y="14299"/>
                  </a:lnTo>
                  <a:lnTo>
                    <a:pt x="4743" y="14564"/>
                  </a:lnTo>
                  <a:lnTo>
                    <a:pt x="4526" y="14829"/>
                  </a:lnTo>
                  <a:lnTo>
                    <a:pt x="4285" y="15094"/>
                  </a:lnTo>
                  <a:lnTo>
                    <a:pt x="3419" y="15864"/>
                  </a:lnTo>
                  <a:lnTo>
                    <a:pt x="2600" y="16635"/>
                  </a:lnTo>
                  <a:lnTo>
                    <a:pt x="2167" y="17020"/>
                  </a:lnTo>
                  <a:lnTo>
                    <a:pt x="1782" y="17429"/>
                  </a:lnTo>
                  <a:lnTo>
                    <a:pt x="1397" y="17862"/>
                  </a:lnTo>
                  <a:lnTo>
                    <a:pt x="1035" y="18320"/>
                  </a:lnTo>
                  <a:lnTo>
                    <a:pt x="819" y="18609"/>
                  </a:lnTo>
                  <a:lnTo>
                    <a:pt x="650" y="18921"/>
                  </a:lnTo>
                  <a:lnTo>
                    <a:pt x="530" y="19234"/>
                  </a:lnTo>
                  <a:lnTo>
                    <a:pt x="434" y="19571"/>
                  </a:lnTo>
                  <a:lnTo>
                    <a:pt x="385" y="19884"/>
                  </a:lnTo>
                  <a:lnTo>
                    <a:pt x="337" y="20221"/>
                  </a:lnTo>
                  <a:lnTo>
                    <a:pt x="361" y="20534"/>
                  </a:lnTo>
                  <a:lnTo>
                    <a:pt x="385" y="20871"/>
                  </a:lnTo>
                  <a:lnTo>
                    <a:pt x="434" y="21184"/>
                  </a:lnTo>
                  <a:lnTo>
                    <a:pt x="530" y="21497"/>
                  </a:lnTo>
                  <a:lnTo>
                    <a:pt x="626" y="21786"/>
                  </a:lnTo>
                  <a:lnTo>
                    <a:pt x="771" y="22075"/>
                  </a:lnTo>
                  <a:lnTo>
                    <a:pt x="915" y="22340"/>
                  </a:lnTo>
                  <a:lnTo>
                    <a:pt x="1084" y="22581"/>
                  </a:lnTo>
                  <a:lnTo>
                    <a:pt x="1276" y="22797"/>
                  </a:lnTo>
                  <a:lnTo>
                    <a:pt x="1493" y="22990"/>
                  </a:lnTo>
                  <a:lnTo>
                    <a:pt x="1854" y="23351"/>
                  </a:lnTo>
                  <a:lnTo>
                    <a:pt x="2215" y="23712"/>
                  </a:lnTo>
                  <a:lnTo>
                    <a:pt x="2552" y="24097"/>
                  </a:lnTo>
                  <a:lnTo>
                    <a:pt x="2865" y="24506"/>
                  </a:lnTo>
                  <a:lnTo>
                    <a:pt x="3467" y="25325"/>
                  </a:lnTo>
                  <a:lnTo>
                    <a:pt x="4045" y="26167"/>
                  </a:lnTo>
                  <a:lnTo>
                    <a:pt x="4213" y="26408"/>
                  </a:lnTo>
                  <a:lnTo>
                    <a:pt x="4382" y="26697"/>
                  </a:lnTo>
                  <a:lnTo>
                    <a:pt x="4526" y="26962"/>
                  </a:lnTo>
                  <a:lnTo>
                    <a:pt x="4574" y="27130"/>
                  </a:lnTo>
                  <a:lnTo>
                    <a:pt x="4598" y="27275"/>
                  </a:lnTo>
                  <a:lnTo>
                    <a:pt x="4671" y="27829"/>
                  </a:lnTo>
                  <a:lnTo>
                    <a:pt x="4743" y="28358"/>
                  </a:lnTo>
                  <a:lnTo>
                    <a:pt x="4791" y="28912"/>
                  </a:lnTo>
                  <a:lnTo>
                    <a:pt x="4791" y="29466"/>
                  </a:lnTo>
                  <a:lnTo>
                    <a:pt x="4767" y="30067"/>
                  </a:lnTo>
                  <a:lnTo>
                    <a:pt x="4767" y="30645"/>
                  </a:lnTo>
                  <a:lnTo>
                    <a:pt x="4767" y="31223"/>
                  </a:lnTo>
                  <a:lnTo>
                    <a:pt x="4815" y="31801"/>
                  </a:lnTo>
                  <a:lnTo>
                    <a:pt x="4887" y="32378"/>
                  </a:lnTo>
                  <a:lnTo>
                    <a:pt x="4983" y="32932"/>
                  </a:lnTo>
                  <a:lnTo>
                    <a:pt x="5128" y="33510"/>
                  </a:lnTo>
                  <a:lnTo>
                    <a:pt x="5296" y="34063"/>
                  </a:lnTo>
                  <a:lnTo>
                    <a:pt x="5369" y="34232"/>
                  </a:lnTo>
                  <a:lnTo>
                    <a:pt x="5465" y="34401"/>
                  </a:lnTo>
                  <a:lnTo>
                    <a:pt x="5561" y="34545"/>
                  </a:lnTo>
                  <a:lnTo>
                    <a:pt x="5706" y="34713"/>
                  </a:lnTo>
                  <a:lnTo>
                    <a:pt x="5995" y="35002"/>
                  </a:lnTo>
                  <a:lnTo>
                    <a:pt x="6332" y="35267"/>
                  </a:lnTo>
                  <a:lnTo>
                    <a:pt x="6693" y="35484"/>
                  </a:lnTo>
                  <a:lnTo>
                    <a:pt x="6861" y="35580"/>
                  </a:lnTo>
                  <a:lnTo>
                    <a:pt x="7054" y="35652"/>
                  </a:lnTo>
                  <a:lnTo>
                    <a:pt x="7246" y="35700"/>
                  </a:lnTo>
                  <a:lnTo>
                    <a:pt x="7439" y="35725"/>
                  </a:lnTo>
                  <a:lnTo>
                    <a:pt x="7607" y="35749"/>
                  </a:lnTo>
                  <a:lnTo>
                    <a:pt x="7776" y="35725"/>
                  </a:lnTo>
                  <a:lnTo>
                    <a:pt x="8354" y="35628"/>
                  </a:lnTo>
                  <a:lnTo>
                    <a:pt x="8883" y="35484"/>
                  </a:lnTo>
                  <a:lnTo>
                    <a:pt x="9413" y="35291"/>
                  </a:lnTo>
                  <a:lnTo>
                    <a:pt x="9894" y="35050"/>
                  </a:lnTo>
                  <a:lnTo>
                    <a:pt x="10376" y="34786"/>
                  </a:lnTo>
                  <a:lnTo>
                    <a:pt x="10809" y="34449"/>
                  </a:lnTo>
                  <a:lnTo>
                    <a:pt x="11218" y="34063"/>
                  </a:lnTo>
                  <a:lnTo>
                    <a:pt x="11604" y="33654"/>
                  </a:lnTo>
                  <a:lnTo>
                    <a:pt x="11772" y="33414"/>
                  </a:lnTo>
                  <a:lnTo>
                    <a:pt x="11844" y="33293"/>
                  </a:lnTo>
                  <a:lnTo>
                    <a:pt x="11917" y="33149"/>
                  </a:lnTo>
                  <a:lnTo>
                    <a:pt x="11965" y="33004"/>
                  </a:lnTo>
                  <a:lnTo>
                    <a:pt x="11989" y="32836"/>
                  </a:lnTo>
                  <a:lnTo>
                    <a:pt x="12013" y="32499"/>
                  </a:lnTo>
                  <a:lnTo>
                    <a:pt x="12037" y="31849"/>
                  </a:lnTo>
                  <a:lnTo>
                    <a:pt x="12013" y="31247"/>
                  </a:lnTo>
                  <a:lnTo>
                    <a:pt x="11941" y="30693"/>
                  </a:lnTo>
                  <a:lnTo>
                    <a:pt x="11844" y="30164"/>
                  </a:lnTo>
                  <a:lnTo>
                    <a:pt x="11700" y="29634"/>
                  </a:lnTo>
                  <a:lnTo>
                    <a:pt x="11507" y="29104"/>
                  </a:lnTo>
                  <a:lnTo>
                    <a:pt x="11291" y="28551"/>
                  </a:lnTo>
                  <a:lnTo>
                    <a:pt x="11026" y="27949"/>
                  </a:lnTo>
                  <a:lnTo>
                    <a:pt x="10881" y="27636"/>
                  </a:lnTo>
                  <a:lnTo>
                    <a:pt x="10761" y="27323"/>
                  </a:lnTo>
                  <a:lnTo>
                    <a:pt x="10665" y="27034"/>
                  </a:lnTo>
                  <a:lnTo>
                    <a:pt x="10593" y="26721"/>
                  </a:lnTo>
                  <a:lnTo>
                    <a:pt x="10544" y="26432"/>
                  </a:lnTo>
                  <a:lnTo>
                    <a:pt x="10520" y="26143"/>
                  </a:lnTo>
                  <a:lnTo>
                    <a:pt x="10496" y="25855"/>
                  </a:lnTo>
                  <a:lnTo>
                    <a:pt x="10496" y="25566"/>
                  </a:lnTo>
                  <a:lnTo>
                    <a:pt x="10544" y="25277"/>
                  </a:lnTo>
                  <a:lnTo>
                    <a:pt x="10593" y="24988"/>
                  </a:lnTo>
                  <a:lnTo>
                    <a:pt x="10665" y="24723"/>
                  </a:lnTo>
                  <a:lnTo>
                    <a:pt x="10761" y="24434"/>
                  </a:lnTo>
                  <a:lnTo>
                    <a:pt x="10906" y="24169"/>
                  </a:lnTo>
                  <a:lnTo>
                    <a:pt x="11050" y="23881"/>
                  </a:lnTo>
                  <a:lnTo>
                    <a:pt x="11218" y="23616"/>
                  </a:lnTo>
                  <a:lnTo>
                    <a:pt x="11435" y="23351"/>
                  </a:lnTo>
                  <a:lnTo>
                    <a:pt x="12326" y="22220"/>
                  </a:lnTo>
                  <a:lnTo>
                    <a:pt x="13168" y="21064"/>
                  </a:lnTo>
                  <a:lnTo>
                    <a:pt x="13505" y="20607"/>
                  </a:lnTo>
                  <a:lnTo>
                    <a:pt x="13794" y="20149"/>
                  </a:lnTo>
                  <a:lnTo>
                    <a:pt x="13939" y="19908"/>
                  </a:lnTo>
                  <a:lnTo>
                    <a:pt x="14059" y="19668"/>
                  </a:lnTo>
                  <a:lnTo>
                    <a:pt x="14155" y="19403"/>
                  </a:lnTo>
                  <a:lnTo>
                    <a:pt x="14228" y="19138"/>
                  </a:lnTo>
                  <a:lnTo>
                    <a:pt x="14276" y="18777"/>
                  </a:lnTo>
                  <a:lnTo>
                    <a:pt x="14300" y="18416"/>
                  </a:lnTo>
                  <a:lnTo>
                    <a:pt x="14300" y="18055"/>
                  </a:lnTo>
                  <a:lnTo>
                    <a:pt x="14252" y="17694"/>
                  </a:lnTo>
                  <a:lnTo>
                    <a:pt x="14179" y="17357"/>
                  </a:lnTo>
                  <a:lnTo>
                    <a:pt x="14083" y="16996"/>
                  </a:lnTo>
                  <a:lnTo>
                    <a:pt x="13963" y="16659"/>
                  </a:lnTo>
                  <a:lnTo>
                    <a:pt x="13818" y="16322"/>
                  </a:lnTo>
                  <a:lnTo>
                    <a:pt x="13650" y="15985"/>
                  </a:lnTo>
                  <a:lnTo>
                    <a:pt x="13433" y="15672"/>
                  </a:lnTo>
                  <a:lnTo>
                    <a:pt x="13192" y="15383"/>
                  </a:lnTo>
                  <a:lnTo>
                    <a:pt x="12952" y="15118"/>
                  </a:lnTo>
                  <a:lnTo>
                    <a:pt x="12398" y="14588"/>
                  </a:lnTo>
                  <a:lnTo>
                    <a:pt x="11868" y="14083"/>
                  </a:lnTo>
                  <a:lnTo>
                    <a:pt x="11676" y="13914"/>
                  </a:lnTo>
                  <a:lnTo>
                    <a:pt x="11507" y="13722"/>
                  </a:lnTo>
                  <a:lnTo>
                    <a:pt x="11363" y="13529"/>
                  </a:lnTo>
                  <a:lnTo>
                    <a:pt x="11267" y="13288"/>
                  </a:lnTo>
                  <a:lnTo>
                    <a:pt x="11074" y="12783"/>
                  </a:lnTo>
                  <a:lnTo>
                    <a:pt x="10930" y="12277"/>
                  </a:lnTo>
                  <a:lnTo>
                    <a:pt x="10833" y="11796"/>
                  </a:lnTo>
                  <a:lnTo>
                    <a:pt x="10809" y="11290"/>
                  </a:lnTo>
                  <a:lnTo>
                    <a:pt x="10809" y="11025"/>
                  </a:lnTo>
                  <a:lnTo>
                    <a:pt x="10833" y="10785"/>
                  </a:lnTo>
                  <a:lnTo>
                    <a:pt x="10857" y="10520"/>
                  </a:lnTo>
                  <a:lnTo>
                    <a:pt x="10930" y="10279"/>
                  </a:lnTo>
                  <a:lnTo>
                    <a:pt x="11002" y="10038"/>
                  </a:lnTo>
                  <a:lnTo>
                    <a:pt x="11074" y="9774"/>
                  </a:lnTo>
                  <a:lnTo>
                    <a:pt x="11194" y="9533"/>
                  </a:lnTo>
                  <a:lnTo>
                    <a:pt x="11315" y="9268"/>
                  </a:lnTo>
                  <a:lnTo>
                    <a:pt x="11652" y="8618"/>
                  </a:lnTo>
                  <a:lnTo>
                    <a:pt x="11820" y="8281"/>
                  </a:lnTo>
                  <a:lnTo>
                    <a:pt x="11965" y="7944"/>
                  </a:lnTo>
                  <a:lnTo>
                    <a:pt x="12109" y="7583"/>
                  </a:lnTo>
                  <a:lnTo>
                    <a:pt x="12230" y="7222"/>
                  </a:lnTo>
                  <a:lnTo>
                    <a:pt x="12302" y="6861"/>
                  </a:lnTo>
                  <a:lnTo>
                    <a:pt x="12350" y="6476"/>
                  </a:lnTo>
                  <a:lnTo>
                    <a:pt x="12398" y="5994"/>
                  </a:lnTo>
                  <a:lnTo>
                    <a:pt x="12398" y="5489"/>
                  </a:lnTo>
                  <a:lnTo>
                    <a:pt x="12374" y="5007"/>
                  </a:lnTo>
                  <a:lnTo>
                    <a:pt x="12326" y="4502"/>
                  </a:lnTo>
                  <a:lnTo>
                    <a:pt x="12254" y="4020"/>
                  </a:lnTo>
                  <a:lnTo>
                    <a:pt x="12157" y="3539"/>
                  </a:lnTo>
                  <a:lnTo>
                    <a:pt x="12037" y="3057"/>
                  </a:lnTo>
                  <a:lnTo>
                    <a:pt x="11917" y="2576"/>
                  </a:lnTo>
                  <a:lnTo>
                    <a:pt x="11772" y="2167"/>
                  </a:lnTo>
                  <a:lnTo>
                    <a:pt x="11580" y="1781"/>
                  </a:lnTo>
                  <a:lnTo>
                    <a:pt x="11363" y="1444"/>
                  </a:lnTo>
                  <a:lnTo>
                    <a:pt x="11098" y="1156"/>
                  </a:lnTo>
                  <a:lnTo>
                    <a:pt x="10833" y="891"/>
                  </a:lnTo>
                  <a:lnTo>
                    <a:pt x="10520" y="698"/>
                  </a:lnTo>
                  <a:lnTo>
                    <a:pt x="10183" y="506"/>
                  </a:lnTo>
                  <a:lnTo>
                    <a:pt x="9822" y="361"/>
                  </a:lnTo>
                  <a:lnTo>
                    <a:pt x="9485" y="241"/>
                  </a:lnTo>
                  <a:lnTo>
                    <a:pt x="9124" y="169"/>
                  </a:lnTo>
                  <a:lnTo>
                    <a:pt x="8787" y="96"/>
                  </a:lnTo>
                  <a:lnTo>
                    <a:pt x="8426" y="48"/>
                  </a:lnTo>
                  <a:lnTo>
                    <a:pt x="80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9"/>
            <p:cNvSpPr/>
            <p:nvPr/>
          </p:nvSpPr>
          <p:spPr>
            <a:xfrm>
              <a:off x="1157700" y="2029950"/>
              <a:ext cx="235350" cy="827550"/>
            </a:xfrm>
            <a:custGeom>
              <a:avLst/>
              <a:gdLst/>
              <a:ahLst/>
              <a:cxnLst/>
              <a:rect l="l" t="t" r="r" b="b"/>
              <a:pathLst>
                <a:path w="9414" h="33102" extrusionOk="0">
                  <a:moveTo>
                    <a:pt x="5177" y="1"/>
                  </a:moveTo>
                  <a:lnTo>
                    <a:pt x="4816" y="25"/>
                  </a:lnTo>
                  <a:lnTo>
                    <a:pt x="4455" y="73"/>
                  </a:lnTo>
                  <a:lnTo>
                    <a:pt x="4069" y="121"/>
                  </a:lnTo>
                  <a:lnTo>
                    <a:pt x="3684" y="218"/>
                  </a:lnTo>
                  <a:lnTo>
                    <a:pt x="3299" y="314"/>
                  </a:lnTo>
                  <a:lnTo>
                    <a:pt x="2938" y="458"/>
                  </a:lnTo>
                  <a:lnTo>
                    <a:pt x="2577" y="603"/>
                  </a:lnTo>
                  <a:lnTo>
                    <a:pt x="2216" y="771"/>
                  </a:lnTo>
                  <a:lnTo>
                    <a:pt x="1903" y="940"/>
                  </a:lnTo>
                  <a:lnTo>
                    <a:pt x="1614" y="1132"/>
                  </a:lnTo>
                  <a:lnTo>
                    <a:pt x="1349" y="1349"/>
                  </a:lnTo>
                  <a:lnTo>
                    <a:pt x="1132" y="1566"/>
                  </a:lnTo>
                  <a:lnTo>
                    <a:pt x="964" y="1782"/>
                  </a:lnTo>
                  <a:lnTo>
                    <a:pt x="723" y="2192"/>
                  </a:lnTo>
                  <a:lnTo>
                    <a:pt x="434" y="2601"/>
                  </a:lnTo>
                  <a:lnTo>
                    <a:pt x="314" y="2793"/>
                  </a:lnTo>
                  <a:lnTo>
                    <a:pt x="218" y="3010"/>
                  </a:lnTo>
                  <a:lnTo>
                    <a:pt x="121" y="3203"/>
                  </a:lnTo>
                  <a:lnTo>
                    <a:pt x="73" y="3419"/>
                  </a:lnTo>
                  <a:lnTo>
                    <a:pt x="25" y="3660"/>
                  </a:lnTo>
                  <a:lnTo>
                    <a:pt x="1" y="3877"/>
                  </a:lnTo>
                  <a:lnTo>
                    <a:pt x="25" y="4093"/>
                  </a:lnTo>
                  <a:lnTo>
                    <a:pt x="25" y="4334"/>
                  </a:lnTo>
                  <a:lnTo>
                    <a:pt x="97" y="4840"/>
                  </a:lnTo>
                  <a:lnTo>
                    <a:pt x="145" y="5321"/>
                  </a:lnTo>
                  <a:lnTo>
                    <a:pt x="194" y="5682"/>
                  </a:lnTo>
                  <a:lnTo>
                    <a:pt x="242" y="6019"/>
                  </a:lnTo>
                  <a:lnTo>
                    <a:pt x="314" y="6356"/>
                  </a:lnTo>
                  <a:lnTo>
                    <a:pt x="434" y="6693"/>
                  </a:lnTo>
                  <a:lnTo>
                    <a:pt x="555" y="7006"/>
                  </a:lnTo>
                  <a:lnTo>
                    <a:pt x="699" y="7319"/>
                  </a:lnTo>
                  <a:lnTo>
                    <a:pt x="868" y="7632"/>
                  </a:lnTo>
                  <a:lnTo>
                    <a:pt x="1060" y="7945"/>
                  </a:lnTo>
                  <a:lnTo>
                    <a:pt x="1205" y="8138"/>
                  </a:lnTo>
                  <a:lnTo>
                    <a:pt x="1373" y="8306"/>
                  </a:lnTo>
                  <a:lnTo>
                    <a:pt x="1710" y="8643"/>
                  </a:lnTo>
                  <a:lnTo>
                    <a:pt x="2047" y="9004"/>
                  </a:lnTo>
                  <a:lnTo>
                    <a:pt x="2216" y="9173"/>
                  </a:lnTo>
                  <a:lnTo>
                    <a:pt x="2360" y="9389"/>
                  </a:lnTo>
                  <a:lnTo>
                    <a:pt x="2577" y="9678"/>
                  </a:lnTo>
                  <a:lnTo>
                    <a:pt x="2818" y="9967"/>
                  </a:lnTo>
                  <a:lnTo>
                    <a:pt x="3058" y="10256"/>
                  </a:lnTo>
                  <a:lnTo>
                    <a:pt x="3275" y="10569"/>
                  </a:lnTo>
                  <a:lnTo>
                    <a:pt x="3419" y="10786"/>
                  </a:lnTo>
                  <a:lnTo>
                    <a:pt x="3540" y="11026"/>
                  </a:lnTo>
                  <a:lnTo>
                    <a:pt x="3636" y="11267"/>
                  </a:lnTo>
                  <a:lnTo>
                    <a:pt x="3708" y="11508"/>
                  </a:lnTo>
                  <a:lnTo>
                    <a:pt x="3756" y="11749"/>
                  </a:lnTo>
                  <a:lnTo>
                    <a:pt x="3805" y="11989"/>
                  </a:lnTo>
                  <a:lnTo>
                    <a:pt x="3829" y="12230"/>
                  </a:lnTo>
                  <a:lnTo>
                    <a:pt x="3853" y="12471"/>
                  </a:lnTo>
                  <a:lnTo>
                    <a:pt x="3829" y="12952"/>
                  </a:lnTo>
                  <a:lnTo>
                    <a:pt x="3756" y="13434"/>
                  </a:lnTo>
                  <a:lnTo>
                    <a:pt x="3636" y="13915"/>
                  </a:lnTo>
                  <a:lnTo>
                    <a:pt x="3492" y="14421"/>
                  </a:lnTo>
                  <a:lnTo>
                    <a:pt x="3443" y="14541"/>
                  </a:lnTo>
                  <a:lnTo>
                    <a:pt x="3371" y="14637"/>
                  </a:lnTo>
                  <a:lnTo>
                    <a:pt x="3299" y="14710"/>
                  </a:lnTo>
                  <a:lnTo>
                    <a:pt x="3203" y="14782"/>
                  </a:lnTo>
                  <a:lnTo>
                    <a:pt x="2914" y="15023"/>
                  </a:lnTo>
                  <a:lnTo>
                    <a:pt x="2649" y="15239"/>
                  </a:lnTo>
                  <a:lnTo>
                    <a:pt x="2144" y="15745"/>
                  </a:lnTo>
                  <a:lnTo>
                    <a:pt x="1686" y="16274"/>
                  </a:lnTo>
                  <a:lnTo>
                    <a:pt x="1205" y="16804"/>
                  </a:lnTo>
                  <a:lnTo>
                    <a:pt x="1084" y="16948"/>
                  </a:lnTo>
                  <a:lnTo>
                    <a:pt x="988" y="17117"/>
                  </a:lnTo>
                  <a:lnTo>
                    <a:pt x="916" y="17285"/>
                  </a:lnTo>
                  <a:lnTo>
                    <a:pt x="844" y="17454"/>
                  </a:lnTo>
                  <a:lnTo>
                    <a:pt x="771" y="17743"/>
                  </a:lnTo>
                  <a:lnTo>
                    <a:pt x="723" y="18032"/>
                  </a:lnTo>
                  <a:lnTo>
                    <a:pt x="699" y="18321"/>
                  </a:lnTo>
                  <a:lnTo>
                    <a:pt x="699" y="18609"/>
                  </a:lnTo>
                  <a:lnTo>
                    <a:pt x="699" y="18874"/>
                  </a:lnTo>
                  <a:lnTo>
                    <a:pt x="723" y="19139"/>
                  </a:lnTo>
                  <a:lnTo>
                    <a:pt x="771" y="19404"/>
                  </a:lnTo>
                  <a:lnTo>
                    <a:pt x="819" y="19669"/>
                  </a:lnTo>
                  <a:lnTo>
                    <a:pt x="892" y="19934"/>
                  </a:lnTo>
                  <a:lnTo>
                    <a:pt x="988" y="20198"/>
                  </a:lnTo>
                  <a:lnTo>
                    <a:pt x="1084" y="20439"/>
                  </a:lnTo>
                  <a:lnTo>
                    <a:pt x="1205" y="20680"/>
                  </a:lnTo>
                  <a:lnTo>
                    <a:pt x="1349" y="20921"/>
                  </a:lnTo>
                  <a:lnTo>
                    <a:pt x="1518" y="21161"/>
                  </a:lnTo>
                  <a:lnTo>
                    <a:pt x="1855" y="21619"/>
                  </a:lnTo>
                  <a:lnTo>
                    <a:pt x="2071" y="21883"/>
                  </a:lnTo>
                  <a:lnTo>
                    <a:pt x="2264" y="22172"/>
                  </a:lnTo>
                  <a:lnTo>
                    <a:pt x="2456" y="22461"/>
                  </a:lnTo>
                  <a:lnTo>
                    <a:pt x="2601" y="22774"/>
                  </a:lnTo>
                  <a:lnTo>
                    <a:pt x="2745" y="23087"/>
                  </a:lnTo>
                  <a:lnTo>
                    <a:pt x="2866" y="23400"/>
                  </a:lnTo>
                  <a:lnTo>
                    <a:pt x="2962" y="23713"/>
                  </a:lnTo>
                  <a:lnTo>
                    <a:pt x="3058" y="24050"/>
                  </a:lnTo>
                  <a:lnTo>
                    <a:pt x="3275" y="24917"/>
                  </a:lnTo>
                  <a:lnTo>
                    <a:pt x="3492" y="25807"/>
                  </a:lnTo>
                  <a:lnTo>
                    <a:pt x="3636" y="26698"/>
                  </a:lnTo>
                  <a:lnTo>
                    <a:pt x="3708" y="27155"/>
                  </a:lnTo>
                  <a:lnTo>
                    <a:pt x="3756" y="27589"/>
                  </a:lnTo>
                  <a:lnTo>
                    <a:pt x="3781" y="27781"/>
                  </a:lnTo>
                  <a:lnTo>
                    <a:pt x="3781" y="27950"/>
                  </a:lnTo>
                  <a:lnTo>
                    <a:pt x="3756" y="28118"/>
                  </a:lnTo>
                  <a:lnTo>
                    <a:pt x="3684" y="28287"/>
                  </a:lnTo>
                  <a:lnTo>
                    <a:pt x="3540" y="28624"/>
                  </a:lnTo>
                  <a:lnTo>
                    <a:pt x="3395" y="28961"/>
                  </a:lnTo>
                  <a:lnTo>
                    <a:pt x="3299" y="29322"/>
                  </a:lnTo>
                  <a:lnTo>
                    <a:pt x="3227" y="29659"/>
                  </a:lnTo>
                  <a:lnTo>
                    <a:pt x="3179" y="30020"/>
                  </a:lnTo>
                  <a:lnTo>
                    <a:pt x="3179" y="30381"/>
                  </a:lnTo>
                  <a:lnTo>
                    <a:pt x="3203" y="30766"/>
                  </a:lnTo>
                  <a:lnTo>
                    <a:pt x="3251" y="31152"/>
                  </a:lnTo>
                  <a:lnTo>
                    <a:pt x="3323" y="31440"/>
                  </a:lnTo>
                  <a:lnTo>
                    <a:pt x="3443" y="31729"/>
                  </a:lnTo>
                  <a:lnTo>
                    <a:pt x="3588" y="31994"/>
                  </a:lnTo>
                  <a:lnTo>
                    <a:pt x="3756" y="32235"/>
                  </a:lnTo>
                  <a:lnTo>
                    <a:pt x="3949" y="32452"/>
                  </a:lnTo>
                  <a:lnTo>
                    <a:pt x="4166" y="32620"/>
                  </a:lnTo>
                  <a:lnTo>
                    <a:pt x="4406" y="32789"/>
                  </a:lnTo>
                  <a:lnTo>
                    <a:pt x="4647" y="32909"/>
                  </a:lnTo>
                  <a:lnTo>
                    <a:pt x="4912" y="33005"/>
                  </a:lnTo>
                  <a:lnTo>
                    <a:pt x="5177" y="33053"/>
                  </a:lnTo>
                  <a:lnTo>
                    <a:pt x="5466" y="33102"/>
                  </a:lnTo>
                  <a:lnTo>
                    <a:pt x="5730" y="33077"/>
                  </a:lnTo>
                  <a:lnTo>
                    <a:pt x="5995" y="33029"/>
                  </a:lnTo>
                  <a:lnTo>
                    <a:pt x="6284" y="32957"/>
                  </a:lnTo>
                  <a:lnTo>
                    <a:pt x="6549" y="32813"/>
                  </a:lnTo>
                  <a:lnTo>
                    <a:pt x="6790" y="32644"/>
                  </a:lnTo>
                  <a:lnTo>
                    <a:pt x="7079" y="32403"/>
                  </a:lnTo>
                  <a:lnTo>
                    <a:pt x="7319" y="32163"/>
                  </a:lnTo>
                  <a:lnTo>
                    <a:pt x="7560" y="31874"/>
                  </a:lnTo>
                  <a:lnTo>
                    <a:pt x="7753" y="31585"/>
                  </a:lnTo>
                  <a:lnTo>
                    <a:pt x="7945" y="31296"/>
                  </a:lnTo>
                  <a:lnTo>
                    <a:pt x="8090" y="30959"/>
                  </a:lnTo>
                  <a:lnTo>
                    <a:pt x="8210" y="30622"/>
                  </a:lnTo>
                  <a:lnTo>
                    <a:pt x="8306" y="30261"/>
                  </a:lnTo>
                  <a:lnTo>
                    <a:pt x="8354" y="29948"/>
                  </a:lnTo>
                  <a:lnTo>
                    <a:pt x="8354" y="29779"/>
                  </a:lnTo>
                  <a:lnTo>
                    <a:pt x="8354" y="29611"/>
                  </a:lnTo>
                  <a:lnTo>
                    <a:pt x="8330" y="29466"/>
                  </a:lnTo>
                  <a:lnTo>
                    <a:pt x="8282" y="29298"/>
                  </a:lnTo>
                  <a:lnTo>
                    <a:pt x="8210" y="29154"/>
                  </a:lnTo>
                  <a:lnTo>
                    <a:pt x="8114" y="29009"/>
                  </a:lnTo>
                  <a:lnTo>
                    <a:pt x="7969" y="28816"/>
                  </a:lnTo>
                  <a:lnTo>
                    <a:pt x="7849" y="28600"/>
                  </a:lnTo>
                  <a:lnTo>
                    <a:pt x="7584" y="28167"/>
                  </a:lnTo>
                  <a:lnTo>
                    <a:pt x="7343" y="27733"/>
                  </a:lnTo>
                  <a:lnTo>
                    <a:pt x="7199" y="27517"/>
                  </a:lnTo>
                  <a:lnTo>
                    <a:pt x="7054" y="27324"/>
                  </a:lnTo>
                  <a:lnTo>
                    <a:pt x="6910" y="27107"/>
                  </a:lnTo>
                  <a:lnTo>
                    <a:pt x="6766" y="26891"/>
                  </a:lnTo>
                  <a:lnTo>
                    <a:pt x="6669" y="26650"/>
                  </a:lnTo>
                  <a:lnTo>
                    <a:pt x="6597" y="26433"/>
                  </a:lnTo>
                  <a:lnTo>
                    <a:pt x="6549" y="26193"/>
                  </a:lnTo>
                  <a:lnTo>
                    <a:pt x="6525" y="25928"/>
                  </a:lnTo>
                  <a:lnTo>
                    <a:pt x="6525" y="25687"/>
                  </a:lnTo>
                  <a:lnTo>
                    <a:pt x="6549" y="25422"/>
                  </a:lnTo>
                  <a:lnTo>
                    <a:pt x="6573" y="25206"/>
                  </a:lnTo>
                  <a:lnTo>
                    <a:pt x="6573" y="24989"/>
                  </a:lnTo>
                  <a:lnTo>
                    <a:pt x="6549" y="24796"/>
                  </a:lnTo>
                  <a:lnTo>
                    <a:pt x="6525" y="24580"/>
                  </a:lnTo>
                  <a:lnTo>
                    <a:pt x="6477" y="24339"/>
                  </a:lnTo>
                  <a:lnTo>
                    <a:pt x="6453" y="24074"/>
                  </a:lnTo>
                  <a:lnTo>
                    <a:pt x="6453" y="23833"/>
                  </a:lnTo>
                  <a:lnTo>
                    <a:pt x="6453" y="23593"/>
                  </a:lnTo>
                  <a:lnTo>
                    <a:pt x="6477" y="23376"/>
                  </a:lnTo>
                  <a:lnTo>
                    <a:pt x="6525" y="23135"/>
                  </a:lnTo>
                  <a:lnTo>
                    <a:pt x="6621" y="22678"/>
                  </a:lnTo>
                  <a:lnTo>
                    <a:pt x="6790" y="22269"/>
                  </a:lnTo>
                  <a:lnTo>
                    <a:pt x="7006" y="21835"/>
                  </a:lnTo>
                  <a:lnTo>
                    <a:pt x="7271" y="21450"/>
                  </a:lnTo>
                  <a:lnTo>
                    <a:pt x="7560" y="21065"/>
                  </a:lnTo>
                  <a:lnTo>
                    <a:pt x="7849" y="20680"/>
                  </a:lnTo>
                  <a:lnTo>
                    <a:pt x="8114" y="20295"/>
                  </a:lnTo>
                  <a:lnTo>
                    <a:pt x="8354" y="19885"/>
                  </a:lnTo>
                  <a:lnTo>
                    <a:pt x="8595" y="19476"/>
                  </a:lnTo>
                  <a:lnTo>
                    <a:pt x="8788" y="19067"/>
                  </a:lnTo>
                  <a:lnTo>
                    <a:pt x="8980" y="18634"/>
                  </a:lnTo>
                  <a:lnTo>
                    <a:pt x="9125" y="18176"/>
                  </a:lnTo>
                  <a:lnTo>
                    <a:pt x="9269" y="17719"/>
                  </a:lnTo>
                  <a:lnTo>
                    <a:pt x="9341" y="17454"/>
                  </a:lnTo>
                  <a:lnTo>
                    <a:pt x="9390" y="17165"/>
                  </a:lnTo>
                  <a:lnTo>
                    <a:pt x="9414" y="16900"/>
                  </a:lnTo>
                  <a:lnTo>
                    <a:pt x="9414" y="16635"/>
                  </a:lnTo>
                  <a:lnTo>
                    <a:pt x="9366" y="16371"/>
                  </a:lnTo>
                  <a:lnTo>
                    <a:pt x="9293" y="16106"/>
                  </a:lnTo>
                  <a:lnTo>
                    <a:pt x="9197" y="15841"/>
                  </a:lnTo>
                  <a:lnTo>
                    <a:pt x="9077" y="15600"/>
                  </a:lnTo>
                  <a:lnTo>
                    <a:pt x="8619" y="14830"/>
                  </a:lnTo>
                  <a:lnTo>
                    <a:pt x="8210" y="14036"/>
                  </a:lnTo>
                  <a:lnTo>
                    <a:pt x="7825" y="13241"/>
                  </a:lnTo>
                  <a:lnTo>
                    <a:pt x="7464" y="12447"/>
                  </a:lnTo>
                  <a:lnTo>
                    <a:pt x="7271" y="11989"/>
                  </a:lnTo>
                  <a:lnTo>
                    <a:pt x="7127" y="11508"/>
                  </a:lnTo>
                  <a:lnTo>
                    <a:pt x="7054" y="11051"/>
                  </a:lnTo>
                  <a:lnTo>
                    <a:pt x="7030" y="10593"/>
                  </a:lnTo>
                  <a:lnTo>
                    <a:pt x="7030" y="10112"/>
                  </a:lnTo>
                  <a:lnTo>
                    <a:pt x="7127" y="9654"/>
                  </a:lnTo>
                  <a:lnTo>
                    <a:pt x="7247" y="9197"/>
                  </a:lnTo>
                  <a:lnTo>
                    <a:pt x="7440" y="8739"/>
                  </a:lnTo>
                  <a:lnTo>
                    <a:pt x="7704" y="8186"/>
                  </a:lnTo>
                  <a:lnTo>
                    <a:pt x="7969" y="7632"/>
                  </a:lnTo>
                  <a:lnTo>
                    <a:pt x="8114" y="7367"/>
                  </a:lnTo>
                  <a:lnTo>
                    <a:pt x="8282" y="7103"/>
                  </a:lnTo>
                  <a:lnTo>
                    <a:pt x="8451" y="6838"/>
                  </a:lnTo>
                  <a:lnTo>
                    <a:pt x="8667" y="6597"/>
                  </a:lnTo>
                  <a:lnTo>
                    <a:pt x="8691" y="6525"/>
                  </a:lnTo>
                  <a:lnTo>
                    <a:pt x="8740" y="6453"/>
                  </a:lnTo>
                  <a:lnTo>
                    <a:pt x="8788" y="6308"/>
                  </a:lnTo>
                  <a:lnTo>
                    <a:pt x="8932" y="5875"/>
                  </a:lnTo>
                  <a:lnTo>
                    <a:pt x="9028" y="5441"/>
                  </a:lnTo>
                  <a:lnTo>
                    <a:pt x="9077" y="5008"/>
                  </a:lnTo>
                  <a:lnTo>
                    <a:pt x="9077" y="4575"/>
                  </a:lnTo>
                  <a:lnTo>
                    <a:pt x="9053" y="4166"/>
                  </a:lnTo>
                  <a:lnTo>
                    <a:pt x="8980" y="3732"/>
                  </a:lnTo>
                  <a:lnTo>
                    <a:pt x="8884" y="3299"/>
                  </a:lnTo>
                  <a:lnTo>
                    <a:pt x="8764" y="2890"/>
                  </a:lnTo>
                  <a:lnTo>
                    <a:pt x="8595" y="2456"/>
                  </a:lnTo>
                  <a:lnTo>
                    <a:pt x="8403" y="2023"/>
                  </a:lnTo>
                  <a:lnTo>
                    <a:pt x="8138" y="1638"/>
                  </a:lnTo>
                  <a:lnTo>
                    <a:pt x="7993" y="1445"/>
                  </a:lnTo>
                  <a:lnTo>
                    <a:pt x="7849" y="1253"/>
                  </a:lnTo>
                  <a:lnTo>
                    <a:pt x="7680" y="1084"/>
                  </a:lnTo>
                  <a:lnTo>
                    <a:pt x="7512" y="940"/>
                  </a:lnTo>
                  <a:lnTo>
                    <a:pt x="7295" y="771"/>
                  </a:lnTo>
                  <a:lnTo>
                    <a:pt x="7103" y="627"/>
                  </a:lnTo>
                  <a:lnTo>
                    <a:pt x="6862" y="482"/>
                  </a:lnTo>
                  <a:lnTo>
                    <a:pt x="6621" y="362"/>
                  </a:lnTo>
                  <a:lnTo>
                    <a:pt x="6356" y="242"/>
                  </a:lnTo>
                  <a:lnTo>
                    <a:pt x="6092" y="145"/>
                  </a:lnTo>
                  <a:lnTo>
                    <a:pt x="5803" y="73"/>
                  </a:lnTo>
                  <a:lnTo>
                    <a:pt x="5514" y="25"/>
                  </a:lnTo>
                  <a:lnTo>
                    <a:pt x="51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9"/>
            <p:cNvSpPr/>
            <p:nvPr/>
          </p:nvSpPr>
          <p:spPr>
            <a:xfrm>
              <a:off x="1204650" y="2410925"/>
              <a:ext cx="150500" cy="145050"/>
            </a:xfrm>
            <a:custGeom>
              <a:avLst/>
              <a:gdLst/>
              <a:ahLst/>
              <a:cxnLst/>
              <a:rect l="l" t="t" r="r" b="b"/>
              <a:pathLst>
                <a:path w="6020" h="5802" extrusionOk="0">
                  <a:moveTo>
                    <a:pt x="3130" y="289"/>
                  </a:moveTo>
                  <a:lnTo>
                    <a:pt x="3251" y="313"/>
                  </a:lnTo>
                  <a:lnTo>
                    <a:pt x="3925" y="409"/>
                  </a:lnTo>
                  <a:lnTo>
                    <a:pt x="4093" y="458"/>
                  </a:lnTo>
                  <a:lnTo>
                    <a:pt x="4238" y="506"/>
                  </a:lnTo>
                  <a:lnTo>
                    <a:pt x="4575" y="698"/>
                  </a:lnTo>
                  <a:lnTo>
                    <a:pt x="4888" y="915"/>
                  </a:lnTo>
                  <a:lnTo>
                    <a:pt x="5152" y="1156"/>
                  </a:lnTo>
                  <a:lnTo>
                    <a:pt x="5273" y="1300"/>
                  </a:lnTo>
                  <a:lnTo>
                    <a:pt x="5393" y="1469"/>
                  </a:lnTo>
                  <a:lnTo>
                    <a:pt x="5465" y="1613"/>
                  </a:lnTo>
                  <a:lnTo>
                    <a:pt x="5538" y="1758"/>
                  </a:lnTo>
                  <a:lnTo>
                    <a:pt x="5634" y="2046"/>
                  </a:lnTo>
                  <a:lnTo>
                    <a:pt x="5706" y="2456"/>
                  </a:lnTo>
                  <a:lnTo>
                    <a:pt x="5754" y="2889"/>
                  </a:lnTo>
                  <a:lnTo>
                    <a:pt x="5730" y="3130"/>
                  </a:lnTo>
                  <a:lnTo>
                    <a:pt x="5706" y="3370"/>
                  </a:lnTo>
                  <a:lnTo>
                    <a:pt x="5634" y="3611"/>
                  </a:lnTo>
                  <a:lnTo>
                    <a:pt x="5538" y="3852"/>
                  </a:lnTo>
                  <a:lnTo>
                    <a:pt x="5441" y="3996"/>
                  </a:lnTo>
                  <a:lnTo>
                    <a:pt x="5321" y="4141"/>
                  </a:lnTo>
                  <a:lnTo>
                    <a:pt x="5008" y="4454"/>
                  </a:lnTo>
                  <a:lnTo>
                    <a:pt x="4695" y="4815"/>
                  </a:lnTo>
                  <a:lnTo>
                    <a:pt x="4575" y="4959"/>
                  </a:lnTo>
                  <a:lnTo>
                    <a:pt x="4430" y="5056"/>
                  </a:lnTo>
                  <a:lnTo>
                    <a:pt x="4262" y="5152"/>
                  </a:lnTo>
                  <a:lnTo>
                    <a:pt x="4093" y="5200"/>
                  </a:lnTo>
                  <a:lnTo>
                    <a:pt x="3756" y="5320"/>
                  </a:lnTo>
                  <a:lnTo>
                    <a:pt x="3443" y="5417"/>
                  </a:lnTo>
                  <a:lnTo>
                    <a:pt x="3275" y="5465"/>
                  </a:lnTo>
                  <a:lnTo>
                    <a:pt x="3082" y="5489"/>
                  </a:lnTo>
                  <a:lnTo>
                    <a:pt x="2745" y="5489"/>
                  </a:lnTo>
                  <a:lnTo>
                    <a:pt x="2095" y="5417"/>
                  </a:lnTo>
                  <a:lnTo>
                    <a:pt x="1782" y="5344"/>
                  </a:lnTo>
                  <a:lnTo>
                    <a:pt x="1469" y="5272"/>
                  </a:lnTo>
                  <a:lnTo>
                    <a:pt x="1253" y="5200"/>
                  </a:lnTo>
                  <a:lnTo>
                    <a:pt x="1060" y="5080"/>
                  </a:lnTo>
                  <a:lnTo>
                    <a:pt x="891" y="4935"/>
                  </a:lnTo>
                  <a:lnTo>
                    <a:pt x="747" y="4743"/>
                  </a:lnTo>
                  <a:lnTo>
                    <a:pt x="578" y="4502"/>
                  </a:lnTo>
                  <a:lnTo>
                    <a:pt x="410" y="4261"/>
                  </a:lnTo>
                  <a:lnTo>
                    <a:pt x="314" y="4093"/>
                  </a:lnTo>
                  <a:lnTo>
                    <a:pt x="266" y="3900"/>
                  </a:lnTo>
                  <a:lnTo>
                    <a:pt x="217" y="3708"/>
                  </a:lnTo>
                  <a:lnTo>
                    <a:pt x="217" y="3515"/>
                  </a:lnTo>
                  <a:lnTo>
                    <a:pt x="217" y="3322"/>
                  </a:lnTo>
                  <a:lnTo>
                    <a:pt x="241" y="3106"/>
                  </a:lnTo>
                  <a:lnTo>
                    <a:pt x="338" y="2600"/>
                  </a:lnTo>
                  <a:lnTo>
                    <a:pt x="434" y="2071"/>
                  </a:lnTo>
                  <a:lnTo>
                    <a:pt x="506" y="1806"/>
                  </a:lnTo>
                  <a:lnTo>
                    <a:pt x="603" y="1565"/>
                  </a:lnTo>
                  <a:lnTo>
                    <a:pt x="723" y="1348"/>
                  </a:lnTo>
                  <a:lnTo>
                    <a:pt x="891" y="1132"/>
                  </a:lnTo>
                  <a:lnTo>
                    <a:pt x="988" y="1035"/>
                  </a:lnTo>
                  <a:lnTo>
                    <a:pt x="1060" y="1011"/>
                  </a:lnTo>
                  <a:lnTo>
                    <a:pt x="1132" y="987"/>
                  </a:lnTo>
                  <a:lnTo>
                    <a:pt x="1349" y="939"/>
                  </a:lnTo>
                  <a:lnTo>
                    <a:pt x="1590" y="891"/>
                  </a:lnTo>
                  <a:lnTo>
                    <a:pt x="1710" y="867"/>
                  </a:lnTo>
                  <a:lnTo>
                    <a:pt x="1830" y="819"/>
                  </a:lnTo>
                  <a:lnTo>
                    <a:pt x="1927" y="771"/>
                  </a:lnTo>
                  <a:lnTo>
                    <a:pt x="2047" y="698"/>
                  </a:lnTo>
                  <a:lnTo>
                    <a:pt x="2215" y="578"/>
                  </a:lnTo>
                  <a:lnTo>
                    <a:pt x="2384" y="482"/>
                  </a:lnTo>
                  <a:lnTo>
                    <a:pt x="2745" y="337"/>
                  </a:lnTo>
                  <a:lnTo>
                    <a:pt x="2865" y="313"/>
                  </a:lnTo>
                  <a:lnTo>
                    <a:pt x="2986" y="289"/>
                  </a:lnTo>
                  <a:close/>
                  <a:moveTo>
                    <a:pt x="3082" y="0"/>
                  </a:moveTo>
                  <a:lnTo>
                    <a:pt x="2817" y="24"/>
                  </a:lnTo>
                  <a:lnTo>
                    <a:pt x="2601" y="97"/>
                  </a:lnTo>
                  <a:lnTo>
                    <a:pt x="2360" y="217"/>
                  </a:lnTo>
                  <a:lnTo>
                    <a:pt x="2240" y="265"/>
                  </a:lnTo>
                  <a:lnTo>
                    <a:pt x="2119" y="313"/>
                  </a:lnTo>
                  <a:lnTo>
                    <a:pt x="1999" y="385"/>
                  </a:lnTo>
                  <a:lnTo>
                    <a:pt x="1903" y="434"/>
                  </a:lnTo>
                  <a:lnTo>
                    <a:pt x="1806" y="530"/>
                  </a:lnTo>
                  <a:lnTo>
                    <a:pt x="1686" y="578"/>
                  </a:lnTo>
                  <a:lnTo>
                    <a:pt x="1445" y="626"/>
                  </a:lnTo>
                  <a:lnTo>
                    <a:pt x="1301" y="650"/>
                  </a:lnTo>
                  <a:lnTo>
                    <a:pt x="1180" y="674"/>
                  </a:lnTo>
                  <a:lnTo>
                    <a:pt x="1108" y="698"/>
                  </a:lnTo>
                  <a:lnTo>
                    <a:pt x="1012" y="771"/>
                  </a:lnTo>
                  <a:lnTo>
                    <a:pt x="964" y="867"/>
                  </a:lnTo>
                  <a:lnTo>
                    <a:pt x="915" y="939"/>
                  </a:lnTo>
                  <a:lnTo>
                    <a:pt x="843" y="987"/>
                  </a:lnTo>
                  <a:lnTo>
                    <a:pt x="651" y="1180"/>
                  </a:lnTo>
                  <a:lnTo>
                    <a:pt x="506" y="1396"/>
                  </a:lnTo>
                  <a:lnTo>
                    <a:pt x="386" y="1637"/>
                  </a:lnTo>
                  <a:lnTo>
                    <a:pt x="290" y="1926"/>
                  </a:lnTo>
                  <a:lnTo>
                    <a:pt x="97" y="2769"/>
                  </a:lnTo>
                  <a:lnTo>
                    <a:pt x="25" y="3154"/>
                  </a:lnTo>
                  <a:lnTo>
                    <a:pt x="1" y="3322"/>
                  </a:lnTo>
                  <a:lnTo>
                    <a:pt x="1" y="3515"/>
                  </a:lnTo>
                  <a:lnTo>
                    <a:pt x="1" y="3804"/>
                  </a:lnTo>
                  <a:lnTo>
                    <a:pt x="73" y="4045"/>
                  </a:lnTo>
                  <a:lnTo>
                    <a:pt x="169" y="4285"/>
                  </a:lnTo>
                  <a:lnTo>
                    <a:pt x="290" y="4526"/>
                  </a:lnTo>
                  <a:lnTo>
                    <a:pt x="434" y="4719"/>
                  </a:lnTo>
                  <a:lnTo>
                    <a:pt x="578" y="4935"/>
                  </a:lnTo>
                  <a:lnTo>
                    <a:pt x="747" y="5152"/>
                  </a:lnTo>
                  <a:lnTo>
                    <a:pt x="867" y="5272"/>
                  </a:lnTo>
                  <a:lnTo>
                    <a:pt x="1012" y="5369"/>
                  </a:lnTo>
                  <a:lnTo>
                    <a:pt x="1156" y="5465"/>
                  </a:lnTo>
                  <a:lnTo>
                    <a:pt x="1325" y="5537"/>
                  </a:lnTo>
                  <a:lnTo>
                    <a:pt x="1686" y="5633"/>
                  </a:lnTo>
                  <a:lnTo>
                    <a:pt x="2071" y="5730"/>
                  </a:lnTo>
                  <a:lnTo>
                    <a:pt x="2456" y="5778"/>
                  </a:lnTo>
                  <a:lnTo>
                    <a:pt x="2841" y="5802"/>
                  </a:lnTo>
                  <a:lnTo>
                    <a:pt x="3034" y="5802"/>
                  </a:lnTo>
                  <a:lnTo>
                    <a:pt x="3227" y="5778"/>
                  </a:lnTo>
                  <a:lnTo>
                    <a:pt x="3395" y="5754"/>
                  </a:lnTo>
                  <a:lnTo>
                    <a:pt x="3588" y="5706"/>
                  </a:lnTo>
                  <a:lnTo>
                    <a:pt x="4286" y="5465"/>
                  </a:lnTo>
                  <a:lnTo>
                    <a:pt x="4406" y="5417"/>
                  </a:lnTo>
                  <a:lnTo>
                    <a:pt x="4551" y="5344"/>
                  </a:lnTo>
                  <a:lnTo>
                    <a:pt x="4671" y="5272"/>
                  </a:lnTo>
                  <a:lnTo>
                    <a:pt x="4767" y="5152"/>
                  </a:lnTo>
                  <a:lnTo>
                    <a:pt x="5080" y="4791"/>
                  </a:lnTo>
                  <a:lnTo>
                    <a:pt x="5225" y="4622"/>
                  </a:lnTo>
                  <a:lnTo>
                    <a:pt x="5393" y="4454"/>
                  </a:lnTo>
                  <a:lnTo>
                    <a:pt x="5538" y="4309"/>
                  </a:lnTo>
                  <a:lnTo>
                    <a:pt x="5658" y="4165"/>
                  </a:lnTo>
                  <a:lnTo>
                    <a:pt x="5754" y="4020"/>
                  </a:lnTo>
                  <a:lnTo>
                    <a:pt x="5826" y="3828"/>
                  </a:lnTo>
                  <a:lnTo>
                    <a:pt x="5923" y="3587"/>
                  </a:lnTo>
                  <a:lnTo>
                    <a:pt x="5995" y="3322"/>
                  </a:lnTo>
                  <a:lnTo>
                    <a:pt x="6019" y="3058"/>
                  </a:lnTo>
                  <a:lnTo>
                    <a:pt x="6019" y="2793"/>
                  </a:lnTo>
                  <a:lnTo>
                    <a:pt x="5971" y="2408"/>
                  </a:lnTo>
                  <a:lnTo>
                    <a:pt x="5899" y="2022"/>
                  </a:lnTo>
                  <a:lnTo>
                    <a:pt x="5851" y="1806"/>
                  </a:lnTo>
                  <a:lnTo>
                    <a:pt x="5754" y="1565"/>
                  </a:lnTo>
                  <a:lnTo>
                    <a:pt x="5586" y="1252"/>
                  </a:lnTo>
                  <a:lnTo>
                    <a:pt x="5393" y="987"/>
                  </a:lnTo>
                  <a:lnTo>
                    <a:pt x="5152" y="747"/>
                  </a:lnTo>
                  <a:lnTo>
                    <a:pt x="4864" y="530"/>
                  </a:lnTo>
                  <a:lnTo>
                    <a:pt x="4671" y="409"/>
                  </a:lnTo>
                  <a:lnTo>
                    <a:pt x="4478" y="289"/>
                  </a:lnTo>
                  <a:lnTo>
                    <a:pt x="4286" y="193"/>
                  </a:lnTo>
                  <a:lnTo>
                    <a:pt x="4069" y="145"/>
                  </a:lnTo>
                  <a:lnTo>
                    <a:pt x="3323" y="24"/>
                  </a:lnTo>
                  <a:lnTo>
                    <a:pt x="3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9"/>
            <p:cNvSpPr/>
            <p:nvPr/>
          </p:nvSpPr>
          <p:spPr>
            <a:xfrm>
              <a:off x="1252200" y="2451850"/>
              <a:ext cx="58400" cy="61400"/>
            </a:xfrm>
            <a:custGeom>
              <a:avLst/>
              <a:gdLst/>
              <a:ahLst/>
              <a:cxnLst/>
              <a:rect l="l" t="t" r="r" b="b"/>
              <a:pathLst>
                <a:path w="2336" h="2456" extrusionOk="0">
                  <a:moveTo>
                    <a:pt x="1252" y="289"/>
                  </a:moveTo>
                  <a:lnTo>
                    <a:pt x="1421" y="313"/>
                  </a:lnTo>
                  <a:lnTo>
                    <a:pt x="1565" y="361"/>
                  </a:lnTo>
                  <a:lnTo>
                    <a:pt x="1758" y="482"/>
                  </a:lnTo>
                  <a:lnTo>
                    <a:pt x="1926" y="578"/>
                  </a:lnTo>
                  <a:lnTo>
                    <a:pt x="1975" y="626"/>
                  </a:lnTo>
                  <a:lnTo>
                    <a:pt x="2023" y="698"/>
                  </a:lnTo>
                  <a:lnTo>
                    <a:pt x="2047" y="771"/>
                  </a:lnTo>
                  <a:lnTo>
                    <a:pt x="2071" y="843"/>
                  </a:lnTo>
                  <a:lnTo>
                    <a:pt x="2095" y="1228"/>
                  </a:lnTo>
                  <a:lnTo>
                    <a:pt x="2071" y="1421"/>
                  </a:lnTo>
                  <a:lnTo>
                    <a:pt x="2047" y="1613"/>
                  </a:lnTo>
                  <a:lnTo>
                    <a:pt x="1975" y="1758"/>
                  </a:lnTo>
                  <a:lnTo>
                    <a:pt x="1878" y="1878"/>
                  </a:lnTo>
                  <a:lnTo>
                    <a:pt x="1565" y="2143"/>
                  </a:lnTo>
                  <a:lnTo>
                    <a:pt x="1469" y="2215"/>
                  </a:lnTo>
                  <a:lnTo>
                    <a:pt x="1108" y="2215"/>
                  </a:lnTo>
                  <a:lnTo>
                    <a:pt x="843" y="2191"/>
                  </a:lnTo>
                  <a:lnTo>
                    <a:pt x="723" y="2167"/>
                  </a:lnTo>
                  <a:lnTo>
                    <a:pt x="626" y="2119"/>
                  </a:lnTo>
                  <a:lnTo>
                    <a:pt x="410" y="1998"/>
                  </a:lnTo>
                  <a:lnTo>
                    <a:pt x="338" y="1926"/>
                  </a:lnTo>
                  <a:lnTo>
                    <a:pt x="289" y="1854"/>
                  </a:lnTo>
                  <a:lnTo>
                    <a:pt x="241" y="1758"/>
                  </a:lnTo>
                  <a:lnTo>
                    <a:pt x="241" y="1637"/>
                  </a:lnTo>
                  <a:lnTo>
                    <a:pt x="241" y="1541"/>
                  </a:lnTo>
                  <a:lnTo>
                    <a:pt x="241" y="1396"/>
                  </a:lnTo>
                  <a:lnTo>
                    <a:pt x="217" y="1300"/>
                  </a:lnTo>
                  <a:lnTo>
                    <a:pt x="241" y="1180"/>
                  </a:lnTo>
                  <a:lnTo>
                    <a:pt x="289" y="915"/>
                  </a:lnTo>
                  <a:lnTo>
                    <a:pt x="338" y="795"/>
                  </a:lnTo>
                  <a:lnTo>
                    <a:pt x="386" y="698"/>
                  </a:lnTo>
                  <a:lnTo>
                    <a:pt x="458" y="602"/>
                  </a:lnTo>
                  <a:lnTo>
                    <a:pt x="554" y="530"/>
                  </a:lnTo>
                  <a:lnTo>
                    <a:pt x="723" y="434"/>
                  </a:lnTo>
                  <a:lnTo>
                    <a:pt x="891" y="361"/>
                  </a:lnTo>
                  <a:lnTo>
                    <a:pt x="1084" y="313"/>
                  </a:lnTo>
                  <a:lnTo>
                    <a:pt x="1252" y="289"/>
                  </a:lnTo>
                  <a:close/>
                  <a:moveTo>
                    <a:pt x="1300" y="0"/>
                  </a:moveTo>
                  <a:lnTo>
                    <a:pt x="1084" y="24"/>
                  </a:lnTo>
                  <a:lnTo>
                    <a:pt x="867" y="72"/>
                  </a:lnTo>
                  <a:lnTo>
                    <a:pt x="650" y="169"/>
                  </a:lnTo>
                  <a:lnTo>
                    <a:pt x="458" y="265"/>
                  </a:lnTo>
                  <a:lnTo>
                    <a:pt x="338" y="361"/>
                  </a:lnTo>
                  <a:lnTo>
                    <a:pt x="241" y="458"/>
                  </a:lnTo>
                  <a:lnTo>
                    <a:pt x="169" y="554"/>
                  </a:lnTo>
                  <a:lnTo>
                    <a:pt x="121" y="674"/>
                  </a:lnTo>
                  <a:lnTo>
                    <a:pt x="25" y="939"/>
                  </a:lnTo>
                  <a:lnTo>
                    <a:pt x="1" y="1204"/>
                  </a:lnTo>
                  <a:lnTo>
                    <a:pt x="1" y="1421"/>
                  </a:lnTo>
                  <a:lnTo>
                    <a:pt x="25" y="1637"/>
                  </a:lnTo>
                  <a:lnTo>
                    <a:pt x="25" y="1806"/>
                  </a:lnTo>
                  <a:lnTo>
                    <a:pt x="73" y="1926"/>
                  </a:lnTo>
                  <a:lnTo>
                    <a:pt x="169" y="2046"/>
                  </a:lnTo>
                  <a:lnTo>
                    <a:pt x="265" y="2167"/>
                  </a:lnTo>
                  <a:lnTo>
                    <a:pt x="434" y="2287"/>
                  </a:lnTo>
                  <a:lnTo>
                    <a:pt x="530" y="2335"/>
                  </a:lnTo>
                  <a:lnTo>
                    <a:pt x="626" y="2383"/>
                  </a:lnTo>
                  <a:lnTo>
                    <a:pt x="819" y="2432"/>
                  </a:lnTo>
                  <a:lnTo>
                    <a:pt x="1012" y="2456"/>
                  </a:lnTo>
                  <a:lnTo>
                    <a:pt x="1421" y="2456"/>
                  </a:lnTo>
                  <a:lnTo>
                    <a:pt x="1565" y="2432"/>
                  </a:lnTo>
                  <a:lnTo>
                    <a:pt x="1662" y="2359"/>
                  </a:lnTo>
                  <a:lnTo>
                    <a:pt x="2023" y="2071"/>
                  </a:lnTo>
                  <a:lnTo>
                    <a:pt x="2095" y="1998"/>
                  </a:lnTo>
                  <a:lnTo>
                    <a:pt x="2167" y="1902"/>
                  </a:lnTo>
                  <a:lnTo>
                    <a:pt x="2215" y="1806"/>
                  </a:lnTo>
                  <a:lnTo>
                    <a:pt x="2263" y="1685"/>
                  </a:lnTo>
                  <a:lnTo>
                    <a:pt x="2312" y="1445"/>
                  </a:lnTo>
                  <a:lnTo>
                    <a:pt x="2336" y="1180"/>
                  </a:lnTo>
                  <a:lnTo>
                    <a:pt x="2287" y="795"/>
                  </a:lnTo>
                  <a:lnTo>
                    <a:pt x="2263" y="650"/>
                  </a:lnTo>
                  <a:lnTo>
                    <a:pt x="2191" y="530"/>
                  </a:lnTo>
                  <a:lnTo>
                    <a:pt x="2119" y="409"/>
                  </a:lnTo>
                  <a:lnTo>
                    <a:pt x="1999" y="337"/>
                  </a:lnTo>
                  <a:lnTo>
                    <a:pt x="1806" y="193"/>
                  </a:lnTo>
                  <a:lnTo>
                    <a:pt x="1589" y="72"/>
                  </a:lnTo>
                  <a:lnTo>
                    <a:pt x="1445" y="24"/>
                  </a:lnTo>
                  <a:lnTo>
                    <a:pt x="1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9"/>
            <p:cNvSpPr/>
            <p:nvPr/>
          </p:nvSpPr>
          <p:spPr>
            <a:xfrm>
              <a:off x="1270850" y="2474700"/>
              <a:ext cx="19900" cy="22300"/>
            </a:xfrm>
            <a:custGeom>
              <a:avLst/>
              <a:gdLst/>
              <a:ahLst/>
              <a:cxnLst/>
              <a:rect l="l" t="t" r="r" b="b"/>
              <a:pathLst>
                <a:path w="796" h="892" extrusionOk="0">
                  <a:moveTo>
                    <a:pt x="506" y="242"/>
                  </a:moveTo>
                  <a:lnTo>
                    <a:pt x="554" y="266"/>
                  </a:lnTo>
                  <a:lnTo>
                    <a:pt x="579" y="290"/>
                  </a:lnTo>
                  <a:lnTo>
                    <a:pt x="603" y="338"/>
                  </a:lnTo>
                  <a:lnTo>
                    <a:pt x="603" y="434"/>
                  </a:lnTo>
                  <a:lnTo>
                    <a:pt x="579" y="507"/>
                  </a:lnTo>
                  <a:lnTo>
                    <a:pt x="530" y="579"/>
                  </a:lnTo>
                  <a:lnTo>
                    <a:pt x="482" y="627"/>
                  </a:lnTo>
                  <a:lnTo>
                    <a:pt x="410" y="675"/>
                  </a:lnTo>
                  <a:lnTo>
                    <a:pt x="362" y="699"/>
                  </a:lnTo>
                  <a:lnTo>
                    <a:pt x="338" y="675"/>
                  </a:lnTo>
                  <a:lnTo>
                    <a:pt x="290" y="651"/>
                  </a:lnTo>
                  <a:lnTo>
                    <a:pt x="266" y="627"/>
                  </a:lnTo>
                  <a:lnTo>
                    <a:pt x="266" y="531"/>
                  </a:lnTo>
                  <a:lnTo>
                    <a:pt x="290" y="410"/>
                  </a:lnTo>
                  <a:lnTo>
                    <a:pt x="338" y="314"/>
                  </a:lnTo>
                  <a:lnTo>
                    <a:pt x="386" y="266"/>
                  </a:lnTo>
                  <a:lnTo>
                    <a:pt x="482" y="242"/>
                  </a:lnTo>
                  <a:close/>
                  <a:moveTo>
                    <a:pt x="434" y="1"/>
                  </a:moveTo>
                  <a:lnTo>
                    <a:pt x="314" y="25"/>
                  </a:lnTo>
                  <a:lnTo>
                    <a:pt x="217" y="73"/>
                  </a:lnTo>
                  <a:lnTo>
                    <a:pt x="25" y="242"/>
                  </a:lnTo>
                  <a:lnTo>
                    <a:pt x="1" y="266"/>
                  </a:lnTo>
                  <a:lnTo>
                    <a:pt x="1" y="314"/>
                  </a:lnTo>
                  <a:lnTo>
                    <a:pt x="1" y="458"/>
                  </a:lnTo>
                  <a:lnTo>
                    <a:pt x="1" y="627"/>
                  </a:lnTo>
                  <a:lnTo>
                    <a:pt x="49" y="723"/>
                  </a:lnTo>
                  <a:lnTo>
                    <a:pt x="121" y="795"/>
                  </a:lnTo>
                  <a:lnTo>
                    <a:pt x="193" y="868"/>
                  </a:lnTo>
                  <a:lnTo>
                    <a:pt x="290" y="892"/>
                  </a:lnTo>
                  <a:lnTo>
                    <a:pt x="410" y="868"/>
                  </a:lnTo>
                  <a:lnTo>
                    <a:pt x="530" y="844"/>
                  </a:lnTo>
                  <a:lnTo>
                    <a:pt x="627" y="771"/>
                  </a:lnTo>
                  <a:lnTo>
                    <a:pt x="699" y="699"/>
                  </a:lnTo>
                  <a:lnTo>
                    <a:pt x="747" y="603"/>
                  </a:lnTo>
                  <a:lnTo>
                    <a:pt x="795" y="507"/>
                  </a:lnTo>
                  <a:lnTo>
                    <a:pt x="795" y="386"/>
                  </a:lnTo>
                  <a:lnTo>
                    <a:pt x="795" y="290"/>
                  </a:lnTo>
                  <a:lnTo>
                    <a:pt x="771" y="170"/>
                  </a:lnTo>
                  <a:lnTo>
                    <a:pt x="699" y="73"/>
                  </a:lnTo>
                  <a:lnTo>
                    <a:pt x="627" y="25"/>
                  </a:lnTo>
                  <a:lnTo>
                    <a:pt x="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9"/>
            <p:cNvSpPr/>
            <p:nvPr/>
          </p:nvSpPr>
          <p:spPr>
            <a:xfrm>
              <a:off x="1249200" y="2726875"/>
              <a:ext cx="108350" cy="104750"/>
            </a:xfrm>
            <a:custGeom>
              <a:avLst/>
              <a:gdLst/>
              <a:ahLst/>
              <a:cxnLst/>
              <a:rect l="l" t="t" r="r" b="b"/>
              <a:pathLst>
                <a:path w="4334" h="4190" extrusionOk="0">
                  <a:moveTo>
                    <a:pt x="2335" y="217"/>
                  </a:moveTo>
                  <a:lnTo>
                    <a:pt x="2817" y="314"/>
                  </a:lnTo>
                  <a:lnTo>
                    <a:pt x="2937" y="338"/>
                  </a:lnTo>
                  <a:lnTo>
                    <a:pt x="3057" y="386"/>
                  </a:lnTo>
                  <a:lnTo>
                    <a:pt x="3298" y="506"/>
                  </a:lnTo>
                  <a:lnTo>
                    <a:pt x="3515" y="651"/>
                  </a:lnTo>
                  <a:lnTo>
                    <a:pt x="3707" y="843"/>
                  </a:lnTo>
                  <a:lnTo>
                    <a:pt x="3876" y="1060"/>
                  </a:lnTo>
                  <a:lnTo>
                    <a:pt x="3996" y="1277"/>
                  </a:lnTo>
                  <a:lnTo>
                    <a:pt x="4044" y="1493"/>
                  </a:lnTo>
                  <a:lnTo>
                    <a:pt x="4117" y="1782"/>
                  </a:lnTo>
                  <a:lnTo>
                    <a:pt x="4141" y="2071"/>
                  </a:lnTo>
                  <a:lnTo>
                    <a:pt x="4141" y="2264"/>
                  </a:lnTo>
                  <a:lnTo>
                    <a:pt x="4093" y="2432"/>
                  </a:lnTo>
                  <a:lnTo>
                    <a:pt x="4044" y="2601"/>
                  </a:lnTo>
                  <a:lnTo>
                    <a:pt x="3996" y="2769"/>
                  </a:lnTo>
                  <a:lnTo>
                    <a:pt x="3924" y="2889"/>
                  </a:lnTo>
                  <a:lnTo>
                    <a:pt x="3828" y="2986"/>
                  </a:lnTo>
                  <a:lnTo>
                    <a:pt x="3587" y="3202"/>
                  </a:lnTo>
                  <a:lnTo>
                    <a:pt x="3394" y="3467"/>
                  </a:lnTo>
                  <a:lnTo>
                    <a:pt x="3298" y="3563"/>
                  </a:lnTo>
                  <a:lnTo>
                    <a:pt x="3178" y="3660"/>
                  </a:lnTo>
                  <a:lnTo>
                    <a:pt x="3082" y="3708"/>
                  </a:lnTo>
                  <a:lnTo>
                    <a:pt x="2937" y="3756"/>
                  </a:lnTo>
                  <a:lnTo>
                    <a:pt x="2480" y="3900"/>
                  </a:lnTo>
                  <a:lnTo>
                    <a:pt x="2359" y="3925"/>
                  </a:lnTo>
                  <a:lnTo>
                    <a:pt x="2215" y="3949"/>
                  </a:lnTo>
                  <a:lnTo>
                    <a:pt x="1974" y="3949"/>
                  </a:lnTo>
                  <a:lnTo>
                    <a:pt x="1517" y="3900"/>
                  </a:lnTo>
                  <a:lnTo>
                    <a:pt x="1276" y="3852"/>
                  </a:lnTo>
                  <a:lnTo>
                    <a:pt x="1059" y="3804"/>
                  </a:lnTo>
                  <a:lnTo>
                    <a:pt x="891" y="3732"/>
                  </a:lnTo>
                  <a:lnTo>
                    <a:pt x="770" y="3660"/>
                  </a:lnTo>
                  <a:lnTo>
                    <a:pt x="650" y="3539"/>
                  </a:lnTo>
                  <a:lnTo>
                    <a:pt x="530" y="3419"/>
                  </a:lnTo>
                  <a:lnTo>
                    <a:pt x="313" y="3058"/>
                  </a:lnTo>
                  <a:lnTo>
                    <a:pt x="241" y="2938"/>
                  </a:lnTo>
                  <a:lnTo>
                    <a:pt x="193" y="2817"/>
                  </a:lnTo>
                  <a:lnTo>
                    <a:pt x="169" y="2673"/>
                  </a:lnTo>
                  <a:lnTo>
                    <a:pt x="169" y="2528"/>
                  </a:lnTo>
                  <a:lnTo>
                    <a:pt x="193" y="2239"/>
                  </a:lnTo>
                  <a:lnTo>
                    <a:pt x="241" y="1854"/>
                  </a:lnTo>
                  <a:lnTo>
                    <a:pt x="313" y="1493"/>
                  </a:lnTo>
                  <a:lnTo>
                    <a:pt x="361" y="1301"/>
                  </a:lnTo>
                  <a:lnTo>
                    <a:pt x="433" y="1132"/>
                  </a:lnTo>
                  <a:lnTo>
                    <a:pt x="530" y="964"/>
                  </a:lnTo>
                  <a:lnTo>
                    <a:pt x="650" y="819"/>
                  </a:lnTo>
                  <a:lnTo>
                    <a:pt x="722" y="747"/>
                  </a:lnTo>
                  <a:lnTo>
                    <a:pt x="819" y="723"/>
                  </a:lnTo>
                  <a:lnTo>
                    <a:pt x="987" y="675"/>
                  </a:lnTo>
                  <a:lnTo>
                    <a:pt x="1132" y="651"/>
                  </a:lnTo>
                  <a:lnTo>
                    <a:pt x="1324" y="602"/>
                  </a:lnTo>
                  <a:lnTo>
                    <a:pt x="1469" y="506"/>
                  </a:lnTo>
                  <a:lnTo>
                    <a:pt x="1589" y="410"/>
                  </a:lnTo>
                  <a:lnTo>
                    <a:pt x="1709" y="362"/>
                  </a:lnTo>
                  <a:lnTo>
                    <a:pt x="1974" y="241"/>
                  </a:lnTo>
                  <a:lnTo>
                    <a:pt x="2070" y="217"/>
                  </a:lnTo>
                  <a:close/>
                  <a:moveTo>
                    <a:pt x="2215" y="1"/>
                  </a:moveTo>
                  <a:lnTo>
                    <a:pt x="2046" y="25"/>
                  </a:lnTo>
                  <a:lnTo>
                    <a:pt x="1878" y="73"/>
                  </a:lnTo>
                  <a:lnTo>
                    <a:pt x="1709" y="145"/>
                  </a:lnTo>
                  <a:lnTo>
                    <a:pt x="1517" y="241"/>
                  </a:lnTo>
                  <a:lnTo>
                    <a:pt x="1445" y="265"/>
                  </a:lnTo>
                  <a:lnTo>
                    <a:pt x="1372" y="314"/>
                  </a:lnTo>
                  <a:lnTo>
                    <a:pt x="1300" y="386"/>
                  </a:lnTo>
                  <a:lnTo>
                    <a:pt x="1204" y="410"/>
                  </a:lnTo>
                  <a:lnTo>
                    <a:pt x="1035" y="458"/>
                  </a:lnTo>
                  <a:lnTo>
                    <a:pt x="939" y="458"/>
                  </a:lnTo>
                  <a:lnTo>
                    <a:pt x="867" y="482"/>
                  </a:lnTo>
                  <a:lnTo>
                    <a:pt x="795" y="506"/>
                  </a:lnTo>
                  <a:lnTo>
                    <a:pt x="746" y="554"/>
                  </a:lnTo>
                  <a:lnTo>
                    <a:pt x="698" y="627"/>
                  </a:lnTo>
                  <a:lnTo>
                    <a:pt x="650" y="675"/>
                  </a:lnTo>
                  <a:lnTo>
                    <a:pt x="602" y="723"/>
                  </a:lnTo>
                  <a:lnTo>
                    <a:pt x="482" y="867"/>
                  </a:lnTo>
                  <a:lnTo>
                    <a:pt x="361" y="1012"/>
                  </a:lnTo>
                  <a:lnTo>
                    <a:pt x="265" y="1180"/>
                  </a:lnTo>
                  <a:lnTo>
                    <a:pt x="217" y="1373"/>
                  </a:lnTo>
                  <a:lnTo>
                    <a:pt x="72" y="1999"/>
                  </a:lnTo>
                  <a:lnTo>
                    <a:pt x="24" y="2264"/>
                  </a:lnTo>
                  <a:lnTo>
                    <a:pt x="0" y="2528"/>
                  </a:lnTo>
                  <a:lnTo>
                    <a:pt x="0" y="2745"/>
                  </a:lnTo>
                  <a:lnTo>
                    <a:pt x="48" y="2913"/>
                  </a:lnTo>
                  <a:lnTo>
                    <a:pt x="121" y="3106"/>
                  </a:lnTo>
                  <a:lnTo>
                    <a:pt x="217" y="3251"/>
                  </a:lnTo>
                  <a:lnTo>
                    <a:pt x="313" y="3395"/>
                  </a:lnTo>
                  <a:lnTo>
                    <a:pt x="409" y="3563"/>
                  </a:lnTo>
                  <a:lnTo>
                    <a:pt x="554" y="3708"/>
                  </a:lnTo>
                  <a:lnTo>
                    <a:pt x="626" y="3804"/>
                  </a:lnTo>
                  <a:lnTo>
                    <a:pt x="722" y="3876"/>
                  </a:lnTo>
                  <a:lnTo>
                    <a:pt x="963" y="3973"/>
                  </a:lnTo>
                  <a:lnTo>
                    <a:pt x="1228" y="4069"/>
                  </a:lnTo>
                  <a:lnTo>
                    <a:pt x="1493" y="4117"/>
                  </a:lnTo>
                  <a:lnTo>
                    <a:pt x="1782" y="4165"/>
                  </a:lnTo>
                  <a:lnTo>
                    <a:pt x="2046" y="4189"/>
                  </a:lnTo>
                  <a:lnTo>
                    <a:pt x="2311" y="4165"/>
                  </a:lnTo>
                  <a:lnTo>
                    <a:pt x="2456" y="4141"/>
                  </a:lnTo>
                  <a:lnTo>
                    <a:pt x="2576" y="4117"/>
                  </a:lnTo>
                  <a:lnTo>
                    <a:pt x="3082" y="3925"/>
                  </a:lnTo>
                  <a:lnTo>
                    <a:pt x="3274" y="3852"/>
                  </a:lnTo>
                  <a:lnTo>
                    <a:pt x="3370" y="3780"/>
                  </a:lnTo>
                  <a:lnTo>
                    <a:pt x="3443" y="3708"/>
                  </a:lnTo>
                  <a:lnTo>
                    <a:pt x="3659" y="3467"/>
                  </a:lnTo>
                  <a:lnTo>
                    <a:pt x="3780" y="3323"/>
                  </a:lnTo>
                  <a:lnTo>
                    <a:pt x="3900" y="3202"/>
                  </a:lnTo>
                  <a:lnTo>
                    <a:pt x="3996" y="3106"/>
                  </a:lnTo>
                  <a:lnTo>
                    <a:pt x="4069" y="3010"/>
                  </a:lnTo>
                  <a:lnTo>
                    <a:pt x="4141" y="2889"/>
                  </a:lnTo>
                  <a:lnTo>
                    <a:pt x="4213" y="2769"/>
                  </a:lnTo>
                  <a:lnTo>
                    <a:pt x="4261" y="2576"/>
                  </a:lnTo>
                  <a:lnTo>
                    <a:pt x="4309" y="2408"/>
                  </a:lnTo>
                  <a:lnTo>
                    <a:pt x="4333" y="2215"/>
                  </a:lnTo>
                  <a:lnTo>
                    <a:pt x="4333" y="2023"/>
                  </a:lnTo>
                  <a:lnTo>
                    <a:pt x="4309" y="1734"/>
                  </a:lnTo>
                  <a:lnTo>
                    <a:pt x="4261" y="1469"/>
                  </a:lnTo>
                  <a:lnTo>
                    <a:pt x="4213" y="1301"/>
                  </a:lnTo>
                  <a:lnTo>
                    <a:pt x="4141" y="1132"/>
                  </a:lnTo>
                  <a:lnTo>
                    <a:pt x="4020" y="915"/>
                  </a:lnTo>
                  <a:lnTo>
                    <a:pt x="3876" y="723"/>
                  </a:lnTo>
                  <a:lnTo>
                    <a:pt x="3707" y="530"/>
                  </a:lnTo>
                  <a:lnTo>
                    <a:pt x="3515" y="386"/>
                  </a:lnTo>
                  <a:lnTo>
                    <a:pt x="3226" y="217"/>
                  </a:lnTo>
                  <a:lnTo>
                    <a:pt x="3082" y="145"/>
                  </a:lnTo>
                  <a:lnTo>
                    <a:pt x="2913" y="97"/>
                  </a:lnTo>
                  <a:lnTo>
                    <a:pt x="2383" y="25"/>
                  </a:lnTo>
                  <a:lnTo>
                    <a:pt x="2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9"/>
            <p:cNvSpPr/>
            <p:nvPr/>
          </p:nvSpPr>
          <p:spPr>
            <a:xfrm>
              <a:off x="1283500" y="2756375"/>
              <a:ext cx="42150" cy="44550"/>
            </a:xfrm>
            <a:custGeom>
              <a:avLst/>
              <a:gdLst/>
              <a:ahLst/>
              <a:cxnLst/>
              <a:rect l="l" t="t" r="r" b="b"/>
              <a:pathLst>
                <a:path w="1686" h="1782" extrusionOk="0">
                  <a:moveTo>
                    <a:pt x="1011" y="217"/>
                  </a:moveTo>
                  <a:lnTo>
                    <a:pt x="1132" y="265"/>
                  </a:lnTo>
                  <a:lnTo>
                    <a:pt x="1372" y="434"/>
                  </a:lnTo>
                  <a:lnTo>
                    <a:pt x="1445" y="506"/>
                  </a:lnTo>
                  <a:lnTo>
                    <a:pt x="1493" y="602"/>
                  </a:lnTo>
                  <a:lnTo>
                    <a:pt x="1493" y="891"/>
                  </a:lnTo>
                  <a:lnTo>
                    <a:pt x="1493" y="1035"/>
                  </a:lnTo>
                  <a:lnTo>
                    <a:pt x="1469" y="1156"/>
                  </a:lnTo>
                  <a:lnTo>
                    <a:pt x="1421" y="1276"/>
                  </a:lnTo>
                  <a:lnTo>
                    <a:pt x="1348" y="1348"/>
                  </a:lnTo>
                  <a:lnTo>
                    <a:pt x="1132" y="1541"/>
                  </a:lnTo>
                  <a:lnTo>
                    <a:pt x="1060" y="1589"/>
                  </a:lnTo>
                  <a:lnTo>
                    <a:pt x="987" y="1613"/>
                  </a:lnTo>
                  <a:lnTo>
                    <a:pt x="795" y="1589"/>
                  </a:lnTo>
                  <a:lnTo>
                    <a:pt x="602" y="1589"/>
                  </a:lnTo>
                  <a:lnTo>
                    <a:pt x="434" y="1517"/>
                  </a:lnTo>
                  <a:lnTo>
                    <a:pt x="313" y="1445"/>
                  </a:lnTo>
                  <a:lnTo>
                    <a:pt x="241" y="1396"/>
                  </a:lnTo>
                  <a:lnTo>
                    <a:pt x="193" y="1324"/>
                  </a:lnTo>
                  <a:lnTo>
                    <a:pt x="169" y="1252"/>
                  </a:lnTo>
                  <a:lnTo>
                    <a:pt x="169" y="1180"/>
                  </a:lnTo>
                  <a:lnTo>
                    <a:pt x="169" y="1108"/>
                  </a:lnTo>
                  <a:lnTo>
                    <a:pt x="169" y="1011"/>
                  </a:lnTo>
                  <a:lnTo>
                    <a:pt x="169" y="843"/>
                  </a:lnTo>
                  <a:lnTo>
                    <a:pt x="193" y="674"/>
                  </a:lnTo>
                  <a:lnTo>
                    <a:pt x="241" y="578"/>
                  </a:lnTo>
                  <a:lnTo>
                    <a:pt x="289" y="506"/>
                  </a:lnTo>
                  <a:lnTo>
                    <a:pt x="410" y="385"/>
                  </a:lnTo>
                  <a:lnTo>
                    <a:pt x="506" y="313"/>
                  </a:lnTo>
                  <a:lnTo>
                    <a:pt x="650" y="265"/>
                  </a:lnTo>
                  <a:lnTo>
                    <a:pt x="771" y="241"/>
                  </a:lnTo>
                  <a:lnTo>
                    <a:pt x="915" y="217"/>
                  </a:lnTo>
                  <a:close/>
                  <a:moveTo>
                    <a:pt x="939" y="0"/>
                  </a:moveTo>
                  <a:lnTo>
                    <a:pt x="771" y="24"/>
                  </a:lnTo>
                  <a:lnTo>
                    <a:pt x="626" y="48"/>
                  </a:lnTo>
                  <a:lnTo>
                    <a:pt x="482" y="121"/>
                  </a:lnTo>
                  <a:lnTo>
                    <a:pt x="337" y="193"/>
                  </a:lnTo>
                  <a:lnTo>
                    <a:pt x="241" y="265"/>
                  </a:lnTo>
                  <a:lnTo>
                    <a:pt x="169" y="337"/>
                  </a:lnTo>
                  <a:lnTo>
                    <a:pt x="73" y="482"/>
                  </a:lnTo>
                  <a:lnTo>
                    <a:pt x="24" y="674"/>
                  </a:lnTo>
                  <a:lnTo>
                    <a:pt x="0" y="867"/>
                  </a:lnTo>
                  <a:lnTo>
                    <a:pt x="0" y="1035"/>
                  </a:lnTo>
                  <a:lnTo>
                    <a:pt x="0" y="1180"/>
                  </a:lnTo>
                  <a:lnTo>
                    <a:pt x="24" y="1300"/>
                  </a:lnTo>
                  <a:lnTo>
                    <a:pt x="48" y="1396"/>
                  </a:lnTo>
                  <a:lnTo>
                    <a:pt x="121" y="1469"/>
                  </a:lnTo>
                  <a:lnTo>
                    <a:pt x="193" y="1565"/>
                  </a:lnTo>
                  <a:lnTo>
                    <a:pt x="313" y="1637"/>
                  </a:lnTo>
                  <a:lnTo>
                    <a:pt x="434" y="1709"/>
                  </a:lnTo>
                  <a:lnTo>
                    <a:pt x="578" y="1733"/>
                  </a:lnTo>
                  <a:lnTo>
                    <a:pt x="723" y="1758"/>
                  </a:lnTo>
                  <a:lnTo>
                    <a:pt x="1035" y="1782"/>
                  </a:lnTo>
                  <a:lnTo>
                    <a:pt x="1132" y="1758"/>
                  </a:lnTo>
                  <a:lnTo>
                    <a:pt x="1204" y="1685"/>
                  </a:lnTo>
                  <a:lnTo>
                    <a:pt x="1445" y="1493"/>
                  </a:lnTo>
                  <a:lnTo>
                    <a:pt x="1565" y="1372"/>
                  </a:lnTo>
                  <a:lnTo>
                    <a:pt x="1613" y="1228"/>
                  </a:lnTo>
                  <a:lnTo>
                    <a:pt x="1661" y="1035"/>
                  </a:lnTo>
                  <a:lnTo>
                    <a:pt x="1685" y="843"/>
                  </a:lnTo>
                  <a:lnTo>
                    <a:pt x="1637" y="578"/>
                  </a:lnTo>
                  <a:lnTo>
                    <a:pt x="1613" y="458"/>
                  </a:lnTo>
                  <a:lnTo>
                    <a:pt x="1589" y="385"/>
                  </a:lnTo>
                  <a:lnTo>
                    <a:pt x="1517" y="313"/>
                  </a:lnTo>
                  <a:lnTo>
                    <a:pt x="1445" y="241"/>
                  </a:lnTo>
                  <a:lnTo>
                    <a:pt x="1300" y="145"/>
                  </a:lnTo>
                  <a:lnTo>
                    <a:pt x="1132" y="48"/>
                  </a:lnTo>
                  <a:lnTo>
                    <a:pt x="1035" y="24"/>
                  </a:lnTo>
                  <a:lnTo>
                    <a:pt x="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9"/>
            <p:cNvSpPr/>
            <p:nvPr/>
          </p:nvSpPr>
          <p:spPr>
            <a:xfrm>
              <a:off x="1296725" y="2772625"/>
              <a:ext cx="14475" cy="16275"/>
            </a:xfrm>
            <a:custGeom>
              <a:avLst/>
              <a:gdLst/>
              <a:ahLst/>
              <a:cxnLst/>
              <a:rect l="l" t="t" r="r" b="b"/>
              <a:pathLst>
                <a:path w="579" h="651" extrusionOk="0">
                  <a:moveTo>
                    <a:pt x="410" y="193"/>
                  </a:moveTo>
                  <a:lnTo>
                    <a:pt x="434" y="265"/>
                  </a:lnTo>
                  <a:lnTo>
                    <a:pt x="434" y="313"/>
                  </a:lnTo>
                  <a:lnTo>
                    <a:pt x="410" y="385"/>
                  </a:lnTo>
                  <a:lnTo>
                    <a:pt x="362" y="458"/>
                  </a:lnTo>
                  <a:lnTo>
                    <a:pt x="290" y="506"/>
                  </a:lnTo>
                  <a:lnTo>
                    <a:pt x="242" y="506"/>
                  </a:lnTo>
                  <a:lnTo>
                    <a:pt x="218" y="482"/>
                  </a:lnTo>
                  <a:lnTo>
                    <a:pt x="194" y="458"/>
                  </a:lnTo>
                  <a:lnTo>
                    <a:pt x="194" y="385"/>
                  </a:lnTo>
                  <a:lnTo>
                    <a:pt x="218" y="313"/>
                  </a:lnTo>
                  <a:lnTo>
                    <a:pt x="242" y="241"/>
                  </a:lnTo>
                  <a:lnTo>
                    <a:pt x="290" y="193"/>
                  </a:lnTo>
                  <a:close/>
                  <a:moveTo>
                    <a:pt x="314" y="0"/>
                  </a:moveTo>
                  <a:lnTo>
                    <a:pt x="242" y="24"/>
                  </a:lnTo>
                  <a:lnTo>
                    <a:pt x="169" y="48"/>
                  </a:lnTo>
                  <a:lnTo>
                    <a:pt x="25" y="193"/>
                  </a:lnTo>
                  <a:lnTo>
                    <a:pt x="1" y="241"/>
                  </a:lnTo>
                  <a:lnTo>
                    <a:pt x="1" y="337"/>
                  </a:lnTo>
                  <a:lnTo>
                    <a:pt x="25" y="458"/>
                  </a:lnTo>
                  <a:lnTo>
                    <a:pt x="49" y="530"/>
                  </a:lnTo>
                  <a:lnTo>
                    <a:pt x="97" y="578"/>
                  </a:lnTo>
                  <a:lnTo>
                    <a:pt x="145" y="626"/>
                  </a:lnTo>
                  <a:lnTo>
                    <a:pt x="218" y="650"/>
                  </a:lnTo>
                  <a:lnTo>
                    <a:pt x="314" y="650"/>
                  </a:lnTo>
                  <a:lnTo>
                    <a:pt x="386" y="602"/>
                  </a:lnTo>
                  <a:lnTo>
                    <a:pt x="458" y="578"/>
                  </a:lnTo>
                  <a:lnTo>
                    <a:pt x="506" y="506"/>
                  </a:lnTo>
                  <a:lnTo>
                    <a:pt x="555" y="458"/>
                  </a:lnTo>
                  <a:lnTo>
                    <a:pt x="579" y="385"/>
                  </a:lnTo>
                  <a:lnTo>
                    <a:pt x="579" y="289"/>
                  </a:lnTo>
                  <a:lnTo>
                    <a:pt x="579" y="217"/>
                  </a:lnTo>
                  <a:lnTo>
                    <a:pt x="555" y="121"/>
                  </a:lnTo>
                  <a:lnTo>
                    <a:pt x="506" y="72"/>
                  </a:lnTo>
                  <a:lnTo>
                    <a:pt x="458" y="24"/>
                  </a:lnTo>
                  <a:lnTo>
                    <a:pt x="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9"/>
            <p:cNvSpPr/>
            <p:nvPr/>
          </p:nvSpPr>
          <p:spPr>
            <a:xfrm>
              <a:off x="1207675" y="2091350"/>
              <a:ext cx="145050" cy="155300"/>
            </a:xfrm>
            <a:custGeom>
              <a:avLst/>
              <a:gdLst/>
              <a:ahLst/>
              <a:cxnLst/>
              <a:rect l="l" t="t" r="r" b="b"/>
              <a:pathLst>
                <a:path w="5802" h="6212" extrusionOk="0">
                  <a:moveTo>
                    <a:pt x="3178" y="265"/>
                  </a:moveTo>
                  <a:lnTo>
                    <a:pt x="3394" y="289"/>
                  </a:lnTo>
                  <a:lnTo>
                    <a:pt x="3635" y="362"/>
                  </a:lnTo>
                  <a:lnTo>
                    <a:pt x="3900" y="482"/>
                  </a:lnTo>
                  <a:lnTo>
                    <a:pt x="4189" y="554"/>
                  </a:lnTo>
                  <a:lnTo>
                    <a:pt x="4357" y="650"/>
                  </a:lnTo>
                  <a:lnTo>
                    <a:pt x="4502" y="747"/>
                  </a:lnTo>
                  <a:lnTo>
                    <a:pt x="4646" y="891"/>
                  </a:lnTo>
                  <a:lnTo>
                    <a:pt x="4767" y="1036"/>
                  </a:lnTo>
                  <a:lnTo>
                    <a:pt x="4887" y="1204"/>
                  </a:lnTo>
                  <a:lnTo>
                    <a:pt x="4983" y="1397"/>
                  </a:lnTo>
                  <a:lnTo>
                    <a:pt x="5248" y="1854"/>
                  </a:lnTo>
                  <a:lnTo>
                    <a:pt x="5465" y="2336"/>
                  </a:lnTo>
                  <a:lnTo>
                    <a:pt x="5561" y="2576"/>
                  </a:lnTo>
                  <a:lnTo>
                    <a:pt x="5609" y="2841"/>
                  </a:lnTo>
                  <a:lnTo>
                    <a:pt x="5657" y="3082"/>
                  </a:lnTo>
                  <a:lnTo>
                    <a:pt x="5657" y="3347"/>
                  </a:lnTo>
                  <a:lnTo>
                    <a:pt x="5609" y="3491"/>
                  </a:lnTo>
                  <a:lnTo>
                    <a:pt x="5585" y="3563"/>
                  </a:lnTo>
                  <a:lnTo>
                    <a:pt x="5537" y="3611"/>
                  </a:lnTo>
                  <a:lnTo>
                    <a:pt x="5392" y="3804"/>
                  </a:lnTo>
                  <a:lnTo>
                    <a:pt x="5224" y="3972"/>
                  </a:lnTo>
                  <a:lnTo>
                    <a:pt x="5152" y="4045"/>
                  </a:lnTo>
                  <a:lnTo>
                    <a:pt x="5080" y="4165"/>
                  </a:lnTo>
                  <a:lnTo>
                    <a:pt x="5007" y="4261"/>
                  </a:lnTo>
                  <a:lnTo>
                    <a:pt x="4983" y="4406"/>
                  </a:lnTo>
                  <a:lnTo>
                    <a:pt x="4911" y="4598"/>
                  </a:lnTo>
                  <a:lnTo>
                    <a:pt x="4839" y="4767"/>
                  </a:lnTo>
                  <a:lnTo>
                    <a:pt x="4622" y="5080"/>
                  </a:lnTo>
                  <a:lnTo>
                    <a:pt x="4550" y="5200"/>
                  </a:lnTo>
                  <a:lnTo>
                    <a:pt x="4454" y="5272"/>
                  </a:lnTo>
                  <a:lnTo>
                    <a:pt x="4357" y="5345"/>
                  </a:lnTo>
                  <a:lnTo>
                    <a:pt x="4237" y="5417"/>
                  </a:lnTo>
                  <a:lnTo>
                    <a:pt x="3635" y="5730"/>
                  </a:lnTo>
                  <a:lnTo>
                    <a:pt x="3467" y="5802"/>
                  </a:lnTo>
                  <a:lnTo>
                    <a:pt x="3322" y="5850"/>
                  </a:lnTo>
                  <a:lnTo>
                    <a:pt x="2937" y="5898"/>
                  </a:lnTo>
                  <a:lnTo>
                    <a:pt x="2576" y="5898"/>
                  </a:lnTo>
                  <a:lnTo>
                    <a:pt x="2191" y="5850"/>
                  </a:lnTo>
                  <a:lnTo>
                    <a:pt x="1998" y="5826"/>
                  </a:lnTo>
                  <a:lnTo>
                    <a:pt x="1830" y="5754"/>
                  </a:lnTo>
                  <a:lnTo>
                    <a:pt x="1661" y="5706"/>
                  </a:lnTo>
                  <a:lnTo>
                    <a:pt x="1541" y="5609"/>
                  </a:lnTo>
                  <a:lnTo>
                    <a:pt x="1276" y="5417"/>
                  </a:lnTo>
                  <a:lnTo>
                    <a:pt x="987" y="5152"/>
                  </a:lnTo>
                  <a:lnTo>
                    <a:pt x="698" y="4839"/>
                  </a:lnTo>
                  <a:lnTo>
                    <a:pt x="554" y="4622"/>
                  </a:lnTo>
                  <a:lnTo>
                    <a:pt x="433" y="4406"/>
                  </a:lnTo>
                  <a:lnTo>
                    <a:pt x="361" y="4165"/>
                  </a:lnTo>
                  <a:lnTo>
                    <a:pt x="289" y="3924"/>
                  </a:lnTo>
                  <a:lnTo>
                    <a:pt x="265" y="3756"/>
                  </a:lnTo>
                  <a:lnTo>
                    <a:pt x="289" y="3563"/>
                  </a:lnTo>
                  <a:lnTo>
                    <a:pt x="361" y="3106"/>
                  </a:lnTo>
                  <a:lnTo>
                    <a:pt x="409" y="2648"/>
                  </a:lnTo>
                  <a:lnTo>
                    <a:pt x="409" y="2456"/>
                  </a:lnTo>
                  <a:lnTo>
                    <a:pt x="457" y="2287"/>
                  </a:lnTo>
                  <a:lnTo>
                    <a:pt x="554" y="2119"/>
                  </a:lnTo>
                  <a:lnTo>
                    <a:pt x="650" y="1974"/>
                  </a:lnTo>
                  <a:lnTo>
                    <a:pt x="867" y="1710"/>
                  </a:lnTo>
                  <a:lnTo>
                    <a:pt x="1059" y="1421"/>
                  </a:lnTo>
                  <a:lnTo>
                    <a:pt x="1180" y="1276"/>
                  </a:lnTo>
                  <a:lnTo>
                    <a:pt x="1300" y="1156"/>
                  </a:lnTo>
                  <a:lnTo>
                    <a:pt x="1565" y="939"/>
                  </a:lnTo>
                  <a:lnTo>
                    <a:pt x="2143" y="626"/>
                  </a:lnTo>
                  <a:lnTo>
                    <a:pt x="2431" y="482"/>
                  </a:lnTo>
                  <a:lnTo>
                    <a:pt x="2744" y="362"/>
                  </a:lnTo>
                  <a:lnTo>
                    <a:pt x="2961" y="289"/>
                  </a:lnTo>
                  <a:lnTo>
                    <a:pt x="3178" y="265"/>
                  </a:lnTo>
                  <a:close/>
                  <a:moveTo>
                    <a:pt x="3033" y="0"/>
                  </a:moveTo>
                  <a:lnTo>
                    <a:pt x="2865" y="24"/>
                  </a:lnTo>
                  <a:lnTo>
                    <a:pt x="2696" y="73"/>
                  </a:lnTo>
                  <a:lnTo>
                    <a:pt x="2335" y="217"/>
                  </a:lnTo>
                  <a:lnTo>
                    <a:pt x="1974" y="362"/>
                  </a:lnTo>
                  <a:lnTo>
                    <a:pt x="1637" y="554"/>
                  </a:lnTo>
                  <a:lnTo>
                    <a:pt x="1300" y="747"/>
                  </a:lnTo>
                  <a:lnTo>
                    <a:pt x="1156" y="867"/>
                  </a:lnTo>
                  <a:lnTo>
                    <a:pt x="1011" y="987"/>
                  </a:lnTo>
                  <a:lnTo>
                    <a:pt x="891" y="1132"/>
                  </a:lnTo>
                  <a:lnTo>
                    <a:pt x="770" y="1276"/>
                  </a:lnTo>
                  <a:lnTo>
                    <a:pt x="361" y="1878"/>
                  </a:lnTo>
                  <a:lnTo>
                    <a:pt x="265" y="1998"/>
                  </a:lnTo>
                  <a:lnTo>
                    <a:pt x="217" y="2119"/>
                  </a:lnTo>
                  <a:lnTo>
                    <a:pt x="169" y="2263"/>
                  </a:lnTo>
                  <a:lnTo>
                    <a:pt x="120" y="2408"/>
                  </a:lnTo>
                  <a:lnTo>
                    <a:pt x="96" y="2889"/>
                  </a:lnTo>
                  <a:lnTo>
                    <a:pt x="96" y="3130"/>
                  </a:lnTo>
                  <a:lnTo>
                    <a:pt x="48" y="3371"/>
                  </a:lnTo>
                  <a:lnTo>
                    <a:pt x="24" y="3563"/>
                  </a:lnTo>
                  <a:lnTo>
                    <a:pt x="0" y="3732"/>
                  </a:lnTo>
                  <a:lnTo>
                    <a:pt x="24" y="3924"/>
                  </a:lnTo>
                  <a:lnTo>
                    <a:pt x="72" y="4117"/>
                  </a:lnTo>
                  <a:lnTo>
                    <a:pt x="145" y="4358"/>
                  </a:lnTo>
                  <a:lnTo>
                    <a:pt x="241" y="4622"/>
                  </a:lnTo>
                  <a:lnTo>
                    <a:pt x="361" y="4839"/>
                  </a:lnTo>
                  <a:lnTo>
                    <a:pt x="530" y="5056"/>
                  </a:lnTo>
                  <a:lnTo>
                    <a:pt x="794" y="5345"/>
                  </a:lnTo>
                  <a:lnTo>
                    <a:pt x="1059" y="5609"/>
                  </a:lnTo>
                  <a:lnTo>
                    <a:pt x="1252" y="5754"/>
                  </a:lnTo>
                  <a:lnTo>
                    <a:pt x="1469" y="5898"/>
                  </a:lnTo>
                  <a:lnTo>
                    <a:pt x="1782" y="6043"/>
                  </a:lnTo>
                  <a:lnTo>
                    <a:pt x="2119" y="6139"/>
                  </a:lnTo>
                  <a:lnTo>
                    <a:pt x="2456" y="6187"/>
                  </a:lnTo>
                  <a:lnTo>
                    <a:pt x="2793" y="6211"/>
                  </a:lnTo>
                  <a:lnTo>
                    <a:pt x="3033" y="6187"/>
                  </a:lnTo>
                  <a:lnTo>
                    <a:pt x="3250" y="6163"/>
                  </a:lnTo>
                  <a:lnTo>
                    <a:pt x="3467" y="6115"/>
                  </a:lnTo>
                  <a:lnTo>
                    <a:pt x="3683" y="6043"/>
                  </a:lnTo>
                  <a:lnTo>
                    <a:pt x="4333" y="5682"/>
                  </a:lnTo>
                  <a:lnTo>
                    <a:pt x="4550" y="5561"/>
                  </a:lnTo>
                  <a:lnTo>
                    <a:pt x="4743" y="5393"/>
                  </a:lnTo>
                  <a:lnTo>
                    <a:pt x="4887" y="5200"/>
                  </a:lnTo>
                  <a:lnTo>
                    <a:pt x="5007" y="4984"/>
                  </a:lnTo>
                  <a:lnTo>
                    <a:pt x="5080" y="4863"/>
                  </a:lnTo>
                  <a:lnTo>
                    <a:pt x="5128" y="4743"/>
                  </a:lnTo>
                  <a:lnTo>
                    <a:pt x="5200" y="4622"/>
                  </a:lnTo>
                  <a:lnTo>
                    <a:pt x="5224" y="4526"/>
                  </a:lnTo>
                  <a:lnTo>
                    <a:pt x="5272" y="4382"/>
                  </a:lnTo>
                  <a:lnTo>
                    <a:pt x="5344" y="4285"/>
                  </a:lnTo>
                  <a:lnTo>
                    <a:pt x="5513" y="4093"/>
                  </a:lnTo>
                  <a:lnTo>
                    <a:pt x="5609" y="3997"/>
                  </a:lnTo>
                  <a:lnTo>
                    <a:pt x="5681" y="3924"/>
                  </a:lnTo>
                  <a:lnTo>
                    <a:pt x="5730" y="3828"/>
                  </a:lnTo>
                  <a:lnTo>
                    <a:pt x="5754" y="3732"/>
                  </a:lnTo>
                  <a:lnTo>
                    <a:pt x="5754" y="3611"/>
                  </a:lnTo>
                  <a:lnTo>
                    <a:pt x="5754" y="3539"/>
                  </a:lnTo>
                  <a:lnTo>
                    <a:pt x="5778" y="3443"/>
                  </a:lnTo>
                  <a:lnTo>
                    <a:pt x="5802" y="3178"/>
                  </a:lnTo>
                  <a:lnTo>
                    <a:pt x="5802" y="2913"/>
                  </a:lnTo>
                  <a:lnTo>
                    <a:pt x="5754" y="2648"/>
                  </a:lnTo>
                  <a:lnTo>
                    <a:pt x="5657" y="2384"/>
                  </a:lnTo>
                  <a:lnTo>
                    <a:pt x="5320" y="1565"/>
                  </a:lnTo>
                  <a:lnTo>
                    <a:pt x="5152" y="1228"/>
                  </a:lnTo>
                  <a:lnTo>
                    <a:pt x="5055" y="1060"/>
                  </a:lnTo>
                  <a:lnTo>
                    <a:pt x="4959" y="915"/>
                  </a:lnTo>
                  <a:lnTo>
                    <a:pt x="4791" y="699"/>
                  </a:lnTo>
                  <a:lnTo>
                    <a:pt x="4574" y="506"/>
                  </a:lnTo>
                  <a:lnTo>
                    <a:pt x="4357" y="386"/>
                  </a:lnTo>
                  <a:lnTo>
                    <a:pt x="4117" y="289"/>
                  </a:lnTo>
                  <a:lnTo>
                    <a:pt x="3900" y="193"/>
                  </a:lnTo>
                  <a:lnTo>
                    <a:pt x="3635" y="97"/>
                  </a:lnTo>
                  <a:lnTo>
                    <a:pt x="3370" y="24"/>
                  </a:lnTo>
                  <a:lnTo>
                    <a:pt x="3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9"/>
            <p:cNvSpPr/>
            <p:nvPr/>
          </p:nvSpPr>
          <p:spPr>
            <a:xfrm>
              <a:off x="1249200" y="2140700"/>
              <a:ext cx="60200" cy="62625"/>
            </a:xfrm>
            <a:custGeom>
              <a:avLst/>
              <a:gdLst/>
              <a:ahLst/>
              <a:cxnLst/>
              <a:rect l="l" t="t" r="r" b="b"/>
              <a:pathLst>
                <a:path w="2408" h="2505" extrusionOk="0">
                  <a:moveTo>
                    <a:pt x="1469" y="217"/>
                  </a:moveTo>
                  <a:lnTo>
                    <a:pt x="1565" y="265"/>
                  </a:lnTo>
                  <a:lnTo>
                    <a:pt x="1637" y="313"/>
                  </a:lnTo>
                  <a:lnTo>
                    <a:pt x="1709" y="410"/>
                  </a:lnTo>
                  <a:lnTo>
                    <a:pt x="1757" y="482"/>
                  </a:lnTo>
                  <a:lnTo>
                    <a:pt x="1854" y="602"/>
                  </a:lnTo>
                  <a:lnTo>
                    <a:pt x="1926" y="674"/>
                  </a:lnTo>
                  <a:lnTo>
                    <a:pt x="1998" y="771"/>
                  </a:lnTo>
                  <a:lnTo>
                    <a:pt x="2095" y="1011"/>
                  </a:lnTo>
                  <a:lnTo>
                    <a:pt x="2143" y="1132"/>
                  </a:lnTo>
                  <a:lnTo>
                    <a:pt x="2143" y="1252"/>
                  </a:lnTo>
                  <a:lnTo>
                    <a:pt x="2143" y="1373"/>
                  </a:lnTo>
                  <a:lnTo>
                    <a:pt x="2095" y="1469"/>
                  </a:lnTo>
                  <a:lnTo>
                    <a:pt x="2022" y="1661"/>
                  </a:lnTo>
                  <a:lnTo>
                    <a:pt x="1926" y="1806"/>
                  </a:lnTo>
                  <a:lnTo>
                    <a:pt x="1806" y="1950"/>
                  </a:lnTo>
                  <a:lnTo>
                    <a:pt x="1685" y="2095"/>
                  </a:lnTo>
                  <a:lnTo>
                    <a:pt x="1541" y="2167"/>
                  </a:lnTo>
                  <a:lnTo>
                    <a:pt x="1396" y="2215"/>
                  </a:lnTo>
                  <a:lnTo>
                    <a:pt x="1180" y="2239"/>
                  </a:lnTo>
                  <a:lnTo>
                    <a:pt x="891" y="2239"/>
                  </a:lnTo>
                  <a:lnTo>
                    <a:pt x="843" y="2215"/>
                  </a:lnTo>
                  <a:lnTo>
                    <a:pt x="770" y="2191"/>
                  </a:lnTo>
                  <a:lnTo>
                    <a:pt x="698" y="2119"/>
                  </a:lnTo>
                  <a:lnTo>
                    <a:pt x="458" y="1830"/>
                  </a:lnTo>
                  <a:lnTo>
                    <a:pt x="361" y="1661"/>
                  </a:lnTo>
                  <a:lnTo>
                    <a:pt x="265" y="1493"/>
                  </a:lnTo>
                  <a:lnTo>
                    <a:pt x="241" y="1349"/>
                  </a:lnTo>
                  <a:lnTo>
                    <a:pt x="241" y="1180"/>
                  </a:lnTo>
                  <a:lnTo>
                    <a:pt x="337" y="771"/>
                  </a:lnTo>
                  <a:lnTo>
                    <a:pt x="385" y="674"/>
                  </a:lnTo>
                  <a:lnTo>
                    <a:pt x="458" y="602"/>
                  </a:lnTo>
                  <a:lnTo>
                    <a:pt x="674" y="458"/>
                  </a:lnTo>
                  <a:lnTo>
                    <a:pt x="891" y="313"/>
                  </a:lnTo>
                  <a:lnTo>
                    <a:pt x="1011" y="265"/>
                  </a:lnTo>
                  <a:lnTo>
                    <a:pt x="1108" y="241"/>
                  </a:lnTo>
                  <a:lnTo>
                    <a:pt x="1348" y="217"/>
                  </a:lnTo>
                  <a:close/>
                  <a:moveTo>
                    <a:pt x="1083" y="0"/>
                  </a:moveTo>
                  <a:lnTo>
                    <a:pt x="963" y="24"/>
                  </a:lnTo>
                  <a:lnTo>
                    <a:pt x="770" y="121"/>
                  </a:lnTo>
                  <a:lnTo>
                    <a:pt x="602" y="217"/>
                  </a:lnTo>
                  <a:lnTo>
                    <a:pt x="433" y="313"/>
                  </a:lnTo>
                  <a:lnTo>
                    <a:pt x="265" y="434"/>
                  </a:lnTo>
                  <a:lnTo>
                    <a:pt x="169" y="554"/>
                  </a:lnTo>
                  <a:lnTo>
                    <a:pt x="121" y="674"/>
                  </a:lnTo>
                  <a:lnTo>
                    <a:pt x="24" y="1108"/>
                  </a:lnTo>
                  <a:lnTo>
                    <a:pt x="0" y="1228"/>
                  </a:lnTo>
                  <a:lnTo>
                    <a:pt x="0" y="1324"/>
                  </a:lnTo>
                  <a:lnTo>
                    <a:pt x="24" y="1445"/>
                  </a:lnTo>
                  <a:lnTo>
                    <a:pt x="48" y="1541"/>
                  </a:lnTo>
                  <a:lnTo>
                    <a:pt x="169" y="1782"/>
                  </a:lnTo>
                  <a:lnTo>
                    <a:pt x="289" y="1998"/>
                  </a:lnTo>
                  <a:lnTo>
                    <a:pt x="554" y="2287"/>
                  </a:lnTo>
                  <a:lnTo>
                    <a:pt x="674" y="2384"/>
                  </a:lnTo>
                  <a:lnTo>
                    <a:pt x="795" y="2456"/>
                  </a:lnTo>
                  <a:lnTo>
                    <a:pt x="915" y="2504"/>
                  </a:lnTo>
                  <a:lnTo>
                    <a:pt x="1059" y="2504"/>
                  </a:lnTo>
                  <a:lnTo>
                    <a:pt x="1300" y="2480"/>
                  </a:lnTo>
                  <a:lnTo>
                    <a:pt x="1541" y="2456"/>
                  </a:lnTo>
                  <a:lnTo>
                    <a:pt x="1685" y="2408"/>
                  </a:lnTo>
                  <a:lnTo>
                    <a:pt x="1806" y="2336"/>
                  </a:lnTo>
                  <a:lnTo>
                    <a:pt x="1974" y="2191"/>
                  </a:lnTo>
                  <a:lnTo>
                    <a:pt x="2119" y="2023"/>
                  </a:lnTo>
                  <a:lnTo>
                    <a:pt x="2239" y="1854"/>
                  </a:lnTo>
                  <a:lnTo>
                    <a:pt x="2335" y="1637"/>
                  </a:lnTo>
                  <a:lnTo>
                    <a:pt x="2383" y="1493"/>
                  </a:lnTo>
                  <a:lnTo>
                    <a:pt x="2407" y="1349"/>
                  </a:lnTo>
                  <a:lnTo>
                    <a:pt x="2407" y="1228"/>
                  </a:lnTo>
                  <a:lnTo>
                    <a:pt x="2383" y="1108"/>
                  </a:lnTo>
                  <a:lnTo>
                    <a:pt x="2287" y="843"/>
                  </a:lnTo>
                  <a:lnTo>
                    <a:pt x="2167" y="602"/>
                  </a:lnTo>
                  <a:lnTo>
                    <a:pt x="2046" y="434"/>
                  </a:lnTo>
                  <a:lnTo>
                    <a:pt x="1878" y="265"/>
                  </a:lnTo>
                  <a:lnTo>
                    <a:pt x="1782" y="145"/>
                  </a:lnTo>
                  <a:lnTo>
                    <a:pt x="1661" y="73"/>
                  </a:lnTo>
                  <a:lnTo>
                    <a:pt x="1541" y="24"/>
                  </a:lnTo>
                  <a:lnTo>
                    <a:pt x="13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9"/>
            <p:cNvSpPr/>
            <p:nvPr/>
          </p:nvSpPr>
          <p:spPr>
            <a:xfrm>
              <a:off x="1267850" y="2158150"/>
              <a:ext cx="20475" cy="23500"/>
            </a:xfrm>
            <a:custGeom>
              <a:avLst/>
              <a:gdLst/>
              <a:ahLst/>
              <a:cxnLst/>
              <a:rect l="l" t="t" r="r" b="b"/>
              <a:pathLst>
                <a:path w="819" h="940" extrusionOk="0">
                  <a:moveTo>
                    <a:pt x="410" y="241"/>
                  </a:moveTo>
                  <a:lnTo>
                    <a:pt x="458" y="313"/>
                  </a:lnTo>
                  <a:lnTo>
                    <a:pt x="506" y="410"/>
                  </a:lnTo>
                  <a:lnTo>
                    <a:pt x="530" y="530"/>
                  </a:lnTo>
                  <a:lnTo>
                    <a:pt x="506" y="602"/>
                  </a:lnTo>
                  <a:lnTo>
                    <a:pt x="458" y="675"/>
                  </a:lnTo>
                  <a:lnTo>
                    <a:pt x="434" y="699"/>
                  </a:lnTo>
                  <a:lnTo>
                    <a:pt x="386" y="699"/>
                  </a:lnTo>
                  <a:lnTo>
                    <a:pt x="337" y="675"/>
                  </a:lnTo>
                  <a:lnTo>
                    <a:pt x="313" y="651"/>
                  </a:lnTo>
                  <a:lnTo>
                    <a:pt x="241" y="602"/>
                  </a:lnTo>
                  <a:lnTo>
                    <a:pt x="217" y="506"/>
                  </a:lnTo>
                  <a:lnTo>
                    <a:pt x="217" y="434"/>
                  </a:lnTo>
                  <a:lnTo>
                    <a:pt x="217" y="362"/>
                  </a:lnTo>
                  <a:lnTo>
                    <a:pt x="241" y="289"/>
                  </a:lnTo>
                  <a:lnTo>
                    <a:pt x="289" y="241"/>
                  </a:lnTo>
                  <a:close/>
                  <a:moveTo>
                    <a:pt x="313" y="1"/>
                  </a:moveTo>
                  <a:lnTo>
                    <a:pt x="241" y="49"/>
                  </a:lnTo>
                  <a:lnTo>
                    <a:pt x="145" y="121"/>
                  </a:lnTo>
                  <a:lnTo>
                    <a:pt x="73" y="217"/>
                  </a:lnTo>
                  <a:lnTo>
                    <a:pt x="24" y="338"/>
                  </a:lnTo>
                  <a:lnTo>
                    <a:pt x="0" y="434"/>
                  </a:lnTo>
                  <a:lnTo>
                    <a:pt x="24" y="554"/>
                  </a:lnTo>
                  <a:lnTo>
                    <a:pt x="49" y="651"/>
                  </a:lnTo>
                  <a:lnTo>
                    <a:pt x="97" y="747"/>
                  </a:lnTo>
                  <a:lnTo>
                    <a:pt x="169" y="819"/>
                  </a:lnTo>
                  <a:lnTo>
                    <a:pt x="265" y="915"/>
                  </a:lnTo>
                  <a:lnTo>
                    <a:pt x="362" y="939"/>
                  </a:lnTo>
                  <a:lnTo>
                    <a:pt x="482" y="939"/>
                  </a:lnTo>
                  <a:lnTo>
                    <a:pt x="578" y="891"/>
                  </a:lnTo>
                  <a:lnTo>
                    <a:pt x="626" y="843"/>
                  </a:lnTo>
                  <a:lnTo>
                    <a:pt x="723" y="771"/>
                  </a:lnTo>
                  <a:lnTo>
                    <a:pt x="771" y="651"/>
                  </a:lnTo>
                  <a:lnTo>
                    <a:pt x="819" y="410"/>
                  </a:lnTo>
                  <a:lnTo>
                    <a:pt x="819" y="362"/>
                  </a:lnTo>
                  <a:lnTo>
                    <a:pt x="795" y="338"/>
                  </a:lnTo>
                  <a:lnTo>
                    <a:pt x="723" y="193"/>
                  </a:lnTo>
                  <a:lnTo>
                    <a:pt x="602" y="97"/>
                  </a:lnTo>
                  <a:lnTo>
                    <a:pt x="530" y="25"/>
                  </a:lnTo>
                  <a:lnTo>
                    <a:pt x="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6" name="Google Shape;3536;p9"/>
          <p:cNvGrpSpPr/>
          <p:nvPr/>
        </p:nvGrpSpPr>
        <p:grpSpPr>
          <a:xfrm>
            <a:off x="7925076" y="4155111"/>
            <a:ext cx="551525" cy="559295"/>
            <a:chOff x="1308175" y="3327500"/>
            <a:chExt cx="170350" cy="172750"/>
          </a:xfrm>
        </p:grpSpPr>
        <p:sp>
          <p:nvSpPr>
            <p:cNvPr id="3537" name="Google Shape;3537;p9"/>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9"/>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39" name="Google Shape;3539;p9"/>
          <p:cNvSpPr/>
          <p:nvPr/>
        </p:nvSpPr>
        <p:spPr>
          <a:xfrm>
            <a:off x="827063" y="452549"/>
            <a:ext cx="551518" cy="671941"/>
          </a:xfrm>
          <a:custGeom>
            <a:avLst/>
            <a:gdLst/>
            <a:ahLst/>
            <a:cxnLst/>
            <a:rect l="l" t="t" r="r" b="b"/>
            <a:pathLst>
              <a:path w="10039" h="12231" extrusionOk="0">
                <a:moveTo>
                  <a:pt x="4478" y="675"/>
                </a:moveTo>
                <a:lnTo>
                  <a:pt x="4887" y="699"/>
                </a:lnTo>
                <a:lnTo>
                  <a:pt x="5272" y="795"/>
                </a:lnTo>
                <a:lnTo>
                  <a:pt x="5633" y="916"/>
                </a:lnTo>
                <a:lnTo>
                  <a:pt x="5994" y="1084"/>
                </a:lnTo>
                <a:lnTo>
                  <a:pt x="6355" y="1277"/>
                </a:lnTo>
                <a:lnTo>
                  <a:pt x="6692" y="1517"/>
                </a:lnTo>
                <a:lnTo>
                  <a:pt x="7005" y="1758"/>
                </a:lnTo>
                <a:lnTo>
                  <a:pt x="7270" y="1999"/>
                </a:lnTo>
                <a:lnTo>
                  <a:pt x="7535" y="2264"/>
                </a:lnTo>
                <a:lnTo>
                  <a:pt x="7776" y="2529"/>
                </a:lnTo>
                <a:lnTo>
                  <a:pt x="7992" y="2817"/>
                </a:lnTo>
                <a:lnTo>
                  <a:pt x="8209" y="3130"/>
                </a:lnTo>
                <a:lnTo>
                  <a:pt x="8402" y="3443"/>
                </a:lnTo>
                <a:lnTo>
                  <a:pt x="8570" y="3780"/>
                </a:lnTo>
                <a:lnTo>
                  <a:pt x="8739" y="4117"/>
                </a:lnTo>
                <a:lnTo>
                  <a:pt x="8883" y="4478"/>
                </a:lnTo>
                <a:lnTo>
                  <a:pt x="9027" y="4840"/>
                </a:lnTo>
                <a:lnTo>
                  <a:pt x="9124" y="5201"/>
                </a:lnTo>
                <a:lnTo>
                  <a:pt x="9220" y="5586"/>
                </a:lnTo>
                <a:lnTo>
                  <a:pt x="9292" y="5971"/>
                </a:lnTo>
                <a:lnTo>
                  <a:pt x="9340" y="6356"/>
                </a:lnTo>
                <a:lnTo>
                  <a:pt x="9365" y="6741"/>
                </a:lnTo>
                <a:lnTo>
                  <a:pt x="9389" y="7127"/>
                </a:lnTo>
                <a:lnTo>
                  <a:pt x="9365" y="7488"/>
                </a:lnTo>
                <a:lnTo>
                  <a:pt x="9340" y="7849"/>
                </a:lnTo>
                <a:lnTo>
                  <a:pt x="9268" y="8210"/>
                </a:lnTo>
                <a:lnTo>
                  <a:pt x="9196" y="8571"/>
                </a:lnTo>
                <a:lnTo>
                  <a:pt x="9076" y="8932"/>
                </a:lnTo>
                <a:lnTo>
                  <a:pt x="8955" y="9293"/>
                </a:lnTo>
                <a:lnTo>
                  <a:pt x="8787" y="9630"/>
                </a:lnTo>
                <a:lnTo>
                  <a:pt x="8570" y="9967"/>
                </a:lnTo>
                <a:lnTo>
                  <a:pt x="8402" y="10232"/>
                </a:lnTo>
                <a:lnTo>
                  <a:pt x="8209" y="10449"/>
                </a:lnTo>
                <a:lnTo>
                  <a:pt x="7992" y="10665"/>
                </a:lnTo>
                <a:lnTo>
                  <a:pt x="7776" y="10858"/>
                </a:lnTo>
                <a:lnTo>
                  <a:pt x="7559" y="11026"/>
                </a:lnTo>
                <a:lnTo>
                  <a:pt x="7318" y="11171"/>
                </a:lnTo>
                <a:lnTo>
                  <a:pt x="7078" y="11291"/>
                </a:lnTo>
                <a:lnTo>
                  <a:pt x="6813" y="11387"/>
                </a:lnTo>
                <a:lnTo>
                  <a:pt x="6548" y="11460"/>
                </a:lnTo>
                <a:lnTo>
                  <a:pt x="6283" y="11508"/>
                </a:lnTo>
                <a:lnTo>
                  <a:pt x="6018" y="11556"/>
                </a:lnTo>
                <a:lnTo>
                  <a:pt x="5729" y="11556"/>
                </a:lnTo>
                <a:lnTo>
                  <a:pt x="5441" y="11532"/>
                </a:lnTo>
                <a:lnTo>
                  <a:pt x="5152" y="11484"/>
                </a:lnTo>
                <a:lnTo>
                  <a:pt x="4863" y="11436"/>
                </a:lnTo>
                <a:lnTo>
                  <a:pt x="4574" y="11339"/>
                </a:lnTo>
                <a:lnTo>
                  <a:pt x="4237" y="11195"/>
                </a:lnTo>
                <a:lnTo>
                  <a:pt x="3900" y="11050"/>
                </a:lnTo>
                <a:lnTo>
                  <a:pt x="3587" y="10858"/>
                </a:lnTo>
                <a:lnTo>
                  <a:pt x="3298" y="10665"/>
                </a:lnTo>
                <a:lnTo>
                  <a:pt x="3009" y="10449"/>
                </a:lnTo>
                <a:lnTo>
                  <a:pt x="2768" y="10208"/>
                </a:lnTo>
                <a:lnTo>
                  <a:pt x="2504" y="9943"/>
                </a:lnTo>
                <a:lnTo>
                  <a:pt x="2287" y="9654"/>
                </a:lnTo>
                <a:lnTo>
                  <a:pt x="2022" y="9293"/>
                </a:lnTo>
                <a:lnTo>
                  <a:pt x="1781" y="8932"/>
                </a:lnTo>
                <a:lnTo>
                  <a:pt x="1565" y="8547"/>
                </a:lnTo>
                <a:lnTo>
                  <a:pt x="1348" y="8186"/>
                </a:lnTo>
                <a:lnTo>
                  <a:pt x="1180" y="7801"/>
                </a:lnTo>
                <a:lnTo>
                  <a:pt x="1035" y="7415"/>
                </a:lnTo>
                <a:lnTo>
                  <a:pt x="915" y="7006"/>
                </a:lnTo>
                <a:lnTo>
                  <a:pt x="818" y="6621"/>
                </a:lnTo>
                <a:lnTo>
                  <a:pt x="746" y="6212"/>
                </a:lnTo>
                <a:lnTo>
                  <a:pt x="698" y="5803"/>
                </a:lnTo>
                <a:lnTo>
                  <a:pt x="674" y="5393"/>
                </a:lnTo>
                <a:lnTo>
                  <a:pt x="698" y="4984"/>
                </a:lnTo>
                <a:lnTo>
                  <a:pt x="722" y="4551"/>
                </a:lnTo>
                <a:lnTo>
                  <a:pt x="794" y="4117"/>
                </a:lnTo>
                <a:lnTo>
                  <a:pt x="891" y="3684"/>
                </a:lnTo>
                <a:lnTo>
                  <a:pt x="1011" y="3251"/>
                </a:lnTo>
                <a:lnTo>
                  <a:pt x="1107" y="2986"/>
                </a:lnTo>
                <a:lnTo>
                  <a:pt x="1204" y="2745"/>
                </a:lnTo>
                <a:lnTo>
                  <a:pt x="1324" y="2480"/>
                </a:lnTo>
                <a:lnTo>
                  <a:pt x="1468" y="2264"/>
                </a:lnTo>
                <a:lnTo>
                  <a:pt x="1613" y="2047"/>
                </a:lnTo>
                <a:lnTo>
                  <a:pt x="1757" y="1830"/>
                </a:lnTo>
                <a:lnTo>
                  <a:pt x="1926" y="1662"/>
                </a:lnTo>
                <a:lnTo>
                  <a:pt x="2118" y="1469"/>
                </a:lnTo>
                <a:lnTo>
                  <a:pt x="2311" y="1325"/>
                </a:lnTo>
                <a:lnTo>
                  <a:pt x="2528" y="1180"/>
                </a:lnTo>
                <a:lnTo>
                  <a:pt x="2744" y="1060"/>
                </a:lnTo>
                <a:lnTo>
                  <a:pt x="2985" y="940"/>
                </a:lnTo>
                <a:lnTo>
                  <a:pt x="3226" y="868"/>
                </a:lnTo>
                <a:lnTo>
                  <a:pt x="3491" y="771"/>
                </a:lnTo>
                <a:lnTo>
                  <a:pt x="3755" y="723"/>
                </a:lnTo>
                <a:lnTo>
                  <a:pt x="4044" y="699"/>
                </a:lnTo>
                <a:lnTo>
                  <a:pt x="4478" y="675"/>
                </a:lnTo>
                <a:close/>
                <a:moveTo>
                  <a:pt x="3924" y="1"/>
                </a:moveTo>
                <a:lnTo>
                  <a:pt x="3539" y="49"/>
                </a:lnTo>
                <a:lnTo>
                  <a:pt x="3154" y="145"/>
                </a:lnTo>
                <a:lnTo>
                  <a:pt x="2793" y="290"/>
                </a:lnTo>
                <a:lnTo>
                  <a:pt x="2407" y="482"/>
                </a:lnTo>
                <a:lnTo>
                  <a:pt x="2070" y="699"/>
                </a:lnTo>
                <a:lnTo>
                  <a:pt x="1733" y="940"/>
                </a:lnTo>
                <a:lnTo>
                  <a:pt x="1444" y="1205"/>
                </a:lnTo>
                <a:lnTo>
                  <a:pt x="1180" y="1517"/>
                </a:lnTo>
                <a:lnTo>
                  <a:pt x="939" y="1855"/>
                </a:lnTo>
                <a:lnTo>
                  <a:pt x="746" y="2192"/>
                </a:lnTo>
                <a:lnTo>
                  <a:pt x="554" y="2577"/>
                </a:lnTo>
                <a:lnTo>
                  <a:pt x="409" y="2986"/>
                </a:lnTo>
                <a:lnTo>
                  <a:pt x="289" y="3371"/>
                </a:lnTo>
                <a:lnTo>
                  <a:pt x="169" y="3756"/>
                </a:lnTo>
                <a:lnTo>
                  <a:pt x="96" y="4141"/>
                </a:lnTo>
                <a:lnTo>
                  <a:pt x="48" y="4551"/>
                </a:lnTo>
                <a:lnTo>
                  <a:pt x="24" y="4936"/>
                </a:lnTo>
                <a:lnTo>
                  <a:pt x="0" y="5321"/>
                </a:lnTo>
                <a:lnTo>
                  <a:pt x="24" y="5706"/>
                </a:lnTo>
                <a:lnTo>
                  <a:pt x="48" y="6091"/>
                </a:lnTo>
                <a:lnTo>
                  <a:pt x="120" y="6477"/>
                </a:lnTo>
                <a:lnTo>
                  <a:pt x="193" y="6838"/>
                </a:lnTo>
                <a:lnTo>
                  <a:pt x="289" y="7223"/>
                </a:lnTo>
                <a:lnTo>
                  <a:pt x="409" y="7608"/>
                </a:lnTo>
                <a:lnTo>
                  <a:pt x="554" y="7993"/>
                </a:lnTo>
                <a:lnTo>
                  <a:pt x="722" y="8354"/>
                </a:lnTo>
                <a:lnTo>
                  <a:pt x="891" y="8739"/>
                </a:lnTo>
                <a:lnTo>
                  <a:pt x="1204" y="9269"/>
                </a:lnTo>
                <a:lnTo>
                  <a:pt x="1517" y="9775"/>
                </a:lnTo>
                <a:lnTo>
                  <a:pt x="1878" y="10256"/>
                </a:lnTo>
                <a:lnTo>
                  <a:pt x="2287" y="10689"/>
                </a:lnTo>
                <a:lnTo>
                  <a:pt x="2504" y="10882"/>
                </a:lnTo>
                <a:lnTo>
                  <a:pt x="2744" y="11075"/>
                </a:lnTo>
                <a:lnTo>
                  <a:pt x="2985" y="11243"/>
                </a:lnTo>
                <a:lnTo>
                  <a:pt x="3226" y="11412"/>
                </a:lnTo>
                <a:lnTo>
                  <a:pt x="3491" y="11556"/>
                </a:lnTo>
                <a:lnTo>
                  <a:pt x="3755" y="11700"/>
                </a:lnTo>
                <a:lnTo>
                  <a:pt x="4044" y="11845"/>
                </a:lnTo>
                <a:lnTo>
                  <a:pt x="4333" y="11965"/>
                </a:lnTo>
                <a:lnTo>
                  <a:pt x="4670" y="12062"/>
                </a:lnTo>
                <a:lnTo>
                  <a:pt x="5007" y="12158"/>
                </a:lnTo>
                <a:lnTo>
                  <a:pt x="5344" y="12206"/>
                </a:lnTo>
                <a:lnTo>
                  <a:pt x="5681" y="12230"/>
                </a:lnTo>
                <a:lnTo>
                  <a:pt x="6018" y="12206"/>
                </a:lnTo>
                <a:lnTo>
                  <a:pt x="6331" y="12182"/>
                </a:lnTo>
                <a:lnTo>
                  <a:pt x="6668" y="12134"/>
                </a:lnTo>
                <a:lnTo>
                  <a:pt x="6981" y="12037"/>
                </a:lnTo>
                <a:lnTo>
                  <a:pt x="7270" y="11917"/>
                </a:lnTo>
                <a:lnTo>
                  <a:pt x="7583" y="11773"/>
                </a:lnTo>
                <a:lnTo>
                  <a:pt x="7872" y="11628"/>
                </a:lnTo>
                <a:lnTo>
                  <a:pt x="8137" y="11436"/>
                </a:lnTo>
                <a:lnTo>
                  <a:pt x="8402" y="11219"/>
                </a:lnTo>
                <a:lnTo>
                  <a:pt x="8642" y="10978"/>
                </a:lnTo>
                <a:lnTo>
                  <a:pt x="8859" y="10713"/>
                </a:lnTo>
                <a:lnTo>
                  <a:pt x="9076" y="10425"/>
                </a:lnTo>
                <a:lnTo>
                  <a:pt x="9316" y="10039"/>
                </a:lnTo>
                <a:lnTo>
                  <a:pt x="9509" y="9630"/>
                </a:lnTo>
                <a:lnTo>
                  <a:pt x="9677" y="9221"/>
                </a:lnTo>
                <a:lnTo>
                  <a:pt x="9822" y="8812"/>
                </a:lnTo>
                <a:lnTo>
                  <a:pt x="9918" y="8378"/>
                </a:lnTo>
                <a:lnTo>
                  <a:pt x="9990" y="7921"/>
                </a:lnTo>
                <a:lnTo>
                  <a:pt x="10039" y="7464"/>
                </a:lnTo>
                <a:lnTo>
                  <a:pt x="10039" y="6982"/>
                </a:lnTo>
                <a:lnTo>
                  <a:pt x="10014" y="6428"/>
                </a:lnTo>
                <a:lnTo>
                  <a:pt x="9966" y="5851"/>
                </a:lnTo>
                <a:lnTo>
                  <a:pt x="9846" y="5297"/>
                </a:lnTo>
                <a:lnTo>
                  <a:pt x="9702" y="4743"/>
                </a:lnTo>
                <a:lnTo>
                  <a:pt x="9509" y="4214"/>
                </a:lnTo>
                <a:lnTo>
                  <a:pt x="9268" y="3660"/>
                </a:lnTo>
                <a:lnTo>
                  <a:pt x="9003" y="3154"/>
                </a:lnTo>
                <a:lnTo>
                  <a:pt x="8690" y="2649"/>
                </a:lnTo>
                <a:lnTo>
                  <a:pt x="8402" y="2264"/>
                </a:lnTo>
                <a:lnTo>
                  <a:pt x="8113" y="1903"/>
                </a:lnTo>
                <a:lnTo>
                  <a:pt x="7800" y="1566"/>
                </a:lnTo>
                <a:lnTo>
                  <a:pt x="7463" y="1253"/>
                </a:lnTo>
                <a:lnTo>
                  <a:pt x="7078" y="964"/>
                </a:lnTo>
                <a:lnTo>
                  <a:pt x="6692" y="723"/>
                </a:lnTo>
                <a:lnTo>
                  <a:pt x="6283" y="506"/>
                </a:lnTo>
                <a:lnTo>
                  <a:pt x="5850" y="314"/>
                </a:lnTo>
                <a:lnTo>
                  <a:pt x="5465" y="169"/>
                </a:lnTo>
                <a:lnTo>
                  <a:pt x="5079" y="73"/>
                </a:lnTo>
                <a:lnTo>
                  <a:pt x="4694" y="25"/>
                </a:lnTo>
                <a:lnTo>
                  <a:pt x="4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0" name="Google Shape;3540;p9"/>
          <p:cNvGrpSpPr/>
          <p:nvPr/>
        </p:nvGrpSpPr>
        <p:grpSpPr>
          <a:xfrm rot="-3599998">
            <a:off x="-2078826" y="3414251"/>
            <a:ext cx="3605679" cy="3438411"/>
            <a:chOff x="1781825" y="1787425"/>
            <a:chExt cx="804050" cy="766750"/>
          </a:xfrm>
        </p:grpSpPr>
        <p:sp>
          <p:nvSpPr>
            <p:cNvPr id="3541" name="Google Shape;3541;p9"/>
            <p:cNvSpPr/>
            <p:nvPr/>
          </p:nvSpPr>
          <p:spPr>
            <a:xfrm>
              <a:off x="1797450" y="2122050"/>
              <a:ext cx="356325" cy="331625"/>
            </a:xfrm>
            <a:custGeom>
              <a:avLst/>
              <a:gdLst/>
              <a:ahLst/>
              <a:cxnLst/>
              <a:rect l="l" t="t" r="r" b="b"/>
              <a:pathLst>
                <a:path w="14253" h="13265" extrusionOk="0">
                  <a:moveTo>
                    <a:pt x="9799" y="0"/>
                  </a:moveTo>
                  <a:lnTo>
                    <a:pt x="9197" y="72"/>
                  </a:lnTo>
                  <a:lnTo>
                    <a:pt x="8547" y="169"/>
                  </a:lnTo>
                  <a:lnTo>
                    <a:pt x="7993" y="313"/>
                  </a:lnTo>
                  <a:lnTo>
                    <a:pt x="7464" y="482"/>
                  </a:lnTo>
                  <a:lnTo>
                    <a:pt x="6934" y="674"/>
                  </a:lnTo>
                  <a:lnTo>
                    <a:pt x="6428" y="891"/>
                  </a:lnTo>
                  <a:lnTo>
                    <a:pt x="5923" y="1132"/>
                  </a:lnTo>
                  <a:lnTo>
                    <a:pt x="5441" y="1420"/>
                  </a:lnTo>
                  <a:lnTo>
                    <a:pt x="4960" y="1709"/>
                  </a:lnTo>
                  <a:lnTo>
                    <a:pt x="4503" y="2022"/>
                  </a:lnTo>
                  <a:lnTo>
                    <a:pt x="4045" y="2359"/>
                  </a:lnTo>
                  <a:lnTo>
                    <a:pt x="3636" y="2720"/>
                  </a:lnTo>
                  <a:lnTo>
                    <a:pt x="3203" y="3082"/>
                  </a:lnTo>
                  <a:lnTo>
                    <a:pt x="2817" y="3491"/>
                  </a:lnTo>
                  <a:lnTo>
                    <a:pt x="2432" y="3900"/>
                  </a:lnTo>
                  <a:lnTo>
                    <a:pt x="2071" y="4333"/>
                  </a:lnTo>
                  <a:lnTo>
                    <a:pt x="1734" y="4767"/>
                  </a:lnTo>
                  <a:lnTo>
                    <a:pt x="1397" y="5224"/>
                  </a:lnTo>
                  <a:lnTo>
                    <a:pt x="1181" y="5513"/>
                  </a:lnTo>
                  <a:lnTo>
                    <a:pt x="988" y="5826"/>
                  </a:lnTo>
                  <a:lnTo>
                    <a:pt x="819" y="6139"/>
                  </a:lnTo>
                  <a:lnTo>
                    <a:pt x="651" y="6452"/>
                  </a:lnTo>
                  <a:lnTo>
                    <a:pt x="506" y="6789"/>
                  </a:lnTo>
                  <a:lnTo>
                    <a:pt x="386" y="7126"/>
                  </a:lnTo>
                  <a:lnTo>
                    <a:pt x="266" y="7463"/>
                  </a:lnTo>
                  <a:lnTo>
                    <a:pt x="169" y="7800"/>
                  </a:lnTo>
                  <a:lnTo>
                    <a:pt x="97" y="8137"/>
                  </a:lnTo>
                  <a:lnTo>
                    <a:pt x="49" y="8498"/>
                  </a:lnTo>
                  <a:lnTo>
                    <a:pt x="25" y="8835"/>
                  </a:lnTo>
                  <a:lnTo>
                    <a:pt x="1" y="9172"/>
                  </a:lnTo>
                  <a:lnTo>
                    <a:pt x="1" y="9509"/>
                  </a:lnTo>
                  <a:lnTo>
                    <a:pt x="25" y="9822"/>
                  </a:lnTo>
                  <a:lnTo>
                    <a:pt x="73" y="10159"/>
                  </a:lnTo>
                  <a:lnTo>
                    <a:pt x="145" y="10472"/>
                  </a:lnTo>
                  <a:lnTo>
                    <a:pt x="218" y="10761"/>
                  </a:lnTo>
                  <a:lnTo>
                    <a:pt x="338" y="11050"/>
                  </a:lnTo>
                  <a:lnTo>
                    <a:pt x="458" y="11339"/>
                  </a:lnTo>
                  <a:lnTo>
                    <a:pt x="627" y="11603"/>
                  </a:lnTo>
                  <a:lnTo>
                    <a:pt x="795" y="11868"/>
                  </a:lnTo>
                  <a:lnTo>
                    <a:pt x="988" y="12085"/>
                  </a:lnTo>
                  <a:lnTo>
                    <a:pt x="1205" y="12302"/>
                  </a:lnTo>
                  <a:lnTo>
                    <a:pt x="1445" y="12518"/>
                  </a:lnTo>
                  <a:lnTo>
                    <a:pt x="1710" y="12687"/>
                  </a:lnTo>
                  <a:lnTo>
                    <a:pt x="1999" y="12855"/>
                  </a:lnTo>
                  <a:lnTo>
                    <a:pt x="2312" y="12976"/>
                  </a:lnTo>
                  <a:lnTo>
                    <a:pt x="2649" y="13096"/>
                  </a:lnTo>
                  <a:lnTo>
                    <a:pt x="3010" y="13168"/>
                  </a:lnTo>
                  <a:lnTo>
                    <a:pt x="3395" y="13240"/>
                  </a:lnTo>
                  <a:lnTo>
                    <a:pt x="3804" y="13264"/>
                  </a:lnTo>
                  <a:lnTo>
                    <a:pt x="4238" y="13264"/>
                  </a:lnTo>
                  <a:lnTo>
                    <a:pt x="4743" y="13240"/>
                  </a:lnTo>
                  <a:lnTo>
                    <a:pt x="5249" y="13168"/>
                  </a:lnTo>
                  <a:lnTo>
                    <a:pt x="5730" y="13072"/>
                  </a:lnTo>
                  <a:lnTo>
                    <a:pt x="6212" y="12951"/>
                  </a:lnTo>
                  <a:lnTo>
                    <a:pt x="6693" y="12807"/>
                  </a:lnTo>
                  <a:lnTo>
                    <a:pt x="7151" y="12639"/>
                  </a:lnTo>
                  <a:lnTo>
                    <a:pt x="7608" y="12446"/>
                  </a:lnTo>
                  <a:lnTo>
                    <a:pt x="8065" y="12253"/>
                  </a:lnTo>
                  <a:lnTo>
                    <a:pt x="8523" y="12013"/>
                  </a:lnTo>
                  <a:lnTo>
                    <a:pt x="8956" y="11748"/>
                  </a:lnTo>
                  <a:lnTo>
                    <a:pt x="9365" y="11483"/>
                  </a:lnTo>
                  <a:lnTo>
                    <a:pt x="9775" y="11194"/>
                  </a:lnTo>
                  <a:lnTo>
                    <a:pt x="10184" y="10905"/>
                  </a:lnTo>
                  <a:lnTo>
                    <a:pt x="10569" y="10592"/>
                  </a:lnTo>
                  <a:lnTo>
                    <a:pt x="10954" y="10255"/>
                  </a:lnTo>
                  <a:lnTo>
                    <a:pt x="11315" y="9918"/>
                  </a:lnTo>
                  <a:lnTo>
                    <a:pt x="11676" y="9557"/>
                  </a:lnTo>
                  <a:lnTo>
                    <a:pt x="12038" y="9196"/>
                  </a:lnTo>
                  <a:lnTo>
                    <a:pt x="12375" y="8787"/>
                  </a:lnTo>
                  <a:lnTo>
                    <a:pt x="12688" y="8378"/>
                  </a:lnTo>
                  <a:lnTo>
                    <a:pt x="12952" y="7968"/>
                  </a:lnTo>
                  <a:lnTo>
                    <a:pt x="13217" y="7535"/>
                  </a:lnTo>
                  <a:lnTo>
                    <a:pt x="13434" y="7102"/>
                  </a:lnTo>
                  <a:lnTo>
                    <a:pt x="13650" y="6644"/>
                  </a:lnTo>
                  <a:lnTo>
                    <a:pt x="13819" y="6211"/>
                  </a:lnTo>
                  <a:lnTo>
                    <a:pt x="13963" y="5754"/>
                  </a:lnTo>
                  <a:lnTo>
                    <a:pt x="14084" y="5296"/>
                  </a:lnTo>
                  <a:lnTo>
                    <a:pt x="14156" y="4863"/>
                  </a:lnTo>
                  <a:lnTo>
                    <a:pt x="14228" y="4406"/>
                  </a:lnTo>
                  <a:lnTo>
                    <a:pt x="14252" y="3972"/>
                  </a:lnTo>
                  <a:lnTo>
                    <a:pt x="14228" y="3563"/>
                  </a:lnTo>
                  <a:lnTo>
                    <a:pt x="14204" y="3154"/>
                  </a:lnTo>
                  <a:lnTo>
                    <a:pt x="14132" y="2744"/>
                  </a:lnTo>
                  <a:lnTo>
                    <a:pt x="14012" y="2359"/>
                  </a:lnTo>
                  <a:lnTo>
                    <a:pt x="13867" y="1998"/>
                  </a:lnTo>
                  <a:lnTo>
                    <a:pt x="13699" y="1661"/>
                  </a:lnTo>
                  <a:lnTo>
                    <a:pt x="13482" y="1348"/>
                  </a:lnTo>
                  <a:lnTo>
                    <a:pt x="13217" y="1059"/>
                  </a:lnTo>
                  <a:lnTo>
                    <a:pt x="12928" y="819"/>
                  </a:lnTo>
                  <a:lnTo>
                    <a:pt x="12615" y="578"/>
                  </a:lnTo>
                  <a:lnTo>
                    <a:pt x="12254" y="385"/>
                  </a:lnTo>
                  <a:lnTo>
                    <a:pt x="11845" y="241"/>
                  </a:lnTo>
                  <a:lnTo>
                    <a:pt x="11388" y="121"/>
                  </a:lnTo>
                  <a:lnTo>
                    <a:pt x="10906" y="24"/>
                  </a:lnTo>
                  <a:lnTo>
                    <a:pt x="103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9"/>
            <p:cNvSpPr/>
            <p:nvPr/>
          </p:nvSpPr>
          <p:spPr>
            <a:xfrm>
              <a:off x="2080925" y="2161150"/>
              <a:ext cx="9050" cy="15675"/>
            </a:xfrm>
            <a:custGeom>
              <a:avLst/>
              <a:gdLst/>
              <a:ahLst/>
              <a:cxnLst/>
              <a:rect l="l" t="t" r="r" b="b"/>
              <a:pathLst>
                <a:path w="362" h="627" extrusionOk="0">
                  <a:moveTo>
                    <a:pt x="289" y="1"/>
                  </a:moveTo>
                  <a:lnTo>
                    <a:pt x="241" y="25"/>
                  </a:lnTo>
                  <a:lnTo>
                    <a:pt x="193" y="97"/>
                  </a:lnTo>
                  <a:lnTo>
                    <a:pt x="73" y="266"/>
                  </a:lnTo>
                  <a:lnTo>
                    <a:pt x="0" y="386"/>
                  </a:lnTo>
                  <a:lnTo>
                    <a:pt x="25" y="482"/>
                  </a:lnTo>
                  <a:lnTo>
                    <a:pt x="73" y="579"/>
                  </a:lnTo>
                  <a:lnTo>
                    <a:pt x="97" y="627"/>
                  </a:lnTo>
                  <a:lnTo>
                    <a:pt x="145" y="627"/>
                  </a:lnTo>
                  <a:lnTo>
                    <a:pt x="169" y="579"/>
                  </a:lnTo>
                  <a:lnTo>
                    <a:pt x="145" y="506"/>
                  </a:lnTo>
                  <a:lnTo>
                    <a:pt x="169" y="458"/>
                  </a:lnTo>
                  <a:lnTo>
                    <a:pt x="193" y="386"/>
                  </a:lnTo>
                  <a:lnTo>
                    <a:pt x="217" y="338"/>
                  </a:lnTo>
                  <a:lnTo>
                    <a:pt x="313" y="242"/>
                  </a:lnTo>
                  <a:lnTo>
                    <a:pt x="362" y="169"/>
                  </a:lnTo>
                  <a:lnTo>
                    <a:pt x="362" y="121"/>
                  </a:lnTo>
                  <a:lnTo>
                    <a:pt x="337" y="25"/>
                  </a:lnTo>
                  <a:lnTo>
                    <a:pt x="28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9"/>
            <p:cNvSpPr/>
            <p:nvPr/>
          </p:nvSpPr>
          <p:spPr>
            <a:xfrm>
              <a:off x="2144125" y="2205700"/>
              <a:ext cx="7225" cy="8450"/>
            </a:xfrm>
            <a:custGeom>
              <a:avLst/>
              <a:gdLst/>
              <a:ahLst/>
              <a:cxnLst/>
              <a:rect l="l" t="t" r="r" b="b"/>
              <a:pathLst>
                <a:path w="289" h="338" extrusionOk="0">
                  <a:moveTo>
                    <a:pt x="72" y="0"/>
                  </a:moveTo>
                  <a:lnTo>
                    <a:pt x="24" y="24"/>
                  </a:lnTo>
                  <a:lnTo>
                    <a:pt x="0" y="73"/>
                  </a:lnTo>
                  <a:lnTo>
                    <a:pt x="0" y="145"/>
                  </a:lnTo>
                  <a:lnTo>
                    <a:pt x="0" y="241"/>
                  </a:lnTo>
                  <a:lnTo>
                    <a:pt x="48" y="313"/>
                  </a:lnTo>
                  <a:lnTo>
                    <a:pt x="120" y="337"/>
                  </a:lnTo>
                  <a:lnTo>
                    <a:pt x="193" y="337"/>
                  </a:lnTo>
                  <a:lnTo>
                    <a:pt x="265" y="313"/>
                  </a:lnTo>
                  <a:lnTo>
                    <a:pt x="289" y="289"/>
                  </a:lnTo>
                  <a:lnTo>
                    <a:pt x="265" y="241"/>
                  </a:lnTo>
                  <a:lnTo>
                    <a:pt x="169" y="169"/>
                  </a:lnTo>
                  <a:lnTo>
                    <a:pt x="145" y="145"/>
                  </a:lnTo>
                  <a:lnTo>
                    <a:pt x="145" y="121"/>
                  </a:lnTo>
                  <a:lnTo>
                    <a:pt x="193" y="97"/>
                  </a:lnTo>
                  <a:lnTo>
                    <a:pt x="217" y="48"/>
                  </a:lnTo>
                  <a:lnTo>
                    <a:pt x="217" y="24"/>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9"/>
            <p:cNvSpPr/>
            <p:nvPr/>
          </p:nvSpPr>
          <p:spPr>
            <a:xfrm>
              <a:off x="2092950" y="2144900"/>
              <a:ext cx="8450" cy="9075"/>
            </a:xfrm>
            <a:custGeom>
              <a:avLst/>
              <a:gdLst/>
              <a:ahLst/>
              <a:cxnLst/>
              <a:rect l="l" t="t" r="r" b="b"/>
              <a:pathLst>
                <a:path w="338" h="363" extrusionOk="0">
                  <a:moveTo>
                    <a:pt x="218" y="1"/>
                  </a:moveTo>
                  <a:lnTo>
                    <a:pt x="169" y="25"/>
                  </a:lnTo>
                  <a:lnTo>
                    <a:pt x="25" y="25"/>
                  </a:lnTo>
                  <a:lnTo>
                    <a:pt x="1" y="73"/>
                  </a:lnTo>
                  <a:lnTo>
                    <a:pt x="49" y="145"/>
                  </a:lnTo>
                  <a:lnTo>
                    <a:pt x="73" y="194"/>
                  </a:lnTo>
                  <a:lnTo>
                    <a:pt x="49" y="266"/>
                  </a:lnTo>
                  <a:lnTo>
                    <a:pt x="73" y="314"/>
                  </a:lnTo>
                  <a:lnTo>
                    <a:pt x="97" y="338"/>
                  </a:lnTo>
                  <a:lnTo>
                    <a:pt x="145" y="362"/>
                  </a:lnTo>
                  <a:lnTo>
                    <a:pt x="169" y="338"/>
                  </a:lnTo>
                  <a:lnTo>
                    <a:pt x="193" y="290"/>
                  </a:lnTo>
                  <a:lnTo>
                    <a:pt x="218" y="218"/>
                  </a:lnTo>
                  <a:lnTo>
                    <a:pt x="242" y="194"/>
                  </a:lnTo>
                  <a:lnTo>
                    <a:pt x="290" y="194"/>
                  </a:lnTo>
                  <a:lnTo>
                    <a:pt x="314" y="169"/>
                  </a:lnTo>
                  <a:lnTo>
                    <a:pt x="338" y="145"/>
                  </a:lnTo>
                  <a:lnTo>
                    <a:pt x="338" y="97"/>
                  </a:lnTo>
                  <a:lnTo>
                    <a:pt x="314" y="73"/>
                  </a:lnTo>
                  <a:lnTo>
                    <a:pt x="242" y="25"/>
                  </a:lnTo>
                  <a:lnTo>
                    <a:pt x="21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9"/>
            <p:cNvSpPr/>
            <p:nvPr/>
          </p:nvSpPr>
          <p:spPr>
            <a:xfrm>
              <a:off x="2068275" y="2297175"/>
              <a:ext cx="9050" cy="6050"/>
            </a:xfrm>
            <a:custGeom>
              <a:avLst/>
              <a:gdLst/>
              <a:ahLst/>
              <a:cxnLst/>
              <a:rect l="l" t="t" r="r" b="b"/>
              <a:pathLst>
                <a:path w="362" h="242" extrusionOk="0">
                  <a:moveTo>
                    <a:pt x="266" y="0"/>
                  </a:moveTo>
                  <a:lnTo>
                    <a:pt x="193" y="24"/>
                  </a:lnTo>
                  <a:lnTo>
                    <a:pt x="25" y="24"/>
                  </a:lnTo>
                  <a:lnTo>
                    <a:pt x="1" y="73"/>
                  </a:lnTo>
                  <a:lnTo>
                    <a:pt x="1" y="97"/>
                  </a:lnTo>
                  <a:lnTo>
                    <a:pt x="49" y="145"/>
                  </a:lnTo>
                  <a:lnTo>
                    <a:pt x="97" y="193"/>
                  </a:lnTo>
                  <a:lnTo>
                    <a:pt x="145" y="217"/>
                  </a:lnTo>
                  <a:lnTo>
                    <a:pt x="218" y="241"/>
                  </a:lnTo>
                  <a:lnTo>
                    <a:pt x="290" y="217"/>
                  </a:lnTo>
                  <a:lnTo>
                    <a:pt x="338" y="169"/>
                  </a:lnTo>
                  <a:lnTo>
                    <a:pt x="362" y="121"/>
                  </a:lnTo>
                  <a:lnTo>
                    <a:pt x="362" y="73"/>
                  </a:lnTo>
                  <a:lnTo>
                    <a:pt x="338" y="49"/>
                  </a:lnTo>
                  <a:lnTo>
                    <a:pt x="31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9"/>
            <p:cNvSpPr/>
            <p:nvPr/>
          </p:nvSpPr>
          <p:spPr>
            <a:xfrm>
              <a:off x="2001475" y="2168975"/>
              <a:ext cx="7850" cy="6050"/>
            </a:xfrm>
            <a:custGeom>
              <a:avLst/>
              <a:gdLst/>
              <a:ahLst/>
              <a:cxnLst/>
              <a:rect l="l" t="t" r="r" b="b"/>
              <a:pathLst>
                <a:path w="314" h="242" extrusionOk="0">
                  <a:moveTo>
                    <a:pt x="169" y="1"/>
                  </a:moveTo>
                  <a:lnTo>
                    <a:pt x="121" y="25"/>
                  </a:lnTo>
                  <a:lnTo>
                    <a:pt x="49" y="49"/>
                  </a:lnTo>
                  <a:lnTo>
                    <a:pt x="25" y="97"/>
                  </a:lnTo>
                  <a:lnTo>
                    <a:pt x="1" y="145"/>
                  </a:lnTo>
                  <a:lnTo>
                    <a:pt x="25" y="193"/>
                  </a:lnTo>
                  <a:lnTo>
                    <a:pt x="49" y="242"/>
                  </a:lnTo>
                  <a:lnTo>
                    <a:pt x="217" y="242"/>
                  </a:lnTo>
                  <a:lnTo>
                    <a:pt x="290" y="169"/>
                  </a:lnTo>
                  <a:lnTo>
                    <a:pt x="314" y="145"/>
                  </a:lnTo>
                  <a:lnTo>
                    <a:pt x="290" y="97"/>
                  </a:lnTo>
                  <a:lnTo>
                    <a:pt x="290" y="73"/>
                  </a:lnTo>
                  <a:lnTo>
                    <a:pt x="241"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9"/>
            <p:cNvSpPr/>
            <p:nvPr/>
          </p:nvSpPr>
          <p:spPr>
            <a:xfrm>
              <a:off x="2065875" y="2247225"/>
              <a:ext cx="7250" cy="7250"/>
            </a:xfrm>
            <a:custGeom>
              <a:avLst/>
              <a:gdLst/>
              <a:ahLst/>
              <a:cxnLst/>
              <a:rect l="l" t="t" r="r" b="b"/>
              <a:pathLst>
                <a:path w="290" h="290" extrusionOk="0">
                  <a:moveTo>
                    <a:pt x="145" y="0"/>
                  </a:moveTo>
                  <a:lnTo>
                    <a:pt x="97" y="24"/>
                  </a:lnTo>
                  <a:lnTo>
                    <a:pt x="25" y="97"/>
                  </a:lnTo>
                  <a:lnTo>
                    <a:pt x="1" y="145"/>
                  </a:lnTo>
                  <a:lnTo>
                    <a:pt x="1" y="193"/>
                  </a:lnTo>
                  <a:lnTo>
                    <a:pt x="25" y="265"/>
                  </a:lnTo>
                  <a:lnTo>
                    <a:pt x="73" y="289"/>
                  </a:lnTo>
                  <a:lnTo>
                    <a:pt x="121" y="265"/>
                  </a:lnTo>
                  <a:lnTo>
                    <a:pt x="169" y="241"/>
                  </a:lnTo>
                  <a:lnTo>
                    <a:pt x="241" y="145"/>
                  </a:lnTo>
                  <a:lnTo>
                    <a:pt x="289" y="48"/>
                  </a:lnTo>
                  <a:lnTo>
                    <a:pt x="24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9"/>
            <p:cNvSpPr/>
            <p:nvPr/>
          </p:nvSpPr>
          <p:spPr>
            <a:xfrm>
              <a:off x="2032175" y="2327875"/>
              <a:ext cx="5450" cy="6025"/>
            </a:xfrm>
            <a:custGeom>
              <a:avLst/>
              <a:gdLst/>
              <a:ahLst/>
              <a:cxnLst/>
              <a:rect l="l" t="t" r="r" b="b"/>
              <a:pathLst>
                <a:path w="218" h="241" extrusionOk="0">
                  <a:moveTo>
                    <a:pt x="97" y="0"/>
                  </a:moveTo>
                  <a:lnTo>
                    <a:pt x="49" y="24"/>
                  </a:lnTo>
                  <a:lnTo>
                    <a:pt x="25" y="48"/>
                  </a:lnTo>
                  <a:lnTo>
                    <a:pt x="0" y="72"/>
                  </a:lnTo>
                  <a:lnTo>
                    <a:pt x="0" y="121"/>
                  </a:lnTo>
                  <a:lnTo>
                    <a:pt x="49" y="193"/>
                  </a:lnTo>
                  <a:lnTo>
                    <a:pt x="73" y="217"/>
                  </a:lnTo>
                  <a:lnTo>
                    <a:pt x="121" y="241"/>
                  </a:lnTo>
                  <a:lnTo>
                    <a:pt x="169" y="217"/>
                  </a:lnTo>
                  <a:lnTo>
                    <a:pt x="217" y="193"/>
                  </a:lnTo>
                  <a:lnTo>
                    <a:pt x="217" y="145"/>
                  </a:lnTo>
                  <a:lnTo>
                    <a:pt x="217" y="96"/>
                  </a:lnTo>
                  <a:lnTo>
                    <a:pt x="217" y="72"/>
                  </a:lnTo>
                  <a:lnTo>
                    <a:pt x="193"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9"/>
            <p:cNvSpPr/>
            <p:nvPr/>
          </p:nvSpPr>
          <p:spPr>
            <a:xfrm>
              <a:off x="2041200" y="2200275"/>
              <a:ext cx="6650" cy="5450"/>
            </a:xfrm>
            <a:custGeom>
              <a:avLst/>
              <a:gdLst/>
              <a:ahLst/>
              <a:cxnLst/>
              <a:rect l="l" t="t" r="r" b="b"/>
              <a:pathLst>
                <a:path w="266" h="218" extrusionOk="0">
                  <a:moveTo>
                    <a:pt x="97" y="1"/>
                  </a:moveTo>
                  <a:lnTo>
                    <a:pt x="73" y="49"/>
                  </a:lnTo>
                  <a:lnTo>
                    <a:pt x="1" y="193"/>
                  </a:lnTo>
                  <a:lnTo>
                    <a:pt x="97" y="217"/>
                  </a:lnTo>
                  <a:lnTo>
                    <a:pt x="193" y="217"/>
                  </a:lnTo>
                  <a:lnTo>
                    <a:pt x="241" y="193"/>
                  </a:lnTo>
                  <a:lnTo>
                    <a:pt x="265" y="145"/>
                  </a:lnTo>
                  <a:lnTo>
                    <a:pt x="241"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9"/>
            <p:cNvSpPr/>
            <p:nvPr/>
          </p:nvSpPr>
          <p:spPr>
            <a:xfrm>
              <a:off x="2105000" y="2178625"/>
              <a:ext cx="5450" cy="6025"/>
            </a:xfrm>
            <a:custGeom>
              <a:avLst/>
              <a:gdLst/>
              <a:ahLst/>
              <a:cxnLst/>
              <a:rect l="l" t="t" r="r" b="b"/>
              <a:pathLst>
                <a:path w="218" h="241" extrusionOk="0">
                  <a:moveTo>
                    <a:pt x="97" y="0"/>
                  </a:moveTo>
                  <a:lnTo>
                    <a:pt x="24" y="48"/>
                  </a:lnTo>
                  <a:lnTo>
                    <a:pt x="0" y="96"/>
                  </a:lnTo>
                  <a:lnTo>
                    <a:pt x="0" y="144"/>
                  </a:lnTo>
                  <a:lnTo>
                    <a:pt x="49" y="193"/>
                  </a:lnTo>
                  <a:lnTo>
                    <a:pt x="97" y="241"/>
                  </a:lnTo>
                  <a:lnTo>
                    <a:pt x="145" y="241"/>
                  </a:lnTo>
                  <a:lnTo>
                    <a:pt x="193" y="217"/>
                  </a:lnTo>
                  <a:lnTo>
                    <a:pt x="217" y="144"/>
                  </a:lnTo>
                  <a:lnTo>
                    <a:pt x="217" y="96"/>
                  </a:lnTo>
                  <a:lnTo>
                    <a:pt x="193" y="48"/>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9"/>
            <p:cNvSpPr/>
            <p:nvPr/>
          </p:nvSpPr>
          <p:spPr>
            <a:xfrm>
              <a:off x="2069500" y="2214725"/>
              <a:ext cx="7225" cy="6050"/>
            </a:xfrm>
            <a:custGeom>
              <a:avLst/>
              <a:gdLst/>
              <a:ahLst/>
              <a:cxnLst/>
              <a:rect l="l" t="t" r="r" b="b"/>
              <a:pathLst>
                <a:path w="289" h="242" extrusionOk="0">
                  <a:moveTo>
                    <a:pt x="24" y="0"/>
                  </a:moveTo>
                  <a:lnTo>
                    <a:pt x="0" y="24"/>
                  </a:lnTo>
                  <a:lnTo>
                    <a:pt x="0" y="73"/>
                  </a:lnTo>
                  <a:lnTo>
                    <a:pt x="48" y="121"/>
                  </a:lnTo>
                  <a:lnTo>
                    <a:pt x="120" y="217"/>
                  </a:lnTo>
                  <a:lnTo>
                    <a:pt x="169" y="241"/>
                  </a:lnTo>
                  <a:lnTo>
                    <a:pt x="217" y="241"/>
                  </a:lnTo>
                  <a:lnTo>
                    <a:pt x="265" y="217"/>
                  </a:lnTo>
                  <a:lnTo>
                    <a:pt x="289" y="169"/>
                  </a:lnTo>
                  <a:lnTo>
                    <a:pt x="289" y="121"/>
                  </a:lnTo>
                  <a:lnTo>
                    <a:pt x="241" y="97"/>
                  </a:lnTo>
                  <a:lnTo>
                    <a:pt x="169"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9"/>
            <p:cNvSpPr/>
            <p:nvPr/>
          </p:nvSpPr>
          <p:spPr>
            <a:xfrm>
              <a:off x="2126675" y="2214725"/>
              <a:ext cx="5425" cy="6050"/>
            </a:xfrm>
            <a:custGeom>
              <a:avLst/>
              <a:gdLst/>
              <a:ahLst/>
              <a:cxnLst/>
              <a:rect l="l" t="t" r="r" b="b"/>
              <a:pathLst>
                <a:path w="217" h="242" extrusionOk="0">
                  <a:moveTo>
                    <a:pt x="72" y="0"/>
                  </a:moveTo>
                  <a:lnTo>
                    <a:pt x="24" y="24"/>
                  </a:lnTo>
                  <a:lnTo>
                    <a:pt x="0" y="97"/>
                  </a:lnTo>
                  <a:lnTo>
                    <a:pt x="0" y="169"/>
                  </a:lnTo>
                  <a:lnTo>
                    <a:pt x="48" y="217"/>
                  </a:lnTo>
                  <a:lnTo>
                    <a:pt x="120" y="241"/>
                  </a:lnTo>
                  <a:lnTo>
                    <a:pt x="193" y="241"/>
                  </a:lnTo>
                  <a:lnTo>
                    <a:pt x="217" y="217"/>
                  </a:lnTo>
                  <a:lnTo>
                    <a:pt x="217" y="193"/>
                  </a:lnTo>
                  <a:lnTo>
                    <a:pt x="217" y="121"/>
                  </a:lnTo>
                  <a:lnTo>
                    <a:pt x="193" y="49"/>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9"/>
            <p:cNvSpPr/>
            <p:nvPr/>
          </p:nvSpPr>
          <p:spPr>
            <a:xfrm>
              <a:off x="2055650" y="2222550"/>
              <a:ext cx="6050" cy="5450"/>
            </a:xfrm>
            <a:custGeom>
              <a:avLst/>
              <a:gdLst/>
              <a:ahLst/>
              <a:cxnLst/>
              <a:rect l="l" t="t" r="r" b="b"/>
              <a:pathLst>
                <a:path w="242" h="218" extrusionOk="0">
                  <a:moveTo>
                    <a:pt x="145" y="0"/>
                  </a:moveTo>
                  <a:lnTo>
                    <a:pt x="73" y="24"/>
                  </a:lnTo>
                  <a:lnTo>
                    <a:pt x="24" y="48"/>
                  </a:lnTo>
                  <a:lnTo>
                    <a:pt x="0" y="97"/>
                  </a:lnTo>
                  <a:lnTo>
                    <a:pt x="0" y="121"/>
                  </a:lnTo>
                  <a:lnTo>
                    <a:pt x="24" y="145"/>
                  </a:lnTo>
                  <a:lnTo>
                    <a:pt x="48" y="169"/>
                  </a:lnTo>
                  <a:lnTo>
                    <a:pt x="217" y="217"/>
                  </a:lnTo>
                  <a:lnTo>
                    <a:pt x="241" y="121"/>
                  </a:lnTo>
                  <a:lnTo>
                    <a:pt x="241" y="73"/>
                  </a:lnTo>
                  <a:lnTo>
                    <a:pt x="241"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9"/>
            <p:cNvSpPr/>
            <p:nvPr/>
          </p:nvSpPr>
          <p:spPr>
            <a:xfrm>
              <a:off x="2034575" y="2168975"/>
              <a:ext cx="4850" cy="8450"/>
            </a:xfrm>
            <a:custGeom>
              <a:avLst/>
              <a:gdLst/>
              <a:ahLst/>
              <a:cxnLst/>
              <a:rect l="l" t="t" r="r" b="b"/>
              <a:pathLst>
                <a:path w="194" h="338" extrusionOk="0">
                  <a:moveTo>
                    <a:pt x="145" y="1"/>
                  </a:moveTo>
                  <a:lnTo>
                    <a:pt x="97" y="25"/>
                  </a:lnTo>
                  <a:lnTo>
                    <a:pt x="73" y="49"/>
                  </a:lnTo>
                  <a:lnTo>
                    <a:pt x="25" y="145"/>
                  </a:lnTo>
                  <a:lnTo>
                    <a:pt x="1" y="266"/>
                  </a:lnTo>
                  <a:lnTo>
                    <a:pt x="25" y="314"/>
                  </a:lnTo>
                  <a:lnTo>
                    <a:pt x="73" y="338"/>
                  </a:lnTo>
                  <a:lnTo>
                    <a:pt x="97" y="338"/>
                  </a:lnTo>
                  <a:lnTo>
                    <a:pt x="121" y="290"/>
                  </a:lnTo>
                  <a:lnTo>
                    <a:pt x="169" y="218"/>
                  </a:lnTo>
                  <a:lnTo>
                    <a:pt x="193" y="97"/>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9"/>
            <p:cNvSpPr/>
            <p:nvPr/>
          </p:nvSpPr>
          <p:spPr>
            <a:xfrm>
              <a:off x="2048425" y="2149725"/>
              <a:ext cx="7250" cy="5450"/>
            </a:xfrm>
            <a:custGeom>
              <a:avLst/>
              <a:gdLst/>
              <a:ahLst/>
              <a:cxnLst/>
              <a:rect l="l" t="t" r="r" b="b"/>
              <a:pathLst>
                <a:path w="290" h="218" extrusionOk="0">
                  <a:moveTo>
                    <a:pt x="193" y="1"/>
                  </a:moveTo>
                  <a:lnTo>
                    <a:pt x="49" y="49"/>
                  </a:lnTo>
                  <a:lnTo>
                    <a:pt x="25" y="73"/>
                  </a:lnTo>
                  <a:lnTo>
                    <a:pt x="0" y="97"/>
                  </a:lnTo>
                  <a:lnTo>
                    <a:pt x="25" y="121"/>
                  </a:lnTo>
                  <a:lnTo>
                    <a:pt x="49" y="145"/>
                  </a:lnTo>
                  <a:lnTo>
                    <a:pt x="169" y="217"/>
                  </a:lnTo>
                  <a:lnTo>
                    <a:pt x="217" y="217"/>
                  </a:lnTo>
                  <a:lnTo>
                    <a:pt x="265" y="193"/>
                  </a:lnTo>
                  <a:lnTo>
                    <a:pt x="289" y="169"/>
                  </a:lnTo>
                  <a:lnTo>
                    <a:pt x="289" y="121"/>
                  </a:lnTo>
                  <a:lnTo>
                    <a:pt x="289" y="97"/>
                  </a:lnTo>
                  <a:lnTo>
                    <a:pt x="265" y="49"/>
                  </a:lnTo>
                  <a:lnTo>
                    <a:pt x="241"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9"/>
            <p:cNvSpPr/>
            <p:nvPr/>
          </p:nvSpPr>
          <p:spPr>
            <a:xfrm>
              <a:off x="2105000" y="2233375"/>
              <a:ext cx="5450" cy="5450"/>
            </a:xfrm>
            <a:custGeom>
              <a:avLst/>
              <a:gdLst/>
              <a:ahLst/>
              <a:cxnLst/>
              <a:rect l="l" t="t" r="r" b="b"/>
              <a:pathLst>
                <a:path w="218" h="218" extrusionOk="0">
                  <a:moveTo>
                    <a:pt x="97" y="1"/>
                  </a:moveTo>
                  <a:lnTo>
                    <a:pt x="49" y="25"/>
                  </a:lnTo>
                  <a:lnTo>
                    <a:pt x="24" y="49"/>
                  </a:lnTo>
                  <a:lnTo>
                    <a:pt x="0" y="97"/>
                  </a:lnTo>
                  <a:lnTo>
                    <a:pt x="0" y="145"/>
                  </a:lnTo>
                  <a:lnTo>
                    <a:pt x="0" y="193"/>
                  </a:lnTo>
                  <a:lnTo>
                    <a:pt x="49" y="217"/>
                  </a:lnTo>
                  <a:lnTo>
                    <a:pt x="121" y="217"/>
                  </a:lnTo>
                  <a:lnTo>
                    <a:pt x="193" y="193"/>
                  </a:lnTo>
                  <a:lnTo>
                    <a:pt x="217" y="145"/>
                  </a:lnTo>
                  <a:lnTo>
                    <a:pt x="217" y="97"/>
                  </a:lnTo>
                  <a:lnTo>
                    <a:pt x="193" y="49"/>
                  </a:lnTo>
                  <a:lnTo>
                    <a:pt x="169" y="25"/>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9"/>
            <p:cNvSpPr/>
            <p:nvPr/>
          </p:nvSpPr>
          <p:spPr>
            <a:xfrm>
              <a:off x="1972600" y="2158150"/>
              <a:ext cx="5425" cy="5450"/>
            </a:xfrm>
            <a:custGeom>
              <a:avLst/>
              <a:gdLst/>
              <a:ahLst/>
              <a:cxnLst/>
              <a:rect l="l" t="t" r="r" b="b"/>
              <a:pathLst>
                <a:path w="217" h="218" extrusionOk="0">
                  <a:moveTo>
                    <a:pt x="121" y="1"/>
                  </a:moveTo>
                  <a:lnTo>
                    <a:pt x="48" y="25"/>
                  </a:lnTo>
                  <a:lnTo>
                    <a:pt x="0" y="97"/>
                  </a:lnTo>
                  <a:lnTo>
                    <a:pt x="0" y="145"/>
                  </a:lnTo>
                  <a:lnTo>
                    <a:pt x="24" y="193"/>
                  </a:lnTo>
                  <a:lnTo>
                    <a:pt x="72" y="217"/>
                  </a:lnTo>
                  <a:lnTo>
                    <a:pt x="97" y="217"/>
                  </a:lnTo>
                  <a:lnTo>
                    <a:pt x="145" y="193"/>
                  </a:lnTo>
                  <a:lnTo>
                    <a:pt x="193" y="169"/>
                  </a:lnTo>
                  <a:lnTo>
                    <a:pt x="217" y="121"/>
                  </a:lnTo>
                  <a:lnTo>
                    <a:pt x="217"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9"/>
            <p:cNvSpPr/>
            <p:nvPr/>
          </p:nvSpPr>
          <p:spPr>
            <a:xfrm>
              <a:off x="2029175" y="2258050"/>
              <a:ext cx="4825" cy="6050"/>
            </a:xfrm>
            <a:custGeom>
              <a:avLst/>
              <a:gdLst/>
              <a:ahLst/>
              <a:cxnLst/>
              <a:rect l="l" t="t" r="r" b="b"/>
              <a:pathLst>
                <a:path w="193" h="242" extrusionOk="0">
                  <a:moveTo>
                    <a:pt x="48" y="1"/>
                  </a:moveTo>
                  <a:lnTo>
                    <a:pt x="0" y="25"/>
                  </a:lnTo>
                  <a:lnTo>
                    <a:pt x="0" y="73"/>
                  </a:lnTo>
                  <a:lnTo>
                    <a:pt x="24" y="145"/>
                  </a:lnTo>
                  <a:lnTo>
                    <a:pt x="72" y="217"/>
                  </a:lnTo>
                  <a:lnTo>
                    <a:pt x="96" y="241"/>
                  </a:lnTo>
                  <a:lnTo>
                    <a:pt x="169" y="241"/>
                  </a:lnTo>
                  <a:lnTo>
                    <a:pt x="193" y="193"/>
                  </a:lnTo>
                  <a:lnTo>
                    <a:pt x="145" y="121"/>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9"/>
            <p:cNvSpPr/>
            <p:nvPr/>
          </p:nvSpPr>
          <p:spPr>
            <a:xfrm>
              <a:off x="2118225" y="2156350"/>
              <a:ext cx="5450" cy="5425"/>
            </a:xfrm>
            <a:custGeom>
              <a:avLst/>
              <a:gdLst/>
              <a:ahLst/>
              <a:cxnLst/>
              <a:rect l="l" t="t" r="r" b="b"/>
              <a:pathLst>
                <a:path w="218" h="217" extrusionOk="0">
                  <a:moveTo>
                    <a:pt x="49" y="0"/>
                  </a:moveTo>
                  <a:lnTo>
                    <a:pt x="25" y="48"/>
                  </a:lnTo>
                  <a:lnTo>
                    <a:pt x="1" y="97"/>
                  </a:lnTo>
                  <a:lnTo>
                    <a:pt x="25" y="145"/>
                  </a:lnTo>
                  <a:lnTo>
                    <a:pt x="73" y="193"/>
                  </a:lnTo>
                  <a:lnTo>
                    <a:pt x="97" y="217"/>
                  </a:lnTo>
                  <a:lnTo>
                    <a:pt x="145" y="217"/>
                  </a:lnTo>
                  <a:lnTo>
                    <a:pt x="194" y="193"/>
                  </a:lnTo>
                  <a:lnTo>
                    <a:pt x="218" y="145"/>
                  </a:lnTo>
                  <a:lnTo>
                    <a:pt x="218" y="73"/>
                  </a:lnTo>
                  <a:lnTo>
                    <a:pt x="169" y="48"/>
                  </a:lnTo>
                  <a:lnTo>
                    <a:pt x="121"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9"/>
            <p:cNvSpPr/>
            <p:nvPr/>
          </p:nvSpPr>
          <p:spPr>
            <a:xfrm>
              <a:off x="2052625" y="2174400"/>
              <a:ext cx="4850" cy="6050"/>
            </a:xfrm>
            <a:custGeom>
              <a:avLst/>
              <a:gdLst/>
              <a:ahLst/>
              <a:cxnLst/>
              <a:rect l="l" t="t" r="r" b="b"/>
              <a:pathLst>
                <a:path w="194" h="242" extrusionOk="0">
                  <a:moveTo>
                    <a:pt x="49" y="1"/>
                  </a:moveTo>
                  <a:lnTo>
                    <a:pt x="25" y="49"/>
                  </a:lnTo>
                  <a:lnTo>
                    <a:pt x="1" y="97"/>
                  </a:lnTo>
                  <a:lnTo>
                    <a:pt x="25" y="145"/>
                  </a:lnTo>
                  <a:lnTo>
                    <a:pt x="25" y="193"/>
                  </a:lnTo>
                  <a:lnTo>
                    <a:pt x="73" y="217"/>
                  </a:lnTo>
                  <a:lnTo>
                    <a:pt x="97" y="241"/>
                  </a:lnTo>
                  <a:lnTo>
                    <a:pt x="145" y="241"/>
                  </a:lnTo>
                  <a:lnTo>
                    <a:pt x="169" y="217"/>
                  </a:lnTo>
                  <a:lnTo>
                    <a:pt x="194" y="169"/>
                  </a:lnTo>
                  <a:lnTo>
                    <a:pt x="194" y="121"/>
                  </a:lnTo>
                  <a:lnTo>
                    <a:pt x="194" y="73"/>
                  </a:lnTo>
                  <a:lnTo>
                    <a:pt x="169"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9"/>
            <p:cNvSpPr/>
            <p:nvPr/>
          </p:nvSpPr>
          <p:spPr>
            <a:xfrm>
              <a:off x="1964175" y="2181625"/>
              <a:ext cx="5425" cy="4825"/>
            </a:xfrm>
            <a:custGeom>
              <a:avLst/>
              <a:gdLst/>
              <a:ahLst/>
              <a:cxnLst/>
              <a:rect l="l" t="t" r="r" b="b"/>
              <a:pathLst>
                <a:path w="217" h="193" extrusionOk="0">
                  <a:moveTo>
                    <a:pt x="97" y="0"/>
                  </a:moveTo>
                  <a:lnTo>
                    <a:pt x="72" y="24"/>
                  </a:lnTo>
                  <a:lnTo>
                    <a:pt x="24" y="49"/>
                  </a:lnTo>
                  <a:lnTo>
                    <a:pt x="0" y="73"/>
                  </a:lnTo>
                  <a:lnTo>
                    <a:pt x="0" y="121"/>
                  </a:lnTo>
                  <a:lnTo>
                    <a:pt x="24" y="169"/>
                  </a:lnTo>
                  <a:lnTo>
                    <a:pt x="48" y="193"/>
                  </a:lnTo>
                  <a:lnTo>
                    <a:pt x="97" y="193"/>
                  </a:lnTo>
                  <a:lnTo>
                    <a:pt x="145" y="169"/>
                  </a:lnTo>
                  <a:lnTo>
                    <a:pt x="217" y="121"/>
                  </a:lnTo>
                  <a:lnTo>
                    <a:pt x="217" y="49"/>
                  </a:lnTo>
                  <a:lnTo>
                    <a:pt x="19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9"/>
            <p:cNvSpPr/>
            <p:nvPr/>
          </p:nvSpPr>
          <p:spPr>
            <a:xfrm>
              <a:off x="2088150" y="2133475"/>
              <a:ext cx="4825" cy="6050"/>
            </a:xfrm>
            <a:custGeom>
              <a:avLst/>
              <a:gdLst/>
              <a:ahLst/>
              <a:cxnLst/>
              <a:rect l="l" t="t" r="r" b="b"/>
              <a:pathLst>
                <a:path w="193" h="242" extrusionOk="0">
                  <a:moveTo>
                    <a:pt x="97" y="1"/>
                  </a:moveTo>
                  <a:lnTo>
                    <a:pt x="48" y="49"/>
                  </a:lnTo>
                  <a:lnTo>
                    <a:pt x="24" y="97"/>
                  </a:lnTo>
                  <a:lnTo>
                    <a:pt x="0" y="169"/>
                  </a:lnTo>
                  <a:lnTo>
                    <a:pt x="24" y="217"/>
                  </a:lnTo>
                  <a:lnTo>
                    <a:pt x="48" y="241"/>
                  </a:lnTo>
                  <a:lnTo>
                    <a:pt x="121" y="241"/>
                  </a:lnTo>
                  <a:lnTo>
                    <a:pt x="169" y="145"/>
                  </a:lnTo>
                  <a:lnTo>
                    <a:pt x="193" y="73"/>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9"/>
            <p:cNvSpPr/>
            <p:nvPr/>
          </p:nvSpPr>
          <p:spPr>
            <a:xfrm>
              <a:off x="2026750" y="2295375"/>
              <a:ext cx="6050" cy="3625"/>
            </a:xfrm>
            <a:custGeom>
              <a:avLst/>
              <a:gdLst/>
              <a:ahLst/>
              <a:cxnLst/>
              <a:rect l="l" t="t" r="r" b="b"/>
              <a:pathLst>
                <a:path w="242" h="145" extrusionOk="0">
                  <a:moveTo>
                    <a:pt x="73" y="0"/>
                  </a:moveTo>
                  <a:lnTo>
                    <a:pt x="25" y="24"/>
                  </a:lnTo>
                  <a:lnTo>
                    <a:pt x="1" y="72"/>
                  </a:lnTo>
                  <a:lnTo>
                    <a:pt x="1" y="96"/>
                  </a:lnTo>
                  <a:lnTo>
                    <a:pt x="1" y="145"/>
                  </a:lnTo>
                  <a:lnTo>
                    <a:pt x="193" y="145"/>
                  </a:lnTo>
                  <a:lnTo>
                    <a:pt x="217" y="121"/>
                  </a:lnTo>
                  <a:lnTo>
                    <a:pt x="242" y="72"/>
                  </a:lnTo>
                  <a:lnTo>
                    <a:pt x="242"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9"/>
            <p:cNvSpPr/>
            <p:nvPr/>
          </p:nvSpPr>
          <p:spPr>
            <a:xfrm>
              <a:off x="2105600" y="2168375"/>
              <a:ext cx="4850" cy="5450"/>
            </a:xfrm>
            <a:custGeom>
              <a:avLst/>
              <a:gdLst/>
              <a:ahLst/>
              <a:cxnLst/>
              <a:rect l="l" t="t" r="r" b="b"/>
              <a:pathLst>
                <a:path w="194" h="218" extrusionOk="0">
                  <a:moveTo>
                    <a:pt x="97" y="1"/>
                  </a:moveTo>
                  <a:lnTo>
                    <a:pt x="49" y="25"/>
                  </a:lnTo>
                  <a:lnTo>
                    <a:pt x="25" y="49"/>
                  </a:lnTo>
                  <a:lnTo>
                    <a:pt x="0" y="73"/>
                  </a:lnTo>
                  <a:lnTo>
                    <a:pt x="0" y="121"/>
                  </a:lnTo>
                  <a:lnTo>
                    <a:pt x="49" y="193"/>
                  </a:lnTo>
                  <a:lnTo>
                    <a:pt x="73" y="217"/>
                  </a:lnTo>
                  <a:lnTo>
                    <a:pt x="97" y="217"/>
                  </a:lnTo>
                  <a:lnTo>
                    <a:pt x="145" y="193"/>
                  </a:lnTo>
                  <a:lnTo>
                    <a:pt x="169" y="169"/>
                  </a:lnTo>
                  <a:lnTo>
                    <a:pt x="193" y="97"/>
                  </a:lnTo>
                  <a:lnTo>
                    <a:pt x="193" y="73"/>
                  </a:lnTo>
                  <a:lnTo>
                    <a:pt x="169" y="49"/>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9"/>
            <p:cNvSpPr/>
            <p:nvPr/>
          </p:nvSpPr>
          <p:spPr>
            <a:xfrm>
              <a:off x="2027350" y="2199075"/>
              <a:ext cx="3650" cy="5450"/>
            </a:xfrm>
            <a:custGeom>
              <a:avLst/>
              <a:gdLst/>
              <a:ahLst/>
              <a:cxnLst/>
              <a:rect l="l" t="t" r="r" b="b"/>
              <a:pathLst>
                <a:path w="146" h="218" extrusionOk="0">
                  <a:moveTo>
                    <a:pt x="49" y="1"/>
                  </a:moveTo>
                  <a:lnTo>
                    <a:pt x="25" y="25"/>
                  </a:lnTo>
                  <a:lnTo>
                    <a:pt x="1" y="49"/>
                  </a:lnTo>
                  <a:lnTo>
                    <a:pt x="1" y="121"/>
                  </a:lnTo>
                  <a:lnTo>
                    <a:pt x="49" y="193"/>
                  </a:lnTo>
                  <a:lnTo>
                    <a:pt x="97" y="217"/>
                  </a:lnTo>
                  <a:lnTo>
                    <a:pt x="145" y="193"/>
                  </a:lnTo>
                  <a:lnTo>
                    <a:pt x="145" y="169"/>
                  </a:lnTo>
                  <a:lnTo>
                    <a:pt x="145" y="97"/>
                  </a:lnTo>
                  <a:lnTo>
                    <a:pt x="121"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9"/>
            <p:cNvSpPr/>
            <p:nvPr/>
          </p:nvSpPr>
          <p:spPr>
            <a:xfrm>
              <a:off x="1991850" y="2257450"/>
              <a:ext cx="4250" cy="4250"/>
            </a:xfrm>
            <a:custGeom>
              <a:avLst/>
              <a:gdLst/>
              <a:ahLst/>
              <a:cxnLst/>
              <a:rect l="l" t="t" r="r" b="b"/>
              <a:pathLst>
                <a:path w="170" h="170" extrusionOk="0">
                  <a:moveTo>
                    <a:pt x="25" y="1"/>
                  </a:moveTo>
                  <a:lnTo>
                    <a:pt x="1" y="25"/>
                  </a:lnTo>
                  <a:lnTo>
                    <a:pt x="1" y="73"/>
                  </a:lnTo>
                  <a:lnTo>
                    <a:pt x="1" y="97"/>
                  </a:lnTo>
                  <a:lnTo>
                    <a:pt x="25" y="145"/>
                  </a:lnTo>
                  <a:lnTo>
                    <a:pt x="73" y="169"/>
                  </a:lnTo>
                  <a:lnTo>
                    <a:pt x="145" y="145"/>
                  </a:lnTo>
                  <a:lnTo>
                    <a:pt x="169" y="121"/>
                  </a:lnTo>
                  <a:lnTo>
                    <a:pt x="169" y="73"/>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9"/>
            <p:cNvSpPr/>
            <p:nvPr/>
          </p:nvSpPr>
          <p:spPr>
            <a:xfrm>
              <a:off x="2012325" y="2309200"/>
              <a:ext cx="6025" cy="4250"/>
            </a:xfrm>
            <a:custGeom>
              <a:avLst/>
              <a:gdLst/>
              <a:ahLst/>
              <a:cxnLst/>
              <a:rect l="l" t="t" r="r" b="b"/>
              <a:pathLst>
                <a:path w="241" h="170" extrusionOk="0">
                  <a:moveTo>
                    <a:pt x="120" y="1"/>
                  </a:moveTo>
                  <a:lnTo>
                    <a:pt x="48" y="49"/>
                  </a:lnTo>
                  <a:lnTo>
                    <a:pt x="0" y="97"/>
                  </a:lnTo>
                  <a:lnTo>
                    <a:pt x="0" y="121"/>
                  </a:lnTo>
                  <a:lnTo>
                    <a:pt x="24" y="145"/>
                  </a:lnTo>
                  <a:lnTo>
                    <a:pt x="96" y="169"/>
                  </a:lnTo>
                  <a:lnTo>
                    <a:pt x="193" y="121"/>
                  </a:lnTo>
                  <a:lnTo>
                    <a:pt x="241" y="73"/>
                  </a:lnTo>
                  <a:lnTo>
                    <a:pt x="217"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9"/>
            <p:cNvSpPr/>
            <p:nvPr/>
          </p:nvSpPr>
          <p:spPr>
            <a:xfrm>
              <a:off x="2104400" y="2210500"/>
              <a:ext cx="4825" cy="4850"/>
            </a:xfrm>
            <a:custGeom>
              <a:avLst/>
              <a:gdLst/>
              <a:ahLst/>
              <a:cxnLst/>
              <a:rect l="l" t="t" r="r" b="b"/>
              <a:pathLst>
                <a:path w="193" h="194" extrusionOk="0">
                  <a:moveTo>
                    <a:pt x="24" y="1"/>
                  </a:moveTo>
                  <a:lnTo>
                    <a:pt x="0" y="121"/>
                  </a:lnTo>
                  <a:lnTo>
                    <a:pt x="0" y="145"/>
                  </a:lnTo>
                  <a:lnTo>
                    <a:pt x="0" y="169"/>
                  </a:lnTo>
                  <a:lnTo>
                    <a:pt x="48" y="193"/>
                  </a:lnTo>
                  <a:lnTo>
                    <a:pt x="121" y="169"/>
                  </a:lnTo>
                  <a:lnTo>
                    <a:pt x="169" y="121"/>
                  </a:lnTo>
                  <a:lnTo>
                    <a:pt x="193" y="73"/>
                  </a:lnTo>
                  <a:lnTo>
                    <a:pt x="169" y="49"/>
                  </a:lnTo>
                  <a:lnTo>
                    <a:pt x="145"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9"/>
            <p:cNvSpPr/>
            <p:nvPr/>
          </p:nvSpPr>
          <p:spPr>
            <a:xfrm>
              <a:off x="2048425" y="2229175"/>
              <a:ext cx="4225" cy="5425"/>
            </a:xfrm>
            <a:custGeom>
              <a:avLst/>
              <a:gdLst/>
              <a:ahLst/>
              <a:cxnLst/>
              <a:rect l="l" t="t" r="r" b="b"/>
              <a:pathLst>
                <a:path w="169" h="217" extrusionOk="0">
                  <a:moveTo>
                    <a:pt x="97" y="0"/>
                  </a:moveTo>
                  <a:lnTo>
                    <a:pt x="25" y="48"/>
                  </a:lnTo>
                  <a:lnTo>
                    <a:pt x="0" y="96"/>
                  </a:lnTo>
                  <a:lnTo>
                    <a:pt x="0" y="145"/>
                  </a:lnTo>
                  <a:lnTo>
                    <a:pt x="0" y="193"/>
                  </a:lnTo>
                  <a:lnTo>
                    <a:pt x="25" y="217"/>
                  </a:lnTo>
                  <a:lnTo>
                    <a:pt x="73" y="193"/>
                  </a:lnTo>
                  <a:lnTo>
                    <a:pt x="145" y="145"/>
                  </a:lnTo>
                  <a:lnTo>
                    <a:pt x="169" y="121"/>
                  </a:lnTo>
                  <a:lnTo>
                    <a:pt x="169" y="72"/>
                  </a:lnTo>
                  <a:lnTo>
                    <a:pt x="145"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9"/>
            <p:cNvSpPr/>
            <p:nvPr/>
          </p:nvSpPr>
          <p:spPr>
            <a:xfrm>
              <a:off x="1961750" y="2191850"/>
              <a:ext cx="4850" cy="4250"/>
            </a:xfrm>
            <a:custGeom>
              <a:avLst/>
              <a:gdLst/>
              <a:ahLst/>
              <a:cxnLst/>
              <a:rect l="l" t="t" r="r" b="b"/>
              <a:pathLst>
                <a:path w="194" h="170" extrusionOk="0">
                  <a:moveTo>
                    <a:pt x="49" y="1"/>
                  </a:moveTo>
                  <a:lnTo>
                    <a:pt x="1" y="49"/>
                  </a:lnTo>
                  <a:lnTo>
                    <a:pt x="1" y="73"/>
                  </a:lnTo>
                  <a:lnTo>
                    <a:pt x="25" y="97"/>
                  </a:lnTo>
                  <a:lnTo>
                    <a:pt x="49" y="145"/>
                  </a:lnTo>
                  <a:lnTo>
                    <a:pt x="145" y="169"/>
                  </a:lnTo>
                  <a:lnTo>
                    <a:pt x="169" y="169"/>
                  </a:lnTo>
                  <a:lnTo>
                    <a:pt x="194" y="145"/>
                  </a:lnTo>
                  <a:lnTo>
                    <a:pt x="194" y="97"/>
                  </a:lnTo>
                  <a:lnTo>
                    <a:pt x="145"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9"/>
            <p:cNvSpPr/>
            <p:nvPr/>
          </p:nvSpPr>
          <p:spPr>
            <a:xfrm>
              <a:off x="2033975" y="2217125"/>
              <a:ext cx="5450" cy="3650"/>
            </a:xfrm>
            <a:custGeom>
              <a:avLst/>
              <a:gdLst/>
              <a:ahLst/>
              <a:cxnLst/>
              <a:rect l="l" t="t" r="r" b="b"/>
              <a:pathLst>
                <a:path w="218" h="146" extrusionOk="0">
                  <a:moveTo>
                    <a:pt x="121" y="1"/>
                  </a:moveTo>
                  <a:lnTo>
                    <a:pt x="49" y="25"/>
                  </a:lnTo>
                  <a:lnTo>
                    <a:pt x="1" y="73"/>
                  </a:lnTo>
                  <a:lnTo>
                    <a:pt x="25" y="121"/>
                  </a:lnTo>
                  <a:lnTo>
                    <a:pt x="73" y="145"/>
                  </a:lnTo>
                  <a:lnTo>
                    <a:pt x="169" y="145"/>
                  </a:lnTo>
                  <a:lnTo>
                    <a:pt x="217" y="121"/>
                  </a:lnTo>
                  <a:lnTo>
                    <a:pt x="217" y="73"/>
                  </a:lnTo>
                  <a:lnTo>
                    <a:pt x="193" y="1"/>
                  </a:lnTo>
                  <a:lnTo>
                    <a:pt x="193"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9"/>
            <p:cNvSpPr/>
            <p:nvPr/>
          </p:nvSpPr>
          <p:spPr>
            <a:xfrm>
              <a:off x="2079725" y="2348925"/>
              <a:ext cx="4225" cy="4250"/>
            </a:xfrm>
            <a:custGeom>
              <a:avLst/>
              <a:gdLst/>
              <a:ahLst/>
              <a:cxnLst/>
              <a:rect l="l" t="t" r="r" b="b"/>
              <a:pathLst>
                <a:path w="169" h="170" extrusionOk="0">
                  <a:moveTo>
                    <a:pt x="73" y="1"/>
                  </a:moveTo>
                  <a:lnTo>
                    <a:pt x="24" y="25"/>
                  </a:lnTo>
                  <a:lnTo>
                    <a:pt x="0" y="49"/>
                  </a:lnTo>
                  <a:lnTo>
                    <a:pt x="0" y="97"/>
                  </a:lnTo>
                  <a:lnTo>
                    <a:pt x="24" y="145"/>
                  </a:lnTo>
                  <a:lnTo>
                    <a:pt x="97" y="169"/>
                  </a:lnTo>
                  <a:lnTo>
                    <a:pt x="145" y="145"/>
                  </a:lnTo>
                  <a:lnTo>
                    <a:pt x="169" y="121"/>
                  </a:lnTo>
                  <a:lnTo>
                    <a:pt x="169" y="73"/>
                  </a:lnTo>
                  <a:lnTo>
                    <a:pt x="169" y="49"/>
                  </a:lnTo>
                  <a:lnTo>
                    <a:pt x="145"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9"/>
            <p:cNvSpPr/>
            <p:nvPr/>
          </p:nvSpPr>
          <p:spPr>
            <a:xfrm>
              <a:off x="2009300" y="2385650"/>
              <a:ext cx="3650" cy="4825"/>
            </a:xfrm>
            <a:custGeom>
              <a:avLst/>
              <a:gdLst/>
              <a:ahLst/>
              <a:cxnLst/>
              <a:rect l="l" t="t" r="r" b="b"/>
              <a:pathLst>
                <a:path w="146" h="193" extrusionOk="0">
                  <a:moveTo>
                    <a:pt x="49" y="0"/>
                  </a:moveTo>
                  <a:lnTo>
                    <a:pt x="1" y="48"/>
                  </a:lnTo>
                  <a:lnTo>
                    <a:pt x="1" y="72"/>
                  </a:lnTo>
                  <a:lnTo>
                    <a:pt x="1" y="121"/>
                  </a:lnTo>
                  <a:lnTo>
                    <a:pt x="25" y="169"/>
                  </a:lnTo>
                  <a:lnTo>
                    <a:pt x="49" y="193"/>
                  </a:lnTo>
                  <a:lnTo>
                    <a:pt x="121" y="193"/>
                  </a:lnTo>
                  <a:lnTo>
                    <a:pt x="145" y="145"/>
                  </a:lnTo>
                  <a:lnTo>
                    <a:pt x="145" y="96"/>
                  </a:lnTo>
                  <a:lnTo>
                    <a:pt x="121"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9"/>
            <p:cNvSpPr/>
            <p:nvPr/>
          </p:nvSpPr>
          <p:spPr>
            <a:xfrm>
              <a:off x="2085125" y="2254450"/>
              <a:ext cx="4850" cy="4825"/>
            </a:xfrm>
            <a:custGeom>
              <a:avLst/>
              <a:gdLst/>
              <a:ahLst/>
              <a:cxnLst/>
              <a:rect l="l" t="t" r="r" b="b"/>
              <a:pathLst>
                <a:path w="194" h="193" extrusionOk="0">
                  <a:moveTo>
                    <a:pt x="97" y="0"/>
                  </a:moveTo>
                  <a:lnTo>
                    <a:pt x="49" y="48"/>
                  </a:lnTo>
                  <a:lnTo>
                    <a:pt x="1" y="121"/>
                  </a:lnTo>
                  <a:lnTo>
                    <a:pt x="1" y="169"/>
                  </a:lnTo>
                  <a:lnTo>
                    <a:pt x="25" y="193"/>
                  </a:lnTo>
                  <a:lnTo>
                    <a:pt x="73" y="193"/>
                  </a:lnTo>
                  <a:lnTo>
                    <a:pt x="145" y="145"/>
                  </a:lnTo>
                  <a:lnTo>
                    <a:pt x="169" y="97"/>
                  </a:lnTo>
                  <a:lnTo>
                    <a:pt x="194" y="48"/>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9"/>
            <p:cNvSpPr/>
            <p:nvPr/>
          </p:nvSpPr>
          <p:spPr>
            <a:xfrm>
              <a:off x="2091750" y="2185225"/>
              <a:ext cx="4250" cy="4250"/>
            </a:xfrm>
            <a:custGeom>
              <a:avLst/>
              <a:gdLst/>
              <a:ahLst/>
              <a:cxnLst/>
              <a:rect l="l" t="t" r="r" b="b"/>
              <a:pathLst>
                <a:path w="170" h="170" extrusionOk="0">
                  <a:moveTo>
                    <a:pt x="49" y="1"/>
                  </a:moveTo>
                  <a:lnTo>
                    <a:pt x="25" y="25"/>
                  </a:lnTo>
                  <a:lnTo>
                    <a:pt x="1" y="73"/>
                  </a:lnTo>
                  <a:lnTo>
                    <a:pt x="25" y="145"/>
                  </a:lnTo>
                  <a:lnTo>
                    <a:pt x="97" y="169"/>
                  </a:lnTo>
                  <a:lnTo>
                    <a:pt x="121" y="169"/>
                  </a:lnTo>
                  <a:lnTo>
                    <a:pt x="145" y="145"/>
                  </a:lnTo>
                  <a:lnTo>
                    <a:pt x="169" y="73"/>
                  </a:lnTo>
                  <a:lnTo>
                    <a:pt x="145"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9"/>
            <p:cNvSpPr/>
            <p:nvPr/>
          </p:nvSpPr>
          <p:spPr>
            <a:xfrm>
              <a:off x="1978600" y="2162375"/>
              <a:ext cx="3650" cy="4825"/>
            </a:xfrm>
            <a:custGeom>
              <a:avLst/>
              <a:gdLst/>
              <a:ahLst/>
              <a:cxnLst/>
              <a:rect l="l" t="t" r="r" b="b"/>
              <a:pathLst>
                <a:path w="146" h="193" extrusionOk="0">
                  <a:moveTo>
                    <a:pt x="25" y="0"/>
                  </a:moveTo>
                  <a:lnTo>
                    <a:pt x="1" y="48"/>
                  </a:lnTo>
                  <a:lnTo>
                    <a:pt x="1" y="120"/>
                  </a:lnTo>
                  <a:lnTo>
                    <a:pt x="25" y="169"/>
                  </a:lnTo>
                  <a:lnTo>
                    <a:pt x="73" y="193"/>
                  </a:lnTo>
                  <a:lnTo>
                    <a:pt x="121" y="193"/>
                  </a:lnTo>
                  <a:lnTo>
                    <a:pt x="145" y="169"/>
                  </a:lnTo>
                  <a:lnTo>
                    <a:pt x="145" y="144"/>
                  </a:lnTo>
                  <a:lnTo>
                    <a:pt x="145"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9"/>
            <p:cNvSpPr/>
            <p:nvPr/>
          </p:nvSpPr>
          <p:spPr>
            <a:xfrm>
              <a:off x="2012325" y="2155750"/>
              <a:ext cx="5425" cy="4225"/>
            </a:xfrm>
            <a:custGeom>
              <a:avLst/>
              <a:gdLst/>
              <a:ahLst/>
              <a:cxnLst/>
              <a:rect l="l" t="t" r="r" b="b"/>
              <a:pathLst>
                <a:path w="217" h="169" extrusionOk="0">
                  <a:moveTo>
                    <a:pt x="72" y="0"/>
                  </a:moveTo>
                  <a:lnTo>
                    <a:pt x="24" y="24"/>
                  </a:lnTo>
                  <a:lnTo>
                    <a:pt x="0" y="72"/>
                  </a:lnTo>
                  <a:lnTo>
                    <a:pt x="24" y="97"/>
                  </a:lnTo>
                  <a:lnTo>
                    <a:pt x="96" y="169"/>
                  </a:lnTo>
                  <a:lnTo>
                    <a:pt x="169" y="145"/>
                  </a:lnTo>
                  <a:lnTo>
                    <a:pt x="217" y="145"/>
                  </a:lnTo>
                  <a:lnTo>
                    <a:pt x="217" y="97"/>
                  </a:lnTo>
                  <a:lnTo>
                    <a:pt x="217" y="72"/>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9"/>
            <p:cNvSpPr/>
            <p:nvPr/>
          </p:nvSpPr>
          <p:spPr>
            <a:xfrm>
              <a:off x="2147125" y="2233975"/>
              <a:ext cx="3625" cy="4850"/>
            </a:xfrm>
            <a:custGeom>
              <a:avLst/>
              <a:gdLst/>
              <a:ahLst/>
              <a:cxnLst/>
              <a:rect l="l" t="t" r="r" b="b"/>
              <a:pathLst>
                <a:path w="145" h="194" extrusionOk="0">
                  <a:moveTo>
                    <a:pt x="97" y="1"/>
                  </a:moveTo>
                  <a:lnTo>
                    <a:pt x="49" y="25"/>
                  </a:lnTo>
                  <a:lnTo>
                    <a:pt x="0" y="97"/>
                  </a:lnTo>
                  <a:lnTo>
                    <a:pt x="0" y="121"/>
                  </a:lnTo>
                  <a:lnTo>
                    <a:pt x="25" y="169"/>
                  </a:lnTo>
                  <a:lnTo>
                    <a:pt x="49" y="193"/>
                  </a:lnTo>
                  <a:lnTo>
                    <a:pt x="73" y="193"/>
                  </a:lnTo>
                  <a:lnTo>
                    <a:pt x="121" y="169"/>
                  </a:lnTo>
                  <a:lnTo>
                    <a:pt x="145" y="97"/>
                  </a:lnTo>
                  <a:lnTo>
                    <a:pt x="145" y="49"/>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9"/>
            <p:cNvSpPr/>
            <p:nvPr/>
          </p:nvSpPr>
          <p:spPr>
            <a:xfrm>
              <a:off x="2052025" y="2302000"/>
              <a:ext cx="4850" cy="4825"/>
            </a:xfrm>
            <a:custGeom>
              <a:avLst/>
              <a:gdLst/>
              <a:ahLst/>
              <a:cxnLst/>
              <a:rect l="l" t="t" r="r" b="b"/>
              <a:pathLst>
                <a:path w="194" h="193" extrusionOk="0">
                  <a:moveTo>
                    <a:pt x="121" y="0"/>
                  </a:moveTo>
                  <a:lnTo>
                    <a:pt x="73" y="24"/>
                  </a:lnTo>
                  <a:lnTo>
                    <a:pt x="1" y="96"/>
                  </a:lnTo>
                  <a:lnTo>
                    <a:pt x="1" y="120"/>
                  </a:lnTo>
                  <a:lnTo>
                    <a:pt x="25" y="144"/>
                  </a:lnTo>
                  <a:lnTo>
                    <a:pt x="73" y="193"/>
                  </a:lnTo>
                  <a:lnTo>
                    <a:pt x="145" y="169"/>
                  </a:lnTo>
                  <a:lnTo>
                    <a:pt x="193" y="144"/>
                  </a:lnTo>
                  <a:lnTo>
                    <a:pt x="193" y="48"/>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9"/>
            <p:cNvSpPr/>
            <p:nvPr/>
          </p:nvSpPr>
          <p:spPr>
            <a:xfrm>
              <a:off x="1984625" y="2252650"/>
              <a:ext cx="4250" cy="4225"/>
            </a:xfrm>
            <a:custGeom>
              <a:avLst/>
              <a:gdLst/>
              <a:ahLst/>
              <a:cxnLst/>
              <a:rect l="l" t="t" r="r" b="b"/>
              <a:pathLst>
                <a:path w="170" h="169" extrusionOk="0">
                  <a:moveTo>
                    <a:pt x="49" y="0"/>
                  </a:moveTo>
                  <a:lnTo>
                    <a:pt x="1" y="24"/>
                  </a:lnTo>
                  <a:lnTo>
                    <a:pt x="1" y="48"/>
                  </a:lnTo>
                  <a:lnTo>
                    <a:pt x="1" y="72"/>
                  </a:lnTo>
                  <a:lnTo>
                    <a:pt x="25" y="120"/>
                  </a:lnTo>
                  <a:lnTo>
                    <a:pt x="97" y="169"/>
                  </a:lnTo>
                  <a:lnTo>
                    <a:pt x="121" y="169"/>
                  </a:lnTo>
                  <a:lnTo>
                    <a:pt x="145" y="144"/>
                  </a:lnTo>
                  <a:lnTo>
                    <a:pt x="169" y="96"/>
                  </a:lnTo>
                  <a:lnTo>
                    <a:pt x="145"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9"/>
            <p:cNvSpPr/>
            <p:nvPr/>
          </p:nvSpPr>
          <p:spPr>
            <a:xfrm>
              <a:off x="2003275" y="2291750"/>
              <a:ext cx="3650" cy="3650"/>
            </a:xfrm>
            <a:custGeom>
              <a:avLst/>
              <a:gdLst/>
              <a:ahLst/>
              <a:cxnLst/>
              <a:rect l="l" t="t" r="r" b="b"/>
              <a:pathLst>
                <a:path w="146" h="146" extrusionOk="0">
                  <a:moveTo>
                    <a:pt x="97" y="1"/>
                  </a:moveTo>
                  <a:lnTo>
                    <a:pt x="49" y="25"/>
                  </a:lnTo>
                  <a:lnTo>
                    <a:pt x="25" y="25"/>
                  </a:lnTo>
                  <a:lnTo>
                    <a:pt x="1" y="73"/>
                  </a:lnTo>
                  <a:lnTo>
                    <a:pt x="1" y="145"/>
                  </a:lnTo>
                  <a:lnTo>
                    <a:pt x="121" y="145"/>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9"/>
            <p:cNvSpPr/>
            <p:nvPr/>
          </p:nvSpPr>
          <p:spPr>
            <a:xfrm>
              <a:off x="1987650" y="2293550"/>
              <a:ext cx="3625" cy="3650"/>
            </a:xfrm>
            <a:custGeom>
              <a:avLst/>
              <a:gdLst/>
              <a:ahLst/>
              <a:cxnLst/>
              <a:rect l="l" t="t" r="r" b="b"/>
              <a:pathLst>
                <a:path w="145" h="146" extrusionOk="0">
                  <a:moveTo>
                    <a:pt x="24" y="1"/>
                  </a:moveTo>
                  <a:lnTo>
                    <a:pt x="0" y="49"/>
                  </a:lnTo>
                  <a:lnTo>
                    <a:pt x="24" y="121"/>
                  </a:lnTo>
                  <a:lnTo>
                    <a:pt x="48" y="145"/>
                  </a:lnTo>
                  <a:lnTo>
                    <a:pt x="96" y="145"/>
                  </a:lnTo>
                  <a:lnTo>
                    <a:pt x="120" y="121"/>
                  </a:lnTo>
                  <a:lnTo>
                    <a:pt x="145" y="73"/>
                  </a:lnTo>
                  <a:lnTo>
                    <a:pt x="120"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9"/>
            <p:cNvSpPr/>
            <p:nvPr/>
          </p:nvSpPr>
          <p:spPr>
            <a:xfrm>
              <a:off x="2033975" y="2124450"/>
              <a:ext cx="3050" cy="4225"/>
            </a:xfrm>
            <a:custGeom>
              <a:avLst/>
              <a:gdLst/>
              <a:ahLst/>
              <a:cxnLst/>
              <a:rect l="l" t="t" r="r" b="b"/>
              <a:pathLst>
                <a:path w="122" h="169" extrusionOk="0">
                  <a:moveTo>
                    <a:pt x="25" y="0"/>
                  </a:moveTo>
                  <a:lnTo>
                    <a:pt x="1" y="73"/>
                  </a:lnTo>
                  <a:lnTo>
                    <a:pt x="1" y="121"/>
                  </a:lnTo>
                  <a:lnTo>
                    <a:pt x="25" y="145"/>
                  </a:lnTo>
                  <a:lnTo>
                    <a:pt x="49" y="169"/>
                  </a:lnTo>
                  <a:lnTo>
                    <a:pt x="97"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9"/>
            <p:cNvSpPr/>
            <p:nvPr/>
          </p:nvSpPr>
          <p:spPr>
            <a:xfrm>
              <a:off x="2029775" y="2144300"/>
              <a:ext cx="4225" cy="4250"/>
            </a:xfrm>
            <a:custGeom>
              <a:avLst/>
              <a:gdLst/>
              <a:ahLst/>
              <a:cxnLst/>
              <a:rect l="l" t="t" r="r" b="b"/>
              <a:pathLst>
                <a:path w="169" h="170" extrusionOk="0">
                  <a:moveTo>
                    <a:pt x="72" y="1"/>
                  </a:moveTo>
                  <a:lnTo>
                    <a:pt x="24" y="25"/>
                  </a:lnTo>
                  <a:lnTo>
                    <a:pt x="0" y="49"/>
                  </a:lnTo>
                  <a:lnTo>
                    <a:pt x="0" y="97"/>
                  </a:lnTo>
                  <a:lnTo>
                    <a:pt x="24" y="121"/>
                  </a:lnTo>
                  <a:lnTo>
                    <a:pt x="24" y="145"/>
                  </a:lnTo>
                  <a:lnTo>
                    <a:pt x="96" y="169"/>
                  </a:lnTo>
                  <a:lnTo>
                    <a:pt x="145" y="145"/>
                  </a:lnTo>
                  <a:lnTo>
                    <a:pt x="169" y="121"/>
                  </a:lnTo>
                  <a:lnTo>
                    <a:pt x="169" y="97"/>
                  </a:lnTo>
                  <a:lnTo>
                    <a:pt x="145" y="49"/>
                  </a:lnTo>
                  <a:lnTo>
                    <a:pt x="145"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9"/>
            <p:cNvSpPr/>
            <p:nvPr/>
          </p:nvSpPr>
          <p:spPr>
            <a:xfrm>
              <a:off x="2000875" y="2179825"/>
              <a:ext cx="4250" cy="4225"/>
            </a:xfrm>
            <a:custGeom>
              <a:avLst/>
              <a:gdLst/>
              <a:ahLst/>
              <a:cxnLst/>
              <a:rect l="l" t="t" r="r" b="b"/>
              <a:pathLst>
                <a:path w="170" h="169" extrusionOk="0">
                  <a:moveTo>
                    <a:pt x="73" y="0"/>
                  </a:moveTo>
                  <a:lnTo>
                    <a:pt x="25" y="48"/>
                  </a:lnTo>
                  <a:lnTo>
                    <a:pt x="1" y="96"/>
                  </a:lnTo>
                  <a:lnTo>
                    <a:pt x="25" y="145"/>
                  </a:lnTo>
                  <a:lnTo>
                    <a:pt x="49" y="169"/>
                  </a:lnTo>
                  <a:lnTo>
                    <a:pt x="97" y="169"/>
                  </a:lnTo>
                  <a:lnTo>
                    <a:pt x="145" y="121"/>
                  </a:lnTo>
                  <a:lnTo>
                    <a:pt x="169" y="48"/>
                  </a:lnTo>
                  <a:lnTo>
                    <a:pt x="145" y="24"/>
                  </a:lnTo>
                  <a:lnTo>
                    <a:pt x="12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9"/>
            <p:cNvSpPr/>
            <p:nvPr/>
          </p:nvSpPr>
          <p:spPr>
            <a:xfrm>
              <a:off x="2037600" y="2181625"/>
              <a:ext cx="3625" cy="4225"/>
            </a:xfrm>
            <a:custGeom>
              <a:avLst/>
              <a:gdLst/>
              <a:ahLst/>
              <a:cxnLst/>
              <a:rect l="l" t="t" r="r" b="b"/>
              <a:pathLst>
                <a:path w="145" h="169" extrusionOk="0">
                  <a:moveTo>
                    <a:pt x="72" y="0"/>
                  </a:moveTo>
                  <a:lnTo>
                    <a:pt x="24" y="49"/>
                  </a:lnTo>
                  <a:lnTo>
                    <a:pt x="0" y="73"/>
                  </a:lnTo>
                  <a:lnTo>
                    <a:pt x="24" y="121"/>
                  </a:lnTo>
                  <a:lnTo>
                    <a:pt x="48" y="145"/>
                  </a:lnTo>
                  <a:lnTo>
                    <a:pt x="72" y="169"/>
                  </a:lnTo>
                  <a:lnTo>
                    <a:pt x="121" y="169"/>
                  </a:lnTo>
                  <a:lnTo>
                    <a:pt x="145" y="121"/>
                  </a:lnTo>
                  <a:lnTo>
                    <a:pt x="145" y="73"/>
                  </a:lnTo>
                  <a:lnTo>
                    <a:pt x="121" y="49"/>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9"/>
            <p:cNvSpPr/>
            <p:nvPr/>
          </p:nvSpPr>
          <p:spPr>
            <a:xfrm>
              <a:off x="2096575" y="2193050"/>
              <a:ext cx="5425" cy="4250"/>
            </a:xfrm>
            <a:custGeom>
              <a:avLst/>
              <a:gdLst/>
              <a:ahLst/>
              <a:cxnLst/>
              <a:rect l="l" t="t" r="r" b="b"/>
              <a:pathLst>
                <a:path w="217" h="170" extrusionOk="0">
                  <a:moveTo>
                    <a:pt x="193" y="1"/>
                  </a:moveTo>
                  <a:lnTo>
                    <a:pt x="121" y="25"/>
                  </a:lnTo>
                  <a:lnTo>
                    <a:pt x="73" y="49"/>
                  </a:lnTo>
                  <a:lnTo>
                    <a:pt x="0" y="169"/>
                  </a:lnTo>
                  <a:lnTo>
                    <a:pt x="73" y="145"/>
                  </a:lnTo>
                  <a:lnTo>
                    <a:pt x="145" y="121"/>
                  </a:lnTo>
                  <a:lnTo>
                    <a:pt x="193" y="73"/>
                  </a:lnTo>
                  <a:lnTo>
                    <a:pt x="217" y="49"/>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9"/>
            <p:cNvSpPr/>
            <p:nvPr/>
          </p:nvSpPr>
          <p:spPr>
            <a:xfrm>
              <a:off x="1988250" y="2172000"/>
              <a:ext cx="4225" cy="4225"/>
            </a:xfrm>
            <a:custGeom>
              <a:avLst/>
              <a:gdLst/>
              <a:ahLst/>
              <a:cxnLst/>
              <a:rect l="l" t="t" r="r" b="b"/>
              <a:pathLst>
                <a:path w="169" h="169" extrusionOk="0">
                  <a:moveTo>
                    <a:pt x="0" y="0"/>
                  </a:moveTo>
                  <a:lnTo>
                    <a:pt x="0" y="24"/>
                  </a:lnTo>
                  <a:lnTo>
                    <a:pt x="0" y="48"/>
                  </a:lnTo>
                  <a:lnTo>
                    <a:pt x="48" y="121"/>
                  </a:lnTo>
                  <a:lnTo>
                    <a:pt x="121" y="169"/>
                  </a:lnTo>
                  <a:lnTo>
                    <a:pt x="145" y="169"/>
                  </a:lnTo>
                  <a:lnTo>
                    <a:pt x="169" y="121"/>
                  </a:lnTo>
                  <a:lnTo>
                    <a:pt x="121"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9"/>
            <p:cNvSpPr/>
            <p:nvPr/>
          </p:nvSpPr>
          <p:spPr>
            <a:xfrm>
              <a:off x="1999675" y="2244825"/>
              <a:ext cx="3025" cy="3625"/>
            </a:xfrm>
            <a:custGeom>
              <a:avLst/>
              <a:gdLst/>
              <a:ahLst/>
              <a:cxnLst/>
              <a:rect l="l" t="t" r="r" b="b"/>
              <a:pathLst>
                <a:path w="121" h="145" extrusionOk="0">
                  <a:moveTo>
                    <a:pt x="97" y="0"/>
                  </a:moveTo>
                  <a:lnTo>
                    <a:pt x="25" y="24"/>
                  </a:lnTo>
                  <a:lnTo>
                    <a:pt x="1" y="72"/>
                  </a:lnTo>
                  <a:lnTo>
                    <a:pt x="25" y="96"/>
                  </a:lnTo>
                  <a:lnTo>
                    <a:pt x="49" y="144"/>
                  </a:lnTo>
                  <a:lnTo>
                    <a:pt x="121" y="144"/>
                  </a:lnTo>
                  <a:lnTo>
                    <a:pt x="121" y="96"/>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9"/>
            <p:cNvSpPr/>
            <p:nvPr/>
          </p:nvSpPr>
          <p:spPr>
            <a:xfrm>
              <a:off x="2074300" y="2235175"/>
              <a:ext cx="3025" cy="4850"/>
            </a:xfrm>
            <a:custGeom>
              <a:avLst/>
              <a:gdLst/>
              <a:ahLst/>
              <a:cxnLst/>
              <a:rect l="l" t="t" r="r" b="b"/>
              <a:pathLst>
                <a:path w="121" h="194" extrusionOk="0">
                  <a:moveTo>
                    <a:pt x="25" y="1"/>
                  </a:moveTo>
                  <a:lnTo>
                    <a:pt x="1" y="49"/>
                  </a:lnTo>
                  <a:lnTo>
                    <a:pt x="1" y="121"/>
                  </a:lnTo>
                  <a:lnTo>
                    <a:pt x="49" y="169"/>
                  </a:lnTo>
                  <a:lnTo>
                    <a:pt x="73" y="193"/>
                  </a:lnTo>
                  <a:lnTo>
                    <a:pt x="121" y="169"/>
                  </a:lnTo>
                  <a:lnTo>
                    <a:pt x="121" y="145"/>
                  </a:lnTo>
                  <a:lnTo>
                    <a:pt x="121" y="73"/>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9"/>
            <p:cNvSpPr/>
            <p:nvPr/>
          </p:nvSpPr>
          <p:spPr>
            <a:xfrm>
              <a:off x="2051425" y="2137700"/>
              <a:ext cx="3650" cy="3625"/>
            </a:xfrm>
            <a:custGeom>
              <a:avLst/>
              <a:gdLst/>
              <a:ahLst/>
              <a:cxnLst/>
              <a:rect l="l" t="t" r="r" b="b"/>
              <a:pathLst>
                <a:path w="146" h="145" extrusionOk="0">
                  <a:moveTo>
                    <a:pt x="49" y="0"/>
                  </a:moveTo>
                  <a:lnTo>
                    <a:pt x="1" y="48"/>
                  </a:lnTo>
                  <a:lnTo>
                    <a:pt x="1" y="72"/>
                  </a:lnTo>
                  <a:lnTo>
                    <a:pt x="1" y="96"/>
                  </a:lnTo>
                  <a:lnTo>
                    <a:pt x="49" y="144"/>
                  </a:lnTo>
                  <a:lnTo>
                    <a:pt x="121" y="120"/>
                  </a:lnTo>
                  <a:lnTo>
                    <a:pt x="145" y="72"/>
                  </a:lnTo>
                  <a:lnTo>
                    <a:pt x="121"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9"/>
            <p:cNvSpPr/>
            <p:nvPr/>
          </p:nvSpPr>
          <p:spPr>
            <a:xfrm>
              <a:off x="2019525" y="2223750"/>
              <a:ext cx="3050" cy="4250"/>
            </a:xfrm>
            <a:custGeom>
              <a:avLst/>
              <a:gdLst/>
              <a:ahLst/>
              <a:cxnLst/>
              <a:rect l="l" t="t" r="r" b="b"/>
              <a:pathLst>
                <a:path w="122" h="170" extrusionOk="0">
                  <a:moveTo>
                    <a:pt x="73" y="0"/>
                  </a:moveTo>
                  <a:lnTo>
                    <a:pt x="25" y="25"/>
                  </a:lnTo>
                  <a:lnTo>
                    <a:pt x="1" y="49"/>
                  </a:lnTo>
                  <a:lnTo>
                    <a:pt x="1" y="121"/>
                  </a:lnTo>
                  <a:lnTo>
                    <a:pt x="49" y="145"/>
                  </a:lnTo>
                  <a:lnTo>
                    <a:pt x="73" y="169"/>
                  </a:lnTo>
                  <a:lnTo>
                    <a:pt x="73"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9"/>
            <p:cNvSpPr/>
            <p:nvPr/>
          </p:nvSpPr>
          <p:spPr>
            <a:xfrm>
              <a:off x="2043000" y="2252025"/>
              <a:ext cx="4250" cy="3650"/>
            </a:xfrm>
            <a:custGeom>
              <a:avLst/>
              <a:gdLst/>
              <a:ahLst/>
              <a:cxnLst/>
              <a:rect l="l" t="t" r="r" b="b"/>
              <a:pathLst>
                <a:path w="170" h="146" extrusionOk="0">
                  <a:moveTo>
                    <a:pt x="73" y="1"/>
                  </a:moveTo>
                  <a:lnTo>
                    <a:pt x="25" y="49"/>
                  </a:lnTo>
                  <a:lnTo>
                    <a:pt x="1" y="97"/>
                  </a:lnTo>
                  <a:lnTo>
                    <a:pt x="25" y="121"/>
                  </a:lnTo>
                  <a:lnTo>
                    <a:pt x="49" y="145"/>
                  </a:lnTo>
                  <a:lnTo>
                    <a:pt x="97" y="145"/>
                  </a:lnTo>
                  <a:lnTo>
                    <a:pt x="145" y="97"/>
                  </a:lnTo>
                  <a:lnTo>
                    <a:pt x="169"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9"/>
            <p:cNvSpPr/>
            <p:nvPr/>
          </p:nvSpPr>
          <p:spPr>
            <a:xfrm>
              <a:off x="2012925" y="2342900"/>
              <a:ext cx="3625" cy="3650"/>
            </a:xfrm>
            <a:custGeom>
              <a:avLst/>
              <a:gdLst/>
              <a:ahLst/>
              <a:cxnLst/>
              <a:rect l="l" t="t" r="r" b="b"/>
              <a:pathLst>
                <a:path w="145" h="146" extrusionOk="0">
                  <a:moveTo>
                    <a:pt x="72" y="1"/>
                  </a:moveTo>
                  <a:lnTo>
                    <a:pt x="24" y="25"/>
                  </a:lnTo>
                  <a:lnTo>
                    <a:pt x="24" y="49"/>
                  </a:lnTo>
                  <a:lnTo>
                    <a:pt x="0" y="97"/>
                  </a:lnTo>
                  <a:lnTo>
                    <a:pt x="24" y="145"/>
                  </a:lnTo>
                  <a:lnTo>
                    <a:pt x="96" y="145"/>
                  </a:lnTo>
                  <a:lnTo>
                    <a:pt x="145" y="121"/>
                  </a:lnTo>
                  <a:lnTo>
                    <a:pt x="145" y="73"/>
                  </a:lnTo>
                  <a:lnTo>
                    <a:pt x="121"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9"/>
            <p:cNvSpPr/>
            <p:nvPr/>
          </p:nvSpPr>
          <p:spPr>
            <a:xfrm>
              <a:off x="2083325" y="2210500"/>
              <a:ext cx="3050" cy="3650"/>
            </a:xfrm>
            <a:custGeom>
              <a:avLst/>
              <a:gdLst/>
              <a:ahLst/>
              <a:cxnLst/>
              <a:rect l="l" t="t" r="r" b="b"/>
              <a:pathLst>
                <a:path w="122" h="146" extrusionOk="0">
                  <a:moveTo>
                    <a:pt x="25" y="1"/>
                  </a:moveTo>
                  <a:lnTo>
                    <a:pt x="1" y="49"/>
                  </a:lnTo>
                  <a:lnTo>
                    <a:pt x="1" y="73"/>
                  </a:lnTo>
                  <a:lnTo>
                    <a:pt x="1" y="121"/>
                  </a:lnTo>
                  <a:lnTo>
                    <a:pt x="25" y="145"/>
                  </a:lnTo>
                  <a:lnTo>
                    <a:pt x="97" y="145"/>
                  </a:lnTo>
                  <a:lnTo>
                    <a:pt x="121"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9"/>
            <p:cNvSpPr/>
            <p:nvPr/>
          </p:nvSpPr>
          <p:spPr>
            <a:xfrm>
              <a:off x="1940700" y="2197875"/>
              <a:ext cx="3025" cy="3625"/>
            </a:xfrm>
            <a:custGeom>
              <a:avLst/>
              <a:gdLst/>
              <a:ahLst/>
              <a:cxnLst/>
              <a:rect l="l" t="t" r="r" b="b"/>
              <a:pathLst>
                <a:path w="121" h="145" extrusionOk="0">
                  <a:moveTo>
                    <a:pt x="73" y="0"/>
                  </a:moveTo>
                  <a:lnTo>
                    <a:pt x="24" y="24"/>
                  </a:lnTo>
                  <a:lnTo>
                    <a:pt x="0" y="73"/>
                  </a:lnTo>
                  <a:lnTo>
                    <a:pt x="0" y="97"/>
                  </a:lnTo>
                  <a:lnTo>
                    <a:pt x="0" y="121"/>
                  </a:lnTo>
                  <a:lnTo>
                    <a:pt x="48" y="145"/>
                  </a:lnTo>
                  <a:lnTo>
                    <a:pt x="97" y="145"/>
                  </a:lnTo>
                  <a:lnTo>
                    <a:pt x="121" y="121"/>
                  </a:lnTo>
                  <a:lnTo>
                    <a:pt x="121" y="73"/>
                  </a:lnTo>
                  <a:lnTo>
                    <a:pt x="121"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9"/>
            <p:cNvSpPr/>
            <p:nvPr/>
          </p:nvSpPr>
          <p:spPr>
            <a:xfrm>
              <a:off x="2000275" y="2276700"/>
              <a:ext cx="4850" cy="3050"/>
            </a:xfrm>
            <a:custGeom>
              <a:avLst/>
              <a:gdLst/>
              <a:ahLst/>
              <a:cxnLst/>
              <a:rect l="l" t="t" r="r" b="b"/>
              <a:pathLst>
                <a:path w="194" h="122" extrusionOk="0">
                  <a:moveTo>
                    <a:pt x="49" y="1"/>
                  </a:moveTo>
                  <a:lnTo>
                    <a:pt x="1" y="49"/>
                  </a:lnTo>
                  <a:lnTo>
                    <a:pt x="1" y="73"/>
                  </a:lnTo>
                  <a:lnTo>
                    <a:pt x="25" y="97"/>
                  </a:lnTo>
                  <a:lnTo>
                    <a:pt x="97" y="121"/>
                  </a:lnTo>
                  <a:lnTo>
                    <a:pt x="193" y="97"/>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9"/>
            <p:cNvSpPr/>
            <p:nvPr/>
          </p:nvSpPr>
          <p:spPr>
            <a:xfrm>
              <a:off x="2120050" y="2191250"/>
              <a:ext cx="3025" cy="4250"/>
            </a:xfrm>
            <a:custGeom>
              <a:avLst/>
              <a:gdLst/>
              <a:ahLst/>
              <a:cxnLst/>
              <a:rect l="l" t="t" r="r" b="b"/>
              <a:pathLst>
                <a:path w="121" h="170" extrusionOk="0">
                  <a:moveTo>
                    <a:pt x="72" y="1"/>
                  </a:moveTo>
                  <a:lnTo>
                    <a:pt x="24" y="25"/>
                  </a:lnTo>
                  <a:lnTo>
                    <a:pt x="0" y="49"/>
                  </a:lnTo>
                  <a:lnTo>
                    <a:pt x="0" y="97"/>
                  </a:lnTo>
                  <a:lnTo>
                    <a:pt x="0" y="145"/>
                  </a:lnTo>
                  <a:lnTo>
                    <a:pt x="24" y="169"/>
                  </a:lnTo>
                  <a:lnTo>
                    <a:pt x="96" y="169"/>
                  </a:lnTo>
                  <a:lnTo>
                    <a:pt x="96" y="121"/>
                  </a:lnTo>
                  <a:lnTo>
                    <a:pt x="121" y="73"/>
                  </a:lnTo>
                  <a:lnTo>
                    <a:pt x="96"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9"/>
            <p:cNvSpPr/>
            <p:nvPr/>
          </p:nvSpPr>
          <p:spPr>
            <a:xfrm>
              <a:off x="2014125" y="2188250"/>
              <a:ext cx="3025" cy="4225"/>
            </a:xfrm>
            <a:custGeom>
              <a:avLst/>
              <a:gdLst/>
              <a:ahLst/>
              <a:cxnLst/>
              <a:rect l="l" t="t" r="r" b="b"/>
              <a:pathLst>
                <a:path w="121" h="169" extrusionOk="0">
                  <a:moveTo>
                    <a:pt x="48" y="0"/>
                  </a:moveTo>
                  <a:lnTo>
                    <a:pt x="24" y="24"/>
                  </a:lnTo>
                  <a:lnTo>
                    <a:pt x="0" y="72"/>
                  </a:lnTo>
                  <a:lnTo>
                    <a:pt x="0" y="121"/>
                  </a:lnTo>
                  <a:lnTo>
                    <a:pt x="24" y="169"/>
                  </a:lnTo>
                  <a:lnTo>
                    <a:pt x="73" y="169"/>
                  </a:lnTo>
                  <a:lnTo>
                    <a:pt x="97" y="145"/>
                  </a:lnTo>
                  <a:lnTo>
                    <a:pt x="121"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9"/>
            <p:cNvSpPr/>
            <p:nvPr/>
          </p:nvSpPr>
          <p:spPr>
            <a:xfrm>
              <a:off x="2094175" y="2245425"/>
              <a:ext cx="3025" cy="4225"/>
            </a:xfrm>
            <a:custGeom>
              <a:avLst/>
              <a:gdLst/>
              <a:ahLst/>
              <a:cxnLst/>
              <a:rect l="l" t="t" r="r" b="b"/>
              <a:pathLst>
                <a:path w="121" h="169" extrusionOk="0">
                  <a:moveTo>
                    <a:pt x="72" y="0"/>
                  </a:moveTo>
                  <a:lnTo>
                    <a:pt x="24" y="24"/>
                  </a:lnTo>
                  <a:lnTo>
                    <a:pt x="0" y="72"/>
                  </a:lnTo>
                  <a:lnTo>
                    <a:pt x="24" y="145"/>
                  </a:lnTo>
                  <a:lnTo>
                    <a:pt x="48" y="169"/>
                  </a:lnTo>
                  <a:lnTo>
                    <a:pt x="96" y="145"/>
                  </a:lnTo>
                  <a:lnTo>
                    <a:pt x="120" y="96"/>
                  </a:lnTo>
                  <a:lnTo>
                    <a:pt x="120" y="48"/>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9"/>
            <p:cNvSpPr/>
            <p:nvPr/>
          </p:nvSpPr>
          <p:spPr>
            <a:xfrm>
              <a:off x="2052625" y="2259850"/>
              <a:ext cx="3650" cy="3050"/>
            </a:xfrm>
            <a:custGeom>
              <a:avLst/>
              <a:gdLst/>
              <a:ahLst/>
              <a:cxnLst/>
              <a:rect l="l" t="t" r="r" b="b"/>
              <a:pathLst>
                <a:path w="146" h="122" extrusionOk="0">
                  <a:moveTo>
                    <a:pt x="73" y="1"/>
                  </a:moveTo>
                  <a:lnTo>
                    <a:pt x="49" y="25"/>
                  </a:lnTo>
                  <a:lnTo>
                    <a:pt x="1" y="49"/>
                  </a:lnTo>
                  <a:lnTo>
                    <a:pt x="1" y="73"/>
                  </a:lnTo>
                  <a:lnTo>
                    <a:pt x="25" y="97"/>
                  </a:lnTo>
                  <a:lnTo>
                    <a:pt x="73" y="121"/>
                  </a:lnTo>
                  <a:lnTo>
                    <a:pt x="121" y="97"/>
                  </a:lnTo>
                  <a:lnTo>
                    <a:pt x="145" y="49"/>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9"/>
            <p:cNvSpPr/>
            <p:nvPr/>
          </p:nvSpPr>
          <p:spPr>
            <a:xfrm>
              <a:off x="2051425" y="2373600"/>
              <a:ext cx="3050" cy="2425"/>
            </a:xfrm>
            <a:custGeom>
              <a:avLst/>
              <a:gdLst/>
              <a:ahLst/>
              <a:cxnLst/>
              <a:rect l="l" t="t" r="r" b="b"/>
              <a:pathLst>
                <a:path w="122" h="97" extrusionOk="0">
                  <a:moveTo>
                    <a:pt x="73" y="1"/>
                  </a:moveTo>
                  <a:lnTo>
                    <a:pt x="25" y="25"/>
                  </a:lnTo>
                  <a:lnTo>
                    <a:pt x="1" y="49"/>
                  </a:lnTo>
                  <a:lnTo>
                    <a:pt x="25" y="97"/>
                  </a:lnTo>
                  <a:lnTo>
                    <a:pt x="97" y="97"/>
                  </a:lnTo>
                  <a:lnTo>
                    <a:pt x="121"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9"/>
            <p:cNvSpPr/>
            <p:nvPr/>
          </p:nvSpPr>
          <p:spPr>
            <a:xfrm>
              <a:off x="1994250" y="2134675"/>
              <a:ext cx="3050" cy="2425"/>
            </a:xfrm>
            <a:custGeom>
              <a:avLst/>
              <a:gdLst/>
              <a:ahLst/>
              <a:cxnLst/>
              <a:rect l="l" t="t" r="r" b="b"/>
              <a:pathLst>
                <a:path w="122" h="97" extrusionOk="0">
                  <a:moveTo>
                    <a:pt x="1" y="1"/>
                  </a:moveTo>
                  <a:lnTo>
                    <a:pt x="1" y="49"/>
                  </a:lnTo>
                  <a:lnTo>
                    <a:pt x="25" y="97"/>
                  </a:lnTo>
                  <a:lnTo>
                    <a:pt x="121" y="97"/>
                  </a:lnTo>
                  <a:lnTo>
                    <a:pt x="121" y="73"/>
                  </a:lnTo>
                  <a:lnTo>
                    <a:pt x="97"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9"/>
            <p:cNvSpPr/>
            <p:nvPr/>
          </p:nvSpPr>
          <p:spPr>
            <a:xfrm>
              <a:off x="2033975" y="2134675"/>
              <a:ext cx="3650" cy="3050"/>
            </a:xfrm>
            <a:custGeom>
              <a:avLst/>
              <a:gdLst/>
              <a:ahLst/>
              <a:cxnLst/>
              <a:rect l="l" t="t" r="r" b="b"/>
              <a:pathLst>
                <a:path w="146" h="122" extrusionOk="0">
                  <a:moveTo>
                    <a:pt x="49" y="1"/>
                  </a:moveTo>
                  <a:lnTo>
                    <a:pt x="1" y="25"/>
                  </a:lnTo>
                  <a:lnTo>
                    <a:pt x="1" y="73"/>
                  </a:lnTo>
                  <a:lnTo>
                    <a:pt x="25" y="97"/>
                  </a:lnTo>
                  <a:lnTo>
                    <a:pt x="49" y="121"/>
                  </a:lnTo>
                  <a:lnTo>
                    <a:pt x="121" y="121"/>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9"/>
            <p:cNvSpPr/>
            <p:nvPr/>
          </p:nvSpPr>
          <p:spPr>
            <a:xfrm>
              <a:off x="2005100" y="2137700"/>
              <a:ext cx="3025" cy="3625"/>
            </a:xfrm>
            <a:custGeom>
              <a:avLst/>
              <a:gdLst/>
              <a:ahLst/>
              <a:cxnLst/>
              <a:rect l="l" t="t" r="r" b="b"/>
              <a:pathLst>
                <a:path w="121" h="145" extrusionOk="0">
                  <a:moveTo>
                    <a:pt x="48" y="0"/>
                  </a:moveTo>
                  <a:lnTo>
                    <a:pt x="0" y="24"/>
                  </a:lnTo>
                  <a:lnTo>
                    <a:pt x="0" y="72"/>
                  </a:lnTo>
                  <a:lnTo>
                    <a:pt x="0" y="120"/>
                  </a:lnTo>
                  <a:lnTo>
                    <a:pt x="48" y="144"/>
                  </a:lnTo>
                  <a:lnTo>
                    <a:pt x="96" y="144"/>
                  </a:lnTo>
                  <a:lnTo>
                    <a:pt x="121" y="120"/>
                  </a:lnTo>
                  <a:lnTo>
                    <a:pt x="121" y="72"/>
                  </a:lnTo>
                  <a:lnTo>
                    <a:pt x="96"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9"/>
            <p:cNvSpPr/>
            <p:nvPr/>
          </p:nvSpPr>
          <p:spPr>
            <a:xfrm>
              <a:off x="2133275" y="2167775"/>
              <a:ext cx="3050" cy="3650"/>
            </a:xfrm>
            <a:custGeom>
              <a:avLst/>
              <a:gdLst/>
              <a:ahLst/>
              <a:cxnLst/>
              <a:rect l="l" t="t" r="r" b="b"/>
              <a:pathLst>
                <a:path w="122" h="146" extrusionOk="0">
                  <a:moveTo>
                    <a:pt x="49" y="1"/>
                  </a:moveTo>
                  <a:lnTo>
                    <a:pt x="25" y="25"/>
                  </a:lnTo>
                  <a:lnTo>
                    <a:pt x="1" y="49"/>
                  </a:lnTo>
                  <a:lnTo>
                    <a:pt x="1" y="97"/>
                  </a:lnTo>
                  <a:lnTo>
                    <a:pt x="73" y="145"/>
                  </a:lnTo>
                  <a:lnTo>
                    <a:pt x="97" y="121"/>
                  </a:lnTo>
                  <a:lnTo>
                    <a:pt x="121" y="121"/>
                  </a:lnTo>
                  <a:lnTo>
                    <a:pt x="97"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9"/>
            <p:cNvSpPr/>
            <p:nvPr/>
          </p:nvSpPr>
          <p:spPr>
            <a:xfrm>
              <a:off x="2011725" y="2258050"/>
              <a:ext cx="3025" cy="3050"/>
            </a:xfrm>
            <a:custGeom>
              <a:avLst/>
              <a:gdLst/>
              <a:ahLst/>
              <a:cxnLst/>
              <a:rect l="l" t="t" r="r" b="b"/>
              <a:pathLst>
                <a:path w="121" h="122" extrusionOk="0">
                  <a:moveTo>
                    <a:pt x="48" y="1"/>
                  </a:moveTo>
                  <a:lnTo>
                    <a:pt x="24" y="25"/>
                  </a:lnTo>
                  <a:lnTo>
                    <a:pt x="0" y="73"/>
                  </a:lnTo>
                  <a:lnTo>
                    <a:pt x="24" y="121"/>
                  </a:lnTo>
                  <a:lnTo>
                    <a:pt x="72" y="121"/>
                  </a:lnTo>
                  <a:lnTo>
                    <a:pt x="120" y="97"/>
                  </a:lnTo>
                  <a:lnTo>
                    <a:pt x="120" y="49"/>
                  </a:lnTo>
                  <a:lnTo>
                    <a:pt x="96"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9"/>
            <p:cNvSpPr/>
            <p:nvPr/>
          </p:nvSpPr>
          <p:spPr>
            <a:xfrm>
              <a:off x="2112225" y="2256250"/>
              <a:ext cx="3025" cy="2425"/>
            </a:xfrm>
            <a:custGeom>
              <a:avLst/>
              <a:gdLst/>
              <a:ahLst/>
              <a:cxnLst/>
              <a:rect l="l" t="t" r="r" b="b"/>
              <a:pathLst>
                <a:path w="121" h="97" extrusionOk="0">
                  <a:moveTo>
                    <a:pt x="48" y="0"/>
                  </a:moveTo>
                  <a:lnTo>
                    <a:pt x="24" y="25"/>
                  </a:lnTo>
                  <a:lnTo>
                    <a:pt x="0" y="49"/>
                  </a:lnTo>
                  <a:lnTo>
                    <a:pt x="0" y="97"/>
                  </a:lnTo>
                  <a:lnTo>
                    <a:pt x="97" y="97"/>
                  </a:lnTo>
                  <a:lnTo>
                    <a:pt x="121" y="49"/>
                  </a:lnTo>
                  <a:lnTo>
                    <a:pt x="97" y="25"/>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9"/>
            <p:cNvSpPr/>
            <p:nvPr/>
          </p:nvSpPr>
          <p:spPr>
            <a:xfrm>
              <a:off x="2129075" y="2193050"/>
              <a:ext cx="3025" cy="3050"/>
            </a:xfrm>
            <a:custGeom>
              <a:avLst/>
              <a:gdLst/>
              <a:ahLst/>
              <a:cxnLst/>
              <a:rect l="l" t="t" r="r" b="b"/>
              <a:pathLst>
                <a:path w="121" h="122" extrusionOk="0">
                  <a:moveTo>
                    <a:pt x="48" y="1"/>
                  </a:moveTo>
                  <a:lnTo>
                    <a:pt x="0" y="25"/>
                  </a:lnTo>
                  <a:lnTo>
                    <a:pt x="0" y="73"/>
                  </a:lnTo>
                  <a:lnTo>
                    <a:pt x="24" y="97"/>
                  </a:lnTo>
                  <a:lnTo>
                    <a:pt x="73" y="121"/>
                  </a:lnTo>
                  <a:lnTo>
                    <a:pt x="121" y="97"/>
                  </a:lnTo>
                  <a:lnTo>
                    <a:pt x="121" y="49"/>
                  </a:lnTo>
                  <a:lnTo>
                    <a:pt x="97"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9"/>
            <p:cNvSpPr/>
            <p:nvPr/>
          </p:nvSpPr>
          <p:spPr>
            <a:xfrm>
              <a:off x="1965375" y="2152725"/>
              <a:ext cx="2425" cy="3050"/>
            </a:xfrm>
            <a:custGeom>
              <a:avLst/>
              <a:gdLst/>
              <a:ahLst/>
              <a:cxnLst/>
              <a:rect l="l" t="t" r="r" b="b"/>
              <a:pathLst>
                <a:path w="97" h="122" extrusionOk="0">
                  <a:moveTo>
                    <a:pt x="24" y="1"/>
                  </a:moveTo>
                  <a:lnTo>
                    <a:pt x="0" y="49"/>
                  </a:lnTo>
                  <a:lnTo>
                    <a:pt x="24" y="97"/>
                  </a:lnTo>
                  <a:lnTo>
                    <a:pt x="49" y="121"/>
                  </a:lnTo>
                  <a:lnTo>
                    <a:pt x="73" y="121"/>
                  </a:lnTo>
                  <a:lnTo>
                    <a:pt x="97" y="73"/>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9"/>
            <p:cNvSpPr/>
            <p:nvPr/>
          </p:nvSpPr>
          <p:spPr>
            <a:xfrm>
              <a:off x="2085750" y="2293550"/>
              <a:ext cx="3025" cy="3050"/>
            </a:xfrm>
            <a:custGeom>
              <a:avLst/>
              <a:gdLst/>
              <a:ahLst/>
              <a:cxnLst/>
              <a:rect l="l" t="t" r="r" b="b"/>
              <a:pathLst>
                <a:path w="121" h="122" extrusionOk="0">
                  <a:moveTo>
                    <a:pt x="0" y="1"/>
                  </a:moveTo>
                  <a:lnTo>
                    <a:pt x="0" y="49"/>
                  </a:lnTo>
                  <a:lnTo>
                    <a:pt x="48" y="97"/>
                  </a:lnTo>
                  <a:lnTo>
                    <a:pt x="72" y="121"/>
                  </a:lnTo>
                  <a:lnTo>
                    <a:pt x="96" y="97"/>
                  </a:lnTo>
                  <a:lnTo>
                    <a:pt x="120" y="73"/>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9"/>
            <p:cNvSpPr/>
            <p:nvPr/>
          </p:nvSpPr>
          <p:spPr>
            <a:xfrm>
              <a:off x="2073100" y="2267675"/>
              <a:ext cx="2425" cy="2450"/>
            </a:xfrm>
            <a:custGeom>
              <a:avLst/>
              <a:gdLst/>
              <a:ahLst/>
              <a:cxnLst/>
              <a:rect l="l" t="t" r="r" b="b"/>
              <a:pathLst>
                <a:path w="97" h="98" extrusionOk="0">
                  <a:moveTo>
                    <a:pt x="49" y="1"/>
                  </a:moveTo>
                  <a:lnTo>
                    <a:pt x="25" y="25"/>
                  </a:lnTo>
                  <a:lnTo>
                    <a:pt x="0" y="49"/>
                  </a:lnTo>
                  <a:lnTo>
                    <a:pt x="0" y="73"/>
                  </a:lnTo>
                  <a:lnTo>
                    <a:pt x="49" y="97"/>
                  </a:lnTo>
                  <a:lnTo>
                    <a:pt x="73" y="97"/>
                  </a:lnTo>
                  <a:lnTo>
                    <a:pt x="97" y="49"/>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9"/>
            <p:cNvSpPr/>
            <p:nvPr/>
          </p:nvSpPr>
          <p:spPr>
            <a:xfrm>
              <a:off x="2075500" y="2203300"/>
              <a:ext cx="3050" cy="2425"/>
            </a:xfrm>
            <a:custGeom>
              <a:avLst/>
              <a:gdLst/>
              <a:ahLst/>
              <a:cxnLst/>
              <a:rect l="l" t="t" r="r" b="b"/>
              <a:pathLst>
                <a:path w="122" h="97" extrusionOk="0">
                  <a:moveTo>
                    <a:pt x="49" y="0"/>
                  </a:moveTo>
                  <a:lnTo>
                    <a:pt x="1" y="24"/>
                  </a:lnTo>
                  <a:lnTo>
                    <a:pt x="1" y="48"/>
                  </a:lnTo>
                  <a:lnTo>
                    <a:pt x="25" y="72"/>
                  </a:lnTo>
                  <a:lnTo>
                    <a:pt x="49" y="96"/>
                  </a:lnTo>
                  <a:lnTo>
                    <a:pt x="97" y="72"/>
                  </a:lnTo>
                  <a:lnTo>
                    <a:pt x="121"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9"/>
            <p:cNvSpPr/>
            <p:nvPr/>
          </p:nvSpPr>
          <p:spPr>
            <a:xfrm>
              <a:off x="1944300" y="2209900"/>
              <a:ext cx="2450" cy="3050"/>
            </a:xfrm>
            <a:custGeom>
              <a:avLst/>
              <a:gdLst/>
              <a:ahLst/>
              <a:cxnLst/>
              <a:rect l="l" t="t" r="r" b="b"/>
              <a:pathLst>
                <a:path w="98" h="122" extrusionOk="0">
                  <a:moveTo>
                    <a:pt x="49" y="1"/>
                  </a:moveTo>
                  <a:lnTo>
                    <a:pt x="1" y="25"/>
                  </a:lnTo>
                  <a:lnTo>
                    <a:pt x="1" y="73"/>
                  </a:lnTo>
                  <a:lnTo>
                    <a:pt x="25" y="97"/>
                  </a:lnTo>
                  <a:lnTo>
                    <a:pt x="73" y="121"/>
                  </a:lnTo>
                  <a:lnTo>
                    <a:pt x="97" y="97"/>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9"/>
            <p:cNvSpPr/>
            <p:nvPr/>
          </p:nvSpPr>
          <p:spPr>
            <a:xfrm>
              <a:off x="2014125" y="2136475"/>
              <a:ext cx="2425" cy="3050"/>
            </a:xfrm>
            <a:custGeom>
              <a:avLst/>
              <a:gdLst/>
              <a:ahLst/>
              <a:cxnLst/>
              <a:rect l="l" t="t" r="r" b="b"/>
              <a:pathLst>
                <a:path w="97" h="122" extrusionOk="0">
                  <a:moveTo>
                    <a:pt x="24" y="1"/>
                  </a:moveTo>
                  <a:lnTo>
                    <a:pt x="0" y="25"/>
                  </a:lnTo>
                  <a:lnTo>
                    <a:pt x="0" y="73"/>
                  </a:lnTo>
                  <a:lnTo>
                    <a:pt x="24" y="121"/>
                  </a:lnTo>
                  <a:lnTo>
                    <a:pt x="48" y="97"/>
                  </a:lnTo>
                  <a:lnTo>
                    <a:pt x="97"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9"/>
            <p:cNvSpPr/>
            <p:nvPr/>
          </p:nvSpPr>
          <p:spPr>
            <a:xfrm>
              <a:off x="2099575" y="2264675"/>
              <a:ext cx="2425" cy="2425"/>
            </a:xfrm>
            <a:custGeom>
              <a:avLst/>
              <a:gdLst/>
              <a:ahLst/>
              <a:cxnLst/>
              <a:rect l="l" t="t" r="r" b="b"/>
              <a:pathLst>
                <a:path w="97" h="97" extrusionOk="0">
                  <a:moveTo>
                    <a:pt x="25" y="0"/>
                  </a:moveTo>
                  <a:lnTo>
                    <a:pt x="1" y="25"/>
                  </a:lnTo>
                  <a:lnTo>
                    <a:pt x="1" y="73"/>
                  </a:lnTo>
                  <a:lnTo>
                    <a:pt x="25" y="97"/>
                  </a:lnTo>
                  <a:lnTo>
                    <a:pt x="49" y="97"/>
                  </a:lnTo>
                  <a:lnTo>
                    <a:pt x="97" y="73"/>
                  </a:lnTo>
                  <a:lnTo>
                    <a:pt x="97"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9"/>
            <p:cNvSpPr/>
            <p:nvPr/>
          </p:nvSpPr>
          <p:spPr>
            <a:xfrm>
              <a:off x="2014725" y="2224350"/>
              <a:ext cx="2425" cy="3025"/>
            </a:xfrm>
            <a:custGeom>
              <a:avLst/>
              <a:gdLst/>
              <a:ahLst/>
              <a:cxnLst/>
              <a:rect l="l" t="t" r="r" b="b"/>
              <a:pathLst>
                <a:path w="97" h="121" extrusionOk="0">
                  <a:moveTo>
                    <a:pt x="49" y="1"/>
                  </a:moveTo>
                  <a:lnTo>
                    <a:pt x="0" y="25"/>
                  </a:lnTo>
                  <a:lnTo>
                    <a:pt x="0" y="49"/>
                  </a:lnTo>
                  <a:lnTo>
                    <a:pt x="0" y="97"/>
                  </a:lnTo>
                  <a:lnTo>
                    <a:pt x="49" y="121"/>
                  </a:lnTo>
                  <a:lnTo>
                    <a:pt x="97"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9"/>
            <p:cNvSpPr/>
            <p:nvPr/>
          </p:nvSpPr>
          <p:spPr>
            <a:xfrm>
              <a:off x="2069500" y="2224350"/>
              <a:ext cx="3625" cy="3025"/>
            </a:xfrm>
            <a:custGeom>
              <a:avLst/>
              <a:gdLst/>
              <a:ahLst/>
              <a:cxnLst/>
              <a:rect l="l" t="t" r="r" b="b"/>
              <a:pathLst>
                <a:path w="145" h="121" extrusionOk="0">
                  <a:moveTo>
                    <a:pt x="24" y="1"/>
                  </a:moveTo>
                  <a:lnTo>
                    <a:pt x="0" y="49"/>
                  </a:lnTo>
                  <a:lnTo>
                    <a:pt x="24" y="97"/>
                  </a:lnTo>
                  <a:lnTo>
                    <a:pt x="72" y="121"/>
                  </a:lnTo>
                  <a:lnTo>
                    <a:pt x="120" y="97"/>
                  </a:lnTo>
                  <a:lnTo>
                    <a:pt x="144" y="49"/>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9"/>
            <p:cNvSpPr/>
            <p:nvPr/>
          </p:nvSpPr>
          <p:spPr>
            <a:xfrm>
              <a:off x="2060450" y="2253850"/>
              <a:ext cx="2450" cy="2425"/>
            </a:xfrm>
            <a:custGeom>
              <a:avLst/>
              <a:gdLst/>
              <a:ahLst/>
              <a:cxnLst/>
              <a:rect l="l" t="t" r="r" b="b"/>
              <a:pathLst>
                <a:path w="98" h="97" extrusionOk="0">
                  <a:moveTo>
                    <a:pt x="25" y="0"/>
                  </a:moveTo>
                  <a:lnTo>
                    <a:pt x="1" y="48"/>
                  </a:lnTo>
                  <a:lnTo>
                    <a:pt x="1" y="72"/>
                  </a:lnTo>
                  <a:lnTo>
                    <a:pt x="25" y="96"/>
                  </a:lnTo>
                  <a:lnTo>
                    <a:pt x="73" y="96"/>
                  </a:lnTo>
                  <a:lnTo>
                    <a:pt x="97" y="72"/>
                  </a:lnTo>
                  <a:lnTo>
                    <a:pt x="97" y="48"/>
                  </a:lnTo>
                  <a:lnTo>
                    <a:pt x="73"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9"/>
            <p:cNvSpPr/>
            <p:nvPr/>
          </p:nvSpPr>
          <p:spPr>
            <a:xfrm>
              <a:off x="2014125" y="2325450"/>
              <a:ext cx="3025" cy="3050"/>
            </a:xfrm>
            <a:custGeom>
              <a:avLst/>
              <a:gdLst/>
              <a:ahLst/>
              <a:cxnLst/>
              <a:rect l="l" t="t" r="r" b="b"/>
              <a:pathLst>
                <a:path w="121" h="122" extrusionOk="0">
                  <a:moveTo>
                    <a:pt x="24" y="1"/>
                  </a:moveTo>
                  <a:lnTo>
                    <a:pt x="0" y="49"/>
                  </a:lnTo>
                  <a:lnTo>
                    <a:pt x="24" y="73"/>
                  </a:lnTo>
                  <a:lnTo>
                    <a:pt x="48" y="121"/>
                  </a:lnTo>
                  <a:lnTo>
                    <a:pt x="97" y="121"/>
                  </a:lnTo>
                  <a:lnTo>
                    <a:pt x="121" y="73"/>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9"/>
            <p:cNvSpPr/>
            <p:nvPr/>
          </p:nvSpPr>
          <p:spPr>
            <a:xfrm>
              <a:off x="1982225" y="2191250"/>
              <a:ext cx="1825" cy="3025"/>
            </a:xfrm>
            <a:custGeom>
              <a:avLst/>
              <a:gdLst/>
              <a:ahLst/>
              <a:cxnLst/>
              <a:rect l="l" t="t" r="r" b="b"/>
              <a:pathLst>
                <a:path w="73" h="121" extrusionOk="0">
                  <a:moveTo>
                    <a:pt x="0" y="1"/>
                  </a:moveTo>
                  <a:lnTo>
                    <a:pt x="0" y="49"/>
                  </a:lnTo>
                  <a:lnTo>
                    <a:pt x="0" y="73"/>
                  </a:lnTo>
                  <a:lnTo>
                    <a:pt x="24" y="121"/>
                  </a:lnTo>
                  <a:lnTo>
                    <a:pt x="49" y="97"/>
                  </a:lnTo>
                  <a:lnTo>
                    <a:pt x="73" y="73"/>
                  </a:lnTo>
                  <a:lnTo>
                    <a:pt x="73"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9"/>
            <p:cNvSpPr/>
            <p:nvPr/>
          </p:nvSpPr>
          <p:spPr>
            <a:xfrm>
              <a:off x="1949125" y="2205700"/>
              <a:ext cx="2425" cy="3025"/>
            </a:xfrm>
            <a:custGeom>
              <a:avLst/>
              <a:gdLst/>
              <a:ahLst/>
              <a:cxnLst/>
              <a:rect l="l" t="t" r="r" b="b"/>
              <a:pathLst>
                <a:path w="97" h="121" extrusionOk="0">
                  <a:moveTo>
                    <a:pt x="73" y="0"/>
                  </a:moveTo>
                  <a:lnTo>
                    <a:pt x="24" y="24"/>
                  </a:lnTo>
                  <a:lnTo>
                    <a:pt x="0" y="73"/>
                  </a:lnTo>
                  <a:lnTo>
                    <a:pt x="24" y="97"/>
                  </a:lnTo>
                  <a:lnTo>
                    <a:pt x="49" y="121"/>
                  </a:lnTo>
                  <a:lnTo>
                    <a:pt x="97" y="97"/>
                  </a:lnTo>
                  <a:lnTo>
                    <a:pt x="97"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9"/>
            <p:cNvSpPr/>
            <p:nvPr/>
          </p:nvSpPr>
          <p:spPr>
            <a:xfrm>
              <a:off x="2037600" y="2209300"/>
              <a:ext cx="3025" cy="2450"/>
            </a:xfrm>
            <a:custGeom>
              <a:avLst/>
              <a:gdLst/>
              <a:ahLst/>
              <a:cxnLst/>
              <a:rect l="l" t="t" r="r" b="b"/>
              <a:pathLst>
                <a:path w="121" h="98" extrusionOk="0">
                  <a:moveTo>
                    <a:pt x="48" y="1"/>
                  </a:moveTo>
                  <a:lnTo>
                    <a:pt x="24" y="25"/>
                  </a:lnTo>
                  <a:lnTo>
                    <a:pt x="0" y="49"/>
                  </a:lnTo>
                  <a:lnTo>
                    <a:pt x="24" y="97"/>
                  </a:lnTo>
                  <a:lnTo>
                    <a:pt x="72" y="97"/>
                  </a:lnTo>
                  <a:lnTo>
                    <a:pt x="96" y="49"/>
                  </a:lnTo>
                  <a:lnTo>
                    <a:pt x="121"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9"/>
            <p:cNvSpPr/>
            <p:nvPr/>
          </p:nvSpPr>
          <p:spPr>
            <a:xfrm>
              <a:off x="2061675" y="2210500"/>
              <a:ext cx="2425" cy="2450"/>
            </a:xfrm>
            <a:custGeom>
              <a:avLst/>
              <a:gdLst/>
              <a:ahLst/>
              <a:cxnLst/>
              <a:rect l="l" t="t" r="r" b="b"/>
              <a:pathLst>
                <a:path w="97" h="98" extrusionOk="0">
                  <a:moveTo>
                    <a:pt x="24" y="1"/>
                  </a:moveTo>
                  <a:lnTo>
                    <a:pt x="0" y="25"/>
                  </a:lnTo>
                  <a:lnTo>
                    <a:pt x="0" y="49"/>
                  </a:lnTo>
                  <a:lnTo>
                    <a:pt x="0" y="73"/>
                  </a:lnTo>
                  <a:lnTo>
                    <a:pt x="48" y="97"/>
                  </a:lnTo>
                  <a:lnTo>
                    <a:pt x="96" y="73"/>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9"/>
            <p:cNvSpPr/>
            <p:nvPr/>
          </p:nvSpPr>
          <p:spPr>
            <a:xfrm>
              <a:off x="1993650" y="2225550"/>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9"/>
            <p:cNvSpPr/>
            <p:nvPr/>
          </p:nvSpPr>
          <p:spPr>
            <a:xfrm>
              <a:off x="1946125" y="2237600"/>
              <a:ext cx="2425" cy="2425"/>
            </a:xfrm>
            <a:custGeom>
              <a:avLst/>
              <a:gdLst/>
              <a:ahLst/>
              <a:cxnLst/>
              <a:rect l="l" t="t" r="r" b="b"/>
              <a:pathLst>
                <a:path w="97" h="97" extrusionOk="0">
                  <a:moveTo>
                    <a:pt x="24" y="0"/>
                  </a:moveTo>
                  <a:lnTo>
                    <a:pt x="0" y="24"/>
                  </a:lnTo>
                  <a:lnTo>
                    <a:pt x="0" y="72"/>
                  </a:lnTo>
                  <a:lnTo>
                    <a:pt x="24" y="96"/>
                  </a:lnTo>
                  <a:lnTo>
                    <a:pt x="72" y="96"/>
                  </a:lnTo>
                  <a:lnTo>
                    <a:pt x="96" y="48"/>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9"/>
            <p:cNvSpPr/>
            <p:nvPr/>
          </p:nvSpPr>
          <p:spPr>
            <a:xfrm>
              <a:off x="2063475" y="2280925"/>
              <a:ext cx="3625" cy="2425"/>
            </a:xfrm>
            <a:custGeom>
              <a:avLst/>
              <a:gdLst/>
              <a:ahLst/>
              <a:cxnLst/>
              <a:rect l="l" t="t" r="r" b="b"/>
              <a:pathLst>
                <a:path w="145" h="97" extrusionOk="0">
                  <a:moveTo>
                    <a:pt x="48" y="0"/>
                  </a:moveTo>
                  <a:lnTo>
                    <a:pt x="0" y="25"/>
                  </a:lnTo>
                  <a:lnTo>
                    <a:pt x="24" y="73"/>
                  </a:lnTo>
                  <a:lnTo>
                    <a:pt x="73" y="97"/>
                  </a:lnTo>
                  <a:lnTo>
                    <a:pt x="121" y="97"/>
                  </a:lnTo>
                  <a:lnTo>
                    <a:pt x="145" y="49"/>
                  </a:lnTo>
                  <a:lnTo>
                    <a:pt x="121"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9"/>
            <p:cNvSpPr/>
            <p:nvPr/>
          </p:nvSpPr>
          <p:spPr>
            <a:xfrm>
              <a:off x="2113425" y="2283925"/>
              <a:ext cx="2425" cy="2450"/>
            </a:xfrm>
            <a:custGeom>
              <a:avLst/>
              <a:gdLst/>
              <a:ahLst/>
              <a:cxnLst/>
              <a:rect l="l" t="t" r="r" b="b"/>
              <a:pathLst>
                <a:path w="97" h="98" extrusionOk="0">
                  <a:moveTo>
                    <a:pt x="24" y="1"/>
                  </a:moveTo>
                  <a:lnTo>
                    <a:pt x="0" y="25"/>
                  </a:lnTo>
                  <a:lnTo>
                    <a:pt x="0" y="73"/>
                  </a:lnTo>
                  <a:lnTo>
                    <a:pt x="24" y="97"/>
                  </a:lnTo>
                  <a:lnTo>
                    <a:pt x="73"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9"/>
            <p:cNvSpPr/>
            <p:nvPr/>
          </p:nvSpPr>
          <p:spPr>
            <a:xfrm>
              <a:off x="2089950" y="2128650"/>
              <a:ext cx="1825" cy="1850"/>
            </a:xfrm>
            <a:custGeom>
              <a:avLst/>
              <a:gdLst/>
              <a:ahLst/>
              <a:cxnLst/>
              <a:rect l="l" t="t" r="r" b="b"/>
              <a:pathLst>
                <a:path w="73" h="74" extrusionOk="0">
                  <a:moveTo>
                    <a:pt x="25" y="1"/>
                  </a:moveTo>
                  <a:lnTo>
                    <a:pt x="1" y="73"/>
                  </a:lnTo>
                  <a:lnTo>
                    <a:pt x="73" y="73"/>
                  </a:lnTo>
                  <a:lnTo>
                    <a:pt x="73"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9"/>
            <p:cNvSpPr/>
            <p:nvPr/>
          </p:nvSpPr>
          <p:spPr>
            <a:xfrm>
              <a:off x="2026750" y="2159950"/>
              <a:ext cx="2450" cy="1825"/>
            </a:xfrm>
            <a:custGeom>
              <a:avLst/>
              <a:gdLst/>
              <a:ahLst/>
              <a:cxnLst/>
              <a:rect l="l" t="t" r="r" b="b"/>
              <a:pathLst>
                <a:path w="98" h="73" extrusionOk="0">
                  <a:moveTo>
                    <a:pt x="25" y="1"/>
                  </a:moveTo>
                  <a:lnTo>
                    <a:pt x="1" y="25"/>
                  </a:lnTo>
                  <a:lnTo>
                    <a:pt x="25"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9"/>
            <p:cNvSpPr/>
            <p:nvPr/>
          </p:nvSpPr>
          <p:spPr>
            <a:xfrm>
              <a:off x="2040600" y="2159950"/>
              <a:ext cx="1225" cy="1825"/>
            </a:xfrm>
            <a:custGeom>
              <a:avLst/>
              <a:gdLst/>
              <a:ahLst/>
              <a:cxnLst/>
              <a:rect l="l" t="t" r="r" b="b"/>
              <a:pathLst>
                <a:path w="49" h="73" extrusionOk="0">
                  <a:moveTo>
                    <a:pt x="1" y="1"/>
                  </a:moveTo>
                  <a:lnTo>
                    <a:pt x="1" y="25"/>
                  </a:lnTo>
                  <a:lnTo>
                    <a:pt x="1" y="49"/>
                  </a:lnTo>
                  <a:lnTo>
                    <a:pt x="1" y="73"/>
                  </a:lnTo>
                  <a:lnTo>
                    <a:pt x="49" y="73"/>
                  </a:lnTo>
                  <a:lnTo>
                    <a:pt x="49" y="49"/>
                  </a:lnTo>
                  <a:lnTo>
                    <a:pt x="49"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9"/>
            <p:cNvSpPr/>
            <p:nvPr/>
          </p:nvSpPr>
          <p:spPr>
            <a:xfrm>
              <a:off x="2068875" y="2163575"/>
              <a:ext cx="1850" cy="1825"/>
            </a:xfrm>
            <a:custGeom>
              <a:avLst/>
              <a:gdLst/>
              <a:ahLst/>
              <a:cxnLst/>
              <a:rect l="l" t="t" r="r" b="b"/>
              <a:pathLst>
                <a:path w="74" h="73" extrusionOk="0">
                  <a:moveTo>
                    <a:pt x="25" y="0"/>
                  </a:moveTo>
                  <a:lnTo>
                    <a:pt x="1" y="24"/>
                  </a:lnTo>
                  <a:lnTo>
                    <a:pt x="1" y="48"/>
                  </a:lnTo>
                  <a:lnTo>
                    <a:pt x="1" y="72"/>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9"/>
            <p:cNvSpPr/>
            <p:nvPr/>
          </p:nvSpPr>
          <p:spPr>
            <a:xfrm>
              <a:off x="1937675" y="2178625"/>
              <a:ext cx="1850" cy="1825"/>
            </a:xfrm>
            <a:custGeom>
              <a:avLst/>
              <a:gdLst/>
              <a:ahLst/>
              <a:cxnLst/>
              <a:rect l="l" t="t" r="r" b="b"/>
              <a:pathLst>
                <a:path w="74" h="73" extrusionOk="0">
                  <a:moveTo>
                    <a:pt x="25" y="0"/>
                  </a:moveTo>
                  <a:lnTo>
                    <a:pt x="1" y="24"/>
                  </a:lnTo>
                  <a:lnTo>
                    <a:pt x="1" y="48"/>
                  </a:lnTo>
                  <a:lnTo>
                    <a:pt x="25" y="72"/>
                  </a:lnTo>
                  <a:lnTo>
                    <a:pt x="49" y="72"/>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9"/>
            <p:cNvSpPr/>
            <p:nvPr/>
          </p:nvSpPr>
          <p:spPr>
            <a:xfrm>
              <a:off x="1925650" y="2189450"/>
              <a:ext cx="1825" cy="1825"/>
            </a:xfrm>
            <a:custGeom>
              <a:avLst/>
              <a:gdLst/>
              <a:ahLst/>
              <a:cxnLst/>
              <a:rect l="l" t="t" r="r" b="b"/>
              <a:pathLst>
                <a:path w="73" h="73" extrusionOk="0">
                  <a:moveTo>
                    <a:pt x="25" y="0"/>
                  </a:moveTo>
                  <a:lnTo>
                    <a:pt x="1" y="24"/>
                  </a:lnTo>
                  <a:lnTo>
                    <a:pt x="1" y="48"/>
                  </a:lnTo>
                  <a:lnTo>
                    <a:pt x="25" y="73"/>
                  </a:lnTo>
                  <a:lnTo>
                    <a:pt x="49" y="73"/>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9"/>
            <p:cNvSpPr/>
            <p:nvPr/>
          </p:nvSpPr>
          <p:spPr>
            <a:xfrm>
              <a:off x="1929875" y="2194250"/>
              <a:ext cx="1825" cy="1250"/>
            </a:xfrm>
            <a:custGeom>
              <a:avLst/>
              <a:gdLst/>
              <a:ahLst/>
              <a:cxnLst/>
              <a:rect l="l" t="t" r="r" b="b"/>
              <a:pathLst>
                <a:path w="73" h="50" extrusionOk="0">
                  <a:moveTo>
                    <a:pt x="0" y="1"/>
                  </a:moveTo>
                  <a:lnTo>
                    <a:pt x="0" y="49"/>
                  </a:lnTo>
                  <a:lnTo>
                    <a:pt x="48"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9"/>
            <p:cNvSpPr/>
            <p:nvPr/>
          </p:nvSpPr>
          <p:spPr>
            <a:xfrm>
              <a:off x="1988850" y="2193050"/>
              <a:ext cx="2425" cy="2450"/>
            </a:xfrm>
            <a:custGeom>
              <a:avLst/>
              <a:gdLst/>
              <a:ahLst/>
              <a:cxnLst/>
              <a:rect l="l" t="t" r="r" b="b"/>
              <a:pathLst>
                <a:path w="97" h="98" extrusionOk="0">
                  <a:moveTo>
                    <a:pt x="72" y="1"/>
                  </a:moveTo>
                  <a:lnTo>
                    <a:pt x="24" y="25"/>
                  </a:lnTo>
                  <a:lnTo>
                    <a:pt x="0" y="49"/>
                  </a:lnTo>
                  <a:lnTo>
                    <a:pt x="24" y="73"/>
                  </a:lnTo>
                  <a:lnTo>
                    <a:pt x="48" y="97"/>
                  </a:lnTo>
                  <a:lnTo>
                    <a:pt x="97" y="73"/>
                  </a:lnTo>
                  <a:lnTo>
                    <a:pt x="97" y="49"/>
                  </a:lnTo>
                  <a:lnTo>
                    <a:pt x="97"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9"/>
            <p:cNvSpPr/>
            <p:nvPr/>
          </p:nvSpPr>
          <p:spPr>
            <a:xfrm>
              <a:off x="2003900" y="2197875"/>
              <a:ext cx="1825" cy="1825"/>
            </a:xfrm>
            <a:custGeom>
              <a:avLst/>
              <a:gdLst/>
              <a:ahLst/>
              <a:cxnLst/>
              <a:rect l="l" t="t" r="r" b="b"/>
              <a:pathLst>
                <a:path w="73" h="73" extrusionOk="0">
                  <a:moveTo>
                    <a:pt x="24" y="0"/>
                  </a:moveTo>
                  <a:lnTo>
                    <a:pt x="0" y="24"/>
                  </a:lnTo>
                  <a:lnTo>
                    <a:pt x="0" y="49"/>
                  </a:lnTo>
                  <a:lnTo>
                    <a:pt x="48" y="73"/>
                  </a:lnTo>
                  <a:lnTo>
                    <a:pt x="72" y="49"/>
                  </a:lnTo>
                  <a:lnTo>
                    <a:pt x="72"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9"/>
            <p:cNvSpPr/>
            <p:nvPr/>
          </p:nvSpPr>
          <p:spPr>
            <a:xfrm>
              <a:off x="2102600" y="2208100"/>
              <a:ext cx="2425" cy="2425"/>
            </a:xfrm>
            <a:custGeom>
              <a:avLst/>
              <a:gdLst/>
              <a:ahLst/>
              <a:cxnLst/>
              <a:rect l="l" t="t" r="r" b="b"/>
              <a:pathLst>
                <a:path w="97" h="97" extrusionOk="0">
                  <a:moveTo>
                    <a:pt x="48" y="1"/>
                  </a:moveTo>
                  <a:lnTo>
                    <a:pt x="24" y="25"/>
                  </a:lnTo>
                  <a:lnTo>
                    <a:pt x="0" y="49"/>
                  </a:lnTo>
                  <a:lnTo>
                    <a:pt x="0" y="73"/>
                  </a:lnTo>
                  <a:lnTo>
                    <a:pt x="24" y="97"/>
                  </a:lnTo>
                  <a:lnTo>
                    <a:pt x="96" y="97"/>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9"/>
            <p:cNvSpPr/>
            <p:nvPr/>
          </p:nvSpPr>
          <p:spPr>
            <a:xfrm>
              <a:off x="1972000" y="2217725"/>
              <a:ext cx="2425" cy="2450"/>
            </a:xfrm>
            <a:custGeom>
              <a:avLst/>
              <a:gdLst/>
              <a:ahLst/>
              <a:cxnLst/>
              <a:rect l="l" t="t" r="r" b="b"/>
              <a:pathLst>
                <a:path w="97" h="98" extrusionOk="0">
                  <a:moveTo>
                    <a:pt x="48" y="1"/>
                  </a:moveTo>
                  <a:lnTo>
                    <a:pt x="0" y="25"/>
                  </a:lnTo>
                  <a:lnTo>
                    <a:pt x="0" y="49"/>
                  </a:lnTo>
                  <a:lnTo>
                    <a:pt x="0" y="73"/>
                  </a:lnTo>
                  <a:lnTo>
                    <a:pt x="48" y="97"/>
                  </a:lnTo>
                  <a:lnTo>
                    <a:pt x="72" y="73"/>
                  </a:lnTo>
                  <a:lnTo>
                    <a:pt x="96"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9"/>
            <p:cNvSpPr/>
            <p:nvPr/>
          </p:nvSpPr>
          <p:spPr>
            <a:xfrm>
              <a:off x="2068875" y="2220150"/>
              <a:ext cx="1850" cy="2425"/>
            </a:xfrm>
            <a:custGeom>
              <a:avLst/>
              <a:gdLst/>
              <a:ahLst/>
              <a:cxnLst/>
              <a:rect l="l" t="t" r="r" b="b"/>
              <a:pathLst>
                <a:path w="74" h="97" extrusionOk="0">
                  <a:moveTo>
                    <a:pt x="25" y="0"/>
                  </a:moveTo>
                  <a:lnTo>
                    <a:pt x="1" y="24"/>
                  </a:lnTo>
                  <a:lnTo>
                    <a:pt x="1" y="48"/>
                  </a:lnTo>
                  <a:lnTo>
                    <a:pt x="1" y="72"/>
                  </a:lnTo>
                  <a:lnTo>
                    <a:pt x="25" y="96"/>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9"/>
            <p:cNvSpPr/>
            <p:nvPr/>
          </p:nvSpPr>
          <p:spPr>
            <a:xfrm>
              <a:off x="2011100" y="2249625"/>
              <a:ext cx="3050" cy="1825"/>
            </a:xfrm>
            <a:custGeom>
              <a:avLst/>
              <a:gdLst/>
              <a:ahLst/>
              <a:cxnLst/>
              <a:rect l="l" t="t" r="r" b="b"/>
              <a:pathLst>
                <a:path w="122" h="73" extrusionOk="0">
                  <a:moveTo>
                    <a:pt x="25" y="1"/>
                  </a:moveTo>
                  <a:lnTo>
                    <a:pt x="1" y="49"/>
                  </a:lnTo>
                  <a:lnTo>
                    <a:pt x="25" y="73"/>
                  </a:lnTo>
                  <a:lnTo>
                    <a:pt x="97"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9"/>
            <p:cNvSpPr/>
            <p:nvPr/>
          </p:nvSpPr>
          <p:spPr>
            <a:xfrm>
              <a:off x="1991850" y="2250825"/>
              <a:ext cx="1225" cy="1850"/>
            </a:xfrm>
            <a:custGeom>
              <a:avLst/>
              <a:gdLst/>
              <a:ahLst/>
              <a:cxnLst/>
              <a:rect l="l" t="t" r="r" b="b"/>
              <a:pathLst>
                <a:path w="49" h="74" extrusionOk="0">
                  <a:moveTo>
                    <a:pt x="25" y="1"/>
                  </a:moveTo>
                  <a:lnTo>
                    <a:pt x="1" y="25"/>
                  </a:lnTo>
                  <a:lnTo>
                    <a:pt x="1" y="49"/>
                  </a:lnTo>
                  <a:lnTo>
                    <a:pt x="1" y="73"/>
                  </a:lnTo>
                  <a:lnTo>
                    <a:pt x="25" y="49"/>
                  </a:lnTo>
                  <a:lnTo>
                    <a:pt x="49"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9"/>
            <p:cNvSpPr/>
            <p:nvPr/>
          </p:nvSpPr>
          <p:spPr>
            <a:xfrm>
              <a:off x="2140500" y="2264675"/>
              <a:ext cx="1825" cy="2425"/>
            </a:xfrm>
            <a:custGeom>
              <a:avLst/>
              <a:gdLst/>
              <a:ahLst/>
              <a:cxnLst/>
              <a:rect l="l" t="t" r="r" b="b"/>
              <a:pathLst>
                <a:path w="73" h="97" extrusionOk="0">
                  <a:moveTo>
                    <a:pt x="25" y="0"/>
                  </a:moveTo>
                  <a:lnTo>
                    <a:pt x="1" y="25"/>
                  </a:lnTo>
                  <a:lnTo>
                    <a:pt x="1" y="49"/>
                  </a:lnTo>
                  <a:lnTo>
                    <a:pt x="25" y="73"/>
                  </a:lnTo>
                  <a:lnTo>
                    <a:pt x="49" y="97"/>
                  </a:lnTo>
                  <a:lnTo>
                    <a:pt x="73" y="73"/>
                  </a:lnTo>
                  <a:lnTo>
                    <a:pt x="73" y="25"/>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9"/>
            <p:cNvSpPr/>
            <p:nvPr/>
          </p:nvSpPr>
          <p:spPr>
            <a:xfrm>
              <a:off x="2047825" y="2298375"/>
              <a:ext cx="625" cy="625"/>
            </a:xfrm>
            <a:custGeom>
              <a:avLst/>
              <a:gdLst/>
              <a:ahLst/>
              <a:cxnLst/>
              <a:rect l="l" t="t" r="r" b="b"/>
              <a:pathLst>
                <a:path w="25" h="25" extrusionOk="0">
                  <a:moveTo>
                    <a:pt x="0" y="1"/>
                  </a:moveTo>
                  <a:lnTo>
                    <a:pt x="0" y="25"/>
                  </a:lnTo>
                  <a:lnTo>
                    <a:pt x="24"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9"/>
            <p:cNvSpPr/>
            <p:nvPr/>
          </p:nvSpPr>
          <p:spPr>
            <a:xfrm>
              <a:off x="2043000" y="2385050"/>
              <a:ext cx="1850" cy="1225"/>
            </a:xfrm>
            <a:custGeom>
              <a:avLst/>
              <a:gdLst/>
              <a:ahLst/>
              <a:cxnLst/>
              <a:rect l="l" t="t" r="r" b="b"/>
              <a:pathLst>
                <a:path w="74" h="49" extrusionOk="0">
                  <a:moveTo>
                    <a:pt x="25" y="0"/>
                  </a:moveTo>
                  <a:lnTo>
                    <a:pt x="1" y="48"/>
                  </a:lnTo>
                  <a:lnTo>
                    <a:pt x="73"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9"/>
            <p:cNvSpPr/>
            <p:nvPr/>
          </p:nvSpPr>
          <p:spPr>
            <a:xfrm>
              <a:off x="2125450" y="2172000"/>
              <a:ext cx="1225" cy="1225"/>
            </a:xfrm>
            <a:custGeom>
              <a:avLst/>
              <a:gdLst/>
              <a:ahLst/>
              <a:cxnLst/>
              <a:rect l="l" t="t" r="r" b="b"/>
              <a:pathLst>
                <a:path w="49" h="49" extrusionOk="0">
                  <a:moveTo>
                    <a:pt x="1" y="0"/>
                  </a:moveTo>
                  <a:lnTo>
                    <a:pt x="25"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9"/>
            <p:cNvSpPr/>
            <p:nvPr/>
          </p:nvSpPr>
          <p:spPr>
            <a:xfrm>
              <a:off x="2053250" y="2170175"/>
              <a:ext cx="1825" cy="2450"/>
            </a:xfrm>
            <a:custGeom>
              <a:avLst/>
              <a:gdLst/>
              <a:ahLst/>
              <a:cxnLst/>
              <a:rect l="l" t="t" r="r" b="b"/>
              <a:pathLst>
                <a:path w="73" h="98" extrusionOk="0">
                  <a:moveTo>
                    <a:pt x="48" y="1"/>
                  </a:moveTo>
                  <a:lnTo>
                    <a:pt x="0" y="49"/>
                  </a:lnTo>
                  <a:lnTo>
                    <a:pt x="24" y="73"/>
                  </a:lnTo>
                  <a:lnTo>
                    <a:pt x="48" y="97"/>
                  </a:lnTo>
                  <a:lnTo>
                    <a:pt x="72" y="73"/>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9"/>
            <p:cNvSpPr/>
            <p:nvPr/>
          </p:nvSpPr>
          <p:spPr>
            <a:xfrm>
              <a:off x="1956950" y="2152725"/>
              <a:ext cx="625" cy="1250"/>
            </a:xfrm>
            <a:custGeom>
              <a:avLst/>
              <a:gdLst/>
              <a:ahLst/>
              <a:cxnLst/>
              <a:rect l="l" t="t" r="r" b="b"/>
              <a:pathLst>
                <a:path w="25" h="50" extrusionOk="0">
                  <a:moveTo>
                    <a:pt x="0" y="1"/>
                  </a:moveTo>
                  <a:lnTo>
                    <a:pt x="0" y="25"/>
                  </a:lnTo>
                  <a:lnTo>
                    <a:pt x="0" y="49"/>
                  </a:lnTo>
                  <a:lnTo>
                    <a:pt x="24" y="25"/>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9"/>
            <p:cNvSpPr/>
            <p:nvPr/>
          </p:nvSpPr>
          <p:spPr>
            <a:xfrm>
              <a:off x="2022550" y="2136475"/>
              <a:ext cx="1825" cy="1250"/>
            </a:xfrm>
            <a:custGeom>
              <a:avLst/>
              <a:gdLst/>
              <a:ahLst/>
              <a:cxnLst/>
              <a:rect l="l" t="t" r="r" b="b"/>
              <a:pathLst>
                <a:path w="73" h="50" extrusionOk="0">
                  <a:moveTo>
                    <a:pt x="24" y="1"/>
                  </a:moveTo>
                  <a:lnTo>
                    <a:pt x="0" y="25"/>
                  </a:lnTo>
                  <a:lnTo>
                    <a:pt x="24" y="49"/>
                  </a:lnTo>
                  <a:lnTo>
                    <a:pt x="73"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9"/>
            <p:cNvSpPr/>
            <p:nvPr/>
          </p:nvSpPr>
          <p:spPr>
            <a:xfrm>
              <a:off x="2086950" y="2290550"/>
              <a:ext cx="625" cy="25"/>
            </a:xfrm>
            <a:custGeom>
              <a:avLst/>
              <a:gdLst/>
              <a:ahLst/>
              <a:cxnLst/>
              <a:rect l="l" t="t" r="r" b="b"/>
              <a:pathLst>
                <a:path w="25" h="1" extrusionOk="0">
                  <a:moveTo>
                    <a:pt x="0" y="1"/>
                  </a:moveTo>
                  <a:lnTo>
                    <a:pt x="0" y="1"/>
                  </a:lnTo>
                  <a:lnTo>
                    <a:pt x="24" y="1"/>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9"/>
            <p:cNvSpPr/>
            <p:nvPr/>
          </p:nvSpPr>
          <p:spPr>
            <a:xfrm>
              <a:off x="2053850" y="2122050"/>
              <a:ext cx="1225" cy="1225"/>
            </a:xfrm>
            <a:custGeom>
              <a:avLst/>
              <a:gdLst/>
              <a:ahLst/>
              <a:cxnLst/>
              <a:rect l="l" t="t" r="r" b="b"/>
              <a:pathLst>
                <a:path w="49" h="49" extrusionOk="0">
                  <a:moveTo>
                    <a:pt x="24" y="0"/>
                  </a:moveTo>
                  <a:lnTo>
                    <a:pt x="0" y="24"/>
                  </a:lnTo>
                  <a:lnTo>
                    <a:pt x="24" y="48"/>
                  </a:lnTo>
                  <a:lnTo>
                    <a:pt x="48" y="48"/>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9"/>
            <p:cNvSpPr/>
            <p:nvPr/>
          </p:nvSpPr>
          <p:spPr>
            <a:xfrm>
              <a:off x="2026750" y="2274900"/>
              <a:ext cx="1225" cy="1825"/>
            </a:xfrm>
            <a:custGeom>
              <a:avLst/>
              <a:gdLst/>
              <a:ahLst/>
              <a:cxnLst/>
              <a:rect l="l" t="t" r="r" b="b"/>
              <a:pathLst>
                <a:path w="49" h="73" extrusionOk="0">
                  <a:moveTo>
                    <a:pt x="25" y="1"/>
                  </a:moveTo>
                  <a:lnTo>
                    <a:pt x="1" y="25"/>
                  </a:lnTo>
                  <a:lnTo>
                    <a:pt x="1" y="49"/>
                  </a:lnTo>
                  <a:lnTo>
                    <a:pt x="1" y="73"/>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9"/>
            <p:cNvSpPr/>
            <p:nvPr/>
          </p:nvSpPr>
          <p:spPr>
            <a:xfrm>
              <a:off x="2071900" y="2254450"/>
              <a:ext cx="625" cy="1225"/>
            </a:xfrm>
            <a:custGeom>
              <a:avLst/>
              <a:gdLst/>
              <a:ahLst/>
              <a:cxnLst/>
              <a:rect l="l" t="t" r="r" b="b"/>
              <a:pathLst>
                <a:path w="25" h="49" extrusionOk="0">
                  <a:moveTo>
                    <a:pt x="24" y="0"/>
                  </a:moveTo>
                  <a:lnTo>
                    <a:pt x="0" y="48"/>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9"/>
            <p:cNvSpPr/>
            <p:nvPr/>
          </p:nvSpPr>
          <p:spPr>
            <a:xfrm>
              <a:off x="2059850" y="2227975"/>
              <a:ext cx="1250" cy="2425"/>
            </a:xfrm>
            <a:custGeom>
              <a:avLst/>
              <a:gdLst/>
              <a:ahLst/>
              <a:cxnLst/>
              <a:rect l="l" t="t" r="r" b="b"/>
              <a:pathLst>
                <a:path w="50" h="97" extrusionOk="0">
                  <a:moveTo>
                    <a:pt x="49" y="0"/>
                  </a:moveTo>
                  <a:lnTo>
                    <a:pt x="25" y="48"/>
                  </a:lnTo>
                  <a:lnTo>
                    <a:pt x="1" y="72"/>
                  </a:lnTo>
                  <a:lnTo>
                    <a:pt x="25" y="96"/>
                  </a:lnTo>
                  <a:lnTo>
                    <a:pt x="49" y="72"/>
                  </a:lnTo>
                  <a:lnTo>
                    <a:pt x="49"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9"/>
            <p:cNvSpPr/>
            <p:nvPr/>
          </p:nvSpPr>
          <p:spPr>
            <a:xfrm>
              <a:off x="1964175" y="2251425"/>
              <a:ext cx="1825" cy="1850"/>
            </a:xfrm>
            <a:custGeom>
              <a:avLst/>
              <a:gdLst/>
              <a:ahLst/>
              <a:cxnLst/>
              <a:rect l="l" t="t" r="r" b="b"/>
              <a:pathLst>
                <a:path w="73" h="74" extrusionOk="0">
                  <a:moveTo>
                    <a:pt x="24" y="1"/>
                  </a:moveTo>
                  <a:lnTo>
                    <a:pt x="0" y="25"/>
                  </a:lnTo>
                  <a:lnTo>
                    <a:pt x="24" y="49"/>
                  </a:lnTo>
                  <a:lnTo>
                    <a:pt x="24" y="73"/>
                  </a:lnTo>
                  <a:lnTo>
                    <a:pt x="72"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9"/>
            <p:cNvSpPr/>
            <p:nvPr/>
          </p:nvSpPr>
          <p:spPr>
            <a:xfrm>
              <a:off x="2088750" y="2235175"/>
              <a:ext cx="2425" cy="1850"/>
            </a:xfrm>
            <a:custGeom>
              <a:avLst/>
              <a:gdLst/>
              <a:ahLst/>
              <a:cxnLst/>
              <a:rect l="l" t="t" r="r" b="b"/>
              <a:pathLst>
                <a:path w="97" h="74" extrusionOk="0">
                  <a:moveTo>
                    <a:pt x="24" y="1"/>
                  </a:moveTo>
                  <a:lnTo>
                    <a:pt x="0" y="25"/>
                  </a:lnTo>
                  <a:lnTo>
                    <a:pt x="24"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9"/>
            <p:cNvSpPr/>
            <p:nvPr/>
          </p:nvSpPr>
          <p:spPr>
            <a:xfrm>
              <a:off x="2111025" y="2230375"/>
              <a:ext cx="625" cy="1225"/>
            </a:xfrm>
            <a:custGeom>
              <a:avLst/>
              <a:gdLst/>
              <a:ahLst/>
              <a:cxnLst/>
              <a:rect l="l" t="t" r="r" b="b"/>
              <a:pathLst>
                <a:path w="25" h="49" extrusionOk="0">
                  <a:moveTo>
                    <a:pt x="0" y="0"/>
                  </a:moveTo>
                  <a:lnTo>
                    <a:pt x="0" y="24"/>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9"/>
            <p:cNvSpPr/>
            <p:nvPr/>
          </p:nvSpPr>
          <p:spPr>
            <a:xfrm>
              <a:off x="2051425" y="2217125"/>
              <a:ext cx="1850" cy="1825"/>
            </a:xfrm>
            <a:custGeom>
              <a:avLst/>
              <a:gdLst/>
              <a:ahLst/>
              <a:cxnLst/>
              <a:rect l="l" t="t" r="r" b="b"/>
              <a:pathLst>
                <a:path w="74" h="73" extrusionOk="0">
                  <a:moveTo>
                    <a:pt x="25" y="1"/>
                  </a:moveTo>
                  <a:lnTo>
                    <a:pt x="1" y="25"/>
                  </a:lnTo>
                  <a:lnTo>
                    <a:pt x="1" y="49"/>
                  </a:lnTo>
                  <a:lnTo>
                    <a:pt x="1" y="73"/>
                  </a:lnTo>
                  <a:lnTo>
                    <a:pt x="25" y="73"/>
                  </a:lnTo>
                  <a:lnTo>
                    <a:pt x="49" y="49"/>
                  </a:lnTo>
                  <a:lnTo>
                    <a:pt x="73" y="25"/>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9"/>
            <p:cNvSpPr/>
            <p:nvPr/>
          </p:nvSpPr>
          <p:spPr>
            <a:xfrm>
              <a:off x="2038800" y="2196075"/>
              <a:ext cx="1825" cy="1225"/>
            </a:xfrm>
            <a:custGeom>
              <a:avLst/>
              <a:gdLst/>
              <a:ahLst/>
              <a:cxnLst/>
              <a:rect l="l" t="t" r="r" b="b"/>
              <a:pathLst>
                <a:path w="73" h="49" extrusionOk="0">
                  <a:moveTo>
                    <a:pt x="24" y="0"/>
                  </a:moveTo>
                  <a:lnTo>
                    <a:pt x="0" y="24"/>
                  </a:lnTo>
                  <a:lnTo>
                    <a:pt x="24" y="48"/>
                  </a:lnTo>
                  <a:lnTo>
                    <a:pt x="73"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9"/>
            <p:cNvSpPr/>
            <p:nvPr/>
          </p:nvSpPr>
          <p:spPr>
            <a:xfrm>
              <a:off x="2046625" y="2193050"/>
              <a:ext cx="1225" cy="1225"/>
            </a:xfrm>
            <a:custGeom>
              <a:avLst/>
              <a:gdLst/>
              <a:ahLst/>
              <a:cxnLst/>
              <a:rect l="l" t="t" r="r" b="b"/>
              <a:pathLst>
                <a:path w="49" h="49" extrusionOk="0">
                  <a:moveTo>
                    <a:pt x="0" y="1"/>
                  </a:moveTo>
                  <a:lnTo>
                    <a:pt x="0" y="25"/>
                  </a:lnTo>
                  <a:lnTo>
                    <a:pt x="24" y="49"/>
                  </a:lnTo>
                  <a:lnTo>
                    <a:pt x="48"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9"/>
            <p:cNvSpPr/>
            <p:nvPr/>
          </p:nvSpPr>
          <p:spPr>
            <a:xfrm>
              <a:off x="2076700" y="2183425"/>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9"/>
            <p:cNvSpPr/>
            <p:nvPr/>
          </p:nvSpPr>
          <p:spPr>
            <a:xfrm>
              <a:off x="2005100" y="2279125"/>
              <a:ext cx="25" cy="1225"/>
            </a:xfrm>
            <a:custGeom>
              <a:avLst/>
              <a:gdLst/>
              <a:ahLst/>
              <a:cxnLst/>
              <a:rect l="l" t="t" r="r" b="b"/>
              <a:pathLst>
                <a:path w="1" h="49" extrusionOk="0">
                  <a:moveTo>
                    <a:pt x="0" y="0"/>
                  </a:moveTo>
                  <a:lnTo>
                    <a:pt x="0" y="0"/>
                  </a:lnTo>
                  <a:lnTo>
                    <a:pt x="0" y="48"/>
                  </a:lnTo>
                  <a:lnTo>
                    <a:pt x="0" y="48"/>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9"/>
            <p:cNvSpPr/>
            <p:nvPr/>
          </p:nvSpPr>
          <p:spPr>
            <a:xfrm>
              <a:off x="1983425" y="2181025"/>
              <a:ext cx="1225" cy="1225"/>
            </a:xfrm>
            <a:custGeom>
              <a:avLst/>
              <a:gdLst/>
              <a:ahLst/>
              <a:cxnLst/>
              <a:rect l="l" t="t" r="r" b="b"/>
              <a:pathLst>
                <a:path w="49" h="49" extrusionOk="0">
                  <a:moveTo>
                    <a:pt x="1" y="0"/>
                  </a:moveTo>
                  <a:lnTo>
                    <a:pt x="1" y="24"/>
                  </a:lnTo>
                  <a:lnTo>
                    <a:pt x="1" y="48"/>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9"/>
            <p:cNvSpPr/>
            <p:nvPr/>
          </p:nvSpPr>
          <p:spPr>
            <a:xfrm>
              <a:off x="2076700" y="2179825"/>
              <a:ext cx="1250" cy="1225"/>
            </a:xfrm>
            <a:custGeom>
              <a:avLst/>
              <a:gdLst/>
              <a:ahLst/>
              <a:cxnLst/>
              <a:rect l="l" t="t" r="r" b="b"/>
              <a:pathLst>
                <a:path w="50" h="49" extrusionOk="0">
                  <a:moveTo>
                    <a:pt x="25" y="0"/>
                  </a:moveTo>
                  <a:lnTo>
                    <a:pt x="1" y="24"/>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9"/>
            <p:cNvSpPr/>
            <p:nvPr/>
          </p:nvSpPr>
          <p:spPr>
            <a:xfrm>
              <a:off x="2023150" y="2178625"/>
              <a:ext cx="625" cy="1825"/>
            </a:xfrm>
            <a:custGeom>
              <a:avLst/>
              <a:gdLst/>
              <a:ahLst/>
              <a:cxnLst/>
              <a:rect l="l" t="t" r="r" b="b"/>
              <a:pathLst>
                <a:path w="25" h="73" extrusionOk="0">
                  <a:moveTo>
                    <a:pt x="0" y="0"/>
                  </a:moveTo>
                  <a:lnTo>
                    <a:pt x="0" y="24"/>
                  </a:lnTo>
                  <a:lnTo>
                    <a:pt x="0" y="72"/>
                  </a:lnTo>
                  <a:lnTo>
                    <a:pt x="24" y="48"/>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9"/>
            <p:cNvSpPr/>
            <p:nvPr/>
          </p:nvSpPr>
          <p:spPr>
            <a:xfrm>
              <a:off x="2037600" y="22544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9"/>
            <p:cNvSpPr/>
            <p:nvPr/>
          </p:nvSpPr>
          <p:spPr>
            <a:xfrm>
              <a:off x="2032175" y="2358550"/>
              <a:ext cx="1225" cy="1250"/>
            </a:xfrm>
            <a:custGeom>
              <a:avLst/>
              <a:gdLst/>
              <a:ahLst/>
              <a:cxnLst/>
              <a:rect l="l" t="t" r="r" b="b"/>
              <a:pathLst>
                <a:path w="49" h="50" extrusionOk="0">
                  <a:moveTo>
                    <a:pt x="25" y="1"/>
                  </a:moveTo>
                  <a:lnTo>
                    <a:pt x="0" y="25"/>
                  </a:lnTo>
                  <a:lnTo>
                    <a:pt x="25"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9"/>
            <p:cNvSpPr/>
            <p:nvPr/>
          </p:nvSpPr>
          <p:spPr>
            <a:xfrm>
              <a:off x="1970175" y="2147925"/>
              <a:ext cx="650" cy="625"/>
            </a:xfrm>
            <a:custGeom>
              <a:avLst/>
              <a:gdLst/>
              <a:ahLst/>
              <a:cxnLst/>
              <a:rect l="l" t="t" r="r" b="b"/>
              <a:pathLst>
                <a:path w="26" h="25" extrusionOk="0">
                  <a:moveTo>
                    <a:pt x="1" y="0"/>
                  </a:moveTo>
                  <a:lnTo>
                    <a:pt x="1"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9"/>
            <p:cNvSpPr/>
            <p:nvPr/>
          </p:nvSpPr>
          <p:spPr>
            <a:xfrm>
              <a:off x="2005700" y="2146125"/>
              <a:ext cx="1225" cy="625"/>
            </a:xfrm>
            <a:custGeom>
              <a:avLst/>
              <a:gdLst/>
              <a:ahLst/>
              <a:cxnLst/>
              <a:rect l="l" t="t" r="r" b="b"/>
              <a:pathLst>
                <a:path w="49" h="25" extrusionOk="0">
                  <a:moveTo>
                    <a:pt x="0" y="0"/>
                  </a:moveTo>
                  <a:lnTo>
                    <a:pt x="0" y="24"/>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9"/>
            <p:cNvSpPr/>
            <p:nvPr/>
          </p:nvSpPr>
          <p:spPr>
            <a:xfrm>
              <a:off x="1972000" y="22869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9"/>
            <p:cNvSpPr/>
            <p:nvPr/>
          </p:nvSpPr>
          <p:spPr>
            <a:xfrm>
              <a:off x="1987650" y="2284525"/>
              <a:ext cx="1225" cy="1250"/>
            </a:xfrm>
            <a:custGeom>
              <a:avLst/>
              <a:gdLst/>
              <a:ahLst/>
              <a:cxnLst/>
              <a:rect l="l" t="t" r="r" b="b"/>
              <a:pathLst>
                <a:path w="49" h="50" extrusionOk="0">
                  <a:moveTo>
                    <a:pt x="24" y="1"/>
                  </a:moveTo>
                  <a:lnTo>
                    <a:pt x="0" y="25"/>
                  </a:lnTo>
                  <a:lnTo>
                    <a:pt x="0" y="49"/>
                  </a:lnTo>
                  <a:lnTo>
                    <a:pt x="48"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9"/>
            <p:cNvSpPr/>
            <p:nvPr/>
          </p:nvSpPr>
          <p:spPr>
            <a:xfrm>
              <a:off x="2002075" y="2243600"/>
              <a:ext cx="625" cy="1250"/>
            </a:xfrm>
            <a:custGeom>
              <a:avLst/>
              <a:gdLst/>
              <a:ahLst/>
              <a:cxnLst/>
              <a:rect l="l" t="t" r="r" b="b"/>
              <a:pathLst>
                <a:path w="25" h="50" extrusionOk="0">
                  <a:moveTo>
                    <a:pt x="1" y="49"/>
                  </a:moveTo>
                  <a:lnTo>
                    <a:pt x="1" y="49"/>
                  </a:lnTo>
                  <a:lnTo>
                    <a:pt x="25" y="1"/>
                  </a:lnTo>
                  <a:lnTo>
                    <a:pt x="1" y="49"/>
                  </a:lnTo>
                  <a:lnTo>
                    <a:pt x="1" y="49"/>
                  </a:lnTo>
                  <a:lnTo>
                    <a:pt x="1" y="49"/>
                  </a:lnTo>
                  <a:lnTo>
                    <a:pt x="1" y="49"/>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9"/>
            <p:cNvSpPr/>
            <p:nvPr/>
          </p:nvSpPr>
          <p:spPr>
            <a:xfrm>
              <a:off x="2024950" y="2236400"/>
              <a:ext cx="1225" cy="1225"/>
            </a:xfrm>
            <a:custGeom>
              <a:avLst/>
              <a:gdLst/>
              <a:ahLst/>
              <a:cxnLst/>
              <a:rect l="l" t="t" r="r" b="b"/>
              <a:pathLst>
                <a:path w="49" h="49" extrusionOk="0">
                  <a:moveTo>
                    <a:pt x="25" y="0"/>
                  </a:moveTo>
                  <a:lnTo>
                    <a:pt x="1" y="24"/>
                  </a:lnTo>
                  <a:lnTo>
                    <a:pt x="25" y="48"/>
                  </a:lnTo>
                  <a:lnTo>
                    <a:pt x="49"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9"/>
            <p:cNvSpPr/>
            <p:nvPr/>
          </p:nvSpPr>
          <p:spPr>
            <a:xfrm>
              <a:off x="1998475" y="2235175"/>
              <a:ext cx="1825" cy="1250"/>
            </a:xfrm>
            <a:custGeom>
              <a:avLst/>
              <a:gdLst/>
              <a:ahLst/>
              <a:cxnLst/>
              <a:rect l="l" t="t" r="r" b="b"/>
              <a:pathLst>
                <a:path w="73" h="50" extrusionOk="0">
                  <a:moveTo>
                    <a:pt x="24" y="1"/>
                  </a:moveTo>
                  <a:lnTo>
                    <a:pt x="0" y="25"/>
                  </a:lnTo>
                  <a:lnTo>
                    <a:pt x="24"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9"/>
            <p:cNvSpPr/>
            <p:nvPr/>
          </p:nvSpPr>
          <p:spPr>
            <a:xfrm>
              <a:off x="2086950" y="2230375"/>
              <a:ext cx="625" cy="25"/>
            </a:xfrm>
            <a:custGeom>
              <a:avLst/>
              <a:gdLst/>
              <a:ahLst/>
              <a:cxnLst/>
              <a:rect l="l" t="t" r="r" b="b"/>
              <a:pathLst>
                <a:path w="25" h="1" extrusionOk="0">
                  <a:moveTo>
                    <a:pt x="24" y="0"/>
                  </a:moveTo>
                  <a:lnTo>
                    <a:pt x="0" y="0"/>
                  </a:lnTo>
                  <a:lnTo>
                    <a:pt x="0" y="0"/>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9"/>
            <p:cNvSpPr/>
            <p:nvPr/>
          </p:nvSpPr>
          <p:spPr>
            <a:xfrm>
              <a:off x="2126675" y="2229175"/>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9"/>
            <p:cNvSpPr/>
            <p:nvPr/>
          </p:nvSpPr>
          <p:spPr>
            <a:xfrm>
              <a:off x="2026750" y="2306200"/>
              <a:ext cx="625" cy="1225"/>
            </a:xfrm>
            <a:custGeom>
              <a:avLst/>
              <a:gdLst/>
              <a:ahLst/>
              <a:cxnLst/>
              <a:rect l="l" t="t" r="r" b="b"/>
              <a:pathLst>
                <a:path w="25" h="49" extrusionOk="0">
                  <a:moveTo>
                    <a:pt x="25" y="1"/>
                  </a:moveTo>
                  <a:lnTo>
                    <a:pt x="1" y="25"/>
                  </a:lnTo>
                  <a:lnTo>
                    <a:pt x="25" y="49"/>
                  </a:lnTo>
                  <a:lnTo>
                    <a:pt x="25"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9"/>
            <p:cNvSpPr/>
            <p:nvPr/>
          </p:nvSpPr>
          <p:spPr>
            <a:xfrm>
              <a:off x="1968975" y="2205700"/>
              <a:ext cx="625" cy="1225"/>
            </a:xfrm>
            <a:custGeom>
              <a:avLst/>
              <a:gdLst/>
              <a:ahLst/>
              <a:cxnLst/>
              <a:rect l="l" t="t" r="r" b="b"/>
              <a:pathLst>
                <a:path w="25" h="49" extrusionOk="0">
                  <a:moveTo>
                    <a:pt x="1" y="0"/>
                  </a:moveTo>
                  <a:lnTo>
                    <a:pt x="1" y="24"/>
                  </a:lnTo>
                  <a:lnTo>
                    <a:pt x="1" y="48"/>
                  </a:lnTo>
                  <a:lnTo>
                    <a:pt x="25" y="24"/>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9"/>
            <p:cNvSpPr/>
            <p:nvPr/>
          </p:nvSpPr>
          <p:spPr>
            <a:xfrm>
              <a:off x="2072500" y="2198475"/>
              <a:ext cx="1225" cy="1225"/>
            </a:xfrm>
            <a:custGeom>
              <a:avLst/>
              <a:gdLst/>
              <a:ahLst/>
              <a:cxnLst/>
              <a:rect l="l" t="t" r="r" b="b"/>
              <a:pathLst>
                <a:path w="49" h="49" extrusionOk="0">
                  <a:moveTo>
                    <a:pt x="24" y="0"/>
                  </a:moveTo>
                  <a:lnTo>
                    <a:pt x="0" y="25"/>
                  </a:lnTo>
                  <a:lnTo>
                    <a:pt x="24" y="49"/>
                  </a:lnTo>
                  <a:lnTo>
                    <a:pt x="49" y="49"/>
                  </a:lnTo>
                  <a:lnTo>
                    <a:pt x="49" y="25"/>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9"/>
            <p:cNvSpPr/>
            <p:nvPr/>
          </p:nvSpPr>
          <p:spPr>
            <a:xfrm>
              <a:off x="2085125" y="2146125"/>
              <a:ext cx="650" cy="625"/>
            </a:xfrm>
            <a:custGeom>
              <a:avLst/>
              <a:gdLst/>
              <a:ahLst/>
              <a:cxnLst/>
              <a:rect l="l" t="t" r="r" b="b"/>
              <a:pathLst>
                <a:path w="26"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9"/>
            <p:cNvSpPr/>
            <p:nvPr/>
          </p:nvSpPr>
          <p:spPr>
            <a:xfrm>
              <a:off x="2052625" y="2283925"/>
              <a:ext cx="650" cy="625"/>
            </a:xfrm>
            <a:custGeom>
              <a:avLst/>
              <a:gdLst/>
              <a:ahLst/>
              <a:cxnLst/>
              <a:rect l="l" t="t" r="r" b="b"/>
              <a:pathLst>
                <a:path w="26" h="25" extrusionOk="0">
                  <a:moveTo>
                    <a:pt x="1" y="1"/>
                  </a:moveTo>
                  <a:lnTo>
                    <a:pt x="1" y="25"/>
                  </a:lnTo>
                  <a:lnTo>
                    <a:pt x="25" y="25"/>
                  </a:lnTo>
                  <a:lnTo>
                    <a:pt x="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9"/>
            <p:cNvSpPr/>
            <p:nvPr/>
          </p:nvSpPr>
          <p:spPr>
            <a:xfrm>
              <a:off x="1971400" y="2338100"/>
              <a:ext cx="625" cy="625"/>
            </a:xfrm>
            <a:custGeom>
              <a:avLst/>
              <a:gdLst/>
              <a:ahLst/>
              <a:cxnLst/>
              <a:rect l="l" t="t" r="r" b="b"/>
              <a:pathLst>
                <a:path w="25" h="25" extrusionOk="0">
                  <a:moveTo>
                    <a:pt x="24" y="0"/>
                  </a:moveTo>
                  <a:lnTo>
                    <a:pt x="0" y="24"/>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9"/>
            <p:cNvSpPr/>
            <p:nvPr/>
          </p:nvSpPr>
          <p:spPr>
            <a:xfrm>
              <a:off x="2008100" y="2412725"/>
              <a:ext cx="625" cy="625"/>
            </a:xfrm>
            <a:custGeom>
              <a:avLst/>
              <a:gdLst/>
              <a:ahLst/>
              <a:cxnLst/>
              <a:rect l="l" t="t" r="r" b="b"/>
              <a:pathLst>
                <a:path w="25" h="25" extrusionOk="0">
                  <a:moveTo>
                    <a:pt x="1" y="0"/>
                  </a:moveTo>
                  <a:lnTo>
                    <a:pt x="1" y="25"/>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9"/>
            <p:cNvSpPr/>
            <p:nvPr/>
          </p:nvSpPr>
          <p:spPr>
            <a:xfrm>
              <a:off x="1978600" y="2316425"/>
              <a:ext cx="25" cy="625"/>
            </a:xfrm>
            <a:custGeom>
              <a:avLst/>
              <a:gdLst/>
              <a:ahLst/>
              <a:cxnLst/>
              <a:rect l="l" t="t" r="r" b="b"/>
              <a:pathLst>
                <a:path w="1" h="25" extrusionOk="0">
                  <a:moveTo>
                    <a:pt x="1" y="25"/>
                  </a:moveTo>
                  <a:lnTo>
                    <a:pt x="1" y="25"/>
                  </a:lnTo>
                  <a:lnTo>
                    <a:pt x="1" y="1"/>
                  </a:lnTo>
                  <a:lnTo>
                    <a:pt x="1"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9"/>
            <p:cNvSpPr/>
            <p:nvPr/>
          </p:nvSpPr>
          <p:spPr>
            <a:xfrm>
              <a:off x="2038800" y="2217125"/>
              <a:ext cx="625" cy="625"/>
            </a:xfrm>
            <a:custGeom>
              <a:avLst/>
              <a:gdLst/>
              <a:ahLst/>
              <a:cxnLst/>
              <a:rect l="l" t="t" r="r" b="b"/>
              <a:pathLst>
                <a:path w="25" h="25" extrusionOk="0">
                  <a:moveTo>
                    <a:pt x="0" y="25"/>
                  </a:moveTo>
                  <a:lnTo>
                    <a:pt x="0" y="25"/>
                  </a:lnTo>
                  <a:lnTo>
                    <a:pt x="0" y="1"/>
                  </a:lnTo>
                  <a:lnTo>
                    <a:pt x="24" y="1"/>
                  </a:lnTo>
                  <a:lnTo>
                    <a:pt x="24"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9"/>
            <p:cNvSpPr/>
            <p:nvPr/>
          </p:nvSpPr>
          <p:spPr>
            <a:xfrm>
              <a:off x="2006900" y="2215325"/>
              <a:ext cx="25" cy="25"/>
            </a:xfrm>
            <a:custGeom>
              <a:avLst/>
              <a:gdLst/>
              <a:ahLst/>
              <a:cxnLst/>
              <a:rect l="l" t="t" r="r" b="b"/>
              <a:pathLst>
                <a:path w="1" h="1" extrusionOk="0">
                  <a:moveTo>
                    <a:pt x="0" y="0"/>
                  </a:moveTo>
                  <a:lnTo>
                    <a:pt x="0" y="0"/>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9"/>
            <p:cNvSpPr/>
            <p:nvPr/>
          </p:nvSpPr>
          <p:spPr>
            <a:xfrm>
              <a:off x="2041200" y="2205100"/>
              <a:ext cx="25" cy="25"/>
            </a:xfrm>
            <a:custGeom>
              <a:avLst/>
              <a:gdLst/>
              <a:ahLst/>
              <a:cxnLst/>
              <a:rect l="l" t="t" r="r" b="b"/>
              <a:pathLst>
                <a:path w="1" h="1" extrusionOk="0">
                  <a:moveTo>
                    <a:pt x="1" y="0"/>
                  </a:moveTo>
                  <a:lnTo>
                    <a:pt x="1" y="0"/>
                  </a:lnTo>
                  <a:lnTo>
                    <a:pt x="1" y="0"/>
                  </a:ln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9"/>
            <p:cNvSpPr/>
            <p:nvPr/>
          </p:nvSpPr>
          <p:spPr>
            <a:xfrm>
              <a:off x="1952125" y="2182225"/>
              <a:ext cx="25" cy="25"/>
            </a:xfrm>
            <a:custGeom>
              <a:avLst/>
              <a:gdLst/>
              <a:ahLst/>
              <a:cxnLst/>
              <a:rect l="l" t="t" r="r" b="b"/>
              <a:pathLst>
                <a:path w="1" h="1" extrusionOk="0">
                  <a:moveTo>
                    <a:pt x="1" y="0"/>
                  </a:move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9"/>
            <p:cNvSpPr/>
            <p:nvPr/>
          </p:nvSpPr>
          <p:spPr>
            <a:xfrm>
              <a:off x="1952125" y="2181625"/>
              <a:ext cx="625" cy="625"/>
            </a:xfrm>
            <a:custGeom>
              <a:avLst/>
              <a:gdLst/>
              <a:ahLst/>
              <a:cxnLst/>
              <a:rect l="l" t="t" r="r" b="b"/>
              <a:pathLst>
                <a:path w="25"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9"/>
            <p:cNvSpPr/>
            <p:nvPr/>
          </p:nvSpPr>
          <p:spPr>
            <a:xfrm>
              <a:off x="1924450" y="2177400"/>
              <a:ext cx="25" cy="625"/>
            </a:xfrm>
            <a:custGeom>
              <a:avLst/>
              <a:gdLst/>
              <a:ahLst/>
              <a:cxnLst/>
              <a:rect l="l" t="t" r="r" b="b"/>
              <a:pathLst>
                <a:path w="1" h="25" extrusionOk="0">
                  <a:moveTo>
                    <a:pt x="0" y="25"/>
                  </a:moveTo>
                  <a:lnTo>
                    <a:pt x="0"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9"/>
            <p:cNvSpPr/>
            <p:nvPr/>
          </p:nvSpPr>
          <p:spPr>
            <a:xfrm>
              <a:off x="1781825" y="1840975"/>
              <a:ext cx="652400" cy="709600"/>
            </a:xfrm>
            <a:custGeom>
              <a:avLst/>
              <a:gdLst/>
              <a:ahLst/>
              <a:cxnLst/>
              <a:rect l="l" t="t" r="r" b="b"/>
              <a:pathLst>
                <a:path w="26096" h="28384" extrusionOk="0">
                  <a:moveTo>
                    <a:pt x="18392" y="1"/>
                  </a:moveTo>
                  <a:lnTo>
                    <a:pt x="18031" y="49"/>
                  </a:lnTo>
                  <a:lnTo>
                    <a:pt x="17646" y="121"/>
                  </a:lnTo>
                  <a:lnTo>
                    <a:pt x="17261" y="194"/>
                  </a:lnTo>
                  <a:lnTo>
                    <a:pt x="16851" y="314"/>
                  </a:lnTo>
                  <a:lnTo>
                    <a:pt x="16418" y="434"/>
                  </a:lnTo>
                  <a:lnTo>
                    <a:pt x="15599" y="747"/>
                  </a:lnTo>
                  <a:lnTo>
                    <a:pt x="13938" y="1397"/>
                  </a:lnTo>
                  <a:lnTo>
                    <a:pt x="13529" y="1542"/>
                  </a:lnTo>
                  <a:lnTo>
                    <a:pt x="13120" y="1662"/>
                  </a:lnTo>
                  <a:lnTo>
                    <a:pt x="12711" y="1758"/>
                  </a:lnTo>
                  <a:lnTo>
                    <a:pt x="12277" y="1855"/>
                  </a:lnTo>
                  <a:lnTo>
                    <a:pt x="11676" y="1951"/>
                  </a:lnTo>
                  <a:lnTo>
                    <a:pt x="11098" y="2023"/>
                  </a:lnTo>
                  <a:lnTo>
                    <a:pt x="10472" y="2047"/>
                  </a:lnTo>
                  <a:lnTo>
                    <a:pt x="9870" y="2071"/>
                  </a:lnTo>
                  <a:lnTo>
                    <a:pt x="8715" y="2095"/>
                  </a:lnTo>
                  <a:lnTo>
                    <a:pt x="7968" y="2168"/>
                  </a:lnTo>
                  <a:lnTo>
                    <a:pt x="7607" y="2216"/>
                  </a:lnTo>
                  <a:lnTo>
                    <a:pt x="7270" y="2288"/>
                  </a:lnTo>
                  <a:lnTo>
                    <a:pt x="6909" y="2360"/>
                  </a:lnTo>
                  <a:lnTo>
                    <a:pt x="6548" y="2456"/>
                  </a:lnTo>
                  <a:lnTo>
                    <a:pt x="6211" y="2577"/>
                  </a:lnTo>
                  <a:lnTo>
                    <a:pt x="5874" y="2697"/>
                  </a:lnTo>
                  <a:lnTo>
                    <a:pt x="5007" y="3058"/>
                  </a:lnTo>
                  <a:lnTo>
                    <a:pt x="4165" y="3468"/>
                  </a:lnTo>
                  <a:lnTo>
                    <a:pt x="3346" y="3925"/>
                  </a:lnTo>
                  <a:lnTo>
                    <a:pt x="2552" y="4430"/>
                  </a:lnTo>
                  <a:lnTo>
                    <a:pt x="1998" y="4816"/>
                  </a:lnTo>
                  <a:lnTo>
                    <a:pt x="1420" y="5225"/>
                  </a:lnTo>
                  <a:lnTo>
                    <a:pt x="313" y="6067"/>
                  </a:lnTo>
                  <a:lnTo>
                    <a:pt x="120" y="6212"/>
                  </a:lnTo>
                  <a:lnTo>
                    <a:pt x="24" y="6356"/>
                  </a:lnTo>
                  <a:lnTo>
                    <a:pt x="0" y="6404"/>
                  </a:lnTo>
                  <a:lnTo>
                    <a:pt x="24" y="6477"/>
                  </a:lnTo>
                  <a:lnTo>
                    <a:pt x="48" y="6525"/>
                  </a:lnTo>
                  <a:lnTo>
                    <a:pt x="265" y="6525"/>
                  </a:lnTo>
                  <a:lnTo>
                    <a:pt x="385" y="6501"/>
                  </a:lnTo>
                  <a:lnTo>
                    <a:pt x="1372" y="6236"/>
                  </a:lnTo>
                  <a:lnTo>
                    <a:pt x="2672" y="5875"/>
                  </a:lnTo>
                  <a:lnTo>
                    <a:pt x="3972" y="5562"/>
                  </a:lnTo>
                  <a:lnTo>
                    <a:pt x="5296" y="5297"/>
                  </a:lnTo>
                  <a:lnTo>
                    <a:pt x="6620" y="5056"/>
                  </a:lnTo>
                  <a:lnTo>
                    <a:pt x="8474" y="4767"/>
                  </a:lnTo>
                  <a:lnTo>
                    <a:pt x="10327" y="4527"/>
                  </a:lnTo>
                  <a:lnTo>
                    <a:pt x="12181" y="4334"/>
                  </a:lnTo>
                  <a:lnTo>
                    <a:pt x="14035" y="4166"/>
                  </a:lnTo>
                  <a:lnTo>
                    <a:pt x="14805" y="4117"/>
                  </a:lnTo>
                  <a:lnTo>
                    <a:pt x="15599" y="4069"/>
                  </a:lnTo>
                  <a:lnTo>
                    <a:pt x="16394" y="4069"/>
                  </a:lnTo>
                  <a:lnTo>
                    <a:pt x="17164" y="4093"/>
                  </a:lnTo>
                  <a:lnTo>
                    <a:pt x="17670" y="4142"/>
                  </a:lnTo>
                  <a:lnTo>
                    <a:pt x="18175" y="4190"/>
                  </a:lnTo>
                  <a:lnTo>
                    <a:pt x="18681" y="4238"/>
                  </a:lnTo>
                  <a:lnTo>
                    <a:pt x="19186" y="4334"/>
                  </a:lnTo>
                  <a:lnTo>
                    <a:pt x="19620" y="4430"/>
                  </a:lnTo>
                  <a:lnTo>
                    <a:pt x="20029" y="4575"/>
                  </a:lnTo>
                  <a:lnTo>
                    <a:pt x="20438" y="4719"/>
                  </a:lnTo>
                  <a:lnTo>
                    <a:pt x="20847" y="4912"/>
                  </a:lnTo>
                  <a:lnTo>
                    <a:pt x="21257" y="5153"/>
                  </a:lnTo>
                  <a:lnTo>
                    <a:pt x="21666" y="5442"/>
                  </a:lnTo>
                  <a:lnTo>
                    <a:pt x="22027" y="5754"/>
                  </a:lnTo>
                  <a:lnTo>
                    <a:pt x="22364" y="6091"/>
                  </a:lnTo>
                  <a:lnTo>
                    <a:pt x="22749" y="6501"/>
                  </a:lnTo>
                  <a:lnTo>
                    <a:pt x="23086" y="6934"/>
                  </a:lnTo>
                  <a:lnTo>
                    <a:pt x="23375" y="7391"/>
                  </a:lnTo>
                  <a:lnTo>
                    <a:pt x="23616" y="7897"/>
                  </a:lnTo>
                  <a:lnTo>
                    <a:pt x="23784" y="8282"/>
                  </a:lnTo>
                  <a:lnTo>
                    <a:pt x="23905" y="8691"/>
                  </a:lnTo>
                  <a:lnTo>
                    <a:pt x="23977" y="9101"/>
                  </a:lnTo>
                  <a:lnTo>
                    <a:pt x="24025" y="9534"/>
                  </a:lnTo>
                  <a:lnTo>
                    <a:pt x="24025" y="9823"/>
                  </a:lnTo>
                  <a:lnTo>
                    <a:pt x="23977" y="10088"/>
                  </a:lnTo>
                  <a:lnTo>
                    <a:pt x="23881" y="10352"/>
                  </a:lnTo>
                  <a:lnTo>
                    <a:pt x="23760" y="10593"/>
                  </a:lnTo>
                  <a:lnTo>
                    <a:pt x="23616" y="10810"/>
                  </a:lnTo>
                  <a:lnTo>
                    <a:pt x="23447" y="11026"/>
                  </a:lnTo>
                  <a:lnTo>
                    <a:pt x="22725" y="12038"/>
                  </a:lnTo>
                  <a:lnTo>
                    <a:pt x="22027" y="13049"/>
                  </a:lnTo>
                  <a:lnTo>
                    <a:pt x="21690" y="13626"/>
                  </a:lnTo>
                  <a:lnTo>
                    <a:pt x="21377" y="14204"/>
                  </a:lnTo>
                  <a:lnTo>
                    <a:pt x="21064" y="14782"/>
                  </a:lnTo>
                  <a:lnTo>
                    <a:pt x="20823" y="15408"/>
                  </a:lnTo>
                  <a:lnTo>
                    <a:pt x="20510" y="16226"/>
                  </a:lnTo>
                  <a:lnTo>
                    <a:pt x="20246" y="17069"/>
                  </a:lnTo>
                  <a:lnTo>
                    <a:pt x="20029" y="17935"/>
                  </a:lnTo>
                  <a:lnTo>
                    <a:pt x="19885" y="18802"/>
                  </a:lnTo>
                  <a:lnTo>
                    <a:pt x="19764" y="19500"/>
                  </a:lnTo>
                  <a:lnTo>
                    <a:pt x="19620" y="20222"/>
                  </a:lnTo>
                  <a:lnTo>
                    <a:pt x="19523" y="20608"/>
                  </a:lnTo>
                  <a:lnTo>
                    <a:pt x="19403" y="20969"/>
                  </a:lnTo>
                  <a:lnTo>
                    <a:pt x="19283" y="21354"/>
                  </a:lnTo>
                  <a:lnTo>
                    <a:pt x="19138" y="21715"/>
                  </a:lnTo>
                  <a:lnTo>
                    <a:pt x="18970" y="22076"/>
                  </a:lnTo>
                  <a:lnTo>
                    <a:pt x="18801" y="22413"/>
                  </a:lnTo>
                  <a:lnTo>
                    <a:pt x="18609" y="22750"/>
                  </a:lnTo>
                  <a:lnTo>
                    <a:pt x="18392" y="23087"/>
                  </a:lnTo>
                  <a:lnTo>
                    <a:pt x="18199" y="23352"/>
                  </a:lnTo>
                  <a:lnTo>
                    <a:pt x="17983" y="23593"/>
                  </a:lnTo>
                  <a:lnTo>
                    <a:pt x="17766" y="23833"/>
                  </a:lnTo>
                  <a:lnTo>
                    <a:pt x="17549" y="24026"/>
                  </a:lnTo>
                  <a:lnTo>
                    <a:pt x="17309" y="24243"/>
                  </a:lnTo>
                  <a:lnTo>
                    <a:pt x="17044" y="24411"/>
                  </a:lnTo>
                  <a:lnTo>
                    <a:pt x="16779" y="24580"/>
                  </a:lnTo>
                  <a:lnTo>
                    <a:pt x="16490" y="24724"/>
                  </a:lnTo>
                  <a:lnTo>
                    <a:pt x="16153" y="24893"/>
                  </a:lnTo>
                  <a:lnTo>
                    <a:pt x="15816" y="25037"/>
                  </a:lnTo>
                  <a:lnTo>
                    <a:pt x="15118" y="25278"/>
                  </a:lnTo>
                  <a:lnTo>
                    <a:pt x="13866" y="25639"/>
                  </a:lnTo>
                  <a:lnTo>
                    <a:pt x="13240" y="25807"/>
                  </a:lnTo>
                  <a:lnTo>
                    <a:pt x="12590" y="25976"/>
                  </a:lnTo>
                  <a:lnTo>
                    <a:pt x="12157" y="26072"/>
                  </a:lnTo>
                  <a:lnTo>
                    <a:pt x="11724" y="26217"/>
                  </a:lnTo>
                  <a:lnTo>
                    <a:pt x="11290" y="26361"/>
                  </a:lnTo>
                  <a:lnTo>
                    <a:pt x="10857" y="26530"/>
                  </a:lnTo>
                  <a:lnTo>
                    <a:pt x="10568" y="26674"/>
                  </a:lnTo>
                  <a:lnTo>
                    <a:pt x="10303" y="26843"/>
                  </a:lnTo>
                  <a:lnTo>
                    <a:pt x="10183" y="26939"/>
                  </a:lnTo>
                  <a:lnTo>
                    <a:pt x="10111" y="27083"/>
                  </a:lnTo>
                  <a:lnTo>
                    <a:pt x="10063" y="27228"/>
                  </a:lnTo>
                  <a:lnTo>
                    <a:pt x="10063" y="27372"/>
                  </a:lnTo>
                  <a:lnTo>
                    <a:pt x="10111" y="27517"/>
                  </a:lnTo>
                  <a:lnTo>
                    <a:pt x="10159" y="27661"/>
                  </a:lnTo>
                  <a:lnTo>
                    <a:pt x="10279" y="27781"/>
                  </a:lnTo>
                  <a:lnTo>
                    <a:pt x="10400" y="27854"/>
                  </a:lnTo>
                  <a:lnTo>
                    <a:pt x="10953" y="28070"/>
                  </a:lnTo>
                  <a:lnTo>
                    <a:pt x="11242" y="28142"/>
                  </a:lnTo>
                  <a:lnTo>
                    <a:pt x="11531" y="28215"/>
                  </a:lnTo>
                  <a:lnTo>
                    <a:pt x="12037" y="28287"/>
                  </a:lnTo>
                  <a:lnTo>
                    <a:pt x="12542" y="28359"/>
                  </a:lnTo>
                  <a:lnTo>
                    <a:pt x="13024" y="28383"/>
                  </a:lnTo>
                  <a:lnTo>
                    <a:pt x="13529" y="28383"/>
                  </a:lnTo>
                  <a:lnTo>
                    <a:pt x="15455" y="28359"/>
                  </a:lnTo>
                  <a:lnTo>
                    <a:pt x="16129" y="28335"/>
                  </a:lnTo>
                  <a:lnTo>
                    <a:pt x="16611" y="28287"/>
                  </a:lnTo>
                  <a:lnTo>
                    <a:pt x="17092" y="28215"/>
                  </a:lnTo>
                  <a:lnTo>
                    <a:pt x="17574" y="28142"/>
                  </a:lnTo>
                  <a:lnTo>
                    <a:pt x="18055" y="28022"/>
                  </a:lnTo>
                  <a:lnTo>
                    <a:pt x="18512" y="27878"/>
                  </a:lnTo>
                  <a:lnTo>
                    <a:pt x="18970" y="27709"/>
                  </a:lnTo>
                  <a:lnTo>
                    <a:pt x="19427" y="27517"/>
                  </a:lnTo>
                  <a:lnTo>
                    <a:pt x="19885" y="27300"/>
                  </a:lnTo>
                  <a:lnTo>
                    <a:pt x="20390" y="27035"/>
                  </a:lnTo>
                  <a:lnTo>
                    <a:pt x="20872" y="26746"/>
                  </a:lnTo>
                  <a:lnTo>
                    <a:pt x="21859" y="26120"/>
                  </a:lnTo>
                  <a:lnTo>
                    <a:pt x="22147" y="25928"/>
                  </a:lnTo>
                  <a:lnTo>
                    <a:pt x="22436" y="25711"/>
                  </a:lnTo>
                  <a:lnTo>
                    <a:pt x="23014" y="25254"/>
                  </a:lnTo>
                  <a:lnTo>
                    <a:pt x="23183" y="25085"/>
                  </a:lnTo>
                  <a:lnTo>
                    <a:pt x="23327" y="24917"/>
                  </a:lnTo>
                  <a:lnTo>
                    <a:pt x="23568" y="24532"/>
                  </a:lnTo>
                  <a:lnTo>
                    <a:pt x="23664" y="24363"/>
                  </a:lnTo>
                  <a:lnTo>
                    <a:pt x="23736" y="24170"/>
                  </a:lnTo>
                  <a:lnTo>
                    <a:pt x="23760" y="24026"/>
                  </a:lnTo>
                  <a:lnTo>
                    <a:pt x="23784" y="23906"/>
                  </a:lnTo>
                  <a:lnTo>
                    <a:pt x="23760" y="23617"/>
                  </a:lnTo>
                  <a:lnTo>
                    <a:pt x="23712" y="23352"/>
                  </a:lnTo>
                  <a:lnTo>
                    <a:pt x="23592" y="23087"/>
                  </a:lnTo>
                  <a:lnTo>
                    <a:pt x="23423" y="22798"/>
                  </a:lnTo>
                  <a:lnTo>
                    <a:pt x="23207" y="22533"/>
                  </a:lnTo>
                  <a:lnTo>
                    <a:pt x="22629" y="21763"/>
                  </a:lnTo>
                  <a:lnTo>
                    <a:pt x="22509" y="21571"/>
                  </a:lnTo>
                  <a:lnTo>
                    <a:pt x="22388" y="21378"/>
                  </a:lnTo>
                  <a:lnTo>
                    <a:pt x="22292" y="21161"/>
                  </a:lnTo>
                  <a:lnTo>
                    <a:pt x="22220" y="20945"/>
                  </a:lnTo>
                  <a:lnTo>
                    <a:pt x="22147" y="20728"/>
                  </a:lnTo>
                  <a:lnTo>
                    <a:pt x="22099" y="20487"/>
                  </a:lnTo>
                  <a:lnTo>
                    <a:pt x="22099" y="20271"/>
                  </a:lnTo>
                  <a:lnTo>
                    <a:pt x="22075" y="20030"/>
                  </a:lnTo>
                  <a:lnTo>
                    <a:pt x="22099" y="19717"/>
                  </a:lnTo>
                  <a:lnTo>
                    <a:pt x="22123" y="19404"/>
                  </a:lnTo>
                  <a:lnTo>
                    <a:pt x="22196" y="19043"/>
                  </a:lnTo>
                  <a:lnTo>
                    <a:pt x="22268" y="18682"/>
                  </a:lnTo>
                  <a:lnTo>
                    <a:pt x="22364" y="18345"/>
                  </a:lnTo>
                  <a:lnTo>
                    <a:pt x="22484" y="17984"/>
                  </a:lnTo>
                  <a:lnTo>
                    <a:pt x="22677" y="17478"/>
                  </a:lnTo>
                  <a:lnTo>
                    <a:pt x="22894" y="16997"/>
                  </a:lnTo>
                  <a:lnTo>
                    <a:pt x="23159" y="16491"/>
                  </a:lnTo>
                  <a:lnTo>
                    <a:pt x="23399" y="16034"/>
                  </a:lnTo>
                  <a:lnTo>
                    <a:pt x="24001" y="14999"/>
                  </a:lnTo>
                  <a:lnTo>
                    <a:pt x="24579" y="13963"/>
                  </a:lnTo>
                  <a:lnTo>
                    <a:pt x="24844" y="13458"/>
                  </a:lnTo>
                  <a:lnTo>
                    <a:pt x="25108" y="12928"/>
                  </a:lnTo>
                  <a:lnTo>
                    <a:pt x="25325" y="12399"/>
                  </a:lnTo>
                  <a:lnTo>
                    <a:pt x="25518" y="11845"/>
                  </a:lnTo>
                  <a:lnTo>
                    <a:pt x="25686" y="11315"/>
                  </a:lnTo>
                  <a:lnTo>
                    <a:pt x="25831" y="10786"/>
                  </a:lnTo>
                  <a:lnTo>
                    <a:pt x="25951" y="10256"/>
                  </a:lnTo>
                  <a:lnTo>
                    <a:pt x="26023" y="9727"/>
                  </a:lnTo>
                  <a:lnTo>
                    <a:pt x="26071" y="9173"/>
                  </a:lnTo>
                  <a:lnTo>
                    <a:pt x="26095" y="8643"/>
                  </a:lnTo>
                  <a:lnTo>
                    <a:pt x="26095" y="8090"/>
                  </a:lnTo>
                  <a:lnTo>
                    <a:pt x="26047" y="7536"/>
                  </a:lnTo>
                  <a:lnTo>
                    <a:pt x="25975" y="6910"/>
                  </a:lnTo>
                  <a:lnTo>
                    <a:pt x="25831" y="6284"/>
                  </a:lnTo>
                  <a:lnTo>
                    <a:pt x="25662" y="5682"/>
                  </a:lnTo>
                  <a:lnTo>
                    <a:pt x="25445" y="5104"/>
                  </a:lnTo>
                  <a:lnTo>
                    <a:pt x="25205" y="4527"/>
                  </a:lnTo>
                  <a:lnTo>
                    <a:pt x="24892" y="3997"/>
                  </a:lnTo>
                  <a:lnTo>
                    <a:pt x="24555" y="3468"/>
                  </a:lnTo>
                  <a:lnTo>
                    <a:pt x="24146" y="2962"/>
                  </a:lnTo>
                  <a:lnTo>
                    <a:pt x="23881" y="2649"/>
                  </a:lnTo>
                  <a:lnTo>
                    <a:pt x="23592" y="2360"/>
                  </a:lnTo>
                  <a:lnTo>
                    <a:pt x="23303" y="2095"/>
                  </a:lnTo>
                  <a:lnTo>
                    <a:pt x="23014" y="1831"/>
                  </a:lnTo>
                  <a:lnTo>
                    <a:pt x="22701" y="1566"/>
                  </a:lnTo>
                  <a:lnTo>
                    <a:pt x="22388" y="1325"/>
                  </a:lnTo>
                  <a:lnTo>
                    <a:pt x="21714" y="892"/>
                  </a:lnTo>
                  <a:lnTo>
                    <a:pt x="21305" y="651"/>
                  </a:lnTo>
                  <a:lnTo>
                    <a:pt x="20896" y="434"/>
                  </a:lnTo>
                  <a:lnTo>
                    <a:pt x="20390" y="242"/>
                  </a:lnTo>
                  <a:lnTo>
                    <a:pt x="20125" y="170"/>
                  </a:lnTo>
                  <a:lnTo>
                    <a:pt x="19860" y="97"/>
                  </a:lnTo>
                  <a:lnTo>
                    <a:pt x="19596" y="49"/>
                  </a:lnTo>
                  <a:lnTo>
                    <a:pt x="19331" y="25"/>
                  </a:lnTo>
                  <a:lnTo>
                    <a:pt x="190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9"/>
            <p:cNvSpPr/>
            <p:nvPr/>
          </p:nvSpPr>
          <p:spPr>
            <a:xfrm>
              <a:off x="1802875" y="1996850"/>
              <a:ext cx="521825" cy="518800"/>
            </a:xfrm>
            <a:custGeom>
              <a:avLst/>
              <a:gdLst/>
              <a:ahLst/>
              <a:cxnLst/>
              <a:rect l="l" t="t" r="r" b="b"/>
              <a:pathLst>
                <a:path w="20873" h="20752" extrusionOk="0">
                  <a:moveTo>
                    <a:pt x="18224" y="1"/>
                  </a:moveTo>
                  <a:lnTo>
                    <a:pt x="17983" y="25"/>
                  </a:lnTo>
                  <a:lnTo>
                    <a:pt x="17767" y="49"/>
                  </a:lnTo>
                  <a:lnTo>
                    <a:pt x="17430" y="97"/>
                  </a:lnTo>
                  <a:lnTo>
                    <a:pt x="17093" y="169"/>
                  </a:lnTo>
                  <a:lnTo>
                    <a:pt x="16419" y="338"/>
                  </a:lnTo>
                  <a:lnTo>
                    <a:pt x="15143" y="627"/>
                  </a:lnTo>
                  <a:lnTo>
                    <a:pt x="14709" y="723"/>
                  </a:lnTo>
                  <a:lnTo>
                    <a:pt x="14252" y="771"/>
                  </a:lnTo>
                  <a:lnTo>
                    <a:pt x="13795" y="795"/>
                  </a:lnTo>
                  <a:lnTo>
                    <a:pt x="13337" y="795"/>
                  </a:lnTo>
                  <a:lnTo>
                    <a:pt x="12639" y="771"/>
                  </a:lnTo>
                  <a:lnTo>
                    <a:pt x="11941" y="699"/>
                  </a:lnTo>
                  <a:lnTo>
                    <a:pt x="11243" y="603"/>
                  </a:lnTo>
                  <a:lnTo>
                    <a:pt x="10569" y="482"/>
                  </a:lnTo>
                  <a:lnTo>
                    <a:pt x="9774" y="314"/>
                  </a:lnTo>
                  <a:lnTo>
                    <a:pt x="8980" y="169"/>
                  </a:lnTo>
                  <a:lnTo>
                    <a:pt x="8330" y="97"/>
                  </a:lnTo>
                  <a:lnTo>
                    <a:pt x="7680" y="73"/>
                  </a:lnTo>
                  <a:lnTo>
                    <a:pt x="7367" y="73"/>
                  </a:lnTo>
                  <a:lnTo>
                    <a:pt x="7030" y="97"/>
                  </a:lnTo>
                  <a:lnTo>
                    <a:pt x="6717" y="145"/>
                  </a:lnTo>
                  <a:lnTo>
                    <a:pt x="6380" y="218"/>
                  </a:lnTo>
                  <a:lnTo>
                    <a:pt x="5778" y="338"/>
                  </a:lnTo>
                  <a:lnTo>
                    <a:pt x="5176" y="482"/>
                  </a:lnTo>
                  <a:lnTo>
                    <a:pt x="4574" y="651"/>
                  </a:lnTo>
                  <a:lnTo>
                    <a:pt x="3997" y="868"/>
                  </a:lnTo>
                  <a:lnTo>
                    <a:pt x="3082" y="1205"/>
                  </a:lnTo>
                  <a:lnTo>
                    <a:pt x="2167" y="1542"/>
                  </a:lnTo>
                  <a:lnTo>
                    <a:pt x="1782" y="1686"/>
                  </a:lnTo>
                  <a:lnTo>
                    <a:pt x="1373" y="1782"/>
                  </a:lnTo>
                  <a:lnTo>
                    <a:pt x="964" y="1879"/>
                  </a:lnTo>
                  <a:lnTo>
                    <a:pt x="554" y="1951"/>
                  </a:lnTo>
                  <a:lnTo>
                    <a:pt x="193" y="1999"/>
                  </a:lnTo>
                  <a:lnTo>
                    <a:pt x="97" y="2023"/>
                  </a:lnTo>
                  <a:lnTo>
                    <a:pt x="49" y="2047"/>
                  </a:lnTo>
                  <a:lnTo>
                    <a:pt x="1" y="2095"/>
                  </a:lnTo>
                  <a:lnTo>
                    <a:pt x="1" y="2143"/>
                  </a:lnTo>
                  <a:lnTo>
                    <a:pt x="25" y="2192"/>
                  </a:lnTo>
                  <a:lnTo>
                    <a:pt x="97" y="2240"/>
                  </a:lnTo>
                  <a:lnTo>
                    <a:pt x="169" y="2264"/>
                  </a:lnTo>
                  <a:lnTo>
                    <a:pt x="458" y="2312"/>
                  </a:lnTo>
                  <a:lnTo>
                    <a:pt x="723" y="2360"/>
                  </a:lnTo>
                  <a:lnTo>
                    <a:pt x="988" y="2360"/>
                  </a:lnTo>
                  <a:lnTo>
                    <a:pt x="1517" y="2336"/>
                  </a:lnTo>
                  <a:lnTo>
                    <a:pt x="5706" y="1927"/>
                  </a:lnTo>
                  <a:lnTo>
                    <a:pt x="6573" y="1855"/>
                  </a:lnTo>
                  <a:lnTo>
                    <a:pt x="7463" y="1806"/>
                  </a:lnTo>
                  <a:lnTo>
                    <a:pt x="7921" y="1806"/>
                  </a:lnTo>
                  <a:lnTo>
                    <a:pt x="8402" y="1830"/>
                  </a:lnTo>
                  <a:lnTo>
                    <a:pt x="8811" y="1855"/>
                  </a:lnTo>
                  <a:lnTo>
                    <a:pt x="9221" y="1951"/>
                  </a:lnTo>
                  <a:lnTo>
                    <a:pt x="9630" y="2047"/>
                  </a:lnTo>
                  <a:lnTo>
                    <a:pt x="10015" y="2216"/>
                  </a:lnTo>
                  <a:lnTo>
                    <a:pt x="10545" y="2432"/>
                  </a:lnTo>
                  <a:lnTo>
                    <a:pt x="11050" y="2649"/>
                  </a:lnTo>
                  <a:lnTo>
                    <a:pt x="11435" y="2793"/>
                  </a:lnTo>
                  <a:lnTo>
                    <a:pt x="11821" y="2914"/>
                  </a:lnTo>
                  <a:lnTo>
                    <a:pt x="12206" y="3010"/>
                  </a:lnTo>
                  <a:lnTo>
                    <a:pt x="12591" y="3082"/>
                  </a:lnTo>
                  <a:lnTo>
                    <a:pt x="12976" y="3130"/>
                  </a:lnTo>
                  <a:lnTo>
                    <a:pt x="13770" y="3130"/>
                  </a:lnTo>
                  <a:lnTo>
                    <a:pt x="14156" y="3082"/>
                  </a:lnTo>
                  <a:lnTo>
                    <a:pt x="15552" y="2866"/>
                  </a:lnTo>
                  <a:lnTo>
                    <a:pt x="15913" y="2817"/>
                  </a:lnTo>
                  <a:lnTo>
                    <a:pt x="16274" y="2769"/>
                  </a:lnTo>
                  <a:lnTo>
                    <a:pt x="17020" y="2769"/>
                  </a:lnTo>
                  <a:lnTo>
                    <a:pt x="17261" y="2793"/>
                  </a:lnTo>
                  <a:lnTo>
                    <a:pt x="17502" y="2817"/>
                  </a:lnTo>
                  <a:lnTo>
                    <a:pt x="17743" y="2890"/>
                  </a:lnTo>
                  <a:lnTo>
                    <a:pt x="17983" y="2962"/>
                  </a:lnTo>
                  <a:lnTo>
                    <a:pt x="18128" y="3010"/>
                  </a:lnTo>
                  <a:lnTo>
                    <a:pt x="18248" y="3082"/>
                  </a:lnTo>
                  <a:lnTo>
                    <a:pt x="18368" y="3155"/>
                  </a:lnTo>
                  <a:lnTo>
                    <a:pt x="18465" y="3251"/>
                  </a:lnTo>
                  <a:lnTo>
                    <a:pt x="18609" y="3419"/>
                  </a:lnTo>
                  <a:lnTo>
                    <a:pt x="18706" y="3588"/>
                  </a:lnTo>
                  <a:lnTo>
                    <a:pt x="18778" y="3804"/>
                  </a:lnTo>
                  <a:lnTo>
                    <a:pt x="18802" y="4021"/>
                  </a:lnTo>
                  <a:lnTo>
                    <a:pt x="18802" y="4238"/>
                  </a:lnTo>
                  <a:lnTo>
                    <a:pt x="18778" y="4430"/>
                  </a:lnTo>
                  <a:lnTo>
                    <a:pt x="18754" y="4647"/>
                  </a:lnTo>
                  <a:lnTo>
                    <a:pt x="18706" y="4864"/>
                  </a:lnTo>
                  <a:lnTo>
                    <a:pt x="18537" y="5393"/>
                  </a:lnTo>
                  <a:lnTo>
                    <a:pt x="18320" y="5899"/>
                  </a:lnTo>
                  <a:lnTo>
                    <a:pt x="18056" y="6404"/>
                  </a:lnTo>
                  <a:lnTo>
                    <a:pt x="17767" y="6886"/>
                  </a:lnTo>
                  <a:lnTo>
                    <a:pt x="17093" y="7921"/>
                  </a:lnTo>
                  <a:lnTo>
                    <a:pt x="16659" y="8667"/>
                  </a:lnTo>
                  <a:lnTo>
                    <a:pt x="16443" y="9028"/>
                  </a:lnTo>
                  <a:lnTo>
                    <a:pt x="16274" y="9414"/>
                  </a:lnTo>
                  <a:lnTo>
                    <a:pt x="15817" y="10425"/>
                  </a:lnTo>
                  <a:lnTo>
                    <a:pt x="15383" y="11460"/>
                  </a:lnTo>
                  <a:lnTo>
                    <a:pt x="15215" y="11941"/>
                  </a:lnTo>
                  <a:lnTo>
                    <a:pt x="15070" y="12447"/>
                  </a:lnTo>
                  <a:lnTo>
                    <a:pt x="14950" y="12952"/>
                  </a:lnTo>
                  <a:lnTo>
                    <a:pt x="14902" y="13482"/>
                  </a:lnTo>
                  <a:lnTo>
                    <a:pt x="14854" y="14011"/>
                  </a:lnTo>
                  <a:lnTo>
                    <a:pt x="14806" y="14397"/>
                  </a:lnTo>
                  <a:lnTo>
                    <a:pt x="14733" y="14782"/>
                  </a:lnTo>
                  <a:lnTo>
                    <a:pt x="14661" y="14974"/>
                  </a:lnTo>
                  <a:lnTo>
                    <a:pt x="14589" y="15143"/>
                  </a:lnTo>
                  <a:lnTo>
                    <a:pt x="14493" y="15311"/>
                  </a:lnTo>
                  <a:lnTo>
                    <a:pt x="14396" y="15480"/>
                  </a:lnTo>
                  <a:lnTo>
                    <a:pt x="14276" y="15648"/>
                  </a:lnTo>
                  <a:lnTo>
                    <a:pt x="14132" y="15793"/>
                  </a:lnTo>
                  <a:lnTo>
                    <a:pt x="13987" y="15913"/>
                  </a:lnTo>
                  <a:lnTo>
                    <a:pt x="13843" y="16058"/>
                  </a:lnTo>
                  <a:lnTo>
                    <a:pt x="13578" y="16226"/>
                  </a:lnTo>
                  <a:lnTo>
                    <a:pt x="13289" y="16371"/>
                  </a:lnTo>
                  <a:lnTo>
                    <a:pt x="12952" y="16539"/>
                  </a:lnTo>
                  <a:lnTo>
                    <a:pt x="12591" y="16684"/>
                  </a:lnTo>
                  <a:lnTo>
                    <a:pt x="12037" y="16924"/>
                  </a:lnTo>
                  <a:lnTo>
                    <a:pt x="11484" y="17189"/>
                  </a:lnTo>
                  <a:lnTo>
                    <a:pt x="10954" y="17502"/>
                  </a:lnTo>
                  <a:lnTo>
                    <a:pt x="10424" y="17815"/>
                  </a:lnTo>
                  <a:lnTo>
                    <a:pt x="9967" y="18104"/>
                  </a:lnTo>
                  <a:lnTo>
                    <a:pt x="9534" y="18441"/>
                  </a:lnTo>
                  <a:lnTo>
                    <a:pt x="9293" y="18658"/>
                  </a:lnTo>
                  <a:lnTo>
                    <a:pt x="9076" y="18874"/>
                  </a:lnTo>
                  <a:lnTo>
                    <a:pt x="8884" y="19091"/>
                  </a:lnTo>
                  <a:lnTo>
                    <a:pt x="8715" y="19332"/>
                  </a:lnTo>
                  <a:lnTo>
                    <a:pt x="8571" y="19572"/>
                  </a:lnTo>
                  <a:lnTo>
                    <a:pt x="8426" y="19837"/>
                  </a:lnTo>
                  <a:lnTo>
                    <a:pt x="8306" y="20126"/>
                  </a:lnTo>
                  <a:lnTo>
                    <a:pt x="8185" y="20391"/>
                  </a:lnTo>
                  <a:lnTo>
                    <a:pt x="8137" y="20608"/>
                  </a:lnTo>
                  <a:lnTo>
                    <a:pt x="8137" y="20680"/>
                  </a:lnTo>
                  <a:lnTo>
                    <a:pt x="8161" y="20704"/>
                  </a:lnTo>
                  <a:lnTo>
                    <a:pt x="8185" y="20728"/>
                  </a:lnTo>
                  <a:lnTo>
                    <a:pt x="8258" y="20752"/>
                  </a:lnTo>
                  <a:lnTo>
                    <a:pt x="8306" y="20704"/>
                  </a:lnTo>
                  <a:lnTo>
                    <a:pt x="8474" y="20559"/>
                  </a:lnTo>
                  <a:lnTo>
                    <a:pt x="8835" y="20126"/>
                  </a:lnTo>
                  <a:lnTo>
                    <a:pt x="9221" y="19717"/>
                  </a:lnTo>
                  <a:lnTo>
                    <a:pt x="9437" y="19500"/>
                  </a:lnTo>
                  <a:lnTo>
                    <a:pt x="9654" y="19308"/>
                  </a:lnTo>
                  <a:lnTo>
                    <a:pt x="10111" y="18995"/>
                  </a:lnTo>
                  <a:lnTo>
                    <a:pt x="10569" y="18730"/>
                  </a:lnTo>
                  <a:lnTo>
                    <a:pt x="11074" y="18489"/>
                  </a:lnTo>
                  <a:lnTo>
                    <a:pt x="11580" y="18321"/>
                  </a:lnTo>
                  <a:lnTo>
                    <a:pt x="12326" y="18152"/>
                  </a:lnTo>
                  <a:lnTo>
                    <a:pt x="13072" y="17959"/>
                  </a:lnTo>
                  <a:lnTo>
                    <a:pt x="13626" y="17839"/>
                  </a:lnTo>
                  <a:lnTo>
                    <a:pt x="14156" y="17695"/>
                  </a:lnTo>
                  <a:lnTo>
                    <a:pt x="14565" y="17526"/>
                  </a:lnTo>
                  <a:lnTo>
                    <a:pt x="14950" y="17334"/>
                  </a:lnTo>
                  <a:lnTo>
                    <a:pt x="15311" y="17093"/>
                  </a:lnTo>
                  <a:lnTo>
                    <a:pt x="15672" y="16828"/>
                  </a:lnTo>
                  <a:lnTo>
                    <a:pt x="15889" y="16635"/>
                  </a:lnTo>
                  <a:lnTo>
                    <a:pt x="16082" y="16419"/>
                  </a:lnTo>
                  <a:lnTo>
                    <a:pt x="16226" y="16178"/>
                  </a:lnTo>
                  <a:lnTo>
                    <a:pt x="16370" y="15913"/>
                  </a:lnTo>
                  <a:lnTo>
                    <a:pt x="16443" y="15648"/>
                  </a:lnTo>
                  <a:lnTo>
                    <a:pt x="16539" y="15384"/>
                  </a:lnTo>
                  <a:lnTo>
                    <a:pt x="16587" y="15119"/>
                  </a:lnTo>
                  <a:lnTo>
                    <a:pt x="16635" y="14854"/>
                  </a:lnTo>
                  <a:lnTo>
                    <a:pt x="16683" y="14324"/>
                  </a:lnTo>
                  <a:lnTo>
                    <a:pt x="16732" y="13771"/>
                  </a:lnTo>
                  <a:lnTo>
                    <a:pt x="16756" y="13217"/>
                  </a:lnTo>
                  <a:lnTo>
                    <a:pt x="16780" y="12663"/>
                  </a:lnTo>
                  <a:lnTo>
                    <a:pt x="16780" y="12062"/>
                  </a:lnTo>
                  <a:lnTo>
                    <a:pt x="16852" y="11460"/>
                  </a:lnTo>
                  <a:lnTo>
                    <a:pt x="16948" y="10954"/>
                  </a:lnTo>
                  <a:lnTo>
                    <a:pt x="17069" y="10497"/>
                  </a:lnTo>
                  <a:lnTo>
                    <a:pt x="17285" y="10039"/>
                  </a:lnTo>
                  <a:lnTo>
                    <a:pt x="17526" y="9606"/>
                  </a:lnTo>
                  <a:lnTo>
                    <a:pt x="17791" y="9197"/>
                  </a:lnTo>
                  <a:lnTo>
                    <a:pt x="18080" y="8812"/>
                  </a:lnTo>
                  <a:lnTo>
                    <a:pt x="19139" y="7367"/>
                  </a:lnTo>
                  <a:lnTo>
                    <a:pt x="19572" y="6765"/>
                  </a:lnTo>
                  <a:lnTo>
                    <a:pt x="19789" y="6453"/>
                  </a:lnTo>
                  <a:lnTo>
                    <a:pt x="20005" y="6116"/>
                  </a:lnTo>
                  <a:lnTo>
                    <a:pt x="20294" y="5610"/>
                  </a:lnTo>
                  <a:lnTo>
                    <a:pt x="20415" y="5345"/>
                  </a:lnTo>
                  <a:lnTo>
                    <a:pt x="20535" y="5056"/>
                  </a:lnTo>
                  <a:lnTo>
                    <a:pt x="20655" y="4743"/>
                  </a:lnTo>
                  <a:lnTo>
                    <a:pt x="20752" y="4430"/>
                  </a:lnTo>
                  <a:lnTo>
                    <a:pt x="20824" y="4117"/>
                  </a:lnTo>
                  <a:lnTo>
                    <a:pt x="20848" y="3804"/>
                  </a:lnTo>
                  <a:lnTo>
                    <a:pt x="20872" y="3492"/>
                  </a:lnTo>
                  <a:lnTo>
                    <a:pt x="20872" y="3155"/>
                  </a:lnTo>
                  <a:lnTo>
                    <a:pt x="20848" y="2842"/>
                  </a:lnTo>
                  <a:lnTo>
                    <a:pt x="20776" y="2505"/>
                  </a:lnTo>
                  <a:lnTo>
                    <a:pt x="20680" y="2095"/>
                  </a:lnTo>
                  <a:lnTo>
                    <a:pt x="20535" y="1686"/>
                  </a:lnTo>
                  <a:lnTo>
                    <a:pt x="20439" y="1445"/>
                  </a:lnTo>
                  <a:lnTo>
                    <a:pt x="20343" y="1205"/>
                  </a:lnTo>
                  <a:lnTo>
                    <a:pt x="20198" y="964"/>
                  </a:lnTo>
                  <a:lnTo>
                    <a:pt x="20030" y="771"/>
                  </a:lnTo>
                  <a:lnTo>
                    <a:pt x="19861" y="579"/>
                  </a:lnTo>
                  <a:lnTo>
                    <a:pt x="19668" y="410"/>
                  </a:lnTo>
                  <a:lnTo>
                    <a:pt x="19452" y="290"/>
                  </a:lnTo>
                  <a:lnTo>
                    <a:pt x="19211" y="169"/>
                  </a:lnTo>
                  <a:lnTo>
                    <a:pt x="18970" y="97"/>
                  </a:lnTo>
                  <a:lnTo>
                    <a:pt x="18706" y="25"/>
                  </a:lnTo>
                  <a:lnTo>
                    <a:pt x="184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9"/>
            <p:cNvSpPr/>
            <p:nvPr/>
          </p:nvSpPr>
          <p:spPr>
            <a:xfrm>
              <a:off x="1946725" y="1787425"/>
              <a:ext cx="588000" cy="766750"/>
            </a:xfrm>
            <a:custGeom>
              <a:avLst/>
              <a:gdLst/>
              <a:ahLst/>
              <a:cxnLst/>
              <a:rect l="l" t="t" r="r" b="b"/>
              <a:pathLst>
                <a:path w="23520" h="30670" extrusionOk="0">
                  <a:moveTo>
                    <a:pt x="11098" y="0"/>
                  </a:moveTo>
                  <a:lnTo>
                    <a:pt x="10640" y="49"/>
                  </a:lnTo>
                  <a:lnTo>
                    <a:pt x="9942" y="97"/>
                  </a:lnTo>
                  <a:lnTo>
                    <a:pt x="9292" y="169"/>
                  </a:lnTo>
                  <a:lnTo>
                    <a:pt x="8618" y="265"/>
                  </a:lnTo>
                  <a:lnTo>
                    <a:pt x="7944" y="410"/>
                  </a:lnTo>
                  <a:lnTo>
                    <a:pt x="7270" y="602"/>
                  </a:lnTo>
                  <a:lnTo>
                    <a:pt x="6596" y="795"/>
                  </a:lnTo>
                  <a:lnTo>
                    <a:pt x="5946" y="1012"/>
                  </a:lnTo>
                  <a:lnTo>
                    <a:pt x="4093" y="1589"/>
                  </a:lnTo>
                  <a:lnTo>
                    <a:pt x="2239" y="2119"/>
                  </a:lnTo>
                  <a:lnTo>
                    <a:pt x="1300" y="2384"/>
                  </a:lnTo>
                  <a:lnTo>
                    <a:pt x="361" y="2673"/>
                  </a:lnTo>
                  <a:lnTo>
                    <a:pt x="193" y="2721"/>
                  </a:lnTo>
                  <a:lnTo>
                    <a:pt x="24" y="2793"/>
                  </a:lnTo>
                  <a:lnTo>
                    <a:pt x="0" y="2841"/>
                  </a:lnTo>
                  <a:lnTo>
                    <a:pt x="0" y="2889"/>
                  </a:lnTo>
                  <a:lnTo>
                    <a:pt x="24" y="2937"/>
                  </a:lnTo>
                  <a:lnTo>
                    <a:pt x="72" y="2961"/>
                  </a:lnTo>
                  <a:lnTo>
                    <a:pt x="241" y="2986"/>
                  </a:lnTo>
                  <a:lnTo>
                    <a:pt x="433" y="2961"/>
                  </a:lnTo>
                  <a:lnTo>
                    <a:pt x="1709" y="2793"/>
                  </a:lnTo>
                  <a:lnTo>
                    <a:pt x="3009" y="2673"/>
                  </a:lnTo>
                  <a:lnTo>
                    <a:pt x="4526" y="2528"/>
                  </a:lnTo>
                  <a:lnTo>
                    <a:pt x="5296" y="2456"/>
                  </a:lnTo>
                  <a:lnTo>
                    <a:pt x="6042" y="2336"/>
                  </a:lnTo>
                  <a:lnTo>
                    <a:pt x="6789" y="2167"/>
                  </a:lnTo>
                  <a:lnTo>
                    <a:pt x="7535" y="1974"/>
                  </a:lnTo>
                  <a:lnTo>
                    <a:pt x="8522" y="1710"/>
                  </a:lnTo>
                  <a:lnTo>
                    <a:pt x="10279" y="1228"/>
                  </a:lnTo>
                  <a:lnTo>
                    <a:pt x="10929" y="1060"/>
                  </a:lnTo>
                  <a:lnTo>
                    <a:pt x="11579" y="939"/>
                  </a:lnTo>
                  <a:lnTo>
                    <a:pt x="12229" y="843"/>
                  </a:lnTo>
                  <a:lnTo>
                    <a:pt x="12903" y="771"/>
                  </a:lnTo>
                  <a:lnTo>
                    <a:pt x="13192" y="747"/>
                  </a:lnTo>
                  <a:lnTo>
                    <a:pt x="13722" y="747"/>
                  </a:lnTo>
                  <a:lnTo>
                    <a:pt x="13939" y="795"/>
                  </a:lnTo>
                  <a:lnTo>
                    <a:pt x="14372" y="867"/>
                  </a:lnTo>
                  <a:lnTo>
                    <a:pt x="14709" y="987"/>
                  </a:lnTo>
                  <a:lnTo>
                    <a:pt x="15022" y="1108"/>
                  </a:lnTo>
                  <a:lnTo>
                    <a:pt x="15335" y="1276"/>
                  </a:lnTo>
                  <a:lnTo>
                    <a:pt x="15576" y="1445"/>
                  </a:lnTo>
                  <a:lnTo>
                    <a:pt x="16009" y="1734"/>
                  </a:lnTo>
                  <a:lnTo>
                    <a:pt x="16394" y="1999"/>
                  </a:lnTo>
                  <a:lnTo>
                    <a:pt x="17116" y="2576"/>
                  </a:lnTo>
                  <a:lnTo>
                    <a:pt x="17453" y="2841"/>
                  </a:lnTo>
                  <a:lnTo>
                    <a:pt x="17766" y="3154"/>
                  </a:lnTo>
                  <a:lnTo>
                    <a:pt x="18874" y="4334"/>
                  </a:lnTo>
                  <a:lnTo>
                    <a:pt x="19379" y="4911"/>
                  </a:lnTo>
                  <a:lnTo>
                    <a:pt x="19548" y="5176"/>
                  </a:lnTo>
                  <a:lnTo>
                    <a:pt x="19716" y="5417"/>
                  </a:lnTo>
                  <a:lnTo>
                    <a:pt x="19861" y="5658"/>
                  </a:lnTo>
                  <a:lnTo>
                    <a:pt x="20005" y="5947"/>
                  </a:lnTo>
                  <a:lnTo>
                    <a:pt x="20294" y="6645"/>
                  </a:lnTo>
                  <a:lnTo>
                    <a:pt x="20848" y="8017"/>
                  </a:lnTo>
                  <a:lnTo>
                    <a:pt x="21161" y="8691"/>
                  </a:lnTo>
                  <a:lnTo>
                    <a:pt x="21473" y="9341"/>
                  </a:lnTo>
                  <a:lnTo>
                    <a:pt x="21570" y="9558"/>
                  </a:lnTo>
                  <a:lnTo>
                    <a:pt x="21618" y="9774"/>
                  </a:lnTo>
                  <a:lnTo>
                    <a:pt x="21666" y="9991"/>
                  </a:lnTo>
                  <a:lnTo>
                    <a:pt x="21690" y="10207"/>
                  </a:lnTo>
                  <a:lnTo>
                    <a:pt x="21714" y="10785"/>
                  </a:lnTo>
                  <a:lnTo>
                    <a:pt x="21666" y="11363"/>
                  </a:lnTo>
                  <a:lnTo>
                    <a:pt x="21618" y="11748"/>
                  </a:lnTo>
                  <a:lnTo>
                    <a:pt x="21546" y="12109"/>
                  </a:lnTo>
                  <a:lnTo>
                    <a:pt x="21425" y="12446"/>
                  </a:lnTo>
                  <a:lnTo>
                    <a:pt x="21305" y="12807"/>
                  </a:lnTo>
                  <a:lnTo>
                    <a:pt x="21136" y="13120"/>
                  </a:lnTo>
                  <a:lnTo>
                    <a:pt x="20968" y="13457"/>
                  </a:lnTo>
                  <a:lnTo>
                    <a:pt x="20775" y="13746"/>
                  </a:lnTo>
                  <a:lnTo>
                    <a:pt x="20535" y="14059"/>
                  </a:lnTo>
                  <a:lnTo>
                    <a:pt x="20101" y="14565"/>
                  </a:lnTo>
                  <a:lnTo>
                    <a:pt x="19668" y="15070"/>
                  </a:lnTo>
                  <a:lnTo>
                    <a:pt x="19451" y="15359"/>
                  </a:lnTo>
                  <a:lnTo>
                    <a:pt x="19235" y="15672"/>
                  </a:lnTo>
                  <a:lnTo>
                    <a:pt x="19042" y="15985"/>
                  </a:lnTo>
                  <a:lnTo>
                    <a:pt x="18898" y="16322"/>
                  </a:lnTo>
                  <a:lnTo>
                    <a:pt x="18777" y="16611"/>
                  </a:lnTo>
                  <a:lnTo>
                    <a:pt x="18681" y="16924"/>
                  </a:lnTo>
                  <a:lnTo>
                    <a:pt x="18512" y="17526"/>
                  </a:lnTo>
                  <a:lnTo>
                    <a:pt x="18392" y="18079"/>
                  </a:lnTo>
                  <a:lnTo>
                    <a:pt x="18199" y="18585"/>
                  </a:lnTo>
                  <a:lnTo>
                    <a:pt x="17911" y="19235"/>
                  </a:lnTo>
                  <a:lnTo>
                    <a:pt x="17598" y="19861"/>
                  </a:lnTo>
                  <a:lnTo>
                    <a:pt x="17405" y="20318"/>
                  </a:lnTo>
                  <a:lnTo>
                    <a:pt x="17237" y="20800"/>
                  </a:lnTo>
                  <a:lnTo>
                    <a:pt x="17140" y="21305"/>
                  </a:lnTo>
                  <a:lnTo>
                    <a:pt x="17068" y="21811"/>
                  </a:lnTo>
                  <a:lnTo>
                    <a:pt x="17068" y="22220"/>
                  </a:lnTo>
                  <a:lnTo>
                    <a:pt x="17092" y="22653"/>
                  </a:lnTo>
                  <a:lnTo>
                    <a:pt x="17188" y="23063"/>
                  </a:lnTo>
                  <a:lnTo>
                    <a:pt x="17333" y="23472"/>
                  </a:lnTo>
                  <a:lnTo>
                    <a:pt x="17622" y="24098"/>
                  </a:lnTo>
                  <a:lnTo>
                    <a:pt x="17862" y="24627"/>
                  </a:lnTo>
                  <a:lnTo>
                    <a:pt x="17983" y="24892"/>
                  </a:lnTo>
                  <a:lnTo>
                    <a:pt x="18079" y="25157"/>
                  </a:lnTo>
                  <a:lnTo>
                    <a:pt x="18175" y="25446"/>
                  </a:lnTo>
                  <a:lnTo>
                    <a:pt x="18224" y="25735"/>
                  </a:lnTo>
                  <a:lnTo>
                    <a:pt x="18248" y="26024"/>
                  </a:lnTo>
                  <a:lnTo>
                    <a:pt x="18224" y="26312"/>
                  </a:lnTo>
                  <a:lnTo>
                    <a:pt x="18175" y="26601"/>
                  </a:lnTo>
                  <a:lnTo>
                    <a:pt x="18103" y="26866"/>
                  </a:lnTo>
                  <a:lnTo>
                    <a:pt x="18007" y="27155"/>
                  </a:lnTo>
                  <a:lnTo>
                    <a:pt x="17862" y="27420"/>
                  </a:lnTo>
                  <a:lnTo>
                    <a:pt x="17742" y="27612"/>
                  </a:lnTo>
                  <a:lnTo>
                    <a:pt x="17622" y="27781"/>
                  </a:lnTo>
                  <a:lnTo>
                    <a:pt x="17333" y="28118"/>
                  </a:lnTo>
                  <a:lnTo>
                    <a:pt x="17020" y="28407"/>
                  </a:lnTo>
                  <a:lnTo>
                    <a:pt x="16683" y="28696"/>
                  </a:lnTo>
                  <a:lnTo>
                    <a:pt x="16274" y="28985"/>
                  </a:lnTo>
                  <a:lnTo>
                    <a:pt x="15864" y="29249"/>
                  </a:lnTo>
                  <a:lnTo>
                    <a:pt x="15431" y="29490"/>
                  </a:lnTo>
                  <a:lnTo>
                    <a:pt x="14998" y="29707"/>
                  </a:lnTo>
                  <a:lnTo>
                    <a:pt x="14155" y="30068"/>
                  </a:lnTo>
                  <a:lnTo>
                    <a:pt x="13337" y="30405"/>
                  </a:lnTo>
                  <a:lnTo>
                    <a:pt x="13192" y="30477"/>
                  </a:lnTo>
                  <a:lnTo>
                    <a:pt x="13048" y="30549"/>
                  </a:lnTo>
                  <a:lnTo>
                    <a:pt x="13024" y="30573"/>
                  </a:lnTo>
                  <a:lnTo>
                    <a:pt x="13024" y="30622"/>
                  </a:lnTo>
                  <a:lnTo>
                    <a:pt x="13072" y="30646"/>
                  </a:lnTo>
                  <a:lnTo>
                    <a:pt x="13096" y="30670"/>
                  </a:lnTo>
                  <a:lnTo>
                    <a:pt x="13289" y="30670"/>
                  </a:lnTo>
                  <a:lnTo>
                    <a:pt x="13842" y="30597"/>
                  </a:lnTo>
                  <a:lnTo>
                    <a:pt x="14372" y="30525"/>
                  </a:lnTo>
                  <a:lnTo>
                    <a:pt x="14901" y="30405"/>
                  </a:lnTo>
                  <a:lnTo>
                    <a:pt x="15431" y="30236"/>
                  </a:lnTo>
                  <a:lnTo>
                    <a:pt x="15816" y="30116"/>
                  </a:lnTo>
                  <a:lnTo>
                    <a:pt x="16177" y="29947"/>
                  </a:lnTo>
                  <a:lnTo>
                    <a:pt x="16538" y="29779"/>
                  </a:lnTo>
                  <a:lnTo>
                    <a:pt x="16875" y="29562"/>
                  </a:lnTo>
                  <a:lnTo>
                    <a:pt x="17188" y="29346"/>
                  </a:lnTo>
                  <a:lnTo>
                    <a:pt x="17477" y="29081"/>
                  </a:lnTo>
                  <a:lnTo>
                    <a:pt x="17766" y="28816"/>
                  </a:lnTo>
                  <a:lnTo>
                    <a:pt x="18031" y="28503"/>
                  </a:lnTo>
                  <a:lnTo>
                    <a:pt x="18296" y="28166"/>
                  </a:lnTo>
                  <a:lnTo>
                    <a:pt x="18392" y="27973"/>
                  </a:lnTo>
                  <a:lnTo>
                    <a:pt x="18488" y="27805"/>
                  </a:lnTo>
                  <a:lnTo>
                    <a:pt x="18561" y="27612"/>
                  </a:lnTo>
                  <a:lnTo>
                    <a:pt x="18609" y="27396"/>
                  </a:lnTo>
                  <a:lnTo>
                    <a:pt x="18657" y="27203"/>
                  </a:lnTo>
                  <a:lnTo>
                    <a:pt x="18681" y="26986"/>
                  </a:lnTo>
                  <a:lnTo>
                    <a:pt x="18705" y="26505"/>
                  </a:lnTo>
                  <a:lnTo>
                    <a:pt x="18705" y="26264"/>
                  </a:lnTo>
                  <a:lnTo>
                    <a:pt x="18705" y="26024"/>
                  </a:lnTo>
                  <a:lnTo>
                    <a:pt x="18657" y="25374"/>
                  </a:lnTo>
                  <a:lnTo>
                    <a:pt x="18633" y="24700"/>
                  </a:lnTo>
                  <a:lnTo>
                    <a:pt x="18585" y="23400"/>
                  </a:lnTo>
                  <a:lnTo>
                    <a:pt x="18585" y="22966"/>
                  </a:lnTo>
                  <a:lnTo>
                    <a:pt x="18633" y="22533"/>
                  </a:lnTo>
                  <a:lnTo>
                    <a:pt x="18657" y="22196"/>
                  </a:lnTo>
                  <a:lnTo>
                    <a:pt x="18705" y="21835"/>
                  </a:lnTo>
                  <a:lnTo>
                    <a:pt x="18705" y="21137"/>
                  </a:lnTo>
                  <a:lnTo>
                    <a:pt x="18705" y="20559"/>
                  </a:lnTo>
                  <a:lnTo>
                    <a:pt x="18729" y="20198"/>
                  </a:lnTo>
                  <a:lnTo>
                    <a:pt x="18753" y="19837"/>
                  </a:lnTo>
                  <a:lnTo>
                    <a:pt x="18825" y="19476"/>
                  </a:lnTo>
                  <a:lnTo>
                    <a:pt x="18922" y="19115"/>
                  </a:lnTo>
                  <a:lnTo>
                    <a:pt x="19114" y="18561"/>
                  </a:lnTo>
                  <a:lnTo>
                    <a:pt x="19331" y="17983"/>
                  </a:lnTo>
                  <a:lnTo>
                    <a:pt x="19548" y="17429"/>
                  </a:lnTo>
                  <a:lnTo>
                    <a:pt x="19812" y="16900"/>
                  </a:lnTo>
                  <a:lnTo>
                    <a:pt x="20029" y="16491"/>
                  </a:lnTo>
                  <a:lnTo>
                    <a:pt x="20294" y="16105"/>
                  </a:lnTo>
                  <a:lnTo>
                    <a:pt x="20535" y="15817"/>
                  </a:lnTo>
                  <a:lnTo>
                    <a:pt x="20799" y="15504"/>
                  </a:lnTo>
                  <a:lnTo>
                    <a:pt x="21353" y="14950"/>
                  </a:lnTo>
                  <a:lnTo>
                    <a:pt x="21594" y="14733"/>
                  </a:lnTo>
                  <a:lnTo>
                    <a:pt x="21786" y="14493"/>
                  </a:lnTo>
                  <a:lnTo>
                    <a:pt x="21979" y="14228"/>
                  </a:lnTo>
                  <a:lnTo>
                    <a:pt x="22148" y="13963"/>
                  </a:lnTo>
                  <a:lnTo>
                    <a:pt x="22340" y="13578"/>
                  </a:lnTo>
                  <a:lnTo>
                    <a:pt x="22557" y="13193"/>
                  </a:lnTo>
                  <a:lnTo>
                    <a:pt x="22918" y="12398"/>
                  </a:lnTo>
                  <a:lnTo>
                    <a:pt x="23183" y="11724"/>
                  </a:lnTo>
                  <a:lnTo>
                    <a:pt x="23303" y="11363"/>
                  </a:lnTo>
                  <a:lnTo>
                    <a:pt x="23399" y="11002"/>
                  </a:lnTo>
                  <a:lnTo>
                    <a:pt x="23472" y="10761"/>
                  </a:lnTo>
                  <a:lnTo>
                    <a:pt x="23496" y="10520"/>
                  </a:lnTo>
                  <a:lnTo>
                    <a:pt x="23520" y="10280"/>
                  </a:lnTo>
                  <a:lnTo>
                    <a:pt x="23520" y="10039"/>
                  </a:lnTo>
                  <a:lnTo>
                    <a:pt x="23520" y="9798"/>
                  </a:lnTo>
                  <a:lnTo>
                    <a:pt x="23496" y="9582"/>
                  </a:lnTo>
                  <a:lnTo>
                    <a:pt x="23447" y="9341"/>
                  </a:lnTo>
                  <a:lnTo>
                    <a:pt x="23375" y="9100"/>
                  </a:lnTo>
                  <a:lnTo>
                    <a:pt x="23231" y="8595"/>
                  </a:lnTo>
                  <a:lnTo>
                    <a:pt x="23038" y="8113"/>
                  </a:lnTo>
                  <a:lnTo>
                    <a:pt x="22846" y="7632"/>
                  </a:lnTo>
                  <a:lnTo>
                    <a:pt x="22629" y="7150"/>
                  </a:lnTo>
                  <a:lnTo>
                    <a:pt x="22388" y="6717"/>
                  </a:lnTo>
                  <a:lnTo>
                    <a:pt x="22148" y="6284"/>
                  </a:lnTo>
                  <a:lnTo>
                    <a:pt x="21883" y="5850"/>
                  </a:lnTo>
                  <a:lnTo>
                    <a:pt x="21594" y="5441"/>
                  </a:lnTo>
                  <a:lnTo>
                    <a:pt x="21305" y="5032"/>
                  </a:lnTo>
                  <a:lnTo>
                    <a:pt x="21016" y="4647"/>
                  </a:lnTo>
                  <a:lnTo>
                    <a:pt x="20679" y="4261"/>
                  </a:lnTo>
                  <a:lnTo>
                    <a:pt x="20342" y="3900"/>
                  </a:lnTo>
                  <a:lnTo>
                    <a:pt x="19764" y="3347"/>
                  </a:lnTo>
                  <a:lnTo>
                    <a:pt x="19475" y="3082"/>
                  </a:lnTo>
                  <a:lnTo>
                    <a:pt x="19162" y="2841"/>
                  </a:lnTo>
                  <a:lnTo>
                    <a:pt x="18079" y="2047"/>
                  </a:lnTo>
                  <a:lnTo>
                    <a:pt x="17742" y="1830"/>
                  </a:lnTo>
                  <a:lnTo>
                    <a:pt x="17405" y="1613"/>
                  </a:lnTo>
                  <a:lnTo>
                    <a:pt x="17044" y="1421"/>
                  </a:lnTo>
                  <a:lnTo>
                    <a:pt x="16683" y="1276"/>
                  </a:lnTo>
                  <a:lnTo>
                    <a:pt x="16081" y="1012"/>
                  </a:lnTo>
                  <a:lnTo>
                    <a:pt x="15455" y="795"/>
                  </a:lnTo>
                  <a:lnTo>
                    <a:pt x="14829" y="578"/>
                  </a:lnTo>
                  <a:lnTo>
                    <a:pt x="14179" y="386"/>
                  </a:lnTo>
                  <a:lnTo>
                    <a:pt x="13746" y="289"/>
                  </a:lnTo>
                  <a:lnTo>
                    <a:pt x="13313" y="169"/>
                  </a:lnTo>
                  <a:lnTo>
                    <a:pt x="12879" y="97"/>
                  </a:lnTo>
                  <a:lnTo>
                    <a:pt x="12422" y="49"/>
                  </a:lnTo>
                  <a:lnTo>
                    <a:pt x="1198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9"/>
            <p:cNvSpPr/>
            <p:nvPr/>
          </p:nvSpPr>
          <p:spPr>
            <a:xfrm>
              <a:off x="2080325" y="1904775"/>
              <a:ext cx="13875" cy="10875"/>
            </a:xfrm>
            <a:custGeom>
              <a:avLst/>
              <a:gdLst/>
              <a:ahLst/>
              <a:cxnLst/>
              <a:rect l="l" t="t" r="r" b="b"/>
              <a:pathLst>
                <a:path w="555" h="435" extrusionOk="0">
                  <a:moveTo>
                    <a:pt x="217" y="1"/>
                  </a:moveTo>
                  <a:lnTo>
                    <a:pt x="169" y="49"/>
                  </a:lnTo>
                  <a:lnTo>
                    <a:pt x="145" y="121"/>
                  </a:lnTo>
                  <a:lnTo>
                    <a:pt x="121" y="145"/>
                  </a:lnTo>
                  <a:lnTo>
                    <a:pt x="97" y="145"/>
                  </a:lnTo>
                  <a:lnTo>
                    <a:pt x="24" y="217"/>
                  </a:lnTo>
                  <a:lnTo>
                    <a:pt x="0" y="266"/>
                  </a:lnTo>
                  <a:lnTo>
                    <a:pt x="0" y="338"/>
                  </a:lnTo>
                  <a:lnTo>
                    <a:pt x="24" y="386"/>
                  </a:lnTo>
                  <a:lnTo>
                    <a:pt x="73" y="410"/>
                  </a:lnTo>
                  <a:lnTo>
                    <a:pt x="97" y="434"/>
                  </a:lnTo>
                  <a:lnTo>
                    <a:pt x="145" y="434"/>
                  </a:lnTo>
                  <a:lnTo>
                    <a:pt x="145" y="386"/>
                  </a:lnTo>
                  <a:lnTo>
                    <a:pt x="169" y="338"/>
                  </a:lnTo>
                  <a:lnTo>
                    <a:pt x="169" y="290"/>
                  </a:lnTo>
                  <a:lnTo>
                    <a:pt x="313" y="290"/>
                  </a:lnTo>
                  <a:lnTo>
                    <a:pt x="361" y="217"/>
                  </a:lnTo>
                  <a:lnTo>
                    <a:pt x="434" y="169"/>
                  </a:lnTo>
                  <a:lnTo>
                    <a:pt x="482" y="145"/>
                  </a:lnTo>
                  <a:lnTo>
                    <a:pt x="554" y="97"/>
                  </a:lnTo>
                  <a:lnTo>
                    <a:pt x="554" y="73"/>
                  </a:lnTo>
                  <a:lnTo>
                    <a:pt x="554" y="25"/>
                  </a:lnTo>
                  <a:lnTo>
                    <a:pt x="530" y="1"/>
                  </a:lnTo>
                  <a:lnTo>
                    <a:pt x="458" y="1"/>
                  </a:lnTo>
                  <a:lnTo>
                    <a:pt x="410" y="25"/>
                  </a:lnTo>
                  <a:lnTo>
                    <a:pt x="289" y="25"/>
                  </a:lnTo>
                  <a:lnTo>
                    <a:pt x="24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9"/>
            <p:cNvSpPr/>
            <p:nvPr/>
          </p:nvSpPr>
          <p:spPr>
            <a:xfrm>
              <a:off x="1955750" y="1926450"/>
              <a:ext cx="13850" cy="9650"/>
            </a:xfrm>
            <a:custGeom>
              <a:avLst/>
              <a:gdLst/>
              <a:ahLst/>
              <a:cxnLst/>
              <a:rect l="l" t="t" r="r" b="b"/>
              <a:pathLst>
                <a:path w="554" h="386" extrusionOk="0">
                  <a:moveTo>
                    <a:pt x="193" y="0"/>
                  </a:moveTo>
                  <a:lnTo>
                    <a:pt x="145" y="49"/>
                  </a:lnTo>
                  <a:lnTo>
                    <a:pt x="96" y="97"/>
                  </a:lnTo>
                  <a:lnTo>
                    <a:pt x="0" y="337"/>
                  </a:lnTo>
                  <a:lnTo>
                    <a:pt x="24" y="386"/>
                  </a:lnTo>
                  <a:lnTo>
                    <a:pt x="72" y="386"/>
                  </a:lnTo>
                  <a:lnTo>
                    <a:pt x="145" y="337"/>
                  </a:lnTo>
                  <a:lnTo>
                    <a:pt x="169" y="289"/>
                  </a:lnTo>
                  <a:lnTo>
                    <a:pt x="217" y="193"/>
                  </a:lnTo>
                  <a:lnTo>
                    <a:pt x="217" y="121"/>
                  </a:lnTo>
                  <a:lnTo>
                    <a:pt x="409" y="169"/>
                  </a:lnTo>
                  <a:lnTo>
                    <a:pt x="530" y="169"/>
                  </a:lnTo>
                  <a:lnTo>
                    <a:pt x="530" y="121"/>
                  </a:lnTo>
                  <a:lnTo>
                    <a:pt x="554" y="97"/>
                  </a:lnTo>
                  <a:lnTo>
                    <a:pt x="530" y="73"/>
                  </a:lnTo>
                  <a:lnTo>
                    <a:pt x="458" y="49"/>
                  </a:lnTo>
                  <a:lnTo>
                    <a:pt x="33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9"/>
            <p:cNvSpPr/>
            <p:nvPr/>
          </p:nvSpPr>
          <p:spPr>
            <a:xfrm>
              <a:off x="1876900" y="1956550"/>
              <a:ext cx="12675" cy="9650"/>
            </a:xfrm>
            <a:custGeom>
              <a:avLst/>
              <a:gdLst/>
              <a:ahLst/>
              <a:cxnLst/>
              <a:rect l="l" t="t" r="r" b="b"/>
              <a:pathLst>
                <a:path w="507" h="386" extrusionOk="0">
                  <a:moveTo>
                    <a:pt x="121" y="0"/>
                  </a:moveTo>
                  <a:lnTo>
                    <a:pt x="49" y="24"/>
                  </a:lnTo>
                  <a:lnTo>
                    <a:pt x="1" y="72"/>
                  </a:lnTo>
                  <a:lnTo>
                    <a:pt x="25" y="144"/>
                  </a:lnTo>
                  <a:lnTo>
                    <a:pt x="73" y="193"/>
                  </a:lnTo>
                  <a:lnTo>
                    <a:pt x="193" y="265"/>
                  </a:lnTo>
                  <a:lnTo>
                    <a:pt x="314" y="313"/>
                  </a:lnTo>
                  <a:lnTo>
                    <a:pt x="434" y="385"/>
                  </a:lnTo>
                  <a:lnTo>
                    <a:pt x="482" y="361"/>
                  </a:lnTo>
                  <a:lnTo>
                    <a:pt x="506" y="313"/>
                  </a:lnTo>
                  <a:lnTo>
                    <a:pt x="482" y="289"/>
                  </a:lnTo>
                  <a:lnTo>
                    <a:pt x="386" y="144"/>
                  </a:lnTo>
                  <a:lnTo>
                    <a:pt x="241"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9"/>
            <p:cNvSpPr/>
            <p:nvPr/>
          </p:nvSpPr>
          <p:spPr>
            <a:xfrm>
              <a:off x="1950325" y="1918625"/>
              <a:ext cx="8450" cy="8450"/>
            </a:xfrm>
            <a:custGeom>
              <a:avLst/>
              <a:gdLst/>
              <a:ahLst/>
              <a:cxnLst/>
              <a:rect l="l" t="t" r="r" b="b"/>
              <a:pathLst>
                <a:path w="338" h="338" extrusionOk="0">
                  <a:moveTo>
                    <a:pt x="145" y="0"/>
                  </a:moveTo>
                  <a:lnTo>
                    <a:pt x="73" y="24"/>
                  </a:lnTo>
                  <a:lnTo>
                    <a:pt x="25" y="73"/>
                  </a:lnTo>
                  <a:lnTo>
                    <a:pt x="1" y="193"/>
                  </a:lnTo>
                  <a:lnTo>
                    <a:pt x="25" y="313"/>
                  </a:lnTo>
                  <a:lnTo>
                    <a:pt x="49" y="337"/>
                  </a:lnTo>
                  <a:lnTo>
                    <a:pt x="97" y="337"/>
                  </a:lnTo>
                  <a:lnTo>
                    <a:pt x="145" y="313"/>
                  </a:lnTo>
                  <a:lnTo>
                    <a:pt x="193" y="265"/>
                  </a:lnTo>
                  <a:lnTo>
                    <a:pt x="241" y="241"/>
                  </a:lnTo>
                  <a:lnTo>
                    <a:pt x="313" y="241"/>
                  </a:lnTo>
                  <a:lnTo>
                    <a:pt x="313" y="217"/>
                  </a:lnTo>
                  <a:lnTo>
                    <a:pt x="338" y="217"/>
                  </a:lnTo>
                  <a:lnTo>
                    <a:pt x="338" y="169"/>
                  </a:lnTo>
                  <a:lnTo>
                    <a:pt x="265" y="49"/>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9"/>
            <p:cNvSpPr/>
            <p:nvPr/>
          </p:nvSpPr>
          <p:spPr>
            <a:xfrm>
              <a:off x="2000275" y="1944500"/>
              <a:ext cx="6650" cy="12075"/>
            </a:xfrm>
            <a:custGeom>
              <a:avLst/>
              <a:gdLst/>
              <a:ahLst/>
              <a:cxnLst/>
              <a:rect l="l" t="t" r="r" b="b"/>
              <a:pathLst>
                <a:path w="266" h="483" extrusionOk="0">
                  <a:moveTo>
                    <a:pt x="193" y="1"/>
                  </a:moveTo>
                  <a:lnTo>
                    <a:pt x="73" y="97"/>
                  </a:lnTo>
                  <a:lnTo>
                    <a:pt x="25" y="145"/>
                  </a:lnTo>
                  <a:lnTo>
                    <a:pt x="25" y="193"/>
                  </a:lnTo>
                  <a:lnTo>
                    <a:pt x="1" y="241"/>
                  </a:lnTo>
                  <a:lnTo>
                    <a:pt x="25" y="289"/>
                  </a:lnTo>
                  <a:lnTo>
                    <a:pt x="97" y="434"/>
                  </a:lnTo>
                  <a:lnTo>
                    <a:pt x="169" y="482"/>
                  </a:lnTo>
                  <a:lnTo>
                    <a:pt x="217" y="458"/>
                  </a:lnTo>
                  <a:lnTo>
                    <a:pt x="265" y="410"/>
                  </a:lnTo>
                  <a:lnTo>
                    <a:pt x="241" y="362"/>
                  </a:lnTo>
                  <a:lnTo>
                    <a:pt x="217" y="289"/>
                  </a:lnTo>
                  <a:lnTo>
                    <a:pt x="193" y="217"/>
                  </a:lnTo>
                  <a:lnTo>
                    <a:pt x="193" y="121"/>
                  </a:lnTo>
                  <a:lnTo>
                    <a:pt x="241" y="49"/>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9"/>
            <p:cNvSpPr/>
            <p:nvPr/>
          </p:nvSpPr>
          <p:spPr>
            <a:xfrm>
              <a:off x="1997275" y="1844000"/>
              <a:ext cx="6650" cy="8450"/>
            </a:xfrm>
            <a:custGeom>
              <a:avLst/>
              <a:gdLst/>
              <a:ahLst/>
              <a:cxnLst/>
              <a:rect l="l" t="t" r="r" b="b"/>
              <a:pathLst>
                <a:path w="266" h="338" extrusionOk="0">
                  <a:moveTo>
                    <a:pt x="72" y="0"/>
                  </a:moveTo>
                  <a:lnTo>
                    <a:pt x="0" y="49"/>
                  </a:lnTo>
                  <a:lnTo>
                    <a:pt x="0" y="73"/>
                  </a:lnTo>
                  <a:lnTo>
                    <a:pt x="0" y="121"/>
                  </a:lnTo>
                  <a:lnTo>
                    <a:pt x="48" y="241"/>
                  </a:lnTo>
                  <a:lnTo>
                    <a:pt x="97" y="313"/>
                  </a:lnTo>
                  <a:lnTo>
                    <a:pt x="145" y="337"/>
                  </a:lnTo>
                  <a:lnTo>
                    <a:pt x="169" y="337"/>
                  </a:lnTo>
                  <a:lnTo>
                    <a:pt x="217" y="313"/>
                  </a:lnTo>
                  <a:lnTo>
                    <a:pt x="241" y="289"/>
                  </a:lnTo>
                  <a:lnTo>
                    <a:pt x="241" y="193"/>
                  </a:lnTo>
                  <a:lnTo>
                    <a:pt x="265" y="121"/>
                  </a:lnTo>
                  <a:lnTo>
                    <a:pt x="241" y="73"/>
                  </a:lnTo>
                  <a:lnTo>
                    <a:pt x="193"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9"/>
            <p:cNvSpPr/>
            <p:nvPr/>
          </p:nvSpPr>
          <p:spPr>
            <a:xfrm>
              <a:off x="2005700" y="1909600"/>
              <a:ext cx="9050" cy="7850"/>
            </a:xfrm>
            <a:custGeom>
              <a:avLst/>
              <a:gdLst/>
              <a:ahLst/>
              <a:cxnLst/>
              <a:rect l="l" t="t" r="r" b="b"/>
              <a:pathLst>
                <a:path w="362" h="314" extrusionOk="0">
                  <a:moveTo>
                    <a:pt x="48" y="0"/>
                  </a:moveTo>
                  <a:lnTo>
                    <a:pt x="0" y="48"/>
                  </a:lnTo>
                  <a:lnTo>
                    <a:pt x="0" y="97"/>
                  </a:lnTo>
                  <a:lnTo>
                    <a:pt x="0" y="169"/>
                  </a:lnTo>
                  <a:lnTo>
                    <a:pt x="24" y="217"/>
                  </a:lnTo>
                  <a:lnTo>
                    <a:pt x="72" y="265"/>
                  </a:lnTo>
                  <a:lnTo>
                    <a:pt x="121" y="289"/>
                  </a:lnTo>
                  <a:lnTo>
                    <a:pt x="193" y="313"/>
                  </a:lnTo>
                  <a:lnTo>
                    <a:pt x="313" y="289"/>
                  </a:lnTo>
                  <a:lnTo>
                    <a:pt x="361" y="265"/>
                  </a:lnTo>
                  <a:lnTo>
                    <a:pt x="361" y="241"/>
                  </a:lnTo>
                  <a:lnTo>
                    <a:pt x="217" y="121"/>
                  </a:lnTo>
                  <a:lnTo>
                    <a:pt x="97"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9"/>
            <p:cNvSpPr/>
            <p:nvPr/>
          </p:nvSpPr>
          <p:spPr>
            <a:xfrm>
              <a:off x="2018325" y="2007100"/>
              <a:ext cx="9050" cy="9050"/>
            </a:xfrm>
            <a:custGeom>
              <a:avLst/>
              <a:gdLst/>
              <a:ahLst/>
              <a:cxnLst/>
              <a:rect l="l" t="t" r="r" b="b"/>
              <a:pathLst>
                <a:path w="362" h="362" extrusionOk="0">
                  <a:moveTo>
                    <a:pt x="290" y="0"/>
                  </a:moveTo>
                  <a:lnTo>
                    <a:pt x="242" y="24"/>
                  </a:lnTo>
                  <a:lnTo>
                    <a:pt x="217" y="48"/>
                  </a:lnTo>
                  <a:lnTo>
                    <a:pt x="193" y="96"/>
                  </a:lnTo>
                  <a:lnTo>
                    <a:pt x="169" y="169"/>
                  </a:lnTo>
                  <a:lnTo>
                    <a:pt x="145" y="193"/>
                  </a:lnTo>
                  <a:lnTo>
                    <a:pt x="97" y="217"/>
                  </a:lnTo>
                  <a:lnTo>
                    <a:pt x="49" y="241"/>
                  </a:lnTo>
                  <a:lnTo>
                    <a:pt x="1" y="265"/>
                  </a:lnTo>
                  <a:lnTo>
                    <a:pt x="25" y="313"/>
                  </a:lnTo>
                  <a:lnTo>
                    <a:pt x="73" y="361"/>
                  </a:lnTo>
                  <a:lnTo>
                    <a:pt x="121" y="361"/>
                  </a:lnTo>
                  <a:lnTo>
                    <a:pt x="193" y="289"/>
                  </a:lnTo>
                  <a:lnTo>
                    <a:pt x="217" y="265"/>
                  </a:lnTo>
                  <a:lnTo>
                    <a:pt x="242" y="265"/>
                  </a:lnTo>
                  <a:lnTo>
                    <a:pt x="314" y="217"/>
                  </a:lnTo>
                  <a:lnTo>
                    <a:pt x="338" y="193"/>
                  </a:lnTo>
                  <a:lnTo>
                    <a:pt x="362" y="121"/>
                  </a:lnTo>
                  <a:lnTo>
                    <a:pt x="338" y="72"/>
                  </a:lnTo>
                  <a:lnTo>
                    <a:pt x="338" y="24"/>
                  </a:lnTo>
                  <a:lnTo>
                    <a:pt x="29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9"/>
            <p:cNvSpPr/>
            <p:nvPr/>
          </p:nvSpPr>
          <p:spPr>
            <a:xfrm>
              <a:off x="1799275" y="1984225"/>
              <a:ext cx="9050" cy="4825"/>
            </a:xfrm>
            <a:custGeom>
              <a:avLst/>
              <a:gdLst/>
              <a:ahLst/>
              <a:cxnLst/>
              <a:rect l="l" t="t" r="r" b="b"/>
              <a:pathLst>
                <a:path w="362" h="193" extrusionOk="0">
                  <a:moveTo>
                    <a:pt x="265" y="0"/>
                  </a:moveTo>
                  <a:lnTo>
                    <a:pt x="24" y="73"/>
                  </a:lnTo>
                  <a:lnTo>
                    <a:pt x="0" y="121"/>
                  </a:lnTo>
                  <a:lnTo>
                    <a:pt x="24" y="145"/>
                  </a:lnTo>
                  <a:lnTo>
                    <a:pt x="48" y="169"/>
                  </a:lnTo>
                  <a:lnTo>
                    <a:pt x="169" y="193"/>
                  </a:lnTo>
                  <a:lnTo>
                    <a:pt x="289" y="193"/>
                  </a:lnTo>
                  <a:lnTo>
                    <a:pt x="337" y="169"/>
                  </a:lnTo>
                  <a:lnTo>
                    <a:pt x="361" y="97"/>
                  </a:lnTo>
                  <a:lnTo>
                    <a:pt x="337" y="49"/>
                  </a:lnTo>
                  <a:lnTo>
                    <a:pt x="313" y="24"/>
                  </a:lnTo>
                  <a:lnTo>
                    <a:pt x="26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9"/>
            <p:cNvSpPr/>
            <p:nvPr/>
          </p:nvSpPr>
          <p:spPr>
            <a:xfrm>
              <a:off x="2308425" y="2495775"/>
              <a:ext cx="4825" cy="8450"/>
            </a:xfrm>
            <a:custGeom>
              <a:avLst/>
              <a:gdLst/>
              <a:ahLst/>
              <a:cxnLst/>
              <a:rect l="l" t="t" r="r" b="b"/>
              <a:pathLst>
                <a:path w="193" h="338" extrusionOk="0">
                  <a:moveTo>
                    <a:pt x="72" y="1"/>
                  </a:moveTo>
                  <a:lnTo>
                    <a:pt x="24" y="25"/>
                  </a:lnTo>
                  <a:lnTo>
                    <a:pt x="0" y="97"/>
                  </a:lnTo>
                  <a:lnTo>
                    <a:pt x="0" y="145"/>
                  </a:lnTo>
                  <a:lnTo>
                    <a:pt x="24" y="289"/>
                  </a:lnTo>
                  <a:lnTo>
                    <a:pt x="48" y="338"/>
                  </a:lnTo>
                  <a:lnTo>
                    <a:pt x="96" y="338"/>
                  </a:lnTo>
                  <a:lnTo>
                    <a:pt x="169" y="314"/>
                  </a:lnTo>
                  <a:lnTo>
                    <a:pt x="193" y="289"/>
                  </a:lnTo>
                  <a:lnTo>
                    <a:pt x="193" y="265"/>
                  </a:lnTo>
                  <a:lnTo>
                    <a:pt x="169" y="121"/>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9"/>
            <p:cNvSpPr/>
            <p:nvPr/>
          </p:nvSpPr>
          <p:spPr>
            <a:xfrm>
              <a:off x="1916625" y="1937875"/>
              <a:ext cx="6050" cy="7250"/>
            </a:xfrm>
            <a:custGeom>
              <a:avLst/>
              <a:gdLst/>
              <a:ahLst/>
              <a:cxnLst/>
              <a:rect l="l" t="t" r="r" b="b"/>
              <a:pathLst>
                <a:path w="242" h="290" extrusionOk="0">
                  <a:moveTo>
                    <a:pt x="145" y="1"/>
                  </a:moveTo>
                  <a:lnTo>
                    <a:pt x="97" y="25"/>
                  </a:lnTo>
                  <a:lnTo>
                    <a:pt x="49" y="97"/>
                  </a:lnTo>
                  <a:lnTo>
                    <a:pt x="24" y="169"/>
                  </a:lnTo>
                  <a:lnTo>
                    <a:pt x="0" y="217"/>
                  </a:lnTo>
                  <a:lnTo>
                    <a:pt x="24" y="266"/>
                  </a:lnTo>
                  <a:lnTo>
                    <a:pt x="73" y="290"/>
                  </a:lnTo>
                  <a:lnTo>
                    <a:pt x="121" y="290"/>
                  </a:lnTo>
                  <a:lnTo>
                    <a:pt x="193" y="266"/>
                  </a:lnTo>
                  <a:lnTo>
                    <a:pt x="241" y="193"/>
                  </a:lnTo>
                  <a:lnTo>
                    <a:pt x="241" y="145"/>
                  </a:lnTo>
                  <a:lnTo>
                    <a:pt x="241" y="97"/>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9"/>
            <p:cNvSpPr/>
            <p:nvPr/>
          </p:nvSpPr>
          <p:spPr>
            <a:xfrm>
              <a:off x="2332500" y="2432575"/>
              <a:ext cx="6025" cy="6050"/>
            </a:xfrm>
            <a:custGeom>
              <a:avLst/>
              <a:gdLst/>
              <a:ahLst/>
              <a:cxnLst/>
              <a:rect l="l" t="t" r="r" b="b"/>
              <a:pathLst>
                <a:path w="241" h="242" extrusionOk="0">
                  <a:moveTo>
                    <a:pt x="96" y="1"/>
                  </a:moveTo>
                  <a:lnTo>
                    <a:pt x="48" y="25"/>
                  </a:lnTo>
                  <a:lnTo>
                    <a:pt x="24" y="49"/>
                  </a:lnTo>
                  <a:lnTo>
                    <a:pt x="0" y="97"/>
                  </a:lnTo>
                  <a:lnTo>
                    <a:pt x="0" y="169"/>
                  </a:lnTo>
                  <a:lnTo>
                    <a:pt x="48" y="193"/>
                  </a:lnTo>
                  <a:lnTo>
                    <a:pt x="72" y="242"/>
                  </a:lnTo>
                  <a:lnTo>
                    <a:pt x="145" y="242"/>
                  </a:lnTo>
                  <a:lnTo>
                    <a:pt x="217" y="218"/>
                  </a:lnTo>
                  <a:lnTo>
                    <a:pt x="241" y="169"/>
                  </a:lnTo>
                  <a:lnTo>
                    <a:pt x="241" y="97"/>
                  </a:lnTo>
                  <a:lnTo>
                    <a:pt x="217" y="49"/>
                  </a:lnTo>
                  <a:lnTo>
                    <a:pt x="169"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9"/>
            <p:cNvSpPr/>
            <p:nvPr/>
          </p:nvSpPr>
          <p:spPr>
            <a:xfrm>
              <a:off x="1887125" y="1972175"/>
              <a:ext cx="8450" cy="6050"/>
            </a:xfrm>
            <a:custGeom>
              <a:avLst/>
              <a:gdLst/>
              <a:ahLst/>
              <a:cxnLst/>
              <a:rect l="l" t="t" r="r" b="b"/>
              <a:pathLst>
                <a:path w="338" h="242" extrusionOk="0">
                  <a:moveTo>
                    <a:pt x="73" y="1"/>
                  </a:moveTo>
                  <a:lnTo>
                    <a:pt x="25" y="25"/>
                  </a:lnTo>
                  <a:lnTo>
                    <a:pt x="1" y="97"/>
                  </a:lnTo>
                  <a:lnTo>
                    <a:pt x="25" y="145"/>
                  </a:lnTo>
                  <a:lnTo>
                    <a:pt x="49" y="218"/>
                  </a:lnTo>
                  <a:lnTo>
                    <a:pt x="121" y="242"/>
                  </a:lnTo>
                  <a:lnTo>
                    <a:pt x="217" y="218"/>
                  </a:lnTo>
                  <a:lnTo>
                    <a:pt x="290" y="194"/>
                  </a:lnTo>
                  <a:lnTo>
                    <a:pt x="338" y="145"/>
                  </a:lnTo>
                  <a:lnTo>
                    <a:pt x="242" y="73"/>
                  </a:lnTo>
                  <a:lnTo>
                    <a:pt x="193"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9"/>
            <p:cNvSpPr/>
            <p:nvPr/>
          </p:nvSpPr>
          <p:spPr>
            <a:xfrm>
              <a:off x="2236200" y="2445825"/>
              <a:ext cx="6050" cy="7850"/>
            </a:xfrm>
            <a:custGeom>
              <a:avLst/>
              <a:gdLst/>
              <a:ahLst/>
              <a:cxnLst/>
              <a:rect l="l" t="t" r="r" b="b"/>
              <a:pathLst>
                <a:path w="242" h="314" extrusionOk="0">
                  <a:moveTo>
                    <a:pt x="24" y="0"/>
                  </a:moveTo>
                  <a:lnTo>
                    <a:pt x="0" y="49"/>
                  </a:lnTo>
                  <a:lnTo>
                    <a:pt x="0" y="121"/>
                  </a:lnTo>
                  <a:lnTo>
                    <a:pt x="24" y="193"/>
                  </a:lnTo>
                  <a:lnTo>
                    <a:pt x="97" y="289"/>
                  </a:lnTo>
                  <a:lnTo>
                    <a:pt x="169" y="313"/>
                  </a:lnTo>
                  <a:lnTo>
                    <a:pt x="193" y="289"/>
                  </a:lnTo>
                  <a:lnTo>
                    <a:pt x="241" y="241"/>
                  </a:lnTo>
                  <a:lnTo>
                    <a:pt x="241" y="217"/>
                  </a:lnTo>
                  <a:lnTo>
                    <a:pt x="241" y="169"/>
                  </a:lnTo>
                  <a:lnTo>
                    <a:pt x="169" y="73"/>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9"/>
            <p:cNvSpPr/>
            <p:nvPr/>
          </p:nvSpPr>
          <p:spPr>
            <a:xfrm>
              <a:off x="1850425" y="1947500"/>
              <a:ext cx="4825" cy="8450"/>
            </a:xfrm>
            <a:custGeom>
              <a:avLst/>
              <a:gdLst/>
              <a:ahLst/>
              <a:cxnLst/>
              <a:rect l="l" t="t" r="r" b="b"/>
              <a:pathLst>
                <a:path w="193" h="338" extrusionOk="0">
                  <a:moveTo>
                    <a:pt x="49" y="1"/>
                  </a:moveTo>
                  <a:lnTo>
                    <a:pt x="24" y="49"/>
                  </a:lnTo>
                  <a:lnTo>
                    <a:pt x="0" y="97"/>
                  </a:lnTo>
                  <a:lnTo>
                    <a:pt x="24" y="169"/>
                  </a:lnTo>
                  <a:lnTo>
                    <a:pt x="49" y="266"/>
                  </a:lnTo>
                  <a:lnTo>
                    <a:pt x="73" y="314"/>
                  </a:lnTo>
                  <a:lnTo>
                    <a:pt x="97" y="338"/>
                  </a:lnTo>
                  <a:lnTo>
                    <a:pt x="145" y="338"/>
                  </a:lnTo>
                  <a:lnTo>
                    <a:pt x="169" y="314"/>
                  </a:lnTo>
                  <a:lnTo>
                    <a:pt x="193" y="242"/>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9"/>
            <p:cNvSpPr/>
            <p:nvPr/>
          </p:nvSpPr>
          <p:spPr>
            <a:xfrm>
              <a:off x="2291575" y="2463875"/>
              <a:ext cx="6025" cy="5450"/>
            </a:xfrm>
            <a:custGeom>
              <a:avLst/>
              <a:gdLst/>
              <a:ahLst/>
              <a:cxnLst/>
              <a:rect l="l" t="t" r="r" b="b"/>
              <a:pathLst>
                <a:path w="241" h="218" extrusionOk="0">
                  <a:moveTo>
                    <a:pt x="96" y="1"/>
                  </a:moveTo>
                  <a:lnTo>
                    <a:pt x="48" y="25"/>
                  </a:lnTo>
                  <a:lnTo>
                    <a:pt x="24" y="49"/>
                  </a:lnTo>
                  <a:lnTo>
                    <a:pt x="0" y="145"/>
                  </a:lnTo>
                  <a:lnTo>
                    <a:pt x="0" y="169"/>
                  </a:lnTo>
                  <a:lnTo>
                    <a:pt x="24" y="193"/>
                  </a:lnTo>
                  <a:lnTo>
                    <a:pt x="72" y="217"/>
                  </a:lnTo>
                  <a:lnTo>
                    <a:pt x="120" y="217"/>
                  </a:lnTo>
                  <a:lnTo>
                    <a:pt x="169" y="193"/>
                  </a:lnTo>
                  <a:lnTo>
                    <a:pt x="217" y="145"/>
                  </a:lnTo>
                  <a:lnTo>
                    <a:pt x="241" y="97"/>
                  </a:lnTo>
                  <a:lnTo>
                    <a:pt x="241" y="73"/>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9"/>
            <p:cNvSpPr/>
            <p:nvPr/>
          </p:nvSpPr>
          <p:spPr>
            <a:xfrm>
              <a:off x="1889550" y="2042600"/>
              <a:ext cx="5425" cy="6050"/>
            </a:xfrm>
            <a:custGeom>
              <a:avLst/>
              <a:gdLst/>
              <a:ahLst/>
              <a:cxnLst/>
              <a:rect l="l" t="t" r="r" b="b"/>
              <a:pathLst>
                <a:path w="217" h="242" extrusionOk="0">
                  <a:moveTo>
                    <a:pt x="72" y="0"/>
                  </a:moveTo>
                  <a:lnTo>
                    <a:pt x="48" y="25"/>
                  </a:lnTo>
                  <a:lnTo>
                    <a:pt x="0" y="49"/>
                  </a:lnTo>
                  <a:lnTo>
                    <a:pt x="0" y="97"/>
                  </a:lnTo>
                  <a:lnTo>
                    <a:pt x="0" y="145"/>
                  </a:lnTo>
                  <a:lnTo>
                    <a:pt x="24" y="193"/>
                  </a:lnTo>
                  <a:lnTo>
                    <a:pt x="48" y="241"/>
                  </a:lnTo>
                  <a:lnTo>
                    <a:pt x="145" y="241"/>
                  </a:lnTo>
                  <a:lnTo>
                    <a:pt x="169" y="217"/>
                  </a:lnTo>
                  <a:lnTo>
                    <a:pt x="217" y="169"/>
                  </a:lnTo>
                  <a:lnTo>
                    <a:pt x="217" y="121"/>
                  </a:lnTo>
                  <a:lnTo>
                    <a:pt x="217" y="73"/>
                  </a:lnTo>
                  <a:lnTo>
                    <a:pt x="193" y="25"/>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9"/>
            <p:cNvSpPr/>
            <p:nvPr/>
          </p:nvSpPr>
          <p:spPr>
            <a:xfrm>
              <a:off x="1903375" y="1937875"/>
              <a:ext cx="6050" cy="6050"/>
            </a:xfrm>
            <a:custGeom>
              <a:avLst/>
              <a:gdLst/>
              <a:ahLst/>
              <a:cxnLst/>
              <a:rect l="l" t="t" r="r" b="b"/>
              <a:pathLst>
                <a:path w="242" h="242" extrusionOk="0">
                  <a:moveTo>
                    <a:pt x="97" y="1"/>
                  </a:moveTo>
                  <a:lnTo>
                    <a:pt x="49" y="25"/>
                  </a:lnTo>
                  <a:lnTo>
                    <a:pt x="25" y="49"/>
                  </a:lnTo>
                  <a:lnTo>
                    <a:pt x="1" y="121"/>
                  </a:lnTo>
                  <a:lnTo>
                    <a:pt x="25" y="169"/>
                  </a:lnTo>
                  <a:lnTo>
                    <a:pt x="49" y="217"/>
                  </a:lnTo>
                  <a:lnTo>
                    <a:pt x="97" y="241"/>
                  </a:lnTo>
                  <a:lnTo>
                    <a:pt x="169" y="241"/>
                  </a:lnTo>
                  <a:lnTo>
                    <a:pt x="193" y="217"/>
                  </a:lnTo>
                  <a:lnTo>
                    <a:pt x="217" y="193"/>
                  </a:lnTo>
                  <a:lnTo>
                    <a:pt x="242" y="145"/>
                  </a:lnTo>
                  <a:lnTo>
                    <a:pt x="242" y="97"/>
                  </a:lnTo>
                  <a:lnTo>
                    <a:pt x="217"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9"/>
            <p:cNvSpPr/>
            <p:nvPr/>
          </p:nvSpPr>
          <p:spPr>
            <a:xfrm>
              <a:off x="2095975" y="1907200"/>
              <a:ext cx="6025" cy="5425"/>
            </a:xfrm>
            <a:custGeom>
              <a:avLst/>
              <a:gdLst/>
              <a:ahLst/>
              <a:cxnLst/>
              <a:rect l="l" t="t" r="r" b="b"/>
              <a:pathLst>
                <a:path w="241" h="217" extrusionOk="0">
                  <a:moveTo>
                    <a:pt x="72" y="0"/>
                  </a:moveTo>
                  <a:lnTo>
                    <a:pt x="24" y="48"/>
                  </a:lnTo>
                  <a:lnTo>
                    <a:pt x="0" y="72"/>
                  </a:lnTo>
                  <a:lnTo>
                    <a:pt x="0" y="120"/>
                  </a:lnTo>
                  <a:lnTo>
                    <a:pt x="24" y="144"/>
                  </a:lnTo>
                  <a:lnTo>
                    <a:pt x="48" y="193"/>
                  </a:lnTo>
                  <a:lnTo>
                    <a:pt x="97" y="217"/>
                  </a:lnTo>
                  <a:lnTo>
                    <a:pt x="193" y="217"/>
                  </a:lnTo>
                  <a:lnTo>
                    <a:pt x="217" y="193"/>
                  </a:lnTo>
                  <a:lnTo>
                    <a:pt x="241" y="144"/>
                  </a:lnTo>
                  <a:lnTo>
                    <a:pt x="241" y="96"/>
                  </a:lnTo>
                  <a:lnTo>
                    <a:pt x="241"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9"/>
            <p:cNvSpPr/>
            <p:nvPr/>
          </p:nvSpPr>
          <p:spPr>
            <a:xfrm>
              <a:off x="2312625" y="1857225"/>
              <a:ext cx="6650" cy="6650"/>
            </a:xfrm>
            <a:custGeom>
              <a:avLst/>
              <a:gdLst/>
              <a:ahLst/>
              <a:cxnLst/>
              <a:rect l="l" t="t" r="r" b="b"/>
              <a:pathLst>
                <a:path w="266" h="266" extrusionOk="0">
                  <a:moveTo>
                    <a:pt x="49" y="1"/>
                  </a:moveTo>
                  <a:lnTo>
                    <a:pt x="25" y="49"/>
                  </a:lnTo>
                  <a:lnTo>
                    <a:pt x="1" y="97"/>
                  </a:lnTo>
                  <a:lnTo>
                    <a:pt x="1" y="145"/>
                  </a:lnTo>
                  <a:lnTo>
                    <a:pt x="145" y="266"/>
                  </a:lnTo>
                  <a:lnTo>
                    <a:pt x="241" y="266"/>
                  </a:lnTo>
                  <a:lnTo>
                    <a:pt x="265" y="242"/>
                  </a:lnTo>
                  <a:lnTo>
                    <a:pt x="265" y="194"/>
                  </a:lnTo>
                  <a:lnTo>
                    <a:pt x="217" y="97"/>
                  </a:lnTo>
                  <a:lnTo>
                    <a:pt x="169" y="49"/>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9"/>
            <p:cNvSpPr/>
            <p:nvPr/>
          </p:nvSpPr>
          <p:spPr>
            <a:xfrm>
              <a:off x="1837775" y="2042600"/>
              <a:ext cx="6650" cy="4850"/>
            </a:xfrm>
            <a:custGeom>
              <a:avLst/>
              <a:gdLst/>
              <a:ahLst/>
              <a:cxnLst/>
              <a:rect l="l" t="t" r="r" b="b"/>
              <a:pathLst>
                <a:path w="266" h="194" extrusionOk="0">
                  <a:moveTo>
                    <a:pt x="97" y="0"/>
                  </a:moveTo>
                  <a:lnTo>
                    <a:pt x="49" y="25"/>
                  </a:lnTo>
                  <a:lnTo>
                    <a:pt x="1" y="49"/>
                  </a:lnTo>
                  <a:lnTo>
                    <a:pt x="1" y="121"/>
                  </a:lnTo>
                  <a:lnTo>
                    <a:pt x="49" y="169"/>
                  </a:lnTo>
                  <a:lnTo>
                    <a:pt x="97" y="193"/>
                  </a:lnTo>
                  <a:lnTo>
                    <a:pt x="169" y="193"/>
                  </a:lnTo>
                  <a:lnTo>
                    <a:pt x="217" y="169"/>
                  </a:lnTo>
                  <a:lnTo>
                    <a:pt x="266" y="121"/>
                  </a:lnTo>
                  <a:lnTo>
                    <a:pt x="266" y="97"/>
                  </a:lnTo>
                  <a:lnTo>
                    <a:pt x="266" y="73"/>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9"/>
            <p:cNvSpPr/>
            <p:nvPr/>
          </p:nvSpPr>
          <p:spPr>
            <a:xfrm>
              <a:off x="1893750" y="1946300"/>
              <a:ext cx="4850" cy="6650"/>
            </a:xfrm>
            <a:custGeom>
              <a:avLst/>
              <a:gdLst/>
              <a:ahLst/>
              <a:cxnLst/>
              <a:rect l="l" t="t" r="r" b="b"/>
              <a:pathLst>
                <a:path w="194" h="266" extrusionOk="0">
                  <a:moveTo>
                    <a:pt x="49" y="1"/>
                  </a:moveTo>
                  <a:lnTo>
                    <a:pt x="25" y="25"/>
                  </a:lnTo>
                  <a:lnTo>
                    <a:pt x="1" y="73"/>
                  </a:lnTo>
                  <a:lnTo>
                    <a:pt x="25" y="169"/>
                  </a:lnTo>
                  <a:lnTo>
                    <a:pt x="49" y="217"/>
                  </a:lnTo>
                  <a:lnTo>
                    <a:pt x="121" y="266"/>
                  </a:lnTo>
                  <a:lnTo>
                    <a:pt x="145" y="266"/>
                  </a:lnTo>
                  <a:lnTo>
                    <a:pt x="169" y="242"/>
                  </a:lnTo>
                  <a:lnTo>
                    <a:pt x="193" y="169"/>
                  </a:lnTo>
                  <a:lnTo>
                    <a:pt x="169" y="121"/>
                  </a:lnTo>
                  <a:lnTo>
                    <a:pt x="145"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9"/>
            <p:cNvSpPr/>
            <p:nvPr/>
          </p:nvSpPr>
          <p:spPr>
            <a:xfrm>
              <a:off x="2256650" y="1846400"/>
              <a:ext cx="5450" cy="6050"/>
            </a:xfrm>
            <a:custGeom>
              <a:avLst/>
              <a:gdLst/>
              <a:ahLst/>
              <a:cxnLst/>
              <a:rect l="l" t="t" r="r" b="b"/>
              <a:pathLst>
                <a:path w="218" h="242" extrusionOk="0">
                  <a:moveTo>
                    <a:pt x="145" y="1"/>
                  </a:moveTo>
                  <a:lnTo>
                    <a:pt x="97" y="25"/>
                  </a:lnTo>
                  <a:lnTo>
                    <a:pt x="49" y="49"/>
                  </a:lnTo>
                  <a:lnTo>
                    <a:pt x="1" y="97"/>
                  </a:lnTo>
                  <a:lnTo>
                    <a:pt x="1" y="121"/>
                  </a:lnTo>
                  <a:lnTo>
                    <a:pt x="1" y="169"/>
                  </a:lnTo>
                  <a:lnTo>
                    <a:pt x="1" y="217"/>
                  </a:lnTo>
                  <a:lnTo>
                    <a:pt x="25" y="241"/>
                  </a:lnTo>
                  <a:lnTo>
                    <a:pt x="169" y="241"/>
                  </a:lnTo>
                  <a:lnTo>
                    <a:pt x="193" y="217"/>
                  </a:lnTo>
                  <a:lnTo>
                    <a:pt x="217" y="169"/>
                  </a:lnTo>
                  <a:lnTo>
                    <a:pt x="217" y="97"/>
                  </a:lnTo>
                  <a:lnTo>
                    <a:pt x="217" y="73"/>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9"/>
            <p:cNvSpPr/>
            <p:nvPr/>
          </p:nvSpPr>
          <p:spPr>
            <a:xfrm>
              <a:off x="2406525" y="2419350"/>
              <a:ext cx="4825" cy="6025"/>
            </a:xfrm>
            <a:custGeom>
              <a:avLst/>
              <a:gdLst/>
              <a:ahLst/>
              <a:cxnLst/>
              <a:rect l="l" t="t" r="r" b="b"/>
              <a:pathLst>
                <a:path w="193" h="241" extrusionOk="0">
                  <a:moveTo>
                    <a:pt x="96" y="0"/>
                  </a:moveTo>
                  <a:lnTo>
                    <a:pt x="48" y="24"/>
                  </a:lnTo>
                  <a:lnTo>
                    <a:pt x="0" y="72"/>
                  </a:lnTo>
                  <a:lnTo>
                    <a:pt x="0" y="145"/>
                  </a:lnTo>
                  <a:lnTo>
                    <a:pt x="0" y="193"/>
                  </a:lnTo>
                  <a:lnTo>
                    <a:pt x="24" y="217"/>
                  </a:lnTo>
                  <a:lnTo>
                    <a:pt x="72" y="241"/>
                  </a:lnTo>
                  <a:lnTo>
                    <a:pt x="120" y="217"/>
                  </a:lnTo>
                  <a:lnTo>
                    <a:pt x="169" y="169"/>
                  </a:lnTo>
                  <a:lnTo>
                    <a:pt x="193" y="121"/>
                  </a:lnTo>
                  <a:lnTo>
                    <a:pt x="193" y="72"/>
                  </a:lnTo>
                  <a:lnTo>
                    <a:pt x="169"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9"/>
            <p:cNvSpPr/>
            <p:nvPr/>
          </p:nvSpPr>
          <p:spPr>
            <a:xfrm>
              <a:off x="1805275" y="1993250"/>
              <a:ext cx="6650" cy="6050"/>
            </a:xfrm>
            <a:custGeom>
              <a:avLst/>
              <a:gdLst/>
              <a:ahLst/>
              <a:cxnLst/>
              <a:rect l="l" t="t" r="r" b="b"/>
              <a:pathLst>
                <a:path w="266" h="242" extrusionOk="0">
                  <a:moveTo>
                    <a:pt x="97" y="0"/>
                  </a:moveTo>
                  <a:lnTo>
                    <a:pt x="49" y="49"/>
                  </a:lnTo>
                  <a:lnTo>
                    <a:pt x="25" y="97"/>
                  </a:lnTo>
                  <a:lnTo>
                    <a:pt x="1" y="169"/>
                  </a:lnTo>
                  <a:lnTo>
                    <a:pt x="25" y="217"/>
                  </a:lnTo>
                  <a:lnTo>
                    <a:pt x="73" y="241"/>
                  </a:lnTo>
                  <a:lnTo>
                    <a:pt x="169" y="217"/>
                  </a:lnTo>
                  <a:lnTo>
                    <a:pt x="266" y="169"/>
                  </a:lnTo>
                  <a:lnTo>
                    <a:pt x="145" y="25"/>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9"/>
            <p:cNvSpPr/>
            <p:nvPr/>
          </p:nvSpPr>
          <p:spPr>
            <a:xfrm>
              <a:off x="2023750" y="1842800"/>
              <a:ext cx="6650" cy="5425"/>
            </a:xfrm>
            <a:custGeom>
              <a:avLst/>
              <a:gdLst/>
              <a:ahLst/>
              <a:cxnLst/>
              <a:rect l="l" t="t" r="r" b="b"/>
              <a:pathLst>
                <a:path w="266" h="217" extrusionOk="0">
                  <a:moveTo>
                    <a:pt x="97" y="0"/>
                  </a:moveTo>
                  <a:lnTo>
                    <a:pt x="49" y="24"/>
                  </a:lnTo>
                  <a:lnTo>
                    <a:pt x="25" y="72"/>
                  </a:lnTo>
                  <a:lnTo>
                    <a:pt x="0" y="145"/>
                  </a:lnTo>
                  <a:lnTo>
                    <a:pt x="49" y="193"/>
                  </a:lnTo>
                  <a:lnTo>
                    <a:pt x="97" y="217"/>
                  </a:lnTo>
                  <a:lnTo>
                    <a:pt x="193" y="217"/>
                  </a:lnTo>
                  <a:lnTo>
                    <a:pt x="241" y="193"/>
                  </a:lnTo>
                  <a:lnTo>
                    <a:pt x="265" y="145"/>
                  </a:lnTo>
                  <a:lnTo>
                    <a:pt x="265" y="97"/>
                  </a:lnTo>
                  <a:lnTo>
                    <a:pt x="241" y="72"/>
                  </a:lnTo>
                  <a:lnTo>
                    <a:pt x="193"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9"/>
            <p:cNvSpPr/>
            <p:nvPr/>
          </p:nvSpPr>
          <p:spPr>
            <a:xfrm>
              <a:off x="2292175" y="2349525"/>
              <a:ext cx="6025" cy="6050"/>
            </a:xfrm>
            <a:custGeom>
              <a:avLst/>
              <a:gdLst/>
              <a:ahLst/>
              <a:cxnLst/>
              <a:rect l="l" t="t" r="r" b="b"/>
              <a:pathLst>
                <a:path w="241" h="242" extrusionOk="0">
                  <a:moveTo>
                    <a:pt x="169" y="1"/>
                  </a:moveTo>
                  <a:lnTo>
                    <a:pt x="96" y="49"/>
                  </a:lnTo>
                  <a:lnTo>
                    <a:pt x="0" y="121"/>
                  </a:lnTo>
                  <a:lnTo>
                    <a:pt x="0" y="193"/>
                  </a:lnTo>
                  <a:lnTo>
                    <a:pt x="24" y="242"/>
                  </a:lnTo>
                  <a:lnTo>
                    <a:pt x="96" y="242"/>
                  </a:lnTo>
                  <a:lnTo>
                    <a:pt x="193" y="169"/>
                  </a:lnTo>
                  <a:lnTo>
                    <a:pt x="241" y="97"/>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9"/>
            <p:cNvSpPr/>
            <p:nvPr/>
          </p:nvSpPr>
          <p:spPr>
            <a:xfrm>
              <a:off x="1922050" y="1945100"/>
              <a:ext cx="4825" cy="6050"/>
            </a:xfrm>
            <a:custGeom>
              <a:avLst/>
              <a:gdLst/>
              <a:ahLst/>
              <a:cxnLst/>
              <a:rect l="l" t="t" r="r" b="b"/>
              <a:pathLst>
                <a:path w="193" h="242" extrusionOk="0">
                  <a:moveTo>
                    <a:pt x="96" y="1"/>
                  </a:moveTo>
                  <a:lnTo>
                    <a:pt x="48" y="25"/>
                  </a:lnTo>
                  <a:lnTo>
                    <a:pt x="0" y="73"/>
                  </a:lnTo>
                  <a:lnTo>
                    <a:pt x="0" y="145"/>
                  </a:lnTo>
                  <a:lnTo>
                    <a:pt x="24" y="193"/>
                  </a:lnTo>
                  <a:lnTo>
                    <a:pt x="48" y="217"/>
                  </a:lnTo>
                  <a:lnTo>
                    <a:pt x="72" y="241"/>
                  </a:lnTo>
                  <a:lnTo>
                    <a:pt x="145" y="217"/>
                  </a:lnTo>
                  <a:lnTo>
                    <a:pt x="193"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9"/>
            <p:cNvSpPr/>
            <p:nvPr/>
          </p:nvSpPr>
          <p:spPr>
            <a:xfrm>
              <a:off x="2171800" y="2514425"/>
              <a:ext cx="4850" cy="6650"/>
            </a:xfrm>
            <a:custGeom>
              <a:avLst/>
              <a:gdLst/>
              <a:ahLst/>
              <a:cxnLst/>
              <a:rect l="l" t="t" r="r" b="b"/>
              <a:pathLst>
                <a:path w="194" h="266" extrusionOk="0">
                  <a:moveTo>
                    <a:pt x="97" y="1"/>
                  </a:moveTo>
                  <a:lnTo>
                    <a:pt x="49" y="25"/>
                  </a:lnTo>
                  <a:lnTo>
                    <a:pt x="25" y="73"/>
                  </a:lnTo>
                  <a:lnTo>
                    <a:pt x="0" y="145"/>
                  </a:lnTo>
                  <a:lnTo>
                    <a:pt x="0" y="217"/>
                  </a:lnTo>
                  <a:lnTo>
                    <a:pt x="25" y="266"/>
                  </a:lnTo>
                  <a:lnTo>
                    <a:pt x="97" y="266"/>
                  </a:lnTo>
                  <a:lnTo>
                    <a:pt x="121" y="193"/>
                  </a:lnTo>
                  <a:lnTo>
                    <a:pt x="169"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9"/>
            <p:cNvSpPr/>
            <p:nvPr/>
          </p:nvSpPr>
          <p:spPr>
            <a:xfrm>
              <a:off x="1826350" y="1983025"/>
              <a:ext cx="7250" cy="3625"/>
            </a:xfrm>
            <a:custGeom>
              <a:avLst/>
              <a:gdLst/>
              <a:ahLst/>
              <a:cxnLst/>
              <a:rect l="l" t="t" r="r" b="b"/>
              <a:pathLst>
                <a:path w="290" h="145" extrusionOk="0">
                  <a:moveTo>
                    <a:pt x="73" y="0"/>
                  </a:moveTo>
                  <a:lnTo>
                    <a:pt x="25" y="48"/>
                  </a:lnTo>
                  <a:lnTo>
                    <a:pt x="0" y="97"/>
                  </a:lnTo>
                  <a:lnTo>
                    <a:pt x="25" y="121"/>
                  </a:lnTo>
                  <a:lnTo>
                    <a:pt x="73" y="145"/>
                  </a:lnTo>
                  <a:lnTo>
                    <a:pt x="241" y="145"/>
                  </a:lnTo>
                  <a:lnTo>
                    <a:pt x="289" y="121"/>
                  </a:lnTo>
                  <a:lnTo>
                    <a:pt x="289" y="48"/>
                  </a:lnTo>
                  <a:lnTo>
                    <a:pt x="265"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9"/>
            <p:cNvSpPr/>
            <p:nvPr/>
          </p:nvSpPr>
          <p:spPr>
            <a:xfrm>
              <a:off x="2026750" y="1948725"/>
              <a:ext cx="6650" cy="6025"/>
            </a:xfrm>
            <a:custGeom>
              <a:avLst/>
              <a:gdLst/>
              <a:ahLst/>
              <a:cxnLst/>
              <a:rect l="l" t="t" r="r" b="b"/>
              <a:pathLst>
                <a:path w="266" h="241" extrusionOk="0">
                  <a:moveTo>
                    <a:pt x="217" y="0"/>
                  </a:moveTo>
                  <a:lnTo>
                    <a:pt x="145" y="24"/>
                  </a:lnTo>
                  <a:lnTo>
                    <a:pt x="97" y="48"/>
                  </a:lnTo>
                  <a:lnTo>
                    <a:pt x="49" y="96"/>
                  </a:lnTo>
                  <a:lnTo>
                    <a:pt x="25" y="145"/>
                  </a:lnTo>
                  <a:lnTo>
                    <a:pt x="1" y="193"/>
                  </a:lnTo>
                  <a:lnTo>
                    <a:pt x="25" y="217"/>
                  </a:lnTo>
                  <a:lnTo>
                    <a:pt x="49" y="241"/>
                  </a:lnTo>
                  <a:lnTo>
                    <a:pt x="73" y="241"/>
                  </a:lnTo>
                  <a:lnTo>
                    <a:pt x="121" y="217"/>
                  </a:lnTo>
                  <a:lnTo>
                    <a:pt x="193" y="169"/>
                  </a:lnTo>
                  <a:lnTo>
                    <a:pt x="242" y="145"/>
                  </a:lnTo>
                  <a:lnTo>
                    <a:pt x="266" y="120"/>
                  </a:lnTo>
                  <a:lnTo>
                    <a:pt x="266" y="48"/>
                  </a:lnTo>
                  <a:lnTo>
                    <a:pt x="242"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9"/>
            <p:cNvSpPr/>
            <p:nvPr/>
          </p:nvSpPr>
          <p:spPr>
            <a:xfrm>
              <a:off x="2239200" y="2050425"/>
              <a:ext cx="7250" cy="4850"/>
            </a:xfrm>
            <a:custGeom>
              <a:avLst/>
              <a:gdLst/>
              <a:ahLst/>
              <a:cxnLst/>
              <a:rect l="l" t="t" r="r" b="b"/>
              <a:pathLst>
                <a:path w="290" h="194" extrusionOk="0">
                  <a:moveTo>
                    <a:pt x="97" y="0"/>
                  </a:moveTo>
                  <a:lnTo>
                    <a:pt x="49" y="25"/>
                  </a:lnTo>
                  <a:lnTo>
                    <a:pt x="25" y="49"/>
                  </a:lnTo>
                  <a:lnTo>
                    <a:pt x="1" y="97"/>
                  </a:lnTo>
                  <a:lnTo>
                    <a:pt x="25" y="121"/>
                  </a:lnTo>
                  <a:lnTo>
                    <a:pt x="73" y="169"/>
                  </a:lnTo>
                  <a:lnTo>
                    <a:pt x="145" y="193"/>
                  </a:lnTo>
                  <a:lnTo>
                    <a:pt x="193" y="193"/>
                  </a:lnTo>
                  <a:lnTo>
                    <a:pt x="266" y="169"/>
                  </a:lnTo>
                  <a:lnTo>
                    <a:pt x="290" y="145"/>
                  </a:lnTo>
                  <a:lnTo>
                    <a:pt x="290" y="97"/>
                  </a:lnTo>
                  <a:lnTo>
                    <a:pt x="217"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9"/>
            <p:cNvSpPr/>
            <p:nvPr/>
          </p:nvSpPr>
          <p:spPr>
            <a:xfrm>
              <a:off x="2292175" y="2333875"/>
              <a:ext cx="4225" cy="6650"/>
            </a:xfrm>
            <a:custGeom>
              <a:avLst/>
              <a:gdLst/>
              <a:ahLst/>
              <a:cxnLst/>
              <a:rect l="l" t="t" r="r" b="b"/>
              <a:pathLst>
                <a:path w="169" h="266" extrusionOk="0">
                  <a:moveTo>
                    <a:pt x="96" y="1"/>
                  </a:moveTo>
                  <a:lnTo>
                    <a:pt x="48" y="25"/>
                  </a:lnTo>
                  <a:lnTo>
                    <a:pt x="24" y="49"/>
                  </a:lnTo>
                  <a:lnTo>
                    <a:pt x="0" y="121"/>
                  </a:lnTo>
                  <a:lnTo>
                    <a:pt x="0" y="193"/>
                  </a:lnTo>
                  <a:lnTo>
                    <a:pt x="24" y="242"/>
                  </a:lnTo>
                  <a:lnTo>
                    <a:pt x="48" y="266"/>
                  </a:lnTo>
                  <a:lnTo>
                    <a:pt x="96" y="242"/>
                  </a:lnTo>
                  <a:lnTo>
                    <a:pt x="145" y="218"/>
                  </a:lnTo>
                  <a:lnTo>
                    <a:pt x="169" y="169"/>
                  </a:lnTo>
                  <a:lnTo>
                    <a:pt x="169" y="97"/>
                  </a:lnTo>
                  <a:lnTo>
                    <a:pt x="145" y="49"/>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9"/>
            <p:cNvSpPr/>
            <p:nvPr/>
          </p:nvSpPr>
          <p:spPr>
            <a:xfrm>
              <a:off x="2404100" y="1974600"/>
              <a:ext cx="4250" cy="7250"/>
            </a:xfrm>
            <a:custGeom>
              <a:avLst/>
              <a:gdLst/>
              <a:ahLst/>
              <a:cxnLst/>
              <a:rect l="l" t="t" r="r" b="b"/>
              <a:pathLst>
                <a:path w="170" h="290" extrusionOk="0">
                  <a:moveTo>
                    <a:pt x="97" y="0"/>
                  </a:moveTo>
                  <a:lnTo>
                    <a:pt x="49" y="24"/>
                  </a:lnTo>
                  <a:lnTo>
                    <a:pt x="1" y="97"/>
                  </a:lnTo>
                  <a:lnTo>
                    <a:pt x="1" y="193"/>
                  </a:lnTo>
                  <a:lnTo>
                    <a:pt x="25" y="241"/>
                  </a:lnTo>
                  <a:lnTo>
                    <a:pt x="73" y="289"/>
                  </a:lnTo>
                  <a:lnTo>
                    <a:pt x="97" y="265"/>
                  </a:lnTo>
                  <a:lnTo>
                    <a:pt x="121" y="241"/>
                  </a:lnTo>
                  <a:lnTo>
                    <a:pt x="169" y="169"/>
                  </a:lnTo>
                  <a:lnTo>
                    <a:pt x="169" y="121"/>
                  </a:lnTo>
                  <a:lnTo>
                    <a:pt x="169"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9"/>
            <p:cNvSpPr/>
            <p:nvPr/>
          </p:nvSpPr>
          <p:spPr>
            <a:xfrm>
              <a:off x="2280725" y="2492775"/>
              <a:ext cx="6050" cy="4225"/>
            </a:xfrm>
            <a:custGeom>
              <a:avLst/>
              <a:gdLst/>
              <a:ahLst/>
              <a:cxnLst/>
              <a:rect l="l" t="t" r="r" b="b"/>
              <a:pathLst>
                <a:path w="242" h="169" extrusionOk="0">
                  <a:moveTo>
                    <a:pt x="97" y="0"/>
                  </a:moveTo>
                  <a:lnTo>
                    <a:pt x="49" y="24"/>
                  </a:lnTo>
                  <a:lnTo>
                    <a:pt x="25" y="48"/>
                  </a:lnTo>
                  <a:lnTo>
                    <a:pt x="1" y="96"/>
                  </a:lnTo>
                  <a:lnTo>
                    <a:pt x="1" y="121"/>
                  </a:lnTo>
                  <a:lnTo>
                    <a:pt x="25" y="145"/>
                  </a:lnTo>
                  <a:lnTo>
                    <a:pt x="73" y="169"/>
                  </a:lnTo>
                  <a:lnTo>
                    <a:pt x="121" y="169"/>
                  </a:lnTo>
                  <a:lnTo>
                    <a:pt x="193" y="145"/>
                  </a:lnTo>
                  <a:lnTo>
                    <a:pt x="217" y="121"/>
                  </a:lnTo>
                  <a:lnTo>
                    <a:pt x="241" y="72"/>
                  </a:lnTo>
                  <a:lnTo>
                    <a:pt x="217"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9"/>
            <p:cNvSpPr/>
            <p:nvPr/>
          </p:nvSpPr>
          <p:spPr>
            <a:xfrm>
              <a:off x="2036400" y="1923450"/>
              <a:ext cx="3625" cy="6625"/>
            </a:xfrm>
            <a:custGeom>
              <a:avLst/>
              <a:gdLst/>
              <a:ahLst/>
              <a:cxnLst/>
              <a:rect l="l" t="t" r="r" b="b"/>
              <a:pathLst>
                <a:path w="145" h="265" extrusionOk="0">
                  <a:moveTo>
                    <a:pt x="48" y="0"/>
                  </a:moveTo>
                  <a:lnTo>
                    <a:pt x="24" y="120"/>
                  </a:lnTo>
                  <a:lnTo>
                    <a:pt x="0" y="241"/>
                  </a:lnTo>
                  <a:lnTo>
                    <a:pt x="24" y="265"/>
                  </a:lnTo>
                  <a:lnTo>
                    <a:pt x="48" y="265"/>
                  </a:lnTo>
                  <a:lnTo>
                    <a:pt x="96" y="241"/>
                  </a:lnTo>
                  <a:lnTo>
                    <a:pt x="144" y="169"/>
                  </a:lnTo>
                  <a:lnTo>
                    <a:pt x="120" y="72"/>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9"/>
            <p:cNvSpPr/>
            <p:nvPr/>
          </p:nvSpPr>
          <p:spPr>
            <a:xfrm>
              <a:off x="1929875" y="1918625"/>
              <a:ext cx="6025" cy="4225"/>
            </a:xfrm>
            <a:custGeom>
              <a:avLst/>
              <a:gdLst/>
              <a:ahLst/>
              <a:cxnLst/>
              <a:rect l="l" t="t" r="r" b="b"/>
              <a:pathLst>
                <a:path w="241" h="169" extrusionOk="0">
                  <a:moveTo>
                    <a:pt x="72" y="0"/>
                  </a:moveTo>
                  <a:lnTo>
                    <a:pt x="24" y="24"/>
                  </a:lnTo>
                  <a:lnTo>
                    <a:pt x="0" y="49"/>
                  </a:lnTo>
                  <a:lnTo>
                    <a:pt x="24" y="73"/>
                  </a:lnTo>
                  <a:lnTo>
                    <a:pt x="48" y="121"/>
                  </a:lnTo>
                  <a:lnTo>
                    <a:pt x="96" y="145"/>
                  </a:lnTo>
                  <a:lnTo>
                    <a:pt x="144" y="169"/>
                  </a:lnTo>
                  <a:lnTo>
                    <a:pt x="193" y="145"/>
                  </a:lnTo>
                  <a:lnTo>
                    <a:pt x="241" y="121"/>
                  </a:lnTo>
                  <a:lnTo>
                    <a:pt x="241" y="97"/>
                  </a:lnTo>
                  <a:lnTo>
                    <a:pt x="241" y="73"/>
                  </a:lnTo>
                  <a:lnTo>
                    <a:pt x="193" y="24"/>
                  </a:lnTo>
                  <a:lnTo>
                    <a:pt x="14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9"/>
            <p:cNvSpPr/>
            <p:nvPr/>
          </p:nvSpPr>
          <p:spPr>
            <a:xfrm>
              <a:off x="2047225" y="1924650"/>
              <a:ext cx="6050" cy="4825"/>
            </a:xfrm>
            <a:custGeom>
              <a:avLst/>
              <a:gdLst/>
              <a:ahLst/>
              <a:cxnLst/>
              <a:rect l="l" t="t" r="r" b="b"/>
              <a:pathLst>
                <a:path w="242" h="193" extrusionOk="0">
                  <a:moveTo>
                    <a:pt x="193" y="0"/>
                  </a:moveTo>
                  <a:lnTo>
                    <a:pt x="169" y="24"/>
                  </a:lnTo>
                  <a:lnTo>
                    <a:pt x="73" y="24"/>
                  </a:lnTo>
                  <a:lnTo>
                    <a:pt x="24" y="72"/>
                  </a:lnTo>
                  <a:lnTo>
                    <a:pt x="0" y="121"/>
                  </a:lnTo>
                  <a:lnTo>
                    <a:pt x="24" y="145"/>
                  </a:lnTo>
                  <a:lnTo>
                    <a:pt x="48" y="169"/>
                  </a:lnTo>
                  <a:lnTo>
                    <a:pt x="97" y="193"/>
                  </a:lnTo>
                  <a:lnTo>
                    <a:pt x="145" y="169"/>
                  </a:lnTo>
                  <a:lnTo>
                    <a:pt x="217" y="96"/>
                  </a:lnTo>
                  <a:lnTo>
                    <a:pt x="241" y="72"/>
                  </a:lnTo>
                  <a:lnTo>
                    <a:pt x="241"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9"/>
            <p:cNvSpPr/>
            <p:nvPr/>
          </p:nvSpPr>
          <p:spPr>
            <a:xfrm>
              <a:off x="2114625" y="1818725"/>
              <a:ext cx="4850" cy="5425"/>
            </a:xfrm>
            <a:custGeom>
              <a:avLst/>
              <a:gdLst/>
              <a:ahLst/>
              <a:cxnLst/>
              <a:rect l="l" t="t" r="r" b="b"/>
              <a:pathLst>
                <a:path w="194" h="217" extrusionOk="0">
                  <a:moveTo>
                    <a:pt x="97" y="0"/>
                  </a:moveTo>
                  <a:lnTo>
                    <a:pt x="49" y="24"/>
                  </a:lnTo>
                  <a:lnTo>
                    <a:pt x="25" y="73"/>
                  </a:lnTo>
                  <a:lnTo>
                    <a:pt x="1" y="121"/>
                  </a:lnTo>
                  <a:lnTo>
                    <a:pt x="1" y="145"/>
                  </a:lnTo>
                  <a:lnTo>
                    <a:pt x="25" y="193"/>
                  </a:lnTo>
                  <a:lnTo>
                    <a:pt x="49" y="217"/>
                  </a:lnTo>
                  <a:lnTo>
                    <a:pt x="121" y="217"/>
                  </a:lnTo>
                  <a:lnTo>
                    <a:pt x="169" y="145"/>
                  </a:lnTo>
                  <a:lnTo>
                    <a:pt x="193" y="48"/>
                  </a:lnTo>
                  <a:lnTo>
                    <a:pt x="169"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9"/>
            <p:cNvSpPr/>
            <p:nvPr/>
          </p:nvSpPr>
          <p:spPr>
            <a:xfrm>
              <a:off x="2024350" y="1921625"/>
              <a:ext cx="4250" cy="4250"/>
            </a:xfrm>
            <a:custGeom>
              <a:avLst/>
              <a:gdLst/>
              <a:ahLst/>
              <a:cxnLst/>
              <a:rect l="l" t="t" r="r" b="b"/>
              <a:pathLst>
                <a:path w="170" h="170" extrusionOk="0">
                  <a:moveTo>
                    <a:pt x="73" y="1"/>
                  </a:moveTo>
                  <a:lnTo>
                    <a:pt x="25" y="25"/>
                  </a:lnTo>
                  <a:lnTo>
                    <a:pt x="1" y="73"/>
                  </a:lnTo>
                  <a:lnTo>
                    <a:pt x="25" y="121"/>
                  </a:lnTo>
                  <a:lnTo>
                    <a:pt x="25" y="145"/>
                  </a:lnTo>
                  <a:lnTo>
                    <a:pt x="49" y="169"/>
                  </a:lnTo>
                  <a:lnTo>
                    <a:pt x="121" y="169"/>
                  </a:lnTo>
                  <a:lnTo>
                    <a:pt x="145" y="145"/>
                  </a:lnTo>
                  <a:lnTo>
                    <a:pt x="169" y="97"/>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9"/>
            <p:cNvSpPr/>
            <p:nvPr/>
          </p:nvSpPr>
          <p:spPr>
            <a:xfrm>
              <a:off x="1956950" y="1960750"/>
              <a:ext cx="4825" cy="4250"/>
            </a:xfrm>
            <a:custGeom>
              <a:avLst/>
              <a:gdLst/>
              <a:ahLst/>
              <a:cxnLst/>
              <a:rect l="l" t="t" r="r" b="b"/>
              <a:pathLst>
                <a:path w="193" h="170" extrusionOk="0">
                  <a:moveTo>
                    <a:pt x="48" y="1"/>
                  </a:moveTo>
                  <a:lnTo>
                    <a:pt x="0" y="49"/>
                  </a:lnTo>
                  <a:lnTo>
                    <a:pt x="0" y="121"/>
                  </a:lnTo>
                  <a:lnTo>
                    <a:pt x="24" y="169"/>
                  </a:lnTo>
                  <a:lnTo>
                    <a:pt x="121" y="169"/>
                  </a:lnTo>
                  <a:lnTo>
                    <a:pt x="169" y="145"/>
                  </a:lnTo>
                  <a:lnTo>
                    <a:pt x="193" y="121"/>
                  </a:lnTo>
                  <a:lnTo>
                    <a:pt x="169" y="97"/>
                  </a:lnTo>
                  <a:lnTo>
                    <a:pt x="169"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9"/>
            <p:cNvSpPr/>
            <p:nvPr/>
          </p:nvSpPr>
          <p:spPr>
            <a:xfrm>
              <a:off x="1946725" y="2012500"/>
              <a:ext cx="4225" cy="4850"/>
            </a:xfrm>
            <a:custGeom>
              <a:avLst/>
              <a:gdLst/>
              <a:ahLst/>
              <a:cxnLst/>
              <a:rect l="l" t="t" r="r" b="b"/>
              <a:pathLst>
                <a:path w="169" h="194" extrusionOk="0">
                  <a:moveTo>
                    <a:pt x="72" y="1"/>
                  </a:moveTo>
                  <a:lnTo>
                    <a:pt x="24" y="49"/>
                  </a:lnTo>
                  <a:lnTo>
                    <a:pt x="0" y="73"/>
                  </a:lnTo>
                  <a:lnTo>
                    <a:pt x="0" y="121"/>
                  </a:lnTo>
                  <a:lnTo>
                    <a:pt x="0" y="169"/>
                  </a:lnTo>
                  <a:lnTo>
                    <a:pt x="24" y="193"/>
                  </a:lnTo>
                  <a:lnTo>
                    <a:pt x="96" y="193"/>
                  </a:lnTo>
                  <a:lnTo>
                    <a:pt x="120" y="145"/>
                  </a:lnTo>
                  <a:lnTo>
                    <a:pt x="145" y="121"/>
                  </a:lnTo>
                  <a:lnTo>
                    <a:pt x="169" y="73"/>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9"/>
            <p:cNvSpPr/>
            <p:nvPr/>
          </p:nvSpPr>
          <p:spPr>
            <a:xfrm>
              <a:off x="2101375" y="1898775"/>
              <a:ext cx="6050" cy="3625"/>
            </a:xfrm>
            <a:custGeom>
              <a:avLst/>
              <a:gdLst/>
              <a:ahLst/>
              <a:cxnLst/>
              <a:rect l="l" t="t" r="r" b="b"/>
              <a:pathLst>
                <a:path w="242" h="145" extrusionOk="0">
                  <a:moveTo>
                    <a:pt x="49" y="0"/>
                  </a:moveTo>
                  <a:lnTo>
                    <a:pt x="1" y="48"/>
                  </a:lnTo>
                  <a:lnTo>
                    <a:pt x="25" y="96"/>
                  </a:lnTo>
                  <a:lnTo>
                    <a:pt x="73" y="120"/>
                  </a:lnTo>
                  <a:lnTo>
                    <a:pt x="121" y="144"/>
                  </a:lnTo>
                  <a:lnTo>
                    <a:pt x="194" y="120"/>
                  </a:lnTo>
                  <a:lnTo>
                    <a:pt x="242" y="96"/>
                  </a:lnTo>
                  <a:lnTo>
                    <a:pt x="242" y="72"/>
                  </a:lnTo>
                  <a:lnTo>
                    <a:pt x="218"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9"/>
            <p:cNvSpPr/>
            <p:nvPr/>
          </p:nvSpPr>
          <p:spPr>
            <a:xfrm>
              <a:off x="2298175" y="2103975"/>
              <a:ext cx="4850" cy="4850"/>
            </a:xfrm>
            <a:custGeom>
              <a:avLst/>
              <a:gdLst/>
              <a:ahLst/>
              <a:cxnLst/>
              <a:rect l="l" t="t" r="r" b="b"/>
              <a:pathLst>
                <a:path w="194" h="194" extrusionOk="0">
                  <a:moveTo>
                    <a:pt x="97" y="1"/>
                  </a:moveTo>
                  <a:lnTo>
                    <a:pt x="25" y="25"/>
                  </a:lnTo>
                  <a:lnTo>
                    <a:pt x="1" y="73"/>
                  </a:lnTo>
                  <a:lnTo>
                    <a:pt x="1" y="97"/>
                  </a:lnTo>
                  <a:lnTo>
                    <a:pt x="25" y="145"/>
                  </a:lnTo>
                  <a:lnTo>
                    <a:pt x="49" y="169"/>
                  </a:lnTo>
                  <a:lnTo>
                    <a:pt x="73" y="194"/>
                  </a:lnTo>
                  <a:lnTo>
                    <a:pt x="145" y="194"/>
                  </a:lnTo>
                  <a:lnTo>
                    <a:pt x="169" y="169"/>
                  </a:lnTo>
                  <a:lnTo>
                    <a:pt x="193" y="97"/>
                  </a:lnTo>
                  <a:lnTo>
                    <a:pt x="145" y="25"/>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9"/>
            <p:cNvSpPr/>
            <p:nvPr/>
          </p:nvSpPr>
          <p:spPr>
            <a:xfrm>
              <a:off x="1941900" y="1912000"/>
              <a:ext cx="4850" cy="4850"/>
            </a:xfrm>
            <a:custGeom>
              <a:avLst/>
              <a:gdLst/>
              <a:ahLst/>
              <a:cxnLst/>
              <a:rect l="l" t="t" r="r" b="b"/>
              <a:pathLst>
                <a:path w="194" h="194" extrusionOk="0">
                  <a:moveTo>
                    <a:pt x="49" y="1"/>
                  </a:moveTo>
                  <a:lnTo>
                    <a:pt x="25" y="25"/>
                  </a:lnTo>
                  <a:lnTo>
                    <a:pt x="0" y="73"/>
                  </a:lnTo>
                  <a:lnTo>
                    <a:pt x="0" y="97"/>
                  </a:lnTo>
                  <a:lnTo>
                    <a:pt x="0" y="121"/>
                  </a:lnTo>
                  <a:lnTo>
                    <a:pt x="49" y="169"/>
                  </a:lnTo>
                  <a:lnTo>
                    <a:pt x="97" y="193"/>
                  </a:lnTo>
                  <a:lnTo>
                    <a:pt x="169" y="193"/>
                  </a:lnTo>
                  <a:lnTo>
                    <a:pt x="193" y="145"/>
                  </a:lnTo>
                  <a:lnTo>
                    <a:pt x="169" y="121"/>
                  </a:lnTo>
                  <a:lnTo>
                    <a:pt x="145"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9"/>
            <p:cNvSpPr/>
            <p:nvPr/>
          </p:nvSpPr>
          <p:spPr>
            <a:xfrm>
              <a:off x="2217550" y="2465075"/>
              <a:ext cx="3625" cy="5450"/>
            </a:xfrm>
            <a:custGeom>
              <a:avLst/>
              <a:gdLst/>
              <a:ahLst/>
              <a:cxnLst/>
              <a:rect l="l" t="t" r="r" b="b"/>
              <a:pathLst>
                <a:path w="145" h="218" extrusionOk="0">
                  <a:moveTo>
                    <a:pt x="48" y="1"/>
                  </a:moveTo>
                  <a:lnTo>
                    <a:pt x="0" y="25"/>
                  </a:lnTo>
                  <a:lnTo>
                    <a:pt x="0" y="121"/>
                  </a:lnTo>
                  <a:lnTo>
                    <a:pt x="24" y="193"/>
                  </a:lnTo>
                  <a:lnTo>
                    <a:pt x="96" y="217"/>
                  </a:lnTo>
                  <a:lnTo>
                    <a:pt x="120" y="193"/>
                  </a:lnTo>
                  <a:lnTo>
                    <a:pt x="145" y="169"/>
                  </a:lnTo>
                  <a:lnTo>
                    <a:pt x="145" y="145"/>
                  </a:lnTo>
                  <a:lnTo>
                    <a:pt x="120"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9"/>
            <p:cNvSpPr/>
            <p:nvPr/>
          </p:nvSpPr>
          <p:spPr>
            <a:xfrm>
              <a:off x="2209725" y="2454850"/>
              <a:ext cx="5425" cy="4250"/>
            </a:xfrm>
            <a:custGeom>
              <a:avLst/>
              <a:gdLst/>
              <a:ahLst/>
              <a:cxnLst/>
              <a:rect l="l" t="t" r="r" b="b"/>
              <a:pathLst>
                <a:path w="217" h="170" extrusionOk="0">
                  <a:moveTo>
                    <a:pt x="72" y="1"/>
                  </a:moveTo>
                  <a:lnTo>
                    <a:pt x="48" y="25"/>
                  </a:lnTo>
                  <a:lnTo>
                    <a:pt x="24" y="73"/>
                  </a:lnTo>
                  <a:lnTo>
                    <a:pt x="0" y="121"/>
                  </a:lnTo>
                  <a:lnTo>
                    <a:pt x="48" y="169"/>
                  </a:lnTo>
                  <a:lnTo>
                    <a:pt x="96" y="169"/>
                  </a:lnTo>
                  <a:lnTo>
                    <a:pt x="169" y="145"/>
                  </a:lnTo>
                  <a:lnTo>
                    <a:pt x="193"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9"/>
            <p:cNvSpPr/>
            <p:nvPr/>
          </p:nvSpPr>
          <p:spPr>
            <a:xfrm>
              <a:off x="2131475" y="1877700"/>
              <a:ext cx="7850" cy="5450"/>
            </a:xfrm>
            <a:custGeom>
              <a:avLst/>
              <a:gdLst/>
              <a:ahLst/>
              <a:cxnLst/>
              <a:rect l="l" t="t" r="r" b="b"/>
              <a:pathLst>
                <a:path w="314" h="218" extrusionOk="0">
                  <a:moveTo>
                    <a:pt x="289" y="0"/>
                  </a:moveTo>
                  <a:lnTo>
                    <a:pt x="249" y="14"/>
                  </a:lnTo>
                  <a:lnTo>
                    <a:pt x="249" y="14"/>
                  </a:lnTo>
                  <a:lnTo>
                    <a:pt x="314" y="25"/>
                  </a:lnTo>
                  <a:lnTo>
                    <a:pt x="289" y="0"/>
                  </a:lnTo>
                  <a:close/>
                  <a:moveTo>
                    <a:pt x="169" y="0"/>
                  </a:moveTo>
                  <a:lnTo>
                    <a:pt x="97" y="25"/>
                  </a:lnTo>
                  <a:lnTo>
                    <a:pt x="25" y="49"/>
                  </a:lnTo>
                  <a:lnTo>
                    <a:pt x="1" y="73"/>
                  </a:lnTo>
                  <a:lnTo>
                    <a:pt x="1" y="121"/>
                  </a:lnTo>
                  <a:lnTo>
                    <a:pt x="25" y="169"/>
                  </a:lnTo>
                  <a:lnTo>
                    <a:pt x="73" y="193"/>
                  </a:lnTo>
                  <a:lnTo>
                    <a:pt x="169" y="193"/>
                  </a:lnTo>
                  <a:lnTo>
                    <a:pt x="121" y="145"/>
                  </a:lnTo>
                  <a:lnTo>
                    <a:pt x="121" y="97"/>
                  </a:lnTo>
                  <a:lnTo>
                    <a:pt x="145" y="73"/>
                  </a:lnTo>
                  <a:lnTo>
                    <a:pt x="217" y="25"/>
                  </a:lnTo>
                  <a:lnTo>
                    <a:pt x="249" y="14"/>
                  </a:lnTo>
                  <a:lnTo>
                    <a:pt x="249" y="14"/>
                  </a:lnTo>
                  <a:lnTo>
                    <a:pt x="169" y="0"/>
                  </a:lnTo>
                  <a:close/>
                  <a:moveTo>
                    <a:pt x="169" y="193"/>
                  </a:moveTo>
                  <a:lnTo>
                    <a:pt x="193" y="217"/>
                  </a:lnTo>
                  <a:lnTo>
                    <a:pt x="193" y="19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9"/>
            <p:cNvSpPr/>
            <p:nvPr/>
          </p:nvSpPr>
          <p:spPr>
            <a:xfrm>
              <a:off x="1984025" y="2028150"/>
              <a:ext cx="4850" cy="4250"/>
            </a:xfrm>
            <a:custGeom>
              <a:avLst/>
              <a:gdLst/>
              <a:ahLst/>
              <a:cxnLst/>
              <a:rect l="l" t="t" r="r" b="b"/>
              <a:pathLst>
                <a:path w="194" h="170" extrusionOk="0">
                  <a:moveTo>
                    <a:pt x="73" y="1"/>
                  </a:moveTo>
                  <a:lnTo>
                    <a:pt x="25" y="25"/>
                  </a:lnTo>
                  <a:lnTo>
                    <a:pt x="1" y="49"/>
                  </a:lnTo>
                  <a:lnTo>
                    <a:pt x="1" y="121"/>
                  </a:lnTo>
                  <a:lnTo>
                    <a:pt x="49" y="145"/>
                  </a:lnTo>
                  <a:lnTo>
                    <a:pt x="73" y="169"/>
                  </a:lnTo>
                  <a:lnTo>
                    <a:pt x="121" y="169"/>
                  </a:lnTo>
                  <a:lnTo>
                    <a:pt x="145" y="145"/>
                  </a:lnTo>
                  <a:lnTo>
                    <a:pt x="169" y="121"/>
                  </a:lnTo>
                  <a:lnTo>
                    <a:pt x="193"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9"/>
            <p:cNvSpPr/>
            <p:nvPr/>
          </p:nvSpPr>
          <p:spPr>
            <a:xfrm>
              <a:off x="2285550" y="2412125"/>
              <a:ext cx="4225" cy="4225"/>
            </a:xfrm>
            <a:custGeom>
              <a:avLst/>
              <a:gdLst/>
              <a:ahLst/>
              <a:cxnLst/>
              <a:rect l="l" t="t" r="r" b="b"/>
              <a:pathLst>
                <a:path w="169" h="169" extrusionOk="0">
                  <a:moveTo>
                    <a:pt x="24" y="0"/>
                  </a:moveTo>
                  <a:lnTo>
                    <a:pt x="0" y="24"/>
                  </a:lnTo>
                  <a:lnTo>
                    <a:pt x="0" y="97"/>
                  </a:lnTo>
                  <a:lnTo>
                    <a:pt x="48" y="145"/>
                  </a:lnTo>
                  <a:lnTo>
                    <a:pt x="73" y="145"/>
                  </a:lnTo>
                  <a:lnTo>
                    <a:pt x="121" y="169"/>
                  </a:lnTo>
                  <a:lnTo>
                    <a:pt x="145" y="145"/>
                  </a:lnTo>
                  <a:lnTo>
                    <a:pt x="169" y="121"/>
                  </a:lnTo>
                  <a:lnTo>
                    <a:pt x="169"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9"/>
            <p:cNvSpPr/>
            <p:nvPr/>
          </p:nvSpPr>
          <p:spPr>
            <a:xfrm>
              <a:off x="2083925" y="2442825"/>
              <a:ext cx="4850" cy="4225"/>
            </a:xfrm>
            <a:custGeom>
              <a:avLst/>
              <a:gdLst/>
              <a:ahLst/>
              <a:cxnLst/>
              <a:rect l="l" t="t" r="r" b="b"/>
              <a:pathLst>
                <a:path w="194" h="169" extrusionOk="0">
                  <a:moveTo>
                    <a:pt x="73" y="0"/>
                  </a:moveTo>
                  <a:lnTo>
                    <a:pt x="49" y="24"/>
                  </a:lnTo>
                  <a:lnTo>
                    <a:pt x="25" y="48"/>
                  </a:lnTo>
                  <a:lnTo>
                    <a:pt x="1" y="120"/>
                  </a:lnTo>
                  <a:lnTo>
                    <a:pt x="49" y="145"/>
                  </a:lnTo>
                  <a:lnTo>
                    <a:pt x="73" y="169"/>
                  </a:lnTo>
                  <a:lnTo>
                    <a:pt x="145" y="169"/>
                  </a:lnTo>
                  <a:lnTo>
                    <a:pt x="193" y="145"/>
                  </a:lnTo>
                  <a:lnTo>
                    <a:pt x="193" y="72"/>
                  </a:lnTo>
                  <a:lnTo>
                    <a:pt x="145"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9"/>
            <p:cNvSpPr/>
            <p:nvPr/>
          </p:nvSpPr>
          <p:spPr>
            <a:xfrm>
              <a:off x="2268700" y="1899375"/>
              <a:ext cx="4825" cy="3625"/>
            </a:xfrm>
            <a:custGeom>
              <a:avLst/>
              <a:gdLst/>
              <a:ahLst/>
              <a:cxnLst/>
              <a:rect l="l" t="t" r="r" b="b"/>
              <a:pathLst>
                <a:path w="193" h="145" extrusionOk="0">
                  <a:moveTo>
                    <a:pt x="48" y="0"/>
                  </a:moveTo>
                  <a:lnTo>
                    <a:pt x="24" y="24"/>
                  </a:lnTo>
                  <a:lnTo>
                    <a:pt x="0" y="48"/>
                  </a:lnTo>
                  <a:lnTo>
                    <a:pt x="24" y="72"/>
                  </a:lnTo>
                  <a:lnTo>
                    <a:pt x="48" y="145"/>
                  </a:lnTo>
                  <a:lnTo>
                    <a:pt x="121" y="145"/>
                  </a:lnTo>
                  <a:lnTo>
                    <a:pt x="193" y="120"/>
                  </a:lnTo>
                  <a:lnTo>
                    <a:pt x="193" y="96"/>
                  </a:lnTo>
                  <a:lnTo>
                    <a:pt x="193" y="72"/>
                  </a:lnTo>
                  <a:lnTo>
                    <a:pt x="193" y="48"/>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9"/>
            <p:cNvSpPr/>
            <p:nvPr/>
          </p:nvSpPr>
          <p:spPr>
            <a:xfrm>
              <a:off x="2072500" y="2030575"/>
              <a:ext cx="4225" cy="4225"/>
            </a:xfrm>
            <a:custGeom>
              <a:avLst/>
              <a:gdLst/>
              <a:ahLst/>
              <a:cxnLst/>
              <a:rect l="l" t="t" r="r" b="b"/>
              <a:pathLst>
                <a:path w="169" h="169" extrusionOk="0">
                  <a:moveTo>
                    <a:pt x="73" y="0"/>
                  </a:moveTo>
                  <a:lnTo>
                    <a:pt x="49" y="24"/>
                  </a:lnTo>
                  <a:lnTo>
                    <a:pt x="24" y="48"/>
                  </a:lnTo>
                  <a:lnTo>
                    <a:pt x="0" y="96"/>
                  </a:lnTo>
                  <a:lnTo>
                    <a:pt x="24" y="144"/>
                  </a:lnTo>
                  <a:lnTo>
                    <a:pt x="73" y="169"/>
                  </a:lnTo>
                  <a:lnTo>
                    <a:pt x="97" y="169"/>
                  </a:lnTo>
                  <a:lnTo>
                    <a:pt x="145" y="144"/>
                  </a:lnTo>
                  <a:lnTo>
                    <a:pt x="169" y="120"/>
                  </a:lnTo>
                  <a:lnTo>
                    <a:pt x="169" y="72"/>
                  </a:lnTo>
                  <a:lnTo>
                    <a:pt x="169"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9"/>
            <p:cNvSpPr/>
            <p:nvPr/>
          </p:nvSpPr>
          <p:spPr>
            <a:xfrm>
              <a:off x="2195875" y="2379625"/>
              <a:ext cx="4225" cy="4850"/>
            </a:xfrm>
            <a:custGeom>
              <a:avLst/>
              <a:gdLst/>
              <a:ahLst/>
              <a:cxnLst/>
              <a:rect l="l" t="t" r="r" b="b"/>
              <a:pathLst>
                <a:path w="169" h="194" extrusionOk="0">
                  <a:moveTo>
                    <a:pt x="25" y="0"/>
                  </a:moveTo>
                  <a:lnTo>
                    <a:pt x="0" y="49"/>
                  </a:lnTo>
                  <a:lnTo>
                    <a:pt x="0" y="73"/>
                  </a:lnTo>
                  <a:lnTo>
                    <a:pt x="25" y="145"/>
                  </a:lnTo>
                  <a:lnTo>
                    <a:pt x="73" y="193"/>
                  </a:lnTo>
                  <a:lnTo>
                    <a:pt x="121" y="193"/>
                  </a:lnTo>
                  <a:lnTo>
                    <a:pt x="169" y="169"/>
                  </a:lnTo>
                  <a:lnTo>
                    <a:pt x="169" y="121"/>
                  </a:lnTo>
                  <a:lnTo>
                    <a:pt x="121" y="49"/>
                  </a:lnTo>
                  <a:lnTo>
                    <a:pt x="73"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9"/>
            <p:cNvSpPr/>
            <p:nvPr/>
          </p:nvSpPr>
          <p:spPr>
            <a:xfrm>
              <a:off x="2186250" y="2315825"/>
              <a:ext cx="6025" cy="3650"/>
            </a:xfrm>
            <a:custGeom>
              <a:avLst/>
              <a:gdLst/>
              <a:ahLst/>
              <a:cxnLst/>
              <a:rect l="l" t="t" r="r" b="b"/>
              <a:pathLst>
                <a:path w="241" h="146" extrusionOk="0">
                  <a:moveTo>
                    <a:pt x="48" y="1"/>
                  </a:moveTo>
                  <a:lnTo>
                    <a:pt x="24" y="25"/>
                  </a:lnTo>
                  <a:lnTo>
                    <a:pt x="0" y="73"/>
                  </a:lnTo>
                  <a:lnTo>
                    <a:pt x="24" y="121"/>
                  </a:lnTo>
                  <a:lnTo>
                    <a:pt x="97" y="145"/>
                  </a:lnTo>
                  <a:lnTo>
                    <a:pt x="145" y="145"/>
                  </a:lnTo>
                  <a:lnTo>
                    <a:pt x="217" y="121"/>
                  </a:lnTo>
                  <a:lnTo>
                    <a:pt x="241" y="73"/>
                  </a:lnTo>
                  <a:lnTo>
                    <a:pt x="241" y="49"/>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9"/>
            <p:cNvSpPr/>
            <p:nvPr/>
          </p:nvSpPr>
          <p:spPr>
            <a:xfrm>
              <a:off x="1810100" y="1977000"/>
              <a:ext cx="4225" cy="4850"/>
            </a:xfrm>
            <a:custGeom>
              <a:avLst/>
              <a:gdLst/>
              <a:ahLst/>
              <a:cxnLst/>
              <a:rect l="l" t="t" r="r" b="b"/>
              <a:pathLst>
                <a:path w="169" h="194" extrusionOk="0">
                  <a:moveTo>
                    <a:pt x="49" y="1"/>
                  </a:moveTo>
                  <a:lnTo>
                    <a:pt x="25" y="25"/>
                  </a:lnTo>
                  <a:lnTo>
                    <a:pt x="0" y="49"/>
                  </a:lnTo>
                  <a:lnTo>
                    <a:pt x="0" y="97"/>
                  </a:lnTo>
                  <a:lnTo>
                    <a:pt x="25" y="145"/>
                  </a:lnTo>
                  <a:lnTo>
                    <a:pt x="73" y="169"/>
                  </a:lnTo>
                  <a:lnTo>
                    <a:pt x="121" y="193"/>
                  </a:lnTo>
                  <a:lnTo>
                    <a:pt x="145" y="169"/>
                  </a:lnTo>
                  <a:lnTo>
                    <a:pt x="169"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9"/>
            <p:cNvSpPr/>
            <p:nvPr/>
          </p:nvSpPr>
          <p:spPr>
            <a:xfrm>
              <a:off x="2389050" y="1996250"/>
              <a:ext cx="3650" cy="4850"/>
            </a:xfrm>
            <a:custGeom>
              <a:avLst/>
              <a:gdLst/>
              <a:ahLst/>
              <a:cxnLst/>
              <a:rect l="l" t="t" r="r" b="b"/>
              <a:pathLst>
                <a:path w="146" h="194" extrusionOk="0">
                  <a:moveTo>
                    <a:pt x="73" y="1"/>
                  </a:moveTo>
                  <a:lnTo>
                    <a:pt x="25" y="49"/>
                  </a:lnTo>
                  <a:lnTo>
                    <a:pt x="1" y="121"/>
                  </a:lnTo>
                  <a:lnTo>
                    <a:pt x="1" y="145"/>
                  </a:lnTo>
                  <a:lnTo>
                    <a:pt x="25" y="169"/>
                  </a:lnTo>
                  <a:lnTo>
                    <a:pt x="49" y="193"/>
                  </a:lnTo>
                  <a:lnTo>
                    <a:pt x="73" y="193"/>
                  </a:lnTo>
                  <a:lnTo>
                    <a:pt x="121" y="145"/>
                  </a:lnTo>
                  <a:lnTo>
                    <a:pt x="145" y="97"/>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9"/>
            <p:cNvSpPr/>
            <p:nvPr/>
          </p:nvSpPr>
          <p:spPr>
            <a:xfrm>
              <a:off x="2236200" y="1855425"/>
              <a:ext cx="4825" cy="3050"/>
            </a:xfrm>
            <a:custGeom>
              <a:avLst/>
              <a:gdLst/>
              <a:ahLst/>
              <a:cxnLst/>
              <a:rect l="l" t="t" r="r" b="b"/>
              <a:pathLst>
                <a:path w="193" h="122" extrusionOk="0">
                  <a:moveTo>
                    <a:pt x="48" y="1"/>
                  </a:moveTo>
                  <a:lnTo>
                    <a:pt x="0" y="25"/>
                  </a:lnTo>
                  <a:lnTo>
                    <a:pt x="48" y="97"/>
                  </a:lnTo>
                  <a:lnTo>
                    <a:pt x="121" y="121"/>
                  </a:lnTo>
                  <a:lnTo>
                    <a:pt x="169" y="97"/>
                  </a:lnTo>
                  <a:lnTo>
                    <a:pt x="193" y="73"/>
                  </a:lnTo>
                  <a:lnTo>
                    <a:pt x="193"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9"/>
            <p:cNvSpPr/>
            <p:nvPr/>
          </p:nvSpPr>
          <p:spPr>
            <a:xfrm>
              <a:off x="2015925" y="1900575"/>
              <a:ext cx="3625" cy="3625"/>
            </a:xfrm>
            <a:custGeom>
              <a:avLst/>
              <a:gdLst/>
              <a:ahLst/>
              <a:cxnLst/>
              <a:rect l="l" t="t" r="r" b="b"/>
              <a:pathLst>
                <a:path w="145" h="145" extrusionOk="0">
                  <a:moveTo>
                    <a:pt x="49" y="0"/>
                  </a:moveTo>
                  <a:lnTo>
                    <a:pt x="25" y="24"/>
                  </a:lnTo>
                  <a:lnTo>
                    <a:pt x="1" y="48"/>
                  </a:lnTo>
                  <a:lnTo>
                    <a:pt x="1" y="97"/>
                  </a:lnTo>
                  <a:lnTo>
                    <a:pt x="49" y="145"/>
                  </a:lnTo>
                  <a:lnTo>
                    <a:pt x="97" y="145"/>
                  </a:lnTo>
                  <a:lnTo>
                    <a:pt x="145" y="97"/>
                  </a:lnTo>
                  <a:lnTo>
                    <a:pt x="145" y="48"/>
                  </a:lnTo>
                  <a:lnTo>
                    <a:pt x="121"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9"/>
            <p:cNvSpPr/>
            <p:nvPr/>
          </p:nvSpPr>
          <p:spPr>
            <a:xfrm>
              <a:off x="2054450" y="1927650"/>
              <a:ext cx="4225" cy="3625"/>
            </a:xfrm>
            <a:custGeom>
              <a:avLst/>
              <a:gdLst/>
              <a:ahLst/>
              <a:cxnLst/>
              <a:rect l="l" t="t" r="r" b="b"/>
              <a:pathLst>
                <a:path w="169" h="145" extrusionOk="0">
                  <a:moveTo>
                    <a:pt x="72" y="1"/>
                  </a:moveTo>
                  <a:lnTo>
                    <a:pt x="0" y="49"/>
                  </a:lnTo>
                  <a:lnTo>
                    <a:pt x="0" y="121"/>
                  </a:lnTo>
                  <a:lnTo>
                    <a:pt x="24" y="145"/>
                  </a:lnTo>
                  <a:lnTo>
                    <a:pt x="121" y="145"/>
                  </a:lnTo>
                  <a:lnTo>
                    <a:pt x="169"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9"/>
            <p:cNvSpPr/>
            <p:nvPr/>
          </p:nvSpPr>
          <p:spPr>
            <a:xfrm>
              <a:off x="1931075" y="1907800"/>
              <a:ext cx="3025" cy="5425"/>
            </a:xfrm>
            <a:custGeom>
              <a:avLst/>
              <a:gdLst/>
              <a:ahLst/>
              <a:cxnLst/>
              <a:rect l="l" t="t" r="r" b="b"/>
              <a:pathLst>
                <a:path w="121" h="217" extrusionOk="0">
                  <a:moveTo>
                    <a:pt x="0" y="0"/>
                  </a:moveTo>
                  <a:lnTo>
                    <a:pt x="0" y="24"/>
                  </a:lnTo>
                  <a:lnTo>
                    <a:pt x="0" y="217"/>
                  </a:lnTo>
                  <a:lnTo>
                    <a:pt x="72" y="145"/>
                  </a:lnTo>
                  <a:lnTo>
                    <a:pt x="96" y="120"/>
                  </a:lnTo>
                  <a:lnTo>
                    <a:pt x="121" y="72"/>
                  </a:lnTo>
                  <a:lnTo>
                    <a:pt x="96"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9"/>
            <p:cNvSpPr/>
            <p:nvPr/>
          </p:nvSpPr>
          <p:spPr>
            <a:xfrm>
              <a:off x="2281925" y="2300775"/>
              <a:ext cx="4250" cy="3650"/>
            </a:xfrm>
            <a:custGeom>
              <a:avLst/>
              <a:gdLst/>
              <a:ahLst/>
              <a:cxnLst/>
              <a:rect l="l" t="t" r="r" b="b"/>
              <a:pathLst>
                <a:path w="170" h="146" extrusionOk="0">
                  <a:moveTo>
                    <a:pt x="73" y="1"/>
                  </a:moveTo>
                  <a:lnTo>
                    <a:pt x="25" y="25"/>
                  </a:lnTo>
                  <a:lnTo>
                    <a:pt x="1" y="73"/>
                  </a:lnTo>
                  <a:lnTo>
                    <a:pt x="25" y="121"/>
                  </a:lnTo>
                  <a:lnTo>
                    <a:pt x="49" y="145"/>
                  </a:lnTo>
                  <a:lnTo>
                    <a:pt x="121" y="145"/>
                  </a:lnTo>
                  <a:lnTo>
                    <a:pt x="169" y="97"/>
                  </a:lnTo>
                  <a:lnTo>
                    <a:pt x="169" y="49"/>
                  </a:lnTo>
                  <a:lnTo>
                    <a:pt x="145"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9"/>
            <p:cNvSpPr/>
            <p:nvPr/>
          </p:nvSpPr>
          <p:spPr>
            <a:xfrm>
              <a:off x="2221150" y="2480125"/>
              <a:ext cx="4250" cy="4250"/>
            </a:xfrm>
            <a:custGeom>
              <a:avLst/>
              <a:gdLst/>
              <a:ahLst/>
              <a:cxnLst/>
              <a:rect l="l" t="t" r="r" b="b"/>
              <a:pathLst>
                <a:path w="170" h="170" extrusionOk="0">
                  <a:moveTo>
                    <a:pt x="73" y="1"/>
                  </a:moveTo>
                  <a:lnTo>
                    <a:pt x="25" y="25"/>
                  </a:lnTo>
                  <a:lnTo>
                    <a:pt x="1" y="49"/>
                  </a:lnTo>
                  <a:lnTo>
                    <a:pt x="1" y="73"/>
                  </a:lnTo>
                  <a:lnTo>
                    <a:pt x="25" y="121"/>
                  </a:lnTo>
                  <a:lnTo>
                    <a:pt x="49" y="145"/>
                  </a:lnTo>
                  <a:lnTo>
                    <a:pt x="97" y="169"/>
                  </a:lnTo>
                  <a:lnTo>
                    <a:pt x="145" y="145"/>
                  </a:lnTo>
                  <a:lnTo>
                    <a:pt x="169" y="121"/>
                  </a:lnTo>
                  <a:lnTo>
                    <a:pt x="169"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9"/>
            <p:cNvSpPr/>
            <p:nvPr/>
          </p:nvSpPr>
          <p:spPr>
            <a:xfrm>
              <a:off x="2048425" y="2019125"/>
              <a:ext cx="4225" cy="3650"/>
            </a:xfrm>
            <a:custGeom>
              <a:avLst/>
              <a:gdLst/>
              <a:ahLst/>
              <a:cxnLst/>
              <a:rect l="l" t="t" r="r" b="b"/>
              <a:pathLst>
                <a:path w="169" h="146" extrusionOk="0">
                  <a:moveTo>
                    <a:pt x="49" y="1"/>
                  </a:moveTo>
                  <a:lnTo>
                    <a:pt x="0" y="25"/>
                  </a:lnTo>
                  <a:lnTo>
                    <a:pt x="0" y="73"/>
                  </a:lnTo>
                  <a:lnTo>
                    <a:pt x="25" y="121"/>
                  </a:lnTo>
                  <a:lnTo>
                    <a:pt x="73" y="145"/>
                  </a:lnTo>
                  <a:lnTo>
                    <a:pt x="145" y="145"/>
                  </a:lnTo>
                  <a:lnTo>
                    <a:pt x="169" y="121"/>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9"/>
            <p:cNvSpPr/>
            <p:nvPr/>
          </p:nvSpPr>
          <p:spPr>
            <a:xfrm>
              <a:off x="2100175" y="1940900"/>
              <a:ext cx="4850" cy="3025"/>
            </a:xfrm>
            <a:custGeom>
              <a:avLst/>
              <a:gdLst/>
              <a:ahLst/>
              <a:cxnLst/>
              <a:rect l="l" t="t" r="r" b="b"/>
              <a:pathLst>
                <a:path w="194" h="121" extrusionOk="0">
                  <a:moveTo>
                    <a:pt x="73" y="0"/>
                  </a:moveTo>
                  <a:lnTo>
                    <a:pt x="25" y="48"/>
                  </a:lnTo>
                  <a:lnTo>
                    <a:pt x="1" y="96"/>
                  </a:lnTo>
                  <a:lnTo>
                    <a:pt x="25" y="120"/>
                  </a:lnTo>
                  <a:lnTo>
                    <a:pt x="73" y="120"/>
                  </a:lnTo>
                  <a:lnTo>
                    <a:pt x="145" y="96"/>
                  </a:lnTo>
                  <a:lnTo>
                    <a:pt x="169" y="72"/>
                  </a:lnTo>
                  <a:lnTo>
                    <a:pt x="193"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9"/>
            <p:cNvSpPr/>
            <p:nvPr/>
          </p:nvSpPr>
          <p:spPr>
            <a:xfrm>
              <a:off x="2279525" y="1938475"/>
              <a:ext cx="3650" cy="3650"/>
            </a:xfrm>
            <a:custGeom>
              <a:avLst/>
              <a:gdLst/>
              <a:ahLst/>
              <a:cxnLst/>
              <a:rect l="l" t="t" r="r" b="b"/>
              <a:pathLst>
                <a:path w="146" h="146" extrusionOk="0">
                  <a:moveTo>
                    <a:pt x="49" y="1"/>
                  </a:moveTo>
                  <a:lnTo>
                    <a:pt x="25" y="25"/>
                  </a:lnTo>
                  <a:lnTo>
                    <a:pt x="1" y="49"/>
                  </a:lnTo>
                  <a:lnTo>
                    <a:pt x="1" y="97"/>
                  </a:lnTo>
                  <a:lnTo>
                    <a:pt x="25" y="145"/>
                  </a:lnTo>
                  <a:lnTo>
                    <a:pt x="73" y="145"/>
                  </a:lnTo>
                  <a:lnTo>
                    <a:pt x="121" y="121"/>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9"/>
            <p:cNvSpPr/>
            <p:nvPr/>
          </p:nvSpPr>
          <p:spPr>
            <a:xfrm>
              <a:off x="1877500" y="1936075"/>
              <a:ext cx="4250" cy="3625"/>
            </a:xfrm>
            <a:custGeom>
              <a:avLst/>
              <a:gdLst/>
              <a:ahLst/>
              <a:cxnLst/>
              <a:rect l="l" t="t" r="r" b="b"/>
              <a:pathLst>
                <a:path w="170" h="145" extrusionOk="0">
                  <a:moveTo>
                    <a:pt x="49" y="1"/>
                  </a:moveTo>
                  <a:lnTo>
                    <a:pt x="1" y="49"/>
                  </a:lnTo>
                  <a:lnTo>
                    <a:pt x="1" y="97"/>
                  </a:lnTo>
                  <a:lnTo>
                    <a:pt x="49" y="145"/>
                  </a:lnTo>
                  <a:lnTo>
                    <a:pt x="121" y="145"/>
                  </a:lnTo>
                  <a:lnTo>
                    <a:pt x="145" y="121"/>
                  </a:lnTo>
                  <a:lnTo>
                    <a:pt x="169" y="97"/>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9"/>
            <p:cNvSpPr/>
            <p:nvPr/>
          </p:nvSpPr>
          <p:spPr>
            <a:xfrm>
              <a:off x="2382450" y="2011900"/>
              <a:ext cx="3625" cy="3650"/>
            </a:xfrm>
            <a:custGeom>
              <a:avLst/>
              <a:gdLst/>
              <a:ahLst/>
              <a:cxnLst/>
              <a:rect l="l" t="t" r="r" b="b"/>
              <a:pathLst>
                <a:path w="145" h="146" extrusionOk="0">
                  <a:moveTo>
                    <a:pt x="48" y="1"/>
                  </a:moveTo>
                  <a:lnTo>
                    <a:pt x="0" y="25"/>
                  </a:lnTo>
                  <a:lnTo>
                    <a:pt x="0" y="73"/>
                  </a:lnTo>
                  <a:lnTo>
                    <a:pt x="24" y="121"/>
                  </a:lnTo>
                  <a:lnTo>
                    <a:pt x="96" y="145"/>
                  </a:lnTo>
                  <a:lnTo>
                    <a:pt x="145" y="121"/>
                  </a:lnTo>
                  <a:lnTo>
                    <a:pt x="145" y="73"/>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9"/>
            <p:cNvSpPr/>
            <p:nvPr/>
          </p:nvSpPr>
          <p:spPr>
            <a:xfrm>
              <a:off x="2290975" y="2317625"/>
              <a:ext cx="3625" cy="3050"/>
            </a:xfrm>
            <a:custGeom>
              <a:avLst/>
              <a:gdLst/>
              <a:ahLst/>
              <a:cxnLst/>
              <a:rect l="l" t="t" r="r" b="b"/>
              <a:pathLst>
                <a:path w="145" h="122" extrusionOk="0">
                  <a:moveTo>
                    <a:pt x="48" y="1"/>
                  </a:moveTo>
                  <a:lnTo>
                    <a:pt x="0" y="25"/>
                  </a:lnTo>
                  <a:lnTo>
                    <a:pt x="0" y="73"/>
                  </a:lnTo>
                  <a:lnTo>
                    <a:pt x="48" y="121"/>
                  </a:lnTo>
                  <a:lnTo>
                    <a:pt x="96" y="121"/>
                  </a:lnTo>
                  <a:lnTo>
                    <a:pt x="144" y="97"/>
                  </a:lnTo>
                  <a:lnTo>
                    <a:pt x="144"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9"/>
            <p:cNvSpPr/>
            <p:nvPr/>
          </p:nvSpPr>
          <p:spPr>
            <a:xfrm>
              <a:off x="2074300" y="1934875"/>
              <a:ext cx="3650" cy="4225"/>
            </a:xfrm>
            <a:custGeom>
              <a:avLst/>
              <a:gdLst/>
              <a:ahLst/>
              <a:cxnLst/>
              <a:rect l="l" t="t" r="r" b="b"/>
              <a:pathLst>
                <a:path w="146" h="169" extrusionOk="0">
                  <a:moveTo>
                    <a:pt x="49" y="0"/>
                  </a:moveTo>
                  <a:lnTo>
                    <a:pt x="25" y="24"/>
                  </a:lnTo>
                  <a:lnTo>
                    <a:pt x="1" y="73"/>
                  </a:lnTo>
                  <a:lnTo>
                    <a:pt x="1" y="97"/>
                  </a:lnTo>
                  <a:lnTo>
                    <a:pt x="25" y="145"/>
                  </a:lnTo>
                  <a:lnTo>
                    <a:pt x="49" y="169"/>
                  </a:lnTo>
                  <a:lnTo>
                    <a:pt x="121" y="169"/>
                  </a:lnTo>
                  <a:lnTo>
                    <a:pt x="145" y="121"/>
                  </a:lnTo>
                  <a:lnTo>
                    <a:pt x="145" y="97"/>
                  </a:lnTo>
                  <a:lnTo>
                    <a:pt x="121" y="49"/>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9"/>
            <p:cNvSpPr/>
            <p:nvPr/>
          </p:nvSpPr>
          <p:spPr>
            <a:xfrm>
              <a:off x="2337900" y="2410325"/>
              <a:ext cx="3050" cy="4225"/>
            </a:xfrm>
            <a:custGeom>
              <a:avLst/>
              <a:gdLst/>
              <a:ahLst/>
              <a:cxnLst/>
              <a:rect l="l" t="t" r="r" b="b"/>
              <a:pathLst>
                <a:path w="122" h="169" extrusionOk="0">
                  <a:moveTo>
                    <a:pt x="25" y="0"/>
                  </a:moveTo>
                  <a:lnTo>
                    <a:pt x="1" y="48"/>
                  </a:lnTo>
                  <a:lnTo>
                    <a:pt x="1" y="72"/>
                  </a:lnTo>
                  <a:lnTo>
                    <a:pt x="1" y="121"/>
                  </a:lnTo>
                  <a:lnTo>
                    <a:pt x="49" y="169"/>
                  </a:lnTo>
                  <a:lnTo>
                    <a:pt x="73" y="169"/>
                  </a:lnTo>
                  <a:lnTo>
                    <a:pt x="121" y="145"/>
                  </a:lnTo>
                  <a:lnTo>
                    <a:pt x="121" y="96"/>
                  </a:lnTo>
                  <a:lnTo>
                    <a:pt x="97"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9"/>
            <p:cNvSpPr/>
            <p:nvPr/>
          </p:nvSpPr>
          <p:spPr>
            <a:xfrm>
              <a:off x="2048425" y="2525875"/>
              <a:ext cx="3025" cy="5425"/>
            </a:xfrm>
            <a:custGeom>
              <a:avLst/>
              <a:gdLst/>
              <a:ahLst/>
              <a:cxnLst/>
              <a:rect l="l" t="t" r="r" b="b"/>
              <a:pathLst>
                <a:path w="121" h="217" extrusionOk="0">
                  <a:moveTo>
                    <a:pt x="0" y="0"/>
                  </a:moveTo>
                  <a:lnTo>
                    <a:pt x="0" y="24"/>
                  </a:lnTo>
                  <a:lnTo>
                    <a:pt x="0" y="72"/>
                  </a:lnTo>
                  <a:lnTo>
                    <a:pt x="25" y="217"/>
                  </a:lnTo>
                  <a:lnTo>
                    <a:pt x="121" y="121"/>
                  </a:lnTo>
                  <a:lnTo>
                    <a:pt x="121" y="97"/>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9"/>
            <p:cNvSpPr/>
            <p:nvPr/>
          </p:nvSpPr>
          <p:spPr>
            <a:xfrm>
              <a:off x="2126050" y="1902975"/>
              <a:ext cx="9075" cy="1225"/>
            </a:xfrm>
            <a:custGeom>
              <a:avLst/>
              <a:gdLst/>
              <a:ahLst/>
              <a:cxnLst/>
              <a:rect l="l" t="t" r="r" b="b"/>
              <a:pathLst>
                <a:path w="363" h="49" extrusionOk="0">
                  <a:moveTo>
                    <a:pt x="1" y="1"/>
                  </a:moveTo>
                  <a:lnTo>
                    <a:pt x="169" y="49"/>
                  </a:lnTo>
                  <a:lnTo>
                    <a:pt x="266" y="49"/>
                  </a:lnTo>
                  <a:lnTo>
                    <a:pt x="36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9"/>
            <p:cNvSpPr/>
            <p:nvPr/>
          </p:nvSpPr>
          <p:spPr>
            <a:xfrm>
              <a:off x="2280125" y="2017925"/>
              <a:ext cx="3650" cy="4225"/>
            </a:xfrm>
            <a:custGeom>
              <a:avLst/>
              <a:gdLst/>
              <a:ahLst/>
              <a:cxnLst/>
              <a:rect l="l" t="t" r="r" b="b"/>
              <a:pathLst>
                <a:path w="146" h="169" extrusionOk="0">
                  <a:moveTo>
                    <a:pt x="49" y="0"/>
                  </a:moveTo>
                  <a:lnTo>
                    <a:pt x="25" y="25"/>
                  </a:lnTo>
                  <a:lnTo>
                    <a:pt x="1" y="49"/>
                  </a:lnTo>
                  <a:lnTo>
                    <a:pt x="1" y="97"/>
                  </a:lnTo>
                  <a:lnTo>
                    <a:pt x="49" y="145"/>
                  </a:lnTo>
                  <a:lnTo>
                    <a:pt x="97" y="169"/>
                  </a:lnTo>
                  <a:lnTo>
                    <a:pt x="145" y="121"/>
                  </a:lnTo>
                  <a:lnTo>
                    <a:pt x="145" y="97"/>
                  </a:lnTo>
                  <a:lnTo>
                    <a:pt x="145" y="73"/>
                  </a:lnTo>
                  <a:lnTo>
                    <a:pt x="145" y="49"/>
                  </a:lnTo>
                  <a:lnTo>
                    <a:pt x="121"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9"/>
            <p:cNvSpPr/>
            <p:nvPr/>
          </p:nvSpPr>
          <p:spPr>
            <a:xfrm>
              <a:off x="2115225" y="1922225"/>
              <a:ext cx="3650" cy="3050"/>
            </a:xfrm>
            <a:custGeom>
              <a:avLst/>
              <a:gdLst/>
              <a:ahLst/>
              <a:cxnLst/>
              <a:rect l="l" t="t" r="r" b="b"/>
              <a:pathLst>
                <a:path w="146" h="122" extrusionOk="0">
                  <a:moveTo>
                    <a:pt x="73" y="1"/>
                  </a:moveTo>
                  <a:lnTo>
                    <a:pt x="1" y="49"/>
                  </a:lnTo>
                  <a:lnTo>
                    <a:pt x="1" y="73"/>
                  </a:lnTo>
                  <a:lnTo>
                    <a:pt x="1" y="121"/>
                  </a:lnTo>
                  <a:lnTo>
                    <a:pt x="73" y="121"/>
                  </a:lnTo>
                  <a:lnTo>
                    <a:pt x="121"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9"/>
            <p:cNvSpPr/>
            <p:nvPr/>
          </p:nvSpPr>
          <p:spPr>
            <a:xfrm>
              <a:off x="2260275" y="2067875"/>
              <a:ext cx="4225" cy="3625"/>
            </a:xfrm>
            <a:custGeom>
              <a:avLst/>
              <a:gdLst/>
              <a:ahLst/>
              <a:cxnLst/>
              <a:rect l="l" t="t" r="r" b="b"/>
              <a:pathLst>
                <a:path w="169" h="145" extrusionOk="0">
                  <a:moveTo>
                    <a:pt x="72" y="1"/>
                  </a:moveTo>
                  <a:lnTo>
                    <a:pt x="0" y="25"/>
                  </a:lnTo>
                  <a:lnTo>
                    <a:pt x="0" y="73"/>
                  </a:lnTo>
                  <a:lnTo>
                    <a:pt x="0" y="97"/>
                  </a:lnTo>
                  <a:lnTo>
                    <a:pt x="48" y="121"/>
                  </a:lnTo>
                  <a:lnTo>
                    <a:pt x="121" y="145"/>
                  </a:lnTo>
                  <a:lnTo>
                    <a:pt x="145" y="121"/>
                  </a:lnTo>
                  <a:lnTo>
                    <a:pt x="169" y="97"/>
                  </a:lnTo>
                  <a:lnTo>
                    <a:pt x="169" y="73"/>
                  </a:lnTo>
                  <a:lnTo>
                    <a:pt x="169" y="49"/>
                  </a:lnTo>
                  <a:lnTo>
                    <a:pt x="145"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9"/>
            <p:cNvSpPr/>
            <p:nvPr/>
          </p:nvSpPr>
          <p:spPr>
            <a:xfrm>
              <a:off x="2274100" y="2029350"/>
              <a:ext cx="3050" cy="3050"/>
            </a:xfrm>
            <a:custGeom>
              <a:avLst/>
              <a:gdLst/>
              <a:ahLst/>
              <a:cxnLst/>
              <a:rect l="l" t="t" r="r" b="b"/>
              <a:pathLst>
                <a:path w="122" h="122" extrusionOk="0">
                  <a:moveTo>
                    <a:pt x="25" y="1"/>
                  </a:moveTo>
                  <a:lnTo>
                    <a:pt x="1" y="25"/>
                  </a:lnTo>
                  <a:lnTo>
                    <a:pt x="1" y="73"/>
                  </a:lnTo>
                  <a:lnTo>
                    <a:pt x="25" y="121"/>
                  </a:lnTo>
                  <a:lnTo>
                    <a:pt x="97" y="121"/>
                  </a:lnTo>
                  <a:lnTo>
                    <a:pt x="121"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9"/>
            <p:cNvSpPr/>
            <p:nvPr/>
          </p:nvSpPr>
          <p:spPr>
            <a:xfrm>
              <a:off x="2053250" y="2460875"/>
              <a:ext cx="4225" cy="3625"/>
            </a:xfrm>
            <a:custGeom>
              <a:avLst/>
              <a:gdLst/>
              <a:ahLst/>
              <a:cxnLst/>
              <a:rect l="l" t="t" r="r" b="b"/>
              <a:pathLst>
                <a:path w="169" h="145" extrusionOk="0">
                  <a:moveTo>
                    <a:pt x="96" y="0"/>
                  </a:moveTo>
                  <a:lnTo>
                    <a:pt x="24" y="24"/>
                  </a:lnTo>
                  <a:lnTo>
                    <a:pt x="0" y="73"/>
                  </a:lnTo>
                  <a:lnTo>
                    <a:pt x="24" y="121"/>
                  </a:lnTo>
                  <a:lnTo>
                    <a:pt x="96" y="145"/>
                  </a:lnTo>
                  <a:lnTo>
                    <a:pt x="144" y="121"/>
                  </a:lnTo>
                  <a:lnTo>
                    <a:pt x="169" y="73"/>
                  </a:lnTo>
                  <a:lnTo>
                    <a:pt x="144" y="24"/>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9"/>
            <p:cNvSpPr/>
            <p:nvPr/>
          </p:nvSpPr>
          <p:spPr>
            <a:xfrm>
              <a:off x="1952125" y="1900575"/>
              <a:ext cx="3650" cy="3625"/>
            </a:xfrm>
            <a:custGeom>
              <a:avLst/>
              <a:gdLst/>
              <a:ahLst/>
              <a:cxnLst/>
              <a:rect l="l" t="t" r="r" b="b"/>
              <a:pathLst>
                <a:path w="146" h="145" extrusionOk="0">
                  <a:moveTo>
                    <a:pt x="73" y="0"/>
                  </a:moveTo>
                  <a:lnTo>
                    <a:pt x="25" y="24"/>
                  </a:lnTo>
                  <a:lnTo>
                    <a:pt x="1" y="72"/>
                  </a:lnTo>
                  <a:lnTo>
                    <a:pt x="25" y="121"/>
                  </a:lnTo>
                  <a:lnTo>
                    <a:pt x="49" y="145"/>
                  </a:lnTo>
                  <a:lnTo>
                    <a:pt x="97" y="145"/>
                  </a:lnTo>
                  <a:lnTo>
                    <a:pt x="121" y="121"/>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9"/>
            <p:cNvSpPr/>
            <p:nvPr/>
          </p:nvSpPr>
          <p:spPr>
            <a:xfrm>
              <a:off x="2002075" y="1936675"/>
              <a:ext cx="3650" cy="3650"/>
            </a:xfrm>
            <a:custGeom>
              <a:avLst/>
              <a:gdLst/>
              <a:ahLst/>
              <a:cxnLst/>
              <a:rect l="l" t="t" r="r" b="b"/>
              <a:pathLst>
                <a:path w="146" h="146" extrusionOk="0">
                  <a:moveTo>
                    <a:pt x="49" y="1"/>
                  </a:moveTo>
                  <a:lnTo>
                    <a:pt x="1" y="25"/>
                  </a:lnTo>
                  <a:lnTo>
                    <a:pt x="1" y="73"/>
                  </a:lnTo>
                  <a:lnTo>
                    <a:pt x="1" y="97"/>
                  </a:lnTo>
                  <a:lnTo>
                    <a:pt x="25" y="145"/>
                  </a:lnTo>
                  <a:lnTo>
                    <a:pt x="97" y="145"/>
                  </a:lnTo>
                  <a:lnTo>
                    <a:pt x="121" y="121"/>
                  </a:lnTo>
                  <a:lnTo>
                    <a:pt x="145" y="97"/>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9"/>
            <p:cNvSpPr/>
            <p:nvPr/>
          </p:nvSpPr>
          <p:spPr>
            <a:xfrm>
              <a:off x="1941300" y="2011900"/>
              <a:ext cx="3625" cy="3650"/>
            </a:xfrm>
            <a:custGeom>
              <a:avLst/>
              <a:gdLst/>
              <a:ahLst/>
              <a:cxnLst/>
              <a:rect l="l" t="t" r="r" b="b"/>
              <a:pathLst>
                <a:path w="145" h="146" extrusionOk="0">
                  <a:moveTo>
                    <a:pt x="49" y="1"/>
                  </a:moveTo>
                  <a:lnTo>
                    <a:pt x="24" y="25"/>
                  </a:lnTo>
                  <a:lnTo>
                    <a:pt x="0" y="49"/>
                  </a:lnTo>
                  <a:lnTo>
                    <a:pt x="0" y="97"/>
                  </a:lnTo>
                  <a:lnTo>
                    <a:pt x="24" y="145"/>
                  </a:lnTo>
                  <a:lnTo>
                    <a:pt x="73" y="145"/>
                  </a:lnTo>
                  <a:lnTo>
                    <a:pt x="121" y="121"/>
                  </a:lnTo>
                  <a:lnTo>
                    <a:pt x="145" y="73"/>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9"/>
            <p:cNvSpPr/>
            <p:nvPr/>
          </p:nvSpPr>
          <p:spPr>
            <a:xfrm>
              <a:off x="1992450" y="1937875"/>
              <a:ext cx="3650" cy="4250"/>
            </a:xfrm>
            <a:custGeom>
              <a:avLst/>
              <a:gdLst/>
              <a:ahLst/>
              <a:cxnLst/>
              <a:rect l="l" t="t" r="r" b="b"/>
              <a:pathLst>
                <a:path w="146" h="170" extrusionOk="0">
                  <a:moveTo>
                    <a:pt x="49" y="1"/>
                  </a:moveTo>
                  <a:lnTo>
                    <a:pt x="1" y="25"/>
                  </a:lnTo>
                  <a:lnTo>
                    <a:pt x="1" y="73"/>
                  </a:lnTo>
                  <a:lnTo>
                    <a:pt x="25" y="121"/>
                  </a:lnTo>
                  <a:lnTo>
                    <a:pt x="73" y="169"/>
                  </a:lnTo>
                  <a:lnTo>
                    <a:pt x="121" y="169"/>
                  </a:lnTo>
                  <a:lnTo>
                    <a:pt x="145"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9"/>
            <p:cNvSpPr/>
            <p:nvPr/>
          </p:nvSpPr>
          <p:spPr>
            <a:xfrm>
              <a:off x="1829350" y="1966775"/>
              <a:ext cx="3650" cy="4225"/>
            </a:xfrm>
            <a:custGeom>
              <a:avLst/>
              <a:gdLst/>
              <a:ahLst/>
              <a:cxnLst/>
              <a:rect l="l" t="t" r="r" b="b"/>
              <a:pathLst>
                <a:path w="146" h="169" extrusionOk="0">
                  <a:moveTo>
                    <a:pt x="49" y="0"/>
                  </a:moveTo>
                  <a:lnTo>
                    <a:pt x="25" y="24"/>
                  </a:lnTo>
                  <a:lnTo>
                    <a:pt x="1" y="72"/>
                  </a:lnTo>
                  <a:lnTo>
                    <a:pt x="25" y="97"/>
                  </a:lnTo>
                  <a:lnTo>
                    <a:pt x="25" y="145"/>
                  </a:lnTo>
                  <a:lnTo>
                    <a:pt x="73" y="169"/>
                  </a:lnTo>
                  <a:lnTo>
                    <a:pt x="121" y="169"/>
                  </a:lnTo>
                  <a:lnTo>
                    <a:pt x="145" y="145"/>
                  </a:lnTo>
                  <a:lnTo>
                    <a:pt x="145" y="97"/>
                  </a:lnTo>
                  <a:lnTo>
                    <a:pt x="145"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9"/>
            <p:cNvSpPr/>
            <p:nvPr/>
          </p:nvSpPr>
          <p:spPr>
            <a:xfrm>
              <a:off x="2295175" y="2282725"/>
              <a:ext cx="3625" cy="3650"/>
            </a:xfrm>
            <a:custGeom>
              <a:avLst/>
              <a:gdLst/>
              <a:ahLst/>
              <a:cxnLst/>
              <a:rect l="l" t="t" r="r" b="b"/>
              <a:pathLst>
                <a:path w="145" h="146" extrusionOk="0">
                  <a:moveTo>
                    <a:pt x="97" y="1"/>
                  </a:moveTo>
                  <a:lnTo>
                    <a:pt x="49" y="25"/>
                  </a:lnTo>
                  <a:lnTo>
                    <a:pt x="1" y="49"/>
                  </a:lnTo>
                  <a:lnTo>
                    <a:pt x="1" y="97"/>
                  </a:lnTo>
                  <a:lnTo>
                    <a:pt x="49" y="145"/>
                  </a:lnTo>
                  <a:lnTo>
                    <a:pt x="97" y="145"/>
                  </a:lnTo>
                  <a:lnTo>
                    <a:pt x="145"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9"/>
            <p:cNvSpPr/>
            <p:nvPr/>
          </p:nvSpPr>
          <p:spPr>
            <a:xfrm>
              <a:off x="1895550" y="1931875"/>
              <a:ext cx="4850" cy="3625"/>
            </a:xfrm>
            <a:custGeom>
              <a:avLst/>
              <a:gdLst/>
              <a:ahLst/>
              <a:cxnLst/>
              <a:rect l="l" t="t" r="r" b="b"/>
              <a:pathLst>
                <a:path w="194" h="145" extrusionOk="0">
                  <a:moveTo>
                    <a:pt x="25" y="0"/>
                  </a:moveTo>
                  <a:lnTo>
                    <a:pt x="1" y="24"/>
                  </a:lnTo>
                  <a:lnTo>
                    <a:pt x="1" y="48"/>
                  </a:lnTo>
                  <a:lnTo>
                    <a:pt x="25" y="72"/>
                  </a:lnTo>
                  <a:lnTo>
                    <a:pt x="97" y="144"/>
                  </a:lnTo>
                  <a:lnTo>
                    <a:pt x="193" y="144"/>
                  </a:lnTo>
                  <a:lnTo>
                    <a:pt x="193" y="120"/>
                  </a:lnTo>
                  <a:lnTo>
                    <a:pt x="193" y="72"/>
                  </a:lnTo>
                  <a:lnTo>
                    <a:pt x="145"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9"/>
            <p:cNvSpPr/>
            <p:nvPr/>
          </p:nvSpPr>
          <p:spPr>
            <a:xfrm>
              <a:off x="2280125" y="2372400"/>
              <a:ext cx="3650" cy="3625"/>
            </a:xfrm>
            <a:custGeom>
              <a:avLst/>
              <a:gdLst/>
              <a:ahLst/>
              <a:cxnLst/>
              <a:rect l="l" t="t" r="r" b="b"/>
              <a:pathLst>
                <a:path w="146" h="145" extrusionOk="0">
                  <a:moveTo>
                    <a:pt x="49" y="1"/>
                  </a:moveTo>
                  <a:lnTo>
                    <a:pt x="1" y="49"/>
                  </a:lnTo>
                  <a:lnTo>
                    <a:pt x="1" y="121"/>
                  </a:lnTo>
                  <a:lnTo>
                    <a:pt x="25" y="145"/>
                  </a:lnTo>
                  <a:lnTo>
                    <a:pt x="97" y="145"/>
                  </a:lnTo>
                  <a:lnTo>
                    <a:pt x="145"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9"/>
            <p:cNvSpPr/>
            <p:nvPr/>
          </p:nvSpPr>
          <p:spPr>
            <a:xfrm>
              <a:off x="2335500" y="1948725"/>
              <a:ext cx="3625" cy="3625"/>
            </a:xfrm>
            <a:custGeom>
              <a:avLst/>
              <a:gdLst/>
              <a:ahLst/>
              <a:cxnLst/>
              <a:rect l="l" t="t" r="r" b="b"/>
              <a:pathLst>
                <a:path w="145" h="145" extrusionOk="0">
                  <a:moveTo>
                    <a:pt x="25" y="0"/>
                  </a:moveTo>
                  <a:lnTo>
                    <a:pt x="0" y="24"/>
                  </a:lnTo>
                  <a:lnTo>
                    <a:pt x="0" y="72"/>
                  </a:lnTo>
                  <a:lnTo>
                    <a:pt x="25" y="96"/>
                  </a:lnTo>
                  <a:lnTo>
                    <a:pt x="73" y="145"/>
                  </a:lnTo>
                  <a:lnTo>
                    <a:pt x="121" y="120"/>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9"/>
            <p:cNvSpPr/>
            <p:nvPr/>
          </p:nvSpPr>
          <p:spPr>
            <a:xfrm>
              <a:off x="2136900" y="2417550"/>
              <a:ext cx="3025" cy="4225"/>
            </a:xfrm>
            <a:custGeom>
              <a:avLst/>
              <a:gdLst/>
              <a:ahLst/>
              <a:cxnLst/>
              <a:rect l="l" t="t" r="r" b="b"/>
              <a:pathLst>
                <a:path w="121" h="169" extrusionOk="0">
                  <a:moveTo>
                    <a:pt x="48" y="0"/>
                  </a:moveTo>
                  <a:lnTo>
                    <a:pt x="0" y="24"/>
                  </a:lnTo>
                  <a:lnTo>
                    <a:pt x="0" y="72"/>
                  </a:lnTo>
                  <a:lnTo>
                    <a:pt x="0" y="120"/>
                  </a:lnTo>
                  <a:lnTo>
                    <a:pt x="24" y="144"/>
                  </a:lnTo>
                  <a:lnTo>
                    <a:pt x="72" y="169"/>
                  </a:lnTo>
                  <a:lnTo>
                    <a:pt x="97" y="169"/>
                  </a:lnTo>
                  <a:lnTo>
                    <a:pt x="121" y="144"/>
                  </a:lnTo>
                  <a:lnTo>
                    <a:pt x="121" y="96"/>
                  </a:lnTo>
                  <a:lnTo>
                    <a:pt x="121" y="72"/>
                  </a:lnTo>
                  <a:lnTo>
                    <a:pt x="97"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9"/>
            <p:cNvSpPr/>
            <p:nvPr/>
          </p:nvSpPr>
          <p:spPr>
            <a:xfrm>
              <a:off x="2080925" y="1931875"/>
              <a:ext cx="3625" cy="4225"/>
            </a:xfrm>
            <a:custGeom>
              <a:avLst/>
              <a:gdLst/>
              <a:ahLst/>
              <a:cxnLst/>
              <a:rect l="l" t="t" r="r" b="b"/>
              <a:pathLst>
                <a:path w="145" h="169" extrusionOk="0">
                  <a:moveTo>
                    <a:pt x="49" y="0"/>
                  </a:moveTo>
                  <a:lnTo>
                    <a:pt x="25" y="24"/>
                  </a:lnTo>
                  <a:lnTo>
                    <a:pt x="0" y="48"/>
                  </a:lnTo>
                  <a:lnTo>
                    <a:pt x="0" y="96"/>
                  </a:lnTo>
                  <a:lnTo>
                    <a:pt x="25" y="144"/>
                  </a:lnTo>
                  <a:lnTo>
                    <a:pt x="97" y="169"/>
                  </a:lnTo>
                  <a:lnTo>
                    <a:pt x="121" y="144"/>
                  </a:lnTo>
                  <a:lnTo>
                    <a:pt x="145" y="96"/>
                  </a:lnTo>
                  <a:lnTo>
                    <a:pt x="145"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9"/>
            <p:cNvSpPr/>
            <p:nvPr/>
          </p:nvSpPr>
          <p:spPr>
            <a:xfrm>
              <a:off x="1920225" y="2043800"/>
              <a:ext cx="4250" cy="3650"/>
            </a:xfrm>
            <a:custGeom>
              <a:avLst/>
              <a:gdLst/>
              <a:ahLst/>
              <a:cxnLst/>
              <a:rect l="l" t="t" r="r" b="b"/>
              <a:pathLst>
                <a:path w="170" h="146" extrusionOk="0">
                  <a:moveTo>
                    <a:pt x="73" y="1"/>
                  </a:moveTo>
                  <a:lnTo>
                    <a:pt x="25" y="25"/>
                  </a:lnTo>
                  <a:lnTo>
                    <a:pt x="1" y="49"/>
                  </a:lnTo>
                  <a:lnTo>
                    <a:pt x="1" y="97"/>
                  </a:lnTo>
                  <a:lnTo>
                    <a:pt x="1" y="121"/>
                  </a:lnTo>
                  <a:lnTo>
                    <a:pt x="49" y="145"/>
                  </a:lnTo>
                  <a:lnTo>
                    <a:pt x="97" y="145"/>
                  </a:lnTo>
                  <a:lnTo>
                    <a:pt x="121" y="121"/>
                  </a:lnTo>
                  <a:lnTo>
                    <a:pt x="145" y="97"/>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9"/>
            <p:cNvSpPr/>
            <p:nvPr/>
          </p:nvSpPr>
          <p:spPr>
            <a:xfrm>
              <a:off x="2206100" y="2485550"/>
              <a:ext cx="3050" cy="3025"/>
            </a:xfrm>
            <a:custGeom>
              <a:avLst/>
              <a:gdLst/>
              <a:ahLst/>
              <a:cxnLst/>
              <a:rect l="l" t="t" r="r" b="b"/>
              <a:pathLst>
                <a:path w="122" h="121" extrusionOk="0">
                  <a:moveTo>
                    <a:pt x="49" y="0"/>
                  </a:moveTo>
                  <a:lnTo>
                    <a:pt x="25" y="24"/>
                  </a:lnTo>
                  <a:lnTo>
                    <a:pt x="1" y="48"/>
                  </a:lnTo>
                  <a:lnTo>
                    <a:pt x="1" y="97"/>
                  </a:lnTo>
                  <a:lnTo>
                    <a:pt x="25" y="121"/>
                  </a:lnTo>
                  <a:lnTo>
                    <a:pt x="97" y="97"/>
                  </a:lnTo>
                  <a:lnTo>
                    <a:pt x="121" y="73"/>
                  </a:lnTo>
                  <a:lnTo>
                    <a:pt x="121"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9"/>
            <p:cNvSpPr/>
            <p:nvPr/>
          </p:nvSpPr>
          <p:spPr>
            <a:xfrm>
              <a:off x="2222350" y="2032375"/>
              <a:ext cx="3650" cy="3025"/>
            </a:xfrm>
            <a:custGeom>
              <a:avLst/>
              <a:gdLst/>
              <a:ahLst/>
              <a:cxnLst/>
              <a:rect l="l" t="t" r="r" b="b"/>
              <a:pathLst>
                <a:path w="146" h="121" extrusionOk="0">
                  <a:moveTo>
                    <a:pt x="73" y="0"/>
                  </a:moveTo>
                  <a:lnTo>
                    <a:pt x="25" y="48"/>
                  </a:lnTo>
                  <a:lnTo>
                    <a:pt x="1" y="97"/>
                  </a:lnTo>
                  <a:lnTo>
                    <a:pt x="25" y="121"/>
                  </a:lnTo>
                  <a:lnTo>
                    <a:pt x="73" y="121"/>
                  </a:lnTo>
                  <a:lnTo>
                    <a:pt x="145" y="72"/>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9"/>
            <p:cNvSpPr/>
            <p:nvPr/>
          </p:nvSpPr>
          <p:spPr>
            <a:xfrm>
              <a:off x="2330675" y="2332075"/>
              <a:ext cx="3050" cy="3650"/>
            </a:xfrm>
            <a:custGeom>
              <a:avLst/>
              <a:gdLst/>
              <a:ahLst/>
              <a:cxnLst/>
              <a:rect l="l" t="t" r="r" b="b"/>
              <a:pathLst>
                <a:path w="122" h="146" extrusionOk="0">
                  <a:moveTo>
                    <a:pt x="25" y="1"/>
                  </a:moveTo>
                  <a:lnTo>
                    <a:pt x="1" y="49"/>
                  </a:lnTo>
                  <a:lnTo>
                    <a:pt x="1" y="73"/>
                  </a:lnTo>
                  <a:lnTo>
                    <a:pt x="1" y="97"/>
                  </a:lnTo>
                  <a:lnTo>
                    <a:pt x="49" y="145"/>
                  </a:lnTo>
                  <a:lnTo>
                    <a:pt x="97" y="145"/>
                  </a:lnTo>
                  <a:lnTo>
                    <a:pt x="121" y="121"/>
                  </a:lnTo>
                  <a:lnTo>
                    <a:pt x="121"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9"/>
            <p:cNvSpPr/>
            <p:nvPr/>
          </p:nvSpPr>
          <p:spPr>
            <a:xfrm>
              <a:off x="2275325" y="2075700"/>
              <a:ext cx="3625" cy="3625"/>
            </a:xfrm>
            <a:custGeom>
              <a:avLst/>
              <a:gdLst/>
              <a:ahLst/>
              <a:cxnLst/>
              <a:rect l="l" t="t" r="r" b="b"/>
              <a:pathLst>
                <a:path w="145" h="145" extrusionOk="0">
                  <a:moveTo>
                    <a:pt x="48" y="1"/>
                  </a:moveTo>
                  <a:lnTo>
                    <a:pt x="0" y="25"/>
                  </a:lnTo>
                  <a:lnTo>
                    <a:pt x="0" y="73"/>
                  </a:lnTo>
                  <a:lnTo>
                    <a:pt x="0" y="97"/>
                  </a:lnTo>
                  <a:lnTo>
                    <a:pt x="24" y="121"/>
                  </a:lnTo>
                  <a:lnTo>
                    <a:pt x="72" y="145"/>
                  </a:lnTo>
                  <a:lnTo>
                    <a:pt x="96" y="121"/>
                  </a:lnTo>
                  <a:lnTo>
                    <a:pt x="120" y="97"/>
                  </a:lnTo>
                  <a:lnTo>
                    <a:pt x="145" y="49"/>
                  </a:lnTo>
                  <a:lnTo>
                    <a:pt x="120"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9"/>
            <p:cNvSpPr/>
            <p:nvPr/>
          </p:nvSpPr>
          <p:spPr>
            <a:xfrm>
              <a:off x="1984025" y="1901175"/>
              <a:ext cx="3650" cy="4225"/>
            </a:xfrm>
            <a:custGeom>
              <a:avLst/>
              <a:gdLst/>
              <a:ahLst/>
              <a:cxnLst/>
              <a:rect l="l" t="t" r="r" b="b"/>
              <a:pathLst>
                <a:path w="146" h="169" extrusionOk="0">
                  <a:moveTo>
                    <a:pt x="97" y="0"/>
                  </a:moveTo>
                  <a:lnTo>
                    <a:pt x="1" y="97"/>
                  </a:lnTo>
                  <a:lnTo>
                    <a:pt x="1" y="121"/>
                  </a:lnTo>
                  <a:lnTo>
                    <a:pt x="25" y="169"/>
                  </a:lnTo>
                  <a:lnTo>
                    <a:pt x="49" y="169"/>
                  </a:lnTo>
                  <a:lnTo>
                    <a:pt x="73" y="145"/>
                  </a:lnTo>
                  <a:lnTo>
                    <a:pt x="121" y="73"/>
                  </a:lnTo>
                  <a:lnTo>
                    <a:pt x="121" y="97"/>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9"/>
            <p:cNvSpPr/>
            <p:nvPr/>
          </p:nvSpPr>
          <p:spPr>
            <a:xfrm>
              <a:off x="2192875" y="2498775"/>
              <a:ext cx="3025" cy="3650"/>
            </a:xfrm>
            <a:custGeom>
              <a:avLst/>
              <a:gdLst/>
              <a:ahLst/>
              <a:cxnLst/>
              <a:rect l="l" t="t" r="r" b="b"/>
              <a:pathLst>
                <a:path w="121" h="146" extrusionOk="0">
                  <a:moveTo>
                    <a:pt x="24" y="1"/>
                  </a:moveTo>
                  <a:lnTo>
                    <a:pt x="0" y="49"/>
                  </a:lnTo>
                  <a:lnTo>
                    <a:pt x="0" y="73"/>
                  </a:lnTo>
                  <a:lnTo>
                    <a:pt x="48" y="121"/>
                  </a:lnTo>
                  <a:lnTo>
                    <a:pt x="72" y="145"/>
                  </a:lnTo>
                  <a:lnTo>
                    <a:pt x="96" y="145"/>
                  </a:lnTo>
                  <a:lnTo>
                    <a:pt x="120" y="97"/>
                  </a:lnTo>
                  <a:lnTo>
                    <a:pt x="120"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9"/>
            <p:cNvSpPr/>
            <p:nvPr/>
          </p:nvSpPr>
          <p:spPr>
            <a:xfrm>
              <a:off x="2185650" y="2288750"/>
              <a:ext cx="3025" cy="3625"/>
            </a:xfrm>
            <a:custGeom>
              <a:avLst/>
              <a:gdLst/>
              <a:ahLst/>
              <a:cxnLst/>
              <a:rect l="l" t="t" r="r" b="b"/>
              <a:pathLst>
                <a:path w="121" h="145" extrusionOk="0">
                  <a:moveTo>
                    <a:pt x="72" y="0"/>
                  </a:moveTo>
                  <a:lnTo>
                    <a:pt x="0" y="24"/>
                  </a:lnTo>
                  <a:lnTo>
                    <a:pt x="0" y="73"/>
                  </a:lnTo>
                  <a:lnTo>
                    <a:pt x="0" y="121"/>
                  </a:lnTo>
                  <a:lnTo>
                    <a:pt x="48" y="145"/>
                  </a:lnTo>
                  <a:lnTo>
                    <a:pt x="96" y="145"/>
                  </a:lnTo>
                  <a:lnTo>
                    <a:pt x="121" y="121"/>
                  </a:lnTo>
                  <a:lnTo>
                    <a:pt x="121" y="73"/>
                  </a:lnTo>
                  <a:lnTo>
                    <a:pt x="121" y="49"/>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9"/>
            <p:cNvSpPr/>
            <p:nvPr/>
          </p:nvSpPr>
          <p:spPr>
            <a:xfrm>
              <a:off x="2313225" y="2460275"/>
              <a:ext cx="4250" cy="3025"/>
            </a:xfrm>
            <a:custGeom>
              <a:avLst/>
              <a:gdLst/>
              <a:ahLst/>
              <a:cxnLst/>
              <a:rect l="l" t="t" r="r" b="b"/>
              <a:pathLst>
                <a:path w="170" h="121" extrusionOk="0">
                  <a:moveTo>
                    <a:pt x="49" y="0"/>
                  </a:moveTo>
                  <a:lnTo>
                    <a:pt x="1" y="24"/>
                  </a:lnTo>
                  <a:lnTo>
                    <a:pt x="1" y="48"/>
                  </a:lnTo>
                  <a:lnTo>
                    <a:pt x="25" y="72"/>
                  </a:lnTo>
                  <a:lnTo>
                    <a:pt x="97" y="121"/>
                  </a:lnTo>
                  <a:lnTo>
                    <a:pt x="145" y="121"/>
                  </a:lnTo>
                  <a:lnTo>
                    <a:pt x="169" y="97"/>
                  </a:lnTo>
                  <a:lnTo>
                    <a:pt x="169"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9"/>
            <p:cNvSpPr/>
            <p:nvPr/>
          </p:nvSpPr>
          <p:spPr>
            <a:xfrm>
              <a:off x="2145325" y="2497575"/>
              <a:ext cx="3025" cy="3650"/>
            </a:xfrm>
            <a:custGeom>
              <a:avLst/>
              <a:gdLst/>
              <a:ahLst/>
              <a:cxnLst/>
              <a:rect l="l" t="t" r="r" b="b"/>
              <a:pathLst>
                <a:path w="121" h="146" extrusionOk="0">
                  <a:moveTo>
                    <a:pt x="48" y="1"/>
                  </a:moveTo>
                  <a:lnTo>
                    <a:pt x="0" y="25"/>
                  </a:lnTo>
                  <a:lnTo>
                    <a:pt x="0" y="73"/>
                  </a:lnTo>
                  <a:lnTo>
                    <a:pt x="24" y="121"/>
                  </a:lnTo>
                  <a:lnTo>
                    <a:pt x="72" y="145"/>
                  </a:lnTo>
                  <a:lnTo>
                    <a:pt x="121" y="97"/>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9"/>
            <p:cNvSpPr/>
            <p:nvPr/>
          </p:nvSpPr>
          <p:spPr>
            <a:xfrm>
              <a:off x="2269900" y="2033575"/>
              <a:ext cx="3025" cy="3625"/>
            </a:xfrm>
            <a:custGeom>
              <a:avLst/>
              <a:gdLst/>
              <a:ahLst/>
              <a:cxnLst/>
              <a:rect l="l" t="t" r="r" b="b"/>
              <a:pathLst>
                <a:path w="121" h="145" extrusionOk="0">
                  <a:moveTo>
                    <a:pt x="49" y="0"/>
                  </a:moveTo>
                  <a:lnTo>
                    <a:pt x="25" y="24"/>
                  </a:lnTo>
                  <a:lnTo>
                    <a:pt x="0" y="73"/>
                  </a:lnTo>
                  <a:lnTo>
                    <a:pt x="25" y="121"/>
                  </a:lnTo>
                  <a:lnTo>
                    <a:pt x="49" y="145"/>
                  </a:lnTo>
                  <a:lnTo>
                    <a:pt x="97" y="145"/>
                  </a:lnTo>
                  <a:lnTo>
                    <a:pt x="121" y="97"/>
                  </a:lnTo>
                  <a:lnTo>
                    <a:pt x="121" y="49"/>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9"/>
            <p:cNvSpPr/>
            <p:nvPr/>
          </p:nvSpPr>
          <p:spPr>
            <a:xfrm>
              <a:off x="1966575" y="1850025"/>
              <a:ext cx="4250" cy="3025"/>
            </a:xfrm>
            <a:custGeom>
              <a:avLst/>
              <a:gdLst/>
              <a:ahLst/>
              <a:cxnLst/>
              <a:rect l="l" t="t" r="r" b="b"/>
              <a:pathLst>
                <a:path w="170" h="121" extrusionOk="0">
                  <a:moveTo>
                    <a:pt x="145" y="0"/>
                  </a:moveTo>
                  <a:lnTo>
                    <a:pt x="49" y="24"/>
                  </a:lnTo>
                  <a:lnTo>
                    <a:pt x="25" y="48"/>
                  </a:lnTo>
                  <a:lnTo>
                    <a:pt x="1" y="72"/>
                  </a:lnTo>
                  <a:lnTo>
                    <a:pt x="25" y="120"/>
                  </a:lnTo>
                  <a:lnTo>
                    <a:pt x="73" y="120"/>
                  </a:lnTo>
                  <a:lnTo>
                    <a:pt x="97" y="96"/>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9"/>
            <p:cNvSpPr/>
            <p:nvPr/>
          </p:nvSpPr>
          <p:spPr>
            <a:xfrm>
              <a:off x="1980425" y="2009500"/>
              <a:ext cx="3625" cy="3025"/>
            </a:xfrm>
            <a:custGeom>
              <a:avLst/>
              <a:gdLst/>
              <a:ahLst/>
              <a:cxnLst/>
              <a:rect l="l" t="t" r="r" b="b"/>
              <a:pathLst>
                <a:path w="145" h="121" extrusionOk="0">
                  <a:moveTo>
                    <a:pt x="48" y="0"/>
                  </a:moveTo>
                  <a:lnTo>
                    <a:pt x="0" y="49"/>
                  </a:lnTo>
                  <a:lnTo>
                    <a:pt x="0" y="73"/>
                  </a:lnTo>
                  <a:lnTo>
                    <a:pt x="0" y="97"/>
                  </a:lnTo>
                  <a:lnTo>
                    <a:pt x="48" y="121"/>
                  </a:lnTo>
                  <a:lnTo>
                    <a:pt x="96" y="121"/>
                  </a:lnTo>
                  <a:lnTo>
                    <a:pt x="121" y="97"/>
                  </a:lnTo>
                  <a:lnTo>
                    <a:pt x="145" y="73"/>
                  </a:lnTo>
                  <a:lnTo>
                    <a:pt x="121" y="49"/>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9"/>
            <p:cNvSpPr/>
            <p:nvPr/>
          </p:nvSpPr>
          <p:spPr>
            <a:xfrm>
              <a:off x="1993650" y="2013700"/>
              <a:ext cx="3650" cy="3650"/>
            </a:xfrm>
            <a:custGeom>
              <a:avLst/>
              <a:gdLst/>
              <a:ahLst/>
              <a:cxnLst/>
              <a:rect l="l" t="t" r="r" b="b"/>
              <a:pathLst>
                <a:path w="146" h="146" extrusionOk="0">
                  <a:moveTo>
                    <a:pt x="73" y="1"/>
                  </a:moveTo>
                  <a:lnTo>
                    <a:pt x="25" y="25"/>
                  </a:lnTo>
                  <a:lnTo>
                    <a:pt x="1" y="97"/>
                  </a:lnTo>
                  <a:lnTo>
                    <a:pt x="25" y="121"/>
                  </a:lnTo>
                  <a:lnTo>
                    <a:pt x="73" y="145"/>
                  </a:lnTo>
                  <a:lnTo>
                    <a:pt x="97" y="145"/>
                  </a:lnTo>
                  <a:lnTo>
                    <a:pt x="121" y="121"/>
                  </a:lnTo>
                  <a:lnTo>
                    <a:pt x="145"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9"/>
            <p:cNvSpPr/>
            <p:nvPr/>
          </p:nvSpPr>
          <p:spPr>
            <a:xfrm>
              <a:off x="2341525" y="1818725"/>
              <a:ext cx="3625" cy="3025"/>
            </a:xfrm>
            <a:custGeom>
              <a:avLst/>
              <a:gdLst/>
              <a:ahLst/>
              <a:cxnLst/>
              <a:rect l="l" t="t" r="r" b="b"/>
              <a:pathLst>
                <a:path w="145" h="121" extrusionOk="0">
                  <a:moveTo>
                    <a:pt x="72" y="0"/>
                  </a:moveTo>
                  <a:lnTo>
                    <a:pt x="24" y="24"/>
                  </a:lnTo>
                  <a:lnTo>
                    <a:pt x="0" y="73"/>
                  </a:lnTo>
                  <a:lnTo>
                    <a:pt x="24" y="97"/>
                  </a:lnTo>
                  <a:lnTo>
                    <a:pt x="48" y="121"/>
                  </a:lnTo>
                  <a:lnTo>
                    <a:pt x="96" y="121"/>
                  </a:lnTo>
                  <a:lnTo>
                    <a:pt x="145" y="73"/>
                  </a:lnTo>
                  <a:lnTo>
                    <a:pt x="145"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9"/>
            <p:cNvSpPr/>
            <p:nvPr/>
          </p:nvSpPr>
          <p:spPr>
            <a:xfrm>
              <a:off x="1881125" y="1930050"/>
              <a:ext cx="3625" cy="3050"/>
            </a:xfrm>
            <a:custGeom>
              <a:avLst/>
              <a:gdLst/>
              <a:ahLst/>
              <a:cxnLst/>
              <a:rect l="l" t="t" r="r" b="b"/>
              <a:pathLst>
                <a:path w="145" h="122" extrusionOk="0">
                  <a:moveTo>
                    <a:pt x="24" y="1"/>
                  </a:moveTo>
                  <a:lnTo>
                    <a:pt x="0" y="49"/>
                  </a:lnTo>
                  <a:lnTo>
                    <a:pt x="0" y="73"/>
                  </a:lnTo>
                  <a:lnTo>
                    <a:pt x="24" y="97"/>
                  </a:lnTo>
                  <a:lnTo>
                    <a:pt x="72" y="121"/>
                  </a:lnTo>
                  <a:lnTo>
                    <a:pt x="120" y="97"/>
                  </a:lnTo>
                  <a:lnTo>
                    <a:pt x="145" y="49"/>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9"/>
            <p:cNvSpPr/>
            <p:nvPr/>
          </p:nvSpPr>
          <p:spPr>
            <a:xfrm>
              <a:off x="2287350" y="2454850"/>
              <a:ext cx="3025" cy="4250"/>
            </a:xfrm>
            <a:custGeom>
              <a:avLst/>
              <a:gdLst/>
              <a:ahLst/>
              <a:cxnLst/>
              <a:rect l="l" t="t" r="r" b="b"/>
              <a:pathLst>
                <a:path w="121" h="170" extrusionOk="0">
                  <a:moveTo>
                    <a:pt x="49" y="1"/>
                  </a:moveTo>
                  <a:lnTo>
                    <a:pt x="1" y="25"/>
                  </a:lnTo>
                  <a:lnTo>
                    <a:pt x="1" y="73"/>
                  </a:lnTo>
                  <a:lnTo>
                    <a:pt x="1" y="97"/>
                  </a:lnTo>
                  <a:lnTo>
                    <a:pt x="25" y="145"/>
                  </a:lnTo>
                  <a:lnTo>
                    <a:pt x="73" y="169"/>
                  </a:lnTo>
                  <a:lnTo>
                    <a:pt x="97" y="145"/>
                  </a:lnTo>
                  <a:lnTo>
                    <a:pt x="121" y="121"/>
                  </a:lnTo>
                  <a:lnTo>
                    <a:pt x="121" y="73"/>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9"/>
            <p:cNvSpPr/>
            <p:nvPr/>
          </p:nvSpPr>
          <p:spPr>
            <a:xfrm>
              <a:off x="2316850" y="2341700"/>
              <a:ext cx="3625" cy="3650"/>
            </a:xfrm>
            <a:custGeom>
              <a:avLst/>
              <a:gdLst/>
              <a:ahLst/>
              <a:cxnLst/>
              <a:rect l="l" t="t" r="r" b="b"/>
              <a:pathLst>
                <a:path w="145" h="146" extrusionOk="0">
                  <a:moveTo>
                    <a:pt x="48" y="1"/>
                  </a:moveTo>
                  <a:lnTo>
                    <a:pt x="24" y="25"/>
                  </a:lnTo>
                  <a:lnTo>
                    <a:pt x="0" y="73"/>
                  </a:lnTo>
                  <a:lnTo>
                    <a:pt x="24" y="121"/>
                  </a:lnTo>
                  <a:lnTo>
                    <a:pt x="72" y="145"/>
                  </a:lnTo>
                  <a:lnTo>
                    <a:pt x="96" y="121"/>
                  </a:lnTo>
                  <a:lnTo>
                    <a:pt x="145" y="73"/>
                  </a:lnTo>
                  <a:lnTo>
                    <a:pt x="145"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9"/>
            <p:cNvSpPr/>
            <p:nvPr/>
          </p:nvSpPr>
          <p:spPr>
            <a:xfrm>
              <a:off x="2077300" y="1945100"/>
              <a:ext cx="2450" cy="3025"/>
            </a:xfrm>
            <a:custGeom>
              <a:avLst/>
              <a:gdLst/>
              <a:ahLst/>
              <a:cxnLst/>
              <a:rect l="l" t="t" r="r" b="b"/>
              <a:pathLst>
                <a:path w="98" h="121" extrusionOk="0">
                  <a:moveTo>
                    <a:pt x="25" y="1"/>
                  </a:moveTo>
                  <a:lnTo>
                    <a:pt x="1" y="25"/>
                  </a:lnTo>
                  <a:lnTo>
                    <a:pt x="1" y="73"/>
                  </a:lnTo>
                  <a:lnTo>
                    <a:pt x="1" y="97"/>
                  </a:lnTo>
                  <a:lnTo>
                    <a:pt x="25" y="121"/>
                  </a:lnTo>
                  <a:lnTo>
                    <a:pt x="49" y="121"/>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9"/>
            <p:cNvSpPr/>
            <p:nvPr/>
          </p:nvSpPr>
          <p:spPr>
            <a:xfrm>
              <a:off x="2123650" y="2501200"/>
              <a:ext cx="2425" cy="3025"/>
            </a:xfrm>
            <a:custGeom>
              <a:avLst/>
              <a:gdLst/>
              <a:ahLst/>
              <a:cxnLst/>
              <a:rect l="l" t="t" r="r" b="b"/>
              <a:pathLst>
                <a:path w="97" h="121" extrusionOk="0">
                  <a:moveTo>
                    <a:pt x="73" y="0"/>
                  </a:moveTo>
                  <a:lnTo>
                    <a:pt x="25" y="24"/>
                  </a:lnTo>
                  <a:lnTo>
                    <a:pt x="1" y="48"/>
                  </a:lnTo>
                  <a:lnTo>
                    <a:pt x="25" y="97"/>
                  </a:lnTo>
                  <a:lnTo>
                    <a:pt x="73" y="121"/>
                  </a:lnTo>
                  <a:lnTo>
                    <a:pt x="97"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9"/>
            <p:cNvSpPr/>
            <p:nvPr/>
          </p:nvSpPr>
          <p:spPr>
            <a:xfrm>
              <a:off x="2031575" y="1922825"/>
              <a:ext cx="2425" cy="3650"/>
            </a:xfrm>
            <a:custGeom>
              <a:avLst/>
              <a:gdLst/>
              <a:ahLst/>
              <a:cxnLst/>
              <a:rect l="l" t="t" r="r" b="b"/>
              <a:pathLst>
                <a:path w="97" h="146" extrusionOk="0">
                  <a:moveTo>
                    <a:pt x="24" y="1"/>
                  </a:moveTo>
                  <a:lnTo>
                    <a:pt x="0" y="25"/>
                  </a:lnTo>
                  <a:lnTo>
                    <a:pt x="0" y="97"/>
                  </a:lnTo>
                  <a:lnTo>
                    <a:pt x="24" y="121"/>
                  </a:lnTo>
                  <a:lnTo>
                    <a:pt x="49" y="145"/>
                  </a:lnTo>
                  <a:lnTo>
                    <a:pt x="97" y="97"/>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9"/>
            <p:cNvSpPr/>
            <p:nvPr/>
          </p:nvSpPr>
          <p:spPr>
            <a:xfrm>
              <a:off x="1864275" y="1957750"/>
              <a:ext cx="3025" cy="3025"/>
            </a:xfrm>
            <a:custGeom>
              <a:avLst/>
              <a:gdLst/>
              <a:ahLst/>
              <a:cxnLst/>
              <a:rect l="l" t="t" r="r" b="b"/>
              <a:pathLst>
                <a:path w="121" h="121" extrusionOk="0">
                  <a:moveTo>
                    <a:pt x="48" y="0"/>
                  </a:moveTo>
                  <a:lnTo>
                    <a:pt x="0" y="48"/>
                  </a:lnTo>
                  <a:lnTo>
                    <a:pt x="0" y="96"/>
                  </a:lnTo>
                  <a:lnTo>
                    <a:pt x="0" y="121"/>
                  </a:lnTo>
                  <a:lnTo>
                    <a:pt x="72" y="121"/>
                  </a:lnTo>
                  <a:lnTo>
                    <a:pt x="120" y="72"/>
                  </a:lnTo>
                  <a:lnTo>
                    <a:pt x="120"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9"/>
            <p:cNvSpPr/>
            <p:nvPr/>
          </p:nvSpPr>
          <p:spPr>
            <a:xfrm>
              <a:off x="1984025" y="1915000"/>
              <a:ext cx="2425" cy="3650"/>
            </a:xfrm>
            <a:custGeom>
              <a:avLst/>
              <a:gdLst/>
              <a:ahLst/>
              <a:cxnLst/>
              <a:rect l="l" t="t" r="r" b="b"/>
              <a:pathLst>
                <a:path w="97" h="146" extrusionOk="0">
                  <a:moveTo>
                    <a:pt x="49" y="1"/>
                  </a:moveTo>
                  <a:lnTo>
                    <a:pt x="1" y="97"/>
                  </a:lnTo>
                  <a:lnTo>
                    <a:pt x="49" y="145"/>
                  </a:lnTo>
                  <a:lnTo>
                    <a:pt x="73" y="145"/>
                  </a:lnTo>
                  <a:lnTo>
                    <a:pt x="97" y="121"/>
                  </a:lnTo>
                  <a:lnTo>
                    <a:pt x="97"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9"/>
            <p:cNvSpPr/>
            <p:nvPr/>
          </p:nvSpPr>
          <p:spPr>
            <a:xfrm>
              <a:off x="2124850" y="2506600"/>
              <a:ext cx="3050" cy="3050"/>
            </a:xfrm>
            <a:custGeom>
              <a:avLst/>
              <a:gdLst/>
              <a:ahLst/>
              <a:cxnLst/>
              <a:rect l="l" t="t" r="r" b="b"/>
              <a:pathLst>
                <a:path w="122" h="122" extrusionOk="0">
                  <a:moveTo>
                    <a:pt x="49" y="1"/>
                  </a:moveTo>
                  <a:lnTo>
                    <a:pt x="25" y="25"/>
                  </a:lnTo>
                  <a:lnTo>
                    <a:pt x="1" y="49"/>
                  </a:lnTo>
                  <a:lnTo>
                    <a:pt x="1" y="73"/>
                  </a:lnTo>
                  <a:lnTo>
                    <a:pt x="25" y="121"/>
                  </a:lnTo>
                  <a:lnTo>
                    <a:pt x="97" y="121"/>
                  </a:lnTo>
                  <a:lnTo>
                    <a:pt x="121" y="73"/>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9"/>
            <p:cNvSpPr/>
            <p:nvPr/>
          </p:nvSpPr>
          <p:spPr>
            <a:xfrm>
              <a:off x="2109200" y="1928850"/>
              <a:ext cx="3650" cy="3050"/>
            </a:xfrm>
            <a:custGeom>
              <a:avLst/>
              <a:gdLst/>
              <a:ahLst/>
              <a:cxnLst/>
              <a:rect l="l" t="t" r="r" b="b"/>
              <a:pathLst>
                <a:path w="146" h="122" extrusionOk="0">
                  <a:moveTo>
                    <a:pt x="49" y="1"/>
                  </a:moveTo>
                  <a:lnTo>
                    <a:pt x="1" y="49"/>
                  </a:lnTo>
                  <a:lnTo>
                    <a:pt x="1" y="97"/>
                  </a:lnTo>
                  <a:lnTo>
                    <a:pt x="49" y="121"/>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9"/>
            <p:cNvSpPr/>
            <p:nvPr/>
          </p:nvSpPr>
          <p:spPr>
            <a:xfrm>
              <a:off x="1990050" y="1933075"/>
              <a:ext cx="2425" cy="2425"/>
            </a:xfrm>
            <a:custGeom>
              <a:avLst/>
              <a:gdLst/>
              <a:ahLst/>
              <a:cxnLst/>
              <a:rect l="l" t="t" r="r" b="b"/>
              <a:pathLst>
                <a:path w="97" h="97" extrusionOk="0">
                  <a:moveTo>
                    <a:pt x="49" y="0"/>
                  </a:moveTo>
                  <a:lnTo>
                    <a:pt x="0" y="24"/>
                  </a:lnTo>
                  <a:lnTo>
                    <a:pt x="0" y="72"/>
                  </a:lnTo>
                  <a:lnTo>
                    <a:pt x="24" y="96"/>
                  </a:lnTo>
                  <a:lnTo>
                    <a:pt x="73" y="96"/>
                  </a:lnTo>
                  <a:lnTo>
                    <a:pt x="97" y="72"/>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9"/>
            <p:cNvSpPr/>
            <p:nvPr/>
          </p:nvSpPr>
          <p:spPr>
            <a:xfrm>
              <a:off x="2284950" y="2010100"/>
              <a:ext cx="3625" cy="2425"/>
            </a:xfrm>
            <a:custGeom>
              <a:avLst/>
              <a:gdLst/>
              <a:ahLst/>
              <a:cxnLst/>
              <a:rect l="l" t="t" r="r" b="b"/>
              <a:pathLst>
                <a:path w="145" h="97" extrusionOk="0">
                  <a:moveTo>
                    <a:pt x="24" y="1"/>
                  </a:moveTo>
                  <a:lnTo>
                    <a:pt x="0" y="49"/>
                  </a:lnTo>
                  <a:lnTo>
                    <a:pt x="24" y="73"/>
                  </a:lnTo>
                  <a:lnTo>
                    <a:pt x="72" y="97"/>
                  </a:lnTo>
                  <a:lnTo>
                    <a:pt x="121" y="73"/>
                  </a:lnTo>
                  <a:lnTo>
                    <a:pt x="145" y="49"/>
                  </a:lnTo>
                  <a:lnTo>
                    <a:pt x="121"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9"/>
            <p:cNvSpPr/>
            <p:nvPr/>
          </p:nvSpPr>
          <p:spPr>
            <a:xfrm>
              <a:off x="2223550" y="2499375"/>
              <a:ext cx="2450" cy="2450"/>
            </a:xfrm>
            <a:custGeom>
              <a:avLst/>
              <a:gdLst/>
              <a:ahLst/>
              <a:cxnLst/>
              <a:rect l="l" t="t" r="r" b="b"/>
              <a:pathLst>
                <a:path w="98" h="98" extrusionOk="0">
                  <a:moveTo>
                    <a:pt x="49" y="1"/>
                  </a:moveTo>
                  <a:lnTo>
                    <a:pt x="1" y="25"/>
                  </a:lnTo>
                  <a:lnTo>
                    <a:pt x="1" y="49"/>
                  </a:lnTo>
                  <a:lnTo>
                    <a:pt x="25" y="97"/>
                  </a:lnTo>
                  <a:lnTo>
                    <a:pt x="73" y="97"/>
                  </a:lnTo>
                  <a:lnTo>
                    <a:pt x="97" y="73"/>
                  </a:lnTo>
                  <a:lnTo>
                    <a:pt x="97"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9"/>
            <p:cNvSpPr/>
            <p:nvPr/>
          </p:nvSpPr>
          <p:spPr>
            <a:xfrm>
              <a:off x="2049025" y="2531275"/>
              <a:ext cx="3625" cy="3650"/>
            </a:xfrm>
            <a:custGeom>
              <a:avLst/>
              <a:gdLst/>
              <a:ahLst/>
              <a:cxnLst/>
              <a:rect l="l" t="t" r="r" b="b"/>
              <a:pathLst>
                <a:path w="145" h="146" extrusionOk="0">
                  <a:moveTo>
                    <a:pt x="1" y="1"/>
                  </a:moveTo>
                  <a:lnTo>
                    <a:pt x="25" y="97"/>
                  </a:lnTo>
                  <a:lnTo>
                    <a:pt x="49" y="145"/>
                  </a:lnTo>
                  <a:lnTo>
                    <a:pt x="97" y="145"/>
                  </a:lnTo>
                  <a:lnTo>
                    <a:pt x="145" y="97"/>
                  </a:lnTo>
                  <a:lnTo>
                    <a:pt x="97" y="49"/>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9"/>
            <p:cNvSpPr/>
            <p:nvPr/>
          </p:nvSpPr>
          <p:spPr>
            <a:xfrm>
              <a:off x="1894350" y="1923450"/>
              <a:ext cx="3050" cy="3025"/>
            </a:xfrm>
            <a:custGeom>
              <a:avLst/>
              <a:gdLst/>
              <a:ahLst/>
              <a:cxnLst/>
              <a:rect l="l" t="t" r="r" b="b"/>
              <a:pathLst>
                <a:path w="122" h="121" extrusionOk="0">
                  <a:moveTo>
                    <a:pt x="49" y="0"/>
                  </a:moveTo>
                  <a:lnTo>
                    <a:pt x="25" y="24"/>
                  </a:lnTo>
                  <a:lnTo>
                    <a:pt x="1" y="48"/>
                  </a:lnTo>
                  <a:lnTo>
                    <a:pt x="25" y="96"/>
                  </a:lnTo>
                  <a:lnTo>
                    <a:pt x="49" y="120"/>
                  </a:lnTo>
                  <a:lnTo>
                    <a:pt x="97" y="96"/>
                  </a:lnTo>
                  <a:lnTo>
                    <a:pt x="121"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9"/>
            <p:cNvSpPr/>
            <p:nvPr/>
          </p:nvSpPr>
          <p:spPr>
            <a:xfrm>
              <a:off x="2041200" y="2034175"/>
              <a:ext cx="3025" cy="3025"/>
            </a:xfrm>
            <a:custGeom>
              <a:avLst/>
              <a:gdLst/>
              <a:ahLst/>
              <a:cxnLst/>
              <a:rect l="l" t="t" r="r" b="b"/>
              <a:pathLst>
                <a:path w="121" h="121" extrusionOk="0">
                  <a:moveTo>
                    <a:pt x="49" y="0"/>
                  </a:moveTo>
                  <a:lnTo>
                    <a:pt x="1" y="49"/>
                  </a:lnTo>
                  <a:lnTo>
                    <a:pt x="1" y="97"/>
                  </a:lnTo>
                  <a:lnTo>
                    <a:pt x="49" y="121"/>
                  </a:lnTo>
                  <a:lnTo>
                    <a:pt x="73" y="97"/>
                  </a:lnTo>
                  <a:lnTo>
                    <a:pt x="121"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9"/>
            <p:cNvSpPr/>
            <p:nvPr/>
          </p:nvSpPr>
          <p:spPr>
            <a:xfrm>
              <a:off x="2235000" y="2489150"/>
              <a:ext cx="2425" cy="2450"/>
            </a:xfrm>
            <a:custGeom>
              <a:avLst/>
              <a:gdLst/>
              <a:ahLst/>
              <a:cxnLst/>
              <a:rect l="l" t="t" r="r" b="b"/>
              <a:pathLst>
                <a:path w="97" h="98" extrusionOk="0">
                  <a:moveTo>
                    <a:pt x="24" y="1"/>
                  </a:moveTo>
                  <a:lnTo>
                    <a:pt x="0" y="25"/>
                  </a:lnTo>
                  <a:lnTo>
                    <a:pt x="0" y="73"/>
                  </a:lnTo>
                  <a:lnTo>
                    <a:pt x="24" y="97"/>
                  </a:lnTo>
                  <a:lnTo>
                    <a:pt x="72" y="97"/>
                  </a:lnTo>
                  <a:lnTo>
                    <a:pt x="96" y="73"/>
                  </a:lnTo>
                  <a:lnTo>
                    <a:pt x="96"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9"/>
            <p:cNvSpPr/>
            <p:nvPr/>
          </p:nvSpPr>
          <p:spPr>
            <a:xfrm>
              <a:off x="2166375" y="2471700"/>
              <a:ext cx="2450" cy="2425"/>
            </a:xfrm>
            <a:custGeom>
              <a:avLst/>
              <a:gdLst/>
              <a:ahLst/>
              <a:cxnLst/>
              <a:rect l="l" t="t" r="r" b="b"/>
              <a:pathLst>
                <a:path w="98" h="97" extrusionOk="0">
                  <a:moveTo>
                    <a:pt x="73" y="1"/>
                  </a:moveTo>
                  <a:lnTo>
                    <a:pt x="1" y="25"/>
                  </a:lnTo>
                  <a:lnTo>
                    <a:pt x="1" y="49"/>
                  </a:lnTo>
                  <a:lnTo>
                    <a:pt x="1" y="73"/>
                  </a:lnTo>
                  <a:lnTo>
                    <a:pt x="49" y="97"/>
                  </a:lnTo>
                  <a:lnTo>
                    <a:pt x="73" y="97"/>
                  </a:lnTo>
                  <a:lnTo>
                    <a:pt x="97"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9"/>
            <p:cNvSpPr/>
            <p:nvPr/>
          </p:nvSpPr>
          <p:spPr>
            <a:xfrm>
              <a:off x="2423975" y="2004075"/>
              <a:ext cx="3625" cy="3050"/>
            </a:xfrm>
            <a:custGeom>
              <a:avLst/>
              <a:gdLst/>
              <a:ahLst/>
              <a:cxnLst/>
              <a:rect l="l" t="t" r="r" b="b"/>
              <a:pathLst>
                <a:path w="145" h="122" extrusionOk="0">
                  <a:moveTo>
                    <a:pt x="72" y="1"/>
                  </a:moveTo>
                  <a:lnTo>
                    <a:pt x="0" y="49"/>
                  </a:lnTo>
                  <a:lnTo>
                    <a:pt x="0" y="73"/>
                  </a:lnTo>
                  <a:lnTo>
                    <a:pt x="24" y="121"/>
                  </a:lnTo>
                  <a:lnTo>
                    <a:pt x="72"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9"/>
            <p:cNvSpPr/>
            <p:nvPr/>
          </p:nvSpPr>
          <p:spPr>
            <a:xfrm>
              <a:off x="1823350" y="1970375"/>
              <a:ext cx="3025" cy="3050"/>
            </a:xfrm>
            <a:custGeom>
              <a:avLst/>
              <a:gdLst/>
              <a:ahLst/>
              <a:cxnLst/>
              <a:rect l="l" t="t" r="r" b="b"/>
              <a:pathLst>
                <a:path w="121" h="122" extrusionOk="0">
                  <a:moveTo>
                    <a:pt x="48" y="1"/>
                  </a:moveTo>
                  <a:lnTo>
                    <a:pt x="24" y="25"/>
                  </a:lnTo>
                  <a:lnTo>
                    <a:pt x="0" y="49"/>
                  </a:lnTo>
                  <a:lnTo>
                    <a:pt x="0" y="73"/>
                  </a:lnTo>
                  <a:lnTo>
                    <a:pt x="48" y="121"/>
                  </a:lnTo>
                  <a:lnTo>
                    <a:pt x="72" y="121"/>
                  </a:lnTo>
                  <a:lnTo>
                    <a:pt x="96" y="97"/>
                  </a:lnTo>
                  <a:lnTo>
                    <a:pt x="120" y="73"/>
                  </a:lnTo>
                  <a:lnTo>
                    <a:pt x="120"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9"/>
            <p:cNvSpPr/>
            <p:nvPr/>
          </p:nvSpPr>
          <p:spPr>
            <a:xfrm>
              <a:off x="1914825" y="2019125"/>
              <a:ext cx="3625" cy="3025"/>
            </a:xfrm>
            <a:custGeom>
              <a:avLst/>
              <a:gdLst/>
              <a:ahLst/>
              <a:cxnLst/>
              <a:rect l="l" t="t" r="r" b="b"/>
              <a:pathLst>
                <a:path w="145" h="121" extrusionOk="0">
                  <a:moveTo>
                    <a:pt x="48" y="1"/>
                  </a:moveTo>
                  <a:lnTo>
                    <a:pt x="24" y="25"/>
                  </a:lnTo>
                  <a:lnTo>
                    <a:pt x="0" y="73"/>
                  </a:lnTo>
                  <a:lnTo>
                    <a:pt x="48" y="121"/>
                  </a:lnTo>
                  <a:lnTo>
                    <a:pt x="96" y="121"/>
                  </a:lnTo>
                  <a:lnTo>
                    <a:pt x="145" y="97"/>
                  </a:lnTo>
                  <a:lnTo>
                    <a:pt x="145"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9"/>
            <p:cNvSpPr/>
            <p:nvPr/>
          </p:nvSpPr>
          <p:spPr>
            <a:xfrm>
              <a:off x="2397475" y="2362175"/>
              <a:ext cx="2450" cy="2425"/>
            </a:xfrm>
            <a:custGeom>
              <a:avLst/>
              <a:gdLst/>
              <a:ahLst/>
              <a:cxnLst/>
              <a:rect l="l" t="t" r="r" b="b"/>
              <a:pathLst>
                <a:path w="98" h="97" extrusionOk="0">
                  <a:moveTo>
                    <a:pt x="49" y="0"/>
                  </a:moveTo>
                  <a:lnTo>
                    <a:pt x="1" y="24"/>
                  </a:lnTo>
                  <a:lnTo>
                    <a:pt x="1" y="48"/>
                  </a:lnTo>
                  <a:lnTo>
                    <a:pt x="25" y="73"/>
                  </a:lnTo>
                  <a:lnTo>
                    <a:pt x="73" y="97"/>
                  </a:lnTo>
                  <a:lnTo>
                    <a:pt x="97"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9"/>
            <p:cNvSpPr/>
            <p:nvPr/>
          </p:nvSpPr>
          <p:spPr>
            <a:xfrm>
              <a:off x="2240400" y="1803675"/>
              <a:ext cx="3650" cy="2425"/>
            </a:xfrm>
            <a:custGeom>
              <a:avLst/>
              <a:gdLst/>
              <a:ahLst/>
              <a:cxnLst/>
              <a:rect l="l" t="t" r="r" b="b"/>
              <a:pathLst>
                <a:path w="146" h="97" extrusionOk="0">
                  <a:moveTo>
                    <a:pt x="49" y="0"/>
                  </a:moveTo>
                  <a:lnTo>
                    <a:pt x="25" y="25"/>
                  </a:lnTo>
                  <a:lnTo>
                    <a:pt x="1" y="49"/>
                  </a:lnTo>
                  <a:lnTo>
                    <a:pt x="25" y="73"/>
                  </a:lnTo>
                  <a:lnTo>
                    <a:pt x="49" y="97"/>
                  </a:lnTo>
                  <a:lnTo>
                    <a:pt x="97" y="97"/>
                  </a:lnTo>
                  <a:lnTo>
                    <a:pt x="145" y="73"/>
                  </a:lnTo>
                  <a:lnTo>
                    <a:pt x="145" y="25"/>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9"/>
            <p:cNvSpPr/>
            <p:nvPr/>
          </p:nvSpPr>
          <p:spPr>
            <a:xfrm>
              <a:off x="2028575" y="1904175"/>
              <a:ext cx="2425" cy="2425"/>
            </a:xfrm>
            <a:custGeom>
              <a:avLst/>
              <a:gdLst/>
              <a:ahLst/>
              <a:cxnLst/>
              <a:rect l="l" t="t" r="r" b="b"/>
              <a:pathLst>
                <a:path w="97" h="97" extrusionOk="0">
                  <a:moveTo>
                    <a:pt x="48" y="1"/>
                  </a:moveTo>
                  <a:lnTo>
                    <a:pt x="0" y="25"/>
                  </a:lnTo>
                  <a:lnTo>
                    <a:pt x="0" y="49"/>
                  </a:lnTo>
                  <a:lnTo>
                    <a:pt x="24" y="97"/>
                  </a:lnTo>
                  <a:lnTo>
                    <a:pt x="96" y="97"/>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9"/>
            <p:cNvSpPr/>
            <p:nvPr/>
          </p:nvSpPr>
          <p:spPr>
            <a:xfrm>
              <a:off x="2041200" y="1921625"/>
              <a:ext cx="3650" cy="2450"/>
            </a:xfrm>
            <a:custGeom>
              <a:avLst/>
              <a:gdLst/>
              <a:ahLst/>
              <a:cxnLst/>
              <a:rect l="l" t="t" r="r" b="b"/>
              <a:pathLst>
                <a:path w="146" h="98" extrusionOk="0">
                  <a:moveTo>
                    <a:pt x="73" y="1"/>
                  </a:moveTo>
                  <a:lnTo>
                    <a:pt x="25" y="25"/>
                  </a:lnTo>
                  <a:lnTo>
                    <a:pt x="1" y="49"/>
                  </a:lnTo>
                  <a:lnTo>
                    <a:pt x="1" y="73"/>
                  </a:lnTo>
                  <a:lnTo>
                    <a:pt x="73" y="97"/>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9"/>
            <p:cNvSpPr/>
            <p:nvPr/>
          </p:nvSpPr>
          <p:spPr>
            <a:xfrm>
              <a:off x="1939500" y="1923450"/>
              <a:ext cx="2425" cy="3025"/>
            </a:xfrm>
            <a:custGeom>
              <a:avLst/>
              <a:gdLst/>
              <a:ahLst/>
              <a:cxnLst/>
              <a:rect l="l" t="t" r="r" b="b"/>
              <a:pathLst>
                <a:path w="97" h="121" extrusionOk="0">
                  <a:moveTo>
                    <a:pt x="24" y="0"/>
                  </a:moveTo>
                  <a:lnTo>
                    <a:pt x="0" y="24"/>
                  </a:lnTo>
                  <a:lnTo>
                    <a:pt x="24" y="96"/>
                  </a:lnTo>
                  <a:lnTo>
                    <a:pt x="48" y="120"/>
                  </a:lnTo>
                  <a:lnTo>
                    <a:pt x="96" y="96"/>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9"/>
            <p:cNvSpPr/>
            <p:nvPr/>
          </p:nvSpPr>
          <p:spPr>
            <a:xfrm>
              <a:off x="1911800" y="1927650"/>
              <a:ext cx="3050" cy="2425"/>
            </a:xfrm>
            <a:custGeom>
              <a:avLst/>
              <a:gdLst/>
              <a:ahLst/>
              <a:cxnLst/>
              <a:rect l="l" t="t" r="r" b="b"/>
              <a:pathLst>
                <a:path w="122" h="97" extrusionOk="0">
                  <a:moveTo>
                    <a:pt x="49" y="1"/>
                  </a:moveTo>
                  <a:lnTo>
                    <a:pt x="1" y="49"/>
                  </a:lnTo>
                  <a:lnTo>
                    <a:pt x="25" y="97"/>
                  </a:lnTo>
                  <a:lnTo>
                    <a:pt x="97"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9"/>
            <p:cNvSpPr/>
            <p:nvPr/>
          </p:nvSpPr>
          <p:spPr>
            <a:xfrm>
              <a:off x="2061075" y="2017325"/>
              <a:ext cx="3625" cy="3025"/>
            </a:xfrm>
            <a:custGeom>
              <a:avLst/>
              <a:gdLst/>
              <a:ahLst/>
              <a:cxnLst/>
              <a:rect l="l" t="t" r="r" b="b"/>
              <a:pathLst>
                <a:path w="145" h="121" extrusionOk="0">
                  <a:moveTo>
                    <a:pt x="72" y="0"/>
                  </a:moveTo>
                  <a:lnTo>
                    <a:pt x="48" y="24"/>
                  </a:lnTo>
                  <a:lnTo>
                    <a:pt x="0" y="49"/>
                  </a:lnTo>
                  <a:lnTo>
                    <a:pt x="0" y="73"/>
                  </a:lnTo>
                  <a:lnTo>
                    <a:pt x="24" y="97"/>
                  </a:lnTo>
                  <a:lnTo>
                    <a:pt x="72" y="121"/>
                  </a:lnTo>
                  <a:lnTo>
                    <a:pt x="120" y="97"/>
                  </a:lnTo>
                  <a:lnTo>
                    <a:pt x="144" y="73"/>
                  </a:lnTo>
                  <a:lnTo>
                    <a:pt x="120"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9"/>
            <p:cNvSpPr/>
            <p:nvPr/>
          </p:nvSpPr>
          <p:spPr>
            <a:xfrm>
              <a:off x="2209725" y="2335100"/>
              <a:ext cx="2425" cy="3025"/>
            </a:xfrm>
            <a:custGeom>
              <a:avLst/>
              <a:gdLst/>
              <a:ahLst/>
              <a:cxnLst/>
              <a:rect l="l" t="t" r="r" b="b"/>
              <a:pathLst>
                <a:path w="97" h="121" extrusionOk="0">
                  <a:moveTo>
                    <a:pt x="72" y="0"/>
                  </a:moveTo>
                  <a:lnTo>
                    <a:pt x="24" y="24"/>
                  </a:lnTo>
                  <a:lnTo>
                    <a:pt x="0" y="72"/>
                  </a:lnTo>
                  <a:lnTo>
                    <a:pt x="24" y="120"/>
                  </a:lnTo>
                  <a:lnTo>
                    <a:pt x="72" y="120"/>
                  </a:lnTo>
                  <a:lnTo>
                    <a:pt x="96"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9"/>
            <p:cNvSpPr/>
            <p:nvPr/>
          </p:nvSpPr>
          <p:spPr>
            <a:xfrm>
              <a:off x="1920825" y="2032375"/>
              <a:ext cx="2450" cy="3025"/>
            </a:xfrm>
            <a:custGeom>
              <a:avLst/>
              <a:gdLst/>
              <a:ahLst/>
              <a:cxnLst/>
              <a:rect l="l" t="t" r="r" b="b"/>
              <a:pathLst>
                <a:path w="98" h="121" extrusionOk="0">
                  <a:moveTo>
                    <a:pt x="49" y="0"/>
                  </a:moveTo>
                  <a:lnTo>
                    <a:pt x="1" y="24"/>
                  </a:lnTo>
                  <a:lnTo>
                    <a:pt x="1" y="72"/>
                  </a:lnTo>
                  <a:lnTo>
                    <a:pt x="25" y="121"/>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9"/>
            <p:cNvSpPr/>
            <p:nvPr/>
          </p:nvSpPr>
          <p:spPr>
            <a:xfrm>
              <a:off x="2403500" y="2484950"/>
              <a:ext cx="3050" cy="3025"/>
            </a:xfrm>
            <a:custGeom>
              <a:avLst/>
              <a:gdLst/>
              <a:ahLst/>
              <a:cxnLst/>
              <a:rect l="l" t="t" r="r" b="b"/>
              <a:pathLst>
                <a:path w="122" h="121" extrusionOk="0">
                  <a:moveTo>
                    <a:pt x="49" y="0"/>
                  </a:moveTo>
                  <a:lnTo>
                    <a:pt x="1" y="24"/>
                  </a:lnTo>
                  <a:lnTo>
                    <a:pt x="1" y="72"/>
                  </a:lnTo>
                  <a:lnTo>
                    <a:pt x="1" y="97"/>
                  </a:lnTo>
                  <a:lnTo>
                    <a:pt x="25" y="121"/>
                  </a:lnTo>
                  <a:lnTo>
                    <a:pt x="73" y="121"/>
                  </a:lnTo>
                  <a:lnTo>
                    <a:pt x="97" y="97"/>
                  </a:lnTo>
                  <a:lnTo>
                    <a:pt x="121"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9"/>
            <p:cNvSpPr/>
            <p:nvPr/>
          </p:nvSpPr>
          <p:spPr>
            <a:xfrm>
              <a:off x="2078525" y="1822925"/>
              <a:ext cx="2425" cy="2450"/>
            </a:xfrm>
            <a:custGeom>
              <a:avLst/>
              <a:gdLst/>
              <a:ahLst/>
              <a:cxnLst/>
              <a:rect l="l" t="t" r="r" b="b"/>
              <a:pathLst>
                <a:path w="97" h="98" extrusionOk="0">
                  <a:moveTo>
                    <a:pt x="24" y="1"/>
                  </a:moveTo>
                  <a:lnTo>
                    <a:pt x="0" y="49"/>
                  </a:lnTo>
                  <a:lnTo>
                    <a:pt x="0" y="73"/>
                  </a:lnTo>
                  <a:lnTo>
                    <a:pt x="0" y="97"/>
                  </a:lnTo>
                  <a:lnTo>
                    <a:pt x="72"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9"/>
            <p:cNvSpPr/>
            <p:nvPr/>
          </p:nvSpPr>
          <p:spPr>
            <a:xfrm>
              <a:off x="2075500" y="1819925"/>
              <a:ext cx="1825" cy="2425"/>
            </a:xfrm>
            <a:custGeom>
              <a:avLst/>
              <a:gdLst/>
              <a:ahLst/>
              <a:cxnLst/>
              <a:rect l="l" t="t" r="r" b="b"/>
              <a:pathLst>
                <a:path w="73" h="97" extrusionOk="0">
                  <a:moveTo>
                    <a:pt x="25" y="0"/>
                  </a:moveTo>
                  <a:lnTo>
                    <a:pt x="1" y="49"/>
                  </a:lnTo>
                  <a:lnTo>
                    <a:pt x="1" y="97"/>
                  </a:lnTo>
                  <a:lnTo>
                    <a:pt x="73" y="97"/>
                  </a:lnTo>
                  <a:lnTo>
                    <a:pt x="73"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9"/>
            <p:cNvSpPr/>
            <p:nvPr/>
          </p:nvSpPr>
          <p:spPr>
            <a:xfrm>
              <a:off x="1960550" y="2004675"/>
              <a:ext cx="1825" cy="2450"/>
            </a:xfrm>
            <a:custGeom>
              <a:avLst/>
              <a:gdLst/>
              <a:ahLst/>
              <a:cxnLst/>
              <a:rect l="l" t="t" r="r" b="b"/>
              <a:pathLst>
                <a:path w="73" h="98" extrusionOk="0">
                  <a:moveTo>
                    <a:pt x="25" y="1"/>
                  </a:moveTo>
                  <a:lnTo>
                    <a:pt x="1" y="25"/>
                  </a:lnTo>
                  <a:lnTo>
                    <a:pt x="1" y="73"/>
                  </a:lnTo>
                  <a:lnTo>
                    <a:pt x="1" y="97"/>
                  </a:lnTo>
                  <a:lnTo>
                    <a:pt x="49" y="97"/>
                  </a:lnTo>
                  <a:lnTo>
                    <a:pt x="73" y="73"/>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9"/>
            <p:cNvSpPr/>
            <p:nvPr/>
          </p:nvSpPr>
          <p:spPr>
            <a:xfrm>
              <a:off x="2354750" y="1968575"/>
              <a:ext cx="1825" cy="3025"/>
            </a:xfrm>
            <a:custGeom>
              <a:avLst/>
              <a:gdLst/>
              <a:ahLst/>
              <a:cxnLst/>
              <a:rect l="l" t="t" r="r" b="b"/>
              <a:pathLst>
                <a:path w="73" h="121" extrusionOk="0">
                  <a:moveTo>
                    <a:pt x="49" y="0"/>
                  </a:moveTo>
                  <a:lnTo>
                    <a:pt x="25" y="25"/>
                  </a:lnTo>
                  <a:lnTo>
                    <a:pt x="1" y="73"/>
                  </a:lnTo>
                  <a:lnTo>
                    <a:pt x="1" y="97"/>
                  </a:lnTo>
                  <a:lnTo>
                    <a:pt x="1" y="121"/>
                  </a:lnTo>
                  <a:lnTo>
                    <a:pt x="49" y="121"/>
                  </a:lnTo>
                  <a:lnTo>
                    <a:pt x="73" y="73"/>
                  </a:lnTo>
                  <a:lnTo>
                    <a:pt x="73"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9"/>
            <p:cNvSpPr/>
            <p:nvPr/>
          </p:nvSpPr>
          <p:spPr>
            <a:xfrm>
              <a:off x="1858250" y="2049825"/>
              <a:ext cx="2425" cy="3025"/>
            </a:xfrm>
            <a:custGeom>
              <a:avLst/>
              <a:gdLst/>
              <a:ahLst/>
              <a:cxnLst/>
              <a:rect l="l" t="t" r="r" b="b"/>
              <a:pathLst>
                <a:path w="97" h="121" extrusionOk="0">
                  <a:moveTo>
                    <a:pt x="24" y="0"/>
                  </a:moveTo>
                  <a:lnTo>
                    <a:pt x="0" y="24"/>
                  </a:lnTo>
                  <a:lnTo>
                    <a:pt x="24" y="97"/>
                  </a:lnTo>
                  <a:lnTo>
                    <a:pt x="48" y="121"/>
                  </a:lnTo>
                  <a:lnTo>
                    <a:pt x="97" y="97"/>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9"/>
            <p:cNvSpPr/>
            <p:nvPr/>
          </p:nvSpPr>
          <p:spPr>
            <a:xfrm>
              <a:off x="2265075" y="2500000"/>
              <a:ext cx="3050" cy="2425"/>
            </a:xfrm>
            <a:custGeom>
              <a:avLst/>
              <a:gdLst/>
              <a:ahLst/>
              <a:cxnLst/>
              <a:rect l="l" t="t" r="r" b="b"/>
              <a:pathLst>
                <a:path w="122" h="97" extrusionOk="0">
                  <a:moveTo>
                    <a:pt x="73" y="0"/>
                  </a:moveTo>
                  <a:lnTo>
                    <a:pt x="25" y="24"/>
                  </a:lnTo>
                  <a:lnTo>
                    <a:pt x="1" y="72"/>
                  </a:lnTo>
                  <a:lnTo>
                    <a:pt x="25" y="96"/>
                  </a:lnTo>
                  <a:lnTo>
                    <a:pt x="97" y="96"/>
                  </a:lnTo>
                  <a:lnTo>
                    <a:pt x="121"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9"/>
            <p:cNvSpPr/>
            <p:nvPr/>
          </p:nvSpPr>
          <p:spPr>
            <a:xfrm>
              <a:off x="2405925" y="2478925"/>
              <a:ext cx="3025" cy="2425"/>
            </a:xfrm>
            <a:custGeom>
              <a:avLst/>
              <a:gdLst/>
              <a:ahLst/>
              <a:cxnLst/>
              <a:rect l="l" t="t" r="r" b="b"/>
              <a:pathLst>
                <a:path w="121" h="97" extrusionOk="0">
                  <a:moveTo>
                    <a:pt x="24" y="1"/>
                  </a:moveTo>
                  <a:lnTo>
                    <a:pt x="0" y="49"/>
                  </a:lnTo>
                  <a:lnTo>
                    <a:pt x="24" y="73"/>
                  </a:lnTo>
                  <a:lnTo>
                    <a:pt x="72" y="97"/>
                  </a:lnTo>
                  <a:lnTo>
                    <a:pt x="120" y="49"/>
                  </a:lnTo>
                  <a:lnTo>
                    <a:pt x="120"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9"/>
            <p:cNvSpPr/>
            <p:nvPr/>
          </p:nvSpPr>
          <p:spPr>
            <a:xfrm>
              <a:off x="2105000" y="1916225"/>
              <a:ext cx="2425" cy="2425"/>
            </a:xfrm>
            <a:custGeom>
              <a:avLst/>
              <a:gdLst/>
              <a:ahLst/>
              <a:cxnLst/>
              <a:rect l="l" t="t" r="r" b="b"/>
              <a:pathLst>
                <a:path w="97" h="97" extrusionOk="0">
                  <a:moveTo>
                    <a:pt x="24" y="0"/>
                  </a:moveTo>
                  <a:lnTo>
                    <a:pt x="0" y="24"/>
                  </a:lnTo>
                  <a:lnTo>
                    <a:pt x="0" y="72"/>
                  </a:lnTo>
                  <a:lnTo>
                    <a:pt x="24" y="96"/>
                  </a:lnTo>
                  <a:lnTo>
                    <a:pt x="49" y="96"/>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9"/>
            <p:cNvSpPr/>
            <p:nvPr/>
          </p:nvSpPr>
          <p:spPr>
            <a:xfrm>
              <a:off x="2332500" y="2384450"/>
              <a:ext cx="3025" cy="3025"/>
            </a:xfrm>
            <a:custGeom>
              <a:avLst/>
              <a:gdLst/>
              <a:ahLst/>
              <a:cxnLst/>
              <a:rect l="l" t="t" r="r" b="b"/>
              <a:pathLst>
                <a:path w="121" h="121" extrusionOk="0">
                  <a:moveTo>
                    <a:pt x="72" y="0"/>
                  </a:moveTo>
                  <a:lnTo>
                    <a:pt x="24" y="48"/>
                  </a:lnTo>
                  <a:lnTo>
                    <a:pt x="0" y="96"/>
                  </a:lnTo>
                  <a:lnTo>
                    <a:pt x="48" y="120"/>
                  </a:lnTo>
                  <a:lnTo>
                    <a:pt x="72" y="96"/>
                  </a:lnTo>
                  <a:lnTo>
                    <a:pt x="120"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9"/>
            <p:cNvSpPr/>
            <p:nvPr/>
          </p:nvSpPr>
          <p:spPr>
            <a:xfrm>
              <a:off x="2316850" y="2388650"/>
              <a:ext cx="2425" cy="2425"/>
            </a:xfrm>
            <a:custGeom>
              <a:avLst/>
              <a:gdLst/>
              <a:ahLst/>
              <a:cxnLst/>
              <a:rect l="l" t="t" r="r" b="b"/>
              <a:pathLst>
                <a:path w="97" h="97" extrusionOk="0">
                  <a:moveTo>
                    <a:pt x="24" y="1"/>
                  </a:moveTo>
                  <a:lnTo>
                    <a:pt x="0" y="25"/>
                  </a:lnTo>
                  <a:lnTo>
                    <a:pt x="0" y="97"/>
                  </a:lnTo>
                  <a:lnTo>
                    <a:pt x="48"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9"/>
            <p:cNvSpPr/>
            <p:nvPr/>
          </p:nvSpPr>
          <p:spPr>
            <a:xfrm>
              <a:off x="1890150" y="1955325"/>
              <a:ext cx="2425" cy="3050"/>
            </a:xfrm>
            <a:custGeom>
              <a:avLst/>
              <a:gdLst/>
              <a:ahLst/>
              <a:cxnLst/>
              <a:rect l="l" t="t" r="r" b="b"/>
              <a:pathLst>
                <a:path w="97" h="122" extrusionOk="0">
                  <a:moveTo>
                    <a:pt x="48" y="1"/>
                  </a:moveTo>
                  <a:lnTo>
                    <a:pt x="24" y="25"/>
                  </a:lnTo>
                  <a:lnTo>
                    <a:pt x="0" y="73"/>
                  </a:lnTo>
                  <a:lnTo>
                    <a:pt x="24" y="121"/>
                  </a:lnTo>
                  <a:lnTo>
                    <a:pt x="72" y="121"/>
                  </a:lnTo>
                  <a:lnTo>
                    <a:pt x="96"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9"/>
            <p:cNvSpPr/>
            <p:nvPr/>
          </p:nvSpPr>
          <p:spPr>
            <a:xfrm>
              <a:off x="1837175" y="1980600"/>
              <a:ext cx="2450" cy="2450"/>
            </a:xfrm>
            <a:custGeom>
              <a:avLst/>
              <a:gdLst/>
              <a:ahLst/>
              <a:cxnLst/>
              <a:rect l="l" t="t" r="r" b="b"/>
              <a:pathLst>
                <a:path w="98" h="98" extrusionOk="0">
                  <a:moveTo>
                    <a:pt x="49" y="1"/>
                  </a:moveTo>
                  <a:lnTo>
                    <a:pt x="1" y="25"/>
                  </a:lnTo>
                  <a:lnTo>
                    <a:pt x="1" y="49"/>
                  </a:lnTo>
                  <a:lnTo>
                    <a:pt x="49" y="73"/>
                  </a:lnTo>
                  <a:lnTo>
                    <a:pt x="73" y="97"/>
                  </a:lnTo>
                  <a:lnTo>
                    <a:pt x="97"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9"/>
            <p:cNvSpPr/>
            <p:nvPr/>
          </p:nvSpPr>
          <p:spPr>
            <a:xfrm>
              <a:off x="2323450" y="1807275"/>
              <a:ext cx="3050" cy="2450"/>
            </a:xfrm>
            <a:custGeom>
              <a:avLst/>
              <a:gdLst/>
              <a:ahLst/>
              <a:cxnLst/>
              <a:rect l="l" t="t" r="r" b="b"/>
              <a:pathLst>
                <a:path w="122" h="98" extrusionOk="0">
                  <a:moveTo>
                    <a:pt x="73" y="1"/>
                  </a:moveTo>
                  <a:lnTo>
                    <a:pt x="25" y="25"/>
                  </a:lnTo>
                  <a:lnTo>
                    <a:pt x="1" y="49"/>
                  </a:lnTo>
                  <a:lnTo>
                    <a:pt x="25" y="97"/>
                  </a:lnTo>
                  <a:lnTo>
                    <a:pt x="73"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9"/>
            <p:cNvSpPr/>
            <p:nvPr/>
          </p:nvSpPr>
          <p:spPr>
            <a:xfrm>
              <a:off x="2383650" y="1829550"/>
              <a:ext cx="1825" cy="2425"/>
            </a:xfrm>
            <a:custGeom>
              <a:avLst/>
              <a:gdLst/>
              <a:ahLst/>
              <a:cxnLst/>
              <a:rect l="l" t="t" r="r" b="b"/>
              <a:pathLst>
                <a:path w="73" h="97" extrusionOk="0">
                  <a:moveTo>
                    <a:pt x="24" y="1"/>
                  </a:moveTo>
                  <a:lnTo>
                    <a:pt x="0" y="49"/>
                  </a:lnTo>
                  <a:lnTo>
                    <a:pt x="0" y="73"/>
                  </a:lnTo>
                  <a:lnTo>
                    <a:pt x="48" y="97"/>
                  </a:lnTo>
                  <a:lnTo>
                    <a:pt x="73" y="49"/>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9"/>
            <p:cNvSpPr/>
            <p:nvPr/>
          </p:nvSpPr>
          <p:spPr>
            <a:xfrm>
              <a:off x="2040000" y="2518650"/>
              <a:ext cx="1225" cy="1225"/>
            </a:xfrm>
            <a:custGeom>
              <a:avLst/>
              <a:gdLst/>
              <a:ahLst/>
              <a:cxnLst/>
              <a:rect l="l" t="t" r="r" b="b"/>
              <a:pathLst>
                <a:path w="49" h="49" extrusionOk="0">
                  <a:moveTo>
                    <a:pt x="0" y="0"/>
                  </a:moveTo>
                  <a:lnTo>
                    <a:pt x="0" y="48"/>
                  </a:lnTo>
                  <a:lnTo>
                    <a:pt x="49" y="48"/>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9"/>
            <p:cNvSpPr/>
            <p:nvPr/>
          </p:nvSpPr>
          <p:spPr>
            <a:xfrm>
              <a:off x="2106200" y="2522850"/>
              <a:ext cx="1225" cy="1225"/>
            </a:xfrm>
            <a:custGeom>
              <a:avLst/>
              <a:gdLst/>
              <a:ahLst/>
              <a:cxnLst/>
              <a:rect l="l" t="t" r="r" b="b"/>
              <a:pathLst>
                <a:path w="49" h="49" extrusionOk="0">
                  <a:moveTo>
                    <a:pt x="1" y="1"/>
                  </a:moveTo>
                  <a:lnTo>
                    <a:pt x="1" y="25"/>
                  </a:lnTo>
                  <a:lnTo>
                    <a:pt x="25"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9"/>
            <p:cNvSpPr/>
            <p:nvPr/>
          </p:nvSpPr>
          <p:spPr>
            <a:xfrm>
              <a:off x="2085750" y="2451850"/>
              <a:ext cx="2425" cy="1825"/>
            </a:xfrm>
            <a:custGeom>
              <a:avLst/>
              <a:gdLst/>
              <a:ahLst/>
              <a:cxnLst/>
              <a:rect l="l" t="t" r="r" b="b"/>
              <a:pathLst>
                <a:path w="97" h="73" extrusionOk="0">
                  <a:moveTo>
                    <a:pt x="24" y="0"/>
                  </a:moveTo>
                  <a:lnTo>
                    <a:pt x="0" y="24"/>
                  </a:lnTo>
                  <a:lnTo>
                    <a:pt x="0" y="48"/>
                  </a:lnTo>
                  <a:lnTo>
                    <a:pt x="24" y="72"/>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9"/>
            <p:cNvSpPr/>
            <p:nvPr/>
          </p:nvSpPr>
          <p:spPr>
            <a:xfrm>
              <a:off x="2159775" y="2429575"/>
              <a:ext cx="1825" cy="1825"/>
            </a:xfrm>
            <a:custGeom>
              <a:avLst/>
              <a:gdLst/>
              <a:ahLst/>
              <a:cxnLst/>
              <a:rect l="l" t="t" r="r" b="b"/>
              <a:pathLst>
                <a:path w="73" h="73" extrusionOk="0">
                  <a:moveTo>
                    <a:pt x="48" y="1"/>
                  </a:moveTo>
                  <a:lnTo>
                    <a:pt x="0" y="25"/>
                  </a:lnTo>
                  <a:lnTo>
                    <a:pt x="0" y="49"/>
                  </a:lnTo>
                  <a:lnTo>
                    <a:pt x="24" y="73"/>
                  </a:lnTo>
                  <a:lnTo>
                    <a:pt x="72"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9"/>
            <p:cNvSpPr/>
            <p:nvPr/>
          </p:nvSpPr>
          <p:spPr>
            <a:xfrm>
              <a:off x="2177225" y="2409125"/>
              <a:ext cx="1825" cy="2425"/>
            </a:xfrm>
            <a:custGeom>
              <a:avLst/>
              <a:gdLst/>
              <a:ahLst/>
              <a:cxnLst/>
              <a:rect l="l" t="t" r="r" b="b"/>
              <a:pathLst>
                <a:path w="73" h="97" extrusionOk="0">
                  <a:moveTo>
                    <a:pt x="48" y="0"/>
                  </a:moveTo>
                  <a:lnTo>
                    <a:pt x="0" y="24"/>
                  </a:lnTo>
                  <a:lnTo>
                    <a:pt x="0" y="48"/>
                  </a:lnTo>
                  <a:lnTo>
                    <a:pt x="24" y="96"/>
                  </a:lnTo>
                  <a:lnTo>
                    <a:pt x="48" y="72"/>
                  </a:lnTo>
                  <a:lnTo>
                    <a:pt x="72" y="48"/>
                  </a:lnTo>
                  <a:lnTo>
                    <a:pt x="72"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9"/>
            <p:cNvSpPr/>
            <p:nvPr/>
          </p:nvSpPr>
          <p:spPr>
            <a:xfrm>
              <a:off x="2336100" y="2477125"/>
              <a:ext cx="2425" cy="1825"/>
            </a:xfrm>
            <a:custGeom>
              <a:avLst/>
              <a:gdLst/>
              <a:ahLst/>
              <a:cxnLst/>
              <a:rect l="l" t="t" r="r" b="b"/>
              <a:pathLst>
                <a:path w="97" h="73" extrusionOk="0">
                  <a:moveTo>
                    <a:pt x="25" y="0"/>
                  </a:moveTo>
                  <a:lnTo>
                    <a:pt x="1" y="48"/>
                  </a:lnTo>
                  <a:lnTo>
                    <a:pt x="49" y="73"/>
                  </a:lnTo>
                  <a:lnTo>
                    <a:pt x="73" y="73"/>
                  </a:lnTo>
                  <a:lnTo>
                    <a:pt x="97"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9"/>
            <p:cNvSpPr/>
            <p:nvPr/>
          </p:nvSpPr>
          <p:spPr>
            <a:xfrm>
              <a:off x="2271100" y="2436800"/>
              <a:ext cx="2425" cy="2425"/>
            </a:xfrm>
            <a:custGeom>
              <a:avLst/>
              <a:gdLst/>
              <a:ahLst/>
              <a:cxnLst/>
              <a:rect l="l" t="t" r="r" b="b"/>
              <a:pathLst>
                <a:path w="97" h="97" extrusionOk="0">
                  <a:moveTo>
                    <a:pt x="73" y="0"/>
                  </a:moveTo>
                  <a:lnTo>
                    <a:pt x="49" y="24"/>
                  </a:lnTo>
                  <a:lnTo>
                    <a:pt x="1" y="49"/>
                  </a:lnTo>
                  <a:lnTo>
                    <a:pt x="1" y="73"/>
                  </a:lnTo>
                  <a:lnTo>
                    <a:pt x="49" y="97"/>
                  </a:lnTo>
                  <a:lnTo>
                    <a:pt x="73" y="73"/>
                  </a:lnTo>
                  <a:lnTo>
                    <a:pt x="97"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9"/>
            <p:cNvSpPr/>
            <p:nvPr/>
          </p:nvSpPr>
          <p:spPr>
            <a:xfrm>
              <a:off x="2253050" y="2417550"/>
              <a:ext cx="1825" cy="1825"/>
            </a:xfrm>
            <a:custGeom>
              <a:avLst/>
              <a:gdLst/>
              <a:ahLst/>
              <a:cxnLst/>
              <a:rect l="l" t="t" r="r" b="b"/>
              <a:pathLst>
                <a:path w="73" h="73" extrusionOk="0">
                  <a:moveTo>
                    <a:pt x="0" y="0"/>
                  </a:moveTo>
                  <a:lnTo>
                    <a:pt x="0" y="48"/>
                  </a:lnTo>
                  <a:lnTo>
                    <a:pt x="24" y="72"/>
                  </a:lnTo>
                  <a:lnTo>
                    <a:pt x="49" y="48"/>
                  </a:lnTo>
                  <a:lnTo>
                    <a:pt x="73"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9"/>
            <p:cNvSpPr/>
            <p:nvPr/>
          </p:nvSpPr>
          <p:spPr>
            <a:xfrm>
              <a:off x="2172400" y="2366975"/>
              <a:ext cx="2425" cy="2450"/>
            </a:xfrm>
            <a:custGeom>
              <a:avLst/>
              <a:gdLst/>
              <a:ahLst/>
              <a:cxnLst/>
              <a:rect l="l" t="t" r="r" b="b"/>
              <a:pathLst>
                <a:path w="97" h="98" extrusionOk="0">
                  <a:moveTo>
                    <a:pt x="49" y="1"/>
                  </a:moveTo>
                  <a:lnTo>
                    <a:pt x="1" y="25"/>
                  </a:lnTo>
                  <a:lnTo>
                    <a:pt x="1" y="49"/>
                  </a:lnTo>
                  <a:lnTo>
                    <a:pt x="25" y="97"/>
                  </a:lnTo>
                  <a:lnTo>
                    <a:pt x="49" y="97"/>
                  </a:lnTo>
                  <a:lnTo>
                    <a:pt x="73" y="73"/>
                  </a:lnTo>
                  <a:lnTo>
                    <a:pt x="97"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9"/>
            <p:cNvSpPr/>
            <p:nvPr/>
          </p:nvSpPr>
          <p:spPr>
            <a:xfrm>
              <a:off x="2341525" y="2435600"/>
              <a:ext cx="1825" cy="1825"/>
            </a:xfrm>
            <a:custGeom>
              <a:avLst/>
              <a:gdLst/>
              <a:ahLst/>
              <a:cxnLst/>
              <a:rect l="l" t="t" r="r" b="b"/>
              <a:pathLst>
                <a:path w="73" h="73" extrusionOk="0">
                  <a:moveTo>
                    <a:pt x="48" y="0"/>
                  </a:moveTo>
                  <a:lnTo>
                    <a:pt x="0" y="24"/>
                  </a:lnTo>
                  <a:lnTo>
                    <a:pt x="0" y="48"/>
                  </a:lnTo>
                  <a:lnTo>
                    <a:pt x="24" y="72"/>
                  </a:lnTo>
                  <a:lnTo>
                    <a:pt x="72"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9"/>
            <p:cNvSpPr/>
            <p:nvPr/>
          </p:nvSpPr>
          <p:spPr>
            <a:xfrm>
              <a:off x="2268700" y="2359150"/>
              <a:ext cx="1825" cy="3050"/>
            </a:xfrm>
            <a:custGeom>
              <a:avLst/>
              <a:gdLst/>
              <a:ahLst/>
              <a:cxnLst/>
              <a:rect l="l" t="t" r="r" b="b"/>
              <a:pathLst>
                <a:path w="73" h="122" extrusionOk="0">
                  <a:moveTo>
                    <a:pt x="24" y="1"/>
                  </a:moveTo>
                  <a:lnTo>
                    <a:pt x="0" y="49"/>
                  </a:lnTo>
                  <a:lnTo>
                    <a:pt x="0" y="97"/>
                  </a:lnTo>
                  <a:lnTo>
                    <a:pt x="24" y="121"/>
                  </a:lnTo>
                  <a:lnTo>
                    <a:pt x="48" y="97"/>
                  </a:lnTo>
                  <a:lnTo>
                    <a:pt x="73"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9"/>
            <p:cNvSpPr/>
            <p:nvPr/>
          </p:nvSpPr>
          <p:spPr>
            <a:xfrm>
              <a:off x="2311425" y="2298375"/>
              <a:ext cx="2425" cy="1825"/>
            </a:xfrm>
            <a:custGeom>
              <a:avLst/>
              <a:gdLst/>
              <a:ahLst/>
              <a:cxnLst/>
              <a:rect l="l" t="t" r="r" b="b"/>
              <a:pathLst>
                <a:path w="97"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9"/>
            <p:cNvSpPr/>
            <p:nvPr/>
          </p:nvSpPr>
          <p:spPr>
            <a:xfrm>
              <a:off x="2235600" y="2185225"/>
              <a:ext cx="2425" cy="3050"/>
            </a:xfrm>
            <a:custGeom>
              <a:avLst/>
              <a:gdLst/>
              <a:ahLst/>
              <a:cxnLst/>
              <a:rect l="l" t="t" r="r" b="b"/>
              <a:pathLst>
                <a:path w="97" h="122" extrusionOk="0">
                  <a:moveTo>
                    <a:pt x="48" y="1"/>
                  </a:moveTo>
                  <a:lnTo>
                    <a:pt x="24" y="49"/>
                  </a:lnTo>
                  <a:lnTo>
                    <a:pt x="0" y="73"/>
                  </a:lnTo>
                  <a:lnTo>
                    <a:pt x="24" y="97"/>
                  </a:lnTo>
                  <a:lnTo>
                    <a:pt x="48" y="121"/>
                  </a:lnTo>
                  <a:lnTo>
                    <a:pt x="72" y="97"/>
                  </a:lnTo>
                  <a:lnTo>
                    <a:pt x="97" y="49"/>
                  </a:lnTo>
                  <a:lnTo>
                    <a:pt x="72"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9"/>
            <p:cNvSpPr/>
            <p:nvPr/>
          </p:nvSpPr>
          <p:spPr>
            <a:xfrm>
              <a:off x="1973200" y="2011300"/>
              <a:ext cx="2425" cy="2425"/>
            </a:xfrm>
            <a:custGeom>
              <a:avLst/>
              <a:gdLst/>
              <a:ahLst/>
              <a:cxnLst/>
              <a:rect l="l" t="t" r="r" b="b"/>
              <a:pathLst>
                <a:path w="97" h="97" extrusionOk="0">
                  <a:moveTo>
                    <a:pt x="48" y="1"/>
                  </a:moveTo>
                  <a:lnTo>
                    <a:pt x="0" y="25"/>
                  </a:lnTo>
                  <a:lnTo>
                    <a:pt x="24" y="73"/>
                  </a:lnTo>
                  <a:lnTo>
                    <a:pt x="48" y="97"/>
                  </a:lnTo>
                  <a:lnTo>
                    <a:pt x="73"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9"/>
            <p:cNvSpPr/>
            <p:nvPr/>
          </p:nvSpPr>
          <p:spPr>
            <a:xfrm>
              <a:off x="1863050" y="1940300"/>
              <a:ext cx="1850" cy="1225"/>
            </a:xfrm>
            <a:custGeom>
              <a:avLst/>
              <a:gdLst/>
              <a:ahLst/>
              <a:cxnLst/>
              <a:rect l="l" t="t" r="r" b="b"/>
              <a:pathLst>
                <a:path w="74" h="49" extrusionOk="0">
                  <a:moveTo>
                    <a:pt x="49" y="0"/>
                  </a:moveTo>
                  <a:lnTo>
                    <a:pt x="1" y="24"/>
                  </a:lnTo>
                  <a:lnTo>
                    <a:pt x="1" y="48"/>
                  </a:lnTo>
                  <a:lnTo>
                    <a:pt x="73"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9"/>
            <p:cNvSpPr/>
            <p:nvPr/>
          </p:nvSpPr>
          <p:spPr>
            <a:xfrm>
              <a:off x="1925650" y="1964975"/>
              <a:ext cx="2425" cy="3025"/>
            </a:xfrm>
            <a:custGeom>
              <a:avLst/>
              <a:gdLst/>
              <a:ahLst/>
              <a:cxnLst/>
              <a:rect l="l" t="t" r="r" b="b"/>
              <a:pathLst>
                <a:path w="97" h="121" extrusionOk="0">
                  <a:moveTo>
                    <a:pt x="25" y="0"/>
                  </a:moveTo>
                  <a:lnTo>
                    <a:pt x="1" y="24"/>
                  </a:lnTo>
                  <a:lnTo>
                    <a:pt x="1" y="48"/>
                  </a:lnTo>
                  <a:lnTo>
                    <a:pt x="1" y="72"/>
                  </a:lnTo>
                  <a:lnTo>
                    <a:pt x="25" y="96"/>
                  </a:lnTo>
                  <a:lnTo>
                    <a:pt x="73" y="120"/>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9"/>
            <p:cNvSpPr/>
            <p:nvPr/>
          </p:nvSpPr>
          <p:spPr>
            <a:xfrm>
              <a:off x="2092950" y="2064275"/>
              <a:ext cx="2450" cy="2425"/>
            </a:xfrm>
            <a:custGeom>
              <a:avLst/>
              <a:gdLst/>
              <a:ahLst/>
              <a:cxnLst/>
              <a:rect l="l" t="t" r="r" b="b"/>
              <a:pathLst>
                <a:path w="98" h="97" extrusionOk="0">
                  <a:moveTo>
                    <a:pt x="25" y="0"/>
                  </a:moveTo>
                  <a:lnTo>
                    <a:pt x="1" y="24"/>
                  </a:lnTo>
                  <a:lnTo>
                    <a:pt x="1" y="72"/>
                  </a:lnTo>
                  <a:lnTo>
                    <a:pt x="25" y="96"/>
                  </a:lnTo>
                  <a:lnTo>
                    <a:pt x="49" y="96"/>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9"/>
            <p:cNvSpPr/>
            <p:nvPr/>
          </p:nvSpPr>
          <p:spPr>
            <a:xfrm>
              <a:off x="2063475" y="2032375"/>
              <a:ext cx="2425" cy="1825"/>
            </a:xfrm>
            <a:custGeom>
              <a:avLst/>
              <a:gdLst/>
              <a:ahLst/>
              <a:cxnLst/>
              <a:rect l="l" t="t" r="r" b="b"/>
              <a:pathLst>
                <a:path w="97" h="73" extrusionOk="0">
                  <a:moveTo>
                    <a:pt x="24" y="0"/>
                  </a:moveTo>
                  <a:lnTo>
                    <a:pt x="0" y="24"/>
                  </a:lnTo>
                  <a:lnTo>
                    <a:pt x="0" y="48"/>
                  </a:lnTo>
                  <a:lnTo>
                    <a:pt x="24" y="72"/>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9"/>
            <p:cNvSpPr/>
            <p:nvPr/>
          </p:nvSpPr>
          <p:spPr>
            <a:xfrm>
              <a:off x="2029775" y="2001675"/>
              <a:ext cx="2425" cy="1825"/>
            </a:xfrm>
            <a:custGeom>
              <a:avLst/>
              <a:gdLst/>
              <a:ahLst/>
              <a:cxnLst/>
              <a:rect l="l" t="t" r="r" b="b"/>
              <a:pathLst>
                <a:path w="97" h="73" extrusionOk="0">
                  <a:moveTo>
                    <a:pt x="48" y="1"/>
                  </a:moveTo>
                  <a:lnTo>
                    <a:pt x="24" y="25"/>
                  </a:lnTo>
                  <a:lnTo>
                    <a:pt x="0" y="73"/>
                  </a:lnTo>
                  <a:lnTo>
                    <a:pt x="72" y="73"/>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9"/>
            <p:cNvSpPr/>
            <p:nvPr/>
          </p:nvSpPr>
          <p:spPr>
            <a:xfrm>
              <a:off x="1990050" y="1905375"/>
              <a:ext cx="1225" cy="1850"/>
            </a:xfrm>
            <a:custGeom>
              <a:avLst/>
              <a:gdLst/>
              <a:ahLst/>
              <a:cxnLst/>
              <a:rect l="l" t="t" r="r" b="b"/>
              <a:pathLst>
                <a:path w="49" h="74" extrusionOk="0">
                  <a:moveTo>
                    <a:pt x="24" y="1"/>
                  </a:moveTo>
                  <a:lnTo>
                    <a:pt x="0" y="25"/>
                  </a:lnTo>
                  <a:lnTo>
                    <a:pt x="0" y="49"/>
                  </a:lnTo>
                  <a:lnTo>
                    <a:pt x="49" y="73"/>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9"/>
            <p:cNvSpPr/>
            <p:nvPr/>
          </p:nvSpPr>
          <p:spPr>
            <a:xfrm>
              <a:off x="1988250" y="1894550"/>
              <a:ext cx="1825" cy="1225"/>
            </a:xfrm>
            <a:custGeom>
              <a:avLst/>
              <a:gdLst/>
              <a:ahLst/>
              <a:cxnLst/>
              <a:rect l="l" t="t" r="r" b="b"/>
              <a:pathLst>
                <a:path w="73" h="49" extrusionOk="0">
                  <a:moveTo>
                    <a:pt x="48" y="0"/>
                  </a:moveTo>
                  <a:lnTo>
                    <a:pt x="0" y="25"/>
                  </a:lnTo>
                  <a:lnTo>
                    <a:pt x="0" y="49"/>
                  </a:lnTo>
                  <a:lnTo>
                    <a:pt x="72"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9"/>
            <p:cNvSpPr/>
            <p:nvPr/>
          </p:nvSpPr>
          <p:spPr>
            <a:xfrm>
              <a:off x="2051425" y="1897550"/>
              <a:ext cx="2450" cy="1850"/>
            </a:xfrm>
            <a:custGeom>
              <a:avLst/>
              <a:gdLst/>
              <a:ahLst/>
              <a:cxnLst/>
              <a:rect l="l" t="t" r="r" b="b"/>
              <a:pathLst>
                <a:path w="98" h="74" extrusionOk="0">
                  <a:moveTo>
                    <a:pt x="25" y="1"/>
                  </a:moveTo>
                  <a:lnTo>
                    <a:pt x="1" y="49"/>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9"/>
            <p:cNvSpPr/>
            <p:nvPr/>
          </p:nvSpPr>
          <p:spPr>
            <a:xfrm>
              <a:off x="2257250" y="2017325"/>
              <a:ext cx="2450" cy="1825"/>
            </a:xfrm>
            <a:custGeom>
              <a:avLst/>
              <a:gdLst/>
              <a:ahLst/>
              <a:cxnLst/>
              <a:rect l="l" t="t" r="r" b="b"/>
              <a:pathLst>
                <a:path w="98" h="73" extrusionOk="0">
                  <a:moveTo>
                    <a:pt x="25" y="0"/>
                  </a:moveTo>
                  <a:lnTo>
                    <a:pt x="1" y="24"/>
                  </a:lnTo>
                  <a:lnTo>
                    <a:pt x="25" y="73"/>
                  </a:lnTo>
                  <a:lnTo>
                    <a:pt x="49" y="73"/>
                  </a:lnTo>
                  <a:lnTo>
                    <a:pt x="97" y="49"/>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9"/>
            <p:cNvSpPr/>
            <p:nvPr/>
          </p:nvSpPr>
          <p:spPr>
            <a:xfrm>
              <a:off x="2154950" y="1942100"/>
              <a:ext cx="5450" cy="1225"/>
            </a:xfrm>
            <a:custGeom>
              <a:avLst/>
              <a:gdLst/>
              <a:ahLst/>
              <a:cxnLst/>
              <a:rect l="l" t="t" r="r" b="b"/>
              <a:pathLst>
                <a:path w="218" h="49" extrusionOk="0">
                  <a:moveTo>
                    <a:pt x="49" y="0"/>
                  </a:moveTo>
                  <a:lnTo>
                    <a:pt x="0" y="48"/>
                  </a:lnTo>
                  <a:lnTo>
                    <a:pt x="97" y="48"/>
                  </a:lnTo>
                  <a:lnTo>
                    <a:pt x="197" y="28"/>
                  </a:lnTo>
                  <a:lnTo>
                    <a:pt x="197" y="28"/>
                  </a:lnTo>
                  <a:lnTo>
                    <a:pt x="169" y="0"/>
                  </a:lnTo>
                  <a:close/>
                  <a:moveTo>
                    <a:pt x="217" y="24"/>
                  </a:moveTo>
                  <a:lnTo>
                    <a:pt x="197" y="28"/>
                  </a:lnTo>
                  <a:lnTo>
                    <a:pt x="197" y="28"/>
                  </a:lnTo>
                  <a:lnTo>
                    <a:pt x="217" y="48"/>
                  </a:lnTo>
                  <a:lnTo>
                    <a:pt x="217"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9"/>
            <p:cNvSpPr/>
            <p:nvPr/>
          </p:nvSpPr>
          <p:spPr>
            <a:xfrm>
              <a:off x="2135100" y="1902375"/>
              <a:ext cx="4825" cy="1225"/>
            </a:xfrm>
            <a:custGeom>
              <a:avLst/>
              <a:gdLst/>
              <a:ahLst/>
              <a:cxnLst/>
              <a:rect l="l" t="t" r="r" b="b"/>
              <a:pathLst>
                <a:path w="193" h="49" extrusionOk="0">
                  <a:moveTo>
                    <a:pt x="96" y="0"/>
                  </a:moveTo>
                  <a:lnTo>
                    <a:pt x="0" y="25"/>
                  </a:lnTo>
                  <a:lnTo>
                    <a:pt x="48" y="49"/>
                  </a:lnTo>
                  <a:lnTo>
                    <a:pt x="96" y="49"/>
                  </a:lnTo>
                  <a:lnTo>
                    <a:pt x="161" y="33"/>
                  </a:lnTo>
                  <a:lnTo>
                    <a:pt x="161" y="33"/>
                  </a:lnTo>
                  <a:lnTo>
                    <a:pt x="144" y="25"/>
                  </a:lnTo>
                  <a:lnTo>
                    <a:pt x="96" y="0"/>
                  </a:lnTo>
                  <a:close/>
                  <a:moveTo>
                    <a:pt x="193" y="25"/>
                  </a:moveTo>
                  <a:lnTo>
                    <a:pt x="161" y="33"/>
                  </a:lnTo>
                  <a:lnTo>
                    <a:pt x="161" y="33"/>
                  </a:lnTo>
                  <a:lnTo>
                    <a:pt x="193" y="49"/>
                  </a:lnTo>
                  <a:lnTo>
                    <a:pt x="193"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9"/>
            <p:cNvSpPr/>
            <p:nvPr/>
          </p:nvSpPr>
          <p:spPr>
            <a:xfrm>
              <a:off x="2147125" y="1906575"/>
              <a:ext cx="5450" cy="1250"/>
            </a:xfrm>
            <a:custGeom>
              <a:avLst/>
              <a:gdLst/>
              <a:ahLst/>
              <a:cxnLst/>
              <a:rect l="l" t="t" r="r" b="b"/>
              <a:pathLst>
                <a:path w="218" h="50" extrusionOk="0">
                  <a:moveTo>
                    <a:pt x="0" y="1"/>
                  </a:moveTo>
                  <a:lnTo>
                    <a:pt x="49" y="49"/>
                  </a:lnTo>
                  <a:lnTo>
                    <a:pt x="145" y="49"/>
                  </a:lnTo>
                  <a:lnTo>
                    <a:pt x="217" y="25"/>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9"/>
            <p:cNvSpPr/>
            <p:nvPr/>
          </p:nvSpPr>
          <p:spPr>
            <a:xfrm>
              <a:off x="2073700" y="1837975"/>
              <a:ext cx="2425" cy="2425"/>
            </a:xfrm>
            <a:custGeom>
              <a:avLst/>
              <a:gdLst/>
              <a:ahLst/>
              <a:cxnLst/>
              <a:rect l="l" t="t" r="r" b="b"/>
              <a:pathLst>
                <a:path w="97" h="97" extrusionOk="0">
                  <a:moveTo>
                    <a:pt x="25" y="1"/>
                  </a:moveTo>
                  <a:lnTo>
                    <a:pt x="1" y="25"/>
                  </a:lnTo>
                  <a:lnTo>
                    <a:pt x="1" y="49"/>
                  </a:lnTo>
                  <a:lnTo>
                    <a:pt x="1" y="73"/>
                  </a:lnTo>
                  <a:lnTo>
                    <a:pt x="49" y="97"/>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9"/>
            <p:cNvSpPr/>
            <p:nvPr/>
          </p:nvSpPr>
          <p:spPr>
            <a:xfrm>
              <a:off x="2303600" y="1892750"/>
              <a:ext cx="1825" cy="1825"/>
            </a:xfrm>
            <a:custGeom>
              <a:avLst/>
              <a:gdLst/>
              <a:ahLst/>
              <a:cxnLst/>
              <a:rect l="l" t="t" r="r" b="b"/>
              <a:pathLst>
                <a:path w="73" h="73" extrusionOk="0">
                  <a:moveTo>
                    <a:pt x="49" y="0"/>
                  </a:moveTo>
                  <a:lnTo>
                    <a:pt x="1" y="24"/>
                  </a:lnTo>
                  <a:lnTo>
                    <a:pt x="25" y="48"/>
                  </a:lnTo>
                  <a:lnTo>
                    <a:pt x="49" y="72"/>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9"/>
            <p:cNvSpPr/>
            <p:nvPr/>
          </p:nvSpPr>
          <p:spPr>
            <a:xfrm>
              <a:off x="2436600" y="1894550"/>
              <a:ext cx="2450" cy="3025"/>
            </a:xfrm>
            <a:custGeom>
              <a:avLst/>
              <a:gdLst/>
              <a:ahLst/>
              <a:cxnLst/>
              <a:rect l="l" t="t" r="r" b="b"/>
              <a:pathLst>
                <a:path w="98" h="121" extrusionOk="0">
                  <a:moveTo>
                    <a:pt x="49" y="0"/>
                  </a:moveTo>
                  <a:lnTo>
                    <a:pt x="1" y="25"/>
                  </a:lnTo>
                  <a:lnTo>
                    <a:pt x="1" y="73"/>
                  </a:lnTo>
                  <a:lnTo>
                    <a:pt x="25" y="121"/>
                  </a:lnTo>
                  <a:lnTo>
                    <a:pt x="73" y="97"/>
                  </a:lnTo>
                  <a:lnTo>
                    <a:pt x="97"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9"/>
            <p:cNvSpPr/>
            <p:nvPr/>
          </p:nvSpPr>
          <p:spPr>
            <a:xfrm>
              <a:off x="1827550" y="2045000"/>
              <a:ext cx="1825" cy="1825"/>
            </a:xfrm>
            <a:custGeom>
              <a:avLst/>
              <a:gdLst/>
              <a:ahLst/>
              <a:cxnLst/>
              <a:rect l="l" t="t" r="r" b="b"/>
              <a:pathLst>
                <a:path w="73" h="73" extrusionOk="0">
                  <a:moveTo>
                    <a:pt x="1" y="1"/>
                  </a:moveTo>
                  <a:lnTo>
                    <a:pt x="1" y="49"/>
                  </a:lnTo>
                  <a:lnTo>
                    <a:pt x="49"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9"/>
            <p:cNvSpPr/>
            <p:nvPr/>
          </p:nvSpPr>
          <p:spPr>
            <a:xfrm>
              <a:off x="1990650" y="2040800"/>
              <a:ext cx="1225" cy="625"/>
            </a:xfrm>
            <a:custGeom>
              <a:avLst/>
              <a:gdLst/>
              <a:ahLst/>
              <a:cxnLst/>
              <a:rect l="l" t="t" r="r" b="b"/>
              <a:pathLst>
                <a:path w="49" h="25" extrusionOk="0">
                  <a:moveTo>
                    <a:pt x="0" y="0"/>
                  </a:moveTo>
                  <a:lnTo>
                    <a:pt x="0"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9"/>
            <p:cNvSpPr/>
            <p:nvPr/>
          </p:nvSpPr>
          <p:spPr>
            <a:xfrm>
              <a:off x="1983425" y="2019125"/>
              <a:ext cx="1825" cy="1825"/>
            </a:xfrm>
            <a:custGeom>
              <a:avLst/>
              <a:gdLst/>
              <a:ahLst/>
              <a:cxnLst/>
              <a:rect l="l" t="t" r="r" b="b"/>
              <a:pathLst>
                <a:path w="73" h="73" extrusionOk="0">
                  <a:moveTo>
                    <a:pt x="25" y="1"/>
                  </a:moveTo>
                  <a:lnTo>
                    <a:pt x="1" y="25"/>
                  </a:lnTo>
                  <a:lnTo>
                    <a:pt x="25" y="73"/>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9"/>
            <p:cNvSpPr/>
            <p:nvPr/>
          </p:nvSpPr>
          <p:spPr>
            <a:xfrm>
              <a:off x="1895550" y="1967975"/>
              <a:ext cx="1850" cy="1225"/>
            </a:xfrm>
            <a:custGeom>
              <a:avLst/>
              <a:gdLst/>
              <a:ahLst/>
              <a:cxnLst/>
              <a:rect l="l" t="t" r="r" b="b"/>
              <a:pathLst>
                <a:path w="74" h="49" extrusionOk="0">
                  <a:moveTo>
                    <a:pt x="25" y="0"/>
                  </a:moveTo>
                  <a:lnTo>
                    <a:pt x="1" y="24"/>
                  </a:lnTo>
                  <a:lnTo>
                    <a:pt x="25" y="49"/>
                  </a:lnTo>
                  <a:lnTo>
                    <a:pt x="49" y="49"/>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9"/>
            <p:cNvSpPr/>
            <p:nvPr/>
          </p:nvSpPr>
          <p:spPr>
            <a:xfrm>
              <a:off x="2407725" y="2450025"/>
              <a:ext cx="1825" cy="1850"/>
            </a:xfrm>
            <a:custGeom>
              <a:avLst/>
              <a:gdLst/>
              <a:ahLst/>
              <a:cxnLst/>
              <a:rect l="l" t="t" r="r" b="b"/>
              <a:pathLst>
                <a:path w="73" h="74" extrusionOk="0">
                  <a:moveTo>
                    <a:pt x="24" y="1"/>
                  </a:moveTo>
                  <a:lnTo>
                    <a:pt x="0" y="49"/>
                  </a:lnTo>
                  <a:lnTo>
                    <a:pt x="24" y="73"/>
                  </a:lnTo>
                  <a:lnTo>
                    <a:pt x="72" y="73"/>
                  </a:lnTo>
                  <a:lnTo>
                    <a:pt x="72"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9"/>
            <p:cNvSpPr/>
            <p:nvPr/>
          </p:nvSpPr>
          <p:spPr>
            <a:xfrm>
              <a:off x="2328875" y="2403700"/>
              <a:ext cx="1225" cy="1225"/>
            </a:xfrm>
            <a:custGeom>
              <a:avLst/>
              <a:gdLst/>
              <a:ahLst/>
              <a:cxnLst/>
              <a:rect l="l" t="t" r="r" b="b"/>
              <a:pathLst>
                <a:path w="49" h="49" extrusionOk="0">
                  <a:moveTo>
                    <a:pt x="25" y="0"/>
                  </a:moveTo>
                  <a:lnTo>
                    <a:pt x="1" y="24"/>
                  </a:lnTo>
                  <a:lnTo>
                    <a:pt x="1" y="49"/>
                  </a:lnTo>
                  <a:lnTo>
                    <a:pt x="49"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9"/>
            <p:cNvSpPr/>
            <p:nvPr/>
          </p:nvSpPr>
          <p:spPr>
            <a:xfrm>
              <a:off x="2178425" y="2395275"/>
              <a:ext cx="1225" cy="1225"/>
            </a:xfrm>
            <a:custGeom>
              <a:avLst/>
              <a:gdLst/>
              <a:ahLst/>
              <a:cxnLst/>
              <a:rect l="l" t="t" r="r" b="b"/>
              <a:pathLst>
                <a:path w="49" h="49" extrusionOk="0">
                  <a:moveTo>
                    <a:pt x="24" y="0"/>
                  </a:moveTo>
                  <a:lnTo>
                    <a:pt x="0" y="24"/>
                  </a:lnTo>
                  <a:lnTo>
                    <a:pt x="0" y="48"/>
                  </a:lnTo>
                  <a:lnTo>
                    <a:pt x="48" y="48"/>
                  </a:lnTo>
                  <a:lnTo>
                    <a:pt x="48"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9"/>
            <p:cNvSpPr/>
            <p:nvPr/>
          </p:nvSpPr>
          <p:spPr>
            <a:xfrm>
              <a:off x="2307825" y="2370000"/>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9"/>
            <p:cNvSpPr/>
            <p:nvPr/>
          </p:nvSpPr>
          <p:spPr>
            <a:xfrm>
              <a:off x="2171200" y="2383225"/>
              <a:ext cx="1225" cy="1250"/>
            </a:xfrm>
            <a:custGeom>
              <a:avLst/>
              <a:gdLst/>
              <a:ahLst/>
              <a:cxnLst/>
              <a:rect l="l" t="t" r="r" b="b"/>
              <a:pathLst>
                <a:path w="49" h="50" extrusionOk="0">
                  <a:moveTo>
                    <a:pt x="24" y="1"/>
                  </a:moveTo>
                  <a:lnTo>
                    <a:pt x="0" y="25"/>
                  </a:lnTo>
                  <a:lnTo>
                    <a:pt x="0" y="49"/>
                  </a:lnTo>
                  <a:lnTo>
                    <a:pt x="49" y="49"/>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9"/>
            <p:cNvSpPr/>
            <p:nvPr/>
          </p:nvSpPr>
          <p:spPr>
            <a:xfrm>
              <a:off x="1986425" y="2022750"/>
              <a:ext cx="1850" cy="1225"/>
            </a:xfrm>
            <a:custGeom>
              <a:avLst/>
              <a:gdLst/>
              <a:ahLst/>
              <a:cxnLst/>
              <a:rect l="l" t="t" r="r" b="b"/>
              <a:pathLst>
                <a:path w="74" h="49" extrusionOk="0">
                  <a:moveTo>
                    <a:pt x="1" y="0"/>
                  </a:moveTo>
                  <a:lnTo>
                    <a:pt x="1" y="24"/>
                  </a:lnTo>
                  <a:lnTo>
                    <a:pt x="49" y="48"/>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9"/>
            <p:cNvSpPr/>
            <p:nvPr/>
          </p:nvSpPr>
          <p:spPr>
            <a:xfrm>
              <a:off x="2180825" y="2333275"/>
              <a:ext cx="1225" cy="1225"/>
            </a:xfrm>
            <a:custGeom>
              <a:avLst/>
              <a:gdLst/>
              <a:ahLst/>
              <a:cxnLst/>
              <a:rect l="l" t="t" r="r" b="b"/>
              <a:pathLst>
                <a:path w="49" h="49" extrusionOk="0">
                  <a:moveTo>
                    <a:pt x="1" y="1"/>
                  </a:moveTo>
                  <a:lnTo>
                    <a:pt x="1" y="49"/>
                  </a:ln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9"/>
            <p:cNvSpPr/>
            <p:nvPr/>
          </p:nvSpPr>
          <p:spPr>
            <a:xfrm>
              <a:off x="2014125" y="2003475"/>
              <a:ext cx="1825" cy="1825"/>
            </a:xfrm>
            <a:custGeom>
              <a:avLst/>
              <a:gdLst/>
              <a:ahLst/>
              <a:cxnLst/>
              <a:rect l="l" t="t" r="r" b="b"/>
              <a:pathLst>
                <a:path w="73" h="73" extrusionOk="0">
                  <a:moveTo>
                    <a:pt x="24" y="1"/>
                  </a:moveTo>
                  <a:lnTo>
                    <a:pt x="0" y="25"/>
                  </a:lnTo>
                  <a:lnTo>
                    <a:pt x="24" y="49"/>
                  </a:lnTo>
                  <a:lnTo>
                    <a:pt x="48" y="73"/>
                  </a:lnTo>
                  <a:lnTo>
                    <a:pt x="73"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9"/>
            <p:cNvSpPr/>
            <p:nvPr/>
          </p:nvSpPr>
          <p:spPr>
            <a:xfrm>
              <a:off x="2272900" y="2126850"/>
              <a:ext cx="2450" cy="1825"/>
            </a:xfrm>
            <a:custGeom>
              <a:avLst/>
              <a:gdLst/>
              <a:ahLst/>
              <a:cxnLst/>
              <a:rect l="l" t="t" r="r" b="b"/>
              <a:pathLst>
                <a:path w="98"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9"/>
            <p:cNvSpPr/>
            <p:nvPr/>
          </p:nvSpPr>
          <p:spPr>
            <a:xfrm>
              <a:off x="2083325" y="194872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9"/>
            <p:cNvSpPr/>
            <p:nvPr/>
          </p:nvSpPr>
          <p:spPr>
            <a:xfrm>
              <a:off x="2023750" y="1910800"/>
              <a:ext cx="1825" cy="1825"/>
            </a:xfrm>
            <a:custGeom>
              <a:avLst/>
              <a:gdLst/>
              <a:ahLst/>
              <a:cxnLst/>
              <a:rect l="l" t="t" r="r" b="b"/>
              <a:pathLst>
                <a:path w="73" h="73" extrusionOk="0">
                  <a:moveTo>
                    <a:pt x="25" y="0"/>
                  </a:moveTo>
                  <a:lnTo>
                    <a:pt x="0" y="49"/>
                  </a:lnTo>
                  <a:lnTo>
                    <a:pt x="25" y="73"/>
                  </a:lnTo>
                  <a:lnTo>
                    <a:pt x="73"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9"/>
            <p:cNvSpPr/>
            <p:nvPr/>
          </p:nvSpPr>
          <p:spPr>
            <a:xfrm>
              <a:off x="2019525" y="1909000"/>
              <a:ext cx="1850" cy="1825"/>
            </a:xfrm>
            <a:custGeom>
              <a:avLst/>
              <a:gdLst/>
              <a:ahLst/>
              <a:cxnLst/>
              <a:rect l="l" t="t" r="r" b="b"/>
              <a:pathLst>
                <a:path w="74" h="73" extrusionOk="0">
                  <a:moveTo>
                    <a:pt x="25" y="0"/>
                  </a:moveTo>
                  <a:lnTo>
                    <a:pt x="1" y="24"/>
                  </a:lnTo>
                  <a:lnTo>
                    <a:pt x="25" y="72"/>
                  </a:lnTo>
                  <a:lnTo>
                    <a:pt x="49" y="48"/>
                  </a:lnTo>
                  <a:lnTo>
                    <a:pt x="73"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9"/>
            <p:cNvSpPr/>
            <p:nvPr/>
          </p:nvSpPr>
          <p:spPr>
            <a:xfrm>
              <a:off x="2149525" y="1868675"/>
              <a:ext cx="1225" cy="3025"/>
            </a:xfrm>
            <a:custGeom>
              <a:avLst/>
              <a:gdLst/>
              <a:ahLst/>
              <a:cxnLst/>
              <a:rect l="l" t="t" r="r" b="b"/>
              <a:pathLst>
                <a:path w="49" h="121" extrusionOk="0">
                  <a:moveTo>
                    <a:pt x="49" y="0"/>
                  </a:moveTo>
                  <a:lnTo>
                    <a:pt x="37" y="30"/>
                  </a:lnTo>
                  <a:lnTo>
                    <a:pt x="49" y="24"/>
                  </a:lnTo>
                  <a:lnTo>
                    <a:pt x="49" y="0"/>
                  </a:lnTo>
                  <a:close/>
                  <a:moveTo>
                    <a:pt x="37" y="30"/>
                  </a:moveTo>
                  <a:lnTo>
                    <a:pt x="1" y="48"/>
                  </a:lnTo>
                  <a:lnTo>
                    <a:pt x="1" y="73"/>
                  </a:lnTo>
                  <a:lnTo>
                    <a:pt x="1" y="121"/>
                  </a:lnTo>
                  <a:lnTo>
                    <a:pt x="37" y="3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9"/>
            <p:cNvSpPr/>
            <p:nvPr/>
          </p:nvSpPr>
          <p:spPr>
            <a:xfrm>
              <a:off x="2064075" y="1910200"/>
              <a:ext cx="1225" cy="1225"/>
            </a:xfrm>
            <a:custGeom>
              <a:avLst/>
              <a:gdLst/>
              <a:ahLst/>
              <a:cxnLst/>
              <a:rect l="l" t="t" r="r" b="b"/>
              <a:pathLst>
                <a:path w="49" h="49" extrusionOk="0">
                  <a:moveTo>
                    <a:pt x="0" y="0"/>
                  </a:moveTo>
                  <a:lnTo>
                    <a:pt x="0" y="49"/>
                  </a:lnTo>
                  <a:lnTo>
                    <a:pt x="49"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9"/>
            <p:cNvSpPr/>
            <p:nvPr/>
          </p:nvSpPr>
          <p:spPr>
            <a:xfrm>
              <a:off x="2068275" y="1892750"/>
              <a:ext cx="1250" cy="1225"/>
            </a:xfrm>
            <a:custGeom>
              <a:avLst/>
              <a:gdLst/>
              <a:ahLst/>
              <a:cxnLst/>
              <a:rect l="l" t="t" r="r" b="b"/>
              <a:pathLst>
                <a:path w="50" h="49" extrusionOk="0">
                  <a:moveTo>
                    <a:pt x="25" y="0"/>
                  </a:moveTo>
                  <a:lnTo>
                    <a:pt x="1" y="24"/>
                  </a:lnTo>
                  <a:lnTo>
                    <a:pt x="1" y="48"/>
                  </a:lnTo>
                  <a:lnTo>
                    <a:pt x="49"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9"/>
            <p:cNvSpPr/>
            <p:nvPr/>
          </p:nvSpPr>
          <p:spPr>
            <a:xfrm>
              <a:off x="2091150" y="1887325"/>
              <a:ext cx="1825" cy="1225"/>
            </a:xfrm>
            <a:custGeom>
              <a:avLst/>
              <a:gdLst/>
              <a:ahLst/>
              <a:cxnLst/>
              <a:rect l="l" t="t" r="r" b="b"/>
              <a:pathLst>
                <a:path w="73" h="49" extrusionOk="0">
                  <a:moveTo>
                    <a:pt x="25" y="1"/>
                  </a:moveTo>
                  <a:lnTo>
                    <a:pt x="1" y="25"/>
                  </a:lnTo>
                  <a:lnTo>
                    <a:pt x="1" y="49"/>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9"/>
            <p:cNvSpPr/>
            <p:nvPr/>
          </p:nvSpPr>
          <p:spPr>
            <a:xfrm>
              <a:off x="2064675" y="1831350"/>
              <a:ext cx="1825" cy="1850"/>
            </a:xfrm>
            <a:custGeom>
              <a:avLst/>
              <a:gdLst/>
              <a:ahLst/>
              <a:cxnLst/>
              <a:rect l="l" t="t" r="r" b="b"/>
              <a:pathLst>
                <a:path w="73" h="74" extrusionOk="0">
                  <a:moveTo>
                    <a:pt x="49" y="1"/>
                  </a:moveTo>
                  <a:lnTo>
                    <a:pt x="0" y="25"/>
                  </a:lnTo>
                  <a:lnTo>
                    <a:pt x="0" y="49"/>
                  </a:lnTo>
                  <a:lnTo>
                    <a:pt x="25" y="73"/>
                  </a:lnTo>
                  <a:lnTo>
                    <a:pt x="73"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9"/>
            <p:cNvSpPr/>
            <p:nvPr/>
          </p:nvSpPr>
          <p:spPr>
            <a:xfrm>
              <a:off x="2349350" y="1951125"/>
              <a:ext cx="1225" cy="1825"/>
            </a:xfrm>
            <a:custGeom>
              <a:avLst/>
              <a:gdLst/>
              <a:ahLst/>
              <a:cxnLst/>
              <a:rect l="l" t="t" r="r" b="b"/>
              <a:pathLst>
                <a:path w="49" h="73" extrusionOk="0">
                  <a:moveTo>
                    <a:pt x="0" y="0"/>
                  </a:moveTo>
                  <a:lnTo>
                    <a:pt x="0" y="49"/>
                  </a:lnTo>
                  <a:lnTo>
                    <a:pt x="48" y="73"/>
                  </a:lnTo>
                  <a:lnTo>
                    <a:pt x="48" y="49"/>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9"/>
            <p:cNvSpPr/>
            <p:nvPr/>
          </p:nvSpPr>
          <p:spPr>
            <a:xfrm>
              <a:off x="2384850" y="1969175"/>
              <a:ext cx="1225" cy="1825"/>
            </a:xfrm>
            <a:custGeom>
              <a:avLst/>
              <a:gdLst/>
              <a:ahLst/>
              <a:cxnLst/>
              <a:rect l="l" t="t" r="r" b="b"/>
              <a:pathLst>
                <a:path w="49" h="73" extrusionOk="0">
                  <a:moveTo>
                    <a:pt x="25" y="1"/>
                  </a:moveTo>
                  <a:lnTo>
                    <a:pt x="0" y="25"/>
                  </a:lnTo>
                  <a:lnTo>
                    <a:pt x="0" y="49"/>
                  </a:lnTo>
                  <a:lnTo>
                    <a:pt x="25" y="73"/>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9"/>
            <p:cNvSpPr/>
            <p:nvPr/>
          </p:nvSpPr>
          <p:spPr>
            <a:xfrm>
              <a:off x="2321050" y="1930650"/>
              <a:ext cx="1825" cy="1850"/>
            </a:xfrm>
            <a:custGeom>
              <a:avLst/>
              <a:gdLst/>
              <a:ahLst/>
              <a:cxnLst/>
              <a:rect l="l" t="t" r="r" b="b"/>
              <a:pathLst>
                <a:path w="73" h="74" extrusionOk="0">
                  <a:moveTo>
                    <a:pt x="25" y="1"/>
                  </a:moveTo>
                  <a:lnTo>
                    <a:pt x="1" y="25"/>
                  </a:lnTo>
                  <a:lnTo>
                    <a:pt x="25" y="73"/>
                  </a:lnTo>
                  <a:lnTo>
                    <a:pt x="73"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9"/>
            <p:cNvSpPr/>
            <p:nvPr/>
          </p:nvSpPr>
          <p:spPr>
            <a:xfrm>
              <a:off x="1879300" y="2041400"/>
              <a:ext cx="1250" cy="625"/>
            </a:xfrm>
            <a:custGeom>
              <a:avLst/>
              <a:gdLst/>
              <a:ahLst/>
              <a:cxnLst/>
              <a:rect l="l" t="t" r="r" b="b"/>
              <a:pathLst>
                <a:path w="50" h="25" extrusionOk="0">
                  <a:moveTo>
                    <a:pt x="1" y="0"/>
                  </a:moveTo>
                  <a:lnTo>
                    <a:pt x="25"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9"/>
            <p:cNvSpPr/>
            <p:nvPr/>
          </p:nvSpPr>
          <p:spPr>
            <a:xfrm>
              <a:off x="1979825" y="2037175"/>
              <a:ext cx="1225" cy="1225"/>
            </a:xfrm>
            <a:custGeom>
              <a:avLst/>
              <a:gdLst/>
              <a:ahLst/>
              <a:cxnLst/>
              <a:rect l="l" t="t" r="r" b="b"/>
              <a:pathLst>
                <a:path w="49" h="49" extrusionOk="0">
                  <a:moveTo>
                    <a:pt x="48" y="1"/>
                  </a:moveTo>
                  <a:lnTo>
                    <a:pt x="0" y="25"/>
                  </a:lnTo>
                  <a:lnTo>
                    <a:pt x="0" y="49"/>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9"/>
            <p:cNvSpPr/>
            <p:nvPr/>
          </p:nvSpPr>
          <p:spPr>
            <a:xfrm>
              <a:off x="2061075" y="2510825"/>
              <a:ext cx="1225" cy="1225"/>
            </a:xfrm>
            <a:custGeom>
              <a:avLst/>
              <a:gdLst/>
              <a:ahLst/>
              <a:cxnLst/>
              <a:rect l="l" t="t" r="r" b="b"/>
              <a:pathLst>
                <a:path w="49" h="49" extrusionOk="0">
                  <a:moveTo>
                    <a:pt x="0" y="0"/>
                  </a:moveTo>
                  <a:lnTo>
                    <a:pt x="0" y="24"/>
                  </a:lnTo>
                  <a:lnTo>
                    <a:pt x="24" y="49"/>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9"/>
            <p:cNvSpPr/>
            <p:nvPr/>
          </p:nvSpPr>
          <p:spPr>
            <a:xfrm>
              <a:off x="2277725" y="2411525"/>
              <a:ext cx="1225" cy="1225"/>
            </a:xfrm>
            <a:custGeom>
              <a:avLst/>
              <a:gdLst/>
              <a:ahLst/>
              <a:cxnLst/>
              <a:rect l="l" t="t" r="r" b="b"/>
              <a:pathLst>
                <a:path w="49" h="49" extrusionOk="0">
                  <a:moveTo>
                    <a:pt x="0" y="0"/>
                  </a:moveTo>
                  <a:lnTo>
                    <a:pt x="0" y="48"/>
                  </a:lnTo>
                  <a:lnTo>
                    <a:pt x="24"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9"/>
            <p:cNvSpPr/>
            <p:nvPr/>
          </p:nvSpPr>
          <p:spPr>
            <a:xfrm>
              <a:off x="1893750" y="2028750"/>
              <a:ext cx="625" cy="1225"/>
            </a:xfrm>
            <a:custGeom>
              <a:avLst/>
              <a:gdLst/>
              <a:ahLst/>
              <a:cxnLst/>
              <a:rect l="l" t="t" r="r" b="b"/>
              <a:pathLst>
                <a:path w="25" h="49" extrusionOk="0">
                  <a:moveTo>
                    <a:pt x="25" y="1"/>
                  </a:moveTo>
                  <a:lnTo>
                    <a:pt x="1" y="25"/>
                  </a:ln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9"/>
            <p:cNvSpPr/>
            <p:nvPr/>
          </p:nvSpPr>
          <p:spPr>
            <a:xfrm>
              <a:off x="2325875" y="2286350"/>
              <a:ext cx="25" cy="625"/>
            </a:xfrm>
            <a:custGeom>
              <a:avLst/>
              <a:gdLst/>
              <a:ahLst/>
              <a:cxnLst/>
              <a:rect l="l" t="t" r="r" b="b"/>
              <a:pathLst>
                <a:path w="1" h="25" extrusionOk="0">
                  <a:moveTo>
                    <a:pt x="0" y="0"/>
                  </a:moveTo>
                  <a:lnTo>
                    <a:pt x="0" y="0"/>
                  </a:lnTo>
                  <a:lnTo>
                    <a:pt x="0" y="0"/>
                  </a:lnTo>
                  <a:lnTo>
                    <a:pt x="0" y="0"/>
                  </a:lnTo>
                  <a:lnTo>
                    <a:pt x="0" y="24"/>
                  </a:lnTo>
                  <a:lnTo>
                    <a:pt x="0"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9"/>
            <p:cNvSpPr/>
            <p:nvPr/>
          </p:nvSpPr>
          <p:spPr>
            <a:xfrm>
              <a:off x="2021950" y="2483150"/>
              <a:ext cx="625" cy="1225"/>
            </a:xfrm>
            <a:custGeom>
              <a:avLst/>
              <a:gdLst/>
              <a:ahLst/>
              <a:cxnLst/>
              <a:rect l="l" t="t" r="r" b="b"/>
              <a:pathLst>
                <a:path w="25" h="49" extrusionOk="0">
                  <a:moveTo>
                    <a:pt x="24" y="0"/>
                  </a:moveTo>
                  <a:lnTo>
                    <a:pt x="0" y="24"/>
                  </a:lnTo>
                  <a:lnTo>
                    <a:pt x="0" y="48"/>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9"/>
            <p:cNvSpPr/>
            <p:nvPr/>
          </p:nvSpPr>
          <p:spPr>
            <a:xfrm>
              <a:off x="2214525" y="2354950"/>
              <a:ext cx="625" cy="1225"/>
            </a:xfrm>
            <a:custGeom>
              <a:avLst/>
              <a:gdLst/>
              <a:ahLst/>
              <a:cxnLst/>
              <a:rect l="l" t="t" r="r" b="b"/>
              <a:pathLst>
                <a:path w="25" h="49" extrusionOk="0">
                  <a:moveTo>
                    <a:pt x="1" y="0"/>
                  </a:moveTo>
                  <a:lnTo>
                    <a:pt x="1" y="49"/>
                  </a:lnTo>
                  <a:lnTo>
                    <a:pt x="25"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9"/>
            <p:cNvSpPr/>
            <p:nvPr/>
          </p:nvSpPr>
          <p:spPr>
            <a:xfrm>
              <a:off x="2185050" y="2481925"/>
              <a:ext cx="1225" cy="625"/>
            </a:xfrm>
            <a:custGeom>
              <a:avLst/>
              <a:gdLst/>
              <a:ahLst/>
              <a:cxnLst/>
              <a:rect l="l" t="t" r="r" b="b"/>
              <a:pathLst>
                <a:path w="49" h="25" extrusionOk="0">
                  <a:moveTo>
                    <a:pt x="24" y="1"/>
                  </a:moveTo>
                  <a:lnTo>
                    <a:pt x="0" y="25"/>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9"/>
            <p:cNvSpPr/>
            <p:nvPr/>
          </p:nvSpPr>
          <p:spPr>
            <a:xfrm>
              <a:off x="2399900" y="2465675"/>
              <a:ext cx="625" cy="625"/>
            </a:xfrm>
            <a:custGeom>
              <a:avLst/>
              <a:gdLst/>
              <a:ahLst/>
              <a:cxnLst/>
              <a:rect l="l" t="t" r="r" b="b"/>
              <a:pathLst>
                <a:path w="25" h="25" extrusionOk="0">
                  <a:moveTo>
                    <a:pt x="0" y="1"/>
                  </a:moveTo>
                  <a:lnTo>
                    <a:pt x="0"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9"/>
            <p:cNvSpPr/>
            <p:nvPr/>
          </p:nvSpPr>
          <p:spPr>
            <a:xfrm>
              <a:off x="1927450" y="1967975"/>
              <a:ext cx="25" cy="25"/>
            </a:xfrm>
            <a:custGeom>
              <a:avLst/>
              <a:gdLst/>
              <a:ahLst/>
              <a:cxnLst/>
              <a:rect l="l" t="t" r="r" b="b"/>
              <a:pathLst>
                <a:path w="1" h="1" extrusionOk="0">
                  <a:moveTo>
                    <a:pt x="1" y="0"/>
                  </a:move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9"/>
            <p:cNvSpPr/>
            <p:nvPr/>
          </p:nvSpPr>
          <p:spPr>
            <a:xfrm>
              <a:off x="2052025" y="20311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9"/>
            <p:cNvSpPr/>
            <p:nvPr/>
          </p:nvSpPr>
          <p:spPr>
            <a:xfrm>
              <a:off x="1893150" y="1937275"/>
              <a:ext cx="1225" cy="625"/>
            </a:xfrm>
            <a:custGeom>
              <a:avLst/>
              <a:gdLst/>
              <a:ahLst/>
              <a:cxnLst/>
              <a:rect l="l" t="t" r="r" b="b"/>
              <a:pathLst>
                <a:path w="49" h="25" extrusionOk="0">
                  <a:moveTo>
                    <a:pt x="1" y="1"/>
                  </a:moveTo>
                  <a:lnTo>
                    <a:pt x="1" y="25"/>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9"/>
            <p:cNvSpPr/>
            <p:nvPr/>
          </p:nvSpPr>
          <p:spPr>
            <a:xfrm>
              <a:off x="1941300" y="1962550"/>
              <a:ext cx="1825" cy="1225"/>
            </a:xfrm>
            <a:custGeom>
              <a:avLst/>
              <a:gdLst/>
              <a:ahLst/>
              <a:cxnLst/>
              <a:rect l="l" t="t" r="r" b="b"/>
              <a:pathLst>
                <a:path w="73" h="49" extrusionOk="0">
                  <a:moveTo>
                    <a:pt x="24" y="1"/>
                  </a:moveTo>
                  <a:lnTo>
                    <a:pt x="0" y="25"/>
                  </a:lnTo>
                  <a:lnTo>
                    <a:pt x="24" y="49"/>
                  </a:lnTo>
                  <a:lnTo>
                    <a:pt x="49"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9"/>
            <p:cNvSpPr/>
            <p:nvPr/>
          </p:nvSpPr>
          <p:spPr>
            <a:xfrm>
              <a:off x="1910600" y="1920425"/>
              <a:ext cx="625" cy="1225"/>
            </a:xfrm>
            <a:custGeom>
              <a:avLst/>
              <a:gdLst/>
              <a:ahLst/>
              <a:cxnLst/>
              <a:rect l="l" t="t" r="r" b="b"/>
              <a:pathLst>
                <a:path w="25" h="49" extrusionOk="0">
                  <a:moveTo>
                    <a:pt x="1" y="1"/>
                  </a:move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9"/>
            <p:cNvSpPr/>
            <p:nvPr/>
          </p:nvSpPr>
          <p:spPr>
            <a:xfrm>
              <a:off x="1861250" y="1954725"/>
              <a:ext cx="25" cy="625"/>
            </a:xfrm>
            <a:custGeom>
              <a:avLst/>
              <a:gdLst/>
              <a:ahLst/>
              <a:cxnLst/>
              <a:rect l="l" t="t" r="r" b="b"/>
              <a:pathLst>
                <a:path w="1" h="25" extrusionOk="0">
                  <a:moveTo>
                    <a:pt x="1" y="25"/>
                  </a:moveTo>
                  <a:lnTo>
                    <a:pt x="1" y="1"/>
                  </a:lnTo>
                  <a:lnTo>
                    <a:pt x="1" y="1"/>
                  </a:lnTo>
                  <a:lnTo>
                    <a:pt x="1"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9"/>
            <p:cNvSpPr/>
            <p:nvPr/>
          </p:nvSpPr>
          <p:spPr>
            <a:xfrm>
              <a:off x="2337900" y="2406100"/>
              <a:ext cx="1225" cy="1225"/>
            </a:xfrm>
            <a:custGeom>
              <a:avLst/>
              <a:gdLst/>
              <a:ahLst/>
              <a:cxnLst/>
              <a:rect l="l" t="t" r="r" b="b"/>
              <a:pathLst>
                <a:path w="49" h="49" extrusionOk="0">
                  <a:moveTo>
                    <a:pt x="1" y="1"/>
                  </a:moveTo>
                  <a:lnTo>
                    <a:pt x="1" y="25"/>
                  </a:lnTo>
                  <a:lnTo>
                    <a:pt x="25"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9"/>
            <p:cNvSpPr/>
            <p:nvPr/>
          </p:nvSpPr>
          <p:spPr>
            <a:xfrm>
              <a:off x="1912400" y="2023350"/>
              <a:ext cx="1250" cy="1225"/>
            </a:xfrm>
            <a:custGeom>
              <a:avLst/>
              <a:gdLst/>
              <a:ahLst/>
              <a:cxnLst/>
              <a:rect l="l" t="t" r="r" b="b"/>
              <a:pathLst>
                <a:path w="50" h="49" extrusionOk="0">
                  <a:moveTo>
                    <a:pt x="1" y="0"/>
                  </a:moveTo>
                  <a:lnTo>
                    <a:pt x="25" y="48"/>
                  </a:lnTo>
                  <a:lnTo>
                    <a:pt x="49" y="48"/>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9"/>
            <p:cNvSpPr/>
            <p:nvPr/>
          </p:nvSpPr>
          <p:spPr>
            <a:xfrm>
              <a:off x="2395075" y="2403100"/>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9"/>
            <p:cNvSpPr/>
            <p:nvPr/>
          </p:nvSpPr>
          <p:spPr>
            <a:xfrm>
              <a:off x="2241600" y="2462075"/>
              <a:ext cx="1250" cy="1225"/>
            </a:xfrm>
            <a:custGeom>
              <a:avLst/>
              <a:gdLst/>
              <a:ahLst/>
              <a:cxnLst/>
              <a:rect l="l" t="t" r="r" b="b"/>
              <a:pathLst>
                <a:path w="50" h="49" extrusionOk="0">
                  <a:moveTo>
                    <a:pt x="1" y="0"/>
                  </a:moveTo>
                  <a:lnTo>
                    <a:pt x="25" y="49"/>
                  </a:lnTo>
                  <a:lnTo>
                    <a:pt x="49"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9"/>
            <p:cNvSpPr/>
            <p:nvPr/>
          </p:nvSpPr>
          <p:spPr>
            <a:xfrm>
              <a:off x="1857650" y="1984225"/>
              <a:ext cx="1225" cy="625"/>
            </a:xfrm>
            <a:custGeom>
              <a:avLst/>
              <a:gdLst/>
              <a:ahLst/>
              <a:cxnLst/>
              <a:rect l="l" t="t" r="r" b="b"/>
              <a:pathLst>
                <a:path w="49" h="25" extrusionOk="0">
                  <a:moveTo>
                    <a:pt x="0" y="0"/>
                  </a:moveTo>
                  <a:lnTo>
                    <a:pt x="24" y="24"/>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9"/>
            <p:cNvSpPr/>
            <p:nvPr/>
          </p:nvSpPr>
          <p:spPr>
            <a:xfrm>
              <a:off x="2059250" y="1912000"/>
              <a:ext cx="1225" cy="1225"/>
            </a:xfrm>
            <a:custGeom>
              <a:avLst/>
              <a:gdLst/>
              <a:ahLst/>
              <a:cxnLst/>
              <a:rect l="l" t="t" r="r" b="b"/>
              <a:pathLst>
                <a:path w="49" h="49" extrusionOk="0">
                  <a:moveTo>
                    <a:pt x="25" y="1"/>
                  </a:moveTo>
                  <a:lnTo>
                    <a:pt x="1" y="25"/>
                  </a:lnTo>
                  <a:lnTo>
                    <a:pt x="25" y="49"/>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9"/>
            <p:cNvSpPr/>
            <p:nvPr/>
          </p:nvSpPr>
          <p:spPr>
            <a:xfrm>
              <a:off x="2127875" y="1943900"/>
              <a:ext cx="1825" cy="1225"/>
            </a:xfrm>
            <a:custGeom>
              <a:avLst/>
              <a:gdLst/>
              <a:ahLst/>
              <a:cxnLst/>
              <a:rect l="l" t="t" r="r" b="b"/>
              <a:pathLst>
                <a:path w="73" h="49" extrusionOk="0">
                  <a:moveTo>
                    <a:pt x="24" y="0"/>
                  </a:moveTo>
                  <a:lnTo>
                    <a:pt x="0" y="25"/>
                  </a:lnTo>
                  <a:lnTo>
                    <a:pt x="24" y="49"/>
                  </a:lnTo>
                  <a:lnTo>
                    <a:pt x="72" y="49"/>
                  </a:lnTo>
                  <a:lnTo>
                    <a:pt x="72" y="25"/>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9"/>
            <p:cNvSpPr/>
            <p:nvPr/>
          </p:nvSpPr>
          <p:spPr>
            <a:xfrm>
              <a:off x="2145325" y="1943300"/>
              <a:ext cx="2425" cy="625"/>
            </a:xfrm>
            <a:custGeom>
              <a:avLst/>
              <a:gdLst/>
              <a:ahLst/>
              <a:cxnLst/>
              <a:rect l="l" t="t" r="r" b="b"/>
              <a:pathLst>
                <a:path w="97" h="25" extrusionOk="0">
                  <a:moveTo>
                    <a:pt x="0" y="0"/>
                  </a:moveTo>
                  <a:lnTo>
                    <a:pt x="0" y="0"/>
                  </a:lnTo>
                  <a:lnTo>
                    <a:pt x="97" y="24"/>
                  </a:lnTo>
                  <a:lnTo>
                    <a:pt x="97" y="24"/>
                  </a:lnTo>
                  <a:lnTo>
                    <a:pt x="97" y="24"/>
                  </a:lnTo>
                  <a:lnTo>
                    <a:pt x="97"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9"/>
            <p:cNvSpPr/>
            <p:nvPr/>
          </p:nvSpPr>
          <p:spPr>
            <a:xfrm>
              <a:off x="1929250" y="2019725"/>
              <a:ext cx="25" cy="25"/>
            </a:xfrm>
            <a:custGeom>
              <a:avLst/>
              <a:gdLst/>
              <a:ahLst/>
              <a:cxnLst/>
              <a:rect l="l" t="t" r="r" b="b"/>
              <a:pathLst>
                <a:path w="1" h="1" extrusionOk="0">
                  <a:moveTo>
                    <a:pt x="1" y="1"/>
                  </a:moveTo>
                  <a:lnTo>
                    <a:pt x="1" y="1"/>
                  </a:lnTo>
                  <a:lnTo>
                    <a:pt x="1" y="1"/>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9"/>
            <p:cNvSpPr/>
            <p:nvPr/>
          </p:nvSpPr>
          <p:spPr>
            <a:xfrm>
              <a:off x="2125450" y="1902375"/>
              <a:ext cx="625" cy="625"/>
            </a:xfrm>
            <a:custGeom>
              <a:avLst/>
              <a:gdLst/>
              <a:ahLst/>
              <a:cxnLst/>
              <a:rect l="l" t="t" r="r" b="b"/>
              <a:pathLst>
                <a:path w="25" h="25" extrusionOk="0">
                  <a:moveTo>
                    <a:pt x="1" y="0"/>
                  </a:moveTo>
                  <a:lnTo>
                    <a:pt x="1" y="25"/>
                  </a:lnTo>
                  <a:lnTo>
                    <a:pt x="25" y="25"/>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9"/>
            <p:cNvSpPr/>
            <p:nvPr/>
          </p:nvSpPr>
          <p:spPr>
            <a:xfrm>
              <a:off x="2153750" y="2506000"/>
              <a:ext cx="1225" cy="1225"/>
            </a:xfrm>
            <a:custGeom>
              <a:avLst/>
              <a:gdLst/>
              <a:ahLst/>
              <a:cxnLst/>
              <a:rect l="l" t="t" r="r" b="b"/>
              <a:pathLst>
                <a:path w="49" h="49" extrusionOk="0">
                  <a:moveTo>
                    <a:pt x="24" y="1"/>
                  </a:moveTo>
                  <a:lnTo>
                    <a:pt x="0" y="25"/>
                  </a:lnTo>
                  <a:lnTo>
                    <a:pt x="24" y="49"/>
                  </a:lnTo>
                  <a:lnTo>
                    <a:pt x="48"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9"/>
            <p:cNvSpPr/>
            <p:nvPr/>
          </p:nvSpPr>
          <p:spPr>
            <a:xfrm>
              <a:off x="2413725" y="2051025"/>
              <a:ext cx="1250" cy="625"/>
            </a:xfrm>
            <a:custGeom>
              <a:avLst/>
              <a:gdLst/>
              <a:ahLst/>
              <a:cxnLst/>
              <a:rect l="l" t="t" r="r" b="b"/>
              <a:pathLst>
                <a:path w="50" h="25" extrusionOk="0">
                  <a:moveTo>
                    <a:pt x="1" y="1"/>
                  </a:moveTo>
                  <a:lnTo>
                    <a:pt x="25" y="25"/>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9"/>
            <p:cNvSpPr/>
            <p:nvPr/>
          </p:nvSpPr>
          <p:spPr>
            <a:xfrm>
              <a:off x="2211525" y="2259250"/>
              <a:ext cx="625" cy="625"/>
            </a:xfrm>
            <a:custGeom>
              <a:avLst/>
              <a:gdLst/>
              <a:ahLst/>
              <a:cxnLst/>
              <a:rect l="l" t="t" r="r" b="b"/>
              <a:pathLst>
                <a:path w="25" h="25"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9"/>
            <p:cNvSpPr/>
            <p:nvPr/>
          </p:nvSpPr>
          <p:spPr>
            <a:xfrm>
              <a:off x="1967775" y="2001675"/>
              <a:ext cx="625" cy="625"/>
            </a:xfrm>
            <a:custGeom>
              <a:avLst/>
              <a:gdLst/>
              <a:ahLst/>
              <a:cxnLst/>
              <a:rect l="l" t="t" r="r" b="b"/>
              <a:pathLst>
                <a:path w="25" h="25" extrusionOk="0">
                  <a:moveTo>
                    <a:pt x="1" y="1"/>
                  </a:move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9"/>
            <p:cNvSpPr/>
            <p:nvPr/>
          </p:nvSpPr>
          <p:spPr>
            <a:xfrm>
              <a:off x="2125450" y="18337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9"/>
            <p:cNvSpPr/>
            <p:nvPr/>
          </p:nvSpPr>
          <p:spPr>
            <a:xfrm>
              <a:off x="2225975" y="226107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9"/>
            <p:cNvSpPr/>
            <p:nvPr/>
          </p:nvSpPr>
          <p:spPr>
            <a:xfrm>
              <a:off x="1913000" y="1970375"/>
              <a:ext cx="650" cy="625"/>
            </a:xfrm>
            <a:custGeom>
              <a:avLst/>
              <a:gdLst/>
              <a:ahLst/>
              <a:cxnLst/>
              <a:rect l="l" t="t" r="r" b="b"/>
              <a:pathLst>
                <a:path w="26"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9"/>
            <p:cNvSpPr/>
            <p:nvPr/>
          </p:nvSpPr>
          <p:spPr>
            <a:xfrm>
              <a:off x="2356550" y="1886725"/>
              <a:ext cx="1250" cy="625"/>
            </a:xfrm>
            <a:custGeom>
              <a:avLst/>
              <a:gdLst/>
              <a:ahLst/>
              <a:cxnLst/>
              <a:rect l="l" t="t" r="r" b="b"/>
              <a:pathLst>
                <a:path w="50" h="25" extrusionOk="0">
                  <a:moveTo>
                    <a:pt x="1" y="1"/>
                  </a:moveTo>
                  <a:lnTo>
                    <a:pt x="25" y="13"/>
                  </a:lnTo>
                  <a:lnTo>
                    <a:pt x="25" y="1"/>
                  </a:lnTo>
                  <a:close/>
                  <a:moveTo>
                    <a:pt x="25" y="13"/>
                  </a:moveTo>
                  <a:lnTo>
                    <a:pt x="25" y="25"/>
                  </a:lnTo>
                  <a:lnTo>
                    <a:pt x="49" y="25"/>
                  </a:lnTo>
                  <a:lnTo>
                    <a:pt x="25" y="1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9"/>
            <p:cNvSpPr/>
            <p:nvPr/>
          </p:nvSpPr>
          <p:spPr>
            <a:xfrm>
              <a:off x="2393275" y="1856625"/>
              <a:ext cx="1225" cy="1250"/>
            </a:xfrm>
            <a:custGeom>
              <a:avLst/>
              <a:gdLst/>
              <a:ahLst/>
              <a:cxnLst/>
              <a:rect l="l" t="t" r="r" b="b"/>
              <a:pathLst>
                <a:path w="49" h="50" extrusionOk="0">
                  <a:moveTo>
                    <a:pt x="0" y="1"/>
                  </a:move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9"/>
            <p:cNvSpPr/>
            <p:nvPr/>
          </p:nvSpPr>
          <p:spPr>
            <a:xfrm>
              <a:off x="2076700" y="2016725"/>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9"/>
            <p:cNvSpPr/>
            <p:nvPr/>
          </p:nvSpPr>
          <p:spPr>
            <a:xfrm>
              <a:off x="2325275" y="234652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9"/>
            <p:cNvSpPr/>
            <p:nvPr/>
          </p:nvSpPr>
          <p:spPr>
            <a:xfrm>
              <a:off x="2127875" y="1944500"/>
              <a:ext cx="25" cy="25"/>
            </a:xfrm>
            <a:custGeom>
              <a:avLst/>
              <a:gdLst/>
              <a:ahLst/>
              <a:cxnLst/>
              <a:rect l="l" t="t" r="r" b="b"/>
              <a:pathLst>
                <a:path w="1" h="1" extrusionOk="0">
                  <a:moveTo>
                    <a:pt x="0" y="1"/>
                  </a:move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9"/>
            <p:cNvSpPr/>
            <p:nvPr/>
          </p:nvSpPr>
          <p:spPr>
            <a:xfrm>
              <a:off x="2375825" y="2359150"/>
              <a:ext cx="625" cy="650"/>
            </a:xfrm>
            <a:custGeom>
              <a:avLst/>
              <a:gdLst/>
              <a:ahLst/>
              <a:cxnLst/>
              <a:rect l="l" t="t" r="r" b="b"/>
              <a:pathLst>
                <a:path w="25" h="26"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9"/>
            <p:cNvSpPr/>
            <p:nvPr/>
          </p:nvSpPr>
          <p:spPr>
            <a:xfrm>
              <a:off x="2316250" y="2048625"/>
              <a:ext cx="25" cy="625"/>
            </a:xfrm>
            <a:custGeom>
              <a:avLst/>
              <a:gdLst/>
              <a:ahLst/>
              <a:cxnLst/>
              <a:rect l="l" t="t" r="r" b="b"/>
              <a:pathLst>
                <a:path w="1" h="25" extrusionOk="0">
                  <a:moveTo>
                    <a:pt x="0" y="24"/>
                  </a:moveTo>
                  <a:lnTo>
                    <a:pt x="0" y="24"/>
                  </a:lnTo>
                  <a:lnTo>
                    <a:pt x="0" y="0"/>
                  </a:lnTo>
                  <a:lnTo>
                    <a:pt x="0" y="0"/>
                  </a:lnTo>
                  <a:lnTo>
                    <a:pt x="0" y="0"/>
                  </a:lnTo>
                  <a:lnTo>
                    <a:pt x="0" y="0"/>
                  </a:lnTo>
                  <a:lnTo>
                    <a:pt x="0" y="24"/>
                  </a:lnTo>
                  <a:lnTo>
                    <a:pt x="0" y="24"/>
                  </a:lnTo>
                  <a:lnTo>
                    <a:pt x="0"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9"/>
            <p:cNvSpPr/>
            <p:nvPr/>
          </p:nvSpPr>
          <p:spPr>
            <a:xfrm>
              <a:off x="2142300" y="1943900"/>
              <a:ext cx="625" cy="625"/>
            </a:xfrm>
            <a:custGeom>
              <a:avLst/>
              <a:gdLst/>
              <a:ahLst/>
              <a:cxnLst/>
              <a:rect l="l" t="t" r="r" b="b"/>
              <a:pathLst>
                <a:path w="25" h="25" extrusionOk="0">
                  <a:moveTo>
                    <a:pt x="1" y="0"/>
                  </a:moveTo>
                  <a:lnTo>
                    <a:pt x="25"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9"/>
            <p:cNvSpPr/>
            <p:nvPr/>
          </p:nvSpPr>
          <p:spPr>
            <a:xfrm>
              <a:off x="2142900" y="1943300"/>
              <a:ext cx="2450" cy="625"/>
            </a:xfrm>
            <a:custGeom>
              <a:avLst/>
              <a:gdLst/>
              <a:ahLst/>
              <a:cxnLst/>
              <a:rect l="l" t="t" r="r" b="b"/>
              <a:pathLst>
                <a:path w="98" h="25" extrusionOk="0">
                  <a:moveTo>
                    <a:pt x="97" y="0"/>
                  </a:moveTo>
                  <a:lnTo>
                    <a:pt x="97" y="0"/>
                  </a:lnTo>
                  <a:lnTo>
                    <a:pt x="1" y="24"/>
                  </a:lnTo>
                  <a:lnTo>
                    <a:pt x="1" y="24"/>
                  </a:lnTo>
                  <a:lnTo>
                    <a:pt x="1" y="24"/>
                  </a:lnTo>
                  <a:lnTo>
                    <a:pt x="1" y="24"/>
                  </a:lnTo>
                  <a:lnTo>
                    <a:pt x="97" y="0"/>
                  </a:lnTo>
                  <a:lnTo>
                    <a:pt x="97" y="0"/>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9"/>
            <p:cNvSpPr/>
            <p:nvPr/>
          </p:nvSpPr>
          <p:spPr>
            <a:xfrm>
              <a:off x="2147725" y="1943300"/>
              <a:ext cx="2425" cy="625"/>
            </a:xfrm>
            <a:custGeom>
              <a:avLst/>
              <a:gdLst/>
              <a:ahLst/>
              <a:cxnLst/>
              <a:rect l="l" t="t" r="r" b="b"/>
              <a:pathLst>
                <a:path w="97" h="25" extrusionOk="0">
                  <a:moveTo>
                    <a:pt x="97" y="0"/>
                  </a:moveTo>
                  <a:lnTo>
                    <a:pt x="97" y="0"/>
                  </a:lnTo>
                  <a:lnTo>
                    <a:pt x="1" y="24"/>
                  </a:lnTo>
                  <a:lnTo>
                    <a:pt x="1" y="24"/>
                  </a:lnTo>
                  <a:lnTo>
                    <a:pt x="1" y="24"/>
                  </a:lnTo>
                  <a:lnTo>
                    <a:pt x="1" y="24"/>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9"/>
            <p:cNvSpPr/>
            <p:nvPr/>
          </p:nvSpPr>
          <p:spPr>
            <a:xfrm>
              <a:off x="2150125" y="1943300"/>
              <a:ext cx="25" cy="25"/>
            </a:xfrm>
            <a:custGeom>
              <a:avLst/>
              <a:gdLst/>
              <a:ahLst/>
              <a:cxnLst/>
              <a:rect l="l" t="t" r="r" b="b"/>
              <a:pathLst>
                <a:path w="1" h="1" extrusionOk="0">
                  <a:moveTo>
                    <a:pt x="1" y="0"/>
                  </a:moveTo>
                  <a:lnTo>
                    <a:pt x="1" y="0"/>
                  </a:ln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9"/>
            <p:cNvSpPr/>
            <p:nvPr/>
          </p:nvSpPr>
          <p:spPr>
            <a:xfrm>
              <a:off x="2154350" y="1943300"/>
              <a:ext cx="625" cy="25"/>
            </a:xfrm>
            <a:custGeom>
              <a:avLst/>
              <a:gdLst/>
              <a:ahLst/>
              <a:cxnLst/>
              <a:rect l="l" t="t" r="r" b="b"/>
              <a:pathLst>
                <a:path w="25" h="1" extrusionOk="0">
                  <a:moveTo>
                    <a:pt x="24" y="0"/>
                  </a:moveTo>
                  <a:lnTo>
                    <a:pt x="24" y="0"/>
                  </a:lnTo>
                  <a:lnTo>
                    <a:pt x="0" y="0"/>
                  </a:lnTo>
                  <a:lnTo>
                    <a:pt x="0" y="0"/>
                  </a:lnTo>
                  <a:lnTo>
                    <a:pt x="24" y="0"/>
                  </a:lnTo>
                  <a:lnTo>
                    <a:pt x="24" y="0"/>
                  </a:lnTo>
                  <a:lnTo>
                    <a:pt x="24"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9"/>
            <p:cNvSpPr/>
            <p:nvPr/>
          </p:nvSpPr>
          <p:spPr>
            <a:xfrm>
              <a:off x="2029775" y="1852425"/>
              <a:ext cx="625" cy="25"/>
            </a:xfrm>
            <a:custGeom>
              <a:avLst/>
              <a:gdLst/>
              <a:ahLst/>
              <a:cxnLst/>
              <a:rect l="l" t="t" r="r" b="b"/>
              <a:pathLst>
                <a:path w="25" h="1" extrusionOk="0">
                  <a:moveTo>
                    <a:pt x="24" y="0"/>
                  </a:moveTo>
                  <a:lnTo>
                    <a:pt x="24"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9"/>
            <p:cNvSpPr/>
            <p:nvPr/>
          </p:nvSpPr>
          <p:spPr>
            <a:xfrm>
              <a:off x="2135100" y="1908400"/>
              <a:ext cx="625" cy="25"/>
            </a:xfrm>
            <a:custGeom>
              <a:avLst/>
              <a:gdLst/>
              <a:ahLst/>
              <a:cxnLst/>
              <a:rect l="l" t="t" r="r" b="b"/>
              <a:pathLst>
                <a:path w="25" h="1" extrusionOk="0">
                  <a:moveTo>
                    <a:pt x="24" y="0"/>
                  </a:moveTo>
                  <a:lnTo>
                    <a:pt x="0"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9"/>
            <p:cNvSpPr/>
            <p:nvPr/>
          </p:nvSpPr>
          <p:spPr>
            <a:xfrm>
              <a:off x="2135100" y="1908400"/>
              <a:ext cx="625" cy="25"/>
            </a:xfrm>
            <a:custGeom>
              <a:avLst/>
              <a:gdLst/>
              <a:ahLst/>
              <a:cxnLst/>
              <a:rect l="l" t="t" r="r" b="b"/>
              <a:pathLst>
                <a:path w="25" h="1" extrusionOk="0">
                  <a:moveTo>
                    <a:pt x="0" y="0"/>
                  </a:moveTo>
                  <a:lnTo>
                    <a:pt x="24" y="0"/>
                  </a:lnTo>
                  <a:lnTo>
                    <a:pt x="24" y="0"/>
                  </a:lnTo>
                  <a:lnTo>
                    <a:pt x="0" y="0"/>
                  </a:lnTo>
                  <a:lnTo>
                    <a:pt x="0" y="0"/>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9"/>
            <p:cNvSpPr/>
            <p:nvPr/>
          </p:nvSpPr>
          <p:spPr>
            <a:xfrm>
              <a:off x="2139900" y="1907800"/>
              <a:ext cx="625" cy="625"/>
            </a:xfrm>
            <a:custGeom>
              <a:avLst/>
              <a:gdLst/>
              <a:ahLst/>
              <a:cxnLst/>
              <a:rect l="l" t="t" r="r" b="b"/>
              <a:pathLst>
                <a:path w="25" h="25" extrusionOk="0">
                  <a:moveTo>
                    <a:pt x="25"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9"/>
            <p:cNvSpPr/>
            <p:nvPr/>
          </p:nvSpPr>
          <p:spPr>
            <a:xfrm>
              <a:off x="2140500" y="1907800"/>
              <a:ext cx="25" cy="625"/>
            </a:xfrm>
            <a:custGeom>
              <a:avLst/>
              <a:gdLst/>
              <a:ahLst/>
              <a:cxnLst/>
              <a:rect l="l" t="t" r="r" b="b"/>
              <a:pathLst>
                <a:path w="1" h="25" extrusionOk="0">
                  <a:moveTo>
                    <a:pt x="1" y="24"/>
                  </a:moveTo>
                  <a:lnTo>
                    <a:pt x="1" y="24"/>
                  </a:lnTo>
                  <a:lnTo>
                    <a:pt x="1" y="24"/>
                  </a:lnTo>
                  <a:lnTo>
                    <a:pt x="1" y="24"/>
                  </a:lnTo>
                  <a:lnTo>
                    <a:pt x="1" y="0"/>
                  </a:lnTo>
                  <a:lnTo>
                    <a:pt x="1" y="24"/>
                  </a:lnTo>
                  <a:lnTo>
                    <a:pt x="1" y="24"/>
                  </a:lnTo>
                  <a:lnTo>
                    <a:pt x="1" y="24"/>
                  </a:lnTo>
                  <a:lnTo>
                    <a:pt x="1"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9"/>
            <p:cNvSpPr/>
            <p:nvPr/>
          </p:nvSpPr>
          <p:spPr>
            <a:xfrm>
              <a:off x="2128475" y="1897550"/>
              <a:ext cx="25" cy="25"/>
            </a:xfrm>
            <a:custGeom>
              <a:avLst/>
              <a:gdLst/>
              <a:ahLst/>
              <a:cxnLst/>
              <a:rect l="l" t="t" r="r" b="b"/>
              <a:pathLst>
                <a:path w="1" h="1" extrusionOk="0">
                  <a:moveTo>
                    <a:pt x="0" y="1"/>
                  </a:moveTo>
                  <a:lnTo>
                    <a:pt x="0" y="1"/>
                  </a:ln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9"/>
            <p:cNvSpPr/>
            <p:nvPr/>
          </p:nvSpPr>
          <p:spPr>
            <a:xfrm>
              <a:off x="2147125" y="1906575"/>
              <a:ext cx="25" cy="650"/>
            </a:xfrm>
            <a:custGeom>
              <a:avLst/>
              <a:gdLst/>
              <a:ahLst/>
              <a:cxnLst/>
              <a:rect l="l" t="t" r="r" b="b"/>
              <a:pathLst>
                <a:path w="1" h="26" extrusionOk="0">
                  <a:moveTo>
                    <a:pt x="0" y="1"/>
                  </a:moveTo>
                  <a:lnTo>
                    <a:pt x="0" y="25"/>
                  </a:lnTo>
                  <a:lnTo>
                    <a:pt x="0" y="25"/>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9"/>
            <p:cNvSpPr/>
            <p:nvPr/>
          </p:nvSpPr>
          <p:spPr>
            <a:xfrm>
              <a:off x="2128475" y="1897550"/>
              <a:ext cx="2425" cy="625"/>
            </a:xfrm>
            <a:custGeom>
              <a:avLst/>
              <a:gdLst/>
              <a:ahLst/>
              <a:cxnLst/>
              <a:rect l="l" t="t" r="r" b="b"/>
              <a:pathLst>
                <a:path w="97" h="25" extrusionOk="0">
                  <a:moveTo>
                    <a:pt x="0" y="1"/>
                  </a:moveTo>
                  <a:lnTo>
                    <a:pt x="24" y="25"/>
                  </a:lnTo>
                  <a:lnTo>
                    <a:pt x="97" y="25"/>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9"/>
            <p:cNvSpPr/>
            <p:nvPr/>
          </p:nvSpPr>
          <p:spPr>
            <a:xfrm>
              <a:off x="2139900" y="1902375"/>
              <a:ext cx="1825" cy="1225"/>
            </a:xfrm>
            <a:custGeom>
              <a:avLst/>
              <a:gdLst/>
              <a:ahLst/>
              <a:cxnLst/>
              <a:rect l="l" t="t" r="r" b="b"/>
              <a:pathLst>
                <a:path w="73" h="49" extrusionOk="0">
                  <a:moveTo>
                    <a:pt x="49" y="0"/>
                  </a:moveTo>
                  <a:lnTo>
                    <a:pt x="25" y="25"/>
                  </a:lnTo>
                  <a:lnTo>
                    <a:pt x="49" y="25"/>
                  </a:lnTo>
                  <a:lnTo>
                    <a:pt x="73" y="0"/>
                  </a:lnTo>
                  <a:close/>
                  <a:moveTo>
                    <a:pt x="1" y="25"/>
                  </a:moveTo>
                  <a:lnTo>
                    <a:pt x="1" y="49"/>
                  </a:lnTo>
                  <a:lnTo>
                    <a:pt x="25"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9"/>
            <p:cNvSpPr/>
            <p:nvPr/>
          </p:nvSpPr>
          <p:spPr>
            <a:xfrm>
              <a:off x="2130275" y="1896350"/>
              <a:ext cx="2425" cy="1825"/>
            </a:xfrm>
            <a:custGeom>
              <a:avLst/>
              <a:gdLst/>
              <a:ahLst/>
              <a:cxnLst/>
              <a:rect l="l" t="t" r="r" b="b"/>
              <a:pathLst>
                <a:path w="97" h="73" extrusionOk="0">
                  <a:moveTo>
                    <a:pt x="25" y="1"/>
                  </a:moveTo>
                  <a:lnTo>
                    <a:pt x="44" y="7"/>
                  </a:lnTo>
                  <a:lnTo>
                    <a:pt x="44" y="7"/>
                  </a:lnTo>
                  <a:lnTo>
                    <a:pt x="49" y="1"/>
                  </a:lnTo>
                  <a:close/>
                  <a:moveTo>
                    <a:pt x="44" y="7"/>
                  </a:moveTo>
                  <a:lnTo>
                    <a:pt x="0" y="73"/>
                  </a:lnTo>
                  <a:lnTo>
                    <a:pt x="25" y="73"/>
                  </a:lnTo>
                  <a:lnTo>
                    <a:pt x="49" y="25"/>
                  </a:lnTo>
                  <a:lnTo>
                    <a:pt x="97" y="25"/>
                  </a:lnTo>
                  <a:lnTo>
                    <a:pt x="44" y="7"/>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9"/>
            <p:cNvSpPr/>
            <p:nvPr/>
          </p:nvSpPr>
          <p:spPr>
            <a:xfrm>
              <a:off x="2118850" y="2487350"/>
              <a:ext cx="625" cy="625"/>
            </a:xfrm>
            <a:custGeom>
              <a:avLst/>
              <a:gdLst/>
              <a:ahLst/>
              <a:cxnLst/>
              <a:rect l="l" t="t" r="r" b="b"/>
              <a:pathLst>
                <a:path w="25" h="25" extrusionOk="0">
                  <a:moveTo>
                    <a:pt x="0"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9"/>
            <p:cNvSpPr/>
            <p:nvPr/>
          </p:nvSpPr>
          <p:spPr>
            <a:xfrm>
              <a:off x="2136300" y="1887325"/>
              <a:ext cx="1825" cy="625"/>
            </a:xfrm>
            <a:custGeom>
              <a:avLst/>
              <a:gdLst/>
              <a:ahLst/>
              <a:cxnLst/>
              <a:rect l="l" t="t" r="r" b="b"/>
              <a:pathLst>
                <a:path w="73" h="25" extrusionOk="0">
                  <a:moveTo>
                    <a:pt x="24" y="1"/>
                  </a:moveTo>
                  <a:lnTo>
                    <a:pt x="0" y="25"/>
                  </a:lnTo>
                  <a:lnTo>
                    <a:pt x="48"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9"/>
            <p:cNvSpPr/>
            <p:nvPr/>
          </p:nvSpPr>
          <p:spPr>
            <a:xfrm>
              <a:off x="2138100" y="1886725"/>
              <a:ext cx="1825" cy="625"/>
            </a:xfrm>
            <a:custGeom>
              <a:avLst/>
              <a:gdLst/>
              <a:ahLst/>
              <a:cxnLst/>
              <a:rect l="l" t="t" r="r" b="b"/>
              <a:pathLst>
                <a:path w="73" h="25" extrusionOk="0">
                  <a:moveTo>
                    <a:pt x="49" y="1"/>
                  </a:moveTo>
                  <a:lnTo>
                    <a:pt x="0" y="25"/>
                  </a:lnTo>
                  <a:lnTo>
                    <a:pt x="49"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9"/>
            <p:cNvSpPr/>
            <p:nvPr/>
          </p:nvSpPr>
          <p:spPr>
            <a:xfrm>
              <a:off x="2074900" y="1848200"/>
              <a:ext cx="625" cy="25"/>
            </a:xfrm>
            <a:custGeom>
              <a:avLst/>
              <a:gdLst/>
              <a:ahLst/>
              <a:cxnLst/>
              <a:rect l="l" t="t" r="r" b="b"/>
              <a:pathLst>
                <a:path w="25" h="1" extrusionOk="0">
                  <a:moveTo>
                    <a:pt x="25" y="1"/>
                  </a:moveTo>
                  <a:lnTo>
                    <a:pt x="25" y="1"/>
                  </a:lnTo>
                  <a:lnTo>
                    <a:pt x="1" y="1"/>
                  </a:lnTo>
                  <a:lnTo>
                    <a:pt x="1" y="1"/>
                  </a:lnTo>
                  <a:lnTo>
                    <a:pt x="25" y="1"/>
                  </a:lnTo>
                  <a:lnTo>
                    <a:pt x="25" y="1"/>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9"/>
            <p:cNvSpPr/>
            <p:nvPr/>
          </p:nvSpPr>
          <p:spPr>
            <a:xfrm>
              <a:off x="2139900" y="1886125"/>
              <a:ext cx="2425" cy="625"/>
            </a:xfrm>
            <a:custGeom>
              <a:avLst/>
              <a:gdLst/>
              <a:ahLst/>
              <a:cxnLst/>
              <a:rect l="l" t="t" r="r" b="b"/>
              <a:pathLst>
                <a:path w="97" h="25" extrusionOk="0">
                  <a:moveTo>
                    <a:pt x="49" y="0"/>
                  </a:moveTo>
                  <a:lnTo>
                    <a:pt x="1" y="25"/>
                  </a:lnTo>
                  <a:lnTo>
                    <a:pt x="49" y="25"/>
                  </a:lnTo>
                  <a:lnTo>
                    <a:pt x="65" y="8"/>
                  </a:lnTo>
                  <a:lnTo>
                    <a:pt x="65" y="8"/>
                  </a:lnTo>
                  <a:lnTo>
                    <a:pt x="49" y="0"/>
                  </a:lnTo>
                  <a:close/>
                  <a:moveTo>
                    <a:pt x="73" y="0"/>
                  </a:moveTo>
                  <a:lnTo>
                    <a:pt x="65" y="8"/>
                  </a:lnTo>
                  <a:lnTo>
                    <a:pt x="65" y="8"/>
                  </a:lnTo>
                  <a:lnTo>
                    <a:pt x="97"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9"/>
            <p:cNvSpPr/>
            <p:nvPr/>
          </p:nvSpPr>
          <p:spPr>
            <a:xfrm>
              <a:off x="2075500" y="1847600"/>
              <a:ext cx="1225" cy="625"/>
            </a:xfrm>
            <a:custGeom>
              <a:avLst/>
              <a:gdLst/>
              <a:ahLst/>
              <a:cxnLst/>
              <a:rect l="l" t="t" r="r" b="b"/>
              <a:pathLst>
                <a:path w="49" h="25" extrusionOk="0">
                  <a:moveTo>
                    <a:pt x="25" y="1"/>
                  </a:moveTo>
                  <a:lnTo>
                    <a:pt x="1" y="25"/>
                  </a:lnTo>
                  <a:lnTo>
                    <a:pt x="25"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9"/>
            <p:cNvSpPr/>
            <p:nvPr/>
          </p:nvSpPr>
          <p:spPr>
            <a:xfrm>
              <a:off x="1965975" y="2039600"/>
              <a:ext cx="625" cy="25"/>
            </a:xfrm>
            <a:custGeom>
              <a:avLst/>
              <a:gdLst/>
              <a:ahLst/>
              <a:cxnLst/>
              <a:rect l="l" t="t" r="r" b="b"/>
              <a:pathLst>
                <a:path w="25" h="1" extrusionOk="0">
                  <a:moveTo>
                    <a:pt x="0" y="0"/>
                  </a:moveTo>
                  <a:lnTo>
                    <a:pt x="0" y="0"/>
                  </a:lnTo>
                  <a:lnTo>
                    <a:pt x="25"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9"/>
            <p:cNvSpPr/>
            <p:nvPr/>
          </p:nvSpPr>
          <p:spPr>
            <a:xfrm>
              <a:off x="1895550" y="1964350"/>
              <a:ext cx="625" cy="650"/>
            </a:xfrm>
            <a:custGeom>
              <a:avLst/>
              <a:gdLst/>
              <a:ahLst/>
              <a:cxnLst/>
              <a:rect l="l" t="t" r="r" b="b"/>
              <a:pathLst>
                <a:path w="25" h="26"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9"/>
            <p:cNvSpPr/>
            <p:nvPr/>
          </p:nvSpPr>
          <p:spPr>
            <a:xfrm>
              <a:off x="2027350" y="2037175"/>
              <a:ext cx="625" cy="625"/>
            </a:xfrm>
            <a:custGeom>
              <a:avLst/>
              <a:gdLst/>
              <a:ahLst/>
              <a:cxnLst/>
              <a:rect l="l" t="t" r="r" b="b"/>
              <a:pathLst>
                <a:path w="25"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9"/>
            <p:cNvSpPr/>
            <p:nvPr/>
          </p:nvSpPr>
          <p:spPr>
            <a:xfrm>
              <a:off x="2405300" y="1951725"/>
              <a:ext cx="650" cy="25"/>
            </a:xfrm>
            <a:custGeom>
              <a:avLst/>
              <a:gdLst/>
              <a:ahLst/>
              <a:cxnLst/>
              <a:rect l="l" t="t" r="r" b="b"/>
              <a:pathLst>
                <a:path w="26" h="1" extrusionOk="0">
                  <a:moveTo>
                    <a:pt x="25" y="0"/>
                  </a:moveTo>
                  <a:lnTo>
                    <a:pt x="1" y="0"/>
                  </a:lnTo>
                  <a:lnTo>
                    <a:pt x="25" y="0"/>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9"/>
            <p:cNvSpPr/>
            <p:nvPr/>
          </p:nvSpPr>
          <p:spPr>
            <a:xfrm>
              <a:off x="2357175" y="1887325"/>
              <a:ext cx="625" cy="25"/>
            </a:xfrm>
            <a:custGeom>
              <a:avLst/>
              <a:gdLst/>
              <a:ahLst/>
              <a:cxnLst/>
              <a:rect l="l" t="t" r="r" b="b"/>
              <a:pathLst>
                <a:path w="25" h="1" extrusionOk="0">
                  <a:moveTo>
                    <a:pt x="0" y="1"/>
                  </a:moveTo>
                  <a:lnTo>
                    <a:pt x="0" y="1"/>
                  </a:lnTo>
                  <a:lnTo>
                    <a:pt x="24" y="1"/>
                  </a:lnTo>
                  <a:lnTo>
                    <a:pt x="24"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9"/>
            <p:cNvSpPr/>
            <p:nvPr/>
          </p:nvSpPr>
          <p:spPr>
            <a:xfrm>
              <a:off x="2484150" y="1986025"/>
              <a:ext cx="101725" cy="97525"/>
            </a:xfrm>
            <a:custGeom>
              <a:avLst/>
              <a:gdLst/>
              <a:ahLst/>
              <a:cxnLst/>
              <a:rect l="l" t="t" r="r" b="b"/>
              <a:pathLst>
                <a:path w="4069" h="3901" extrusionOk="0">
                  <a:moveTo>
                    <a:pt x="2191" y="193"/>
                  </a:moveTo>
                  <a:lnTo>
                    <a:pt x="2649" y="265"/>
                  </a:lnTo>
                  <a:lnTo>
                    <a:pt x="2745" y="289"/>
                  </a:lnTo>
                  <a:lnTo>
                    <a:pt x="2865" y="338"/>
                  </a:lnTo>
                  <a:lnTo>
                    <a:pt x="3082" y="458"/>
                  </a:lnTo>
                  <a:lnTo>
                    <a:pt x="3299" y="602"/>
                  </a:lnTo>
                  <a:lnTo>
                    <a:pt x="3491" y="771"/>
                  </a:lnTo>
                  <a:lnTo>
                    <a:pt x="3636" y="988"/>
                  </a:lnTo>
                  <a:lnTo>
                    <a:pt x="3732" y="1180"/>
                  </a:lnTo>
                  <a:lnTo>
                    <a:pt x="3804" y="1373"/>
                  </a:lnTo>
                  <a:lnTo>
                    <a:pt x="3852" y="1662"/>
                  </a:lnTo>
                  <a:lnTo>
                    <a:pt x="3876" y="1926"/>
                  </a:lnTo>
                  <a:lnTo>
                    <a:pt x="3876" y="2095"/>
                  </a:lnTo>
                  <a:lnTo>
                    <a:pt x="3852" y="2263"/>
                  </a:lnTo>
                  <a:lnTo>
                    <a:pt x="3804" y="2432"/>
                  </a:lnTo>
                  <a:lnTo>
                    <a:pt x="3732" y="2601"/>
                  </a:lnTo>
                  <a:lnTo>
                    <a:pt x="3684" y="2697"/>
                  </a:lnTo>
                  <a:lnTo>
                    <a:pt x="3612" y="2793"/>
                  </a:lnTo>
                  <a:lnTo>
                    <a:pt x="3371" y="3010"/>
                  </a:lnTo>
                  <a:lnTo>
                    <a:pt x="3178" y="3250"/>
                  </a:lnTo>
                  <a:lnTo>
                    <a:pt x="3082" y="3347"/>
                  </a:lnTo>
                  <a:lnTo>
                    <a:pt x="2986" y="3419"/>
                  </a:lnTo>
                  <a:lnTo>
                    <a:pt x="2889" y="3467"/>
                  </a:lnTo>
                  <a:lnTo>
                    <a:pt x="2769" y="3515"/>
                  </a:lnTo>
                  <a:lnTo>
                    <a:pt x="2312" y="3660"/>
                  </a:lnTo>
                  <a:lnTo>
                    <a:pt x="2095" y="3684"/>
                  </a:lnTo>
                  <a:lnTo>
                    <a:pt x="1854" y="3708"/>
                  </a:lnTo>
                  <a:lnTo>
                    <a:pt x="1397" y="3636"/>
                  </a:lnTo>
                  <a:lnTo>
                    <a:pt x="1204" y="3612"/>
                  </a:lnTo>
                  <a:lnTo>
                    <a:pt x="988" y="3563"/>
                  </a:lnTo>
                  <a:lnTo>
                    <a:pt x="843" y="3491"/>
                  </a:lnTo>
                  <a:lnTo>
                    <a:pt x="699" y="3419"/>
                  </a:lnTo>
                  <a:lnTo>
                    <a:pt x="602" y="3323"/>
                  </a:lnTo>
                  <a:lnTo>
                    <a:pt x="506" y="3178"/>
                  </a:lnTo>
                  <a:lnTo>
                    <a:pt x="289" y="2865"/>
                  </a:lnTo>
                  <a:lnTo>
                    <a:pt x="217" y="2745"/>
                  </a:lnTo>
                  <a:lnTo>
                    <a:pt x="169" y="2625"/>
                  </a:lnTo>
                  <a:lnTo>
                    <a:pt x="145" y="2504"/>
                  </a:lnTo>
                  <a:lnTo>
                    <a:pt x="145" y="2360"/>
                  </a:lnTo>
                  <a:lnTo>
                    <a:pt x="169" y="2095"/>
                  </a:lnTo>
                  <a:lnTo>
                    <a:pt x="217" y="1734"/>
                  </a:lnTo>
                  <a:lnTo>
                    <a:pt x="289" y="1397"/>
                  </a:lnTo>
                  <a:lnTo>
                    <a:pt x="338" y="1204"/>
                  </a:lnTo>
                  <a:lnTo>
                    <a:pt x="410" y="1060"/>
                  </a:lnTo>
                  <a:lnTo>
                    <a:pt x="482" y="891"/>
                  </a:lnTo>
                  <a:lnTo>
                    <a:pt x="602" y="747"/>
                  </a:lnTo>
                  <a:lnTo>
                    <a:pt x="675" y="699"/>
                  </a:lnTo>
                  <a:lnTo>
                    <a:pt x="771" y="651"/>
                  </a:lnTo>
                  <a:lnTo>
                    <a:pt x="915" y="627"/>
                  </a:lnTo>
                  <a:lnTo>
                    <a:pt x="1060" y="578"/>
                  </a:lnTo>
                  <a:lnTo>
                    <a:pt x="1228" y="554"/>
                  </a:lnTo>
                  <a:lnTo>
                    <a:pt x="1373" y="458"/>
                  </a:lnTo>
                  <a:lnTo>
                    <a:pt x="1493" y="386"/>
                  </a:lnTo>
                  <a:lnTo>
                    <a:pt x="1613" y="314"/>
                  </a:lnTo>
                  <a:lnTo>
                    <a:pt x="1854" y="217"/>
                  </a:lnTo>
                  <a:lnTo>
                    <a:pt x="2023" y="193"/>
                  </a:lnTo>
                  <a:close/>
                  <a:moveTo>
                    <a:pt x="1902" y="1"/>
                  </a:moveTo>
                  <a:lnTo>
                    <a:pt x="1758" y="49"/>
                  </a:lnTo>
                  <a:lnTo>
                    <a:pt x="1589" y="121"/>
                  </a:lnTo>
                  <a:lnTo>
                    <a:pt x="1421" y="193"/>
                  </a:lnTo>
                  <a:lnTo>
                    <a:pt x="1349" y="241"/>
                  </a:lnTo>
                  <a:lnTo>
                    <a:pt x="1276" y="289"/>
                  </a:lnTo>
                  <a:lnTo>
                    <a:pt x="1204" y="338"/>
                  </a:lnTo>
                  <a:lnTo>
                    <a:pt x="1132" y="386"/>
                  </a:lnTo>
                  <a:lnTo>
                    <a:pt x="963" y="410"/>
                  </a:lnTo>
                  <a:lnTo>
                    <a:pt x="867" y="410"/>
                  </a:lnTo>
                  <a:lnTo>
                    <a:pt x="795" y="434"/>
                  </a:lnTo>
                  <a:lnTo>
                    <a:pt x="747" y="458"/>
                  </a:lnTo>
                  <a:lnTo>
                    <a:pt x="675" y="506"/>
                  </a:lnTo>
                  <a:lnTo>
                    <a:pt x="651" y="578"/>
                  </a:lnTo>
                  <a:lnTo>
                    <a:pt x="602" y="627"/>
                  </a:lnTo>
                  <a:lnTo>
                    <a:pt x="554" y="651"/>
                  </a:lnTo>
                  <a:lnTo>
                    <a:pt x="434" y="795"/>
                  </a:lnTo>
                  <a:lnTo>
                    <a:pt x="338" y="939"/>
                  </a:lnTo>
                  <a:lnTo>
                    <a:pt x="241" y="1108"/>
                  </a:lnTo>
                  <a:lnTo>
                    <a:pt x="193" y="1276"/>
                  </a:lnTo>
                  <a:lnTo>
                    <a:pt x="73" y="1854"/>
                  </a:lnTo>
                  <a:lnTo>
                    <a:pt x="25" y="2119"/>
                  </a:lnTo>
                  <a:lnTo>
                    <a:pt x="1" y="2360"/>
                  </a:lnTo>
                  <a:lnTo>
                    <a:pt x="1" y="2552"/>
                  </a:lnTo>
                  <a:lnTo>
                    <a:pt x="25" y="2721"/>
                  </a:lnTo>
                  <a:lnTo>
                    <a:pt x="97" y="2889"/>
                  </a:lnTo>
                  <a:lnTo>
                    <a:pt x="193" y="3034"/>
                  </a:lnTo>
                  <a:lnTo>
                    <a:pt x="289" y="3178"/>
                  </a:lnTo>
                  <a:lnTo>
                    <a:pt x="386" y="3323"/>
                  </a:lnTo>
                  <a:lnTo>
                    <a:pt x="506" y="3467"/>
                  </a:lnTo>
                  <a:lnTo>
                    <a:pt x="578" y="3563"/>
                  </a:lnTo>
                  <a:lnTo>
                    <a:pt x="675" y="3636"/>
                  </a:lnTo>
                  <a:lnTo>
                    <a:pt x="891" y="3732"/>
                  </a:lnTo>
                  <a:lnTo>
                    <a:pt x="1132" y="3804"/>
                  </a:lnTo>
                  <a:lnTo>
                    <a:pt x="1397" y="3852"/>
                  </a:lnTo>
                  <a:lnTo>
                    <a:pt x="1926" y="3900"/>
                  </a:lnTo>
                  <a:lnTo>
                    <a:pt x="2167" y="3900"/>
                  </a:lnTo>
                  <a:lnTo>
                    <a:pt x="2432" y="3852"/>
                  </a:lnTo>
                  <a:lnTo>
                    <a:pt x="2889" y="3684"/>
                  </a:lnTo>
                  <a:lnTo>
                    <a:pt x="3058" y="3612"/>
                  </a:lnTo>
                  <a:lnTo>
                    <a:pt x="3154" y="3539"/>
                  </a:lnTo>
                  <a:lnTo>
                    <a:pt x="3226" y="3467"/>
                  </a:lnTo>
                  <a:lnTo>
                    <a:pt x="3443" y="3226"/>
                  </a:lnTo>
                  <a:lnTo>
                    <a:pt x="3539" y="3106"/>
                  </a:lnTo>
                  <a:lnTo>
                    <a:pt x="3660" y="2986"/>
                  </a:lnTo>
                  <a:lnTo>
                    <a:pt x="3732" y="2889"/>
                  </a:lnTo>
                  <a:lnTo>
                    <a:pt x="3828" y="2793"/>
                  </a:lnTo>
                  <a:lnTo>
                    <a:pt x="3900" y="2697"/>
                  </a:lnTo>
                  <a:lnTo>
                    <a:pt x="3949" y="2576"/>
                  </a:lnTo>
                  <a:lnTo>
                    <a:pt x="3997" y="2408"/>
                  </a:lnTo>
                  <a:lnTo>
                    <a:pt x="4045" y="2239"/>
                  </a:lnTo>
                  <a:lnTo>
                    <a:pt x="4069" y="2047"/>
                  </a:lnTo>
                  <a:lnTo>
                    <a:pt x="4069" y="1878"/>
                  </a:lnTo>
                  <a:lnTo>
                    <a:pt x="4045" y="1614"/>
                  </a:lnTo>
                  <a:lnTo>
                    <a:pt x="3997" y="1349"/>
                  </a:lnTo>
                  <a:lnTo>
                    <a:pt x="3949" y="1204"/>
                  </a:lnTo>
                  <a:lnTo>
                    <a:pt x="3900" y="1036"/>
                  </a:lnTo>
                  <a:lnTo>
                    <a:pt x="3780" y="843"/>
                  </a:lnTo>
                  <a:lnTo>
                    <a:pt x="3636" y="651"/>
                  </a:lnTo>
                  <a:lnTo>
                    <a:pt x="3467" y="482"/>
                  </a:lnTo>
                  <a:lnTo>
                    <a:pt x="3299" y="338"/>
                  </a:lnTo>
                  <a:lnTo>
                    <a:pt x="3034" y="193"/>
                  </a:lnTo>
                  <a:lnTo>
                    <a:pt x="2889" y="121"/>
                  </a:lnTo>
                  <a:lnTo>
                    <a:pt x="2745" y="73"/>
                  </a:lnTo>
                  <a:lnTo>
                    <a:pt x="22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9"/>
            <p:cNvSpPr/>
            <p:nvPr/>
          </p:nvSpPr>
          <p:spPr>
            <a:xfrm>
              <a:off x="2516050" y="2013700"/>
              <a:ext cx="39750" cy="41575"/>
            </a:xfrm>
            <a:custGeom>
              <a:avLst/>
              <a:gdLst/>
              <a:ahLst/>
              <a:cxnLst/>
              <a:rect l="l" t="t" r="r" b="b"/>
              <a:pathLst>
                <a:path w="1590" h="1663" extrusionOk="0">
                  <a:moveTo>
                    <a:pt x="963" y="194"/>
                  </a:moveTo>
                  <a:lnTo>
                    <a:pt x="1060" y="242"/>
                  </a:lnTo>
                  <a:lnTo>
                    <a:pt x="1300" y="386"/>
                  </a:lnTo>
                  <a:lnTo>
                    <a:pt x="1373" y="458"/>
                  </a:lnTo>
                  <a:lnTo>
                    <a:pt x="1397" y="555"/>
                  </a:lnTo>
                  <a:lnTo>
                    <a:pt x="1421" y="819"/>
                  </a:lnTo>
                  <a:lnTo>
                    <a:pt x="1421" y="940"/>
                  </a:lnTo>
                  <a:lnTo>
                    <a:pt x="1397" y="1084"/>
                  </a:lnTo>
                  <a:lnTo>
                    <a:pt x="1349" y="1181"/>
                  </a:lnTo>
                  <a:lnTo>
                    <a:pt x="1276" y="1253"/>
                  </a:lnTo>
                  <a:lnTo>
                    <a:pt x="1060" y="1445"/>
                  </a:lnTo>
                  <a:lnTo>
                    <a:pt x="1012" y="1469"/>
                  </a:lnTo>
                  <a:lnTo>
                    <a:pt x="939" y="1494"/>
                  </a:lnTo>
                  <a:lnTo>
                    <a:pt x="747" y="1494"/>
                  </a:lnTo>
                  <a:lnTo>
                    <a:pt x="578" y="1469"/>
                  </a:lnTo>
                  <a:lnTo>
                    <a:pt x="434" y="1421"/>
                  </a:lnTo>
                  <a:lnTo>
                    <a:pt x="289" y="1349"/>
                  </a:lnTo>
                  <a:lnTo>
                    <a:pt x="241" y="1301"/>
                  </a:lnTo>
                  <a:lnTo>
                    <a:pt x="193" y="1229"/>
                  </a:lnTo>
                  <a:lnTo>
                    <a:pt x="169" y="1181"/>
                  </a:lnTo>
                  <a:lnTo>
                    <a:pt x="169" y="1084"/>
                  </a:lnTo>
                  <a:lnTo>
                    <a:pt x="169" y="1036"/>
                  </a:lnTo>
                  <a:lnTo>
                    <a:pt x="169" y="940"/>
                  </a:lnTo>
                  <a:lnTo>
                    <a:pt x="169" y="771"/>
                  </a:lnTo>
                  <a:lnTo>
                    <a:pt x="193" y="603"/>
                  </a:lnTo>
                  <a:lnTo>
                    <a:pt x="217" y="531"/>
                  </a:lnTo>
                  <a:lnTo>
                    <a:pt x="265" y="458"/>
                  </a:lnTo>
                  <a:lnTo>
                    <a:pt x="386" y="362"/>
                  </a:lnTo>
                  <a:lnTo>
                    <a:pt x="482" y="290"/>
                  </a:lnTo>
                  <a:lnTo>
                    <a:pt x="602" y="242"/>
                  </a:lnTo>
                  <a:lnTo>
                    <a:pt x="723" y="194"/>
                  </a:lnTo>
                  <a:close/>
                  <a:moveTo>
                    <a:pt x="747" y="1"/>
                  </a:moveTo>
                  <a:lnTo>
                    <a:pt x="602" y="49"/>
                  </a:lnTo>
                  <a:lnTo>
                    <a:pt x="458" y="97"/>
                  </a:lnTo>
                  <a:lnTo>
                    <a:pt x="313" y="169"/>
                  </a:lnTo>
                  <a:lnTo>
                    <a:pt x="241" y="218"/>
                  </a:lnTo>
                  <a:lnTo>
                    <a:pt x="169" y="290"/>
                  </a:lnTo>
                  <a:lnTo>
                    <a:pt x="73" y="434"/>
                  </a:lnTo>
                  <a:lnTo>
                    <a:pt x="24" y="627"/>
                  </a:lnTo>
                  <a:lnTo>
                    <a:pt x="0" y="795"/>
                  </a:lnTo>
                  <a:lnTo>
                    <a:pt x="0" y="940"/>
                  </a:lnTo>
                  <a:lnTo>
                    <a:pt x="24" y="1108"/>
                  </a:lnTo>
                  <a:lnTo>
                    <a:pt x="24" y="1205"/>
                  </a:lnTo>
                  <a:lnTo>
                    <a:pt x="73" y="1301"/>
                  </a:lnTo>
                  <a:lnTo>
                    <a:pt x="121" y="1373"/>
                  </a:lnTo>
                  <a:lnTo>
                    <a:pt x="193" y="1445"/>
                  </a:lnTo>
                  <a:lnTo>
                    <a:pt x="289" y="1518"/>
                  </a:lnTo>
                  <a:lnTo>
                    <a:pt x="410" y="1590"/>
                  </a:lnTo>
                  <a:lnTo>
                    <a:pt x="554" y="1614"/>
                  </a:lnTo>
                  <a:lnTo>
                    <a:pt x="699" y="1638"/>
                  </a:lnTo>
                  <a:lnTo>
                    <a:pt x="963" y="1662"/>
                  </a:lnTo>
                  <a:lnTo>
                    <a:pt x="1060" y="1638"/>
                  </a:lnTo>
                  <a:lnTo>
                    <a:pt x="1132" y="1590"/>
                  </a:lnTo>
                  <a:lnTo>
                    <a:pt x="1373" y="1373"/>
                  </a:lnTo>
                  <a:lnTo>
                    <a:pt x="1469" y="1277"/>
                  </a:lnTo>
                  <a:lnTo>
                    <a:pt x="1517" y="1132"/>
                  </a:lnTo>
                  <a:lnTo>
                    <a:pt x="1565" y="964"/>
                  </a:lnTo>
                  <a:lnTo>
                    <a:pt x="1589" y="771"/>
                  </a:lnTo>
                  <a:lnTo>
                    <a:pt x="1541" y="531"/>
                  </a:lnTo>
                  <a:lnTo>
                    <a:pt x="1541" y="434"/>
                  </a:lnTo>
                  <a:lnTo>
                    <a:pt x="1493" y="338"/>
                  </a:lnTo>
                  <a:lnTo>
                    <a:pt x="1445" y="266"/>
                  </a:lnTo>
                  <a:lnTo>
                    <a:pt x="1373" y="218"/>
                  </a:lnTo>
                  <a:lnTo>
                    <a:pt x="1228" y="121"/>
                  </a:lnTo>
                  <a:lnTo>
                    <a:pt x="1084" y="49"/>
                  </a:lnTo>
                  <a:lnTo>
                    <a:pt x="9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9"/>
            <p:cNvSpPr/>
            <p:nvPr/>
          </p:nvSpPr>
          <p:spPr>
            <a:xfrm>
              <a:off x="2528675" y="2028750"/>
              <a:ext cx="13875" cy="15075"/>
            </a:xfrm>
            <a:custGeom>
              <a:avLst/>
              <a:gdLst/>
              <a:ahLst/>
              <a:cxnLst/>
              <a:rect l="l" t="t" r="r" b="b"/>
              <a:pathLst>
                <a:path w="555" h="603" extrusionOk="0">
                  <a:moveTo>
                    <a:pt x="314" y="169"/>
                  </a:moveTo>
                  <a:lnTo>
                    <a:pt x="386" y="193"/>
                  </a:lnTo>
                  <a:lnTo>
                    <a:pt x="410" y="242"/>
                  </a:lnTo>
                  <a:lnTo>
                    <a:pt x="410" y="290"/>
                  </a:lnTo>
                  <a:lnTo>
                    <a:pt x="386" y="338"/>
                  </a:lnTo>
                  <a:lnTo>
                    <a:pt x="338" y="434"/>
                  </a:lnTo>
                  <a:lnTo>
                    <a:pt x="290" y="458"/>
                  </a:lnTo>
                  <a:lnTo>
                    <a:pt x="218" y="458"/>
                  </a:lnTo>
                  <a:lnTo>
                    <a:pt x="194" y="434"/>
                  </a:lnTo>
                  <a:lnTo>
                    <a:pt x="194" y="410"/>
                  </a:lnTo>
                  <a:lnTo>
                    <a:pt x="194" y="362"/>
                  </a:lnTo>
                  <a:lnTo>
                    <a:pt x="194" y="290"/>
                  </a:lnTo>
                  <a:lnTo>
                    <a:pt x="218" y="217"/>
                  </a:lnTo>
                  <a:lnTo>
                    <a:pt x="266" y="169"/>
                  </a:lnTo>
                  <a:close/>
                  <a:moveTo>
                    <a:pt x="218" y="1"/>
                  </a:moveTo>
                  <a:lnTo>
                    <a:pt x="145" y="49"/>
                  </a:lnTo>
                  <a:lnTo>
                    <a:pt x="25" y="169"/>
                  </a:lnTo>
                  <a:lnTo>
                    <a:pt x="1" y="217"/>
                  </a:lnTo>
                  <a:lnTo>
                    <a:pt x="1" y="314"/>
                  </a:lnTo>
                  <a:lnTo>
                    <a:pt x="1" y="434"/>
                  </a:lnTo>
                  <a:lnTo>
                    <a:pt x="49" y="482"/>
                  </a:lnTo>
                  <a:lnTo>
                    <a:pt x="73" y="554"/>
                  </a:lnTo>
                  <a:lnTo>
                    <a:pt x="145" y="579"/>
                  </a:lnTo>
                  <a:lnTo>
                    <a:pt x="194" y="603"/>
                  </a:lnTo>
                  <a:lnTo>
                    <a:pt x="290" y="603"/>
                  </a:lnTo>
                  <a:lnTo>
                    <a:pt x="362" y="579"/>
                  </a:lnTo>
                  <a:lnTo>
                    <a:pt x="434" y="530"/>
                  </a:lnTo>
                  <a:lnTo>
                    <a:pt x="482" y="482"/>
                  </a:lnTo>
                  <a:lnTo>
                    <a:pt x="507" y="410"/>
                  </a:lnTo>
                  <a:lnTo>
                    <a:pt x="531" y="338"/>
                  </a:lnTo>
                  <a:lnTo>
                    <a:pt x="555" y="266"/>
                  </a:lnTo>
                  <a:lnTo>
                    <a:pt x="555" y="193"/>
                  </a:lnTo>
                  <a:lnTo>
                    <a:pt x="531" y="121"/>
                  </a:lnTo>
                  <a:lnTo>
                    <a:pt x="482" y="49"/>
                  </a:lnTo>
                  <a:lnTo>
                    <a:pt x="434" y="25"/>
                  </a:lnTo>
                  <a:lnTo>
                    <a:pt x="3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2"/>
        </a:solidFill>
        <a:effectLst/>
      </p:bgPr>
    </p:bg>
    <p:spTree>
      <p:nvGrpSpPr>
        <p:cNvPr id="1" name="Shape 484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850"/>
        <p:cNvGrpSpPr/>
        <p:nvPr/>
      </p:nvGrpSpPr>
      <p:grpSpPr>
        <a:xfrm>
          <a:off x="0" y="0"/>
          <a:ext cx="0" cy="0"/>
          <a:chOff x="0" y="0"/>
          <a:chExt cx="0" cy="0"/>
        </a:xfrm>
      </p:grpSpPr>
      <p:sp>
        <p:nvSpPr>
          <p:cNvPr id="4851" name="Google Shape;4851;p13"/>
          <p:cNvSpPr/>
          <p:nvPr/>
        </p:nvSpPr>
        <p:spPr>
          <a:xfrm>
            <a:off x="145650" y="119725"/>
            <a:ext cx="8852700" cy="490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13"/>
          <p:cNvSpPr txBox="1">
            <a:spLocks noGrp="1"/>
          </p:cNvSpPr>
          <p:nvPr>
            <p:ph type="title"/>
          </p:nvPr>
        </p:nvSpPr>
        <p:spPr>
          <a:xfrm>
            <a:off x="1921876" y="1289267"/>
            <a:ext cx="24900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853" name="Google Shape;4853;p13"/>
          <p:cNvSpPr txBox="1">
            <a:spLocks noGrp="1"/>
          </p:cNvSpPr>
          <p:nvPr>
            <p:ph type="subTitle" idx="1"/>
          </p:nvPr>
        </p:nvSpPr>
        <p:spPr>
          <a:xfrm>
            <a:off x="1921876" y="1681026"/>
            <a:ext cx="24900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54" name="Google Shape;4854;p13"/>
          <p:cNvSpPr txBox="1">
            <a:spLocks noGrp="1"/>
          </p:cNvSpPr>
          <p:nvPr>
            <p:ph type="title" idx="2"/>
          </p:nvPr>
        </p:nvSpPr>
        <p:spPr>
          <a:xfrm>
            <a:off x="5775224" y="1289267"/>
            <a:ext cx="24900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855" name="Google Shape;4855;p13"/>
          <p:cNvSpPr txBox="1">
            <a:spLocks noGrp="1"/>
          </p:cNvSpPr>
          <p:nvPr>
            <p:ph type="subTitle" idx="3"/>
          </p:nvPr>
        </p:nvSpPr>
        <p:spPr>
          <a:xfrm>
            <a:off x="5775226" y="1681026"/>
            <a:ext cx="24900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56" name="Google Shape;4856;p13"/>
          <p:cNvSpPr txBox="1">
            <a:spLocks noGrp="1"/>
          </p:cNvSpPr>
          <p:nvPr>
            <p:ph type="title" idx="4"/>
          </p:nvPr>
        </p:nvSpPr>
        <p:spPr>
          <a:xfrm>
            <a:off x="1921876" y="2380416"/>
            <a:ext cx="24900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857" name="Google Shape;4857;p13"/>
          <p:cNvSpPr txBox="1">
            <a:spLocks noGrp="1"/>
          </p:cNvSpPr>
          <p:nvPr>
            <p:ph type="subTitle" idx="5"/>
          </p:nvPr>
        </p:nvSpPr>
        <p:spPr>
          <a:xfrm>
            <a:off x="1921876" y="2772186"/>
            <a:ext cx="24900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58" name="Google Shape;4858;p13"/>
          <p:cNvSpPr txBox="1">
            <a:spLocks noGrp="1"/>
          </p:cNvSpPr>
          <p:nvPr>
            <p:ph type="title" idx="6"/>
          </p:nvPr>
        </p:nvSpPr>
        <p:spPr>
          <a:xfrm>
            <a:off x="5775224" y="2380416"/>
            <a:ext cx="24900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4859" name="Google Shape;4859;p13"/>
          <p:cNvSpPr txBox="1">
            <a:spLocks noGrp="1"/>
          </p:cNvSpPr>
          <p:nvPr>
            <p:ph type="subTitle" idx="7"/>
          </p:nvPr>
        </p:nvSpPr>
        <p:spPr>
          <a:xfrm>
            <a:off x="5775226" y="2772186"/>
            <a:ext cx="24900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60" name="Google Shape;4860;p13"/>
          <p:cNvSpPr txBox="1">
            <a:spLocks noGrp="1"/>
          </p:cNvSpPr>
          <p:nvPr>
            <p:ph type="title" idx="8" hasCustomPrompt="1"/>
          </p:nvPr>
        </p:nvSpPr>
        <p:spPr>
          <a:xfrm>
            <a:off x="878775" y="1589975"/>
            <a:ext cx="1048200" cy="434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861" name="Google Shape;4861;p13"/>
          <p:cNvSpPr txBox="1">
            <a:spLocks noGrp="1"/>
          </p:cNvSpPr>
          <p:nvPr>
            <p:ph type="title" idx="9" hasCustomPrompt="1"/>
          </p:nvPr>
        </p:nvSpPr>
        <p:spPr>
          <a:xfrm>
            <a:off x="878775" y="2662760"/>
            <a:ext cx="1048200" cy="4275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862" name="Google Shape;4862;p13"/>
          <p:cNvSpPr txBox="1">
            <a:spLocks noGrp="1"/>
          </p:cNvSpPr>
          <p:nvPr>
            <p:ph type="title" idx="13" hasCustomPrompt="1"/>
          </p:nvPr>
        </p:nvSpPr>
        <p:spPr>
          <a:xfrm>
            <a:off x="4728950" y="1589975"/>
            <a:ext cx="1048200" cy="434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863" name="Google Shape;4863;p13"/>
          <p:cNvSpPr txBox="1">
            <a:spLocks noGrp="1"/>
          </p:cNvSpPr>
          <p:nvPr>
            <p:ph type="title" idx="14" hasCustomPrompt="1"/>
          </p:nvPr>
        </p:nvSpPr>
        <p:spPr>
          <a:xfrm>
            <a:off x="4728950" y="2662760"/>
            <a:ext cx="1048200" cy="4275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864" name="Google Shape;4864;p13"/>
          <p:cNvSpPr txBox="1">
            <a:spLocks noGrp="1"/>
          </p:cNvSpPr>
          <p:nvPr>
            <p:ph type="title" idx="15"/>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grpSp>
        <p:nvGrpSpPr>
          <p:cNvPr id="4865" name="Google Shape;4865;p13"/>
          <p:cNvGrpSpPr/>
          <p:nvPr/>
        </p:nvGrpSpPr>
        <p:grpSpPr>
          <a:xfrm rot="-5400000">
            <a:off x="-1082844" y="4056866"/>
            <a:ext cx="3605682" cy="3438414"/>
            <a:chOff x="1781825" y="1787425"/>
            <a:chExt cx="804050" cy="766750"/>
          </a:xfrm>
        </p:grpSpPr>
        <p:sp>
          <p:nvSpPr>
            <p:cNvPr id="4866" name="Google Shape;4866;p13"/>
            <p:cNvSpPr/>
            <p:nvPr/>
          </p:nvSpPr>
          <p:spPr>
            <a:xfrm>
              <a:off x="1797450" y="2122050"/>
              <a:ext cx="356325" cy="331625"/>
            </a:xfrm>
            <a:custGeom>
              <a:avLst/>
              <a:gdLst/>
              <a:ahLst/>
              <a:cxnLst/>
              <a:rect l="l" t="t" r="r" b="b"/>
              <a:pathLst>
                <a:path w="14253" h="13265" extrusionOk="0">
                  <a:moveTo>
                    <a:pt x="9799" y="0"/>
                  </a:moveTo>
                  <a:lnTo>
                    <a:pt x="9197" y="72"/>
                  </a:lnTo>
                  <a:lnTo>
                    <a:pt x="8547" y="169"/>
                  </a:lnTo>
                  <a:lnTo>
                    <a:pt x="7993" y="313"/>
                  </a:lnTo>
                  <a:lnTo>
                    <a:pt x="7464" y="482"/>
                  </a:lnTo>
                  <a:lnTo>
                    <a:pt x="6934" y="674"/>
                  </a:lnTo>
                  <a:lnTo>
                    <a:pt x="6428" y="891"/>
                  </a:lnTo>
                  <a:lnTo>
                    <a:pt x="5923" y="1132"/>
                  </a:lnTo>
                  <a:lnTo>
                    <a:pt x="5441" y="1420"/>
                  </a:lnTo>
                  <a:lnTo>
                    <a:pt x="4960" y="1709"/>
                  </a:lnTo>
                  <a:lnTo>
                    <a:pt x="4503" y="2022"/>
                  </a:lnTo>
                  <a:lnTo>
                    <a:pt x="4045" y="2359"/>
                  </a:lnTo>
                  <a:lnTo>
                    <a:pt x="3636" y="2720"/>
                  </a:lnTo>
                  <a:lnTo>
                    <a:pt x="3203" y="3082"/>
                  </a:lnTo>
                  <a:lnTo>
                    <a:pt x="2817" y="3491"/>
                  </a:lnTo>
                  <a:lnTo>
                    <a:pt x="2432" y="3900"/>
                  </a:lnTo>
                  <a:lnTo>
                    <a:pt x="2071" y="4333"/>
                  </a:lnTo>
                  <a:lnTo>
                    <a:pt x="1734" y="4767"/>
                  </a:lnTo>
                  <a:lnTo>
                    <a:pt x="1397" y="5224"/>
                  </a:lnTo>
                  <a:lnTo>
                    <a:pt x="1181" y="5513"/>
                  </a:lnTo>
                  <a:lnTo>
                    <a:pt x="988" y="5826"/>
                  </a:lnTo>
                  <a:lnTo>
                    <a:pt x="819" y="6139"/>
                  </a:lnTo>
                  <a:lnTo>
                    <a:pt x="651" y="6452"/>
                  </a:lnTo>
                  <a:lnTo>
                    <a:pt x="506" y="6789"/>
                  </a:lnTo>
                  <a:lnTo>
                    <a:pt x="386" y="7126"/>
                  </a:lnTo>
                  <a:lnTo>
                    <a:pt x="266" y="7463"/>
                  </a:lnTo>
                  <a:lnTo>
                    <a:pt x="169" y="7800"/>
                  </a:lnTo>
                  <a:lnTo>
                    <a:pt x="97" y="8137"/>
                  </a:lnTo>
                  <a:lnTo>
                    <a:pt x="49" y="8498"/>
                  </a:lnTo>
                  <a:lnTo>
                    <a:pt x="25" y="8835"/>
                  </a:lnTo>
                  <a:lnTo>
                    <a:pt x="1" y="9172"/>
                  </a:lnTo>
                  <a:lnTo>
                    <a:pt x="1" y="9509"/>
                  </a:lnTo>
                  <a:lnTo>
                    <a:pt x="25" y="9822"/>
                  </a:lnTo>
                  <a:lnTo>
                    <a:pt x="73" y="10159"/>
                  </a:lnTo>
                  <a:lnTo>
                    <a:pt x="145" y="10472"/>
                  </a:lnTo>
                  <a:lnTo>
                    <a:pt x="218" y="10761"/>
                  </a:lnTo>
                  <a:lnTo>
                    <a:pt x="338" y="11050"/>
                  </a:lnTo>
                  <a:lnTo>
                    <a:pt x="458" y="11339"/>
                  </a:lnTo>
                  <a:lnTo>
                    <a:pt x="627" y="11603"/>
                  </a:lnTo>
                  <a:lnTo>
                    <a:pt x="795" y="11868"/>
                  </a:lnTo>
                  <a:lnTo>
                    <a:pt x="988" y="12085"/>
                  </a:lnTo>
                  <a:lnTo>
                    <a:pt x="1205" y="12302"/>
                  </a:lnTo>
                  <a:lnTo>
                    <a:pt x="1445" y="12518"/>
                  </a:lnTo>
                  <a:lnTo>
                    <a:pt x="1710" y="12687"/>
                  </a:lnTo>
                  <a:lnTo>
                    <a:pt x="1999" y="12855"/>
                  </a:lnTo>
                  <a:lnTo>
                    <a:pt x="2312" y="12976"/>
                  </a:lnTo>
                  <a:lnTo>
                    <a:pt x="2649" y="13096"/>
                  </a:lnTo>
                  <a:lnTo>
                    <a:pt x="3010" y="13168"/>
                  </a:lnTo>
                  <a:lnTo>
                    <a:pt x="3395" y="13240"/>
                  </a:lnTo>
                  <a:lnTo>
                    <a:pt x="3804" y="13264"/>
                  </a:lnTo>
                  <a:lnTo>
                    <a:pt x="4238" y="13264"/>
                  </a:lnTo>
                  <a:lnTo>
                    <a:pt x="4743" y="13240"/>
                  </a:lnTo>
                  <a:lnTo>
                    <a:pt x="5249" y="13168"/>
                  </a:lnTo>
                  <a:lnTo>
                    <a:pt x="5730" y="13072"/>
                  </a:lnTo>
                  <a:lnTo>
                    <a:pt x="6212" y="12951"/>
                  </a:lnTo>
                  <a:lnTo>
                    <a:pt x="6693" y="12807"/>
                  </a:lnTo>
                  <a:lnTo>
                    <a:pt x="7151" y="12639"/>
                  </a:lnTo>
                  <a:lnTo>
                    <a:pt x="7608" y="12446"/>
                  </a:lnTo>
                  <a:lnTo>
                    <a:pt x="8065" y="12253"/>
                  </a:lnTo>
                  <a:lnTo>
                    <a:pt x="8523" y="12013"/>
                  </a:lnTo>
                  <a:lnTo>
                    <a:pt x="8956" y="11748"/>
                  </a:lnTo>
                  <a:lnTo>
                    <a:pt x="9365" y="11483"/>
                  </a:lnTo>
                  <a:lnTo>
                    <a:pt x="9775" y="11194"/>
                  </a:lnTo>
                  <a:lnTo>
                    <a:pt x="10184" y="10905"/>
                  </a:lnTo>
                  <a:lnTo>
                    <a:pt x="10569" y="10592"/>
                  </a:lnTo>
                  <a:lnTo>
                    <a:pt x="10954" y="10255"/>
                  </a:lnTo>
                  <a:lnTo>
                    <a:pt x="11315" y="9918"/>
                  </a:lnTo>
                  <a:lnTo>
                    <a:pt x="11676" y="9557"/>
                  </a:lnTo>
                  <a:lnTo>
                    <a:pt x="12038" y="9196"/>
                  </a:lnTo>
                  <a:lnTo>
                    <a:pt x="12375" y="8787"/>
                  </a:lnTo>
                  <a:lnTo>
                    <a:pt x="12688" y="8378"/>
                  </a:lnTo>
                  <a:lnTo>
                    <a:pt x="12952" y="7968"/>
                  </a:lnTo>
                  <a:lnTo>
                    <a:pt x="13217" y="7535"/>
                  </a:lnTo>
                  <a:lnTo>
                    <a:pt x="13434" y="7102"/>
                  </a:lnTo>
                  <a:lnTo>
                    <a:pt x="13650" y="6644"/>
                  </a:lnTo>
                  <a:lnTo>
                    <a:pt x="13819" y="6211"/>
                  </a:lnTo>
                  <a:lnTo>
                    <a:pt x="13963" y="5754"/>
                  </a:lnTo>
                  <a:lnTo>
                    <a:pt x="14084" y="5296"/>
                  </a:lnTo>
                  <a:lnTo>
                    <a:pt x="14156" y="4863"/>
                  </a:lnTo>
                  <a:lnTo>
                    <a:pt x="14228" y="4406"/>
                  </a:lnTo>
                  <a:lnTo>
                    <a:pt x="14252" y="3972"/>
                  </a:lnTo>
                  <a:lnTo>
                    <a:pt x="14228" y="3563"/>
                  </a:lnTo>
                  <a:lnTo>
                    <a:pt x="14204" y="3154"/>
                  </a:lnTo>
                  <a:lnTo>
                    <a:pt x="14132" y="2744"/>
                  </a:lnTo>
                  <a:lnTo>
                    <a:pt x="14012" y="2359"/>
                  </a:lnTo>
                  <a:lnTo>
                    <a:pt x="13867" y="1998"/>
                  </a:lnTo>
                  <a:lnTo>
                    <a:pt x="13699" y="1661"/>
                  </a:lnTo>
                  <a:lnTo>
                    <a:pt x="13482" y="1348"/>
                  </a:lnTo>
                  <a:lnTo>
                    <a:pt x="13217" y="1059"/>
                  </a:lnTo>
                  <a:lnTo>
                    <a:pt x="12928" y="819"/>
                  </a:lnTo>
                  <a:lnTo>
                    <a:pt x="12615" y="578"/>
                  </a:lnTo>
                  <a:lnTo>
                    <a:pt x="12254" y="385"/>
                  </a:lnTo>
                  <a:lnTo>
                    <a:pt x="11845" y="241"/>
                  </a:lnTo>
                  <a:lnTo>
                    <a:pt x="11388" y="121"/>
                  </a:lnTo>
                  <a:lnTo>
                    <a:pt x="10906" y="24"/>
                  </a:lnTo>
                  <a:lnTo>
                    <a:pt x="103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13"/>
            <p:cNvSpPr/>
            <p:nvPr/>
          </p:nvSpPr>
          <p:spPr>
            <a:xfrm>
              <a:off x="2080925" y="2161150"/>
              <a:ext cx="9050" cy="15675"/>
            </a:xfrm>
            <a:custGeom>
              <a:avLst/>
              <a:gdLst/>
              <a:ahLst/>
              <a:cxnLst/>
              <a:rect l="l" t="t" r="r" b="b"/>
              <a:pathLst>
                <a:path w="362" h="627" extrusionOk="0">
                  <a:moveTo>
                    <a:pt x="289" y="1"/>
                  </a:moveTo>
                  <a:lnTo>
                    <a:pt x="241" y="25"/>
                  </a:lnTo>
                  <a:lnTo>
                    <a:pt x="193" y="97"/>
                  </a:lnTo>
                  <a:lnTo>
                    <a:pt x="73" y="266"/>
                  </a:lnTo>
                  <a:lnTo>
                    <a:pt x="0" y="386"/>
                  </a:lnTo>
                  <a:lnTo>
                    <a:pt x="25" y="482"/>
                  </a:lnTo>
                  <a:lnTo>
                    <a:pt x="73" y="579"/>
                  </a:lnTo>
                  <a:lnTo>
                    <a:pt x="97" y="627"/>
                  </a:lnTo>
                  <a:lnTo>
                    <a:pt x="145" y="627"/>
                  </a:lnTo>
                  <a:lnTo>
                    <a:pt x="169" y="579"/>
                  </a:lnTo>
                  <a:lnTo>
                    <a:pt x="145" y="506"/>
                  </a:lnTo>
                  <a:lnTo>
                    <a:pt x="169" y="458"/>
                  </a:lnTo>
                  <a:lnTo>
                    <a:pt x="193" y="386"/>
                  </a:lnTo>
                  <a:lnTo>
                    <a:pt x="217" y="338"/>
                  </a:lnTo>
                  <a:lnTo>
                    <a:pt x="313" y="242"/>
                  </a:lnTo>
                  <a:lnTo>
                    <a:pt x="362" y="169"/>
                  </a:lnTo>
                  <a:lnTo>
                    <a:pt x="362" y="121"/>
                  </a:lnTo>
                  <a:lnTo>
                    <a:pt x="337" y="25"/>
                  </a:lnTo>
                  <a:lnTo>
                    <a:pt x="28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13"/>
            <p:cNvSpPr/>
            <p:nvPr/>
          </p:nvSpPr>
          <p:spPr>
            <a:xfrm>
              <a:off x="2144125" y="2205700"/>
              <a:ext cx="7225" cy="8450"/>
            </a:xfrm>
            <a:custGeom>
              <a:avLst/>
              <a:gdLst/>
              <a:ahLst/>
              <a:cxnLst/>
              <a:rect l="l" t="t" r="r" b="b"/>
              <a:pathLst>
                <a:path w="289" h="338" extrusionOk="0">
                  <a:moveTo>
                    <a:pt x="72" y="0"/>
                  </a:moveTo>
                  <a:lnTo>
                    <a:pt x="24" y="24"/>
                  </a:lnTo>
                  <a:lnTo>
                    <a:pt x="0" y="73"/>
                  </a:lnTo>
                  <a:lnTo>
                    <a:pt x="0" y="145"/>
                  </a:lnTo>
                  <a:lnTo>
                    <a:pt x="0" y="241"/>
                  </a:lnTo>
                  <a:lnTo>
                    <a:pt x="48" y="313"/>
                  </a:lnTo>
                  <a:lnTo>
                    <a:pt x="120" y="337"/>
                  </a:lnTo>
                  <a:lnTo>
                    <a:pt x="193" y="337"/>
                  </a:lnTo>
                  <a:lnTo>
                    <a:pt x="265" y="313"/>
                  </a:lnTo>
                  <a:lnTo>
                    <a:pt x="289" y="289"/>
                  </a:lnTo>
                  <a:lnTo>
                    <a:pt x="265" y="241"/>
                  </a:lnTo>
                  <a:lnTo>
                    <a:pt x="169" y="169"/>
                  </a:lnTo>
                  <a:lnTo>
                    <a:pt x="145" y="145"/>
                  </a:lnTo>
                  <a:lnTo>
                    <a:pt x="145" y="121"/>
                  </a:lnTo>
                  <a:lnTo>
                    <a:pt x="193" y="97"/>
                  </a:lnTo>
                  <a:lnTo>
                    <a:pt x="217" y="48"/>
                  </a:lnTo>
                  <a:lnTo>
                    <a:pt x="217" y="24"/>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13"/>
            <p:cNvSpPr/>
            <p:nvPr/>
          </p:nvSpPr>
          <p:spPr>
            <a:xfrm>
              <a:off x="2092950" y="2144900"/>
              <a:ext cx="8450" cy="9075"/>
            </a:xfrm>
            <a:custGeom>
              <a:avLst/>
              <a:gdLst/>
              <a:ahLst/>
              <a:cxnLst/>
              <a:rect l="l" t="t" r="r" b="b"/>
              <a:pathLst>
                <a:path w="338" h="363" extrusionOk="0">
                  <a:moveTo>
                    <a:pt x="218" y="1"/>
                  </a:moveTo>
                  <a:lnTo>
                    <a:pt x="169" y="25"/>
                  </a:lnTo>
                  <a:lnTo>
                    <a:pt x="25" y="25"/>
                  </a:lnTo>
                  <a:lnTo>
                    <a:pt x="1" y="73"/>
                  </a:lnTo>
                  <a:lnTo>
                    <a:pt x="49" y="145"/>
                  </a:lnTo>
                  <a:lnTo>
                    <a:pt x="73" y="194"/>
                  </a:lnTo>
                  <a:lnTo>
                    <a:pt x="49" y="266"/>
                  </a:lnTo>
                  <a:lnTo>
                    <a:pt x="73" y="314"/>
                  </a:lnTo>
                  <a:lnTo>
                    <a:pt x="97" y="338"/>
                  </a:lnTo>
                  <a:lnTo>
                    <a:pt x="145" y="362"/>
                  </a:lnTo>
                  <a:lnTo>
                    <a:pt x="169" y="338"/>
                  </a:lnTo>
                  <a:lnTo>
                    <a:pt x="193" y="290"/>
                  </a:lnTo>
                  <a:lnTo>
                    <a:pt x="218" y="218"/>
                  </a:lnTo>
                  <a:lnTo>
                    <a:pt x="242" y="194"/>
                  </a:lnTo>
                  <a:lnTo>
                    <a:pt x="290" y="194"/>
                  </a:lnTo>
                  <a:lnTo>
                    <a:pt x="314" y="169"/>
                  </a:lnTo>
                  <a:lnTo>
                    <a:pt x="338" y="145"/>
                  </a:lnTo>
                  <a:lnTo>
                    <a:pt x="338" y="97"/>
                  </a:lnTo>
                  <a:lnTo>
                    <a:pt x="314" y="73"/>
                  </a:lnTo>
                  <a:lnTo>
                    <a:pt x="242" y="25"/>
                  </a:lnTo>
                  <a:lnTo>
                    <a:pt x="21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13"/>
            <p:cNvSpPr/>
            <p:nvPr/>
          </p:nvSpPr>
          <p:spPr>
            <a:xfrm>
              <a:off x="2068275" y="2297175"/>
              <a:ext cx="9050" cy="6050"/>
            </a:xfrm>
            <a:custGeom>
              <a:avLst/>
              <a:gdLst/>
              <a:ahLst/>
              <a:cxnLst/>
              <a:rect l="l" t="t" r="r" b="b"/>
              <a:pathLst>
                <a:path w="362" h="242" extrusionOk="0">
                  <a:moveTo>
                    <a:pt x="266" y="0"/>
                  </a:moveTo>
                  <a:lnTo>
                    <a:pt x="193" y="24"/>
                  </a:lnTo>
                  <a:lnTo>
                    <a:pt x="25" y="24"/>
                  </a:lnTo>
                  <a:lnTo>
                    <a:pt x="1" y="73"/>
                  </a:lnTo>
                  <a:lnTo>
                    <a:pt x="1" y="97"/>
                  </a:lnTo>
                  <a:lnTo>
                    <a:pt x="49" y="145"/>
                  </a:lnTo>
                  <a:lnTo>
                    <a:pt x="97" y="193"/>
                  </a:lnTo>
                  <a:lnTo>
                    <a:pt x="145" y="217"/>
                  </a:lnTo>
                  <a:lnTo>
                    <a:pt x="218" y="241"/>
                  </a:lnTo>
                  <a:lnTo>
                    <a:pt x="290" y="217"/>
                  </a:lnTo>
                  <a:lnTo>
                    <a:pt x="338" y="169"/>
                  </a:lnTo>
                  <a:lnTo>
                    <a:pt x="362" y="121"/>
                  </a:lnTo>
                  <a:lnTo>
                    <a:pt x="362" y="73"/>
                  </a:lnTo>
                  <a:lnTo>
                    <a:pt x="338" y="49"/>
                  </a:lnTo>
                  <a:lnTo>
                    <a:pt x="31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13"/>
            <p:cNvSpPr/>
            <p:nvPr/>
          </p:nvSpPr>
          <p:spPr>
            <a:xfrm>
              <a:off x="2001475" y="2168975"/>
              <a:ext cx="7850" cy="6050"/>
            </a:xfrm>
            <a:custGeom>
              <a:avLst/>
              <a:gdLst/>
              <a:ahLst/>
              <a:cxnLst/>
              <a:rect l="l" t="t" r="r" b="b"/>
              <a:pathLst>
                <a:path w="314" h="242" extrusionOk="0">
                  <a:moveTo>
                    <a:pt x="169" y="1"/>
                  </a:moveTo>
                  <a:lnTo>
                    <a:pt x="121" y="25"/>
                  </a:lnTo>
                  <a:lnTo>
                    <a:pt x="49" y="49"/>
                  </a:lnTo>
                  <a:lnTo>
                    <a:pt x="25" y="97"/>
                  </a:lnTo>
                  <a:lnTo>
                    <a:pt x="1" y="145"/>
                  </a:lnTo>
                  <a:lnTo>
                    <a:pt x="25" y="193"/>
                  </a:lnTo>
                  <a:lnTo>
                    <a:pt x="49" y="242"/>
                  </a:lnTo>
                  <a:lnTo>
                    <a:pt x="217" y="242"/>
                  </a:lnTo>
                  <a:lnTo>
                    <a:pt x="290" y="169"/>
                  </a:lnTo>
                  <a:lnTo>
                    <a:pt x="314" y="145"/>
                  </a:lnTo>
                  <a:lnTo>
                    <a:pt x="290" y="97"/>
                  </a:lnTo>
                  <a:lnTo>
                    <a:pt x="290" y="73"/>
                  </a:lnTo>
                  <a:lnTo>
                    <a:pt x="241"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13"/>
            <p:cNvSpPr/>
            <p:nvPr/>
          </p:nvSpPr>
          <p:spPr>
            <a:xfrm>
              <a:off x="2065875" y="2247225"/>
              <a:ext cx="7250" cy="7250"/>
            </a:xfrm>
            <a:custGeom>
              <a:avLst/>
              <a:gdLst/>
              <a:ahLst/>
              <a:cxnLst/>
              <a:rect l="l" t="t" r="r" b="b"/>
              <a:pathLst>
                <a:path w="290" h="290" extrusionOk="0">
                  <a:moveTo>
                    <a:pt x="145" y="0"/>
                  </a:moveTo>
                  <a:lnTo>
                    <a:pt x="97" y="24"/>
                  </a:lnTo>
                  <a:lnTo>
                    <a:pt x="25" y="97"/>
                  </a:lnTo>
                  <a:lnTo>
                    <a:pt x="1" y="145"/>
                  </a:lnTo>
                  <a:lnTo>
                    <a:pt x="1" y="193"/>
                  </a:lnTo>
                  <a:lnTo>
                    <a:pt x="25" y="265"/>
                  </a:lnTo>
                  <a:lnTo>
                    <a:pt x="73" y="289"/>
                  </a:lnTo>
                  <a:lnTo>
                    <a:pt x="121" y="265"/>
                  </a:lnTo>
                  <a:lnTo>
                    <a:pt x="169" y="241"/>
                  </a:lnTo>
                  <a:lnTo>
                    <a:pt x="241" y="145"/>
                  </a:lnTo>
                  <a:lnTo>
                    <a:pt x="289" y="48"/>
                  </a:lnTo>
                  <a:lnTo>
                    <a:pt x="24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13"/>
            <p:cNvSpPr/>
            <p:nvPr/>
          </p:nvSpPr>
          <p:spPr>
            <a:xfrm>
              <a:off x="2032175" y="2327875"/>
              <a:ext cx="5450" cy="6025"/>
            </a:xfrm>
            <a:custGeom>
              <a:avLst/>
              <a:gdLst/>
              <a:ahLst/>
              <a:cxnLst/>
              <a:rect l="l" t="t" r="r" b="b"/>
              <a:pathLst>
                <a:path w="218" h="241" extrusionOk="0">
                  <a:moveTo>
                    <a:pt x="97" y="0"/>
                  </a:moveTo>
                  <a:lnTo>
                    <a:pt x="49" y="24"/>
                  </a:lnTo>
                  <a:lnTo>
                    <a:pt x="25" y="48"/>
                  </a:lnTo>
                  <a:lnTo>
                    <a:pt x="0" y="72"/>
                  </a:lnTo>
                  <a:lnTo>
                    <a:pt x="0" y="121"/>
                  </a:lnTo>
                  <a:lnTo>
                    <a:pt x="49" y="193"/>
                  </a:lnTo>
                  <a:lnTo>
                    <a:pt x="73" y="217"/>
                  </a:lnTo>
                  <a:lnTo>
                    <a:pt x="121" y="241"/>
                  </a:lnTo>
                  <a:lnTo>
                    <a:pt x="169" y="217"/>
                  </a:lnTo>
                  <a:lnTo>
                    <a:pt x="217" y="193"/>
                  </a:lnTo>
                  <a:lnTo>
                    <a:pt x="217" y="145"/>
                  </a:lnTo>
                  <a:lnTo>
                    <a:pt x="217" y="96"/>
                  </a:lnTo>
                  <a:lnTo>
                    <a:pt x="217" y="72"/>
                  </a:lnTo>
                  <a:lnTo>
                    <a:pt x="193"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13"/>
            <p:cNvSpPr/>
            <p:nvPr/>
          </p:nvSpPr>
          <p:spPr>
            <a:xfrm>
              <a:off x="2041200" y="2200275"/>
              <a:ext cx="6650" cy="5450"/>
            </a:xfrm>
            <a:custGeom>
              <a:avLst/>
              <a:gdLst/>
              <a:ahLst/>
              <a:cxnLst/>
              <a:rect l="l" t="t" r="r" b="b"/>
              <a:pathLst>
                <a:path w="266" h="218" extrusionOk="0">
                  <a:moveTo>
                    <a:pt x="97" y="1"/>
                  </a:moveTo>
                  <a:lnTo>
                    <a:pt x="73" y="49"/>
                  </a:lnTo>
                  <a:lnTo>
                    <a:pt x="1" y="193"/>
                  </a:lnTo>
                  <a:lnTo>
                    <a:pt x="97" y="217"/>
                  </a:lnTo>
                  <a:lnTo>
                    <a:pt x="193" y="217"/>
                  </a:lnTo>
                  <a:lnTo>
                    <a:pt x="241" y="193"/>
                  </a:lnTo>
                  <a:lnTo>
                    <a:pt x="265" y="145"/>
                  </a:lnTo>
                  <a:lnTo>
                    <a:pt x="241"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13"/>
            <p:cNvSpPr/>
            <p:nvPr/>
          </p:nvSpPr>
          <p:spPr>
            <a:xfrm>
              <a:off x="2105000" y="2178625"/>
              <a:ext cx="5450" cy="6025"/>
            </a:xfrm>
            <a:custGeom>
              <a:avLst/>
              <a:gdLst/>
              <a:ahLst/>
              <a:cxnLst/>
              <a:rect l="l" t="t" r="r" b="b"/>
              <a:pathLst>
                <a:path w="218" h="241" extrusionOk="0">
                  <a:moveTo>
                    <a:pt x="97" y="0"/>
                  </a:moveTo>
                  <a:lnTo>
                    <a:pt x="24" y="48"/>
                  </a:lnTo>
                  <a:lnTo>
                    <a:pt x="0" y="96"/>
                  </a:lnTo>
                  <a:lnTo>
                    <a:pt x="0" y="144"/>
                  </a:lnTo>
                  <a:lnTo>
                    <a:pt x="49" y="193"/>
                  </a:lnTo>
                  <a:lnTo>
                    <a:pt x="97" y="241"/>
                  </a:lnTo>
                  <a:lnTo>
                    <a:pt x="145" y="241"/>
                  </a:lnTo>
                  <a:lnTo>
                    <a:pt x="193" y="217"/>
                  </a:lnTo>
                  <a:lnTo>
                    <a:pt x="217" y="144"/>
                  </a:lnTo>
                  <a:lnTo>
                    <a:pt x="217" y="96"/>
                  </a:lnTo>
                  <a:lnTo>
                    <a:pt x="193" y="48"/>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13"/>
            <p:cNvSpPr/>
            <p:nvPr/>
          </p:nvSpPr>
          <p:spPr>
            <a:xfrm>
              <a:off x="2069500" y="2214725"/>
              <a:ext cx="7225" cy="6050"/>
            </a:xfrm>
            <a:custGeom>
              <a:avLst/>
              <a:gdLst/>
              <a:ahLst/>
              <a:cxnLst/>
              <a:rect l="l" t="t" r="r" b="b"/>
              <a:pathLst>
                <a:path w="289" h="242" extrusionOk="0">
                  <a:moveTo>
                    <a:pt x="24" y="0"/>
                  </a:moveTo>
                  <a:lnTo>
                    <a:pt x="0" y="24"/>
                  </a:lnTo>
                  <a:lnTo>
                    <a:pt x="0" y="73"/>
                  </a:lnTo>
                  <a:lnTo>
                    <a:pt x="48" y="121"/>
                  </a:lnTo>
                  <a:lnTo>
                    <a:pt x="120" y="217"/>
                  </a:lnTo>
                  <a:lnTo>
                    <a:pt x="169" y="241"/>
                  </a:lnTo>
                  <a:lnTo>
                    <a:pt x="217" y="241"/>
                  </a:lnTo>
                  <a:lnTo>
                    <a:pt x="265" y="217"/>
                  </a:lnTo>
                  <a:lnTo>
                    <a:pt x="289" y="169"/>
                  </a:lnTo>
                  <a:lnTo>
                    <a:pt x="289" y="121"/>
                  </a:lnTo>
                  <a:lnTo>
                    <a:pt x="241" y="97"/>
                  </a:lnTo>
                  <a:lnTo>
                    <a:pt x="169"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13"/>
            <p:cNvSpPr/>
            <p:nvPr/>
          </p:nvSpPr>
          <p:spPr>
            <a:xfrm>
              <a:off x="2126675" y="2214725"/>
              <a:ext cx="5425" cy="6050"/>
            </a:xfrm>
            <a:custGeom>
              <a:avLst/>
              <a:gdLst/>
              <a:ahLst/>
              <a:cxnLst/>
              <a:rect l="l" t="t" r="r" b="b"/>
              <a:pathLst>
                <a:path w="217" h="242" extrusionOk="0">
                  <a:moveTo>
                    <a:pt x="72" y="0"/>
                  </a:moveTo>
                  <a:lnTo>
                    <a:pt x="24" y="24"/>
                  </a:lnTo>
                  <a:lnTo>
                    <a:pt x="0" y="97"/>
                  </a:lnTo>
                  <a:lnTo>
                    <a:pt x="0" y="169"/>
                  </a:lnTo>
                  <a:lnTo>
                    <a:pt x="48" y="217"/>
                  </a:lnTo>
                  <a:lnTo>
                    <a:pt x="120" y="241"/>
                  </a:lnTo>
                  <a:lnTo>
                    <a:pt x="193" y="241"/>
                  </a:lnTo>
                  <a:lnTo>
                    <a:pt x="217" y="217"/>
                  </a:lnTo>
                  <a:lnTo>
                    <a:pt x="217" y="193"/>
                  </a:lnTo>
                  <a:lnTo>
                    <a:pt x="217" y="121"/>
                  </a:lnTo>
                  <a:lnTo>
                    <a:pt x="193" y="49"/>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13"/>
            <p:cNvSpPr/>
            <p:nvPr/>
          </p:nvSpPr>
          <p:spPr>
            <a:xfrm>
              <a:off x="2055650" y="2222550"/>
              <a:ext cx="6050" cy="5450"/>
            </a:xfrm>
            <a:custGeom>
              <a:avLst/>
              <a:gdLst/>
              <a:ahLst/>
              <a:cxnLst/>
              <a:rect l="l" t="t" r="r" b="b"/>
              <a:pathLst>
                <a:path w="242" h="218" extrusionOk="0">
                  <a:moveTo>
                    <a:pt x="145" y="0"/>
                  </a:moveTo>
                  <a:lnTo>
                    <a:pt x="73" y="24"/>
                  </a:lnTo>
                  <a:lnTo>
                    <a:pt x="24" y="48"/>
                  </a:lnTo>
                  <a:lnTo>
                    <a:pt x="0" y="97"/>
                  </a:lnTo>
                  <a:lnTo>
                    <a:pt x="0" y="121"/>
                  </a:lnTo>
                  <a:lnTo>
                    <a:pt x="24" y="145"/>
                  </a:lnTo>
                  <a:lnTo>
                    <a:pt x="48" y="169"/>
                  </a:lnTo>
                  <a:lnTo>
                    <a:pt x="217" y="217"/>
                  </a:lnTo>
                  <a:lnTo>
                    <a:pt x="241" y="121"/>
                  </a:lnTo>
                  <a:lnTo>
                    <a:pt x="241" y="73"/>
                  </a:lnTo>
                  <a:lnTo>
                    <a:pt x="241"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13"/>
            <p:cNvSpPr/>
            <p:nvPr/>
          </p:nvSpPr>
          <p:spPr>
            <a:xfrm>
              <a:off x="2034575" y="2168975"/>
              <a:ext cx="4850" cy="8450"/>
            </a:xfrm>
            <a:custGeom>
              <a:avLst/>
              <a:gdLst/>
              <a:ahLst/>
              <a:cxnLst/>
              <a:rect l="l" t="t" r="r" b="b"/>
              <a:pathLst>
                <a:path w="194" h="338" extrusionOk="0">
                  <a:moveTo>
                    <a:pt x="145" y="1"/>
                  </a:moveTo>
                  <a:lnTo>
                    <a:pt x="97" y="25"/>
                  </a:lnTo>
                  <a:lnTo>
                    <a:pt x="73" y="49"/>
                  </a:lnTo>
                  <a:lnTo>
                    <a:pt x="25" y="145"/>
                  </a:lnTo>
                  <a:lnTo>
                    <a:pt x="1" y="266"/>
                  </a:lnTo>
                  <a:lnTo>
                    <a:pt x="25" y="314"/>
                  </a:lnTo>
                  <a:lnTo>
                    <a:pt x="73" y="338"/>
                  </a:lnTo>
                  <a:lnTo>
                    <a:pt x="97" y="338"/>
                  </a:lnTo>
                  <a:lnTo>
                    <a:pt x="121" y="290"/>
                  </a:lnTo>
                  <a:lnTo>
                    <a:pt x="169" y="218"/>
                  </a:lnTo>
                  <a:lnTo>
                    <a:pt x="193" y="97"/>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13"/>
            <p:cNvSpPr/>
            <p:nvPr/>
          </p:nvSpPr>
          <p:spPr>
            <a:xfrm>
              <a:off x="2048425" y="2149725"/>
              <a:ext cx="7250" cy="5450"/>
            </a:xfrm>
            <a:custGeom>
              <a:avLst/>
              <a:gdLst/>
              <a:ahLst/>
              <a:cxnLst/>
              <a:rect l="l" t="t" r="r" b="b"/>
              <a:pathLst>
                <a:path w="290" h="218" extrusionOk="0">
                  <a:moveTo>
                    <a:pt x="193" y="1"/>
                  </a:moveTo>
                  <a:lnTo>
                    <a:pt x="49" y="49"/>
                  </a:lnTo>
                  <a:lnTo>
                    <a:pt x="25" y="73"/>
                  </a:lnTo>
                  <a:lnTo>
                    <a:pt x="0" y="97"/>
                  </a:lnTo>
                  <a:lnTo>
                    <a:pt x="25" y="121"/>
                  </a:lnTo>
                  <a:lnTo>
                    <a:pt x="49" y="145"/>
                  </a:lnTo>
                  <a:lnTo>
                    <a:pt x="169" y="217"/>
                  </a:lnTo>
                  <a:lnTo>
                    <a:pt x="217" y="217"/>
                  </a:lnTo>
                  <a:lnTo>
                    <a:pt x="265" y="193"/>
                  </a:lnTo>
                  <a:lnTo>
                    <a:pt x="289" y="169"/>
                  </a:lnTo>
                  <a:lnTo>
                    <a:pt x="289" y="121"/>
                  </a:lnTo>
                  <a:lnTo>
                    <a:pt x="289" y="97"/>
                  </a:lnTo>
                  <a:lnTo>
                    <a:pt x="265" y="49"/>
                  </a:lnTo>
                  <a:lnTo>
                    <a:pt x="241"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13"/>
            <p:cNvSpPr/>
            <p:nvPr/>
          </p:nvSpPr>
          <p:spPr>
            <a:xfrm>
              <a:off x="2105000" y="2233375"/>
              <a:ext cx="5450" cy="5450"/>
            </a:xfrm>
            <a:custGeom>
              <a:avLst/>
              <a:gdLst/>
              <a:ahLst/>
              <a:cxnLst/>
              <a:rect l="l" t="t" r="r" b="b"/>
              <a:pathLst>
                <a:path w="218" h="218" extrusionOk="0">
                  <a:moveTo>
                    <a:pt x="97" y="1"/>
                  </a:moveTo>
                  <a:lnTo>
                    <a:pt x="49" y="25"/>
                  </a:lnTo>
                  <a:lnTo>
                    <a:pt x="24" y="49"/>
                  </a:lnTo>
                  <a:lnTo>
                    <a:pt x="0" y="97"/>
                  </a:lnTo>
                  <a:lnTo>
                    <a:pt x="0" y="145"/>
                  </a:lnTo>
                  <a:lnTo>
                    <a:pt x="0" y="193"/>
                  </a:lnTo>
                  <a:lnTo>
                    <a:pt x="49" y="217"/>
                  </a:lnTo>
                  <a:lnTo>
                    <a:pt x="121" y="217"/>
                  </a:lnTo>
                  <a:lnTo>
                    <a:pt x="193" y="193"/>
                  </a:lnTo>
                  <a:lnTo>
                    <a:pt x="217" y="145"/>
                  </a:lnTo>
                  <a:lnTo>
                    <a:pt x="217" y="97"/>
                  </a:lnTo>
                  <a:lnTo>
                    <a:pt x="193" y="49"/>
                  </a:lnTo>
                  <a:lnTo>
                    <a:pt x="169" y="25"/>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13"/>
            <p:cNvSpPr/>
            <p:nvPr/>
          </p:nvSpPr>
          <p:spPr>
            <a:xfrm>
              <a:off x="1972600" y="2158150"/>
              <a:ext cx="5425" cy="5450"/>
            </a:xfrm>
            <a:custGeom>
              <a:avLst/>
              <a:gdLst/>
              <a:ahLst/>
              <a:cxnLst/>
              <a:rect l="l" t="t" r="r" b="b"/>
              <a:pathLst>
                <a:path w="217" h="218" extrusionOk="0">
                  <a:moveTo>
                    <a:pt x="121" y="1"/>
                  </a:moveTo>
                  <a:lnTo>
                    <a:pt x="48" y="25"/>
                  </a:lnTo>
                  <a:lnTo>
                    <a:pt x="0" y="97"/>
                  </a:lnTo>
                  <a:lnTo>
                    <a:pt x="0" y="145"/>
                  </a:lnTo>
                  <a:lnTo>
                    <a:pt x="24" y="193"/>
                  </a:lnTo>
                  <a:lnTo>
                    <a:pt x="72" y="217"/>
                  </a:lnTo>
                  <a:lnTo>
                    <a:pt x="97" y="217"/>
                  </a:lnTo>
                  <a:lnTo>
                    <a:pt x="145" y="193"/>
                  </a:lnTo>
                  <a:lnTo>
                    <a:pt x="193" y="169"/>
                  </a:lnTo>
                  <a:lnTo>
                    <a:pt x="217" y="121"/>
                  </a:lnTo>
                  <a:lnTo>
                    <a:pt x="217"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13"/>
            <p:cNvSpPr/>
            <p:nvPr/>
          </p:nvSpPr>
          <p:spPr>
            <a:xfrm>
              <a:off x="2029175" y="2258050"/>
              <a:ext cx="4825" cy="6050"/>
            </a:xfrm>
            <a:custGeom>
              <a:avLst/>
              <a:gdLst/>
              <a:ahLst/>
              <a:cxnLst/>
              <a:rect l="l" t="t" r="r" b="b"/>
              <a:pathLst>
                <a:path w="193" h="242" extrusionOk="0">
                  <a:moveTo>
                    <a:pt x="48" y="1"/>
                  </a:moveTo>
                  <a:lnTo>
                    <a:pt x="0" y="25"/>
                  </a:lnTo>
                  <a:lnTo>
                    <a:pt x="0" y="73"/>
                  </a:lnTo>
                  <a:lnTo>
                    <a:pt x="24" y="145"/>
                  </a:lnTo>
                  <a:lnTo>
                    <a:pt x="72" y="217"/>
                  </a:lnTo>
                  <a:lnTo>
                    <a:pt x="96" y="241"/>
                  </a:lnTo>
                  <a:lnTo>
                    <a:pt x="169" y="241"/>
                  </a:lnTo>
                  <a:lnTo>
                    <a:pt x="193" y="193"/>
                  </a:lnTo>
                  <a:lnTo>
                    <a:pt x="145" y="121"/>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13"/>
            <p:cNvSpPr/>
            <p:nvPr/>
          </p:nvSpPr>
          <p:spPr>
            <a:xfrm>
              <a:off x="2118225" y="2156350"/>
              <a:ext cx="5450" cy="5425"/>
            </a:xfrm>
            <a:custGeom>
              <a:avLst/>
              <a:gdLst/>
              <a:ahLst/>
              <a:cxnLst/>
              <a:rect l="l" t="t" r="r" b="b"/>
              <a:pathLst>
                <a:path w="218" h="217" extrusionOk="0">
                  <a:moveTo>
                    <a:pt x="49" y="0"/>
                  </a:moveTo>
                  <a:lnTo>
                    <a:pt x="25" y="48"/>
                  </a:lnTo>
                  <a:lnTo>
                    <a:pt x="1" y="97"/>
                  </a:lnTo>
                  <a:lnTo>
                    <a:pt x="25" y="145"/>
                  </a:lnTo>
                  <a:lnTo>
                    <a:pt x="73" y="193"/>
                  </a:lnTo>
                  <a:lnTo>
                    <a:pt x="97" y="217"/>
                  </a:lnTo>
                  <a:lnTo>
                    <a:pt x="145" y="217"/>
                  </a:lnTo>
                  <a:lnTo>
                    <a:pt x="194" y="193"/>
                  </a:lnTo>
                  <a:lnTo>
                    <a:pt x="218" y="145"/>
                  </a:lnTo>
                  <a:lnTo>
                    <a:pt x="218" y="73"/>
                  </a:lnTo>
                  <a:lnTo>
                    <a:pt x="169" y="48"/>
                  </a:lnTo>
                  <a:lnTo>
                    <a:pt x="121"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13"/>
            <p:cNvSpPr/>
            <p:nvPr/>
          </p:nvSpPr>
          <p:spPr>
            <a:xfrm>
              <a:off x="2052625" y="2174400"/>
              <a:ext cx="4850" cy="6050"/>
            </a:xfrm>
            <a:custGeom>
              <a:avLst/>
              <a:gdLst/>
              <a:ahLst/>
              <a:cxnLst/>
              <a:rect l="l" t="t" r="r" b="b"/>
              <a:pathLst>
                <a:path w="194" h="242" extrusionOk="0">
                  <a:moveTo>
                    <a:pt x="49" y="1"/>
                  </a:moveTo>
                  <a:lnTo>
                    <a:pt x="25" y="49"/>
                  </a:lnTo>
                  <a:lnTo>
                    <a:pt x="1" y="97"/>
                  </a:lnTo>
                  <a:lnTo>
                    <a:pt x="25" y="145"/>
                  </a:lnTo>
                  <a:lnTo>
                    <a:pt x="25" y="193"/>
                  </a:lnTo>
                  <a:lnTo>
                    <a:pt x="73" y="217"/>
                  </a:lnTo>
                  <a:lnTo>
                    <a:pt x="97" y="241"/>
                  </a:lnTo>
                  <a:lnTo>
                    <a:pt x="145" y="241"/>
                  </a:lnTo>
                  <a:lnTo>
                    <a:pt x="169" y="217"/>
                  </a:lnTo>
                  <a:lnTo>
                    <a:pt x="194" y="169"/>
                  </a:lnTo>
                  <a:lnTo>
                    <a:pt x="194" y="121"/>
                  </a:lnTo>
                  <a:lnTo>
                    <a:pt x="194" y="73"/>
                  </a:lnTo>
                  <a:lnTo>
                    <a:pt x="169"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13"/>
            <p:cNvSpPr/>
            <p:nvPr/>
          </p:nvSpPr>
          <p:spPr>
            <a:xfrm>
              <a:off x="1964175" y="2181625"/>
              <a:ext cx="5425" cy="4825"/>
            </a:xfrm>
            <a:custGeom>
              <a:avLst/>
              <a:gdLst/>
              <a:ahLst/>
              <a:cxnLst/>
              <a:rect l="l" t="t" r="r" b="b"/>
              <a:pathLst>
                <a:path w="217" h="193" extrusionOk="0">
                  <a:moveTo>
                    <a:pt x="97" y="0"/>
                  </a:moveTo>
                  <a:lnTo>
                    <a:pt x="72" y="24"/>
                  </a:lnTo>
                  <a:lnTo>
                    <a:pt x="24" y="49"/>
                  </a:lnTo>
                  <a:lnTo>
                    <a:pt x="0" y="73"/>
                  </a:lnTo>
                  <a:lnTo>
                    <a:pt x="0" y="121"/>
                  </a:lnTo>
                  <a:lnTo>
                    <a:pt x="24" y="169"/>
                  </a:lnTo>
                  <a:lnTo>
                    <a:pt x="48" y="193"/>
                  </a:lnTo>
                  <a:lnTo>
                    <a:pt x="97" y="193"/>
                  </a:lnTo>
                  <a:lnTo>
                    <a:pt x="145" y="169"/>
                  </a:lnTo>
                  <a:lnTo>
                    <a:pt x="217" y="121"/>
                  </a:lnTo>
                  <a:lnTo>
                    <a:pt x="217" y="49"/>
                  </a:lnTo>
                  <a:lnTo>
                    <a:pt x="19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13"/>
            <p:cNvSpPr/>
            <p:nvPr/>
          </p:nvSpPr>
          <p:spPr>
            <a:xfrm>
              <a:off x="2088150" y="2133475"/>
              <a:ext cx="4825" cy="6050"/>
            </a:xfrm>
            <a:custGeom>
              <a:avLst/>
              <a:gdLst/>
              <a:ahLst/>
              <a:cxnLst/>
              <a:rect l="l" t="t" r="r" b="b"/>
              <a:pathLst>
                <a:path w="193" h="242" extrusionOk="0">
                  <a:moveTo>
                    <a:pt x="97" y="1"/>
                  </a:moveTo>
                  <a:lnTo>
                    <a:pt x="48" y="49"/>
                  </a:lnTo>
                  <a:lnTo>
                    <a:pt x="24" y="97"/>
                  </a:lnTo>
                  <a:lnTo>
                    <a:pt x="0" y="169"/>
                  </a:lnTo>
                  <a:lnTo>
                    <a:pt x="24" y="217"/>
                  </a:lnTo>
                  <a:lnTo>
                    <a:pt x="48" y="241"/>
                  </a:lnTo>
                  <a:lnTo>
                    <a:pt x="121" y="241"/>
                  </a:lnTo>
                  <a:lnTo>
                    <a:pt x="169" y="145"/>
                  </a:lnTo>
                  <a:lnTo>
                    <a:pt x="193" y="73"/>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13"/>
            <p:cNvSpPr/>
            <p:nvPr/>
          </p:nvSpPr>
          <p:spPr>
            <a:xfrm>
              <a:off x="2026750" y="2295375"/>
              <a:ext cx="6050" cy="3625"/>
            </a:xfrm>
            <a:custGeom>
              <a:avLst/>
              <a:gdLst/>
              <a:ahLst/>
              <a:cxnLst/>
              <a:rect l="l" t="t" r="r" b="b"/>
              <a:pathLst>
                <a:path w="242" h="145" extrusionOk="0">
                  <a:moveTo>
                    <a:pt x="73" y="0"/>
                  </a:moveTo>
                  <a:lnTo>
                    <a:pt x="25" y="24"/>
                  </a:lnTo>
                  <a:lnTo>
                    <a:pt x="1" y="72"/>
                  </a:lnTo>
                  <a:lnTo>
                    <a:pt x="1" y="96"/>
                  </a:lnTo>
                  <a:lnTo>
                    <a:pt x="1" y="145"/>
                  </a:lnTo>
                  <a:lnTo>
                    <a:pt x="193" y="145"/>
                  </a:lnTo>
                  <a:lnTo>
                    <a:pt x="217" y="121"/>
                  </a:lnTo>
                  <a:lnTo>
                    <a:pt x="242" y="72"/>
                  </a:lnTo>
                  <a:lnTo>
                    <a:pt x="242"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13"/>
            <p:cNvSpPr/>
            <p:nvPr/>
          </p:nvSpPr>
          <p:spPr>
            <a:xfrm>
              <a:off x="2105600" y="2168375"/>
              <a:ext cx="4850" cy="5450"/>
            </a:xfrm>
            <a:custGeom>
              <a:avLst/>
              <a:gdLst/>
              <a:ahLst/>
              <a:cxnLst/>
              <a:rect l="l" t="t" r="r" b="b"/>
              <a:pathLst>
                <a:path w="194" h="218" extrusionOk="0">
                  <a:moveTo>
                    <a:pt x="97" y="1"/>
                  </a:moveTo>
                  <a:lnTo>
                    <a:pt x="49" y="25"/>
                  </a:lnTo>
                  <a:lnTo>
                    <a:pt x="25" y="49"/>
                  </a:lnTo>
                  <a:lnTo>
                    <a:pt x="0" y="73"/>
                  </a:lnTo>
                  <a:lnTo>
                    <a:pt x="0" y="121"/>
                  </a:lnTo>
                  <a:lnTo>
                    <a:pt x="49" y="193"/>
                  </a:lnTo>
                  <a:lnTo>
                    <a:pt x="73" y="217"/>
                  </a:lnTo>
                  <a:lnTo>
                    <a:pt x="97" y="217"/>
                  </a:lnTo>
                  <a:lnTo>
                    <a:pt x="145" y="193"/>
                  </a:lnTo>
                  <a:lnTo>
                    <a:pt x="169" y="169"/>
                  </a:lnTo>
                  <a:lnTo>
                    <a:pt x="193" y="97"/>
                  </a:lnTo>
                  <a:lnTo>
                    <a:pt x="193" y="73"/>
                  </a:lnTo>
                  <a:lnTo>
                    <a:pt x="169" y="49"/>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13"/>
            <p:cNvSpPr/>
            <p:nvPr/>
          </p:nvSpPr>
          <p:spPr>
            <a:xfrm>
              <a:off x="2027350" y="2199075"/>
              <a:ext cx="3650" cy="5450"/>
            </a:xfrm>
            <a:custGeom>
              <a:avLst/>
              <a:gdLst/>
              <a:ahLst/>
              <a:cxnLst/>
              <a:rect l="l" t="t" r="r" b="b"/>
              <a:pathLst>
                <a:path w="146" h="218" extrusionOk="0">
                  <a:moveTo>
                    <a:pt x="49" y="1"/>
                  </a:moveTo>
                  <a:lnTo>
                    <a:pt x="25" y="25"/>
                  </a:lnTo>
                  <a:lnTo>
                    <a:pt x="1" y="49"/>
                  </a:lnTo>
                  <a:lnTo>
                    <a:pt x="1" y="121"/>
                  </a:lnTo>
                  <a:lnTo>
                    <a:pt x="49" y="193"/>
                  </a:lnTo>
                  <a:lnTo>
                    <a:pt x="97" y="217"/>
                  </a:lnTo>
                  <a:lnTo>
                    <a:pt x="145" y="193"/>
                  </a:lnTo>
                  <a:lnTo>
                    <a:pt x="145" y="169"/>
                  </a:lnTo>
                  <a:lnTo>
                    <a:pt x="145" y="97"/>
                  </a:lnTo>
                  <a:lnTo>
                    <a:pt x="121"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13"/>
            <p:cNvSpPr/>
            <p:nvPr/>
          </p:nvSpPr>
          <p:spPr>
            <a:xfrm>
              <a:off x="1991850" y="2257450"/>
              <a:ext cx="4250" cy="4250"/>
            </a:xfrm>
            <a:custGeom>
              <a:avLst/>
              <a:gdLst/>
              <a:ahLst/>
              <a:cxnLst/>
              <a:rect l="l" t="t" r="r" b="b"/>
              <a:pathLst>
                <a:path w="170" h="170" extrusionOk="0">
                  <a:moveTo>
                    <a:pt x="25" y="1"/>
                  </a:moveTo>
                  <a:lnTo>
                    <a:pt x="1" y="25"/>
                  </a:lnTo>
                  <a:lnTo>
                    <a:pt x="1" y="73"/>
                  </a:lnTo>
                  <a:lnTo>
                    <a:pt x="1" y="97"/>
                  </a:lnTo>
                  <a:lnTo>
                    <a:pt x="25" y="145"/>
                  </a:lnTo>
                  <a:lnTo>
                    <a:pt x="73" y="169"/>
                  </a:lnTo>
                  <a:lnTo>
                    <a:pt x="145" y="145"/>
                  </a:lnTo>
                  <a:lnTo>
                    <a:pt x="169" y="121"/>
                  </a:lnTo>
                  <a:lnTo>
                    <a:pt x="169" y="73"/>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13"/>
            <p:cNvSpPr/>
            <p:nvPr/>
          </p:nvSpPr>
          <p:spPr>
            <a:xfrm>
              <a:off x="2012325" y="2309200"/>
              <a:ext cx="6025" cy="4250"/>
            </a:xfrm>
            <a:custGeom>
              <a:avLst/>
              <a:gdLst/>
              <a:ahLst/>
              <a:cxnLst/>
              <a:rect l="l" t="t" r="r" b="b"/>
              <a:pathLst>
                <a:path w="241" h="170" extrusionOk="0">
                  <a:moveTo>
                    <a:pt x="120" y="1"/>
                  </a:moveTo>
                  <a:lnTo>
                    <a:pt x="48" y="49"/>
                  </a:lnTo>
                  <a:lnTo>
                    <a:pt x="0" y="97"/>
                  </a:lnTo>
                  <a:lnTo>
                    <a:pt x="0" y="121"/>
                  </a:lnTo>
                  <a:lnTo>
                    <a:pt x="24" y="145"/>
                  </a:lnTo>
                  <a:lnTo>
                    <a:pt x="96" y="169"/>
                  </a:lnTo>
                  <a:lnTo>
                    <a:pt x="193" y="121"/>
                  </a:lnTo>
                  <a:lnTo>
                    <a:pt x="241" y="73"/>
                  </a:lnTo>
                  <a:lnTo>
                    <a:pt x="217"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13"/>
            <p:cNvSpPr/>
            <p:nvPr/>
          </p:nvSpPr>
          <p:spPr>
            <a:xfrm>
              <a:off x="2104400" y="2210500"/>
              <a:ext cx="4825" cy="4850"/>
            </a:xfrm>
            <a:custGeom>
              <a:avLst/>
              <a:gdLst/>
              <a:ahLst/>
              <a:cxnLst/>
              <a:rect l="l" t="t" r="r" b="b"/>
              <a:pathLst>
                <a:path w="193" h="194" extrusionOk="0">
                  <a:moveTo>
                    <a:pt x="24" y="1"/>
                  </a:moveTo>
                  <a:lnTo>
                    <a:pt x="0" y="121"/>
                  </a:lnTo>
                  <a:lnTo>
                    <a:pt x="0" y="145"/>
                  </a:lnTo>
                  <a:lnTo>
                    <a:pt x="0" y="169"/>
                  </a:lnTo>
                  <a:lnTo>
                    <a:pt x="48" y="193"/>
                  </a:lnTo>
                  <a:lnTo>
                    <a:pt x="121" y="169"/>
                  </a:lnTo>
                  <a:lnTo>
                    <a:pt x="169" y="121"/>
                  </a:lnTo>
                  <a:lnTo>
                    <a:pt x="193" y="73"/>
                  </a:lnTo>
                  <a:lnTo>
                    <a:pt x="169" y="49"/>
                  </a:lnTo>
                  <a:lnTo>
                    <a:pt x="145"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13"/>
            <p:cNvSpPr/>
            <p:nvPr/>
          </p:nvSpPr>
          <p:spPr>
            <a:xfrm>
              <a:off x="2048425" y="2229175"/>
              <a:ext cx="4225" cy="5425"/>
            </a:xfrm>
            <a:custGeom>
              <a:avLst/>
              <a:gdLst/>
              <a:ahLst/>
              <a:cxnLst/>
              <a:rect l="l" t="t" r="r" b="b"/>
              <a:pathLst>
                <a:path w="169" h="217" extrusionOk="0">
                  <a:moveTo>
                    <a:pt x="97" y="0"/>
                  </a:moveTo>
                  <a:lnTo>
                    <a:pt x="25" y="48"/>
                  </a:lnTo>
                  <a:lnTo>
                    <a:pt x="0" y="96"/>
                  </a:lnTo>
                  <a:lnTo>
                    <a:pt x="0" y="145"/>
                  </a:lnTo>
                  <a:lnTo>
                    <a:pt x="0" y="193"/>
                  </a:lnTo>
                  <a:lnTo>
                    <a:pt x="25" y="217"/>
                  </a:lnTo>
                  <a:lnTo>
                    <a:pt x="73" y="193"/>
                  </a:lnTo>
                  <a:lnTo>
                    <a:pt x="145" y="145"/>
                  </a:lnTo>
                  <a:lnTo>
                    <a:pt x="169" y="121"/>
                  </a:lnTo>
                  <a:lnTo>
                    <a:pt x="169" y="72"/>
                  </a:lnTo>
                  <a:lnTo>
                    <a:pt x="145"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13"/>
            <p:cNvSpPr/>
            <p:nvPr/>
          </p:nvSpPr>
          <p:spPr>
            <a:xfrm>
              <a:off x="1961750" y="2191850"/>
              <a:ext cx="4850" cy="4250"/>
            </a:xfrm>
            <a:custGeom>
              <a:avLst/>
              <a:gdLst/>
              <a:ahLst/>
              <a:cxnLst/>
              <a:rect l="l" t="t" r="r" b="b"/>
              <a:pathLst>
                <a:path w="194" h="170" extrusionOk="0">
                  <a:moveTo>
                    <a:pt x="49" y="1"/>
                  </a:moveTo>
                  <a:lnTo>
                    <a:pt x="1" y="49"/>
                  </a:lnTo>
                  <a:lnTo>
                    <a:pt x="1" y="73"/>
                  </a:lnTo>
                  <a:lnTo>
                    <a:pt x="25" y="97"/>
                  </a:lnTo>
                  <a:lnTo>
                    <a:pt x="49" y="145"/>
                  </a:lnTo>
                  <a:lnTo>
                    <a:pt x="145" y="169"/>
                  </a:lnTo>
                  <a:lnTo>
                    <a:pt x="169" y="169"/>
                  </a:lnTo>
                  <a:lnTo>
                    <a:pt x="194" y="145"/>
                  </a:lnTo>
                  <a:lnTo>
                    <a:pt x="194" y="97"/>
                  </a:lnTo>
                  <a:lnTo>
                    <a:pt x="145"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13"/>
            <p:cNvSpPr/>
            <p:nvPr/>
          </p:nvSpPr>
          <p:spPr>
            <a:xfrm>
              <a:off x="2033975" y="2217125"/>
              <a:ext cx="5450" cy="3650"/>
            </a:xfrm>
            <a:custGeom>
              <a:avLst/>
              <a:gdLst/>
              <a:ahLst/>
              <a:cxnLst/>
              <a:rect l="l" t="t" r="r" b="b"/>
              <a:pathLst>
                <a:path w="218" h="146" extrusionOk="0">
                  <a:moveTo>
                    <a:pt x="121" y="1"/>
                  </a:moveTo>
                  <a:lnTo>
                    <a:pt x="49" y="25"/>
                  </a:lnTo>
                  <a:lnTo>
                    <a:pt x="1" y="73"/>
                  </a:lnTo>
                  <a:lnTo>
                    <a:pt x="25" y="121"/>
                  </a:lnTo>
                  <a:lnTo>
                    <a:pt x="73" y="145"/>
                  </a:lnTo>
                  <a:lnTo>
                    <a:pt x="169" y="145"/>
                  </a:lnTo>
                  <a:lnTo>
                    <a:pt x="217" y="121"/>
                  </a:lnTo>
                  <a:lnTo>
                    <a:pt x="217" y="73"/>
                  </a:lnTo>
                  <a:lnTo>
                    <a:pt x="193" y="1"/>
                  </a:lnTo>
                  <a:lnTo>
                    <a:pt x="193"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13"/>
            <p:cNvSpPr/>
            <p:nvPr/>
          </p:nvSpPr>
          <p:spPr>
            <a:xfrm>
              <a:off x="2079725" y="2348925"/>
              <a:ext cx="4225" cy="4250"/>
            </a:xfrm>
            <a:custGeom>
              <a:avLst/>
              <a:gdLst/>
              <a:ahLst/>
              <a:cxnLst/>
              <a:rect l="l" t="t" r="r" b="b"/>
              <a:pathLst>
                <a:path w="169" h="170" extrusionOk="0">
                  <a:moveTo>
                    <a:pt x="73" y="1"/>
                  </a:moveTo>
                  <a:lnTo>
                    <a:pt x="24" y="25"/>
                  </a:lnTo>
                  <a:lnTo>
                    <a:pt x="0" y="49"/>
                  </a:lnTo>
                  <a:lnTo>
                    <a:pt x="0" y="97"/>
                  </a:lnTo>
                  <a:lnTo>
                    <a:pt x="24" y="145"/>
                  </a:lnTo>
                  <a:lnTo>
                    <a:pt x="97" y="169"/>
                  </a:lnTo>
                  <a:lnTo>
                    <a:pt x="145" y="145"/>
                  </a:lnTo>
                  <a:lnTo>
                    <a:pt x="169" y="121"/>
                  </a:lnTo>
                  <a:lnTo>
                    <a:pt x="169" y="73"/>
                  </a:lnTo>
                  <a:lnTo>
                    <a:pt x="169" y="49"/>
                  </a:lnTo>
                  <a:lnTo>
                    <a:pt x="145"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13"/>
            <p:cNvSpPr/>
            <p:nvPr/>
          </p:nvSpPr>
          <p:spPr>
            <a:xfrm>
              <a:off x="2009300" y="2385650"/>
              <a:ext cx="3650" cy="4825"/>
            </a:xfrm>
            <a:custGeom>
              <a:avLst/>
              <a:gdLst/>
              <a:ahLst/>
              <a:cxnLst/>
              <a:rect l="l" t="t" r="r" b="b"/>
              <a:pathLst>
                <a:path w="146" h="193" extrusionOk="0">
                  <a:moveTo>
                    <a:pt x="49" y="0"/>
                  </a:moveTo>
                  <a:lnTo>
                    <a:pt x="1" y="48"/>
                  </a:lnTo>
                  <a:lnTo>
                    <a:pt x="1" y="72"/>
                  </a:lnTo>
                  <a:lnTo>
                    <a:pt x="1" y="121"/>
                  </a:lnTo>
                  <a:lnTo>
                    <a:pt x="25" y="169"/>
                  </a:lnTo>
                  <a:lnTo>
                    <a:pt x="49" y="193"/>
                  </a:lnTo>
                  <a:lnTo>
                    <a:pt x="121" y="193"/>
                  </a:lnTo>
                  <a:lnTo>
                    <a:pt x="145" y="145"/>
                  </a:lnTo>
                  <a:lnTo>
                    <a:pt x="145" y="96"/>
                  </a:lnTo>
                  <a:lnTo>
                    <a:pt x="121"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13"/>
            <p:cNvSpPr/>
            <p:nvPr/>
          </p:nvSpPr>
          <p:spPr>
            <a:xfrm>
              <a:off x="2085125" y="2254450"/>
              <a:ext cx="4850" cy="4825"/>
            </a:xfrm>
            <a:custGeom>
              <a:avLst/>
              <a:gdLst/>
              <a:ahLst/>
              <a:cxnLst/>
              <a:rect l="l" t="t" r="r" b="b"/>
              <a:pathLst>
                <a:path w="194" h="193" extrusionOk="0">
                  <a:moveTo>
                    <a:pt x="97" y="0"/>
                  </a:moveTo>
                  <a:lnTo>
                    <a:pt x="49" y="48"/>
                  </a:lnTo>
                  <a:lnTo>
                    <a:pt x="1" y="121"/>
                  </a:lnTo>
                  <a:lnTo>
                    <a:pt x="1" y="169"/>
                  </a:lnTo>
                  <a:lnTo>
                    <a:pt x="25" y="193"/>
                  </a:lnTo>
                  <a:lnTo>
                    <a:pt x="73" y="193"/>
                  </a:lnTo>
                  <a:lnTo>
                    <a:pt x="145" y="145"/>
                  </a:lnTo>
                  <a:lnTo>
                    <a:pt x="169" y="97"/>
                  </a:lnTo>
                  <a:lnTo>
                    <a:pt x="194" y="48"/>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13"/>
            <p:cNvSpPr/>
            <p:nvPr/>
          </p:nvSpPr>
          <p:spPr>
            <a:xfrm>
              <a:off x="2091750" y="2185225"/>
              <a:ext cx="4250" cy="4250"/>
            </a:xfrm>
            <a:custGeom>
              <a:avLst/>
              <a:gdLst/>
              <a:ahLst/>
              <a:cxnLst/>
              <a:rect l="l" t="t" r="r" b="b"/>
              <a:pathLst>
                <a:path w="170" h="170" extrusionOk="0">
                  <a:moveTo>
                    <a:pt x="49" y="1"/>
                  </a:moveTo>
                  <a:lnTo>
                    <a:pt x="25" y="25"/>
                  </a:lnTo>
                  <a:lnTo>
                    <a:pt x="1" y="73"/>
                  </a:lnTo>
                  <a:lnTo>
                    <a:pt x="25" y="145"/>
                  </a:lnTo>
                  <a:lnTo>
                    <a:pt x="97" y="169"/>
                  </a:lnTo>
                  <a:lnTo>
                    <a:pt x="121" y="169"/>
                  </a:lnTo>
                  <a:lnTo>
                    <a:pt x="145" y="145"/>
                  </a:lnTo>
                  <a:lnTo>
                    <a:pt x="169" y="73"/>
                  </a:lnTo>
                  <a:lnTo>
                    <a:pt x="145"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13"/>
            <p:cNvSpPr/>
            <p:nvPr/>
          </p:nvSpPr>
          <p:spPr>
            <a:xfrm>
              <a:off x="1978600" y="2162375"/>
              <a:ext cx="3650" cy="4825"/>
            </a:xfrm>
            <a:custGeom>
              <a:avLst/>
              <a:gdLst/>
              <a:ahLst/>
              <a:cxnLst/>
              <a:rect l="l" t="t" r="r" b="b"/>
              <a:pathLst>
                <a:path w="146" h="193" extrusionOk="0">
                  <a:moveTo>
                    <a:pt x="25" y="0"/>
                  </a:moveTo>
                  <a:lnTo>
                    <a:pt x="1" y="48"/>
                  </a:lnTo>
                  <a:lnTo>
                    <a:pt x="1" y="120"/>
                  </a:lnTo>
                  <a:lnTo>
                    <a:pt x="25" y="169"/>
                  </a:lnTo>
                  <a:lnTo>
                    <a:pt x="73" y="193"/>
                  </a:lnTo>
                  <a:lnTo>
                    <a:pt x="121" y="193"/>
                  </a:lnTo>
                  <a:lnTo>
                    <a:pt x="145" y="169"/>
                  </a:lnTo>
                  <a:lnTo>
                    <a:pt x="145" y="144"/>
                  </a:lnTo>
                  <a:lnTo>
                    <a:pt x="145"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13"/>
            <p:cNvSpPr/>
            <p:nvPr/>
          </p:nvSpPr>
          <p:spPr>
            <a:xfrm>
              <a:off x="2012325" y="2155750"/>
              <a:ext cx="5425" cy="4225"/>
            </a:xfrm>
            <a:custGeom>
              <a:avLst/>
              <a:gdLst/>
              <a:ahLst/>
              <a:cxnLst/>
              <a:rect l="l" t="t" r="r" b="b"/>
              <a:pathLst>
                <a:path w="217" h="169" extrusionOk="0">
                  <a:moveTo>
                    <a:pt x="72" y="0"/>
                  </a:moveTo>
                  <a:lnTo>
                    <a:pt x="24" y="24"/>
                  </a:lnTo>
                  <a:lnTo>
                    <a:pt x="0" y="72"/>
                  </a:lnTo>
                  <a:lnTo>
                    <a:pt x="24" y="97"/>
                  </a:lnTo>
                  <a:lnTo>
                    <a:pt x="96" y="169"/>
                  </a:lnTo>
                  <a:lnTo>
                    <a:pt x="169" y="145"/>
                  </a:lnTo>
                  <a:lnTo>
                    <a:pt x="217" y="145"/>
                  </a:lnTo>
                  <a:lnTo>
                    <a:pt x="217" y="97"/>
                  </a:lnTo>
                  <a:lnTo>
                    <a:pt x="217" y="72"/>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13"/>
            <p:cNvSpPr/>
            <p:nvPr/>
          </p:nvSpPr>
          <p:spPr>
            <a:xfrm>
              <a:off x="2147125" y="2233975"/>
              <a:ext cx="3625" cy="4850"/>
            </a:xfrm>
            <a:custGeom>
              <a:avLst/>
              <a:gdLst/>
              <a:ahLst/>
              <a:cxnLst/>
              <a:rect l="l" t="t" r="r" b="b"/>
              <a:pathLst>
                <a:path w="145" h="194" extrusionOk="0">
                  <a:moveTo>
                    <a:pt x="97" y="1"/>
                  </a:moveTo>
                  <a:lnTo>
                    <a:pt x="49" y="25"/>
                  </a:lnTo>
                  <a:lnTo>
                    <a:pt x="0" y="97"/>
                  </a:lnTo>
                  <a:lnTo>
                    <a:pt x="0" y="121"/>
                  </a:lnTo>
                  <a:lnTo>
                    <a:pt x="25" y="169"/>
                  </a:lnTo>
                  <a:lnTo>
                    <a:pt x="49" y="193"/>
                  </a:lnTo>
                  <a:lnTo>
                    <a:pt x="73" y="193"/>
                  </a:lnTo>
                  <a:lnTo>
                    <a:pt x="121" y="169"/>
                  </a:lnTo>
                  <a:lnTo>
                    <a:pt x="145" y="97"/>
                  </a:lnTo>
                  <a:lnTo>
                    <a:pt x="145" y="49"/>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13"/>
            <p:cNvSpPr/>
            <p:nvPr/>
          </p:nvSpPr>
          <p:spPr>
            <a:xfrm>
              <a:off x="2052025" y="2302000"/>
              <a:ext cx="4850" cy="4825"/>
            </a:xfrm>
            <a:custGeom>
              <a:avLst/>
              <a:gdLst/>
              <a:ahLst/>
              <a:cxnLst/>
              <a:rect l="l" t="t" r="r" b="b"/>
              <a:pathLst>
                <a:path w="194" h="193" extrusionOk="0">
                  <a:moveTo>
                    <a:pt x="121" y="0"/>
                  </a:moveTo>
                  <a:lnTo>
                    <a:pt x="73" y="24"/>
                  </a:lnTo>
                  <a:lnTo>
                    <a:pt x="1" y="96"/>
                  </a:lnTo>
                  <a:lnTo>
                    <a:pt x="1" y="120"/>
                  </a:lnTo>
                  <a:lnTo>
                    <a:pt x="25" y="144"/>
                  </a:lnTo>
                  <a:lnTo>
                    <a:pt x="73" y="193"/>
                  </a:lnTo>
                  <a:lnTo>
                    <a:pt x="145" y="169"/>
                  </a:lnTo>
                  <a:lnTo>
                    <a:pt x="193" y="144"/>
                  </a:lnTo>
                  <a:lnTo>
                    <a:pt x="193" y="48"/>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13"/>
            <p:cNvSpPr/>
            <p:nvPr/>
          </p:nvSpPr>
          <p:spPr>
            <a:xfrm>
              <a:off x="1984625" y="2252650"/>
              <a:ext cx="4250" cy="4225"/>
            </a:xfrm>
            <a:custGeom>
              <a:avLst/>
              <a:gdLst/>
              <a:ahLst/>
              <a:cxnLst/>
              <a:rect l="l" t="t" r="r" b="b"/>
              <a:pathLst>
                <a:path w="170" h="169" extrusionOk="0">
                  <a:moveTo>
                    <a:pt x="49" y="0"/>
                  </a:moveTo>
                  <a:lnTo>
                    <a:pt x="1" y="24"/>
                  </a:lnTo>
                  <a:lnTo>
                    <a:pt x="1" y="48"/>
                  </a:lnTo>
                  <a:lnTo>
                    <a:pt x="1" y="72"/>
                  </a:lnTo>
                  <a:lnTo>
                    <a:pt x="25" y="120"/>
                  </a:lnTo>
                  <a:lnTo>
                    <a:pt x="97" y="169"/>
                  </a:lnTo>
                  <a:lnTo>
                    <a:pt x="121" y="169"/>
                  </a:lnTo>
                  <a:lnTo>
                    <a:pt x="145" y="144"/>
                  </a:lnTo>
                  <a:lnTo>
                    <a:pt x="169" y="96"/>
                  </a:lnTo>
                  <a:lnTo>
                    <a:pt x="145"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13"/>
            <p:cNvSpPr/>
            <p:nvPr/>
          </p:nvSpPr>
          <p:spPr>
            <a:xfrm>
              <a:off x="2003275" y="2291750"/>
              <a:ext cx="3650" cy="3650"/>
            </a:xfrm>
            <a:custGeom>
              <a:avLst/>
              <a:gdLst/>
              <a:ahLst/>
              <a:cxnLst/>
              <a:rect l="l" t="t" r="r" b="b"/>
              <a:pathLst>
                <a:path w="146" h="146" extrusionOk="0">
                  <a:moveTo>
                    <a:pt x="97" y="1"/>
                  </a:moveTo>
                  <a:lnTo>
                    <a:pt x="49" y="25"/>
                  </a:lnTo>
                  <a:lnTo>
                    <a:pt x="25" y="25"/>
                  </a:lnTo>
                  <a:lnTo>
                    <a:pt x="1" y="73"/>
                  </a:lnTo>
                  <a:lnTo>
                    <a:pt x="1" y="145"/>
                  </a:lnTo>
                  <a:lnTo>
                    <a:pt x="121" y="145"/>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13"/>
            <p:cNvSpPr/>
            <p:nvPr/>
          </p:nvSpPr>
          <p:spPr>
            <a:xfrm>
              <a:off x="1987650" y="2293550"/>
              <a:ext cx="3625" cy="3650"/>
            </a:xfrm>
            <a:custGeom>
              <a:avLst/>
              <a:gdLst/>
              <a:ahLst/>
              <a:cxnLst/>
              <a:rect l="l" t="t" r="r" b="b"/>
              <a:pathLst>
                <a:path w="145" h="146" extrusionOk="0">
                  <a:moveTo>
                    <a:pt x="24" y="1"/>
                  </a:moveTo>
                  <a:lnTo>
                    <a:pt x="0" y="49"/>
                  </a:lnTo>
                  <a:lnTo>
                    <a:pt x="24" y="121"/>
                  </a:lnTo>
                  <a:lnTo>
                    <a:pt x="48" y="145"/>
                  </a:lnTo>
                  <a:lnTo>
                    <a:pt x="96" y="145"/>
                  </a:lnTo>
                  <a:lnTo>
                    <a:pt x="120" y="121"/>
                  </a:lnTo>
                  <a:lnTo>
                    <a:pt x="145" y="73"/>
                  </a:lnTo>
                  <a:lnTo>
                    <a:pt x="120"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13"/>
            <p:cNvSpPr/>
            <p:nvPr/>
          </p:nvSpPr>
          <p:spPr>
            <a:xfrm>
              <a:off x="2033975" y="2124450"/>
              <a:ext cx="3050" cy="4225"/>
            </a:xfrm>
            <a:custGeom>
              <a:avLst/>
              <a:gdLst/>
              <a:ahLst/>
              <a:cxnLst/>
              <a:rect l="l" t="t" r="r" b="b"/>
              <a:pathLst>
                <a:path w="122" h="169" extrusionOk="0">
                  <a:moveTo>
                    <a:pt x="25" y="0"/>
                  </a:moveTo>
                  <a:lnTo>
                    <a:pt x="1" y="73"/>
                  </a:lnTo>
                  <a:lnTo>
                    <a:pt x="1" y="121"/>
                  </a:lnTo>
                  <a:lnTo>
                    <a:pt x="25" y="145"/>
                  </a:lnTo>
                  <a:lnTo>
                    <a:pt x="49" y="169"/>
                  </a:lnTo>
                  <a:lnTo>
                    <a:pt x="97"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13"/>
            <p:cNvSpPr/>
            <p:nvPr/>
          </p:nvSpPr>
          <p:spPr>
            <a:xfrm>
              <a:off x="2029775" y="2144300"/>
              <a:ext cx="4225" cy="4250"/>
            </a:xfrm>
            <a:custGeom>
              <a:avLst/>
              <a:gdLst/>
              <a:ahLst/>
              <a:cxnLst/>
              <a:rect l="l" t="t" r="r" b="b"/>
              <a:pathLst>
                <a:path w="169" h="170" extrusionOk="0">
                  <a:moveTo>
                    <a:pt x="72" y="1"/>
                  </a:moveTo>
                  <a:lnTo>
                    <a:pt x="24" y="25"/>
                  </a:lnTo>
                  <a:lnTo>
                    <a:pt x="0" y="49"/>
                  </a:lnTo>
                  <a:lnTo>
                    <a:pt x="0" y="97"/>
                  </a:lnTo>
                  <a:lnTo>
                    <a:pt x="24" y="121"/>
                  </a:lnTo>
                  <a:lnTo>
                    <a:pt x="24" y="145"/>
                  </a:lnTo>
                  <a:lnTo>
                    <a:pt x="96" y="169"/>
                  </a:lnTo>
                  <a:lnTo>
                    <a:pt x="145" y="145"/>
                  </a:lnTo>
                  <a:lnTo>
                    <a:pt x="169" y="121"/>
                  </a:lnTo>
                  <a:lnTo>
                    <a:pt x="169" y="97"/>
                  </a:lnTo>
                  <a:lnTo>
                    <a:pt x="145" y="49"/>
                  </a:lnTo>
                  <a:lnTo>
                    <a:pt x="145"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13"/>
            <p:cNvSpPr/>
            <p:nvPr/>
          </p:nvSpPr>
          <p:spPr>
            <a:xfrm>
              <a:off x="2000875" y="2179825"/>
              <a:ext cx="4250" cy="4225"/>
            </a:xfrm>
            <a:custGeom>
              <a:avLst/>
              <a:gdLst/>
              <a:ahLst/>
              <a:cxnLst/>
              <a:rect l="l" t="t" r="r" b="b"/>
              <a:pathLst>
                <a:path w="170" h="169" extrusionOk="0">
                  <a:moveTo>
                    <a:pt x="73" y="0"/>
                  </a:moveTo>
                  <a:lnTo>
                    <a:pt x="25" y="48"/>
                  </a:lnTo>
                  <a:lnTo>
                    <a:pt x="1" y="96"/>
                  </a:lnTo>
                  <a:lnTo>
                    <a:pt x="25" y="145"/>
                  </a:lnTo>
                  <a:lnTo>
                    <a:pt x="49" y="169"/>
                  </a:lnTo>
                  <a:lnTo>
                    <a:pt x="97" y="169"/>
                  </a:lnTo>
                  <a:lnTo>
                    <a:pt x="145" y="121"/>
                  </a:lnTo>
                  <a:lnTo>
                    <a:pt x="169" y="48"/>
                  </a:lnTo>
                  <a:lnTo>
                    <a:pt x="145" y="24"/>
                  </a:lnTo>
                  <a:lnTo>
                    <a:pt x="12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13"/>
            <p:cNvSpPr/>
            <p:nvPr/>
          </p:nvSpPr>
          <p:spPr>
            <a:xfrm>
              <a:off x="2037600" y="2181625"/>
              <a:ext cx="3625" cy="4225"/>
            </a:xfrm>
            <a:custGeom>
              <a:avLst/>
              <a:gdLst/>
              <a:ahLst/>
              <a:cxnLst/>
              <a:rect l="l" t="t" r="r" b="b"/>
              <a:pathLst>
                <a:path w="145" h="169" extrusionOk="0">
                  <a:moveTo>
                    <a:pt x="72" y="0"/>
                  </a:moveTo>
                  <a:lnTo>
                    <a:pt x="24" y="49"/>
                  </a:lnTo>
                  <a:lnTo>
                    <a:pt x="0" y="73"/>
                  </a:lnTo>
                  <a:lnTo>
                    <a:pt x="24" y="121"/>
                  </a:lnTo>
                  <a:lnTo>
                    <a:pt x="48" y="145"/>
                  </a:lnTo>
                  <a:lnTo>
                    <a:pt x="72" y="169"/>
                  </a:lnTo>
                  <a:lnTo>
                    <a:pt x="121" y="169"/>
                  </a:lnTo>
                  <a:lnTo>
                    <a:pt x="145" y="121"/>
                  </a:lnTo>
                  <a:lnTo>
                    <a:pt x="145" y="73"/>
                  </a:lnTo>
                  <a:lnTo>
                    <a:pt x="121" y="49"/>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13"/>
            <p:cNvSpPr/>
            <p:nvPr/>
          </p:nvSpPr>
          <p:spPr>
            <a:xfrm>
              <a:off x="2096575" y="2193050"/>
              <a:ext cx="5425" cy="4250"/>
            </a:xfrm>
            <a:custGeom>
              <a:avLst/>
              <a:gdLst/>
              <a:ahLst/>
              <a:cxnLst/>
              <a:rect l="l" t="t" r="r" b="b"/>
              <a:pathLst>
                <a:path w="217" h="170" extrusionOk="0">
                  <a:moveTo>
                    <a:pt x="193" y="1"/>
                  </a:moveTo>
                  <a:lnTo>
                    <a:pt x="121" y="25"/>
                  </a:lnTo>
                  <a:lnTo>
                    <a:pt x="73" y="49"/>
                  </a:lnTo>
                  <a:lnTo>
                    <a:pt x="0" y="169"/>
                  </a:lnTo>
                  <a:lnTo>
                    <a:pt x="73" y="145"/>
                  </a:lnTo>
                  <a:lnTo>
                    <a:pt x="145" y="121"/>
                  </a:lnTo>
                  <a:lnTo>
                    <a:pt x="193" y="73"/>
                  </a:lnTo>
                  <a:lnTo>
                    <a:pt x="217" y="49"/>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13"/>
            <p:cNvSpPr/>
            <p:nvPr/>
          </p:nvSpPr>
          <p:spPr>
            <a:xfrm>
              <a:off x="1988250" y="2172000"/>
              <a:ext cx="4225" cy="4225"/>
            </a:xfrm>
            <a:custGeom>
              <a:avLst/>
              <a:gdLst/>
              <a:ahLst/>
              <a:cxnLst/>
              <a:rect l="l" t="t" r="r" b="b"/>
              <a:pathLst>
                <a:path w="169" h="169" extrusionOk="0">
                  <a:moveTo>
                    <a:pt x="0" y="0"/>
                  </a:moveTo>
                  <a:lnTo>
                    <a:pt x="0" y="24"/>
                  </a:lnTo>
                  <a:lnTo>
                    <a:pt x="0" y="48"/>
                  </a:lnTo>
                  <a:lnTo>
                    <a:pt x="48" y="121"/>
                  </a:lnTo>
                  <a:lnTo>
                    <a:pt x="121" y="169"/>
                  </a:lnTo>
                  <a:lnTo>
                    <a:pt x="145" y="169"/>
                  </a:lnTo>
                  <a:lnTo>
                    <a:pt x="169" y="121"/>
                  </a:lnTo>
                  <a:lnTo>
                    <a:pt x="121"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13"/>
            <p:cNvSpPr/>
            <p:nvPr/>
          </p:nvSpPr>
          <p:spPr>
            <a:xfrm>
              <a:off x="1999675" y="2244825"/>
              <a:ext cx="3025" cy="3625"/>
            </a:xfrm>
            <a:custGeom>
              <a:avLst/>
              <a:gdLst/>
              <a:ahLst/>
              <a:cxnLst/>
              <a:rect l="l" t="t" r="r" b="b"/>
              <a:pathLst>
                <a:path w="121" h="145" extrusionOk="0">
                  <a:moveTo>
                    <a:pt x="97" y="0"/>
                  </a:moveTo>
                  <a:lnTo>
                    <a:pt x="25" y="24"/>
                  </a:lnTo>
                  <a:lnTo>
                    <a:pt x="1" y="72"/>
                  </a:lnTo>
                  <a:lnTo>
                    <a:pt x="25" y="96"/>
                  </a:lnTo>
                  <a:lnTo>
                    <a:pt x="49" y="144"/>
                  </a:lnTo>
                  <a:lnTo>
                    <a:pt x="121" y="144"/>
                  </a:lnTo>
                  <a:lnTo>
                    <a:pt x="121" y="96"/>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13"/>
            <p:cNvSpPr/>
            <p:nvPr/>
          </p:nvSpPr>
          <p:spPr>
            <a:xfrm>
              <a:off x="2074300" y="2235175"/>
              <a:ext cx="3025" cy="4850"/>
            </a:xfrm>
            <a:custGeom>
              <a:avLst/>
              <a:gdLst/>
              <a:ahLst/>
              <a:cxnLst/>
              <a:rect l="l" t="t" r="r" b="b"/>
              <a:pathLst>
                <a:path w="121" h="194" extrusionOk="0">
                  <a:moveTo>
                    <a:pt x="25" y="1"/>
                  </a:moveTo>
                  <a:lnTo>
                    <a:pt x="1" y="49"/>
                  </a:lnTo>
                  <a:lnTo>
                    <a:pt x="1" y="121"/>
                  </a:lnTo>
                  <a:lnTo>
                    <a:pt x="49" y="169"/>
                  </a:lnTo>
                  <a:lnTo>
                    <a:pt x="73" y="193"/>
                  </a:lnTo>
                  <a:lnTo>
                    <a:pt x="121" y="169"/>
                  </a:lnTo>
                  <a:lnTo>
                    <a:pt x="121" y="145"/>
                  </a:lnTo>
                  <a:lnTo>
                    <a:pt x="121" y="73"/>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13"/>
            <p:cNvSpPr/>
            <p:nvPr/>
          </p:nvSpPr>
          <p:spPr>
            <a:xfrm>
              <a:off x="2051425" y="2137700"/>
              <a:ext cx="3650" cy="3625"/>
            </a:xfrm>
            <a:custGeom>
              <a:avLst/>
              <a:gdLst/>
              <a:ahLst/>
              <a:cxnLst/>
              <a:rect l="l" t="t" r="r" b="b"/>
              <a:pathLst>
                <a:path w="146" h="145" extrusionOk="0">
                  <a:moveTo>
                    <a:pt x="49" y="0"/>
                  </a:moveTo>
                  <a:lnTo>
                    <a:pt x="1" y="48"/>
                  </a:lnTo>
                  <a:lnTo>
                    <a:pt x="1" y="72"/>
                  </a:lnTo>
                  <a:lnTo>
                    <a:pt x="1" y="96"/>
                  </a:lnTo>
                  <a:lnTo>
                    <a:pt x="49" y="144"/>
                  </a:lnTo>
                  <a:lnTo>
                    <a:pt x="121" y="120"/>
                  </a:lnTo>
                  <a:lnTo>
                    <a:pt x="145" y="72"/>
                  </a:lnTo>
                  <a:lnTo>
                    <a:pt x="121"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13"/>
            <p:cNvSpPr/>
            <p:nvPr/>
          </p:nvSpPr>
          <p:spPr>
            <a:xfrm>
              <a:off x="2019525" y="2223750"/>
              <a:ext cx="3050" cy="4250"/>
            </a:xfrm>
            <a:custGeom>
              <a:avLst/>
              <a:gdLst/>
              <a:ahLst/>
              <a:cxnLst/>
              <a:rect l="l" t="t" r="r" b="b"/>
              <a:pathLst>
                <a:path w="122" h="170" extrusionOk="0">
                  <a:moveTo>
                    <a:pt x="73" y="0"/>
                  </a:moveTo>
                  <a:lnTo>
                    <a:pt x="25" y="25"/>
                  </a:lnTo>
                  <a:lnTo>
                    <a:pt x="1" y="49"/>
                  </a:lnTo>
                  <a:lnTo>
                    <a:pt x="1" y="121"/>
                  </a:lnTo>
                  <a:lnTo>
                    <a:pt x="49" y="145"/>
                  </a:lnTo>
                  <a:lnTo>
                    <a:pt x="73" y="169"/>
                  </a:lnTo>
                  <a:lnTo>
                    <a:pt x="73"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13"/>
            <p:cNvSpPr/>
            <p:nvPr/>
          </p:nvSpPr>
          <p:spPr>
            <a:xfrm>
              <a:off x="2043000" y="2252025"/>
              <a:ext cx="4250" cy="3650"/>
            </a:xfrm>
            <a:custGeom>
              <a:avLst/>
              <a:gdLst/>
              <a:ahLst/>
              <a:cxnLst/>
              <a:rect l="l" t="t" r="r" b="b"/>
              <a:pathLst>
                <a:path w="170" h="146" extrusionOk="0">
                  <a:moveTo>
                    <a:pt x="73" y="1"/>
                  </a:moveTo>
                  <a:lnTo>
                    <a:pt x="25" y="49"/>
                  </a:lnTo>
                  <a:lnTo>
                    <a:pt x="1" y="97"/>
                  </a:lnTo>
                  <a:lnTo>
                    <a:pt x="25" y="121"/>
                  </a:lnTo>
                  <a:lnTo>
                    <a:pt x="49" y="145"/>
                  </a:lnTo>
                  <a:lnTo>
                    <a:pt x="97" y="145"/>
                  </a:lnTo>
                  <a:lnTo>
                    <a:pt x="145" y="97"/>
                  </a:lnTo>
                  <a:lnTo>
                    <a:pt x="169"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13"/>
            <p:cNvSpPr/>
            <p:nvPr/>
          </p:nvSpPr>
          <p:spPr>
            <a:xfrm>
              <a:off x="2012925" y="2342900"/>
              <a:ext cx="3625" cy="3650"/>
            </a:xfrm>
            <a:custGeom>
              <a:avLst/>
              <a:gdLst/>
              <a:ahLst/>
              <a:cxnLst/>
              <a:rect l="l" t="t" r="r" b="b"/>
              <a:pathLst>
                <a:path w="145" h="146" extrusionOk="0">
                  <a:moveTo>
                    <a:pt x="72" y="1"/>
                  </a:moveTo>
                  <a:lnTo>
                    <a:pt x="24" y="25"/>
                  </a:lnTo>
                  <a:lnTo>
                    <a:pt x="24" y="49"/>
                  </a:lnTo>
                  <a:lnTo>
                    <a:pt x="0" y="97"/>
                  </a:lnTo>
                  <a:lnTo>
                    <a:pt x="24" y="145"/>
                  </a:lnTo>
                  <a:lnTo>
                    <a:pt x="96" y="145"/>
                  </a:lnTo>
                  <a:lnTo>
                    <a:pt x="145" y="121"/>
                  </a:lnTo>
                  <a:lnTo>
                    <a:pt x="145" y="73"/>
                  </a:lnTo>
                  <a:lnTo>
                    <a:pt x="121"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13"/>
            <p:cNvSpPr/>
            <p:nvPr/>
          </p:nvSpPr>
          <p:spPr>
            <a:xfrm>
              <a:off x="2083325" y="2210500"/>
              <a:ext cx="3050" cy="3650"/>
            </a:xfrm>
            <a:custGeom>
              <a:avLst/>
              <a:gdLst/>
              <a:ahLst/>
              <a:cxnLst/>
              <a:rect l="l" t="t" r="r" b="b"/>
              <a:pathLst>
                <a:path w="122" h="146" extrusionOk="0">
                  <a:moveTo>
                    <a:pt x="25" y="1"/>
                  </a:moveTo>
                  <a:lnTo>
                    <a:pt x="1" y="49"/>
                  </a:lnTo>
                  <a:lnTo>
                    <a:pt x="1" y="73"/>
                  </a:lnTo>
                  <a:lnTo>
                    <a:pt x="1" y="121"/>
                  </a:lnTo>
                  <a:lnTo>
                    <a:pt x="25" y="145"/>
                  </a:lnTo>
                  <a:lnTo>
                    <a:pt x="97" y="145"/>
                  </a:lnTo>
                  <a:lnTo>
                    <a:pt x="121"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13"/>
            <p:cNvSpPr/>
            <p:nvPr/>
          </p:nvSpPr>
          <p:spPr>
            <a:xfrm>
              <a:off x="1940700" y="2197875"/>
              <a:ext cx="3025" cy="3625"/>
            </a:xfrm>
            <a:custGeom>
              <a:avLst/>
              <a:gdLst/>
              <a:ahLst/>
              <a:cxnLst/>
              <a:rect l="l" t="t" r="r" b="b"/>
              <a:pathLst>
                <a:path w="121" h="145" extrusionOk="0">
                  <a:moveTo>
                    <a:pt x="73" y="0"/>
                  </a:moveTo>
                  <a:lnTo>
                    <a:pt x="24" y="24"/>
                  </a:lnTo>
                  <a:lnTo>
                    <a:pt x="0" y="73"/>
                  </a:lnTo>
                  <a:lnTo>
                    <a:pt x="0" y="97"/>
                  </a:lnTo>
                  <a:lnTo>
                    <a:pt x="0" y="121"/>
                  </a:lnTo>
                  <a:lnTo>
                    <a:pt x="48" y="145"/>
                  </a:lnTo>
                  <a:lnTo>
                    <a:pt x="97" y="145"/>
                  </a:lnTo>
                  <a:lnTo>
                    <a:pt x="121" y="121"/>
                  </a:lnTo>
                  <a:lnTo>
                    <a:pt x="121" y="73"/>
                  </a:lnTo>
                  <a:lnTo>
                    <a:pt x="121"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13"/>
            <p:cNvSpPr/>
            <p:nvPr/>
          </p:nvSpPr>
          <p:spPr>
            <a:xfrm>
              <a:off x="2000275" y="2276700"/>
              <a:ext cx="4850" cy="3050"/>
            </a:xfrm>
            <a:custGeom>
              <a:avLst/>
              <a:gdLst/>
              <a:ahLst/>
              <a:cxnLst/>
              <a:rect l="l" t="t" r="r" b="b"/>
              <a:pathLst>
                <a:path w="194" h="122" extrusionOk="0">
                  <a:moveTo>
                    <a:pt x="49" y="1"/>
                  </a:moveTo>
                  <a:lnTo>
                    <a:pt x="1" y="49"/>
                  </a:lnTo>
                  <a:lnTo>
                    <a:pt x="1" y="73"/>
                  </a:lnTo>
                  <a:lnTo>
                    <a:pt x="25" y="97"/>
                  </a:lnTo>
                  <a:lnTo>
                    <a:pt x="97" y="121"/>
                  </a:lnTo>
                  <a:lnTo>
                    <a:pt x="193" y="97"/>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13"/>
            <p:cNvSpPr/>
            <p:nvPr/>
          </p:nvSpPr>
          <p:spPr>
            <a:xfrm>
              <a:off x="2120050" y="2191250"/>
              <a:ext cx="3025" cy="4250"/>
            </a:xfrm>
            <a:custGeom>
              <a:avLst/>
              <a:gdLst/>
              <a:ahLst/>
              <a:cxnLst/>
              <a:rect l="l" t="t" r="r" b="b"/>
              <a:pathLst>
                <a:path w="121" h="170" extrusionOk="0">
                  <a:moveTo>
                    <a:pt x="72" y="1"/>
                  </a:moveTo>
                  <a:lnTo>
                    <a:pt x="24" y="25"/>
                  </a:lnTo>
                  <a:lnTo>
                    <a:pt x="0" y="49"/>
                  </a:lnTo>
                  <a:lnTo>
                    <a:pt x="0" y="97"/>
                  </a:lnTo>
                  <a:lnTo>
                    <a:pt x="0" y="145"/>
                  </a:lnTo>
                  <a:lnTo>
                    <a:pt x="24" y="169"/>
                  </a:lnTo>
                  <a:lnTo>
                    <a:pt x="96" y="169"/>
                  </a:lnTo>
                  <a:lnTo>
                    <a:pt x="96" y="121"/>
                  </a:lnTo>
                  <a:lnTo>
                    <a:pt x="121" y="73"/>
                  </a:lnTo>
                  <a:lnTo>
                    <a:pt x="96"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13"/>
            <p:cNvSpPr/>
            <p:nvPr/>
          </p:nvSpPr>
          <p:spPr>
            <a:xfrm>
              <a:off x="2014125" y="2188250"/>
              <a:ext cx="3025" cy="4225"/>
            </a:xfrm>
            <a:custGeom>
              <a:avLst/>
              <a:gdLst/>
              <a:ahLst/>
              <a:cxnLst/>
              <a:rect l="l" t="t" r="r" b="b"/>
              <a:pathLst>
                <a:path w="121" h="169" extrusionOk="0">
                  <a:moveTo>
                    <a:pt x="48" y="0"/>
                  </a:moveTo>
                  <a:lnTo>
                    <a:pt x="24" y="24"/>
                  </a:lnTo>
                  <a:lnTo>
                    <a:pt x="0" y="72"/>
                  </a:lnTo>
                  <a:lnTo>
                    <a:pt x="0" y="121"/>
                  </a:lnTo>
                  <a:lnTo>
                    <a:pt x="24" y="169"/>
                  </a:lnTo>
                  <a:lnTo>
                    <a:pt x="73" y="169"/>
                  </a:lnTo>
                  <a:lnTo>
                    <a:pt x="97" y="145"/>
                  </a:lnTo>
                  <a:lnTo>
                    <a:pt x="121"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13"/>
            <p:cNvSpPr/>
            <p:nvPr/>
          </p:nvSpPr>
          <p:spPr>
            <a:xfrm>
              <a:off x="2094175" y="2245425"/>
              <a:ext cx="3025" cy="4225"/>
            </a:xfrm>
            <a:custGeom>
              <a:avLst/>
              <a:gdLst/>
              <a:ahLst/>
              <a:cxnLst/>
              <a:rect l="l" t="t" r="r" b="b"/>
              <a:pathLst>
                <a:path w="121" h="169" extrusionOk="0">
                  <a:moveTo>
                    <a:pt x="72" y="0"/>
                  </a:moveTo>
                  <a:lnTo>
                    <a:pt x="24" y="24"/>
                  </a:lnTo>
                  <a:lnTo>
                    <a:pt x="0" y="72"/>
                  </a:lnTo>
                  <a:lnTo>
                    <a:pt x="24" y="145"/>
                  </a:lnTo>
                  <a:lnTo>
                    <a:pt x="48" y="169"/>
                  </a:lnTo>
                  <a:lnTo>
                    <a:pt x="96" y="145"/>
                  </a:lnTo>
                  <a:lnTo>
                    <a:pt x="120" y="96"/>
                  </a:lnTo>
                  <a:lnTo>
                    <a:pt x="120" y="48"/>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13"/>
            <p:cNvSpPr/>
            <p:nvPr/>
          </p:nvSpPr>
          <p:spPr>
            <a:xfrm>
              <a:off x="2052625" y="2259850"/>
              <a:ext cx="3650" cy="3050"/>
            </a:xfrm>
            <a:custGeom>
              <a:avLst/>
              <a:gdLst/>
              <a:ahLst/>
              <a:cxnLst/>
              <a:rect l="l" t="t" r="r" b="b"/>
              <a:pathLst>
                <a:path w="146" h="122" extrusionOk="0">
                  <a:moveTo>
                    <a:pt x="73" y="1"/>
                  </a:moveTo>
                  <a:lnTo>
                    <a:pt x="49" y="25"/>
                  </a:lnTo>
                  <a:lnTo>
                    <a:pt x="1" y="49"/>
                  </a:lnTo>
                  <a:lnTo>
                    <a:pt x="1" y="73"/>
                  </a:lnTo>
                  <a:lnTo>
                    <a:pt x="25" y="97"/>
                  </a:lnTo>
                  <a:lnTo>
                    <a:pt x="73" y="121"/>
                  </a:lnTo>
                  <a:lnTo>
                    <a:pt x="121" y="97"/>
                  </a:lnTo>
                  <a:lnTo>
                    <a:pt x="145" y="49"/>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13"/>
            <p:cNvSpPr/>
            <p:nvPr/>
          </p:nvSpPr>
          <p:spPr>
            <a:xfrm>
              <a:off x="2051425" y="2373600"/>
              <a:ext cx="3050" cy="2425"/>
            </a:xfrm>
            <a:custGeom>
              <a:avLst/>
              <a:gdLst/>
              <a:ahLst/>
              <a:cxnLst/>
              <a:rect l="l" t="t" r="r" b="b"/>
              <a:pathLst>
                <a:path w="122" h="97" extrusionOk="0">
                  <a:moveTo>
                    <a:pt x="73" y="1"/>
                  </a:moveTo>
                  <a:lnTo>
                    <a:pt x="25" y="25"/>
                  </a:lnTo>
                  <a:lnTo>
                    <a:pt x="1" y="49"/>
                  </a:lnTo>
                  <a:lnTo>
                    <a:pt x="25" y="97"/>
                  </a:lnTo>
                  <a:lnTo>
                    <a:pt x="97" y="97"/>
                  </a:lnTo>
                  <a:lnTo>
                    <a:pt x="121"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13"/>
            <p:cNvSpPr/>
            <p:nvPr/>
          </p:nvSpPr>
          <p:spPr>
            <a:xfrm>
              <a:off x="1994250" y="2134675"/>
              <a:ext cx="3050" cy="2425"/>
            </a:xfrm>
            <a:custGeom>
              <a:avLst/>
              <a:gdLst/>
              <a:ahLst/>
              <a:cxnLst/>
              <a:rect l="l" t="t" r="r" b="b"/>
              <a:pathLst>
                <a:path w="122" h="97" extrusionOk="0">
                  <a:moveTo>
                    <a:pt x="1" y="1"/>
                  </a:moveTo>
                  <a:lnTo>
                    <a:pt x="1" y="49"/>
                  </a:lnTo>
                  <a:lnTo>
                    <a:pt x="25" y="97"/>
                  </a:lnTo>
                  <a:lnTo>
                    <a:pt x="121" y="97"/>
                  </a:lnTo>
                  <a:lnTo>
                    <a:pt x="121" y="73"/>
                  </a:lnTo>
                  <a:lnTo>
                    <a:pt x="97"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13"/>
            <p:cNvSpPr/>
            <p:nvPr/>
          </p:nvSpPr>
          <p:spPr>
            <a:xfrm>
              <a:off x="2033975" y="2134675"/>
              <a:ext cx="3650" cy="3050"/>
            </a:xfrm>
            <a:custGeom>
              <a:avLst/>
              <a:gdLst/>
              <a:ahLst/>
              <a:cxnLst/>
              <a:rect l="l" t="t" r="r" b="b"/>
              <a:pathLst>
                <a:path w="146" h="122" extrusionOk="0">
                  <a:moveTo>
                    <a:pt x="49" y="1"/>
                  </a:moveTo>
                  <a:lnTo>
                    <a:pt x="1" y="25"/>
                  </a:lnTo>
                  <a:lnTo>
                    <a:pt x="1" y="73"/>
                  </a:lnTo>
                  <a:lnTo>
                    <a:pt x="25" y="97"/>
                  </a:lnTo>
                  <a:lnTo>
                    <a:pt x="49" y="121"/>
                  </a:lnTo>
                  <a:lnTo>
                    <a:pt x="121" y="121"/>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13"/>
            <p:cNvSpPr/>
            <p:nvPr/>
          </p:nvSpPr>
          <p:spPr>
            <a:xfrm>
              <a:off x="2005100" y="2137700"/>
              <a:ext cx="3025" cy="3625"/>
            </a:xfrm>
            <a:custGeom>
              <a:avLst/>
              <a:gdLst/>
              <a:ahLst/>
              <a:cxnLst/>
              <a:rect l="l" t="t" r="r" b="b"/>
              <a:pathLst>
                <a:path w="121" h="145" extrusionOk="0">
                  <a:moveTo>
                    <a:pt x="48" y="0"/>
                  </a:moveTo>
                  <a:lnTo>
                    <a:pt x="0" y="24"/>
                  </a:lnTo>
                  <a:lnTo>
                    <a:pt x="0" y="72"/>
                  </a:lnTo>
                  <a:lnTo>
                    <a:pt x="0" y="120"/>
                  </a:lnTo>
                  <a:lnTo>
                    <a:pt x="48" y="144"/>
                  </a:lnTo>
                  <a:lnTo>
                    <a:pt x="96" y="144"/>
                  </a:lnTo>
                  <a:lnTo>
                    <a:pt x="121" y="120"/>
                  </a:lnTo>
                  <a:lnTo>
                    <a:pt x="121" y="72"/>
                  </a:lnTo>
                  <a:lnTo>
                    <a:pt x="96"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13"/>
            <p:cNvSpPr/>
            <p:nvPr/>
          </p:nvSpPr>
          <p:spPr>
            <a:xfrm>
              <a:off x="2133275" y="2167775"/>
              <a:ext cx="3050" cy="3650"/>
            </a:xfrm>
            <a:custGeom>
              <a:avLst/>
              <a:gdLst/>
              <a:ahLst/>
              <a:cxnLst/>
              <a:rect l="l" t="t" r="r" b="b"/>
              <a:pathLst>
                <a:path w="122" h="146" extrusionOk="0">
                  <a:moveTo>
                    <a:pt x="49" y="1"/>
                  </a:moveTo>
                  <a:lnTo>
                    <a:pt x="25" y="25"/>
                  </a:lnTo>
                  <a:lnTo>
                    <a:pt x="1" y="49"/>
                  </a:lnTo>
                  <a:lnTo>
                    <a:pt x="1" y="97"/>
                  </a:lnTo>
                  <a:lnTo>
                    <a:pt x="73" y="145"/>
                  </a:lnTo>
                  <a:lnTo>
                    <a:pt x="97" y="121"/>
                  </a:lnTo>
                  <a:lnTo>
                    <a:pt x="121" y="121"/>
                  </a:lnTo>
                  <a:lnTo>
                    <a:pt x="97"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13"/>
            <p:cNvSpPr/>
            <p:nvPr/>
          </p:nvSpPr>
          <p:spPr>
            <a:xfrm>
              <a:off x="2011725" y="2258050"/>
              <a:ext cx="3025" cy="3050"/>
            </a:xfrm>
            <a:custGeom>
              <a:avLst/>
              <a:gdLst/>
              <a:ahLst/>
              <a:cxnLst/>
              <a:rect l="l" t="t" r="r" b="b"/>
              <a:pathLst>
                <a:path w="121" h="122" extrusionOk="0">
                  <a:moveTo>
                    <a:pt x="48" y="1"/>
                  </a:moveTo>
                  <a:lnTo>
                    <a:pt x="24" y="25"/>
                  </a:lnTo>
                  <a:lnTo>
                    <a:pt x="0" y="73"/>
                  </a:lnTo>
                  <a:lnTo>
                    <a:pt x="24" y="121"/>
                  </a:lnTo>
                  <a:lnTo>
                    <a:pt x="72" y="121"/>
                  </a:lnTo>
                  <a:lnTo>
                    <a:pt x="120" y="97"/>
                  </a:lnTo>
                  <a:lnTo>
                    <a:pt x="120" y="49"/>
                  </a:lnTo>
                  <a:lnTo>
                    <a:pt x="96"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13"/>
            <p:cNvSpPr/>
            <p:nvPr/>
          </p:nvSpPr>
          <p:spPr>
            <a:xfrm>
              <a:off x="2112225" y="2256250"/>
              <a:ext cx="3025" cy="2425"/>
            </a:xfrm>
            <a:custGeom>
              <a:avLst/>
              <a:gdLst/>
              <a:ahLst/>
              <a:cxnLst/>
              <a:rect l="l" t="t" r="r" b="b"/>
              <a:pathLst>
                <a:path w="121" h="97" extrusionOk="0">
                  <a:moveTo>
                    <a:pt x="48" y="0"/>
                  </a:moveTo>
                  <a:lnTo>
                    <a:pt x="24" y="25"/>
                  </a:lnTo>
                  <a:lnTo>
                    <a:pt x="0" y="49"/>
                  </a:lnTo>
                  <a:lnTo>
                    <a:pt x="0" y="97"/>
                  </a:lnTo>
                  <a:lnTo>
                    <a:pt x="97" y="97"/>
                  </a:lnTo>
                  <a:lnTo>
                    <a:pt x="121" y="49"/>
                  </a:lnTo>
                  <a:lnTo>
                    <a:pt x="97" y="25"/>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13"/>
            <p:cNvSpPr/>
            <p:nvPr/>
          </p:nvSpPr>
          <p:spPr>
            <a:xfrm>
              <a:off x="2129075" y="2193050"/>
              <a:ext cx="3025" cy="3050"/>
            </a:xfrm>
            <a:custGeom>
              <a:avLst/>
              <a:gdLst/>
              <a:ahLst/>
              <a:cxnLst/>
              <a:rect l="l" t="t" r="r" b="b"/>
              <a:pathLst>
                <a:path w="121" h="122" extrusionOk="0">
                  <a:moveTo>
                    <a:pt x="48" y="1"/>
                  </a:moveTo>
                  <a:lnTo>
                    <a:pt x="0" y="25"/>
                  </a:lnTo>
                  <a:lnTo>
                    <a:pt x="0" y="73"/>
                  </a:lnTo>
                  <a:lnTo>
                    <a:pt x="24" y="97"/>
                  </a:lnTo>
                  <a:lnTo>
                    <a:pt x="73" y="121"/>
                  </a:lnTo>
                  <a:lnTo>
                    <a:pt x="121" y="97"/>
                  </a:lnTo>
                  <a:lnTo>
                    <a:pt x="121" y="49"/>
                  </a:lnTo>
                  <a:lnTo>
                    <a:pt x="97"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13"/>
            <p:cNvSpPr/>
            <p:nvPr/>
          </p:nvSpPr>
          <p:spPr>
            <a:xfrm>
              <a:off x="1965375" y="2152725"/>
              <a:ext cx="2425" cy="3050"/>
            </a:xfrm>
            <a:custGeom>
              <a:avLst/>
              <a:gdLst/>
              <a:ahLst/>
              <a:cxnLst/>
              <a:rect l="l" t="t" r="r" b="b"/>
              <a:pathLst>
                <a:path w="97" h="122" extrusionOk="0">
                  <a:moveTo>
                    <a:pt x="24" y="1"/>
                  </a:moveTo>
                  <a:lnTo>
                    <a:pt x="0" y="49"/>
                  </a:lnTo>
                  <a:lnTo>
                    <a:pt x="24" y="97"/>
                  </a:lnTo>
                  <a:lnTo>
                    <a:pt x="49" y="121"/>
                  </a:lnTo>
                  <a:lnTo>
                    <a:pt x="73" y="121"/>
                  </a:lnTo>
                  <a:lnTo>
                    <a:pt x="97" y="73"/>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13"/>
            <p:cNvSpPr/>
            <p:nvPr/>
          </p:nvSpPr>
          <p:spPr>
            <a:xfrm>
              <a:off x="2085750" y="2293550"/>
              <a:ext cx="3025" cy="3050"/>
            </a:xfrm>
            <a:custGeom>
              <a:avLst/>
              <a:gdLst/>
              <a:ahLst/>
              <a:cxnLst/>
              <a:rect l="l" t="t" r="r" b="b"/>
              <a:pathLst>
                <a:path w="121" h="122" extrusionOk="0">
                  <a:moveTo>
                    <a:pt x="0" y="1"/>
                  </a:moveTo>
                  <a:lnTo>
                    <a:pt x="0" y="49"/>
                  </a:lnTo>
                  <a:lnTo>
                    <a:pt x="48" y="97"/>
                  </a:lnTo>
                  <a:lnTo>
                    <a:pt x="72" y="121"/>
                  </a:lnTo>
                  <a:lnTo>
                    <a:pt x="96" y="97"/>
                  </a:lnTo>
                  <a:lnTo>
                    <a:pt x="120" y="73"/>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13"/>
            <p:cNvSpPr/>
            <p:nvPr/>
          </p:nvSpPr>
          <p:spPr>
            <a:xfrm>
              <a:off x="2073100" y="2267675"/>
              <a:ext cx="2425" cy="2450"/>
            </a:xfrm>
            <a:custGeom>
              <a:avLst/>
              <a:gdLst/>
              <a:ahLst/>
              <a:cxnLst/>
              <a:rect l="l" t="t" r="r" b="b"/>
              <a:pathLst>
                <a:path w="97" h="98" extrusionOk="0">
                  <a:moveTo>
                    <a:pt x="49" y="1"/>
                  </a:moveTo>
                  <a:lnTo>
                    <a:pt x="25" y="25"/>
                  </a:lnTo>
                  <a:lnTo>
                    <a:pt x="0" y="49"/>
                  </a:lnTo>
                  <a:lnTo>
                    <a:pt x="0" y="73"/>
                  </a:lnTo>
                  <a:lnTo>
                    <a:pt x="49" y="97"/>
                  </a:lnTo>
                  <a:lnTo>
                    <a:pt x="73" y="97"/>
                  </a:lnTo>
                  <a:lnTo>
                    <a:pt x="97" y="49"/>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13"/>
            <p:cNvSpPr/>
            <p:nvPr/>
          </p:nvSpPr>
          <p:spPr>
            <a:xfrm>
              <a:off x="2075500" y="2203300"/>
              <a:ext cx="3050" cy="2425"/>
            </a:xfrm>
            <a:custGeom>
              <a:avLst/>
              <a:gdLst/>
              <a:ahLst/>
              <a:cxnLst/>
              <a:rect l="l" t="t" r="r" b="b"/>
              <a:pathLst>
                <a:path w="122" h="97" extrusionOk="0">
                  <a:moveTo>
                    <a:pt x="49" y="0"/>
                  </a:moveTo>
                  <a:lnTo>
                    <a:pt x="1" y="24"/>
                  </a:lnTo>
                  <a:lnTo>
                    <a:pt x="1" y="48"/>
                  </a:lnTo>
                  <a:lnTo>
                    <a:pt x="25" y="72"/>
                  </a:lnTo>
                  <a:lnTo>
                    <a:pt x="49" y="96"/>
                  </a:lnTo>
                  <a:lnTo>
                    <a:pt x="97" y="72"/>
                  </a:lnTo>
                  <a:lnTo>
                    <a:pt x="121"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13"/>
            <p:cNvSpPr/>
            <p:nvPr/>
          </p:nvSpPr>
          <p:spPr>
            <a:xfrm>
              <a:off x="1944300" y="2209900"/>
              <a:ext cx="2450" cy="3050"/>
            </a:xfrm>
            <a:custGeom>
              <a:avLst/>
              <a:gdLst/>
              <a:ahLst/>
              <a:cxnLst/>
              <a:rect l="l" t="t" r="r" b="b"/>
              <a:pathLst>
                <a:path w="98" h="122" extrusionOk="0">
                  <a:moveTo>
                    <a:pt x="49" y="1"/>
                  </a:moveTo>
                  <a:lnTo>
                    <a:pt x="1" y="25"/>
                  </a:lnTo>
                  <a:lnTo>
                    <a:pt x="1" y="73"/>
                  </a:lnTo>
                  <a:lnTo>
                    <a:pt x="25" y="97"/>
                  </a:lnTo>
                  <a:lnTo>
                    <a:pt x="73" y="121"/>
                  </a:lnTo>
                  <a:lnTo>
                    <a:pt x="97" y="97"/>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13"/>
            <p:cNvSpPr/>
            <p:nvPr/>
          </p:nvSpPr>
          <p:spPr>
            <a:xfrm>
              <a:off x="2014125" y="2136475"/>
              <a:ext cx="2425" cy="3050"/>
            </a:xfrm>
            <a:custGeom>
              <a:avLst/>
              <a:gdLst/>
              <a:ahLst/>
              <a:cxnLst/>
              <a:rect l="l" t="t" r="r" b="b"/>
              <a:pathLst>
                <a:path w="97" h="122" extrusionOk="0">
                  <a:moveTo>
                    <a:pt x="24" y="1"/>
                  </a:moveTo>
                  <a:lnTo>
                    <a:pt x="0" y="25"/>
                  </a:lnTo>
                  <a:lnTo>
                    <a:pt x="0" y="73"/>
                  </a:lnTo>
                  <a:lnTo>
                    <a:pt x="24" y="121"/>
                  </a:lnTo>
                  <a:lnTo>
                    <a:pt x="48" y="97"/>
                  </a:lnTo>
                  <a:lnTo>
                    <a:pt x="97"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13"/>
            <p:cNvSpPr/>
            <p:nvPr/>
          </p:nvSpPr>
          <p:spPr>
            <a:xfrm>
              <a:off x="2099575" y="2264675"/>
              <a:ext cx="2425" cy="2425"/>
            </a:xfrm>
            <a:custGeom>
              <a:avLst/>
              <a:gdLst/>
              <a:ahLst/>
              <a:cxnLst/>
              <a:rect l="l" t="t" r="r" b="b"/>
              <a:pathLst>
                <a:path w="97" h="97" extrusionOk="0">
                  <a:moveTo>
                    <a:pt x="25" y="0"/>
                  </a:moveTo>
                  <a:lnTo>
                    <a:pt x="1" y="25"/>
                  </a:lnTo>
                  <a:lnTo>
                    <a:pt x="1" y="73"/>
                  </a:lnTo>
                  <a:lnTo>
                    <a:pt x="25" y="97"/>
                  </a:lnTo>
                  <a:lnTo>
                    <a:pt x="49" y="97"/>
                  </a:lnTo>
                  <a:lnTo>
                    <a:pt x="97" y="73"/>
                  </a:lnTo>
                  <a:lnTo>
                    <a:pt x="97"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13"/>
            <p:cNvSpPr/>
            <p:nvPr/>
          </p:nvSpPr>
          <p:spPr>
            <a:xfrm>
              <a:off x="2014725" y="2224350"/>
              <a:ext cx="2425" cy="3025"/>
            </a:xfrm>
            <a:custGeom>
              <a:avLst/>
              <a:gdLst/>
              <a:ahLst/>
              <a:cxnLst/>
              <a:rect l="l" t="t" r="r" b="b"/>
              <a:pathLst>
                <a:path w="97" h="121" extrusionOk="0">
                  <a:moveTo>
                    <a:pt x="49" y="1"/>
                  </a:moveTo>
                  <a:lnTo>
                    <a:pt x="0" y="25"/>
                  </a:lnTo>
                  <a:lnTo>
                    <a:pt x="0" y="49"/>
                  </a:lnTo>
                  <a:lnTo>
                    <a:pt x="0" y="97"/>
                  </a:lnTo>
                  <a:lnTo>
                    <a:pt x="49" y="121"/>
                  </a:lnTo>
                  <a:lnTo>
                    <a:pt x="97"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13"/>
            <p:cNvSpPr/>
            <p:nvPr/>
          </p:nvSpPr>
          <p:spPr>
            <a:xfrm>
              <a:off x="2069500" y="2224350"/>
              <a:ext cx="3625" cy="3025"/>
            </a:xfrm>
            <a:custGeom>
              <a:avLst/>
              <a:gdLst/>
              <a:ahLst/>
              <a:cxnLst/>
              <a:rect l="l" t="t" r="r" b="b"/>
              <a:pathLst>
                <a:path w="145" h="121" extrusionOk="0">
                  <a:moveTo>
                    <a:pt x="24" y="1"/>
                  </a:moveTo>
                  <a:lnTo>
                    <a:pt x="0" y="49"/>
                  </a:lnTo>
                  <a:lnTo>
                    <a:pt x="24" y="97"/>
                  </a:lnTo>
                  <a:lnTo>
                    <a:pt x="72" y="121"/>
                  </a:lnTo>
                  <a:lnTo>
                    <a:pt x="120" y="97"/>
                  </a:lnTo>
                  <a:lnTo>
                    <a:pt x="144" y="49"/>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13"/>
            <p:cNvSpPr/>
            <p:nvPr/>
          </p:nvSpPr>
          <p:spPr>
            <a:xfrm>
              <a:off x="2060450" y="2253850"/>
              <a:ext cx="2450" cy="2425"/>
            </a:xfrm>
            <a:custGeom>
              <a:avLst/>
              <a:gdLst/>
              <a:ahLst/>
              <a:cxnLst/>
              <a:rect l="l" t="t" r="r" b="b"/>
              <a:pathLst>
                <a:path w="98" h="97" extrusionOk="0">
                  <a:moveTo>
                    <a:pt x="25" y="0"/>
                  </a:moveTo>
                  <a:lnTo>
                    <a:pt x="1" y="48"/>
                  </a:lnTo>
                  <a:lnTo>
                    <a:pt x="1" y="72"/>
                  </a:lnTo>
                  <a:lnTo>
                    <a:pt x="25" y="96"/>
                  </a:lnTo>
                  <a:lnTo>
                    <a:pt x="73" y="96"/>
                  </a:lnTo>
                  <a:lnTo>
                    <a:pt x="97" y="72"/>
                  </a:lnTo>
                  <a:lnTo>
                    <a:pt x="97" y="48"/>
                  </a:lnTo>
                  <a:lnTo>
                    <a:pt x="73"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13"/>
            <p:cNvSpPr/>
            <p:nvPr/>
          </p:nvSpPr>
          <p:spPr>
            <a:xfrm>
              <a:off x="2014125" y="2325450"/>
              <a:ext cx="3025" cy="3050"/>
            </a:xfrm>
            <a:custGeom>
              <a:avLst/>
              <a:gdLst/>
              <a:ahLst/>
              <a:cxnLst/>
              <a:rect l="l" t="t" r="r" b="b"/>
              <a:pathLst>
                <a:path w="121" h="122" extrusionOk="0">
                  <a:moveTo>
                    <a:pt x="24" y="1"/>
                  </a:moveTo>
                  <a:lnTo>
                    <a:pt x="0" y="49"/>
                  </a:lnTo>
                  <a:lnTo>
                    <a:pt x="24" y="73"/>
                  </a:lnTo>
                  <a:lnTo>
                    <a:pt x="48" y="121"/>
                  </a:lnTo>
                  <a:lnTo>
                    <a:pt x="97" y="121"/>
                  </a:lnTo>
                  <a:lnTo>
                    <a:pt x="121" y="73"/>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13"/>
            <p:cNvSpPr/>
            <p:nvPr/>
          </p:nvSpPr>
          <p:spPr>
            <a:xfrm>
              <a:off x="1982225" y="2191250"/>
              <a:ext cx="1825" cy="3025"/>
            </a:xfrm>
            <a:custGeom>
              <a:avLst/>
              <a:gdLst/>
              <a:ahLst/>
              <a:cxnLst/>
              <a:rect l="l" t="t" r="r" b="b"/>
              <a:pathLst>
                <a:path w="73" h="121" extrusionOk="0">
                  <a:moveTo>
                    <a:pt x="0" y="1"/>
                  </a:moveTo>
                  <a:lnTo>
                    <a:pt x="0" y="49"/>
                  </a:lnTo>
                  <a:lnTo>
                    <a:pt x="0" y="73"/>
                  </a:lnTo>
                  <a:lnTo>
                    <a:pt x="24" y="121"/>
                  </a:lnTo>
                  <a:lnTo>
                    <a:pt x="49" y="97"/>
                  </a:lnTo>
                  <a:lnTo>
                    <a:pt x="73" y="73"/>
                  </a:lnTo>
                  <a:lnTo>
                    <a:pt x="73"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13"/>
            <p:cNvSpPr/>
            <p:nvPr/>
          </p:nvSpPr>
          <p:spPr>
            <a:xfrm>
              <a:off x="1949125" y="2205700"/>
              <a:ext cx="2425" cy="3025"/>
            </a:xfrm>
            <a:custGeom>
              <a:avLst/>
              <a:gdLst/>
              <a:ahLst/>
              <a:cxnLst/>
              <a:rect l="l" t="t" r="r" b="b"/>
              <a:pathLst>
                <a:path w="97" h="121" extrusionOk="0">
                  <a:moveTo>
                    <a:pt x="73" y="0"/>
                  </a:moveTo>
                  <a:lnTo>
                    <a:pt x="24" y="24"/>
                  </a:lnTo>
                  <a:lnTo>
                    <a:pt x="0" y="73"/>
                  </a:lnTo>
                  <a:lnTo>
                    <a:pt x="24" y="97"/>
                  </a:lnTo>
                  <a:lnTo>
                    <a:pt x="49" y="121"/>
                  </a:lnTo>
                  <a:lnTo>
                    <a:pt x="97" y="97"/>
                  </a:lnTo>
                  <a:lnTo>
                    <a:pt x="97"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13"/>
            <p:cNvSpPr/>
            <p:nvPr/>
          </p:nvSpPr>
          <p:spPr>
            <a:xfrm>
              <a:off x="2037600" y="2209300"/>
              <a:ext cx="3025" cy="2450"/>
            </a:xfrm>
            <a:custGeom>
              <a:avLst/>
              <a:gdLst/>
              <a:ahLst/>
              <a:cxnLst/>
              <a:rect l="l" t="t" r="r" b="b"/>
              <a:pathLst>
                <a:path w="121" h="98" extrusionOk="0">
                  <a:moveTo>
                    <a:pt x="48" y="1"/>
                  </a:moveTo>
                  <a:lnTo>
                    <a:pt x="24" y="25"/>
                  </a:lnTo>
                  <a:lnTo>
                    <a:pt x="0" y="49"/>
                  </a:lnTo>
                  <a:lnTo>
                    <a:pt x="24" y="97"/>
                  </a:lnTo>
                  <a:lnTo>
                    <a:pt x="72" y="97"/>
                  </a:lnTo>
                  <a:lnTo>
                    <a:pt x="96" y="49"/>
                  </a:lnTo>
                  <a:lnTo>
                    <a:pt x="121"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13"/>
            <p:cNvSpPr/>
            <p:nvPr/>
          </p:nvSpPr>
          <p:spPr>
            <a:xfrm>
              <a:off x="2061675" y="2210500"/>
              <a:ext cx="2425" cy="2450"/>
            </a:xfrm>
            <a:custGeom>
              <a:avLst/>
              <a:gdLst/>
              <a:ahLst/>
              <a:cxnLst/>
              <a:rect l="l" t="t" r="r" b="b"/>
              <a:pathLst>
                <a:path w="97" h="98" extrusionOk="0">
                  <a:moveTo>
                    <a:pt x="24" y="1"/>
                  </a:moveTo>
                  <a:lnTo>
                    <a:pt x="0" y="25"/>
                  </a:lnTo>
                  <a:lnTo>
                    <a:pt x="0" y="49"/>
                  </a:lnTo>
                  <a:lnTo>
                    <a:pt x="0" y="73"/>
                  </a:lnTo>
                  <a:lnTo>
                    <a:pt x="48" y="97"/>
                  </a:lnTo>
                  <a:lnTo>
                    <a:pt x="96" y="73"/>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13"/>
            <p:cNvSpPr/>
            <p:nvPr/>
          </p:nvSpPr>
          <p:spPr>
            <a:xfrm>
              <a:off x="1993650" y="2225550"/>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13"/>
            <p:cNvSpPr/>
            <p:nvPr/>
          </p:nvSpPr>
          <p:spPr>
            <a:xfrm>
              <a:off x="1946125" y="2237600"/>
              <a:ext cx="2425" cy="2425"/>
            </a:xfrm>
            <a:custGeom>
              <a:avLst/>
              <a:gdLst/>
              <a:ahLst/>
              <a:cxnLst/>
              <a:rect l="l" t="t" r="r" b="b"/>
              <a:pathLst>
                <a:path w="97" h="97" extrusionOk="0">
                  <a:moveTo>
                    <a:pt x="24" y="0"/>
                  </a:moveTo>
                  <a:lnTo>
                    <a:pt x="0" y="24"/>
                  </a:lnTo>
                  <a:lnTo>
                    <a:pt x="0" y="72"/>
                  </a:lnTo>
                  <a:lnTo>
                    <a:pt x="24" y="96"/>
                  </a:lnTo>
                  <a:lnTo>
                    <a:pt x="72" y="96"/>
                  </a:lnTo>
                  <a:lnTo>
                    <a:pt x="96" y="48"/>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13"/>
            <p:cNvSpPr/>
            <p:nvPr/>
          </p:nvSpPr>
          <p:spPr>
            <a:xfrm>
              <a:off x="2063475" y="2280925"/>
              <a:ext cx="3625" cy="2425"/>
            </a:xfrm>
            <a:custGeom>
              <a:avLst/>
              <a:gdLst/>
              <a:ahLst/>
              <a:cxnLst/>
              <a:rect l="l" t="t" r="r" b="b"/>
              <a:pathLst>
                <a:path w="145" h="97" extrusionOk="0">
                  <a:moveTo>
                    <a:pt x="48" y="0"/>
                  </a:moveTo>
                  <a:lnTo>
                    <a:pt x="0" y="25"/>
                  </a:lnTo>
                  <a:lnTo>
                    <a:pt x="24" y="73"/>
                  </a:lnTo>
                  <a:lnTo>
                    <a:pt x="73" y="97"/>
                  </a:lnTo>
                  <a:lnTo>
                    <a:pt x="121" y="97"/>
                  </a:lnTo>
                  <a:lnTo>
                    <a:pt x="145" y="49"/>
                  </a:lnTo>
                  <a:lnTo>
                    <a:pt x="121"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13"/>
            <p:cNvSpPr/>
            <p:nvPr/>
          </p:nvSpPr>
          <p:spPr>
            <a:xfrm>
              <a:off x="2113425" y="2283925"/>
              <a:ext cx="2425" cy="2450"/>
            </a:xfrm>
            <a:custGeom>
              <a:avLst/>
              <a:gdLst/>
              <a:ahLst/>
              <a:cxnLst/>
              <a:rect l="l" t="t" r="r" b="b"/>
              <a:pathLst>
                <a:path w="97" h="98" extrusionOk="0">
                  <a:moveTo>
                    <a:pt x="24" y="1"/>
                  </a:moveTo>
                  <a:lnTo>
                    <a:pt x="0" y="25"/>
                  </a:lnTo>
                  <a:lnTo>
                    <a:pt x="0" y="73"/>
                  </a:lnTo>
                  <a:lnTo>
                    <a:pt x="24" y="97"/>
                  </a:lnTo>
                  <a:lnTo>
                    <a:pt x="73"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13"/>
            <p:cNvSpPr/>
            <p:nvPr/>
          </p:nvSpPr>
          <p:spPr>
            <a:xfrm>
              <a:off x="2089950" y="2128650"/>
              <a:ext cx="1825" cy="1850"/>
            </a:xfrm>
            <a:custGeom>
              <a:avLst/>
              <a:gdLst/>
              <a:ahLst/>
              <a:cxnLst/>
              <a:rect l="l" t="t" r="r" b="b"/>
              <a:pathLst>
                <a:path w="73" h="74" extrusionOk="0">
                  <a:moveTo>
                    <a:pt x="25" y="1"/>
                  </a:moveTo>
                  <a:lnTo>
                    <a:pt x="1" y="73"/>
                  </a:lnTo>
                  <a:lnTo>
                    <a:pt x="73" y="73"/>
                  </a:lnTo>
                  <a:lnTo>
                    <a:pt x="73"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13"/>
            <p:cNvSpPr/>
            <p:nvPr/>
          </p:nvSpPr>
          <p:spPr>
            <a:xfrm>
              <a:off x="2026750" y="2159950"/>
              <a:ext cx="2450" cy="1825"/>
            </a:xfrm>
            <a:custGeom>
              <a:avLst/>
              <a:gdLst/>
              <a:ahLst/>
              <a:cxnLst/>
              <a:rect l="l" t="t" r="r" b="b"/>
              <a:pathLst>
                <a:path w="98" h="73" extrusionOk="0">
                  <a:moveTo>
                    <a:pt x="25" y="1"/>
                  </a:moveTo>
                  <a:lnTo>
                    <a:pt x="1" y="25"/>
                  </a:lnTo>
                  <a:lnTo>
                    <a:pt x="25"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13"/>
            <p:cNvSpPr/>
            <p:nvPr/>
          </p:nvSpPr>
          <p:spPr>
            <a:xfrm>
              <a:off x="2040600" y="2159950"/>
              <a:ext cx="1225" cy="1825"/>
            </a:xfrm>
            <a:custGeom>
              <a:avLst/>
              <a:gdLst/>
              <a:ahLst/>
              <a:cxnLst/>
              <a:rect l="l" t="t" r="r" b="b"/>
              <a:pathLst>
                <a:path w="49" h="73" extrusionOk="0">
                  <a:moveTo>
                    <a:pt x="1" y="1"/>
                  </a:moveTo>
                  <a:lnTo>
                    <a:pt x="1" y="25"/>
                  </a:lnTo>
                  <a:lnTo>
                    <a:pt x="1" y="49"/>
                  </a:lnTo>
                  <a:lnTo>
                    <a:pt x="1" y="73"/>
                  </a:lnTo>
                  <a:lnTo>
                    <a:pt x="49" y="73"/>
                  </a:lnTo>
                  <a:lnTo>
                    <a:pt x="49" y="49"/>
                  </a:lnTo>
                  <a:lnTo>
                    <a:pt x="49"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13"/>
            <p:cNvSpPr/>
            <p:nvPr/>
          </p:nvSpPr>
          <p:spPr>
            <a:xfrm>
              <a:off x="2068875" y="2163575"/>
              <a:ext cx="1850" cy="1825"/>
            </a:xfrm>
            <a:custGeom>
              <a:avLst/>
              <a:gdLst/>
              <a:ahLst/>
              <a:cxnLst/>
              <a:rect l="l" t="t" r="r" b="b"/>
              <a:pathLst>
                <a:path w="74" h="73" extrusionOk="0">
                  <a:moveTo>
                    <a:pt x="25" y="0"/>
                  </a:moveTo>
                  <a:lnTo>
                    <a:pt x="1" y="24"/>
                  </a:lnTo>
                  <a:lnTo>
                    <a:pt x="1" y="48"/>
                  </a:lnTo>
                  <a:lnTo>
                    <a:pt x="1" y="72"/>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13"/>
            <p:cNvSpPr/>
            <p:nvPr/>
          </p:nvSpPr>
          <p:spPr>
            <a:xfrm>
              <a:off x="1937675" y="2178625"/>
              <a:ext cx="1850" cy="1825"/>
            </a:xfrm>
            <a:custGeom>
              <a:avLst/>
              <a:gdLst/>
              <a:ahLst/>
              <a:cxnLst/>
              <a:rect l="l" t="t" r="r" b="b"/>
              <a:pathLst>
                <a:path w="74" h="73" extrusionOk="0">
                  <a:moveTo>
                    <a:pt x="25" y="0"/>
                  </a:moveTo>
                  <a:lnTo>
                    <a:pt x="1" y="24"/>
                  </a:lnTo>
                  <a:lnTo>
                    <a:pt x="1" y="48"/>
                  </a:lnTo>
                  <a:lnTo>
                    <a:pt x="25" y="72"/>
                  </a:lnTo>
                  <a:lnTo>
                    <a:pt x="49" y="72"/>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13"/>
            <p:cNvSpPr/>
            <p:nvPr/>
          </p:nvSpPr>
          <p:spPr>
            <a:xfrm>
              <a:off x="1925650" y="2189450"/>
              <a:ext cx="1825" cy="1825"/>
            </a:xfrm>
            <a:custGeom>
              <a:avLst/>
              <a:gdLst/>
              <a:ahLst/>
              <a:cxnLst/>
              <a:rect l="l" t="t" r="r" b="b"/>
              <a:pathLst>
                <a:path w="73" h="73" extrusionOk="0">
                  <a:moveTo>
                    <a:pt x="25" y="0"/>
                  </a:moveTo>
                  <a:lnTo>
                    <a:pt x="1" y="24"/>
                  </a:lnTo>
                  <a:lnTo>
                    <a:pt x="1" y="48"/>
                  </a:lnTo>
                  <a:lnTo>
                    <a:pt x="25" y="73"/>
                  </a:lnTo>
                  <a:lnTo>
                    <a:pt x="49" y="73"/>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13"/>
            <p:cNvSpPr/>
            <p:nvPr/>
          </p:nvSpPr>
          <p:spPr>
            <a:xfrm>
              <a:off x="1929875" y="2194250"/>
              <a:ext cx="1825" cy="1250"/>
            </a:xfrm>
            <a:custGeom>
              <a:avLst/>
              <a:gdLst/>
              <a:ahLst/>
              <a:cxnLst/>
              <a:rect l="l" t="t" r="r" b="b"/>
              <a:pathLst>
                <a:path w="73" h="50" extrusionOk="0">
                  <a:moveTo>
                    <a:pt x="0" y="1"/>
                  </a:moveTo>
                  <a:lnTo>
                    <a:pt x="0" y="49"/>
                  </a:lnTo>
                  <a:lnTo>
                    <a:pt x="48"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13"/>
            <p:cNvSpPr/>
            <p:nvPr/>
          </p:nvSpPr>
          <p:spPr>
            <a:xfrm>
              <a:off x="1988850" y="2193050"/>
              <a:ext cx="2425" cy="2450"/>
            </a:xfrm>
            <a:custGeom>
              <a:avLst/>
              <a:gdLst/>
              <a:ahLst/>
              <a:cxnLst/>
              <a:rect l="l" t="t" r="r" b="b"/>
              <a:pathLst>
                <a:path w="97" h="98" extrusionOk="0">
                  <a:moveTo>
                    <a:pt x="72" y="1"/>
                  </a:moveTo>
                  <a:lnTo>
                    <a:pt x="24" y="25"/>
                  </a:lnTo>
                  <a:lnTo>
                    <a:pt x="0" y="49"/>
                  </a:lnTo>
                  <a:lnTo>
                    <a:pt x="24" y="73"/>
                  </a:lnTo>
                  <a:lnTo>
                    <a:pt x="48" y="97"/>
                  </a:lnTo>
                  <a:lnTo>
                    <a:pt x="97" y="73"/>
                  </a:lnTo>
                  <a:lnTo>
                    <a:pt x="97" y="49"/>
                  </a:lnTo>
                  <a:lnTo>
                    <a:pt x="97"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13"/>
            <p:cNvSpPr/>
            <p:nvPr/>
          </p:nvSpPr>
          <p:spPr>
            <a:xfrm>
              <a:off x="2003900" y="2197875"/>
              <a:ext cx="1825" cy="1825"/>
            </a:xfrm>
            <a:custGeom>
              <a:avLst/>
              <a:gdLst/>
              <a:ahLst/>
              <a:cxnLst/>
              <a:rect l="l" t="t" r="r" b="b"/>
              <a:pathLst>
                <a:path w="73" h="73" extrusionOk="0">
                  <a:moveTo>
                    <a:pt x="24" y="0"/>
                  </a:moveTo>
                  <a:lnTo>
                    <a:pt x="0" y="24"/>
                  </a:lnTo>
                  <a:lnTo>
                    <a:pt x="0" y="49"/>
                  </a:lnTo>
                  <a:lnTo>
                    <a:pt x="48" y="73"/>
                  </a:lnTo>
                  <a:lnTo>
                    <a:pt x="72" y="49"/>
                  </a:lnTo>
                  <a:lnTo>
                    <a:pt x="72"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13"/>
            <p:cNvSpPr/>
            <p:nvPr/>
          </p:nvSpPr>
          <p:spPr>
            <a:xfrm>
              <a:off x="2102600" y="2208100"/>
              <a:ext cx="2425" cy="2425"/>
            </a:xfrm>
            <a:custGeom>
              <a:avLst/>
              <a:gdLst/>
              <a:ahLst/>
              <a:cxnLst/>
              <a:rect l="l" t="t" r="r" b="b"/>
              <a:pathLst>
                <a:path w="97" h="97" extrusionOk="0">
                  <a:moveTo>
                    <a:pt x="48" y="1"/>
                  </a:moveTo>
                  <a:lnTo>
                    <a:pt x="24" y="25"/>
                  </a:lnTo>
                  <a:lnTo>
                    <a:pt x="0" y="49"/>
                  </a:lnTo>
                  <a:lnTo>
                    <a:pt x="0" y="73"/>
                  </a:lnTo>
                  <a:lnTo>
                    <a:pt x="24" y="97"/>
                  </a:lnTo>
                  <a:lnTo>
                    <a:pt x="96" y="97"/>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13"/>
            <p:cNvSpPr/>
            <p:nvPr/>
          </p:nvSpPr>
          <p:spPr>
            <a:xfrm>
              <a:off x="1972000" y="2217725"/>
              <a:ext cx="2425" cy="2450"/>
            </a:xfrm>
            <a:custGeom>
              <a:avLst/>
              <a:gdLst/>
              <a:ahLst/>
              <a:cxnLst/>
              <a:rect l="l" t="t" r="r" b="b"/>
              <a:pathLst>
                <a:path w="97" h="98" extrusionOk="0">
                  <a:moveTo>
                    <a:pt x="48" y="1"/>
                  </a:moveTo>
                  <a:lnTo>
                    <a:pt x="0" y="25"/>
                  </a:lnTo>
                  <a:lnTo>
                    <a:pt x="0" y="49"/>
                  </a:lnTo>
                  <a:lnTo>
                    <a:pt x="0" y="73"/>
                  </a:lnTo>
                  <a:lnTo>
                    <a:pt x="48" y="97"/>
                  </a:lnTo>
                  <a:lnTo>
                    <a:pt x="72" y="73"/>
                  </a:lnTo>
                  <a:lnTo>
                    <a:pt x="96"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13"/>
            <p:cNvSpPr/>
            <p:nvPr/>
          </p:nvSpPr>
          <p:spPr>
            <a:xfrm>
              <a:off x="2068875" y="2220150"/>
              <a:ext cx="1850" cy="2425"/>
            </a:xfrm>
            <a:custGeom>
              <a:avLst/>
              <a:gdLst/>
              <a:ahLst/>
              <a:cxnLst/>
              <a:rect l="l" t="t" r="r" b="b"/>
              <a:pathLst>
                <a:path w="74" h="97" extrusionOk="0">
                  <a:moveTo>
                    <a:pt x="25" y="0"/>
                  </a:moveTo>
                  <a:lnTo>
                    <a:pt x="1" y="24"/>
                  </a:lnTo>
                  <a:lnTo>
                    <a:pt x="1" y="48"/>
                  </a:lnTo>
                  <a:lnTo>
                    <a:pt x="1" y="72"/>
                  </a:lnTo>
                  <a:lnTo>
                    <a:pt x="25" y="96"/>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13"/>
            <p:cNvSpPr/>
            <p:nvPr/>
          </p:nvSpPr>
          <p:spPr>
            <a:xfrm>
              <a:off x="2011100" y="2249625"/>
              <a:ext cx="3050" cy="1825"/>
            </a:xfrm>
            <a:custGeom>
              <a:avLst/>
              <a:gdLst/>
              <a:ahLst/>
              <a:cxnLst/>
              <a:rect l="l" t="t" r="r" b="b"/>
              <a:pathLst>
                <a:path w="122" h="73" extrusionOk="0">
                  <a:moveTo>
                    <a:pt x="25" y="1"/>
                  </a:moveTo>
                  <a:lnTo>
                    <a:pt x="1" y="49"/>
                  </a:lnTo>
                  <a:lnTo>
                    <a:pt x="25" y="73"/>
                  </a:lnTo>
                  <a:lnTo>
                    <a:pt x="97"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13"/>
            <p:cNvSpPr/>
            <p:nvPr/>
          </p:nvSpPr>
          <p:spPr>
            <a:xfrm>
              <a:off x="1991850" y="2250825"/>
              <a:ext cx="1225" cy="1850"/>
            </a:xfrm>
            <a:custGeom>
              <a:avLst/>
              <a:gdLst/>
              <a:ahLst/>
              <a:cxnLst/>
              <a:rect l="l" t="t" r="r" b="b"/>
              <a:pathLst>
                <a:path w="49" h="74" extrusionOk="0">
                  <a:moveTo>
                    <a:pt x="25" y="1"/>
                  </a:moveTo>
                  <a:lnTo>
                    <a:pt x="1" y="25"/>
                  </a:lnTo>
                  <a:lnTo>
                    <a:pt x="1" y="49"/>
                  </a:lnTo>
                  <a:lnTo>
                    <a:pt x="1" y="73"/>
                  </a:lnTo>
                  <a:lnTo>
                    <a:pt x="25" y="49"/>
                  </a:lnTo>
                  <a:lnTo>
                    <a:pt x="49"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13"/>
            <p:cNvSpPr/>
            <p:nvPr/>
          </p:nvSpPr>
          <p:spPr>
            <a:xfrm>
              <a:off x="2140500" y="2264675"/>
              <a:ext cx="1825" cy="2425"/>
            </a:xfrm>
            <a:custGeom>
              <a:avLst/>
              <a:gdLst/>
              <a:ahLst/>
              <a:cxnLst/>
              <a:rect l="l" t="t" r="r" b="b"/>
              <a:pathLst>
                <a:path w="73" h="97" extrusionOk="0">
                  <a:moveTo>
                    <a:pt x="25" y="0"/>
                  </a:moveTo>
                  <a:lnTo>
                    <a:pt x="1" y="25"/>
                  </a:lnTo>
                  <a:lnTo>
                    <a:pt x="1" y="49"/>
                  </a:lnTo>
                  <a:lnTo>
                    <a:pt x="25" y="73"/>
                  </a:lnTo>
                  <a:lnTo>
                    <a:pt x="49" y="97"/>
                  </a:lnTo>
                  <a:lnTo>
                    <a:pt x="73" y="73"/>
                  </a:lnTo>
                  <a:lnTo>
                    <a:pt x="73" y="25"/>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9" name="Google Shape;4969;p13"/>
            <p:cNvSpPr/>
            <p:nvPr/>
          </p:nvSpPr>
          <p:spPr>
            <a:xfrm>
              <a:off x="2047825" y="2298375"/>
              <a:ext cx="625" cy="625"/>
            </a:xfrm>
            <a:custGeom>
              <a:avLst/>
              <a:gdLst/>
              <a:ahLst/>
              <a:cxnLst/>
              <a:rect l="l" t="t" r="r" b="b"/>
              <a:pathLst>
                <a:path w="25" h="25" extrusionOk="0">
                  <a:moveTo>
                    <a:pt x="0" y="1"/>
                  </a:moveTo>
                  <a:lnTo>
                    <a:pt x="0" y="25"/>
                  </a:lnTo>
                  <a:lnTo>
                    <a:pt x="24"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13"/>
            <p:cNvSpPr/>
            <p:nvPr/>
          </p:nvSpPr>
          <p:spPr>
            <a:xfrm>
              <a:off x="2043000" y="2385050"/>
              <a:ext cx="1850" cy="1225"/>
            </a:xfrm>
            <a:custGeom>
              <a:avLst/>
              <a:gdLst/>
              <a:ahLst/>
              <a:cxnLst/>
              <a:rect l="l" t="t" r="r" b="b"/>
              <a:pathLst>
                <a:path w="74" h="49" extrusionOk="0">
                  <a:moveTo>
                    <a:pt x="25" y="0"/>
                  </a:moveTo>
                  <a:lnTo>
                    <a:pt x="1" y="48"/>
                  </a:lnTo>
                  <a:lnTo>
                    <a:pt x="73"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13"/>
            <p:cNvSpPr/>
            <p:nvPr/>
          </p:nvSpPr>
          <p:spPr>
            <a:xfrm>
              <a:off x="2125450" y="2172000"/>
              <a:ext cx="1225" cy="1225"/>
            </a:xfrm>
            <a:custGeom>
              <a:avLst/>
              <a:gdLst/>
              <a:ahLst/>
              <a:cxnLst/>
              <a:rect l="l" t="t" r="r" b="b"/>
              <a:pathLst>
                <a:path w="49" h="49" extrusionOk="0">
                  <a:moveTo>
                    <a:pt x="1" y="0"/>
                  </a:moveTo>
                  <a:lnTo>
                    <a:pt x="25"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13"/>
            <p:cNvSpPr/>
            <p:nvPr/>
          </p:nvSpPr>
          <p:spPr>
            <a:xfrm>
              <a:off x="2053250" y="2170175"/>
              <a:ext cx="1825" cy="2450"/>
            </a:xfrm>
            <a:custGeom>
              <a:avLst/>
              <a:gdLst/>
              <a:ahLst/>
              <a:cxnLst/>
              <a:rect l="l" t="t" r="r" b="b"/>
              <a:pathLst>
                <a:path w="73" h="98" extrusionOk="0">
                  <a:moveTo>
                    <a:pt x="48" y="1"/>
                  </a:moveTo>
                  <a:lnTo>
                    <a:pt x="0" y="49"/>
                  </a:lnTo>
                  <a:lnTo>
                    <a:pt x="24" y="73"/>
                  </a:lnTo>
                  <a:lnTo>
                    <a:pt x="48" y="97"/>
                  </a:lnTo>
                  <a:lnTo>
                    <a:pt x="72" y="73"/>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13"/>
            <p:cNvSpPr/>
            <p:nvPr/>
          </p:nvSpPr>
          <p:spPr>
            <a:xfrm>
              <a:off x="1956950" y="2152725"/>
              <a:ext cx="625" cy="1250"/>
            </a:xfrm>
            <a:custGeom>
              <a:avLst/>
              <a:gdLst/>
              <a:ahLst/>
              <a:cxnLst/>
              <a:rect l="l" t="t" r="r" b="b"/>
              <a:pathLst>
                <a:path w="25" h="50" extrusionOk="0">
                  <a:moveTo>
                    <a:pt x="0" y="1"/>
                  </a:moveTo>
                  <a:lnTo>
                    <a:pt x="0" y="25"/>
                  </a:lnTo>
                  <a:lnTo>
                    <a:pt x="0" y="49"/>
                  </a:lnTo>
                  <a:lnTo>
                    <a:pt x="24" y="25"/>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13"/>
            <p:cNvSpPr/>
            <p:nvPr/>
          </p:nvSpPr>
          <p:spPr>
            <a:xfrm>
              <a:off x="2022550" y="2136475"/>
              <a:ext cx="1825" cy="1250"/>
            </a:xfrm>
            <a:custGeom>
              <a:avLst/>
              <a:gdLst/>
              <a:ahLst/>
              <a:cxnLst/>
              <a:rect l="l" t="t" r="r" b="b"/>
              <a:pathLst>
                <a:path w="73" h="50" extrusionOk="0">
                  <a:moveTo>
                    <a:pt x="24" y="1"/>
                  </a:moveTo>
                  <a:lnTo>
                    <a:pt x="0" y="25"/>
                  </a:lnTo>
                  <a:lnTo>
                    <a:pt x="24" y="49"/>
                  </a:lnTo>
                  <a:lnTo>
                    <a:pt x="73"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13"/>
            <p:cNvSpPr/>
            <p:nvPr/>
          </p:nvSpPr>
          <p:spPr>
            <a:xfrm>
              <a:off x="2086950" y="2290550"/>
              <a:ext cx="625" cy="25"/>
            </a:xfrm>
            <a:custGeom>
              <a:avLst/>
              <a:gdLst/>
              <a:ahLst/>
              <a:cxnLst/>
              <a:rect l="l" t="t" r="r" b="b"/>
              <a:pathLst>
                <a:path w="25" h="1" extrusionOk="0">
                  <a:moveTo>
                    <a:pt x="0" y="1"/>
                  </a:moveTo>
                  <a:lnTo>
                    <a:pt x="0" y="1"/>
                  </a:lnTo>
                  <a:lnTo>
                    <a:pt x="24" y="1"/>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13"/>
            <p:cNvSpPr/>
            <p:nvPr/>
          </p:nvSpPr>
          <p:spPr>
            <a:xfrm>
              <a:off x="2053850" y="2122050"/>
              <a:ext cx="1225" cy="1225"/>
            </a:xfrm>
            <a:custGeom>
              <a:avLst/>
              <a:gdLst/>
              <a:ahLst/>
              <a:cxnLst/>
              <a:rect l="l" t="t" r="r" b="b"/>
              <a:pathLst>
                <a:path w="49" h="49" extrusionOk="0">
                  <a:moveTo>
                    <a:pt x="24" y="0"/>
                  </a:moveTo>
                  <a:lnTo>
                    <a:pt x="0" y="24"/>
                  </a:lnTo>
                  <a:lnTo>
                    <a:pt x="24" y="48"/>
                  </a:lnTo>
                  <a:lnTo>
                    <a:pt x="48" y="48"/>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13"/>
            <p:cNvSpPr/>
            <p:nvPr/>
          </p:nvSpPr>
          <p:spPr>
            <a:xfrm>
              <a:off x="2026750" y="2274900"/>
              <a:ext cx="1225" cy="1825"/>
            </a:xfrm>
            <a:custGeom>
              <a:avLst/>
              <a:gdLst/>
              <a:ahLst/>
              <a:cxnLst/>
              <a:rect l="l" t="t" r="r" b="b"/>
              <a:pathLst>
                <a:path w="49" h="73" extrusionOk="0">
                  <a:moveTo>
                    <a:pt x="25" y="1"/>
                  </a:moveTo>
                  <a:lnTo>
                    <a:pt x="1" y="25"/>
                  </a:lnTo>
                  <a:lnTo>
                    <a:pt x="1" y="49"/>
                  </a:lnTo>
                  <a:lnTo>
                    <a:pt x="1" y="73"/>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13"/>
            <p:cNvSpPr/>
            <p:nvPr/>
          </p:nvSpPr>
          <p:spPr>
            <a:xfrm>
              <a:off x="2071900" y="2254450"/>
              <a:ext cx="625" cy="1225"/>
            </a:xfrm>
            <a:custGeom>
              <a:avLst/>
              <a:gdLst/>
              <a:ahLst/>
              <a:cxnLst/>
              <a:rect l="l" t="t" r="r" b="b"/>
              <a:pathLst>
                <a:path w="25" h="49" extrusionOk="0">
                  <a:moveTo>
                    <a:pt x="24" y="0"/>
                  </a:moveTo>
                  <a:lnTo>
                    <a:pt x="0" y="48"/>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13"/>
            <p:cNvSpPr/>
            <p:nvPr/>
          </p:nvSpPr>
          <p:spPr>
            <a:xfrm>
              <a:off x="2059850" y="2227975"/>
              <a:ext cx="1250" cy="2425"/>
            </a:xfrm>
            <a:custGeom>
              <a:avLst/>
              <a:gdLst/>
              <a:ahLst/>
              <a:cxnLst/>
              <a:rect l="l" t="t" r="r" b="b"/>
              <a:pathLst>
                <a:path w="50" h="97" extrusionOk="0">
                  <a:moveTo>
                    <a:pt x="49" y="0"/>
                  </a:moveTo>
                  <a:lnTo>
                    <a:pt x="25" y="48"/>
                  </a:lnTo>
                  <a:lnTo>
                    <a:pt x="1" y="72"/>
                  </a:lnTo>
                  <a:lnTo>
                    <a:pt x="25" y="96"/>
                  </a:lnTo>
                  <a:lnTo>
                    <a:pt x="49" y="72"/>
                  </a:lnTo>
                  <a:lnTo>
                    <a:pt x="49"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13"/>
            <p:cNvSpPr/>
            <p:nvPr/>
          </p:nvSpPr>
          <p:spPr>
            <a:xfrm>
              <a:off x="1964175" y="2251425"/>
              <a:ext cx="1825" cy="1850"/>
            </a:xfrm>
            <a:custGeom>
              <a:avLst/>
              <a:gdLst/>
              <a:ahLst/>
              <a:cxnLst/>
              <a:rect l="l" t="t" r="r" b="b"/>
              <a:pathLst>
                <a:path w="73" h="74" extrusionOk="0">
                  <a:moveTo>
                    <a:pt x="24" y="1"/>
                  </a:moveTo>
                  <a:lnTo>
                    <a:pt x="0" y="25"/>
                  </a:lnTo>
                  <a:lnTo>
                    <a:pt x="24" y="49"/>
                  </a:lnTo>
                  <a:lnTo>
                    <a:pt x="24" y="73"/>
                  </a:lnTo>
                  <a:lnTo>
                    <a:pt x="72"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13"/>
            <p:cNvSpPr/>
            <p:nvPr/>
          </p:nvSpPr>
          <p:spPr>
            <a:xfrm>
              <a:off x="2088750" y="2235175"/>
              <a:ext cx="2425" cy="1850"/>
            </a:xfrm>
            <a:custGeom>
              <a:avLst/>
              <a:gdLst/>
              <a:ahLst/>
              <a:cxnLst/>
              <a:rect l="l" t="t" r="r" b="b"/>
              <a:pathLst>
                <a:path w="97" h="74" extrusionOk="0">
                  <a:moveTo>
                    <a:pt x="24" y="1"/>
                  </a:moveTo>
                  <a:lnTo>
                    <a:pt x="0" y="25"/>
                  </a:lnTo>
                  <a:lnTo>
                    <a:pt x="24"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13"/>
            <p:cNvSpPr/>
            <p:nvPr/>
          </p:nvSpPr>
          <p:spPr>
            <a:xfrm>
              <a:off x="2111025" y="2230375"/>
              <a:ext cx="625" cy="1225"/>
            </a:xfrm>
            <a:custGeom>
              <a:avLst/>
              <a:gdLst/>
              <a:ahLst/>
              <a:cxnLst/>
              <a:rect l="l" t="t" r="r" b="b"/>
              <a:pathLst>
                <a:path w="25" h="49" extrusionOk="0">
                  <a:moveTo>
                    <a:pt x="0" y="0"/>
                  </a:moveTo>
                  <a:lnTo>
                    <a:pt x="0" y="24"/>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13"/>
            <p:cNvSpPr/>
            <p:nvPr/>
          </p:nvSpPr>
          <p:spPr>
            <a:xfrm>
              <a:off x="2051425" y="2217125"/>
              <a:ext cx="1850" cy="1825"/>
            </a:xfrm>
            <a:custGeom>
              <a:avLst/>
              <a:gdLst/>
              <a:ahLst/>
              <a:cxnLst/>
              <a:rect l="l" t="t" r="r" b="b"/>
              <a:pathLst>
                <a:path w="74" h="73" extrusionOk="0">
                  <a:moveTo>
                    <a:pt x="25" y="1"/>
                  </a:moveTo>
                  <a:lnTo>
                    <a:pt x="1" y="25"/>
                  </a:lnTo>
                  <a:lnTo>
                    <a:pt x="1" y="49"/>
                  </a:lnTo>
                  <a:lnTo>
                    <a:pt x="1" y="73"/>
                  </a:lnTo>
                  <a:lnTo>
                    <a:pt x="25" y="73"/>
                  </a:lnTo>
                  <a:lnTo>
                    <a:pt x="49" y="49"/>
                  </a:lnTo>
                  <a:lnTo>
                    <a:pt x="73" y="25"/>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13"/>
            <p:cNvSpPr/>
            <p:nvPr/>
          </p:nvSpPr>
          <p:spPr>
            <a:xfrm>
              <a:off x="2038800" y="2196075"/>
              <a:ext cx="1825" cy="1225"/>
            </a:xfrm>
            <a:custGeom>
              <a:avLst/>
              <a:gdLst/>
              <a:ahLst/>
              <a:cxnLst/>
              <a:rect l="l" t="t" r="r" b="b"/>
              <a:pathLst>
                <a:path w="73" h="49" extrusionOk="0">
                  <a:moveTo>
                    <a:pt x="24" y="0"/>
                  </a:moveTo>
                  <a:lnTo>
                    <a:pt x="0" y="24"/>
                  </a:lnTo>
                  <a:lnTo>
                    <a:pt x="24" y="48"/>
                  </a:lnTo>
                  <a:lnTo>
                    <a:pt x="73"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13"/>
            <p:cNvSpPr/>
            <p:nvPr/>
          </p:nvSpPr>
          <p:spPr>
            <a:xfrm>
              <a:off x="2046625" y="2193050"/>
              <a:ext cx="1225" cy="1225"/>
            </a:xfrm>
            <a:custGeom>
              <a:avLst/>
              <a:gdLst/>
              <a:ahLst/>
              <a:cxnLst/>
              <a:rect l="l" t="t" r="r" b="b"/>
              <a:pathLst>
                <a:path w="49" h="49" extrusionOk="0">
                  <a:moveTo>
                    <a:pt x="0" y="1"/>
                  </a:moveTo>
                  <a:lnTo>
                    <a:pt x="0" y="25"/>
                  </a:lnTo>
                  <a:lnTo>
                    <a:pt x="24" y="49"/>
                  </a:lnTo>
                  <a:lnTo>
                    <a:pt x="48"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13"/>
            <p:cNvSpPr/>
            <p:nvPr/>
          </p:nvSpPr>
          <p:spPr>
            <a:xfrm>
              <a:off x="2076700" y="2183425"/>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13"/>
            <p:cNvSpPr/>
            <p:nvPr/>
          </p:nvSpPr>
          <p:spPr>
            <a:xfrm>
              <a:off x="2005100" y="2279125"/>
              <a:ext cx="25" cy="1225"/>
            </a:xfrm>
            <a:custGeom>
              <a:avLst/>
              <a:gdLst/>
              <a:ahLst/>
              <a:cxnLst/>
              <a:rect l="l" t="t" r="r" b="b"/>
              <a:pathLst>
                <a:path w="1" h="49" extrusionOk="0">
                  <a:moveTo>
                    <a:pt x="0" y="0"/>
                  </a:moveTo>
                  <a:lnTo>
                    <a:pt x="0" y="0"/>
                  </a:lnTo>
                  <a:lnTo>
                    <a:pt x="0" y="48"/>
                  </a:lnTo>
                  <a:lnTo>
                    <a:pt x="0" y="48"/>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13"/>
            <p:cNvSpPr/>
            <p:nvPr/>
          </p:nvSpPr>
          <p:spPr>
            <a:xfrm>
              <a:off x="1983425" y="2181025"/>
              <a:ext cx="1225" cy="1225"/>
            </a:xfrm>
            <a:custGeom>
              <a:avLst/>
              <a:gdLst/>
              <a:ahLst/>
              <a:cxnLst/>
              <a:rect l="l" t="t" r="r" b="b"/>
              <a:pathLst>
                <a:path w="49" h="49" extrusionOk="0">
                  <a:moveTo>
                    <a:pt x="1" y="0"/>
                  </a:moveTo>
                  <a:lnTo>
                    <a:pt x="1" y="24"/>
                  </a:lnTo>
                  <a:lnTo>
                    <a:pt x="1" y="48"/>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13"/>
            <p:cNvSpPr/>
            <p:nvPr/>
          </p:nvSpPr>
          <p:spPr>
            <a:xfrm>
              <a:off x="2076700" y="2179825"/>
              <a:ext cx="1250" cy="1225"/>
            </a:xfrm>
            <a:custGeom>
              <a:avLst/>
              <a:gdLst/>
              <a:ahLst/>
              <a:cxnLst/>
              <a:rect l="l" t="t" r="r" b="b"/>
              <a:pathLst>
                <a:path w="50" h="49" extrusionOk="0">
                  <a:moveTo>
                    <a:pt x="25" y="0"/>
                  </a:moveTo>
                  <a:lnTo>
                    <a:pt x="1" y="24"/>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13"/>
            <p:cNvSpPr/>
            <p:nvPr/>
          </p:nvSpPr>
          <p:spPr>
            <a:xfrm>
              <a:off x="2023150" y="2178625"/>
              <a:ext cx="625" cy="1825"/>
            </a:xfrm>
            <a:custGeom>
              <a:avLst/>
              <a:gdLst/>
              <a:ahLst/>
              <a:cxnLst/>
              <a:rect l="l" t="t" r="r" b="b"/>
              <a:pathLst>
                <a:path w="25" h="73" extrusionOk="0">
                  <a:moveTo>
                    <a:pt x="0" y="0"/>
                  </a:moveTo>
                  <a:lnTo>
                    <a:pt x="0" y="24"/>
                  </a:lnTo>
                  <a:lnTo>
                    <a:pt x="0" y="72"/>
                  </a:lnTo>
                  <a:lnTo>
                    <a:pt x="24" y="48"/>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13"/>
            <p:cNvSpPr/>
            <p:nvPr/>
          </p:nvSpPr>
          <p:spPr>
            <a:xfrm>
              <a:off x="2037600" y="22544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13"/>
            <p:cNvSpPr/>
            <p:nvPr/>
          </p:nvSpPr>
          <p:spPr>
            <a:xfrm>
              <a:off x="2032175" y="2358550"/>
              <a:ext cx="1225" cy="1250"/>
            </a:xfrm>
            <a:custGeom>
              <a:avLst/>
              <a:gdLst/>
              <a:ahLst/>
              <a:cxnLst/>
              <a:rect l="l" t="t" r="r" b="b"/>
              <a:pathLst>
                <a:path w="49" h="50" extrusionOk="0">
                  <a:moveTo>
                    <a:pt x="25" y="1"/>
                  </a:moveTo>
                  <a:lnTo>
                    <a:pt x="0" y="25"/>
                  </a:lnTo>
                  <a:lnTo>
                    <a:pt x="25"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13"/>
            <p:cNvSpPr/>
            <p:nvPr/>
          </p:nvSpPr>
          <p:spPr>
            <a:xfrm>
              <a:off x="1970175" y="2147925"/>
              <a:ext cx="650" cy="625"/>
            </a:xfrm>
            <a:custGeom>
              <a:avLst/>
              <a:gdLst/>
              <a:ahLst/>
              <a:cxnLst/>
              <a:rect l="l" t="t" r="r" b="b"/>
              <a:pathLst>
                <a:path w="26" h="25" extrusionOk="0">
                  <a:moveTo>
                    <a:pt x="1" y="0"/>
                  </a:moveTo>
                  <a:lnTo>
                    <a:pt x="1"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13"/>
            <p:cNvSpPr/>
            <p:nvPr/>
          </p:nvSpPr>
          <p:spPr>
            <a:xfrm>
              <a:off x="2005700" y="2146125"/>
              <a:ext cx="1225" cy="625"/>
            </a:xfrm>
            <a:custGeom>
              <a:avLst/>
              <a:gdLst/>
              <a:ahLst/>
              <a:cxnLst/>
              <a:rect l="l" t="t" r="r" b="b"/>
              <a:pathLst>
                <a:path w="49" h="25" extrusionOk="0">
                  <a:moveTo>
                    <a:pt x="0" y="0"/>
                  </a:moveTo>
                  <a:lnTo>
                    <a:pt x="0" y="24"/>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13"/>
            <p:cNvSpPr/>
            <p:nvPr/>
          </p:nvSpPr>
          <p:spPr>
            <a:xfrm>
              <a:off x="1972000" y="22869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13"/>
            <p:cNvSpPr/>
            <p:nvPr/>
          </p:nvSpPr>
          <p:spPr>
            <a:xfrm>
              <a:off x="1987650" y="2284525"/>
              <a:ext cx="1225" cy="1250"/>
            </a:xfrm>
            <a:custGeom>
              <a:avLst/>
              <a:gdLst/>
              <a:ahLst/>
              <a:cxnLst/>
              <a:rect l="l" t="t" r="r" b="b"/>
              <a:pathLst>
                <a:path w="49" h="50" extrusionOk="0">
                  <a:moveTo>
                    <a:pt x="24" y="1"/>
                  </a:moveTo>
                  <a:lnTo>
                    <a:pt x="0" y="25"/>
                  </a:lnTo>
                  <a:lnTo>
                    <a:pt x="0" y="49"/>
                  </a:lnTo>
                  <a:lnTo>
                    <a:pt x="48"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13"/>
            <p:cNvSpPr/>
            <p:nvPr/>
          </p:nvSpPr>
          <p:spPr>
            <a:xfrm>
              <a:off x="2002075" y="2243600"/>
              <a:ext cx="625" cy="1250"/>
            </a:xfrm>
            <a:custGeom>
              <a:avLst/>
              <a:gdLst/>
              <a:ahLst/>
              <a:cxnLst/>
              <a:rect l="l" t="t" r="r" b="b"/>
              <a:pathLst>
                <a:path w="25" h="50" extrusionOk="0">
                  <a:moveTo>
                    <a:pt x="1" y="49"/>
                  </a:moveTo>
                  <a:lnTo>
                    <a:pt x="1" y="49"/>
                  </a:lnTo>
                  <a:lnTo>
                    <a:pt x="25" y="1"/>
                  </a:lnTo>
                  <a:lnTo>
                    <a:pt x="1" y="49"/>
                  </a:lnTo>
                  <a:lnTo>
                    <a:pt x="1" y="49"/>
                  </a:lnTo>
                  <a:lnTo>
                    <a:pt x="1" y="49"/>
                  </a:lnTo>
                  <a:lnTo>
                    <a:pt x="1" y="49"/>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13"/>
            <p:cNvSpPr/>
            <p:nvPr/>
          </p:nvSpPr>
          <p:spPr>
            <a:xfrm>
              <a:off x="2024950" y="2236400"/>
              <a:ext cx="1225" cy="1225"/>
            </a:xfrm>
            <a:custGeom>
              <a:avLst/>
              <a:gdLst/>
              <a:ahLst/>
              <a:cxnLst/>
              <a:rect l="l" t="t" r="r" b="b"/>
              <a:pathLst>
                <a:path w="49" h="49" extrusionOk="0">
                  <a:moveTo>
                    <a:pt x="25" y="0"/>
                  </a:moveTo>
                  <a:lnTo>
                    <a:pt x="1" y="24"/>
                  </a:lnTo>
                  <a:lnTo>
                    <a:pt x="25" y="48"/>
                  </a:lnTo>
                  <a:lnTo>
                    <a:pt x="49"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13"/>
            <p:cNvSpPr/>
            <p:nvPr/>
          </p:nvSpPr>
          <p:spPr>
            <a:xfrm>
              <a:off x="1998475" y="2235175"/>
              <a:ext cx="1825" cy="1250"/>
            </a:xfrm>
            <a:custGeom>
              <a:avLst/>
              <a:gdLst/>
              <a:ahLst/>
              <a:cxnLst/>
              <a:rect l="l" t="t" r="r" b="b"/>
              <a:pathLst>
                <a:path w="73" h="50" extrusionOk="0">
                  <a:moveTo>
                    <a:pt x="24" y="1"/>
                  </a:moveTo>
                  <a:lnTo>
                    <a:pt x="0" y="25"/>
                  </a:lnTo>
                  <a:lnTo>
                    <a:pt x="24"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13"/>
            <p:cNvSpPr/>
            <p:nvPr/>
          </p:nvSpPr>
          <p:spPr>
            <a:xfrm>
              <a:off x="2086950" y="2230375"/>
              <a:ext cx="625" cy="25"/>
            </a:xfrm>
            <a:custGeom>
              <a:avLst/>
              <a:gdLst/>
              <a:ahLst/>
              <a:cxnLst/>
              <a:rect l="l" t="t" r="r" b="b"/>
              <a:pathLst>
                <a:path w="25" h="1" extrusionOk="0">
                  <a:moveTo>
                    <a:pt x="24" y="0"/>
                  </a:moveTo>
                  <a:lnTo>
                    <a:pt x="0" y="0"/>
                  </a:lnTo>
                  <a:lnTo>
                    <a:pt x="0" y="0"/>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13"/>
            <p:cNvSpPr/>
            <p:nvPr/>
          </p:nvSpPr>
          <p:spPr>
            <a:xfrm>
              <a:off x="2126675" y="2229175"/>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13"/>
            <p:cNvSpPr/>
            <p:nvPr/>
          </p:nvSpPr>
          <p:spPr>
            <a:xfrm>
              <a:off x="2026750" y="2306200"/>
              <a:ext cx="625" cy="1225"/>
            </a:xfrm>
            <a:custGeom>
              <a:avLst/>
              <a:gdLst/>
              <a:ahLst/>
              <a:cxnLst/>
              <a:rect l="l" t="t" r="r" b="b"/>
              <a:pathLst>
                <a:path w="25" h="49" extrusionOk="0">
                  <a:moveTo>
                    <a:pt x="25" y="1"/>
                  </a:moveTo>
                  <a:lnTo>
                    <a:pt x="1" y="25"/>
                  </a:lnTo>
                  <a:lnTo>
                    <a:pt x="25" y="49"/>
                  </a:lnTo>
                  <a:lnTo>
                    <a:pt x="25"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13"/>
            <p:cNvSpPr/>
            <p:nvPr/>
          </p:nvSpPr>
          <p:spPr>
            <a:xfrm>
              <a:off x="1968975" y="2205700"/>
              <a:ext cx="625" cy="1225"/>
            </a:xfrm>
            <a:custGeom>
              <a:avLst/>
              <a:gdLst/>
              <a:ahLst/>
              <a:cxnLst/>
              <a:rect l="l" t="t" r="r" b="b"/>
              <a:pathLst>
                <a:path w="25" h="49" extrusionOk="0">
                  <a:moveTo>
                    <a:pt x="1" y="0"/>
                  </a:moveTo>
                  <a:lnTo>
                    <a:pt x="1" y="24"/>
                  </a:lnTo>
                  <a:lnTo>
                    <a:pt x="1" y="48"/>
                  </a:lnTo>
                  <a:lnTo>
                    <a:pt x="25" y="24"/>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13"/>
            <p:cNvSpPr/>
            <p:nvPr/>
          </p:nvSpPr>
          <p:spPr>
            <a:xfrm>
              <a:off x="2072500" y="2198475"/>
              <a:ext cx="1225" cy="1225"/>
            </a:xfrm>
            <a:custGeom>
              <a:avLst/>
              <a:gdLst/>
              <a:ahLst/>
              <a:cxnLst/>
              <a:rect l="l" t="t" r="r" b="b"/>
              <a:pathLst>
                <a:path w="49" h="49" extrusionOk="0">
                  <a:moveTo>
                    <a:pt x="24" y="0"/>
                  </a:moveTo>
                  <a:lnTo>
                    <a:pt x="0" y="25"/>
                  </a:lnTo>
                  <a:lnTo>
                    <a:pt x="24" y="49"/>
                  </a:lnTo>
                  <a:lnTo>
                    <a:pt x="49" y="49"/>
                  </a:lnTo>
                  <a:lnTo>
                    <a:pt x="49" y="25"/>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13"/>
            <p:cNvSpPr/>
            <p:nvPr/>
          </p:nvSpPr>
          <p:spPr>
            <a:xfrm>
              <a:off x="2085125" y="2146125"/>
              <a:ext cx="650" cy="625"/>
            </a:xfrm>
            <a:custGeom>
              <a:avLst/>
              <a:gdLst/>
              <a:ahLst/>
              <a:cxnLst/>
              <a:rect l="l" t="t" r="r" b="b"/>
              <a:pathLst>
                <a:path w="26"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13"/>
            <p:cNvSpPr/>
            <p:nvPr/>
          </p:nvSpPr>
          <p:spPr>
            <a:xfrm>
              <a:off x="2052625" y="2283925"/>
              <a:ext cx="650" cy="625"/>
            </a:xfrm>
            <a:custGeom>
              <a:avLst/>
              <a:gdLst/>
              <a:ahLst/>
              <a:cxnLst/>
              <a:rect l="l" t="t" r="r" b="b"/>
              <a:pathLst>
                <a:path w="26" h="25" extrusionOk="0">
                  <a:moveTo>
                    <a:pt x="1" y="1"/>
                  </a:moveTo>
                  <a:lnTo>
                    <a:pt x="1" y="25"/>
                  </a:lnTo>
                  <a:lnTo>
                    <a:pt x="25" y="25"/>
                  </a:lnTo>
                  <a:lnTo>
                    <a:pt x="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13"/>
            <p:cNvSpPr/>
            <p:nvPr/>
          </p:nvSpPr>
          <p:spPr>
            <a:xfrm>
              <a:off x="1971400" y="2338100"/>
              <a:ext cx="625" cy="625"/>
            </a:xfrm>
            <a:custGeom>
              <a:avLst/>
              <a:gdLst/>
              <a:ahLst/>
              <a:cxnLst/>
              <a:rect l="l" t="t" r="r" b="b"/>
              <a:pathLst>
                <a:path w="25" h="25" extrusionOk="0">
                  <a:moveTo>
                    <a:pt x="24" y="0"/>
                  </a:moveTo>
                  <a:lnTo>
                    <a:pt x="0" y="24"/>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13"/>
            <p:cNvSpPr/>
            <p:nvPr/>
          </p:nvSpPr>
          <p:spPr>
            <a:xfrm>
              <a:off x="2008100" y="2412725"/>
              <a:ext cx="625" cy="625"/>
            </a:xfrm>
            <a:custGeom>
              <a:avLst/>
              <a:gdLst/>
              <a:ahLst/>
              <a:cxnLst/>
              <a:rect l="l" t="t" r="r" b="b"/>
              <a:pathLst>
                <a:path w="25" h="25" extrusionOk="0">
                  <a:moveTo>
                    <a:pt x="1" y="0"/>
                  </a:moveTo>
                  <a:lnTo>
                    <a:pt x="1" y="25"/>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13"/>
            <p:cNvSpPr/>
            <p:nvPr/>
          </p:nvSpPr>
          <p:spPr>
            <a:xfrm>
              <a:off x="1978600" y="2316425"/>
              <a:ext cx="25" cy="625"/>
            </a:xfrm>
            <a:custGeom>
              <a:avLst/>
              <a:gdLst/>
              <a:ahLst/>
              <a:cxnLst/>
              <a:rect l="l" t="t" r="r" b="b"/>
              <a:pathLst>
                <a:path w="1" h="25" extrusionOk="0">
                  <a:moveTo>
                    <a:pt x="1" y="25"/>
                  </a:moveTo>
                  <a:lnTo>
                    <a:pt x="1" y="25"/>
                  </a:lnTo>
                  <a:lnTo>
                    <a:pt x="1" y="1"/>
                  </a:lnTo>
                  <a:lnTo>
                    <a:pt x="1"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13"/>
            <p:cNvSpPr/>
            <p:nvPr/>
          </p:nvSpPr>
          <p:spPr>
            <a:xfrm>
              <a:off x="2038800" y="2217125"/>
              <a:ext cx="625" cy="625"/>
            </a:xfrm>
            <a:custGeom>
              <a:avLst/>
              <a:gdLst/>
              <a:ahLst/>
              <a:cxnLst/>
              <a:rect l="l" t="t" r="r" b="b"/>
              <a:pathLst>
                <a:path w="25" h="25" extrusionOk="0">
                  <a:moveTo>
                    <a:pt x="0" y="25"/>
                  </a:moveTo>
                  <a:lnTo>
                    <a:pt x="0" y="25"/>
                  </a:lnTo>
                  <a:lnTo>
                    <a:pt x="0" y="1"/>
                  </a:lnTo>
                  <a:lnTo>
                    <a:pt x="24" y="1"/>
                  </a:lnTo>
                  <a:lnTo>
                    <a:pt x="24"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13"/>
            <p:cNvSpPr/>
            <p:nvPr/>
          </p:nvSpPr>
          <p:spPr>
            <a:xfrm>
              <a:off x="2006900" y="2215325"/>
              <a:ext cx="25" cy="25"/>
            </a:xfrm>
            <a:custGeom>
              <a:avLst/>
              <a:gdLst/>
              <a:ahLst/>
              <a:cxnLst/>
              <a:rect l="l" t="t" r="r" b="b"/>
              <a:pathLst>
                <a:path w="1" h="1" extrusionOk="0">
                  <a:moveTo>
                    <a:pt x="0" y="0"/>
                  </a:moveTo>
                  <a:lnTo>
                    <a:pt x="0" y="0"/>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13"/>
            <p:cNvSpPr/>
            <p:nvPr/>
          </p:nvSpPr>
          <p:spPr>
            <a:xfrm>
              <a:off x="2041200" y="2205100"/>
              <a:ext cx="25" cy="25"/>
            </a:xfrm>
            <a:custGeom>
              <a:avLst/>
              <a:gdLst/>
              <a:ahLst/>
              <a:cxnLst/>
              <a:rect l="l" t="t" r="r" b="b"/>
              <a:pathLst>
                <a:path w="1" h="1" extrusionOk="0">
                  <a:moveTo>
                    <a:pt x="1" y="0"/>
                  </a:moveTo>
                  <a:lnTo>
                    <a:pt x="1" y="0"/>
                  </a:lnTo>
                  <a:lnTo>
                    <a:pt x="1" y="0"/>
                  </a:ln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13"/>
            <p:cNvSpPr/>
            <p:nvPr/>
          </p:nvSpPr>
          <p:spPr>
            <a:xfrm>
              <a:off x="1952125" y="2182225"/>
              <a:ext cx="25" cy="25"/>
            </a:xfrm>
            <a:custGeom>
              <a:avLst/>
              <a:gdLst/>
              <a:ahLst/>
              <a:cxnLst/>
              <a:rect l="l" t="t" r="r" b="b"/>
              <a:pathLst>
                <a:path w="1" h="1" extrusionOk="0">
                  <a:moveTo>
                    <a:pt x="1" y="0"/>
                  </a:move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13"/>
            <p:cNvSpPr/>
            <p:nvPr/>
          </p:nvSpPr>
          <p:spPr>
            <a:xfrm>
              <a:off x="1952125" y="2181625"/>
              <a:ext cx="625" cy="625"/>
            </a:xfrm>
            <a:custGeom>
              <a:avLst/>
              <a:gdLst/>
              <a:ahLst/>
              <a:cxnLst/>
              <a:rect l="l" t="t" r="r" b="b"/>
              <a:pathLst>
                <a:path w="25"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13"/>
            <p:cNvSpPr/>
            <p:nvPr/>
          </p:nvSpPr>
          <p:spPr>
            <a:xfrm>
              <a:off x="1924450" y="2177400"/>
              <a:ext cx="25" cy="625"/>
            </a:xfrm>
            <a:custGeom>
              <a:avLst/>
              <a:gdLst/>
              <a:ahLst/>
              <a:cxnLst/>
              <a:rect l="l" t="t" r="r" b="b"/>
              <a:pathLst>
                <a:path w="1" h="25" extrusionOk="0">
                  <a:moveTo>
                    <a:pt x="0" y="25"/>
                  </a:moveTo>
                  <a:lnTo>
                    <a:pt x="0"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13"/>
            <p:cNvSpPr/>
            <p:nvPr/>
          </p:nvSpPr>
          <p:spPr>
            <a:xfrm>
              <a:off x="1781825" y="1840975"/>
              <a:ext cx="652400" cy="709600"/>
            </a:xfrm>
            <a:custGeom>
              <a:avLst/>
              <a:gdLst/>
              <a:ahLst/>
              <a:cxnLst/>
              <a:rect l="l" t="t" r="r" b="b"/>
              <a:pathLst>
                <a:path w="26096" h="28384" extrusionOk="0">
                  <a:moveTo>
                    <a:pt x="18392" y="1"/>
                  </a:moveTo>
                  <a:lnTo>
                    <a:pt x="18031" y="49"/>
                  </a:lnTo>
                  <a:lnTo>
                    <a:pt x="17646" y="121"/>
                  </a:lnTo>
                  <a:lnTo>
                    <a:pt x="17261" y="194"/>
                  </a:lnTo>
                  <a:lnTo>
                    <a:pt x="16851" y="314"/>
                  </a:lnTo>
                  <a:lnTo>
                    <a:pt x="16418" y="434"/>
                  </a:lnTo>
                  <a:lnTo>
                    <a:pt x="15599" y="747"/>
                  </a:lnTo>
                  <a:lnTo>
                    <a:pt x="13938" y="1397"/>
                  </a:lnTo>
                  <a:lnTo>
                    <a:pt x="13529" y="1542"/>
                  </a:lnTo>
                  <a:lnTo>
                    <a:pt x="13120" y="1662"/>
                  </a:lnTo>
                  <a:lnTo>
                    <a:pt x="12711" y="1758"/>
                  </a:lnTo>
                  <a:lnTo>
                    <a:pt x="12277" y="1855"/>
                  </a:lnTo>
                  <a:lnTo>
                    <a:pt x="11676" y="1951"/>
                  </a:lnTo>
                  <a:lnTo>
                    <a:pt x="11098" y="2023"/>
                  </a:lnTo>
                  <a:lnTo>
                    <a:pt x="10472" y="2047"/>
                  </a:lnTo>
                  <a:lnTo>
                    <a:pt x="9870" y="2071"/>
                  </a:lnTo>
                  <a:lnTo>
                    <a:pt x="8715" y="2095"/>
                  </a:lnTo>
                  <a:lnTo>
                    <a:pt x="7968" y="2168"/>
                  </a:lnTo>
                  <a:lnTo>
                    <a:pt x="7607" y="2216"/>
                  </a:lnTo>
                  <a:lnTo>
                    <a:pt x="7270" y="2288"/>
                  </a:lnTo>
                  <a:lnTo>
                    <a:pt x="6909" y="2360"/>
                  </a:lnTo>
                  <a:lnTo>
                    <a:pt x="6548" y="2456"/>
                  </a:lnTo>
                  <a:lnTo>
                    <a:pt x="6211" y="2577"/>
                  </a:lnTo>
                  <a:lnTo>
                    <a:pt x="5874" y="2697"/>
                  </a:lnTo>
                  <a:lnTo>
                    <a:pt x="5007" y="3058"/>
                  </a:lnTo>
                  <a:lnTo>
                    <a:pt x="4165" y="3468"/>
                  </a:lnTo>
                  <a:lnTo>
                    <a:pt x="3346" y="3925"/>
                  </a:lnTo>
                  <a:lnTo>
                    <a:pt x="2552" y="4430"/>
                  </a:lnTo>
                  <a:lnTo>
                    <a:pt x="1998" y="4816"/>
                  </a:lnTo>
                  <a:lnTo>
                    <a:pt x="1420" y="5225"/>
                  </a:lnTo>
                  <a:lnTo>
                    <a:pt x="313" y="6067"/>
                  </a:lnTo>
                  <a:lnTo>
                    <a:pt x="120" y="6212"/>
                  </a:lnTo>
                  <a:lnTo>
                    <a:pt x="24" y="6356"/>
                  </a:lnTo>
                  <a:lnTo>
                    <a:pt x="0" y="6404"/>
                  </a:lnTo>
                  <a:lnTo>
                    <a:pt x="24" y="6477"/>
                  </a:lnTo>
                  <a:lnTo>
                    <a:pt x="48" y="6525"/>
                  </a:lnTo>
                  <a:lnTo>
                    <a:pt x="265" y="6525"/>
                  </a:lnTo>
                  <a:lnTo>
                    <a:pt x="385" y="6501"/>
                  </a:lnTo>
                  <a:lnTo>
                    <a:pt x="1372" y="6236"/>
                  </a:lnTo>
                  <a:lnTo>
                    <a:pt x="2672" y="5875"/>
                  </a:lnTo>
                  <a:lnTo>
                    <a:pt x="3972" y="5562"/>
                  </a:lnTo>
                  <a:lnTo>
                    <a:pt x="5296" y="5297"/>
                  </a:lnTo>
                  <a:lnTo>
                    <a:pt x="6620" y="5056"/>
                  </a:lnTo>
                  <a:lnTo>
                    <a:pt x="8474" y="4767"/>
                  </a:lnTo>
                  <a:lnTo>
                    <a:pt x="10327" y="4527"/>
                  </a:lnTo>
                  <a:lnTo>
                    <a:pt x="12181" y="4334"/>
                  </a:lnTo>
                  <a:lnTo>
                    <a:pt x="14035" y="4166"/>
                  </a:lnTo>
                  <a:lnTo>
                    <a:pt x="14805" y="4117"/>
                  </a:lnTo>
                  <a:lnTo>
                    <a:pt x="15599" y="4069"/>
                  </a:lnTo>
                  <a:lnTo>
                    <a:pt x="16394" y="4069"/>
                  </a:lnTo>
                  <a:lnTo>
                    <a:pt x="17164" y="4093"/>
                  </a:lnTo>
                  <a:lnTo>
                    <a:pt x="17670" y="4142"/>
                  </a:lnTo>
                  <a:lnTo>
                    <a:pt x="18175" y="4190"/>
                  </a:lnTo>
                  <a:lnTo>
                    <a:pt x="18681" y="4238"/>
                  </a:lnTo>
                  <a:lnTo>
                    <a:pt x="19186" y="4334"/>
                  </a:lnTo>
                  <a:lnTo>
                    <a:pt x="19620" y="4430"/>
                  </a:lnTo>
                  <a:lnTo>
                    <a:pt x="20029" y="4575"/>
                  </a:lnTo>
                  <a:lnTo>
                    <a:pt x="20438" y="4719"/>
                  </a:lnTo>
                  <a:lnTo>
                    <a:pt x="20847" y="4912"/>
                  </a:lnTo>
                  <a:lnTo>
                    <a:pt x="21257" y="5153"/>
                  </a:lnTo>
                  <a:lnTo>
                    <a:pt x="21666" y="5442"/>
                  </a:lnTo>
                  <a:lnTo>
                    <a:pt x="22027" y="5754"/>
                  </a:lnTo>
                  <a:lnTo>
                    <a:pt x="22364" y="6091"/>
                  </a:lnTo>
                  <a:lnTo>
                    <a:pt x="22749" y="6501"/>
                  </a:lnTo>
                  <a:lnTo>
                    <a:pt x="23086" y="6934"/>
                  </a:lnTo>
                  <a:lnTo>
                    <a:pt x="23375" y="7391"/>
                  </a:lnTo>
                  <a:lnTo>
                    <a:pt x="23616" y="7897"/>
                  </a:lnTo>
                  <a:lnTo>
                    <a:pt x="23784" y="8282"/>
                  </a:lnTo>
                  <a:lnTo>
                    <a:pt x="23905" y="8691"/>
                  </a:lnTo>
                  <a:lnTo>
                    <a:pt x="23977" y="9101"/>
                  </a:lnTo>
                  <a:lnTo>
                    <a:pt x="24025" y="9534"/>
                  </a:lnTo>
                  <a:lnTo>
                    <a:pt x="24025" y="9823"/>
                  </a:lnTo>
                  <a:lnTo>
                    <a:pt x="23977" y="10088"/>
                  </a:lnTo>
                  <a:lnTo>
                    <a:pt x="23881" y="10352"/>
                  </a:lnTo>
                  <a:lnTo>
                    <a:pt x="23760" y="10593"/>
                  </a:lnTo>
                  <a:lnTo>
                    <a:pt x="23616" y="10810"/>
                  </a:lnTo>
                  <a:lnTo>
                    <a:pt x="23447" y="11026"/>
                  </a:lnTo>
                  <a:lnTo>
                    <a:pt x="22725" y="12038"/>
                  </a:lnTo>
                  <a:lnTo>
                    <a:pt x="22027" y="13049"/>
                  </a:lnTo>
                  <a:lnTo>
                    <a:pt x="21690" y="13626"/>
                  </a:lnTo>
                  <a:lnTo>
                    <a:pt x="21377" y="14204"/>
                  </a:lnTo>
                  <a:lnTo>
                    <a:pt x="21064" y="14782"/>
                  </a:lnTo>
                  <a:lnTo>
                    <a:pt x="20823" y="15408"/>
                  </a:lnTo>
                  <a:lnTo>
                    <a:pt x="20510" y="16226"/>
                  </a:lnTo>
                  <a:lnTo>
                    <a:pt x="20246" y="17069"/>
                  </a:lnTo>
                  <a:lnTo>
                    <a:pt x="20029" y="17935"/>
                  </a:lnTo>
                  <a:lnTo>
                    <a:pt x="19885" y="18802"/>
                  </a:lnTo>
                  <a:lnTo>
                    <a:pt x="19764" y="19500"/>
                  </a:lnTo>
                  <a:lnTo>
                    <a:pt x="19620" y="20222"/>
                  </a:lnTo>
                  <a:lnTo>
                    <a:pt x="19523" y="20608"/>
                  </a:lnTo>
                  <a:lnTo>
                    <a:pt x="19403" y="20969"/>
                  </a:lnTo>
                  <a:lnTo>
                    <a:pt x="19283" y="21354"/>
                  </a:lnTo>
                  <a:lnTo>
                    <a:pt x="19138" y="21715"/>
                  </a:lnTo>
                  <a:lnTo>
                    <a:pt x="18970" y="22076"/>
                  </a:lnTo>
                  <a:lnTo>
                    <a:pt x="18801" y="22413"/>
                  </a:lnTo>
                  <a:lnTo>
                    <a:pt x="18609" y="22750"/>
                  </a:lnTo>
                  <a:lnTo>
                    <a:pt x="18392" y="23087"/>
                  </a:lnTo>
                  <a:lnTo>
                    <a:pt x="18199" y="23352"/>
                  </a:lnTo>
                  <a:lnTo>
                    <a:pt x="17983" y="23593"/>
                  </a:lnTo>
                  <a:lnTo>
                    <a:pt x="17766" y="23833"/>
                  </a:lnTo>
                  <a:lnTo>
                    <a:pt x="17549" y="24026"/>
                  </a:lnTo>
                  <a:lnTo>
                    <a:pt x="17309" y="24243"/>
                  </a:lnTo>
                  <a:lnTo>
                    <a:pt x="17044" y="24411"/>
                  </a:lnTo>
                  <a:lnTo>
                    <a:pt x="16779" y="24580"/>
                  </a:lnTo>
                  <a:lnTo>
                    <a:pt x="16490" y="24724"/>
                  </a:lnTo>
                  <a:lnTo>
                    <a:pt x="16153" y="24893"/>
                  </a:lnTo>
                  <a:lnTo>
                    <a:pt x="15816" y="25037"/>
                  </a:lnTo>
                  <a:lnTo>
                    <a:pt x="15118" y="25278"/>
                  </a:lnTo>
                  <a:lnTo>
                    <a:pt x="13866" y="25639"/>
                  </a:lnTo>
                  <a:lnTo>
                    <a:pt x="13240" y="25807"/>
                  </a:lnTo>
                  <a:lnTo>
                    <a:pt x="12590" y="25976"/>
                  </a:lnTo>
                  <a:lnTo>
                    <a:pt x="12157" y="26072"/>
                  </a:lnTo>
                  <a:lnTo>
                    <a:pt x="11724" y="26217"/>
                  </a:lnTo>
                  <a:lnTo>
                    <a:pt x="11290" y="26361"/>
                  </a:lnTo>
                  <a:lnTo>
                    <a:pt x="10857" y="26530"/>
                  </a:lnTo>
                  <a:lnTo>
                    <a:pt x="10568" y="26674"/>
                  </a:lnTo>
                  <a:lnTo>
                    <a:pt x="10303" y="26843"/>
                  </a:lnTo>
                  <a:lnTo>
                    <a:pt x="10183" y="26939"/>
                  </a:lnTo>
                  <a:lnTo>
                    <a:pt x="10111" y="27083"/>
                  </a:lnTo>
                  <a:lnTo>
                    <a:pt x="10063" y="27228"/>
                  </a:lnTo>
                  <a:lnTo>
                    <a:pt x="10063" y="27372"/>
                  </a:lnTo>
                  <a:lnTo>
                    <a:pt x="10111" y="27517"/>
                  </a:lnTo>
                  <a:lnTo>
                    <a:pt x="10159" y="27661"/>
                  </a:lnTo>
                  <a:lnTo>
                    <a:pt x="10279" y="27781"/>
                  </a:lnTo>
                  <a:lnTo>
                    <a:pt x="10400" y="27854"/>
                  </a:lnTo>
                  <a:lnTo>
                    <a:pt x="10953" y="28070"/>
                  </a:lnTo>
                  <a:lnTo>
                    <a:pt x="11242" y="28142"/>
                  </a:lnTo>
                  <a:lnTo>
                    <a:pt x="11531" y="28215"/>
                  </a:lnTo>
                  <a:lnTo>
                    <a:pt x="12037" y="28287"/>
                  </a:lnTo>
                  <a:lnTo>
                    <a:pt x="12542" y="28359"/>
                  </a:lnTo>
                  <a:lnTo>
                    <a:pt x="13024" y="28383"/>
                  </a:lnTo>
                  <a:lnTo>
                    <a:pt x="13529" y="28383"/>
                  </a:lnTo>
                  <a:lnTo>
                    <a:pt x="15455" y="28359"/>
                  </a:lnTo>
                  <a:lnTo>
                    <a:pt x="16129" y="28335"/>
                  </a:lnTo>
                  <a:lnTo>
                    <a:pt x="16611" y="28287"/>
                  </a:lnTo>
                  <a:lnTo>
                    <a:pt x="17092" y="28215"/>
                  </a:lnTo>
                  <a:lnTo>
                    <a:pt x="17574" y="28142"/>
                  </a:lnTo>
                  <a:lnTo>
                    <a:pt x="18055" y="28022"/>
                  </a:lnTo>
                  <a:lnTo>
                    <a:pt x="18512" y="27878"/>
                  </a:lnTo>
                  <a:lnTo>
                    <a:pt x="18970" y="27709"/>
                  </a:lnTo>
                  <a:lnTo>
                    <a:pt x="19427" y="27517"/>
                  </a:lnTo>
                  <a:lnTo>
                    <a:pt x="19885" y="27300"/>
                  </a:lnTo>
                  <a:lnTo>
                    <a:pt x="20390" y="27035"/>
                  </a:lnTo>
                  <a:lnTo>
                    <a:pt x="20872" y="26746"/>
                  </a:lnTo>
                  <a:lnTo>
                    <a:pt x="21859" y="26120"/>
                  </a:lnTo>
                  <a:lnTo>
                    <a:pt x="22147" y="25928"/>
                  </a:lnTo>
                  <a:lnTo>
                    <a:pt x="22436" y="25711"/>
                  </a:lnTo>
                  <a:lnTo>
                    <a:pt x="23014" y="25254"/>
                  </a:lnTo>
                  <a:lnTo>
                    <a:pt x="23183" y="25085"/>
                  </a:lnTo>
                  <a:lnTo>
                    <a:pt x="23327" y="24917"/>
                  </a:lnTo>
                  <a:lnTo>
                    <a:pt x="23568" y="24532"/>
                  </a:lnTo>
                  <a:lnTo>
                    <a:pt x="23664" y="24363"/>
                  </a:lnTo>
                  <a:lnTo>
                    <a:pt x="23736" y="24170"/>
                  </a:lnTo>
                  <a:lnTo>
                    <a:pt x="23760" y="24026"/>
                  </a:lnTo>
                  <a:lnTo>
                    <a:pt x="23784" y="23906"/>
                  </a:lnTo>
                  <a:lnTo>
                    <a:pt x="23760" y="23617"/>
                  </a:lnTo>
                  <a:lnTo>
                    <a:pt x="23712" y="23352"/>
                  </a:lnTo>
                  <a:lnTo>
                    <a:pt x="23592" y="23087"/>
                  </a:lnTo>
                  <a:lnTo>
                    <a:pt x="23423" y="22798"/>
                  </a:lnTo>
                  <a:lnTo>
                    <a:pt x="23207" y="22533"/>
                  </a:lnTo>
                  <a:lnTo>
                    <a:pt x="22629" y="21763"/>
                  </a:lnTo>
                  <a:lnTo>
                    <a:pt x="22509" y="21571"/>
                  </a:lnTo>
                  <a:lnTo>
                    <a:pt x="22388" y="21378"/>
                  </a:lnTo>
                  <a:lnTo>
                    <a:pt x="22292" y="21161"/>
                  </a:lnTo>
                  <a:lnTo>
                    <a:pt x="22220" y="20945"/>
                  </a:lnTo>
                  <a:lnTo>
                    <a:pt x="22147" y="20728"/>
                  </a:lnTo>
                  <a:lnTo>
                    <a:pt x="22099" y="20487"/>
                  </a:lnTo>
                  <a:lnTo>
                    <a:pt x="22099" y="20271"/>
                  </a:lnTo>
                  <a:lnTo>
                    <a:pt x="22075" y="20030"/>
                  </a:lnTo>
                  <a:lnTo>
                    <a:pt x="22099" y="19717"/>
                  </a:lnTo>
                  <a:lnTo>
                    <a:pt x="22123" y="19404"/>
                  </a:lnTo>
                  <a:lnTo>
                    <a:pt x="22196" y="19043"/>
                  </a:lnTo>
                  <a:lnTo>
                    <a:pt x="22268" y="18682"/>
                  </a:lnTo>
                  <a:lnTo>
                    <a:pt x="22364" y="18345"/>
                  </a:lnTo>
                  <a:lnTo>
                    <a:pt x="22484" y="17984"/>
                  </a:lnTo>
                  <a:lnTo>
                    <a:pt x="22677" y="17478"/>
                  </a:lnTo>
                  <a:lnTo>
                    <a:pt x="22894" y="16997"/>
                  </a:lnTo>
                  <a:lnTo>
                    <a:pt x="23159" y="16491"/>
                  </a:lnTo>
                  <a:lnTo>
                    <a:pt x="23399" y="16034"/>
                  </a:lnTo>
                  <a:lnTo>
                    <a:pt x="24001" y="14999"/>
                  </a:lnTo>
                  <a:lnTo>
                    <a:pt x="24579" y="13963"/>
                  </a:lnTo>
                  <a:lnTo>
                    <a:pt x="24844" y="13458"/>
                  </a:lnTo>
                  <a:lnTo>
                    <a:pt x="25108" y="12928"/>
                  </a:lnTo>
                  <a:lnTo>
                    <a:pt x="25325" y="12399"/>
                  </a:lnTo>
                  <a:lnTo>
                    <a:pt x="25518" y="11845"/>
                  </a:lnTo>
                  <a:lnTo>
                    <a:pt x="25686" y="11315"/>
                  </a:lnTo>
                  <a:lnTo>
                    <a:pt x="25831" y="10786"/>
                  </a:lnTo>
                  <a:lnTo>
                    <a:pt x="25951" y="10256"/>
                  </a:lnTo>
                  <a:lnTo>
                    <a:pt x="26023" y="9727"/>
                  </a:lnTo>
                  <a:lnTo>
                    <a:pt x="26071" y="9173"/>
                  </a:lnTo>
                  <a:lnTo>
                    <a:pt x="26095" y="8643"/>
                  </a:lnTo>
                  <a:lnTo>
                    <a:pt x="26095" y="8090"/>
                  </a:lnTo>
                  <a:lnTo>
                    <a:pt x="26047" y="7536"/>
                  </a:lnTo>
                  <a:lnTo>
                    <a:pt x="25975" y="6910"/>
                  </a:lnTo>
                  <a:lnTo>
                    <a:pt x="25831" y="6284"/>
                  </a:lnTo>
                  <a:lnTo>
                    <a:pt x="25662" y="5682"/>
                  </a:lnTo>
                  <a:lnTo>
                    <a:pt x="25445" y="5104"/>
                  </a:lnTo>
                  <a:lnTo>
                    <a:pt x="25205" y="4527"/>
                  </a:lnTo>
                  <a:lnTo>
                    <a:pt x="24892" y="3997"/>
                  </a:lnTo>
                  <a:lnTo>
                    <a:pt x="24555" y="3468"/>
                  </a:lnTo>
                  <a:lnTo>
                    <a:pt x="24146" y="2962"/>
                  </a:lnTo>
                  <a:lnTo>
                    <a:pt x="23881" y="2649"/>
                  </a:lnTo>
                  <a:lnTo>
                    <a:pt x="23592" y="2360"/>
                  </a:lnTo>
                  <a:lnTo>
                    <a:pt x="23303" y="2095"/>
                  </a:lnTo>
                  <a:lnTo>
                    <a:pt x="23014" y="1831"/>
                  </a:lnTo>
                  <a:lnTo>
                    <a:pt x="22701" y="1566"/>
                  </a:lnTo>
                  <a:lnTo>
                    <a:pt x="22388" y="1325"/>
                  </a:lnTo>
                  <a:lnTo>
                    <a:pt x="21714" y="892"/>
                  </a:lnTo>
                  <a:lnTo>
                    <a:pt x="21305" y="651"/>
                  </a:lnTo>
                  <a:lnTo>
                    <a:pt x="20896" y="434"/>
                  </a:lnTo>
                  <a:lnTo>
                    <a:pt x="20390" y="242"/>
                  </a:lnTo>
                  <a:lnTo>
                    <a:pt x="20125" y="170"/>
                  </a:lnTo>
                  <a:lnTo>
                    <a:pt x="19860" y="97"/>
                  </a:lnTo>
                  <a:lnTo>
                    <a:pt x="19596" y="49"/>
                  </a:lnTo>
                  <a:lnTo>
                    <a:pt x="19331" y="25"/>
                  </a:lnTo>
                  <a:lnTo>
                    <a:pt x="190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13"/>
            <p:cNvSpPr/>
            <p:nvPr/>
          </p:nvSpPr>
          <p:spPr>
            <a:xfrm>
              <a:off x="1802875" y="1996850"/>
              <a:ext cx="521825" cy="518800"/>
            </a:xfrm>
            <a:custGeom>
              <a:avLst/>
              <a:gdLst/>
              <a:ahLst/>
              <a:cxnLst/>
              <a:rect l="l" t="t" r="r" b="b"/>
              <a:pathLst>
                <a:path w="20873" h="20752" extrusionOk="0">
                  <a:moveTo>
                    <a:pt x="18224" y="1"/>
                  </a:moveTo>
                  <a:lnTo>
                    <a:pt x="17983" y="25"/>
                  </a:lnTo>
                  <a:lnTo>
                    <a:pt x="17767" y="49"/>
                  </a:lnTo>
                  <a:lnTo>
                    <a:pt x="17430" y="97"/>
                  </a:lnTo>
                  <a:lnTo>
                    <a:pt x="17093" y="169"/>
                  </a:lnTo>
                  <a:lnTo>
                    <a:pt x="16419" y="338"/>
                  </a:lnTo>
                  <a:lnTo>
                    <a:pt x="15143" y="627"/>
                  </a:lnTo>
                  <a:lnTo>
                    <a:pt x="14709" y="723"/>
                  </a:lnTo>
                  <a:lnTo>
                    <a:pt x="14252" y="771"/>
                  </a:lnTo>
                  <a:lnTo>
                    <a:pt x="13795" y="795"/>
                  </a:lnTo>
                  <a:lnTo>
                    <a:pt x="13337" y="795"/>
                  </a:lnTo>
                  <a:lnTo>
                    <a:pt x="12639" y="771"/>
                  </a:lnTo>
                  <a:lnTo>
                    <a:pt x="11941" y="699"/>
                  </a:lnTo>
                  <a:lnTo>
                    <a:pt x="11243" y="603"/>
                  </a:lnTo>
                  <a:lnTo>
                    <a:pt x="10569" y="482"/>
                  </a:lnTo>
                  <a:lnTo>
                    <a:pt x="9774" y="314"/>
                  </a:lnTo>
                  <a:lnTo>
                    <a:pt x="8980" y="169"/>
                  </a:lnTo>
                  <a:lnTo>
                    <a:pt x="8330" y="97"/>
                  </a:lnTo>
                  <a:lnTo>
                    <a:pt x="7680" y="73"/>
                  </a:lnTo>
                  <a:lnTo>
                    <a:pt x="7367" y="73"/>
                  </a:lnTo>
                  <a:lnTo>
                    <a:pt x="7030" y="97"/>
                  </a:lnTo>
                  <a:lnTo>
                    <a:pt x="6717" y="145"/>
                  </a:lnTo>
                  <a:lnTo>
                    <a:pt x="6380" y="218"/>
                  </a:lnTo>
                  <a:lnTo>
                    <a:pt x="5778" y="338"/>
                  </a:lnTo>
                  <a:lnTo>
                    <a:pt x="5176" y="482"/>
                  </a:lnTo>
                  <a:lnTo>
                    <a:pt x="4574" y="651"/>
                  </a:lnTo>
                  <a:lnTo>
                    <a:pt x="3997" y="868"/>
                  </a:lnTo>
                  <a:lnTo>
                    <a:pt x="3082" y="1205"/>
                  </a:lnTo>
                  <a:lnTo>
                    <a:pt x="2167" y="1542"/>
                  </a:lnTo>
                  <a:lnTo>
                    <a:pt x="1782" y="1686"/>
                  </a:lnTo>
                  <a:lnTo>
                    <a:pt x="1373" y="1782"/>
                  </a:lnTo>
                  <a:lnTo>
                    <a:pt x="964" y="1879"/>
                  </a:lnTo>
                  <a:lnTo>
                    <a:pt x="554" y="1951"/>
                  </a:lnTo>
                  <a:lnTo>
                    <a:pt x="193" y="1999"/>
                  </a:lnTo>
                  <a:lnTo>
                    <a:pt x="97" y="2023"/>
                  </a:lnTo>
                  <a:lnTo>
                    <a:pt x="49" y="2047"/>
                  </a:lnTo>
                  <a:lnTo>
                    <a:pt x="1" y="2095"/>
                  </a:lnTo>
                  <a:lnTo>
                    <a:pt x="1" y="2143"/>
                  </a:lnTo>
                  <a:lnTo>
                    <a:pt x="25" y="2192"/>
                  </a:lnTo>
                  <a:lnTo>
                    <a:pt x="97" y="2240"/>
                  </a:lnTo>
                  <a:lnTo>
                    <a:pt x="169" y="2264"/>
                  </a:lnTo>
                  <a:lnTo>
                    <a:pt x="458" y="2312"/>
                  </a:lnTo>
                  <a:lnTo>
                    <a:pt x="723" y="2360"/>
                  </a:lnTo>
                  <a:lnTo>
                    <a:pt x="988" y="2360"/>
                  </a:lnTo>
                  <a:lnTo>
                    <a:pt x="1517" y="2336"/>
                  </a:lnTo>
                  <a:lnTo>
                    <a:pt x="5706" y="1927"/>
                  </a:lnTo>
                  <a:lnTo>
                    <a:pt x="6573" y="1855"/>
                  </a:lnTo>
                  <a:lnTo>
                    <a:pt x="7463" y="1806"/>
                  </a:lnTo>
                  <a:lnTo>
                    <a:pt x="7921" y="1806"/>
                  </a:lnTo>
                  <a:lnTo>
                    <a:pt x="8402" y="1830"/>
                  </a:lnTo>
                  <a:lnTo>
                    <a:pt x="8811" y="1855"/>
                  </a:lnTo>
                  <a:lnTo>
                    <a:pt x="9221" y="1951"/>
                  </a:lnTo>
                  <a:lnTo>
                    <a:pt x="9630" y="2047"/>
                  </a:lnTo>
                  <a:lnTo>
                    <a:pt x="10015" y="2216"/>
                  </a:lnTo>
                  <a:lnTo>
                    <a:pt x="10545" y="2432"/>
                  </a:lnTo>
                  <a:lnTo>
                    <a:pt x="11050" y="2649"/>
                  </a:lnTo>
                  <a:lnTo>
                    <a:pt x="11435" y="2793"/>
                  </a:lnTo>
                  <a:lnTo>
                    <a:pt x="11821" y="2914"/>
                  </a:lnTo>
                  <a:lnTo>
                    <a:pt x="12206" y="3010"/>
                  </a:lnTo>
                  <a:lnTo>
                    <a:pt x="12591" y="3082"/>
                  </a:lnTo>
                  <a:lnTo>
                    <a:pt x="12976" y="3130"/>
                  </a:lnTo>
                  <a:lnTo>
                    <a:pt x="13770" y="3130"/>
                  </a:lnTo>
                  <a:lnTo>
                    <a:pt x="14156" y="3082"/>
                  </a:lnTo>
                  <a:lnTo>
                    <a:pt x="15552" y="2866"/>
                  </a:lnTo>
                  <a:lnTo>
                    <a:pt x="15913" y="2817"/>
                  </a:lnTo>
                  <a:lnTo>
                    <a:pt x="16274" y="2769"/>
                  </a:lnTo>
                  <a:lnTo>
                    <a:pt x="17020" y="2769"/>
                  </a:lnTo>
                  <a:lnTo>
                    <a:pt x="17261" y="2793"/>
                  </a:lnTo>
                  <a:lnTo>
                    <a:pt x="17502" y="2817"/>
                  </a:lnTo>
                  <a:lnTo>
                    <a:pt x="17743" y="2890"/>
                  </a:lnTo>
                  <a:lnTo>
                    <a:pt x="17983" y="2962"/>
                  </a:lnTo>
                  <a:lnTo>
                    <a:pt x="18128" y="3010"/>
                  </a:lnTo>
                  <a:lnTo>
                    <a:pt x="18248" y="3082"/>
                  </a:lnTo>
                  <a:lnTo>
                    <a:pt x="18368" y="3155"/>
                  </a:lnTo>
                  <a:lnTo>
                    <a:pt x="18465" y="3251"/>
                  </a:lnTo>
                  <a:lnTo>
                    <a:pt x="18609" y="3419"/>
                  </a:lnTo>
                  <a:lnTo>
                    <a:pt x="18706" y="3588"/>
                  </a:lnTo>
                  <a:lnTo>
                    <a:pt x="18778" y="3804"/>
                  </a:lnTo>
                  <a:lnTo>
                    <a:pt x="18802" y="4021"/>
                  </a:lnTo>
                  <a:lnTo>
                    <a:pt x="18802" y="4238"/>
                  </a:lnTo>
                  <a:lnTo>
                    <a:pt x="18778" y="4430"/>
                  </a:lnTo>
                  <a:lnTo>
                    <a:pt x="18754" y="4647"/>
                  </a:lnTo>
                  <a:lnTo>
                    <a:pt x="18706" y="4864"/>
                  </a:lnTo>
                  <a:lnTo>
                    <a:pt x="18537" y="5393"/>
                  </a:lnTo>
                  <a:lnTo>
                    <a:pt x="18320" y="5899"/>
                  </a:lnTo>
                  <a:lnTo>
                    <a:pt x="18056" y="6404"/>
                  </a:lnTo>
                  <a:lnTo>
                    <a:pt x="17767" y="6886"/>
                  </a:lnTo>
                  <a:lnTo>
                    <a:pt x="17093" y="7921"/>
                  </a:lnTo>
                  <a:lnTo>
                    <a:pt x="16659" y="8667"/>
                  </a:lnTo>
                  <a:lnTo>
                    <a:pt x="16443" y="9028"/>
                  </a:lnTo>
                  <a:lnTo>
                    <a:pt x="16274" y="9414"/>
                  </a:lnTo>
                  <a:lnTo>
                    <a:pt x="15817" y="10425"/>
                  </a:lnTo>
                  <a:lnTo>
                    <a:pt x="15383" y="11460"/>
                  </a:lnTo>
                  <a:lnTo>
                    <a:pt x="15215" y="11941"/>
                  </a:lnTo>
                  <a:lnTo>
                    <a:pt x="15070" y="12447"/>
                  </a:lnTo>
                  <a:lnTo>
                    <a:pt x="14950" y="12952"/>
                  </a:lnTo>
                  <a:lnTo>
                    <a:pt x="14902" y="13482"/>
                  </a:lnTo>
                  <a:lnTo>
                    <a:pt x="14854" y="14011"/>
                  </a:lnTo>
                  <a:lnTo>
                    <a:pt x="14806" y="14397"/>
                  </a:lnTo>
                  <a:lnTo>
                    <a:pt x="14733" y="14782"/>
                  </a:lnTo>
                  <a:lnTo>
                    <a:pt x="14661" y="14974"/>
                  </a:lnTo>
                  <a:lnTo>
                    <a:pt x="14589" y="15143"/>
                  </a:lnTo>
                  <a:lnTo>
                    <a:pt x="14493" y="15311"/>
                  </a:lnTo>
                  <a:lnTo>
                    <a:pt x="14396" y="15480"/>
                  </a:lnTo>
                  <a:lnTo>
                    <a:pt x="14276" y="15648"/>
                  </a:lnTo>
                  <a:lnTo>
                    <a:pt x="14132" y="15793"/>
                  </a:lnTo>
                  <a:lnTo>
                    <a:pt x="13987" y="15913"/>
                  </a:lnTo>
                  <a:lnTo>
                    <a:pt x="13843" y="16058"/>
                  </a:lnTo>
                  <a:lnTo>
                    <a:pt x="13578" y="16226"/>
                  </a:lnTo>
                  <a:lnTo>
                    <a:pt x="13289" y="16371"/>
                  </a:lnTo>
                  <a:lnTo>
                    <a:pt x="12952" y="16539"/>
                  </a:lnTo>
                  <a:lnTo>
                    <a:pt x="12591" y="16684"/>
                  </a:lnTo>
                  <a:lnTo>
                    <a:pt x="12037" y="16924"/>
                  </a:lnTo>
                  <a:lnTo>
                    <a:pt x="11484" y="17189"/>
                  </a:lnTo>
                  <a:lnTo>
                    <a:pt x="10954" y="17502"/>
                  </a:lnTo>
                  <a:lnTo>
                    <a:pt x="10424" y="17815"/>
                  </a:lnTo>
                  <a:lnTo>
                    <a:pt x="9967" y="18104"/>
                  </a:lnTo>
                  <a:lnTo>
                    <a:pt x="9534" y="18441"/>
                  </a:lnTo>
                  <a:lnTo>
                    <a:pt x="9293" y="18658"/>
                  </a:lnTo>
                  <a:lnTo>
                    <a:pt x="9076" y="18874"/>
                  </a:lnTo>
                  <a:lnTo>
                    <a:pt x="8884" y="19091"/>
                  </a:lnTo>
                  <a:lnTo>
                    <a:pt x="8715" y="19332"/>
                  </a:lnTo>
                  <a:lnTo>
                    <a:pt x="8571" y="19572"/>
                  </a:lnTo>
                  <a:lnTo>
                    <a:pt x="8426" y="19837"/>
                  </a:lnTo>
                  <a:lnTo>
                    <a:pt x="8306" y="20126"/>
                  </a:lnTo>
                  <a:lnTo>
                    <a:pt x="8185" y="20391"/>
                  </a:lnTo>
                  <a:lnTo>
                    <a:pt x="8137" y="20608"/>
                  </a:lnTo>
                  <a:lnTo>
                    <a:pt x="8137" y="20680"/>
                  </a:lnTo>
                  <a:lnTo>
                    <a:pt x="8161" y="20704"/>
                  </a:lnTo>
                  <a:lnTo>
                    <a:pt x="8185" y="20728"/>
                  </a:lnTo>
                  <a:lnTo>
                    <a:pt x="8258" y="20752"/>
                  </a:lnTo>
                  <a:lnTo>
                    <a:pt x="8306" y="20704"/>
                  </a:lnTo>
                  <a:lnTo>
                    <a:pt x="8474" y="20559"/>
                  </a:lnTo>
                  <a:lnTo>
                    <a:pt x="8835" y="20126"/>
                  </a:lnTo>
                  <a:lnTo>
                    <a:pt x="9221" y="19717"/>
                  </a:lnTo>
                  <a:lnTo>
                    <a:pt x="9437" y="19500"/>
                  </a:lnTo>
                  <a:lnTo>
                    <a:pt x="9654" y="19308"/>
                  </a:lnTo>
                  <a:lnTo>
                    <a:pt x="10111" y="18995"/>
                  </a:lnTo>
                  <a:lnTo>
                    <a:pt x="10569" y="18730"/>
                  </a:lnTo>
                  <a:lnTo>
                    <a:pt x="11074" y="18489"/>
                  </a:lnTo>
                  <a:lnTo>
                    <a:pt x="11580" y="18321"/>
                  </a:lnTo>
                  <a:lnTo>
                    <a:pt x="12326" y="18152"/>
                  </a:lnTo>
                  <a:lnTo>
                    <a:pt x="13072" y="17959"/>
                  </a:lnTo>
                  <a:lnTo>
                    <a:pt x="13626" y="17839"/>
                  </a:lnTo>
                  <a:lnTo>
                    <a:pt x="14156" y="17695"/>
                  </a:lnTo>
                  <a:lnTo>
                    <a:pt x="14565" y="17526"/>
                  </a:lnTo>
                  <a:lnTo>
                    <a:pt x="14950" y="17334"/>
                  </a:lnTo>
                  <a:lnTo>
                    <a:pt x="15311" y="17093"/>
                  </a:lnTo>
                  <a:lnTo>
                    <a:pt x="15672" y="16828"/>
                  </a:lnTo>
                  <a:lnTo>
                    <a:pt x="15889" y="16635"/>
                  </a:lnTo>
                  <a:lnTo>
                    <a:pt x="16082" y="16419"/>
                  </a:lnTo>
                  <a:lnTo>
                    <a:pt x="16226" y="16178"/>
                  </a:lnTo>
                  <a:lnTo>
                    <a:pt x="16370" y="15913"/>
                  </a:lnTo>
                  <a:lnTo>
                    <a:pt x="16443" y="15648"/>
                  </a:lnTo>
                  <a:lnTo>
                    <a:pt x="16539" y="15384"/>
                  </a:lnTo>
                  <a:lnTo>
                    <a:pt x="16587" y="15119"/>
                  </a:lnTo>
                  <a:lnTo>
                    <a:pt x="16635" y="14854"/>
                  </a:lnTo>
                  <a:lnTo>
                    <a:pt x="16683" y="14324"/>
                  </a:lnTo>
                  <a:lnTo>
                    <a:pt x="16732" y="13771"/>
                  </a:lnTo>
                  <a:lnTo>
                    <a:pt x="16756" y="13217"/>
                  </a:lnTo>
                  <a:lnTo>
                    <a:pt x="16780" y="12663"/>
                  </a:lnTo>
                  <a:lnTo>
                    <a:pt x="16780" y="12062"/>
                  </a:lnTo>
                  <a:lnTo>
                    <a:pt x="16852" y="11460"/>
                  </a:lnTo>
                  <a:lnTo>
                    <a:pt x="16948" y="10954"/>
                  </a:lnTo>
                  <a:lnTo>
                    <a:pt x="17069" y="10497"/>
                  </a:lnTo>
                  <a:lnTo>
                    <a:pt x="17285" y="10039"/>
                  </a:lnTo>
                  <a:lnTo>
                    <a:pt x="17526" y="9606"/>
                  </a:lnTo>
                  <a:lnTo>
                    <a:pt x="17791" y="9197"/>
                  </a:lnTo>
                  <a:lnTo>
                    <a:pt x="18080" y="8812"/>
                  </a:lnTo>
                  <a:lnTo>
                    <a:pt x="19139" y="7367"/>
                  </a:lnTo>
                  <a:lnTo>
                    <a:pt x="19572" y="6765"/>
                  </a:lnTo>
                  <a:lnTo>
                    <a:pt x="19789" y="6453"/>
                  </a:lnTo>
                  <a:lnTo>
                    <a:pt x="20005" y="6116"/>
                  </a:lnTo>
                  <a:lnTo>
                    <a:pt x="20294" y="5610"/>
                  </a:lnTo>
                  <a:lnTo>
                    <a:pt x="20415" y="5345"/>
                  </a:lnTo>
                  <a:lnTo>
                    <a:pt x="20535" y="5056"/>
                  </a:lnTo>
                  <a:lnTo>
                    <a:pt x="20655" y="4743"/>
                  </a:lnTo>
                  <a:lnTo>
                    <a:pt x="20752" y="4430"/>
                  </a:lnTo>
                  <a:lnTo>
                    <a:pt x="20824" y="4117"/>
                  </a:lnTo>
                  <a:lnTo>
                    <a:pt x="20848" y="3804"/>
                  </a:lnTo>
                  <a:lnTo>
                    <a:pt x="20872" y="3492"/>
                  </a:lnTo>
                  <a:lnTo>
                    <a:pt x="20872" y="3155"/>
                  </a:lnTo>
                  <a:lnTo>
                    <a:pt x="20848" y="2842"/>
                  </a:lnTo>
                  <a:lnTo>
                    <a:pt x="20776" y="2505"/>
                  </a:lnTo>
                  <a:lnTo>
                    <a:pt x="20680" y="2095"/>
                  </a:lnTo>
                  <a:lnTo>
                    <a:pt x="20535" y="1686"/>
                  </a:lnTo>
                  <a:lnTo>
                    <a:pt x="20439" y="1445"/>
                  </a:lnTo>
                  <a:lnTo>
                    <a:pt x="20343" y="1205"/>
                  </a:lnTo>
                  <a:lnTo>
                    <a:pt x="20198" y="964"/>
                  </a:lnTo>
                  <a:lnTo>
                    <a:pt x="20030" y="771"/>
                  </a:lnTo>
                  <a:lnTo>
                    <a:pt x="19861" y="579"/>
                  </a:lnTo>
                  <a:lnTo>
                    <a:pt x="19668" y="410"/>
                  </a:lnTo>
                  <a:lnTo>
                    <a:pt x="19452" y="290"/>
                  </a:lnTo>
                  <a:lnTo>
                    <a:pt x="19211" y="169"/>
                  </a:lnTo>
                  <a:lnTo>
                    <a:pt x="18970" y="97"/>
                  </a:lnTo>
                  <a:lnTo>
                    <a:pt x="18706" y="25"/>
                  </a:lnTo>
                  <a:lnTo>
                    <a:pt x="184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13"/>
            <p:cNvSpPr/>
            <p:nvPr/>
          </p:nvSpPr>
          <p:spPr>
            <a:xfrm>
              <a:off x="1946725" y="1787425"/>
              <a:ext cx="588000" cy="766750"/>
            </a:xfrm>
            <a:custGeom>
              <a:avLst/>
              <a:gdLst/>
              <a:ahLst/>
              <a:cxnLst/>
              <a:rect l="l" t="t" r="r" b="b"/>
              <a:pathLst>
                <a:path w="23520" h="30670" extrusionOk="0">
                  <a:moveTo>
                    <a:pt x="11098" y="0"/>
                  </a:moveTo>
                  <a:lnTo>
                    <a:pt x="10640" y="49"/>
                  </a:lnTo>
                  <a:lnTo>
                    <a:pt x="9942" y="97"/>
                  </a:lnTo>
                  <a:lnTo>
                    <a:pt x="9292" y="169"/>
                  </a:lnTo>
                  <a:lnTo>
                    <a:pt x="8618" y="265"/>
                  </a:lnTo>
                  <a:lnTo>
                    <a:pt x="7944" y="410"/>
                  </a:lnTo>
                  <a:lnTo>
                    <a:pt x="7270" y="602"/>
                  </a:lnTo>
                  <a:lnTo>
                    <a:pt x="6596" y="795"/>
                  </a:lnTo>
                  <a:lnTo>
                    <a:pt x="5946" y="1012"/>
                  </a:lnTo>
                  <a:lnTo>
                    <a:pt x="4093" y="1589"/>
                  </a:lnTo>
                  <a:lnTo>
                    <a:pt x="2239" y="2119"/>
                  </a:lnTo>
                  <a:lnTo>
                    <a:pt x="1300" y="2384"/>
                  </a:lnTo>
                  <a:lnTo>
                    <a:pt x="361" y="2673"/>
                  </a:lnTo>
                  <a:lnTo>
                    <a:pt x="193" y="2721"/>
                  </a:lnTo>
                  <a:lnTo>
                    <a:pt x="24" y="2793"/>
                  </a:lnTo>
                  <a:lnTo>
                    <a:pt x="0" y="2841"/>
                  </a:lnTo>
                  <a:lnTo>
                    <a:pt x="0" y="2889"/>
                  </a:lnTo>
                  <a:lnTo>
                    <a:pt x="24" y="2937"/>
                  </a:lnTo>
                  <a:lnTo>
                    <a:pt x="72" y="2961"/>
                  </a:lnTo>
                  <a:lnTo>
                    <a:pt x="241" y="2986"/>
                  </a:lnTo>
                  <a:lnTo>
                    <a:pt x="433" y="2961"/>
                  </a:lnTo>
                  <a:lnTo>
                    <a:pt x="1709" y="2793"/>
                  </a:lnTo>
                  <a:lnTo>
                    <a:pt x="3009" y="2673"/>
                  </a:lnTo>
                  <a:lnTo>
                    <a:pt x="4526" y="2528"/>
                  </a:lnTo>
                  <a:lnTo>
                    <a:pt x="5296" y="2456"/>
                  </a:lnTo>
                  <a:lnTo>
                    <a:pt x="6042" y="2336"/>
                  </a:lnTo>
                  <a:lnTo>
                    <a:pt x="6789" y="2167"/>
                  </a:lnTo>
                  <a:lnTo>
                    <a:pt x="7535" y="1974"/>
                  </a:lnTo>
                  <a:lnTo>
                    <a:pt x="8522" y="1710"/>
                  </a:lnTo>
                  <a:lnTo>
                    <a:pt x="10279" y="1228"/>
                  </a:lnTo>
                  <a:lnTo>
                    <a:pt x="10929" y="1060"/>
                  </a:lnTo>
                  <a:lnTo>
                    <a:pt x="11579" y="939"/>
                  </a:lnTo>
                  <a:lnTo>
                    <a:pt x="12229" y="843"/>
                  </a:lnTo>
                  <a:lnTo>
                    <a:pt x="12903" y="771"/>
                  </a:lnTo>
                  <a:lnTo>
                    <a:pt x="13192" y="747"/>
                  </a:lnTo>
                  <a:lnTo>
                    <a:pt x="13722" y="747"/>
                  </a:lnTo>
                  <a:lnTo>
                    <a:pt x="13939" y="795"/>
                  </a:lnTo>
                  <a:lnTo>
                    <a:pt x="14372" y="867"/>
                  </a:lnTo>
                  <a:lnTo>
                    <a:pt x="14709" y="987"/>
                  </a:lnTo>
                  <a:lnTo>
                    <a:pt x="15022" y="1108"/>
                  </a:lnTo>
                  <a:lnTo>
                    <a:pt x="15335" y="1276"/>
                  </a:lnTo>
                  <a:lnTo>
                    <a:pt x="15576" y="1445"/>
                  </a:lnTo>
                  <a:lnTo>
                    <a:pt x="16009" y="1734"/>
                  </a:lnTo>
                  <a:lnTo>
                    <a:pt x="16394" y="1999"/>
                  </a:lnTo>
                  <a:lnTo>
                    <a:pt x="17116" y="2576"/>
                  </a:lnTo>
                  <a:lnTo>
                    <a:pt x="17453" y="2841"/>
                  </a:lnTo>
                  <a:lnTo>
                    <a:pt x="17766" y="3154"/>
                  </a:lnTo>
                  <a:lnTo>
                    <a:pt x="18874" y="4334"/>
                  </a:lnTo>
                  <a:lnTo>
                    <a:pt x="19379" y="4911"/>
                  </a:lnTo>
                  <a:lnTo>
                    <a:pt x="19548" y="5176"/>
                  </a:lnTo>
                  <a:lnTo>
                    <a:pt x="19716" y="5417"/>
                  </a:lnTo>
                  <a:lnTo>
                    <a:pt x="19861" y="5658"/>
                  </a:lnTo>
                  <a:lnTo>
                    <a:pt x="20005" y="5947"/>
                  </a:lnTo>
                  <a:lnTo>
                    <a:pt x="20294" y="6645"/>
                  </a:lnTo>
                  <a:lnTo>
                    <a:pt x="20848" y="8017"/>
                  </a:lnTo>
                  <a:lnTo>
                    <a:pt x="21161" y="8691"/>
                  </a:lnTo>
                  <a:lnTo>
                    <a:pt x="21473" y="9341"/>
                  </a:lnTo>
                  <a:lnTo>
                    <a:pt x="21570" y="9558"/>
                  </a:lnTo>
                  <a:lnTo>
                    <a:pt x="21618" y="9774"/>
                  </a:lnTo>
                  <a:lnTo>
                    <a:pt x="21666" y="9991"/>
                  </a:lnTo>
                  <a:lnTo>
                    <a:pt x="21690" y="10207"/>
                  </a:lnTo>
                  <a:lnTo>
                    <a:pt x="21714" y="10785"/>
                  </a:lnTo>
                  <a:lnTo>
                    <a:pt x="21666" y="11363"/>
                  </a:lnTo>
                  <a:lnTo>
                    <a:pt x="21618" y="11748"/>
                  </a:lnTo>
                  <a:lnTo>
                    <a:pt x="21546" y="12109"/>
                  </a:lnTo>
                  <a:lnTo>
                    <a:pt x="21425" y="12446"/>
                  </a:lnTo>
                  <a:lnTo>
                    <a:pt x="21305" y="12807"/>
                  </a:lnTo>
                  <a:lnTo>
                    <a:pt x="21136" y="13120"/>
                  </a:lnTo>
                  <a:lnTo>
                    <a:pt x="20968" y="13457"/>
                  </a:lnTo>
                  <a:lnTo>
                    <a:pt x="20775" y="13746"/>
                  </a:lnTo>
                  <a:lnTo>
                    <a:pt x="20535" y="14059"/>
                  </a:lnTo>
                  <a:lnTo>
                    <a:pt x="20101" y="14565"/>
                  </a:lnTo>
                  <a:lnTo>
                    <a:pt x="19668" y="15070"/>
                  </a:lnTo>
                  <a:lnTo>
                    <a:pt x="19451" y="15359"/>
                  </a:lnTo>
                  <a:lnTo>
                    <a:pt x="19235" y="15672"/>
                  </a:lnTo>
                  <a:lnTo>
                    <a:pt x="19042" y="15985"/>
                  </a:lnTo>
                  <a:lnTo>
                    <a:pt x="18898" y="16322"/>
                  </a:lnTo>
                  <a:lnTo>
                    <a:pt x="18777" y="16611"/>
                  </a:lnTo>
                  <a:lnTo>
                    <a:pt x="18681" y="16924"/>
                  </a:lnTo>
                  <a:lnTo>
                    <a:pt x="18512" y="17526"/>
                  </a:lnTo>
                  <a:lnTo>
                    <a:pt x="18392" y="18079"/>
                  </a:lnTo>
                  <a:lnTo>
                    <a:pt x="18199" y="18585"/>
                  </a:lnTo>
                  <a:lnTo>
                    <a:pt x="17911" y="19235"/>
                  </a:lnTo>
                  <a:lnTo>
                    <a:pt x="17598" y="19861"/>
                  </a:lnTo>
                  <a:lnTo>
                    <a:pt x="17405" y="20318"/>
                  </a:lnTo>
                  <a:lnTo>
                    <a:pt x="17237" y="20800"/>
                  </a:lnTo>
                  <a:lnTo>
                    <a:pt x="17140" y="21305"/>
                  </a:lnTo>
                  <a:lnTo>
                    <a:pt x="17068" y="21811"/>
                  </a:lnTo>
                  <a:lnTo>
                    <a:pt x="17068" y="22220"/>
                  </a:lnTo>
                  <a:lnTo>
                    <a:pt x="17092" y="22653"/>
                  </a:lnTo>
                  <a:lnTo>
                    <a:pt x="17188" y="23063"/>
                  </a:lnTo>
                  <a:lnTo>
                    <a:pt x="17333" y="23472"/>
                  </a:lnTo>
                  <a:lnTo>
                    <a:pt x="17622" y="24098"/>
                  </a:lnTo>
                  <a:lnTo>
                    <a:pt x="17862" y="24627"/>
                  </a:lnTo>
                  <a:lnTo>
                    <a:pt x="17983" y="24892"/>
                  </a:lnTo>
                  <a:lnTo>
                    <a:pt x="18079" y="25157"/>
                  </a:lnTo>
                  <a:lnTo>
                    <a:pt x="18175" y="25446"/>
                  </a:lnTo>
                  <a:lnTo>
                    <a:pt x="18224" y="25735"/>
                  </a:lnTo>
                  <a:lnTo>
                    <a:pt x="18248" y="26024"/>
                  </a:lnTo>
                  <a:lnTo>
                    <a:pt x="18224" y="26312"/>
                  </a:lnTo>
                  <a:lnTo>
                    <a:pt x="18175" y="26601"/>
                  </a:lnTo>
                  <a:lnTo>
                    <a:pt x="18103" y="26866"/>
                  </a:lnTo>
                  <a:lnTo>
                    <a:pt x="18007" y="27155"/>
                  </a:lnTo>
                  <a:lnTo>
                    <a:pt x="17862" y="27420"/>
                  </a:lnTo>
                  <a:lnTo>
                    <a:pt x="17742" y="27612"/>
                  </a:lnTo>
                  <a:lnTo>
                    <a:pt x="17622" y="27781"/>
                  </a:lnTo>
                  <a:lnTo>
                    <a:pt x="17333" y="28118"/>
                  </a:lnTo>
                  <a:lnTo>
                    <a:pt x="17020" y="28407"/>
                  </a:lnTo>
                  <a:lnTo>
                    <a:pt x="16683" y="28696"/>
                  </a:lnTo>
                  <a:lnTo>
                    <a:pt x="16274" y="28985"/>
                  </a:lnTo>
                  <a:lnTo>
                    <a:pt x="15864" y="29249"/>
                  </a:lnTo>
                  <a:lnTo>
                    <a:pt x="15431" y="29490"/>
                  </a:lnTo>
                  <a:lnTo>
                    <a:pt x="14998" y="29707"/>
                  </a:lnTo>
                  <a:lnTo>
                    <a:pt x="14155" y="30068"/>
                  </a:lnTo>
                  <a:lnTo>
                    <a:pt x="13337" y="30405"/>
                  </a:lnTo>
                  <a:lnTo>
                    <a:pt x="13192" y="30477"/>
                  </a:lnTo>
                  <a:lnTo>
                    <a:pt x="13048" y="30549"/>
                  </a:lnTo>
                  <a:lnTo>
                    <a:pt x="13024" y="30573"/>
                  </a:lnTo>
                  <a:lnTo>
                    <a:pt x="13024" y="30622"/>
                  </a:lnTo>
                  <a:lnTo>
                    <a:pt x="13072" y="30646"/>
                  </a:lnTo>
                  <a:lnTo>
                    <a:pt x="13096" y="30670"/>
                  </a:lnTo>
                  <a:lnTo>
                    <a:pt x="13289" y="30670"/>
                  </a:lnTo>
                  <a:lnTo>
                    <a:pt x="13842" y="30597"/>
                  </a:lnTo>
                  <a:lnTo>
                    <a:pt x="14372" y="30525"/>
                  </a:lnTo>
                  <a:lnTo>
                    <a:pt x="14901" y="30405"/>
                  </a:lnTo>
                  <a:lnTo>
                    <a:pt x="15431" y="30236"/>
                  </a:lnTo>
                  <a:lnTo>
                    <a:pt x="15816" y="30116"/>
                  </a:lnTo>
                  <a:lnTo>
                    <a:pt x="16177" y="29947"/>
                  </a:lnTo>
                  <a:lnTo>
                    <a:pt x="16538" y="29779"/>
                  </a:lnTo>
                  <a:lnTo>
                    <a:pt x="16875" y="29562"/>
                  </a:lnTo>
                  <a:lnTo>
                    <a:pt x="17188" y="29346"/>
                  </a:lnTo>
                  <a:lnTo>
                    <a:pt x="17477" y="29081"/>
                  </a:lnTo>
                  <a:lnTo>
                    <a:pt x="17766" y="28816"/>
                  </a:lnTo>
                  <a:lnTo>
                    <a:pt x="18031" y="28503"/>
                  </a:lnTo>
                  <a:lnTo>
                    <a:pt x="18296" y="28166"/>
                  </a:lnTo>
                  <a:lnTo>
                    <a:pt x="18392" y="27973"/>
                  </a:lnTo>
                  <a:lnTo>
                    <a:pt x="18488" y="27805"/>
                  </a:lnTo>
                  <a:lnTo>
                    <a:pt x="18561" y="27612"/>
                  </a:lnTo>
                  <a:lnTo>
                    <a:pt x="18609" y="27396"/>
                  </a:lnTo>
                  <a:lnTo>
                    <a:pt x="18657" y="27203"/>
                  </a:lnTo>
                  <a:lnTo>
                    <a:pt x="18681" y="26986"/>
                  </a:lnTo>
                  <a:lnTo>
                    <a:pt x="18705" y="26505"/>
                  </a:lnTo>
                  <a:lnTo>
                    <a:pt x="18705" y="26264"/>
                  </a:lnTo>
                  <a:lnTo>
                    <a:pt x="18705" y="26024"/>
                  </a:lnTo>
                  <a:lnTo>
                    <a:pt x="18657" y="25374"/>
                  </a:lnTo>
                  <a:lnTo>
                    <a:pt x="18633" y="24700"/>
                  </a:lnTo>
                  <a:lnTo>
                    <a:pt x="18585" y="23400"/>
                  </a:lnTo>
                  <a:lnTo>
                    <a:pt x="18585" y="22966"/>
                  </a:lnTo>
                  <a:lnTo>
                    <a:pt x="18633" y="22533"/>
                  </a:lnTo>
                  <a:lnTo>
                    <a:pt x="18657" y="22196"/>
                  </a:lnTo>
                  <a:lnTo>
                    <a:pt x="18705" y="21835"/>
                  </a:lnTo>
                  <a:lnTo>
                    <a:pt x="18705" y="21137"/>
                  </a:lnTo>
                  <a:lnTo>
                    <a:pt x="18705" y="20559"/>
                  </a:lnTo>
                  <a:lnTo>
                    <a:pt x="18729" y="20198"/>
                  </a:lnTo>
                  <a:lnTo>
                    <a:pt x="18753" y="19837"/>
                  </a:lnTo>
                  <a:lnTo>
                    <a:pt x="18825" y="19476"/>
                  </a:lnTo>
                  <a:lnTo>
                    <a:pt x="18922" y="19115"/>
                  </a:lnTo>
                  <a:lnTo>
                    <a:pt x="19114" y="18561"/>
                  </a:lnTo>
                  <a:lnTo>
                    <a:pt x="19331" y="17983"/>
                  </a:lnTo>
                  <a:lnTo>
                    <a:pt x="19548" y="17429"/>
                  </a:lnTo>
                  <a:lnTo>
                    <a:pt x="19812" y="16900"/>
                  </a:lnTo>
                  <a:lnTo>
                    <a:pt x="20029" y="16491"/>
                  </a:lnTo>
                  <a:lnTo>
                    <a:pt x="20294" y="16105"/>
                  </a:lnTo>
                  <a:lnTo>
                    <a:pt x="20535" y="15817"/>
                  </a:lnTo>
                  <a:lnTo>
                    <a:pt x="20799" y="15504"/>
                  </a:lnTo>
                  <a:lnTo>
                    <a:pt x="21353" y="14950"/>
                  </a:lnTo>
                  <a:lnTo>
                    <a:pt x="21594" y="14733"/>
                  </a:lnTo>
                  <a:lnTo>
                    <a:pt x="21786" y="14493"/>
                  </a:lnTo>
                  <a:lnTo>
                    <a:pt x="21979" y="14228"/>
                  </a:lnTo>
                  <a:lnTo>
                    <a:pt x="22148" y="13963"/>
                  </a:lnTo>
                  <a:lnTo>
                    <a:pt x="22340" y="13578"/>
                  </a:lnTo>
                  <a:lnTo>
                    <a:pt x="22557" y="13193"/>
                  </a:lnTo>
                  <a:lnTo>
                    <a:pt x="22918" y="12398"/>
                  </a:lnTo>
                  <a:lnTo>
                    <a:pt x="23183" y="11724"/>
                  </a:lnTo>
                  <a:lnTo>
                    <a:pt x="23303" y="11363"/>
                  </a:lnTo>
                  <a:lnTo>
                    <a:pt x="23399" y="11002"/>
                  </a:lnTo>
                  <a:lnTo>
                    <a:pt x="23472" y="10761"/>
                  </a:lnTo>
                  <a:lnTo>
                    <a:pt x="23496" y="10520"/>
                  </a:lnTo>
                  <a:lnTo>
                    <a:pt x="23520" y="10280"/>
                  </a:lnTo>
                  <a:lnTo>
                    <a:pt x="23520" y="10039"/>
                  </a:lnTo>
                  <a:lnTo>
                    <a:pt x="23520" y="9798"/>
                  </a:lnTo>
                  <a:lnTo>
                    <a:pt x="23496" y="9582"/>
                  </a:lnTo>
                  <a:lnTo>
                    <a:pt x="23447" y="9341"/>
                  </a:lnTo>
                  <a:lnTo>
                    <a:pt x="23375" y="9100"/>
                  </a:lnTo>
                  <a:lnTo>
                    <a:pt x="23231" y="8595"/>
                  </a:lnTo>
                  <a:lnTo>
                    <a:pt x="23038" y="8113"/>
                  </a:lnTo>
                  <a:lnTo>
                    <a:pt x="22846" y="7632"/>
                  </a:lnTo>
                  <a:lnTo>
                    <a:pt x="22629" y="7150"/>
                  </a:lnTo>
                  <a:lnTo>
                    <a:pt x="22388" y="6717"/>
                  </a:lnTo>
                  <a:lnTo>
                    <a:pt x="22148" y="6284"/>
                  </a:lnTo>
                  <a:lnTo>
                    <a:pt x="21883" y="5850"/>
                  </a:lnTo>
                  <a:lnTo>
                    <a:pt x="21594" y="5441"/>
                  </a:lnTo>
                  <a:lnTo>
                    <a:pt x="21305" y="5032"/>
                  </a:lnTo>
                  <a:lnTo>
                    <a:pt x="21016" y="4647"/>
                  </a:lnTo>
                  <a:lnTo>
                    <a:pt x="20679" y="4261"/>
                  </a:lnTo>
                  <a:lnTo>
                    <a:pt x="20342" y="3900"/>
                  </a:lnTo>
                  <a:lnTo>
                    <a:pt x="19764" y="3347"/>
                  </a:lnTo>
                  <a:lnTo>
                    <a:pt x="19475" y="3082"/>
                  </a:lnTo>
                  <a:lnTo>
                    <a:pt x="19162" y="2841"/>
                  </a:lnTo>
                  <a:lnTo>
                    <a:pt x="18079" y="2047"/>
                  </a:lnTo>
                  <a:lnTo>
                    <a:pt x="17742" y="1830"/>
                  </a:lnTo>
                  <a:lnTo>
                    <a:pt x="17405" y="1613"/>
                  </a:lnTo>
                  <a:lnTo>
                    <a:pt x="17044" y="1421"/>
                  </a:lnTo>
                  <a:lnTo>
                    <a:pt x="16683" y="1276"/>
                  </a:lnTo>
                  <a:lnTo>
                    <a:pt x="16081" y="1012"/>
                  </a:lnTo>
                  <a:lnTo>
                    <a:pt x="15455" y="795"/>
                  </a:lnTo>
                  <a:lnTo>
                    <a:pt x="14829" y="578"/>
                  </a:lnTo>
                  <a:lnTo>
                    <a:pt x="14179" y="386"/>
                  </a:lnTo>
                  <a:lnTo>
                    <a:pt x="13746" y="289"/>
                  </a:lnTo>
                  <a:lnTo>
                    <a:pt x="13313" y="169"/>
                  </a:lnTo>
                  <a:lnTo>
                    <a:pt x="12879" y="97"/>
                  </a:lnTo>
                  <a:lnTo>
                    <a:pt x="12422" y="49"/>
                  </a:lnTo>
                  <a:lnTo>
                    <a:pt x="1198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13"/>
            <p:cNvSpPr/>
            <p:nvPr/>
          </p:nvSpPr>
          <p:spPr>
            <a:xfrm>
              <a:off x="2080325" y="1904775"/>
              <a:ext cx="13875" cy="10875"/>
            </a:xfrm>
            <a:custGeom>
              <a:avLst/>
              <a:gdLst/>
              <a:ahLst/>
              <a:cxnLst/>
              <a:rect l="l" t="t" r="r" b="b"/>
              <a:pathLst>
                <a:path w="555" h="435" extrusionOk="0">
                  <a:moveTo>
                    <a:pt x="217" y="1"/>
                  </a:moveTo>
                  <a:lnTo>
                    <a:pt x="169" y="49"/>
                  </a:lnTo>
                  <a:lnTo>
                    <a:pt x="145" y="121"/>
                  </a:lnTo>
                  <a:lnTo>
                    <a:pt x="121" y="145"/>
                  </a:lnTo>
                  <a:lnTo>
                    <a:pt x="97" y="145"/>
                  </a:lnTo>
                  <a:lnTo>
                    <a:pt x="24" y="217"/>
                  </a:lnTo>
                  <a:lnTo>
                    <a:pt x="0" y="266"/>
                  </a:lnTo>
                  <a:lnTo>
                    <a:pt x="0" y="338"/>
                  </a:lnTo>
                  <a:lnTo>
                    <a:pt x="24" y="386"/>
                  </a:lnTo>
                  <a:lnTo>
                    <a:pt x="73" y="410"/>
                  </a:lnTo>
                  <a:lnTo>
                    <a:pt x="97" y="434"/>
                  </a:lnTo>
                  <a:lnTo>
                    <a:pt x="145" y="434"/>
                  </a:lnTo>
                  <a:lnTo>
                    <a:pt x="145" y="386"/>
                  </a:lnTo>
                  <a:lnTo>
                    <a:pt x="169" y="338"/>
                  </a:lnTo>
                  <a:lnTo>
                    <a:pt x="169" y="290"/>
                  </a:lnTo>
                  <a:lnTo>
                    <a:pt x="313" y="290"/>
                  </a:lnTo>
                  <a:lnTo>
                    <a:pt x="361" y="217"/>
                  </a:lnTo>
                  <a:lnTo>
                    <a:pt x="434" y="169"/>
                  </a:lnTo>
                  <a:lnTo>
                    <a:pt x="482" y="145"/>
                  </a:lnTo>
                  <a:lnTo>
                    <a:pt x="554" y="97"/>
                  </a:lnTo>
                  <a:lnTo>
                    <a:pt x="554" y="73"/>
                  </a:lnTo>
                  <a:lnTo>
                    <a:pt x="554" y="25"/>
                  </a:lnTo>
                  <a:lnTo>
                    <a:pt x="530" y="1"/>
                  </a:lnTo>
                  <a:lnTo>
                    <a:pt x="458" y="1"/>
                  </a:lnTo>
                  <a:lnTo>
                    <a:pt x="410" y="25"/>
                  </a:lnTo>
                  <a:lnTo>
                    <a:pt x="289" y="25"/>
                  </a:lnTo>
                  <a:lnTo>
                    <a:pt x="24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13"/>
            <p:cNvSpPr/>
            <p:nvPr/>
          </p:nvSpPr>
          <p:spPr>
            <a:xfrm>
              <a:off x="1955750" y="1926450"/>
              <a:ext cx="13850" cy="9650"/>
            </a:xfrm>
            <a:custGeom>
              <a:avLst/>
              <a:gdLst/>
              <a:ahLst/>
              <a:cxnLst/>
              <a:rect l="l" t="t" r="r" b="b"/>
              <a:pathLst>
                <a:path w="554" h="386" extrusionOk="0">
                  <a:moveTo>
                    <a:pt x="193" y="0"/>
                  </a:moveTo>
                  <a:lnTo>
                    <a:pt x="145" y="49"/>
                  </a:lnTo>
                  <a:lnTo>
                    <a:pt x="96" y="97"/>
                  </a:lnTo>
                  <a:lnTo>
                    <a:pt x="0" y="337"/>
                  </a:lnTo>
                  <a:lnTo>
                    <a:pt x="24" y="386"/>
                  </a:lnTo>
                  <a:lnTo>
                    <a:pt x="72" y="386"/>
                  </a:lnTo>
                  <a:lnTo>
                    <a:pt x="145" y="337"/>
                  </a:lnTo>
                  <a:lnTo>
                    <a:pt x="169" y="289"/>
                  </a:lnTo>
                  <a:lnTo>
                    <a:pt x="217" y="193"/>
                  </a:lnTo>
                  <a:lnTo>
                    <a:pt x="217" y="121"/>
                  </a:lnTo>
                  <a:lnTo>
                    <a:pt x="409" y="169"/>
                  </a:lnTo>
                  <a:lnTo>
                    <a:pt x="530" y="169"/>
                  </a:lnTo>
                  <a:lnTo>
                    <a:pt x="530" y="121"/>
                  </a:lnTo>
                  <a:lnTo>
                    <a:pt x="554" y="97"/>
                  </a:lnTo>
                  <a:lnTo>
                    <a:pt x="530" y="73"/>
                  </a:lnTo>
                  <a:lnTo>
                    <a:pt x="458" y="49"/>
                  </a:lnTo>
                  <a:lnTo>
                    <a:pt x="33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13"/>
            <p:cNvSpPr/>
            <p:nvPr/>
          </p:nvSpPr>
          <p:spPr>
            <a:xfrm>
              <a:off x="1876900" y="1956550"/>
              <a:ext cx="12675" cy="9650"/>
            </a:xfrm>
            <a:custGeom>
              <a:avLst/>
              <a:gdLst/>
              <a:ahLst/>
              <a:cxnLst/>
              <a:rect l="l" t="t" r="r" b="b"/>
              <a:pathLst>
                <a:path w="507" h="386" extrusionOk="0">
                  <a:moveTo>
                    <a:pt x="121" y="0"/>
                  </a:moveTo>
                  <a:lnTo>
                    <a:pt x="49" y="24"/>
                  </a:lnTo>
                  <a:lnTo>
                    <a:pt x="1" y="72"/>
                  </a:lnTo>
                  <a:lnTo>
                    <a:pt x="25" y="144"/>
                  </a:lnTo>
                  <a:lnTo>
                    <a:pt x="73" y="193"/>
                  </a:lnTo>
                  <a:lnTo>
                    <a:pt x="193" y="265"/>
                  </a:lnTo>
                  <a:lnTo>
                    <a:pt x="314" y="313"/>
                  </a:lnTo>
                  <a:lnTo>
                    <a:pt x="434" y="385"/>
                  </a:lnTo>
                  <a:lnTo>
                    <a:pt x="482" y="361"/>
                  </a:lnTo>
                  <a:lnTo>
                    <a:pt x="506" y="313"/>
                  </a:lnTo>
                  <a:lnTo>
                    <a:pt x="482" y="289"/>
                  </a:lnTo>
                  <a:lnTo>
                    <a:pt x="386" y="144"/>
                  </a:lnTo>
                  <a:lnTo>
                    <a:pt x="241"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13"/>
            <p:cNvSpPr/>
            <p:nvPr/>
          </p:nvSpPr>
          <p:spPr>
            <a:xfrm>
              <a:off x="1950325" y="1918625"/>
              <a:ext cx="8450" cy="8450"/>
            </a:xfrm>
            <a:custGeom>
              <a:avLst/>
              <a:gdLst/>
              <a:ahLst/>
              <a:cxnLst/>
              <a:rect l="l" t="t" r="r" b="b"/>
              <a:pathLst>
                <a:path w="338" h="338" extrusionOk="0">
                  <a:moveTo>
                    <a:pt x="145" y="0"/>
                  </a:moveTo>
                  <a:lnTo>
                    <a:pt x="73" y="24"/>
                  </a:lnTo>
                  <a:lnTo>
                    <a:pt x="25" y="73"/>
                  </a:lnTo>
                  <a:lnTo>
                    <a:pt x="1" y="193"/>
                  </a:lnTo>
                  <a:lnTo>
                    <a:pt x="25" y="313"/>
                  </a:lnTo>
                  <a:lnTo>
                    <a:pt x="49" y="337"/>
                  </a:lnTo>
                  <a:lnTo>
                    <a:pt x="97" y="337"/>
                  </a:lnTo>
                  <a:lnTo>
                    <a:pt x="145" y="313"/>
                  </a:lnTo>
                  <a:lnTo>
                    <a:pt x="193" y="265"/>
                  </a:lnTo>
                  <a:lnTo>
                    <a:pt x="241" y="241"/>
                  </a:lnTo>
                  <a:lnTo>
                    <a:pt x="313" y="241"/>
                  </a:lnTo>
                  <a:lnTo>
                    <a:pt x="313" y="217"/>
                  </a:lnTo>
                  <a:lnTo>
                    <a:pt x="338" y="217"/>
                  </a:lnTo>
                  <a:lnTo>
                    <a:pt x="338" y="169"/>
                  </a:lnTo>
                  <a:lnTo>
                    <a:pt x="265" y="49"/>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13"/>
            <p:cNvSpPr/>
            <p:nvPr/>
          </p:nvSpPr>
          <p:spPr>
            <a:xfrm>
              <a:off x="2000275" y="1944500"/>
              <a:ext cx="6650" cy="12075"/>
            </a:xfrm>
            <a:custGeom>
              <a:avLst/>
              <a:gdLst/>
              <a:ahLst/>
              <a:cxnLst/>
              <a:rect l="l" t="t" r="r" b="b"/>
              <a:pathLst>
                <a:path w="266" h="483" extrusionOk="0">
                  <a:moveTo>
                    <a:pt x="193" y="1"/>
                  </a:moveTo>
                  <a:lnTo>
                    <a:pt x="73" y="97"/>
                  </a:lnTo>
                  <a:lnTo>
                    <a:pt x="25" y="145"/>
                  </a:lnTo>
                  <a:lnTo>
                    <a:pt x="25" y="193"/>
                  </a:lnTo>
                  <a:lnTo>
                    <a:pt x="1" y="241"/>
                  </a:lnTo>
                  <a:lnTo>
                    <a:pt x="25" y="289"/>
                  </a:lnTo>
                  <a:lnTo>
                    <a:pt x="97" y="434"/>
                  </a:lnTo>
                  <a:lnTo>
                    <a:pt x="169" y="482"/>
                  </a:lnTo>
                  <a:lnTo>
                    <a:pt x="217" y="458"/>
                  </a:lnTo>
                  <a:lnTo>
                    <a:pt x="265" y="410"/>
                  </a:lnTo>
                  <a:lnTo>
                    <a:pt x="241" y="362"/>
                  </a:lnTo>
                  <a:lnTo>
                    <a:pt x="217" y="289"/>
                  </a:lnTo>
                  <a:lnTo>
                    <a:pt x="193" y="217"/>
                  </a:lnTo>
                  <a:lnTo>
                    <a:pt x="193" y="121"/>
                  </a:lnTo>
                  <a:lnTo>
                    <a:pt x="241" y="49"/>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13"/>
            <p:cNvSpPr/>
            <p:nvPr/>
          </p:nvSpPr>
          <p:spPr>
            <a:xfrm>
              <a:off x="1997275" y="1844000"/>
              <a:ext cx="6650" cy="8450"/>
            </a:xfrm>
            <a:custGeom>
              <a:avLst/>
              <a:gdLst/>
              <a:ahLst/>
              <a:cxnLst/>
              <a:rect l="l" t="t" r="r" b="b"/>
              <a:pathLst>
                <a:path w="266" h="338" extrusionOk="0">
                  <a:moveTo>
                    <a:pt x="72" y="0"/>
                  </a:moveTo>
                  <a:lnTo>
                    <a:pt x="0" y="49"/>
                  </a:lnTo>
                  <a:lnTo>
                    <a:pt x="0" y="73"/>
                  </a:lnTo>
                  <a:lnTo>
                    <a:pt x="0" y="121"/>
                  </a:lnTo>
                  <a:lnTo>
                    <a:pt x="48" y="241"/>
                  </a:lnTo>
                  <a:lnTo>
                    <a:pt x="97" y="313"/>
                  </a:lnTo>
                  <a:lnTo>
                    <a:pt x="145" y="337"/>
                  </a:lnTo>
                  <a:lnTo>
                    <a:pt x="169" y="337"/>
                  </a:lnTo>
                  <a:lnTo>
                    <a:pt x="217" y="313"/>
                  </a:lnTo>
                  <a:lnTo>
                    <a:pt x="241" y="289"/>
                  </a:lnTo>
                  <a:lnTo>
                    <a:pt x="241" y="193"/>
                  </a:lnTo>
                  <a:lnTo>
                    <a:pt x="265" y="121"/>
                  </a:lnTo>
                  <a:lnTo>
                    <a:pt x="241" y="73"/>
                  </a:lnTo>
                  <a:lnTo>
                    <a:pt x="193"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13"/>
            <p:cNvSpPr/>
            <p:nvPr/>
          </p:nvSpPr>
          <p:spPr>
            <a:xfrm>
              <a:off x="2005700" y="1909600"/>
              <a:ext cx="9050" cy="7850"/>
            </a:xfrm>
            <a:custGeom>
              <a:avLst/>
              <a:gdLst/>
              <a:ahLst/>
              <a:cxnLst/>
              <a:rect l="l" t="t" r="r" b="b"/>
              <a:pathLst>
                <a:path w="362" h="314" extrusionOk="0">
                  <a:moveTo>
                    <a:pt x="48" y="0"/>
                  </a:moveTo>
                  <a:lnTo>
                    <a:pt x="0" y="48"/>
                  </a:lnTo>
                  <a:lnTo>
                    <a:pt x="0" y="97"/>
                  </a:lnTo>
                  <a:lnTo>
                    <a:pt x="0" y="169"/>
                  </a:lnTo>
                  <a:lnTo>
                    <a:pt x="24" y="217"/>
                  </a:lnTo>
                  <a:lnTo>
                    <a:pt x="72" y="265"/>
                  </a:lnTo>
                  <a:lnTo>
                    <a:pt x="121" y="289"/>
                  </a:lnTo>
                  <a:lnTo>
                    <a:pt x="193" y="313"/>
                  </a:lnTo>
                  <a:lnTo>
                    <a:pt x="313" y="289"/>
                  </a:lnTo>
                  <a:lnTo>
                    <a:pt x="361" y="265"/>
                  </a:lnTo>
                  <a:lnTo>
                    <a:pt x="361" y="241"/>
                  </a:lnTo>
                  <a:lnTo>
                    <a:pt x="217" y="121"/>
                  </a:lnTo>
                  <a:lnTo>
                    <a:pt x="97"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13"/>
            <p:cNvSpPr/>
            <p:nvPr/>
          </p:nvSpPr>
          <p:spPr>
            <a:xfrm>
              <a:off x="2018325" y="2007100"/>
              <a:ext cx="9050" cy="9050"/>
            </a:xfrm>
            <a:custGeom>
              <a:avLst/>
              <a:gdLst/>
              <a:ahLst/>
              <a:cxnLst/>
              <a:rect l="l" t="t" r="r" b="b"/>
              <a:pathLst>
                <a:path w="362" h="362" extrusionOk="0">
                  <a:moveTo>
                    <a:pt x="290" y="0"/>
                  </a:moveTo>
                  <a:lnTo>
                    <a:pt x="242" y="24"/>
                  </a:lnTo>
                  <a:lnTo>
                    <a:pt x="217" y="48"/>
                  </a:lnTo>
                  <a:lnTo>
                    <a:pt x="193" y="96"/>
                  </a:lnTo>
                  <a:lnTo>
                    <a:pt x="169" y="169"/>
                  </a:lnTo>
                  <a:lnTo>
                    <a:pt x="145" y="193"/>
                  </a:lnTo>
                  <a:lnTo>
                    <a:pt x="97" y="217"/>
                  </a:lnTo>
                  <a:lnTo>
                    <a:pt x="49" y="241"/>
                  </a:lnTo>
                  <a:lnTo>
                    <a:pt x="1" y="265"/>
                  </a:lnTo>
                  <a:lnTo>
                    <a:pt x="25" y="313"/>
                  </a:lnTo>
                  <a:lnTo>
                    <a:pt x="73" y="361"/>
                  </a:lnTo>
                  <a:lnTo>
                    <a:pt x="121" y="361"/>
                  </a:lnTo>
                  <a:lnTo>
                    <a:pt x="193" y="289"/>
                  </a:lnTo>
                  <a:lnTo>
                    <a:pt x="217" y="265"/>
                  </a:lnTo>
                  <a:lnTo>
                    <a:pt x="242" y="265"/>
                  </a:lnTo>
                  <a:lnTo>
                    <a:pt x="314" y="217"/>
                  </a:lnTo>
                  <a:lnTo>
                    <a:pt x="338" y="193"/>
                  </a:lnTo>
                  <a:lnTo>
                    <a:pt x="362" y="121"/>
                  </a:lnTo>
                  <a:lnTo>
                    <a:pt x="338" y="72"/>
                  </a:lnTo>
                  <a:lnTo>
                    <a:pt x="338" y="24"/>
                  </a:lnTo>
                  <a:lnTo>
                    <a:pt x="29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13"/>
            <p:cNvSpPr/>
            <p:nvPr/>
          </p:nvSpPr>
          <p:spPr>
            <a:xfrm>
              <a:off x="1799275" y="1984225"/>
              <a:ext cx="9050" cy="4825"/>
            </a:xfrm>
            <a:custGeom>
              <a:avLst/>
              <a:gdLst/>
              <a:ahLst/>
              <a:cxnLst/>
              <a:rect l="l" t="t" r="r" b="b"/>
              <a:pathLst>
                <a:path w="362" h="193" extrusionOk="0">
                  <a:moveTo>
                    <a:pt x="265" y="0"/>
                  </a:moveTo>
                  <a:lnTo>
                    <a:pt x="24" y="73"/>
                  </a:lnTo>
                  <a:lnTo>
                    <a:pt x="0" y="121"/>
                  </a:lnTo>
                  <a:lnTo>
                    <a:pt x="24" y="145"/>
                  </a:lnTo>
                  <a:lnTo>
                    <a:pt x="48" y="169"/>
                  </a:lnTo>
                  <a:lnTo>
                    <a:pt x="169" y="193"/>
                  </a:lnTo>
                  <a:lnTo>
                    <a:pt x="289" y="193"/>
                  </a:lnTo>
                  <a:lnTo>
                    <a:pt x="337" y="169"/>
                  </a:lnTo>
                  <a:lnTo>
                    <a:pt x="361" y="97"/>
                  </a:lnTo>
                  <a:lnTo>
                    <a:pt x="337" y="49"/>
                  </a:lnTo>
                  <a:lnTo>
                    <a:pt x="313" y="24"/>
                  </a:lnTo>
                  <a:lnTo>
                    <a:pt x="26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13"/>
            <p:cNvSpPr/>
            <p:nvPr/>
          </p:nvSpPr>
          <p:spPr>
            <a:xfrm>
              <a:off x="2308425" y="2495775"/>
              <a:ext cx="4825" cy="8450"/>
            </a:xfrm>
            <a:custGeom>
              <a:avLst/>
              <a:gdLst/>
              <a:ahLst/>
              <a:cxnLst/>
              <a:rect l="l" t="t" r="r" b="b"/>
              <a:pathLst>
                <a:path w="193" h="338" extrusionOk="0">
                  <a:moveTo>
                    <a:pt x="72" y="1"/>
                  </a:moveTo>
                  <a:lnTo>
                    <a:pt x="24" y="25"/>
                  </a:lnTo>
                  <a:lnTo>
                    <a:pt x="0" y="97"/>
                  </a:lnTo>
                  <a:lnTo>
                    <a:pt x="0" y="145"/>
                  </a:lnTo>
                  <a:lnTo>
                    <a:pt x="24" y="289"/>
                  </a:lnTo>
                  <a:lnTo>
                    <a:pt x="48" y="338"/>
                  </a:lnTo>
                  <a:lnTo>
                    <a:pt x="96" y="338"/>
                  </a:lnTo>
                  <a:lnTo>
                    <a:pt x="169" y="314"/>
                  </a:lnTo>
                  <a:lnTo>
                    <a:pt x="193" y="289"/>
                  </a:lnTo>
                  <a:lnTo>
                    <a:pt x="193" y="265"/>
                  </a:lnTo>
                  <a:lnTo>
                    <a:pt x="169" y="121"/>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13"/>
            <p:cNvSpPr/>
            <p:nvPr/>
          </p:nvSpPr>
          <p:spPr>
            <a:xfrm>
              <a:off x="1916625" y="1937875"/>
              <a:ext cx="6050" cy="7250"/>
            </a:xfrm>
            <a:custGeom>
              <a:avLst/>
              <a:gdLst/>
              <a:ahLst/>
              <a:cxnLst/>
              <a:rect l="l" t="t" r="r" b="b"/>
              <a:pathLst>
                <a:path w="242" h="290" extrusionOk="0">
                  <a:moveTo>
                    <a:pt x="145" y="1"/>
                  </a:moveTo>
                  <a:lnTo>
                    <a:pt x="97" y="25"/>
                  </a:lnTo>
                  <a:lnTo>
                    <a:pt x="49" y="97"/>
                  </a:lnTo>
                  <a:lnTo>
                    <a:pt x="24" y="169"/>
                  </a:lnTo>
                  <a:lnTo>
                    <a:pt x="0" y="217"/>
                  </a:lnTo>
                  <a:lnTo>
                    <a:pt x="24" y="266"/>
                  </a:lnTo>
                  <a:lnTo>
                    <a:pt x="73" y="290"/>
                  </a:lnTo>
                  <a:lnTo>
                    <a:pt x="121" y="290"/>
                  </a:lnTo>
                  <a:lnTo>
                    <a:pt x="193" y="266"/>
                  </a:lnTo>
                  <a:lnTo>
                    <a:pt x="241" y="193"/>
                  </a:lnTo>
                  <a:lnTo>
                    <a:pt x="241" y="145"/>
                  </a:lnTo>
                  <a:lnTo>
                    <a:pt x="241" y="97"/>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13"/>
            <p:cNvSpPr/>
            <p:nvPr/>
          </p:nvSpPr>
          <p:spPr>
            <a:xfrm>
              <a:off x="2332500" y="2432575"/>
              <a:ext cx="6025" cy="6050"/>
            </a:xfrm>
            <a:custGeom>
              <a:avLst/>
              <a:gdLst/>
              <a:ahLst/>
              <a:cxnLst/>
              <a:rect l="l" t="t" r="r" b="b"/>
              <a:pathLst>
                <a:path w="241" h="242" extrusionOk="0">
                  <a:moveTo>
                    <a:pt x="96" y="1"/>
                  </a:moveTo>
                  <a:lnTo>
                    <a:pt x="48" y="25"/>
                  </a:lnTo>
                  <a:lnTo>
                    <a:pt x="24" y="49"/>
                  </a:lnTo>
                  <a:lnTo>
                    <a:pt x="0" y="97"/>
                  </a:lnTo>
                  <a:lnTo>
                    <a:pt x="0" y="169"/>
                  </a:lnTo>
                  <a:lnTo>
                    <a:pt x="48" y="193"/>
                  </a:lnTo>
                  <a:lnTo>
                    <a:pt x="72" y="242"/>
                  </a:lnTo>
                  <a:lnTo>
                    <a:pt x="145" y="242"/>
                  </a:lnTo>
                  <a:lnTo>
                    <a:pt x="217" y="218"/>
                  </a:lnTo>
                  <a:lnTo>
                    <a:pt x="241" y="169"/>
                  </a:lnTo>
                  <a:lnTo>
                    <a:pt x="241" y="97"/>
                  </a:lnTo>
                  <a:lnTo>
                    <a:pt x="217" y="49"/>
                  </a:lnTo>
                  <a:lnTo>
                    <a:pt x="169"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13"/>
            <p:cNvSpPr/>
            <p:nvPr/>
          </p:nvSpPr>
          <p:spPr>
            <a:xfrm>
              <a:off x="1887125" y="1972175"/>
              <a:ext cx="8450" cy="6050"/>
            </a:xfrm>
            <a:custGeom>
              <a:avLst/>
              <a:gdLst/>
              <a:ahLst/>
              <a:cxnLst/>
              <a:rect l="l" t="t" r="r" b="b"/>
              <a:pathLst>
                <a:path w="338" h="242" extrusionOk="0">
                  <a:moveTo>
                    <a:pt x="73" y="1"/>
                  </a:moveTo>
                  <a:lnTo>
                    <a:pt x="25" y="25"/>
                  </a:lnTo>
                  <a:lnTo>
                    <a:pt x="1" y="97"/>
                  </a:lnTo>
                  <a:lnTo>
                    <a:pt x="25" y="145"/>
                  </a:lnTo>
                  <a:lnTo>
                    <a:pt x="49" y="218"/>
                  </a:lnTo>
                  <a:lnTo>
                    <a:pt x="121" y="242"/>
                  </a:lnTo>
                  <a:lnTo>
                    <a:pt x="217" y="218"/>
                  </a:lnTo>
                  <a:lnTo>
                    <a:pt x="290" y="194"/>
                  </a:lnTo>
                  <a:lnTo>
                    <a:pt x="338" y="145"/>
                  </a:lnTo>
                  <a:lnTo>
                    <a:pt x="242" y="73"/>
                  </a:lnTo>
                  <a:lnTo>
                    <a:pt x="193"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13"/>
            <p:cNvSpPr/>
            <p:nvPr/>
          </p:nvSpPr>
          <p:spPr>
            <a:xfrm>
              <a:off x="2236200" y="2445825"/>
              <a:ext cx="6050" cy="7850"/>
            </a:xfrm>
            <a:custGeom>
              <a:avLst/>
              <a:gdLst/>
              <a:ahLst/>
              <a:cxnLst/>
              <a:rect l="l" t="t" r="r" b="b"/>
              <a:pathLst>
                <a:path w="242" h="314" extrusionOk="0">
                  <a:moveTo>
                    <a:pt x="24" y="0"/>
                  </a:moveTo>
                  <a:lnTo>
                    <a:pt x="0" y="49"/>
                  </a:lnTo>
                  <a:lnTo>
                    <a:pt x="0" y="121"/>
                  </a:lnTo>
                  <a:lnTo>
                    <a:pt x="24" y="193"/>
                  </a:lnTo>
                  <a:lnTo>
                    <a:pt x="97" y="289"/>
                  </a:lnTo>
                  <a:lnTo>
                    <a:pt x="169" y="313"/>
                  </a:lnTo>
                  <a:lnTo>
                    <a:pt x="193" y="289"/>
                  </a:lnTo>
                  <a:lnTo>
                    <a:pt x="241" y="241"/>
                  </a:lnTo>
                  <a:lnTo>
                    <a:pt x="241" y="217"/>
                  </a:lnTo>
                  <a:lnTo>
                    <a:pt x="241" y="169"/>
                  </a:lnTo>
                  <a:lnTo>
                    <a:pt x="169" y="73"/>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13"/>
            <p:cNvSpPr/>
            <p:nvPr/>
          </p:nvSpPr>
          <p:spPr>
            <a:xfrm>
              <a:off x="1850425" y="1947500"/>
              <a:ext cx="4825" cy="8450"/>
            </a:xfrm>
            <a:custGeom>
              <a:avLst/>
              <a:gdLst/>
              <a:ahLst/>
              <a:cxnLst/>
              <a:rect l="l" t="t" r="r" b="b"/>
              <a:pathLst>
                <a:path w="193" h="338" extrusionOk="0">
                  <a:moveTo>
                    <a:pt x="49" y="1"/>
                  </a:moveTo>
                  <a:lnTo>
                    <a:pt x="24" y="49"/>
                  </a:lnTo>
                  <a:lnTo>
                    <a:pt x="0" y="97"/>
                  </a:lnTo>
                  <a:lnTo>
                    <a:pt x="24" y="169"/>
                  </a:lnTo>
                  <a:lnTo>
                    <a:pt x="49" y="266"/>
                  </a:lnTo>
                  <a:lnTo>
                    <a:pt x="73" y="314"/>
                  </a:lnTo>
                  <a:lnTo>
                    <a:pt x="97" y="338"/>
                  </a:lnTo>
                  <a:lnTo>
                    <a:pt x="145" y="338"/>
                  </a:lnTo>
                  <a:lnTo>
                    <a:pt x="169" y="314"/>
                  </a:lnTo>
                  <a:lnTo>
                    <a:pt x="193" y="242"/>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13"/>
            <p:cNvSpPr/>
            <p:nvPr/>
          </p:nvSpPr>
          <p:spPr>
            <a:xfrm>
              <a:off x="2291575" y="2463875"/>
              <a:ext cx="6025" cy="5450"/>
            </a:xfrm>
            <a:custGeom>
              <a:avLst/>
              <a:gdLst/>
              <a:ahLst/>
              <a:cxnLst/>
              <a:rect l="l" t="t" r="r" b="b"/>
              <a:pathLst>
                <a:path w="241" h="218" extrusionOk="0">
                  <a:moveTo>
                    <a:pt x="96" y="1"/>
                  </a:moveTo>
                  <a:lnTo>
                    <a:pt x="48" y="25"/>
                  </a:lnTo>
                  <a:lnTo>
                    <a:pt x="24" y="49"/>
                  </a:lnTo>
                  <a:lnTo>
                    <a:pt x="0" y="145"/>
                  </a:lnTo>
                  <a:lnTo>
                    <a:pt x="0" y="169"/>
                  </a:lnTo>
                  <a:lnTo>
                    <a:pt x="24" y="193"/>
                  </a:lnTo>
                  <a:lnTo>
                    <a:pt x="72" y="217"/>
                  </a:lnTo>
                  <a:lnTo>
                    <a:pt x="120" y="217"/>
                  </a:lnTo>
                  <a:lnTo>
                    <a:pt x="169" y="193"/>
                  </a:lnTo>
                  <a:lnTo>
                    <a:pt x="217" y="145"/>
                  </a:lnTo>
                  <a:lnTo>
                    <a:pt x="241" y="97"/>
                  </a:lnTo>
                  <a:lnTo>
                    <a:pt x="241" y="73"/>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13"/>
            <p:cNvSpPr/>
            <p:nvPr/>
          </p:nvSpPr>
          <p:spPr>
            <a:xfrm>
              <a:off x="1889550" y="2042600"/>
              <a:ext cx="5425" cy="6050"/>
            </a:xfrm>
            <a:custGeom>
              <a:avLst/>
              <a:gdLst/>
              <a:ahLst/>
              <a:cxnLst/>
              <a:rect l="l" t="t" r="r" b="b"/>
              <a:pathLst>
                <a:path w="217" h="242" extrusionOk="0">
                  <a:moveTo>
                    <a:pt x="72" y="0"/>
                  </a:moveTo>
                  <a:lnTo>
                    <a:pt x="48" y="25"/>
                  </a:lnTo>
                  <a:lnTo>
                    <a:pt x="0" y="49"/>
                  </a:lnTo>
                  <a:lnTo>
                    <a:pt x="0" y="97"/>
                  </a:lnTo>
                  <a:lnTo>
                    <a:pt x="0" y="145"/>
                  </a:lnTo>
                  <a:lnTo>
                    <a:pt x="24" y="193"/>
                  </a:lnTo>
                  <a:lnTo>
                    <a:pt x="48" y="241"/>
                  </a:lnTo>
                  <a:lnTo>
                    <a:pt x="145" y="241"/>
                  </a:lnTo>
                  <a:lnTo>
                    <a:pt x="169" y="217"/>
                  </a:lnTo>
                  <a:lnTo>
                    <a:pt x="217" y="169"/>
                  </a:lnTo>
                  <a:lnTo>
                    <a:pt x="217" y="121"/>
                  </a:lnTo>
                  <a:lnTo>
                    <a:pt x="217" y="73"/>
                  </a:lnTo>
                  <a:lnTo>
                    <a:pt x="193" y="25"/>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13"/>
            <p:cNvSpPr/>
            <p:nvPr/>
          </p:nvSpPr>
          <p:spPr>
            <a:xfrm>
              <a:off x="1903375" y="1937875"/>
              <a:ext cx="6050" cy="6050"/>
            </a:xfrm>
            <a:custGeom>
              <a:avLst/>
              <a:gdLst/>
              <a:ahLst/>
              <a:cxnLst/>
              <a:rect l="l" t="t" r="r" b="b"/>
              <a:pathLst>
                <a:path w="242" h="242" extrusionOk="0">
                  <a:moveTo>
                    <a:pt x="97" y="1"/>
                  </a:moveTo>
                  <a:lnTo>
                    <a:pt x="49" y="25"/>
                  </a:lnTo>
                  <a:lnTo>
                    <a:pt x="25" y="49"/>
                  </a:lnTo>
                  <a:lnTo>
                    <a:pt x="1" y="121"/>
                  </a:lnTo>
                  <a:lnTo>
                    <a:pt x="25" y="169"/>
                  </a:lnTo>
                  <a:lnTo>
                    <a:pt x="49" y="217"/>
                  </a:lnTo>
                  <a:lnTo>
                    <a:pt x="97" y="241"/>
                  </a:lnTo>
                  <a:lnTo>
                    <a:pt x="169" y="241"/>
                  </a:lnTo>
                  <a:lnTo>
                    <a:pt x="193" y="217"/>
                  </a:lnTo>
                  <a:lnTo>
                    <a:pt x="217" y="193"/>
                  </a:lnTo>
                  <a:lnTo>
                    <a:pt x="242" y="145"/>
                  </a:lnTo>
                  <a:lnTo>
                    <a:pt x="242" y="97"/>
                  </a:lnTo>
                  <a:lnTo>
                    <a:pt x="217"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13"/>
            <p:cNvSpPr/>
            <p:nvPr/>
          </p:nvSpPr>
          <p:spPr>
            <a:xfrm>
              <a:off x="2095975" y="1907200"/>
              <a:ext cx="6025" cy="5425"/>
            </a:xfrm>
            <a:custGeom>
              <a:avLst/>
              <a:gdLst/>
              <a:ahLst/>
              <a:cxnLst/>
              <a:rect l="l" t="t" r="r" b="b"/>
              <a:pathLst>
                <a:path w="241" h="217" extrusionOk="0">
                  <a:moveTo>
                    <a:pt x="72" y="0"/>
                  </a:moveTo>
                  <a:lnTo>
                    <a:pt x="24" y="48"/>
                  </a:lnTo>
                  <a:lnTo>
                    <a:pt x="0" y="72"/>
                  </a:lnTo>
                  <a:lnTo>
                    <a:pt x="0" y="120"/>
                  </a:lnTo>
                  <a:lnTo>
                    <a:pt x="24" y="144"/>
                  </a:lnTo>
                  <a:lnTo>
                    <a:pt x="48" y="193"/>
                  </a:lnTo>
                  <a:lnTo>
                    <a:pt x="97" y="217"/>
                  </a:lnTo>
                  <a:lnTo>
                    <a:pt x="193" y="217"/>
                  </a:lnTo>
                  <a:lnTo>
                    <a:pt x="217" y="193"/>
                  </a:lnTo>
                  <a:lnTo>
                    <a:pt x="241" y="144"/>
                  </a:lnTo>
                  <a:lnTo>
                    <a:pt x="241" y="96"/>
                  </a:lnTo>
                  <a:lnTo>
                    <a:pt x="241"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13"/>
            <p:cNvSpPr/>
            <p:nvPr/>
          </p:nvSpPr>
          <p:spPr>
            <a:xfrm>
              <a:off x="2312625" y="1857225"/>
              <a:ext cx="6650" cy="6650"/>
            </a:xfrm>
            <a:custGeom>
              <a:avLst/>
              <a:gdLst/>
              <a:ahLst/>
              <a:cxnLst/>
              <a:rect l="l" t="t" r="r" b="b"/>
              <a:pathLst>
                <a:path w="266" h="266" extrusionOk="0">
                  <a:moveTo>
                    <a:pt x="49" y="1"/>
                  </a:moveTo>
                  <a:lnTo>
                    <a:pt x="25" y="49"/>
                  </a:lnTo>
                  <a:lnTo>
                    <a:pt x="1" y="97"/>
                  </a:lnTo>
                  <a:lnTo>
                    <a:pt x="1" y="145"/>
                  </a:lnTo>
                  <a:lnTo>
                    <a:pt x="145" y="266"/>
                  </a:lnTo>
                  <a:lnTo>
                    <a:pt x="241" y="266"/>
                  </a:lnTo>
                  <a:lnTo>
                    <a:pt x="265" y="242"/>
                  </a:lnTo>
                  <a:lnTo>
                    <a:pt x="265" y="194"/>
                  </a:lnTo>
                  <a:lnTo>
                    <a:pt x="217" y="97"/>
                  </a:lnTo>
                  <a:lnTo>
                    <a:pt x="169" y="49"/>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13"/>
            <p:cNvSpPr/>
            <p:nvPr/>
          </p:nvSpPr>
          <p:spPr>
            <a:xfrm>
              <a:off x="1837775" y="2042600"/>
              <a:ext cx="6650" cy="4850"/>
            </a:xfrm>
            <a:custGeom>
              <a:avLst/>
              <a:gdLst/>
              <a:ahLst/>
              <a:cxnLst/>
              <a:rect l="l" t="t" r="r" b="b"/>
              <a:pathLst>
                <a:path w="266" h="194" extrusionOk="0">
                  <a:moveTo>
                    <a:pt x="97" y="0"/>
                  </a:moveTo>
                  <a:lnTo>
                    <a:pt x="49" y="25"/>
                  </a:lnTo>
                  <a:lnTo>
                    <a:pt x="1" y="49"/>
                  </a:lnTo>
                  <a:lnTo>
                    <a:pt x="1" y="121"/>
                  </a:lnTo>
                  <a:lnTo>
                    <a:pt x="49" y="169"/>
                  </a:lnTo>
                  <a:lnTo>
                    <a:pt x="97" y="193"/>
                  </a:lnTo>
                  <a:lnTo>
                    <a:pt x="169" y="193"/>
                  </a:lnTo>
                  <a:lnTo>
                    <a:pt x="217" y="169"/>
                  </a:lnTo>
                  <a:lnTo>
                    <a:pt x="266" y="121"/>
                  </a:lnTo>
                  <a:lnTo>
                    <a:pt x="266" y="97"/>
                  </a:lnTo>
                  <a:lnTo>
                    <a:pt x="266" y="73"/>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13"/>
            <p:cNvSpPr/>
            <p:nvPr/>
          </p:nvSpPr>
          <p:spPr>
            <a:xfrm>
              <a:off x="1893750" y="1946300"/>
              <a:ext cx="4850" cy="6650"/>
            </a:xfrm>
            <a:custGeom>
              <a:avLst/>
              <a:gdLst/>
              <a:ahLst/>
              <a:cxnLst/>
              <a:rect l="l" t="t" r="r" b="b"/>
              <a:pathLst>
                <a:path w="194" h="266" extrusionOk="0">
                  <a:moveTo>
                    <a:pt x="49" y="1"/>
                  </a:moveTo>
                  <a:lnTo>
                    <a:pt x="25" y="25"/>
                  </a:lnTo>
                  <a:lnTo>
                    <a:pt x="1" y="73"/>
                  </a:lnTo>
                  <a:lnTo>
                    <a:pt x="25" y="169"/>
                  </a:lnTo>
                  <a:lnTo>
                    <a:pt x="49" y="217"/>
                  </a:lnTo>
                  <a:lnTo>
                    <a:pt x="121" y="266"/>
                  </a:lnTo>
                  <a:lnTo>
                    <a:pt x="145" y="266"/>
                  </a:lnTo>
                  <a:lnTo>
                    <a:pt x="169" y="242"/>
                  </a:lnTo>
                  <a:lnTo>
                    <a:pt x="193" y="169"/>
                  </a:lnTo>
                  <a:lnTo>
                    <a:pt x="169" y="121"/>
                  </a:lnTo>
                  <a:lnTo>
                    <a:pt x="145"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13"/>
            <p:cNvSpPr/>
            <p:nvPr/>
          </p:nvSpPr>
          <p:spPr>
            <a:xfrm>
              <a:off x="2256650" y="1846400"/>
              <a:ext cx="5450" cy="6050"/>
            </a:xfrm>
            <a:custGeom>
              <a:avLst/>
              <a:gdLst/>
              <a:ahLst/>
              <a:cxnLst/>
              <a:rect l="l" t="t" r="r" b="b"/>
              <a:pathLst>
                <a:path w="218" h="242" extrusionOk="0">
                  <a:moveTo>
                    <a:pt x="145" y="1"/>
                  </a:moveTo>
                  <a:lnTo>
                    <a:pt x="97" y="25"/>
                  </a:lnTo>
                  <a:lnTo>
                    <a:pt x="49" y="49"/>
                  </a:lnTo>
                  <a:lnTo>
                    <a:pt x="1" y="97"/>
                  </a:lnTo>
                  <a:lnTo>
                    <a:pt x="1" y="121"/>
                  </a:lnTo>
                  <a:lnTo>
                    <a:pt x="1" y="169"/>
                  </a:lnTo>
                  <a:lnTo>
                    <a:pt x="1" y="217"/>
                  </a:lnTo>
                  <a:lnTo>
                    <a:pt x="25" y="241"/>
                  </a:lnTo>
                  <a:lnTo>
                    <a:pt x="169" y="241"/>
                  </a:lnTo>
                  <a:lnTo>
                    <a:pt x="193" y="217"/>
                  </a:lnTo>
                  <a:lnTo>
                    <a:pt x="217" y="169"/>
                  </a:lnTo>
                  <a:lnTo>
                    <a:pt x="217" y="97"/>
                  </a:lnTo>
                  <a:lnTo>
                    <a:pt x="217" y="73"/>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13"/>
            <p:cNvSpPr/>
            <p:nvPr/>
          </p:nvSpPr>
          <p:spPr>
            <a:xfrm>
              <a:off x="2406525" y="2419350"/>
              <a:ext cx="4825" cy="6025"/>
            </a:xfrm>
            <a:custGeom>
              <a:avLst/>
              <a:gdLst/>
              <a:ahLst/>
              <a:cxnLst/>
              <a:rect l="l" t="t" r="r" b="b"/>
              <a:pathLst>
                <a:path w="193" h="241" extrusionOk="0">
                  <a:moveTo>
                    <a:pt x="96" y="0"/>
                  </a:moveTo>
                  <a:lnTo>
                    <a:pt x="48" y="24"/>
                  </a:lnTo>
                  <a:lnTo>
                    <a:pt x="0" y="72"/>
                  </a:lnTo>
                  <a:lnTo>
                    <a:pt x="0" y="145"/>
                  </a:lnTo>
                  <a:lnTo>
                    <a:pt x="0" y="193"/>
                  </a:lnTo>
                  <a:lnTo>
                    <a:pt x="24" y="217"/>
                  </a:lnTo>
                  <a:lnTo>
                    <a:pt x="72" y="241"/>
                  </a:lnTo>
                  <a:lnTo>
                    <a:pt x="120" y="217"/>
                  </a:lnTo>
                  <a:lnTo>
                    <a:pt x="169" y="169"/>
                  </a:lnTo>
                  <a:lnTo>
                    <a:pt x="193" y="121"/>
                  </a:lnTo>
                  <a:lnTo>
                    <a:pt x="193" y="72"/>
                  </a:lnTo>
                  <a:lnTo>
                    <a:pt x="169"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13"/>
            <p:cNvSpPr/>
            <p:nvPr/>
          </p:nvSpPr>
          <p:spPr>
            <a:xfrm>
              <a:off x="1805275" y="1993250"/>
              <a:ext cx="6650" cy="6050"/>
            </a:xfrm>
            <a:custGeom>
              <a:avLst/>
              <a:gdLst/>
              <a:ahLst/>
              <a:cxnLst/>
              <a:rect l="l" t="t" r="r" b="b"/>
              <a:pathLst>
                <a:path w="266" h="242" extrusionOk="0">
                  <a:moveTo>
                    <a:pt x="97" y="0"/>
                  </a:moveTo>
                  <a:lnTo>
                    <a:pt x="49" y="49"/>
                  </a:lnTo>
                  <a:lnTo>
                    <a:pt x="25" y="97"/>
                  </a:lnTo>
                  <a:lnTo>
                    <a:pt x="1" y="169"/>
                  </a:lnTo>
                  <a:lnTo>
                    <a:pt x="25" y="217"/>
                  </a:lnTo>
                  <a:lnTo>
                    <a:pt x="73" y="241"/>
                  </a:lnTo>
                  <a:lnTo>
                    <a:pt x="169" y="217"/>
                  </a:lnTo>
                  <a:lnTo>
                    <a:pt x="266" y="169"/>
                  </a:lnTo>
                  <a:lnTo>
                    <a:pt x="145" y="25"/>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13"/>
            <p:cNvSpPr/>
            <p:nvPr/>
          </p:nvSpPr>
          <p:spPr>
            <a:xfrm>
              <a:off x="2023750" y="1842800"/>
              <a:ext cx="6650" cy="5425"/>
            </a:xfrm>
            <a:custGeom>
              <a:avLst/>
              <a:gdLst/>
              <a:ahLst/>
              <a:cxnLst/>
              <a:rect l="l" t="t" r="r" b="b"/>
              <a:pathLst>
                <a:path w="266" h="217" extrusionOk="0">
                  <a:moveTo>
                    <a:pt x="97" y="0"/>
                  </a:moveTo>
                  <a:lnTo>
                    <a:pt x="49" y="24"/>
                  </a:lnTo>
                  <a:lnTo>
                    <a:pt x="25" y="72"/>
                  </a:lnTo>
                  <a:lnTo>
                    <a:pt x="0" y="145"/>
                  </a:lnTo>
                  <a:lnTo>
                    <a:pt x="49" y="193"/>
                  </a:lnTo>
                  <a:lnTo>
                    <a:pt x="97" y="217"/>
                  </a:lnTo>
                  <a:lnTo>
                    <a:pt x="193" y="217"/>
                  </a:lnTo>
                  <a:lnTo>
                    <a:pt x="241" y="193"/>
                  </a:lnTo>
                  <a:lnTo>
                    <a:pt x="265" y="145"/>
                  </a:lnTo>
                  <a:lnTo>
                    <a:pt x="265" y="97"/>
                  </a:lnTo>
                  <a:lnTo>
                    <a:pt x="241" y="72"/>
                  </a:lnTo>
                  <a:lnTo>
                    <a:pt x="193"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13"/>
            <p:cNvSpPr/>
            <p:nvPr/>
          </p:nvSpPr>
          <p:spPr>
            <a:xfrm>
              <a:off x="2292175" y="2349525"/>
              <a:ext cx="6025" cy="6050"/>
            </a:xfrm>
            <a:custGeom>
              <a:avLst/>
              <a:gdLst/>
              <a:ahLst/>
              <a:cxnLst/>
              <a:rect l="l" t="t" r="r" b="b"/>
              <a:pathLst>
                <a:path w="241" h="242" extrusionOk="0">
                  <a:moveTo>
                    <a:pt x="169" y="1"/>
                  </a:moveTo>
                  <a:lnTo>
                    <a:pt x="96" y="49"/>
                  </a:lnTo>
                  <a:lnTo>
                    <a:pt x="0" y="121"/>
                  </a:lnTo>
                  <a:lnTo>
                    <a:pt x="0" y="193"/>
                  </a:lnTo>
                  <a:lnTo>
                    <a:pt x="24" y="242"/>
                  </a:lnTo>
                  <a:lnTo>
                    <a:pt x="96" y="242"/>
                  </a:lnTo>
                  <a:lnTo>
                    <a:pt x="193" y="169"/>
                  </a:lnTo>
                  <a:lnTo>
                    <a:pt x="241" y="97"/>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13"/>
            <p:cNvSpPr/>
            <p:nvPr/>
          </p:nvSpPr>
          <p:spPr>
            <a:xfrm>
              <a:off x="1922050" y="1945100"/>
              <a:ext cx="4825" cy="6050"/>
            </a:xfrm>
            <a:custGeom>
              <a:avLst/>
              <a:gdLst/>
              <a:ahLst/>
              <a:cxnLst/>
              <a:rect l="l" t="t" r="r" b="b"/>
              <a:pathLst>
                <a:path w="193" h="242" extrusionOk="0">
                  <a:moveTo>
                    <a:pt x="96" y="1"/>
                  </a:moveTo>
                  <a:lnTo>
                    <a:pt x="48" y="25"/>
                  </a:lnTo>
                  <a:lnTo>
                    <a:pt x="0" y="73"/>
                  </a:lnTo>
                  <a:lnTo>
                    <a:pt x="0" y="145"/>
                  </a:lnTo>
                  <a:lnTo>
                    <a:pt x="24" y="193"/>
                  </a:lnTo>
                  <a:lnTo>
                    <a:pt x="48" y="217"/>
                  </a:lnTo>
                  <a:lnTo>
                    <a:pt x="72" y="241"/>
                  </a:lnTo>
                  <a:lnTo>
                    <a:pt x="145" y="217"/>
                  </a:lnTo>
                  <a:lnTo>
                    <a:pt x="193"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13"/>
            <p:cNvSpPr/>
            <p:nvPr/>
          </p:nvSpPr>
          <p:spPr>
            <a:xfrm>
              <a:off x="2171800" y="2514425"/>
              <a:ext cx="4850" cy="6650"/>
            </a:xfrm>
            <a:custGeom>
              <a:avLst/>
              <a:gdLst/>
              <a:ahLst/>
              <a:cxnLst/>
              <a:rect l="l" t="t" r="r" b="b"/>
              <a:pathLst>
                <a:path w="194" h="266" extrusionOk="0">
                  <a:moveTo>
                    <a:pt x="97" y="1"/>
                  </a:moveTo>
                  <a:lnTo>
                    <a:pt x="49" y="25"/>
                  </a:lnTo>
                  <a:lnTo>
                    <a:pt x="25" y="73"/>
                  </a:lnTo>
                  <a:lnTo>
                    <a:pt x="0" y="145"/>
                  </a:lnTo>
                  <a:lnTo>
                    <a:pt x="0" y="217"/>
                  </a:lnTo>
                  <a:lnTo>
                    <a:pt x="25" y="266"/>
                  </a:lnTo>
                  <a:lnTo>
                    <a:pt x="97" y="266"/>
                  </a:lnTo>
                  <a:lnTo>
                    <a:pt x="121" y="193"/>
                  </a:lnTo>
                  <a:lnTo>
                    <a:pt x="169"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13"/>
            <p:cNvSpPr/>
            <p:nvPr/>
          </p:nvSpPr>
          <p:spPr>
            <a:xfrm>
              <a:off x="1826350" y="1983025"/>
              <a:ext cx="7250" cy="3625"/>
            </a:xfrm>
            <a:custGeom>
              <a:avLst/>
              <a:gdLst/>
              <a:ahLst/>
              <a:cxnLst/>
              <a:rect l="l" t="t" r="r" b="b"/>
              <a:pathLst>
                <a:path w="290" h="145" extrusionOk="0">
                  <a:moveTo>
                    <a:pt x="73" y="0"/>
                  </a:moveTo>
                  <a:lnTo>
                    <a:pt x="25" y="48"/>
                  </a:lnTo>
                  <a:lnTo>
                    <a:pt x="0" y="97"/>
                  </a:lnTo>
                  <a:lnTo>
                    <a:pt x="25" y="121"/>
                  </a:lnTo>
                  <a:lnTo>
                    <a:pt x="73" y="145"/>
                  </a:lnTo>
                  <a:lnTo>
                    <a:pt x="241" y="145"/>
                  </a:lnTo>
                  <a:lnTo>
                    <a:pt x="289" y="121"/>
                  </a:lnTo>
                  <a:lnTo>
                    <a:pt x="289" y="48"/>
                  </a:lnTo>
                  <a:lnTo>
                    <a:pt x="265"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13"/>
            <p:cNvSpPr/>
            <p:nvPr/>
          </p:nvSpPr>
          <p:spPr>
            <a:xfrm>
              <a:off x="2026750" y="1948725"/>
              <a:ext cx="6650" cy="6025"/>
            </a:xfrm>
            <a:custGeom>
              <a:avLst/>
              <a:gdLst/>
              <a:ahLst/>
              <a:cxnLst/>
              <a:rect l="l" t="t" r="r" b="b"/>
              <a:pathLst>
                <a:path w="266" h="241" extrusionOk="0">
                  <a:moveTo>
                    <a:pt x="217" y="0"/>
                  </a:moveTo>
                  <a:lnTo>
                    <a:pt x="145" y="24"/>
                  </a:lnTo>
                  <a:lnTo>
                    <a:pt x="97" y="48"/>
                  </a:lnTo>
                  <a:lnTo>
                    <a:pt x="49" y="96"/>
                  </a:lnTo>
                  <a:lnTo>
                    <a:pt x="25" y="145"/>
                  </a:lnTo>
                  <a:lnTo>
                    <a:pt x="1" y="193"/>
                  </a:lnTo>
                  <a:lnTo>
                    <a:pt x="25" y="217"/>
                  </a:lnTo>
                  <a:lnTo>
                    <a:pt x="49" y="241"/>
                  </a:lnTo>
                  <a:lnTo>
                    <a:pt x="73" y="241"/>
                  </a:lnTo>
                  <a:lnTo>
                    <a:pt x="121" y="217"/>
                  </a:lnTo>
                  <a:lnTo>
                    <a:pt x="193" y="169"/>
                  </a:lnTo>
                  <a:lnTo>
                    <a:pt x="242" y="145"/>
                  </a:lnTo>
                  <a:lnTo>
                    <a:pt x="266" y="120"/>
                  </a:lnTo>
                  <a:lnTo>
                    <a:pt x="266" y="48"/>
                  </a:lnTo>
                  <a:lnTo>
                    <a:pt x="242"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13"/>
            <p:cNvSpPr/>
            <p:nvPr/>
          </p:nvSpPr>
          <p:spPr>
            <a:xfrm>
              <a:off x="2239200" y="2050425"/>
              <a:ext cx="7250" cy="4850"/>
            </a:xfrm>
            <a:custGeom>
              <a:avLst/>
              <a:gdLst/>
              <a:ahLst/>
              <a:cxnLst/>
              <a:rect l="l" t="t" r="r" b="b"/>
              <a:pathLst>
                <a:path w="290" h="194" extrusionOk="0">
                  <a:moveTo>
                    <a:pt x="97" y="0"/>
                  </a:moveTo>
                  <a:lnTo>
                    <a:pt x="49" y="25"/>
                  </a:lnTo>
                  <a:lnTo>
                    <a:pt x="25" y="49"/>
                  </a:lnTo>
                  <a:lnTo>
                    <a:pt x="1" y="97"/>
                  </a:lnTo>
                  <a:lnTo>
                    <a:pt x="25" y="121"/>
                  </a:lnTo>
                  <a:lnTo>
                    <a:pt x="73" y="169"/>
                  </a:lnTo>
                  <a:lnTo>
                    <a:pt x="145" y="193"/>
                  </a:lnTo>
                  <a:lnTo>
                    <a:pt x="193" y="193"/>
                  </a:lnTo>
                  <a:lnTo>
                    <a:pt x="266" y="169"/>
                  </a:lnTo>
                  <a:lnTo>
                    <a:pt x="290" y="145"/>
                  </a:lnTo>
                  <a:lnTo>
                    <a:pt x="290" y="97"/>
                  </a:lnTo>
                  <a:lnTo>
                    <a:pt x="217"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13"/>
            <p:cNvSpPr/>
            <p:nvPr/>
          </p:nvSpPr>
          <p:spPr>
            <a:xfrm>
              <a:off x="2292175" y="2333875"/>
              <a:ext cx="4225" cy="6650"/>
            </a:xfrm>
            <a:custGeom>
              <a:avLst/>
              <a:gdLst/>
              <a:ahLst/>
              <a:cxnLst/>
              <a:rect l="l" t="t" r="r" b="b"/>
              <a:pathLst>
                <a:path w="169" h="266" extrusionOk="0">
                  <a:moveTo>
                    <a:pt x="96" y="1"/>
                  </a:moveTo>
                  <a:lnTo>
                    <a:pt x="48" y="25"/>
                  </a:lnTo>
                  <a:lnTo>
                    <a:pt x="24" y="49"/>
                  </a:lnTo>
                  <a:lnTo>
                    <a:pt x="0" y="121"/>
                  </a:lnTo>
                  <a:lnTo>
                    <a:pt x="0" y="193"/>
                  </a:lnTo>
                  <a:lnTo>
                    <a:pt x="24" y="242"/>
                  </a:lnTo>
                  <a:lnTo>
                    <a:pt x="48" y="266"/>
                  </a:lnTo>
                  <a:lnTo>
                    <a:pt x="96" y="242"/>
                  </a:lnTo>
                  <a:lnTo>
                    <a:pt x="145" y="218"/>
                  </a:lnTo>
                  <a:lnTo>
                    <a:pt x="169" y="169"/>
                  </a:lnTo>
                  <a:lnTo>
                    <a:pt x="169" y="97"/>
                  </a:lnTo>
                  <a:lnTo>
                    <a:pt x="145" y="49"/>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13"/>
            <p:cNvSpPr/>
            <p:nvPr/>
          </p:nvSpPr>
          <p:spPr>
            <a:xfrm>
              <a:off x="2404100" y="1974600"/>
              <a:ext cx="4250" cy="7250"/>
            </a:xfrm>
            <a:custGeom>
              <a:avLst/>
              <a:gdLst/>
              <a:ahLst/>
              <a:cxnLst/>
              <a:rect l="l" t="t" r="r" b="b"/>
              <a:pathLst>
                <a:path w="170" h="290" extrusionOk="0">
                  <a:moveTo>
                    <a:pt x="97" y="0"/>
                  </a:moveTo>
                  <a:lnTo>
                    <a:pt x="49" y="24"/>
                  </a:lnTo>
                  <a:lnTo>
                    <a:pt x="1" y="97"/>
                  </a:lnTo>
                  <a:lnTo>
                    <a:pt x="1" y="193"/>
                  </a:lnTo>
                  <a:lnTo>
                    <a:pt x="25" y="241"/>
                  </a:lnTo>
                  <a:lnTo>
                    <a:pt x="73" y="289"/>
                  </a:lnTo>
                  <a:lnTo>
                    <a:pt x="97" y="265"/>
                  </a:lnTo>
                  <a:lnTo>
                    <a:pt x="121" y="241"/>
                  </a:lnTo>
                  <a:lnTo>
                    <a:pt x="169" y="169"/>
                  </a:lnTo>
                  <a:lnTo>
                    <a:pt x="169" y="121"/>
                  </a:lnTo>
                  <a:lnTo>
                    <a:pt x="169"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13"/>
            <p:cNvSpPr/>
            <p:nvPr/>
          </p:nvSpPr>
          <p:spPr>
            <a:xfrm>
              <a:off x="2280725" y="2492775"/>
              <a:ext cx="6050" cy="4225"/>
            </a:xfrm>
            <a:custGeom>
              <a:avLst/>
              <a:gdLst/>
              <a:ahLst/>
              <a:cxnLst/>
              <a:rect l="l" t="t" r="r" b="b"/>
              <a:pathLst>
                <a:path w="242" h="169" extrusionOk="0">
                  <a:moveTo>
                    <a:pt x="97" y="0"/>
                  </a:moveTo>
                  <a:lnTo>
                    <a:pt x="49" y="24"/>
                  </a:lnTo>
                  <a:lnTo>
                    <a:pt x="25" y="48"/>
                  </a:lnTo>
                  <a:lnTo>
                    <a:pt x="1" y="96"/>
                  </a:lnTo>
                  <a:lnTo>
                    <a:pt x="1" y="121"/>
                  </a:lnTo>
                  <a:lnTo>
                    <a:pt x="25" y="145"/>
                  </a:lnTo>
                  <a:lnTo>
                    <a:pt x="73" y="169"/>
                  </a:lnTo>
                  <a:lnTo>
                    <a:pt x="121" y="169"/>
                  </a:lnTo>
                  <a:lnTo>
                    <a:pt x="193" y="145"/>
                  </a:lnTo>
                  <a:lnTo>
                    <a:pt x="217" y="121"/>
                  </a:lnTo>
                  <a:lnTo>
                    <a:pt x="241" y="72"/>
                  </a:lnTo>
                  <a:lnTo>
                    <a:pt x="217"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13"/>
            <p:cNvSpPr/>
            <p:nvPr/>
          </p:nvSpPr>
          <p:spPr>
            <a:xfrm>
              <a:off x="2036400" y="1923450"/>
              <a:ext cx="3625" cy="6625"/>
            </a:xfrm>
            <a:custGeom>
              <a:avLst/>
              <a:gdLst/>
              <a:ahLst/>
              <a:cxnLst/>
              <a:rect l="l" t="t" r="r" b="b"/>
              <a:pathLst>
                <a:path w="145" h="265" extrusionOk="0">
                  <a:moveTo>
                    <a:pt x="48" y="0"/>
                  </a:moveTo>
                  <a:lnTo>
                    <a:pt x="24" y="120"/>
                  </a:lnTo>
                  <a:lnTo>
                    <a:pt x="0" y="241"/>
                  </a:lnTo>
                  <a:lnTo>
                    <a:pt x="24" y="265"/>
                  </a:lnTo>
                  <a:lnTo>
                    <a:pt x="48" y="265"/>
                  </a:lnTo>
                  <a:lnTo>
                    <a:pt x="96" y="241"/>
                  </a:lnTo>
                  <a:lnTo>
                    <a:pt x="144" y="169"/>
                  </a:lnTo>
                  <a:lnTo>
                    <a:pt x="120" y="72"/>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13"/>
            <p:cNvSpPr/>
            <p:nvPr/>
          </p:nvSpPr>
          <p:spPr>
            <a:xfrm>
              <a:off x="1929875" y="1918625"/>
              <a:ext cx="6025" cy="4225"/>
            </a:xfrm>
            <a:custGeom>
              <a:avLst/>
              <a:gdLst/>
              <a:ahLst/>
              <a:cxnLst/>
              <a:rect l="l" t="t" r="r" b="b"/>
              <a:pathLst>
                <a:path w="241" h="169" extrusionOk="0">
                  <a:moveTo>
                    <a:pt x="72" y="0"/>
                  </a:moveTo>
                  <a:lnTo>
                    <a:pt x="24" y="24"/>
                  </a:lnTo>
                  <a:lnTo>
                    <a:pt x="0" y="49"/>
                  </a:lnTo>
                  <a:lnTo>
                    <a:pt x="24" y="73"/>
                  </a:lnTo>
                  <a:lnTo>
                    <a:pt x="48" y="121"/>
                  </a:lnTo>
                  <a:lnTo>
                    <a:pt x="96" y="145"/>
                  </a:lnTo>
                  <a:lnTo>
                    <a:pt x="144" y="169"/>
                  </a:lnTo>
                  <a:lnTo>
                    <a:pt x="193" y="145"/>
                  </a:lnTo>
                  <a:lnTo>
                    <a:pt x="241" y="121"/>
                  </a:lnTo>
                  <a:lnTo>
                    <a:pt x="241" y="97"/>
                  </a:lnTo>
                  <a:lnTo>
                    <a:pt x="241" y="73"/>
                  </a:lnTo>
                  <a:lnTo>
                    <a:pt x="193" y="24"/>
                  </a:lnTo>
                  <a:lnTo>
                    <a:pt x="14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13"/>
            <p:cNvSpPr/>
            <p:nvPr/>
          </p:nvSpPr>
          <p:spPr>
            <a:xfrm>
              <a:off x="2047225" y="1924650"/>
              <a:ext cx="6050" cy="4825"/>
            </a:xfrm>
            <a:custGeom>
              <a:avLst/>
              <a:gdLst/>
              <a:ahLst/>
              <a:cxnLst/>
              <a:rect l="l" t="t" r="r" b="b"/>
              <a:pathLst>
                <a:path w="242" h="193" extrusionOk="0">
                  <a:moveTo>
                    <a:pt x="193" y="0"/>
                  </a:moveTo>
                  <a:lnTo>
                    <a:pt x="169" y="24"/>
                  </a:lnTo>
                  <a:lnTo>
                    <a:pt x="73" y="24"/>
                  </a:lnTo>
                  <a:lnTo>
                    <a:pt x="24" y="72"/>
                  </a:lnTo>
                  <a:lnTo>
                    <a:pt x="0" y="121"/>
                  </a:lnTo>
                  <a:lnTo>
                    <a:pt x="24" y="145"/>
                  </a:lnTo>
                  <a:lnTo>
                    <a:pt x="48" y="169"/>
                  </a:lnTo>
                  <a:lnTo>
                    <a:pt x="97" y="193"/>
                  </a:lnTo>
                  <a:lnTo>
                    <a:pt x="145" y="169"/>
                  </a:lnTo>
                  <a:lnTo>
                    <a:pt x="217" y="96"/>
                  </a:lnTo>
                  <a:lnTo>
                    <a:pt x="241" y="72"/>
                  </a:lnTo>
                  <a:lnTo>
                    <a:pt x="241"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5057;p13"/>
            <p:cNvSpPr/>
            <p:nvPr/>
          </p:nvSpPr>
          <p:spPr>
            <a:xfrm>
              <a:off x="2114625" y="1818725"/>
              <a:ext cx="4850" cy="5425"/>
            </a:xfrm>
            <a:custGeom>
              <a:avLst/>
              <a:gdLst/>
              <a:ahLst/>
              <a:cxnLst/>
              <a:rect l="l" t="t" r="r" b="b"/>
              <a:pathLst>
                <a:path w="194" h="217" extrusionOk="0">
                  <a:moveTo>
                    <a:pt x="97" y="0"/>
                  </a:moveTo>
                  <a:lnTo>
                    <a:pt x="49" y="24"/>
                  </a:lnTo>
                  <a:lnTo>
                    <a:pt x="25" y="73"/>
                  </a:lnTo>
                  <a:lnTo>
                    <a:pt x="1" y="121"/>
                  </a:lnTo>
                  <a:lnTo>
                    <a:pt x="1" y="145"/>
                  </a:lnTo>
                  <a:lnTo>
                    <a:pt x="25" y="193"/>
                  </a:lnTo>
                  <a:lnTo>
                    <a:pt x="49" y="217"/>
                  </a:lnTo>
                  <a:lnTo>
                    <a:pt x="121" y="217"/>
                  </a:lnTo>
                  <a:lnTo>
                    <a:pt x="169" y="145"/>
                  </a:lnTo>
                  <a:lnTo>
                    <a:pt x="193" y="48"/>
                  </a:lnTo>
                  <a:lnTo>
                    <a:pt x="169"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8" name="Google Shape;5058;p13"/>
            <p:cNvSpPr/>
            <p:nvPr/>
          </p:nvSpPr>
          <p:spPr>
            <a:xfrm>
              <a:off x="2024350" y="1921625"/>
              <a:ext cx="4250" cy="4250"/>
            </a:xfrm>
            <a:custGeom>
              <a:avLst/>
              <a:gdLst/>
              <a:ahLst/>
              <a:cxnLst/>
              <a:rect l="l" t="t" r="r" b="b"/>
              <a:pathLst>
                <a:path w="170" h="170" extrusionOk="0">
                  <a:moveTo>
                    <a:pt x="73" y="1"/>
                  </a:moveTo>
                  <a:lnTo>
                    <a:pt x="25" y="25"/>
                  </a:lnTo>
                  <a:lnTo>
                    <a:pt x="1" y="73"/>
                  </a:lnTo>
                  <a:lnTo>
                    <a:pt x="25" y="121"/>
                  </a:lnTo>
                  <a:lnTo>
                    <a:pt x="25" y="145"/>
                  </a:lnTo>
                  <a:lnTo>
                    <a:pt x="49" y="169"/>
                  </a:lnTo>
                  <a:lnTo>
                    <a:pt x="121" y="169"/>
                  </a:lnTo>
                  <a:lnTo>
                    <a:pt x="145" y="145"/>
                  </a:lnTo>
                  <a:lnTo>
                    <a:pt x="169" y="97"/>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13"/>
            <p:cNvSpPr/>
            <p:nvPr/>
          </p:nvSpPr>
          <p:spPr>
            <a:xfrm>
              <a:off x="1956950" y="1960750"/>
              <a:ext cx="4825" cy="4250"/>
            </a:xfrm>
            <a:custGeom>
              <a:avLst/>
              <a:gdLst/>
              <a:ahLst/>
              <a:cxnLst/>
              <a:rect l="l" t="t" r="r" b="b"/>
              <a:pathLst>
                <a:path w="193" h="170" extrusionOk="0">
                  <a:moveTo>
                    <a:pt x="48" y="1"/>
                  </a:moveTo>
                  <a:lnTo>
                    <a:pt x="0" y="49"/>
                  </a:lnTo>
                  <a:lnTo>
                    <a:pt x="0" y="121"/>
                  </a:lnTo>
                  <a:lnTo>
                    <a:pt x="24" y="169"/>
                  </a:lnTo>
                  <a:lnTo>
                    <a:pt x="121" y="169"/>
                  </a:lnTo>
                  <a:lnTo>
                    <a:pt x="169" y="145"/>
                  </a:lnTo>
                  <a:lnTo>
                    <a:pt x="193" y="121"/>
                  </a:lnTo>
                  <a:lnTo>
                    <a:pt x="169" y="97"/>
                  </a:lnTo>
                  <a:lnTo>
                    <a:pt x="169"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13"/>
            <p:cNvSpPr/>
            <p:nvPr/>
          </p:nvSpPr>
          <p:spPr>
            <a:xfrm>
              <a:off x="1946725" y="2012500"/>
              <a:ext cx="4225" cy="4850"/>
            </a:xfrm>
            <a:custGeom>
              <a:avLst/>
              <a:gdLst/>
              <a:ahLst/>
              <a:cxnLst/>
              <a:rect l="l" t="t" r="r" b="b"/>
              <a:pathLst>
                <a:path w="169" h="194" extrusionOk="0">
                  <a:moveTo>
                    <a:pt x="72" y="1"/>
                  </a:moveTo>
                  <a:lnTo>
                    <a:pt x="24" y="49"/>
                  </a:lnTo>
                  <a:lnTo>
                    <a:pt x="0" y="73"/>
                  </a:lnTo>
                  <a:lnTo>
                    <a:pt x="0" y="121"/>
                  </a:lnTo>
                  <a:lnTo>
                    <a:pt x="0" y="169"/>
                  </a:lnTo>
                  <a:lnTo>
                    <a:pt x="24" y="193"/>
                  </a:lnTo>
                  <a:lnTo>
                    <a:pt x="96" y="193"/>
                  </a:lnTo>
                  <a:lnTo>
                    <a:pt x="120" y="145"/>
                  </a:lnTo>
                  <a:lnTo>
                    <a:pt x="145" y="121"/>
                  </a:lnTo>
                  <a:lnTo>
                    <a:pt x="169" y="73"/>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13"/>
            <p:cNvSpPr/>
            <p:nvPr/>
          </p:nvSpPr>
          <p:spPr>
            <a:xfrm>
              <a:off x="2101375" y="1898775"/>
              <a:ext cx="6050" cy="3625"/>
            </a:xfrm>
            <a:custGeom>
              <a:avLst/>
              <a:gdLst/>
              <a:ahLst/>
              <a:cxnLst/>
              <a:rect l="l" t="t" r="r" b="b"/>
              <a:pathLst>
                <a:path w="242" h="145" extrusionOk="0">
                  <a:moveTo>
                    <a:pt x="49" y="0"/>
                  </a:moveTo>
                  <a:lnTo>
                    <a:pt x="1" y="48"/>
                  </a:lnTo>
                  <a:lnTo>
                    <a:pt x="25" y="96"/>
                  </a:lnTo>
                  <a:lnTo>
                    <a:pt x="73" y="120"/>
                  </a:lnTo>
                  <a:lnTo>
                    <a:pt x="121" y="144"/>
                  </a:lnTo>
                  <a:lnTo>
                    <a:pt x="194" y="120"/>
                  </a:lnTo>
                  <a:lnTo>
                    <a:pt x="242" y="96"/>
                  </a:lnTo>
                  <a:lnTo>
                    <a:pt x="242" y="72"/>
                  </a:lnTo>
                  <a:lnTo>
                    <a:pt x="218"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13"/>
            <p:cNvSpPr/>
            <p:nvPr/>
          </p:nvSpPr>
          <p:spPr>
            <a:xfrm>
              <a:off x="2298175" y="2103975"/>
              <a:ext cx="4850" cy="4850"/>
            </a:xfrm>
            <a:custGeom>
              <a:avLst/>
              <a:gdLst/>
              <a:ahLst/>
              <a:cxnLst/>
              <a:rect l="l" t="t" r="r" b="b"/>
              <a:pathLst>
                <a:path w="194" h="194" extrusionOk="0">
                  <a:moveTo>
                    <a:pt x="97" y="1"/>
                  </a:moveTo>
                  <a:lnTo>
                    <a:pt x="25" y="25"/>
                  </a:lnTo>
                  <a:lnTo>
                    <a:pt x="1" y="73"/>
                  </a:lnTo>
                  <a:lnTo>
                    <a:pt x="1" y="97"/>
                  </a:lnTo>
                  <a:lnTo>
                    <a:pt x="25" y="145"/>
                  </a:lnTo>
                  <a:lnTo>
                    <a:pt x="49" y="169"/>
                  </a:lnTo>
                  <a:lnTo>
                    <a:pt x="73" y="194"/>
                  </a:lnTo>
                  <a:lnTo>
                    <a:pt x="145" y="194"/>
                  </a:lnTo>
                  <a:lnTo>
                    <a:pt x="169" y="169"/>
                  </a:lnTo>
                  <a:lnTo>
                    <a:pt x="193" y="97"/>
                  </a:lnTo>
                  <a:lnTo>
                    <a:pt x="145" y="25"/>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13"/>
            <p:cNvSpPr/>
            <p:nvPr/>
          </p:nvSpPr>
          <p:spPr>
            <a:xfrm>
              <a:off x="1941900" y="1912000"/>
              <a:ext cx="4850" cy="4850"/>
            </a:xfrm>
            <a:custGeom>
              <a:avLst/>
              <a:gdLst/>
              <a:ahLst/>
              <a:cxnLst/>
              <a:rect l="l" t="t" r="r" b="b"/>
              <a:pathLst>
                <a:path w="194" h="194" extrusionOk="0">
                  <a:moveTo>
                    <a:pt x="49" y="1"/>
                  </a:moveTo>
                  <a:lnTo>
                    <a:pt x="25" y="25"/>
                  </a:lnTo>
                  <a:lnTo>
                    <a:pt x="0" y="73"/>
                  </a:lnTo>
                  <a:lnTo>
                    <a:pt x="0" y="97"/>
                  </a:lnTo>
                  <a:lnTo>
                    <a:pt x="0" y="121"/>
                  </a:lnTo>
                  <a:lnTo>
                    <a:pt x="49" y="169"/>
                  </a:lnTo>
                  <a:lnTo>
                    <a:pt x="97" y="193"/>
                  </a:lnTo>
                  <a:lnTo>
                    <a:pt x="169" y="193"/>
                  </a:lnTo>
                  <a:lnTo>
                    <a:pt x="193" y="145"/>
                  </a:lnTo>
                  <a:lnTo>
                    <a:pt x="169" y="121"/>
                  </a:lnTo>
                  <a:lnTo>
                    <a:pt x="145"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13"/>
            <p:cNvSpPr/>
            <p:nvPr/>
          </p:nvSpPr>
          <p:spPr>
            <a:xfrm>
              <a:off x="2217550" y="2465075"/>
              <a:ext cx="3625" cy="5450"/>
            </a:xfrm>
            <a:custGeom>
              <a:avLst/>
              <a:gdLst/>
              <a:ahLst/>
              <a:cxnLst/>
              <a:rect l="l" t="t" r="r" b="b"/>
              <a:pathLst>
                <a:path w="145" h="218" extrusionOk="0">
                  <a:moveTo>
                    <a:pt x="48" y="1"/>
                  </a:moveTo>
                  <a:lnTo>
                    <a:pt x="0" y="25"/>
                  </a:lnTo>
                  <a:lnTo>
                    <a:pt x="0" y="121"/>
                  </a:lnTo>
                  <a:lnTo>
                    <a:pt x="24" y="193"/>
                  </a:lnTo>
                  <a:lnTo>
                    <a:pt x="96" y="217"/>
                  </a:lnTo>
                  <a:lnTo>
                    <a:pt x="120" y="193"/>
                  </a:lnTo>
                  <a:lnTo>
                    <a:pt x="145" y="169"/>
                  </a:lnTo>
                  <a:lnTo>
                    <a:pt x="145" y="145"/>
                  </a:lnTo>
                  <a:lnTo>
                    <a:pt x="120"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13"/>
            <p:cNvSpPr/>
            <p:nvPr/>
          </p:nvSpPr>
          <p:spPr>
            <a:xfrm>
              <a:off x="2209725" y="2454850"/>
              <a:ext cx="5425" cy="4250"/>
            </a:xfrm>
            <a:custGeom>
              <a:avLst/>
              <a:gdLst/>
              <a:ahLst/>
              <a:cxnLst/>
              <a:rect l="l" t="t" r="r" b="b"/>
              <a:pathLst>
                <a:path w="217" h="170" extrusionOk="0">
                  <a:moveTo>
                    <a:pt x="72" y="1"/>
                  </a:moveTo>
                  <a:lnTo>
                    <a:pt x="48" y="25"/>
                  </a:lnTo>
                  <a:lnTo>
                    <a:pt x="24" y="73"/>
                  </a:lnTo>
                  <a:lnTo>
                    <a:pt x="0" y="121"/>
                  </a:lnTo>
                  <a:lnTo>
                    <a:pt x="48" y="169"/>
                  </a:lnTo>
                  <a:lnTo>
                    <a:pt x="96" y="169"/>
                  </a:lnTo>
                  <a:lnTo>
                    <a:pt x="169" y="145"/>
                  </a:lnTo>
                  <a:lnTo>
                    <a:pt x="193"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13"/>
            <p:cNvSpPr/>
            <p:nvPr/>
          </p:nvSpPr>
          <p:spPr>
            <a:xfrm>
              <a:off x="2131475" y="1877700"/>
              <a:ext cx="7850" cy="5450"/>
            </a:xfrm>
            <a:custGeom>
              <a:avLst/>
              <a:gdLst/>
              <a:ahLst/>
              <a:cxnLst/>
              <a:rect l="l" t="t" r="r" b="b"/>
              <a:pathLst>
                <a:path w="314" h="218" extrusionOk="0">
                  <a:moveTo>
                    <a:pt x="289" y="0"/>
                  </a:moveTo>
                  <a:lnTo>
                    <a:pt x="249" y="14"/>
                  </a:lnTo>
                  <a:lnTo>
                    <a:pt x="249" y="14"/>
                  </a:lnTo>
                  <a:lnTo>
                    <a:pt x="314" y="25"/>
                  </a:lnTo>
                  <a:lnTo>
                    <a:pt x="289" y="0"/>
                  </a:lnTo>
                  <a:close/>
                  <a:moveTo>
                    <a:pt x="169" y="0"/>
                  </a:moveTo>
                  <a:lnTo>
                    <a:pt x="97" y="25"/>
                  </a:lnTo>
                  <a:lnTo>
                    <a:pt x="25" y="49"/>
                  </a:lnTo>
                  <a:lnTo>
                    <a:pt x="1" y="73"/>
                  </a:lnTo>
                  <a:lnTo>
                    <a:pt x="1" y="121"/>
                  </a:lnTo>
                  <a:lnTo>
                    <a:pt x="25" y="169"/>
                  </a:lnTo>
                  <a:lnTo>
                    <a:pt x="73" y="193"/>
                  </a:lnTo>
                  <a:lnTo>
                    <a:pt x="169" y="193"/>
                  </a:lnTo>
                  <a:lnTo>
                    <a:pt x="121" y="145"/>
                  </a:lnTo>
                  <a:lnTo>
                    <a:pt x="121" y="97"/>
                  </a:lnTo>
                  <a:lnTo>
                    <a:pt x="145" y="73"/>
                  </a:lnTo>
                  <a:lnTo>
                    <a:pt x="217" y="25"/>
                  </a:lnTo>
                  <a:lnTo>
                    <a:pt x="249" y="14"/>
                  </a:lnTo>
                  <a:lnTo>
                    <a:pt x="249" y="14"/>
                  </a:lnTo>
                  <a:lnTo>
                    <a:pt x="169" y="0"/>
                  </a:lnTo>
                  <a:close/>
                  <a:moveTo>
                    <a:pt x="169" y="193"/>
                  </a:moveTo>
                  <a:lnTo>
                    <a:pt x="193" y="217"/>
                  </a:lnTo>
                  <a:lnTo>
                    <a:pt x="193" y="19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13"/>
            <p:cNvSpPr/>
            <p:nvPr/>
          </p:nvSpPr>
          <p:spPr>
            <a:xfrm>
              <a:off x="1984025" y="2028150"/>
              <a:ext cx="4850" cy="4250"/>
            </a:xfrm>
            <a:custGeom>
              <a:avLst/>
              <a:gdLst/>
              <a:ahLst/>
              <a:cxnLst/>
              <a:rect l="l" t="t" r="r" b="b"/>
              <a:pathLst>
                <a:path w="194" h="170" extrusionOk="0">
                  <a:moveTo>
                    <a:pt x="73" y="1"/>
                  </a:moveTo>
                  <a:lnTo>
                    <a:pt x="25" y="25"/>
                  </a:lnTo>
                  <a:lnTo>
                    <a:pt x="1" y="49"/>
                  </a:lnTo>
                  <a:lnTo>
                    <a:pt x="1" y="121"/>
                  </a:lnTo>
                  <a:lnTo>
                    <a:pt x="49" y="145"/>
                  </a:lnTo>
                  <a:lnTo>
                    <a:pt x="73" y="169"/>
                  </a:lnTo>
                  <a:lnTo>
                    <a:pt x="121" y="169"/>
                  </a:lnTo>
                  <a:lnTo>
                    <a:pt x="145" y="145"/>
                  </a:lnTo>
                  <a:lnTo>
                    <a:pt x="169" y="121"/>
                  </a:lnTo>
                  <a:lnTo>
                    <a:pt x="193"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13"/>
            <p:cNvSpPr/>
            <p:nvPr/>
          </p:nvSpPr>
          <p:spPr>
            <a:xfrm>
              <a:off x="2285550" y="2412125"/>
              <a:ext cx="4225" cy="4225"/>
            </a:xfrm>
            <a:custGeom>
              <a:avLst/>
              <a:gdLst/>
              <a:ahLst/>
              <a:cxnLst/>
              <a:rect l="l" t="t" r="r" b="b"/>
              <a:pathLst>
                <a:path w="169" h="169" extrusionOk="0">
                  <a:moveTo>
                    <a:pt x="24" y="0"/>
                  </a:moveTo>
                  <a:lnTo>
                    <a:pt x="0" y="24"/>
                  </a:lnTo>
                  <a:lnTo>
                    <a:pt x="0" y="97"/>
                  </a:lnTo>
                  <a:lnTo>
                    <a:pt x="48" y="145"/>
                  </a:lnTo>
                  <a:lnTo>
                    <a:pt x="73" y="145"/>
                  </a:lnTo>
                  <a:lnTo>
                    <a:pt x="121" y="169"/>
                  </a:lnTo>
                  <a:lnTo>
                    <a:pt x="145" y="145"/>
                  </a:lnTo>
                  <a:lnTo>
                    <a:pt x="169" y="121"/>
                  </a:lnTo>
                  <a:lnTo>
                    <a:pt x="169"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13"/>
            <p:cNvSpPr/>
            <p:nvPr/>
          </p:nvSpPr>
          <p:spPr>
            <a:xfrm>
              <a:off x="2083925" y="2442825"/>
              <a:ext cx="4850" cy="4225"/>
            </a:xfrm>
            <a:custGeom>
              <a:avLst/>
              <a:gdLst/>
              <a:ahLst/>
              <a:cxnLst/>
              <a:rect l="l" t="t" r="r" b="b"/>
              <a:pathLst>
                <a:path w="194" h="169" extrusionOk="0">
                  <a:moveTo>
                    <a:pt x="73" y="0"/>
                  </a:moveTo>
                  <a:lnTo>
                    <a:pt x="49" y="24"/>
                  </a:lnTo>
                  <a:lnTo>
                    <a:pt x="25" y="48"/>
                  </a:lnTo>
                  <a:lnTo>
                    <a:pt x="1" y="120"/>
                  </a:lnTo>
                  <a:lnTo>
                    <a:pt x="49" y="145"/>
                  </a:lnTo>
                  <a:lnTo>
                    <a:pt x="73" y="169"/>
                  </a:lnTo>
                  <a:lnTo>
                    <a:pt x="145" y="169"/>
                  </a:lnTo>
                  <a:lnTo>
                    <a:pt x="193" y="145"/>
                  </a:lnTo>
                  <a:lnTo>
                    <a:pt x="193" y="72"/>
                  </a:lnTo>
                  <a:lnTo>
                    <a:pt x="145"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13"/>
            <p:cNvSpPr/>
            <p:nvPr/>
          </p:nvSpPr>
          <p:spPr>
            <a:xfrm>
              <a:off x="2268700" y="1899375"/>
              <a:ext cx="4825" cy="3625"/>
            </a:xfrm>
            <a:custGeom>
              <a:avLst/>
              <a:gdLst/>
              <a:ahLst/>
              <a:cxnLst/>
              <a:rect l="l" t="t" r="r" b="b"/>
              <a:pathLst>
                <a:path w="193" h="145" extrusionOk="0">
                  <a:moveTo>
                    <a:pt x="48" y="0"/>
                  </a:moveTo>
                  <a:lnTo>
                    <a:pt x="24" y="24"/>
                  </a:lnTo>
                  <a:lnTo>
                    <a:pt x="0" y="48"/>
                  </a:lnTo>
                  <a:lnTo>
                    <a:pt x="24" y="72"/>
                  </a:lnTo>
                  <a:lnTo>
                    <a:pt x="48" y="145"/>
                  </a:lnTo>
                  <a:lnTo>
                    <a:pt x="121" y="145"/>
                  </a:lnTo>
                  <a:lnTo>
                    <a:pt x="193" y="120"/>
                  </a:lnTo>
                  <a:lnTo>
                    <a:pt x="193" y="96"/>
                  </a:lnTo>
                  <a:lnTo>
                    <a:pt x="193" y="72"/>
                  </a:lnTo>
                  <a:lnTo>
                    <a:pt x="193" y="48"/>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13"/>
            <p:cNvSpPr/>
            <p:nvPr/>
          </p:nvSpPr>
          <p:spPr>
            <a:xfrm>
              <a:off x="2072500" y="2030575"/>
              <a:ext cx="4225" cy="4225"/>
            </a:xfrm>
            <a:custGeom>
              <a:avLst/>
              <a:gdLst/>
              <a:ahLst/>
              <a:cxnLst/>
              <a:rect l="l" t="t" r="r" b="b"/>
              <a:pathLst>
                <a:path w="169" h="169" extrusionOk="0">
                  <a:moveTo>
                    <a:pt x="73" y="0"/>
                  </a:moveTo>
                  <a:lnTo>
                    <a:pt x="49" y="24"/>
                  </a:lnTo>
                  <a:lnTo>
                    <a:pt x="24" y="48"/>
                  </a:lnTo>
                  <a:lnTo>
                    <a:pt x="0" y="96"/>
                  </a:lnTo>
                  <a:lnTo>
                    <a:pt x="24" y="144"/>
                  </a:lnTo>
                  <a:lnTo>
                    <a:pt x="73" y="169"/>
                  </a:lnTo>
                  <a:lnTo>
                    <a:pt x="97" y="169"/>
                  </a:lnTo>
                  <a:lnTo>
                    <a:pt x="145" y="144"/>
                  </a:lnTo>
                  <a:lnTo>
                    <a:pt x="169" y="120"/>
                  </a:lnTo>
                  <a:lnTo>
                    <a:pt x="169" y="72"/>
                  </a:lnTo>
                  <a:lnTo>
                    <a:pt x="169"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13"/>
            <p:cNvSpPr/>
            <p:nvPr/>
          </p:nvSpPr>
          <p:spPr>
            <a:xfrm>
              <a:off x="2195875" y="2379625"/>
              <a:ext cx="4225" cy="4850"/>
            </a:xfrm>
            <a:custGeom>
              <a:avLst/>
              <a:gdLst/>
              <a:ahLst/>
              <a:cxnLst/>
              <a:rect l="l" t="t" r="r" b="b"/>
              <a:pathLst>
                <a:path w="169" h="194" extrusionOk="0">
                  <a:moveTo>
                    <a:pt x="25" y="0"/>
                  </a:moveTo>
                  <a:lnTo>
                    <a:pt x="0" y="49"/>
                  </a:lnTo>
                  <a:lnTo>
                    <a:pt x="0" y="73"/>
                  </a:lnTo>
                  <a:lnTo>
                    <a:pt x="25" y="145"/>
                  </a:lnTo>
                  <a:lnTo>
                    <a:pt x="73" y="193"/>
                  </a:lnTo>
                  <a:lnTo>
                    <a:pt x="121" y="193"/>
                  </a:lnTo>
                  <a:lnTo>
                    <a:pt x="169" y="169"/>
                  </a:lnTo>
                  <a:lnTo>
                    <a:pt x="169" y="121"/>
                  </a:lnTo>
                  <a:lnTo>
                    <a:pt x="121" y="49"/>
                  </a:lnTo>
                  <a:lnTo>
                    <a:pt x="73"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13"/>
            <p:cNvSpPr/>
            <p:nvPr/>
          </p:nvSpPr>
          <p:spPr>
            <a:xfrm>
              <a:off x="2186250" y="2315825"/>
              <a:ext cx="6025" cy="3650"/>
            </a:xfrm>
            <a:custGeom>
              <a:avLst/>
              <a:gdLst/>
              <a:ahLst/>
              <a:cxnLst/>
              <a:rect l="l" t="t" r="r" b="b"/>
              <a:pathLst>
                <a:path w="241" h="146" extrusionOk="0">
                  <a:moveTo>
                    <a:pt x="48" y="1"/>
                  </a:moveTo>
                  <a:lnTo>
                    <a:pt x="24" y="25"/>
                  </a:lnTo>
                  <a:lnTo>
                    <a:pt x="0" y="73"/>
                  </a:lnTo>
                  <a:lnTo>
                    <a:pt x="24" y="121"/>
                  </a:lnTo>
                  <a:lnTo>
                    <a:pt x="97" y="145"/>
                  </a:lnTo>
                  <a:lnTo>
                    <a:pt x="145" y="145"/>
                  </a:lnTo>
                  <a:lnTo>
                    <a:pt x="217" y="121"/>
                  </a:lnTo>
                  <a:lnTo>
                    <a:pt x="241" y="73"/>
                  </a:lnTo>
                  <a:lnTo>
                    <a:pt x="241" y="49"/>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13"/>
            <p:cNvSpPr/>
            <p:nvPr/>
          </p:nvSpPr>
          <p:spPr>
            <a:xfrm>
              <a:off x="1810100" y="1977000"/>
              <a:ext cx="4225" cy="4850"/>
            </a:xfrm>
            <a:custGeom>
              <a:avLst/>
              <a:gdLst/>
              <a:ahLst/>
              <a:cxnLst/>
              <a:rect l="l" t="t" r="r" b="b"/>
              <a:pathLst>
                <a:path w="169" h="194" extrusionOk="0">
                  <a:moveTo>
                    <a:pt x="49" y="1"/>
                  </a:moveTo>
                  <a:lnTo>
                    <a:pt x="25" y="25"/>
                  </a:lnTo>
                  <a:lnTo>
                    <a:pt x="0" y="49"/>
                  </a:lnTo>
                  <a:lnTo>
                    <a:pt x="0" y="97"/>
                  </a:lnTo>
                  <a:lnTo>
                    <a:pt x="25" y="145"/>
                  </a:lnTo>
                  <a:lnTo>
                    <a:pt x="73" y="169"/>
                  </a:lnTo>
                  <a:lnTo>
                    <a:pt x="121" y="193"/>
                  </a:lnTo>
                  <a:lnTo>
                    <a:pt x="145" y="169"/>
                  </a:lnTo>
                  <a:lnTo>
                    <a:pt x="169"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13"/>
            <p:cNvSpPr/>
            <p:nvPr/>
          </p:nvSpPr>
          <p:spPr>
            <a:xfrm>
              <a:off x="2389050" y="1996250"/>
              <a:ext cx="3650" cy="4850"/>
            </a:xfrm>
            <a:custGeom>
              <a:avLst/>
              <a:gdLst/>
              <a:ahLst/>
              <a:cxnLst/>
              <a:rect l="l" t="t" r="r" b="b"/>
              <a:pathLst>
                <a:path w="146" h="194" extrusionOk="0">
                  <a:moveTo>
                    <a:pt x="73" y="1"/>
                  </a:moveTo>
                  <a:lnTo>
                    <a:pt x="25" y="49"/>
                  </a:lnTo>
                  <a:lnTo>
                    <a:pt x="1" y="121"/>
                  </a:lnTo>
                  <a:lnTo>
                    <a:pt x="1" y="145"/>
                  </a:lnTo>
                  <a:lnTo>
                    <a:pt x="25" y="169"/>
                  </a:lnTo>
                  <a:lnTo>
                    <a:pt x="49" y="193"/>
                  </a:lnTo>
                  <a:lnTo>
                    <a:pt x="73" y="193"/>
                  </a:lnTo>
                  <a:lnTo>
                    <a:pt x="121" y="145"/>
                  </a:lnTo>
                  <a:lnTo>
                    <a:pt x="145" y="97"/>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13"/>
            <p:cNvSpPr/>
            <p:nvPr/>
          </p:nvSpPr>
          <p:spPr>
            <a:xfrm>
              <a:off x="2236200" y="1855425"/>
              <a:ext cx="4825" cy="3050"/>
            </a:xfrm>
            <a:custGeom>
              <a:avLst/>
              <a:gdLst/>
              <a:ahLst/>
              <a:cxnLst/>
              <a:rect l="l" t="t" r="r" b="b"/>
              <a:pathLst>
                <a:path w="193" h="122" extrusionOk="0">
                  <a:moveTo>
                    <a:pt x="48" y="1"/>
                  </a:moveTo>
                  <a:lnTo>
                    <a:pt x="0" y="25"/>
                  </a:lnTo>
                  <a:lnTo>
                    <a:pt x="48" y="97"/>
                  </a:lnTo>
                  <a:lnTo>
                    <a:pt x="121" y="121"/>
                  </a:lnTo>
                  <a:lnTo>
                    <a:pt x="169" y="97"/>
                  </a:lnTo>
                  <a:lnTo>
                    <a:pt x="193" y="73"/>
                  </a:lnTo>
                  <a:lnTo>
                    <a:pt x="193"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13"/>
            <p:cNvSpPr/>
            <p:nvPr/>
          </p:nvSpPr>
          <p:spPr>
            <a:xfrm>
              <a:off x="2015925" y="1900575"/>
              <a:ext cx="3625" cy="3625"/>
            </a:xfrm>
            <a:custGeom>
              <a:avLst/>
              <a:gdLst/>
              <a:ahLst/>
              <a:cxnLst/>
              <a:rect l="l" t="t" r="r" b="b"/>
              <a:pathLst>
                <a:path w="145" h="145" extrusionOk="0">
                  <a:moveTo>
                    <a:pt x="49" y="0"/>
                  </a:moveTo>
                  <a:lnTo>
                    <a:pt x="25" y="24"/>
                  </a:lnTo>
                  <a:lnTo>
                    <a:pt x="1" y="48"/>
                  </a:lnTo>
                  <a:lnTo>
                    <a:pt x="1" y="97"/>
                  </a:lnTo>
                  <a:lnTo>
                    <a:pt x="49" y="145"/>
                  </a:lnTo>
                  <a:lnTo>
                    <a:pt x="97" y="145"/>
                  </a:lnTo>
                  <a:lnTo>
                    <a:pt x="145" y="97"/>
                  </a:lnTo>
                  <a:lnTo>
                    <a:pt x="145" y="48"/>
                  </a:lnTo>
                  <a:lnTo>
                    <a:pt x="121"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13"/>
            <p:cNvSpPr/>
            <p:nvPr/>
          </p:nvSpPr>
          <p:spPr>
            <a:xfrm>
              <a:off x="2054450" y="1927650"/>
              <a:ext cx="4225" cy="3625"/>
            </a:xfrm>
            <a:custGeom>
              <a:avLst/>
              <a:gdLst/>
              <a:ahLst/>
              <a:cxnLst/>
              <a:rect l="l" t="t" r="r" b="b"/>
              <a:pathLst>
                <a:path w="169" h="145" extrusionOk="0">
                  <a:moveTo>
                    <a:pt x="72" y="1"/>
                  </a:moveTo>
                  <a:lnTo>
                    <a:pt x="0" y="49"/>
                  </a:lnTo>
                  <a:lnTo>
                    <a:pt x="0" y="121"/>
                  </a:lnTo>
                  <a:lnTo>
                    <a:pt x="24" y="145"/>
                  </a:lnTo>
                  <a:lnTo>
                    <a:pt x="121" y="145"/>
                  </a:lnTo>
                  <a:lnTo>
                    <a:pt x="169"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13"/>
            <p:cNvSpPr/>
            <p:nvPr/>
          </p:nvSpPr>
          <p:spPr>
            <a:xfrm>
              <a:off x="1931075" y="1907800"/>
              <a:ext cx="3025" cy="5425"/>
            </a:xfrm>
            <a:custGeom>
              <a:avLst/>
              <a:gdLst/>
              <a:ahLst/>
              <a:cxnLst/>
              <a:rect l="l" t="t" r="r" b="b"/>
              <a:pathLst>
                <a:path w="121" h="217" extrusionOk="0">
                  <a:moveTo>
                    <a:pt x="0" y="0"/>
                  </a:moveTo>
                  <a:lnTo>
                    <a:pt x="0" y="24"/>
                  </a:lnTo>
                  <a:lnTo>
                    <a:pt x="0" y="217"/>
                  </a:lnTo>
                  <a:lnTo>
                    <a:pt x="72" y="145"/>
                  </a:lnTo>
                  <a:lnTo>
                    <a:pt x="96" y="120"/>
                  </a:lnTo>
                  <a:lnTo>
                    <a:pt x="121" y="72"/>
                  </a:lnTo>
                  <a:lnTo>
                    <a:pt x="96"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13"/>
            <p:cNvSpPr/>
            <p:nvPr/>
          </p:nvSpPr>
          <p:spPr>
            <a:xfrm>
              <a:off x="2281925" y="2300775"/>
              <a:ext cx="4250" cy="3650"/>
            </a:xfrm>
            <a:custGeom>
              <a:avLst/>
              <a:gdLst/>
              <a:ahLst/>
              <a:cxnLst/>
              <a:rect l="l" t="t" r="r" b="b"/>
              <a:pathLst>
                <a:path w="170" h="146" extrusionOk="0">
                  <a:moveTo>
                    <a:pt x="73" y="1"/>
                  </a:moveTo>
                  <a:lnTo>
                    <a:pt x="25" y="25"/>
                  </a:lnTo>
                  <a:lnTo>
                    <a:pt x="1" y="73"/>
                  </a:lnTo>
                  <a:lnTo>
                    <a:pt x="25" y="121"/>
                  </a:lnTo>
                  <a:lnTo>
                    <a:pt x="49" y="145"/>
                  </a:lnTo>
                  <a:lnTo>
                    <a:pt x="121" y="145"/>
                  </a:lnTo>
                  <a:lnTo>
                    <a:pt x="169" y="97"/>
                  </a:lnTo>
                  <a:lnTo>
                    <a:pt x="169" y="49"/>
                  </a:lnTo>
                  <a:lnTo>
                    <a:pt x="145"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13"/>
            <p:cNvSpPr/>
            <p:nvPr/>
          </p:nvSpPr>
          <p:spPr>
            <a:xfrm>
              <a:off x="2221150" y="2480125"/>
              <a:ext cx="4250" cy="4250"/>
            </a:xfrm>
            <a:custGeom>
              <a:avLst/>
              <a:gdLst/>
              <a:ahLst/>
              <a:cxnLst/>
              <a:rect l="l" t="t" r="r" b="b"/>
              <a:pathLst>
                <a:path w="170" h="170" extrusionOk="0">
                  <a:moveTo>
                    <a:pt x="73" y="1"/>
                  </a:moveTo>
                  <a:lnTo>
                    <a:pt x="25" y="25"/>
                  </a:lnTo>
                  <a:lnTo>
                    <a:pt x="1" y="49"/>
                  </a:lnTo>
                  <a:lnTo>
                    <a:pt x="1" y="73"/>
                  </a:lnTo>
                  <a:lnTo>
                    <a:pt x="25" y="121"/>
                  </a:lnTo>
                  <a:lnTo>
                    <a:pt x="49" y="145"/>
                  </a:lnTo>
                  <a:lnTo>
                    <a:pt x="97" y="169"/>
                  </a:lnTo>
                  <a:lnTo>
                    <a:pt x="145" y="145"/>
                  </a:lnTo>
                  <a:lnTo>
                    <a:pt x="169" y="121"/>
                  </a:lnTo>
                  <a:lnTo>
                    <a:pt x="169"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13"/>
            <p:cNvSpPr/>
            <p:nvPr/>
          </p:nvSpPr>
          <p:spPr>
            <a:xfrm>
              <a:off x="2048425" y="2019125"/>
              <a:ext cx="4225" cy="3650"/>
            </a:xfrm>
            <a:custGeom>
              <a:avLst/>
              <a:gdLst/>
              <a:ahLst/>
              <a:cxnLst/>
              <a:rect l="l" t="t" r="r" b="b"/>
              <a:pathLst>
                <a:path w="169" h="146" extrusionOk="0">
                  <a:moveTo>
                    <a:pt x="49" y="1"/>
                  </a:moveTo>
                  <a:lnTo>
                    <a:pt x="0" y="25"/>
                  </a:lnTo>
                  <a:lnTo>
                    <a:pt x="0" y="73"/>
                  </a:lnTo>
                  <a:lnTo>
                    <a:pt x="25" y="121"/>
                  </a:lnTo>
                  <a:lnTo>
                    <a:pt x="73" y="145"/>
                  </a:lnTo>
                  <a:lnTo>
                    <a:pt x="145" y="145"/>
                  </a:lnTo>
                  <a:lnTo>
                    <a:pt x="169" y="121"/>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13"/>
            <p:cNvSpPr/>
            <p:nvPr/>
          </p:nvSpPr>
          <p:spPr>
            <a:xfrm>
              <a:off x="2100175" y="1940900"/>
              <a:ext cx="4850" cy="3025"/>
            </a:xfrm>
            <a:custGeom>
              <a:avLst/>
              <a:gdLst/>
              <a:ahLst/>
              <a:cxnLst/>
              <a:rect l="l" t="t" r="r" b="b"/>
              <a:pathLst>
                <a:path w="194" h="121" extrusionOk="0">
                  <a:moveTo>
                    <a:pt x="73" y="0"/>
                  </a:moveTo>
                  <a:lnTo>
                    <a:pt x="25" y="48"/>
                  </a:lnTo>
                  <a:lnTo>
                    <a:pt x="1" y="96"/>
                  </a:lnTo>
                  <a:lnTo>
                    <a:pt x="25" y="120"/>
                  </a:lnTo>
                  <a:lnTo>
                    <a:pt x="73" y="120"/>
                  </a:lnTo>
                  <a:lnTo>
                    <a:pt x="145" y="96"/>
                  </a:lnTo>
                  <a:lnTo>
                    <a:pt x="169" y="72"/>
                  </a:lnTo>
                  <a:lnTo>
                    <a:pt x="193"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13"/>
            <p:cNvSpPr/>
            <p:nvPr/>
          </p:nvSpPr>
          <p:spPr>
            <a:xfrm>
              <a:off x="2279525" y="1938475"/>
              <a:ext cx="3650" cy="3650"/>
            </a:xfrm>
            <a:custGeom>
              <a:avLst/>
              <a:gdLst/>
              <a:ahLst/>
              <a:cxnLst/>
              <a:rect l="l" t="t" r="r" b="b"/>
              <a:pathLst>
                <a:path w="146" h="146" extrusionOk="0">
                  <a:moveTo>
                    <a:pt x="49" y="1"/>
                  </a:moveTo>
                  <a:lnTo>
                    <a:pt x="25" y="25"/>
                  </a:lnTo>
                  <a:lnTo>
                    <a:pt x="1" y="49"/>
                  </a:lnTo>
                  <a:lnTo>
                    <a:pt x="1" y="97"/>
                  </a:lnTo>
                  <a:lnTo>
                    <a:pt x="25" y="145"/>
                  </a:lnTo>
                  <a:lnTo>
                    <a:pt x="73" y="145"/>
                  </a:lnTo>
                  <a:lnTo>
                    <a:pt x="121" y="121"/>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13"/>
            <p:cNvSpPr/>
            <p:nvPr/>
          </p:nvSpPr>
          <p:spPr>
            <a:xfrm>
              <a:off x="1877500" y="1936075"/>
              <a:ext cx="4250" cy="3625"/>
            </a:xfrm>
            <a:custGeom>
              <a:avLst/>
              <a:gdLst/>
              <a:ahLst/>
              <a:cxnLst/>
              <a:rect l="l" t="t" r="r" b="b"/>
              <a:pathLst>
                <a:path w="170" h="145" extrusionOk="0">
                  <a:moveTo>
                    <a:pt x="49" y="1"/>
                  </a:moveTo>
                  <a:lnTo>
                    <a:pt x="1" y="49"/>
                  </a:lnTo>
                  <a:lnTo>
                    <a:pt x="1" y="97"/>
                  </a:lnTo>
                  <a:lnTo>
                    <a:pt x="49" y="145"/>
                  </a:lnTo>
                  <a:lnTo>
                    <a:pt x="121" y="145"/>
                  </a:lnTo>
                  <a:lnTo>
                    <a:pt x="145" y="121"/>
                  </a:lnTo>
                  <a:lnTo>
                    <a:pt x="169" y="97"/>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13"/>
            <p:cNvSpPr/>
            <p:nvPr/>
          </p:nvSpPr>
          <p:spPr>
            <a:xfrm>
              <a:off x="2382450" y="2011900"/>
              <a:ext cx="3625" cy="3650"/>
            </a:xfrm>
            <a:custGeom>
              <a:avLst/>
              <a:gdLst/>
              <a:ahLst/>
              <a:cxnLst/>
              <a:rect l="l" t="t" r="r" b="b"/>
              <a:pathLst>
                <a:path w="145" h="146" extrusionOk="0">
                  <a:moveTo>
                    <a:pt x="48" y="1"/>
                  </a:moveTo>
                  <a:lnTo>
                    <a:pt x="0" y="25"/>
                  </a:lnTo>
                  <a:lnTo>
                    <a:pt x="0" y="73"/>
                  </a:lnTo>
                  <a:lnTo>
                    <a:pt x="24" y="121"/>
                  </a:lnTo>
                  <a:lnTo>
                    <a:pt x="96" y="145"/>
                  </a:lnTo>
                  <a:lnTo>
                    <a:pt x="145" y="121"/>
                  </a:lnTo>
                  <a:lnTo>
                    <a:pt x="145" y="73"/>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13"/>
            <p:cNvSpPr/>
            <p:nvPr/>
          </p:nvSpPr>
          <p:spPr>
            <a:xfrm>
              <a:off x="2290975" y="2317625"/>
              <a:ext cx="3625" cy="3050"/>
            </a:xfrm>
            <a:custGeom>
              <a:avLst/>
              <a:gdLst/>
              <a:ahLst/>
              <a:cxnLst/>
              <a:rect l="l" t="t" r="r" b="b"/>
              <a:pathLst>
                <a:path w="145" h="122" extrusionOk="0">
                  <a:moveTo>
                    <a:pt x="48" y="1"/>
                  </a:moveTo>
                  <a:lnTo>
                    <a:pt x="0" y="25"/>
                  </a:lnTo>
                  <a:lnTo>
                    <a:pt x="0" y="73"/>
                  </a:lnTo>
                  <a:lnTo>
                    <a:pt x="48" y="121"/>
                  </a:lnTo>
                  <a:lnTo>
                    <a:pt x="96" y="121"/>
                  </a:lnTo>
                  <a:lnTo>
                    <a:pt x="144" y="97"/>
                  </a:lnTo>
                  <a:lnTo>
                    <a:pt x="144"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13"/>
            <p:cNvSpPr/>
            <p:nvPr/>
          </p:nvSpPr>
          <p:spPr>
            <a:xfrm>
              <a:off x="2074300" y="1934875"/>
              <a:ext cx="3650" cy="4225"/>
            </a:xfrm>
            <a:custGeom>
              <a:avLst/>
              <a:gdLst/>
              <a:ahLst/>
              <a:cxnLst/>
              <a:rect l="l" t="t" r="r" b="b"/>
              <a:pathLst>
                <a:path w="146" h="169" extrusionOk="0">
                  <a:moveTo>
                    <a:pt x="49" y="0"/>
                  </a:moveTo>
                  <a:lnTo>
                    <a:pt x="25" y="24"/>
                  </a:lnTo>
                  <a:lnTo>
                    <a:pt x="1" y="73"/>
                  </a:lnTo>
                  <a:lnTo>
                    <a:pt x="1" y="97"/>
                  </a:lnTo>
                  <a:lnTo>
                    <a:pt x="25" y="145"/>
                  </a:lnTo>
                  <a:lnTo>
                    <a:pt x="49" y="169"/>
                  </a:lnTo>
                  <a:lnTo>
                    <a:pt x="121" y="169"/>
                  </a:lnTo>
                  <a:lnTo>
                    <a:pt x="145" y="121"/>
                  </a:lnTo>
                  <a:lnTo>
                    <a:pt x="145" y="97"/>
                  </a:lnTo>
                  <a:lnTo>
                    <a:pt x="121" y="49"/>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13"/>
            <p:cNvSpPr/>
            <p:nvPr/>
          </p:nvSpPr>
          <p:spPr>
            <a:xfrm>
              <a:off x="2337900" y="2410325"/>
              <a:ext cx="3050" cy="4225"/>
            </a:xfrm>
            <a:custGeom>
              <a:avLst/>
              <a:gdLst/>
              <a:ahLst/>
              <a:cxnLst/>
              <a:rect l="l" t="t" r="r" b="b"/>
              <a:pathLst>
                <a:path w="122" h="169" extrusionOk="0">
                  <a:moveTo>
                    <a:pt x="25" y="0"/>
                  </a:moveTo>
                  <a:lnTo>
                    <a:pt x="1" y="48"/>
                  </a:lnTo>
                  <a:lnTo>
                    <a:pt x="1" y="72"/>
                  </a:lnTo>
                  <a:lnTo>
                    <a:pt x="1" y="121"/>
                  </a:lnTo>
                  <a:lnTo>
                    <a:pt x="49" y="169"/>
                  </a:lnTo>
                  <a:lnTo>
                    <a:pt x="73" y="169"/>
                  </a:lnTo>
                  <a:lnTo>
                    <a:pt x="121" y="145"/>
                  </a:lnTo>
                  <a:lnTo>
                    <a:pt x="121" y="96"/>
                  </a:lnTo>
                  <a:lnTo>
                    <a:pt x="97"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13"/>
            <p:cNvSpPr/>
            <p:nvPr/>
          </p:nvSpPr>
          <p:spPr>
            <a:xfrm>
              <a:off x="2048425" y="2525875"/>
              <a:ext cx="3025" cy="5425"/>
            </a:xfrm>
            <a:custGeom>
              <a:avLst/>
              <a:gdLst/>
              <a:ahLst/>
              <a:cxnLst/>
              <a:rect l="l" t="t" r="r" b="b"/>
              <a:pathLst>
                <a:path w="121" h="217" extrusionOk="0">
                  <a:moveTo>
                    <a:pt x="0" y="0"/>
                  </a:moveTo>
                  <a:lnTo>
                    <a:pt x="0" y="24"/>
                  </a:lnTo>
                  <a:lnTo>
                    <a:pt x="0" y="72"/>
                  </a:lnTo>
                  <a:lnTo>
                    <a:pt x="25" y="217"/>
                  </a:lnTo>
                  <a:lnTo>
                    <a:pt x="121" y="121"/>
                  </a:lnTo>
                  <a:lnTo>
                    <a:pt x="121" y="97"/>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13"/>
            <p:cNvSpPr/>
            <p:nvPr/>
          </p:nvSpPr>
          <p:spPr>
            <a:xfrm>
              <a:off x="2126050" y="1902975"/>
              <a:ext cx="9075" cy="1225"/>
            </a:xfrm>
            <a:custGeom>
              <a:avLst/>
              <a:gdLst/>
              <a:ahLst/>
              <a:cxnLst/>
              <a:rect l="l" t="t" r="r" b="b"/>
              <a:pathLst>
                <a:path w="363" h="49" extrusionOk="0">
                  <a:moveTo>
                    <a:pt x="1" y="1"/>
                  </a:moveTo>
                  <a:lnTo>
                    <a:pt x="169" y="49"/>
                  </a:lnTo>
                  <a:lnTo>
                    <a:pt x="266" y="49"/>
                  </a:lnTo>
                  <a:lnTo>
                    <a:pt x="36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13"/>
            <p:cNvSpPr/>
            <p:nvPr/>
          </p:nvSpPr>
          <p:spPr>
            <a:xfrm>
              <a:off x="2280125" y="2017925"/>
              <a:ext cx="3650" cy="4225"/>
            </a:xfrm>
            <a:custGeom>
              <a:avLst/>
              <a:gdLst/>
              <a:ahLst/>
              <a:cxnLst/>
              <a:rect l="l" t="t" r="r" b="b"/>
              <a:pathLst>
                <a:path w="146" h="169" extrusionOk="0">
                  <a:moveTo>
                    <a:pt x="49" y="0"/>
                  </a:moveTo>
                  <a:lnTo>
                    <a:pt x="25" y="25"/>
                  </a:lnTo>
                  <a:lnTo>
                    <a:pt x="1" y="49"/>
                  </a:lnTo>
                  <a:lnTo>
                    <a:pt x="1" y="97"/>
                  </a:lnTo>
                  <a:lnTo>
                    <a:pt x="49" y="145"/>
                  </a:lnTo>
                  <a:lnTo>
                    <a:pt x="97" y="169"/>
                  </a:lnTo>
                  <a:lnTo>
                    <a:pt x="145" y="121"/>
                  </a:lnTo>
                  <a:lnTo>
                    <a:pt x="145" y="97"/>
                  </a:lnTo>
                  <a:lnTo>
                    <a:pt x="145" y="73"/>
                  </a:lnTo>
                  <a:lnTo>
                    <a:pt x="145" y="49"/>
                  </a:lnTo>
                  <a:lnTo>
                    <a:pt x="121"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13"/>
            <p:cNvSpPr/>
            <p:nvPr/>
          </p:nvSpPr>
          <p:spPr>
            <a:xfrm>
              <a:off x="2115225" y="1922225"/>
              <a:ext cx="3650" cy="3050"/>
            </a:xfrm>
            <a:custGeom>
              <a:avLst/>
              <a:gdLst/>
              <a:ahLst/>
              <a:cxnLst/>
              <a:rect l="l" t="t" r="r" b="b"/>
              <a:pathLst>
                <a:path w="146" h="122" extrusionOk="0">
                  <a:moveTo>
                    <a:pt x="73" y="1"/>
                  </a:moveTo>
                  <a:lnTo>
                    <a:pt x="1" y="49"/>
                  </a:lnTo>
                  <a:lnTo>
                    <a:pt x="1" y="73"/>
                  </a:lnTo>
                  <a:lnTo>
                    <a:pt x="1" y="121"/>
                  </a:lnTo>
                  <a:lnTo>
                    <a:pt x="73" y="121"/>
                  </a:lnTo>
                  <a:lnTo>
                    <a:pt x="121"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13"/>
            <p:cNvSpPr/>
            <p:nvPr/>
          </p:nvSpPr>
          <p:spPr>
            <a:xfrm>
              <a:off x="2260275" y="2067875"/>
              <a:ext cx="4225" cy="3625"/>
            </a:xfrm>
            <a:custGeom>
              <a:avLst/>
              <a:gdLst/>
              <a:ahLst/>
              <a:cxnLst/>
              <a:rect l="l" t="t" r="r" b="b"/>
              <a:pathLst>
                <a:path w="169" h="145" extrusionOk="0">
                  <a:moveTo>
                    <a:pt x="72" y="1"/>
                  </a:moveTo>
                  <a:lnTo>
                    <a:pt x="0" y="25"/>
                  </a:lnTo>
                  <a:lnTo>
                    <a:pt x="0" y="73"/>
                  </a:lnTo>
                  <a:lnTo>
                    <a:pt x="0" y="97"/>
                  </a:lnTo>
                  <a:lnTo>
                    <a:pt x="48" y="121"/>
                  </a:lnTo>
                  <a:lnTo>
                    <a:pt x="121" y="145"/>
                  </a:lnTo>
                  <a:lnTo>
                    <a:pt x="145" y="121"/>
                  </a:lnTo>
                  <a:lnTo>
                    <a:pt x="169" y="97"/>
                  </a:lnTo>
                  <a:lnTo>
                    <a:pt x="169" y="73"/>
                  </a:lnTo>
                  <a:lnTo>
                    <a:pt x="169" y="49"/>
                  </a:lnTo>
                  <a:lnTo>
                    <a:pt x="145"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13"/>
            <p:cNvSpPr/>
            <p:nvPr/>
          </p:nvSpPr>
          <p:spPr>
            <a:xfrm>
              <a:off x="2274100" y="2029350"/>
              <a:ext cx="3050" cy="3050"/>
            </a:xfrm>
            <a:custGeom>
              <a:avLst/>
              <a:gdLst/>
              <a:ahLst/>
              <a:cxnLst/>
              <a:rect l="l" t="t" r="r" b="b"/>
              <a:pathLst>
                <a:path w="122" h="122" extrusionOk="0">
                  <a:moveTo>
                    <a:pt x="25" y="1"/>
                  </a:moveTo>
                  <a:lnTo>
                    <a:pt x="1" y="25"/>
                  </a:lnTo>
                  <a:lnTo>
                    <a:pt x="1" y="73"/>
                  </a:lnTo>
                  <a:lnTo>
                    <a:pt x="25" y="121"/>
                  </a:lnTo>
                  <a:lnTo>
                    <a:pt x="97" y="121"/>
                  </a:lnTo>
                  <a:lnTo>
                    <a:pt x="121"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13"/>
            <p:cNvSpPr/>
            <p:nvPr/>
          </p:nvSpPr>
          <p:spPr>
            <a:xfrm>
              <a:off x="2053250" y="2460875"/>
              <a:ext cx="4225" cy="3625"/>
            </a:xfrm>
            <a:custGeom>
              <a:avLst/>
              <a:gdLst/>
              <a:ahLst/>
              <a:cxnLst/>
              <a:rect l="l" t="t" r="r" b="b"/>
              <a:pathLst>
                <a:path w="169" h="145" extrusionOk="0">
                  <a:moveTo>
                    <a:pt x="96" y="0"/>
                  </a:moveTo>
                  <a:lnTo>
                    <a:pt x="24" y="24"/>
                  </a:lnTo>
                  <a:lnTo>
                    <a:pt x="0" y="73"/>
                  </a:lnTo>
                  <a:lnTo>
                    <a:pt x="24" y="121"/>
                  </a:lnTo>
                  <a:lnTo>
                    <a:pt x="96" y="145"/>
                  </a:lnTo>
                  <a:lnTo>
                    <a:pt x="144" y="121"/>
                  </a:lnTo>
                  <a:lnTo>
                    <a:pt x="169" y="73"/>
                  </a:lnTo>
                  <a:lnTo>
                    <a:pt x="144" y="24"/>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13"/>
            <p:cNvSpPr/>
            <p:nvPr/>
          </p:nvSpPr>
          <p:spPr>
            <a:xfrm>
              <a:off x="1952125" y="1900575"/>
              <a:ext cx="3650" cy="3625"/>
            </a:xfrm>
            <a:custGeom>
              <a:avLst/>
              <a:gdLst/>
              <a:ahLst/>
              <a:cxnLst/>
              <a:rect l="l" t="t" r="r" b="b"/>
              <a:pathLst>
                <a:path w="146" h="145" extrusionOk="0">
                  <a:moveTo>
                    <a:pt x="73" y="0"/>
                  </a:moveTo>
                  <a:lnTo>
                    <a:pt x="25" y="24"/>
                  </a:lnTo>
                  <a:lnTo>
                    <a:pt x="1" y="72"/>
                  </a:lnTo>
                  <a:lnTo>
                    <a:pt x="25" y="121"/>
                  </a:lnTo>
                  <a:lnTo>
                    <a:pt x="49" y="145"/>
                  </a:lnTo>
                  <a:lnTo>
                    <a:pt x="97" y="145"/>
                  </a:lnTo>
                  <a:lnTo>
                    <a:pt x="121" y="121"/>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13"/>
            <p:cNvSpPr/>
            <p:nvPr/>
          </p:nvSpPr>
          <p:spPr>
            <a:xfrm>
              <a:off x="2002075" y="1936675"/>
              <a:ext cx="3650" cy="3650"/>
            </a:xfrm>
            <a:custGeom>
              <a:avLst/>
              <a:gdLst/>
              <a:ahLst/>
              <a:cxnLst/>
              <a:rect l="l" t="t" r="r" b="b"/>
              <a:pathLst>
                <a:path w="146" h="146" extrusionOk="0">
                  <a:moveTo>
                    <a:pt x="49" y="1"/>
                  </a:moveTo>
                  <a:lnTo>
                    <a:pt x="1" y="25"/>
                  </a:lnTo>
                  <a:lnTo>
                    <a:pt x="1" y="73"/>
                  </a:lnTo>
                  <a:lnTo>
                    <a:pt x="1" y="97"/>
                  </a:lnTo>
                  <a:lnTo>
                    <a:pt x="25" y="145"/>
                  </a:lnTo>
                  <a:lnTo>
                    <a:pt x="97" y="145"/>
                  </a:lnTo>
                  <a:lnTo>
                    <a:pt x="121" y="121"/>
                  </a:lnTo>
                  <a:lnTo>
                    <a:pt x="145" y="97"/>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13"/>
            <p:cNvSpPr/>
            <p:nvPr/>
          </p:nvSpPr>
          <p:spPr>
            <a:xfrm>
              <a:off x="1941300" y="2011900"/>
              <a:ext cx="3625" cy="3650"/>
            </a:xfrm>
            <a:custGeom>
              <a:avLst/>
              <a:gdLst/>
              <a:ahLst/>
              <a:cxnLst/>
              <a:rect l="l" t="t" r="r" b="b"/>
              <a:pathLst>
                <a:path w="145" h="146" extrusionOk="0">
                  <a:moveTo>
                    <a:pt x="49" y="1"/>
                  </a:moveTo>
                  <a:lnTo>
                    <a:pt x="24" y="25"/>
                  </a:lnTo>
                  <a:lnTo>
                    <a:pt x="0" y="49"/>
                  </a:lnTo>
                  <a:lnTo>
                    <a:pt x="0" y="97"/>
                  </a:lnTo>
                  <a:lnTo>
                    <a:pt x="24" y="145"/>
                  </a:lnTo>
                  <a:lnTo>
                    <a:pt x="73" y="145"/>
                  </a:lnTo>
                  <a:lnTo>
                    <a:pt x="121" y="121"/>
                  </a:lnTo>
                  <a:lnTo>
                    <a:pt x="145" y="73"/>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13"/>
            <p:cNvSpPr/>
            <p:nvPr/>
          </p:nvSpPr>
          <p:spPr>
            <a:xfrm>
              <a:off x="1992450" y="1937875"/>
              <a:ext cx="3650" cy="4250"/>
            </a:xfrm>
            <a:custGeom>
              <a:avLst/>
              <a:gdLst/>
              <a:ahLst/>
              <a:cxnLst/>
              <a:rect l="l" t="t" r="r" b="b"/>
              <a:pathLst>
                <a:path w="146" h="170" extrusionOk="0">
                  <a:moveTo>
                    <a:pt x="49" y="1"/>
                  </a:moveTo>
                  <a:lnTo>
                    <a:pt x="1" y="25"/>
                  </a:lnTo>
                  <a:lnTo>
                    <a:pt x="1" y="73"/>
                  </a:lnTo>
                  <a:lnTo>
                    <a:pt x="25" y="121"/>
                  </a:lnTo>
                  <a:lnTo>
                    <a:pt x="73" y="169"/>
                  </a:lnTo>
                  <a:lnTo>
                    <a:pt x="121" y="169"/>
                  </a:lnTo>
                  <a:lnTo>
                    <a:pt x="145"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13"/>
            <p:cNvSpPr/>
            <p:nvPr/>
          </p:nvSpPr>
          <p:spPr>
            <a:xfrm>
              <a:off x="1829350" y="1966775"/>
              <a:ext cx="3650" cy="4225"/>
            </a:xfrm>
            <a:custGeom>
              <a:avLst/>
              <a:gdLst/>
              <a:ahLst/>
              <a:cxnLst/>
              <a:rect l="l" t="t" r="r" b="b"/>
              <a:pathLst>
                <a:path w="146" h="169" extrusionOk="0">
                  <a:moveTo>
                    <a:pt x="49" y="0"/>
                  </a:moveTo>
                  <a:lnTo>
                    <a:pt x="25" y="24"/>
                  </a:lnTo>
                  <a:lnTo>
                    <a:pt x="1" y="72"/>
                  </a:lnTo>
                  <a:lnTo>
                    <a:pt x="25" y="97"/>
                  </a:lnTo>
                  <a:lnTo>
                    <a:pt x="25" y="145"/>
                  </a:lnTo>
                  <a:lnTo>
                    <a:pt x="73" y="169"/>
                  </a:lnTo>
                  <a:lnTo>
                    <a:pt x="121" y="169"/>
                  </a:lnTo>
                  <a:lnTo>
                    <a:pt x="145" y="145"/>
                  </a:lnTo>
                  <a:lnTo>
                    <a:pt x="145" y="97"/>
                  </a:lnTo>
                  <a:lnTo>
                    <a:pt x="145"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13"/>
            <p:cNvSpPr/>
            <p:nvPr/>
          </p:nvSpPr>
          <p:spPr>
            <a:xfrm>
              <a:off x="2295175" y="2282725"/>
              <a:ext cx="3625" cy="3650"/>
            </a:xfrm>
            <a:custGeom>
              <a:avLst/>
              <a:gdLst/>
              <a:ahLst/>
              <a:cxnLst/>
              <a:rect l="l" t="t" r="r" b="b"/>
              <a:pathLst>
                <a:path w="145" h="146" extrusionOk="0">
                  <a:moveTo>
                    <a:pt x="97" y="1"/>
                  </a:moveTo>
                  <a:lnTo>
                    <a:pt x="49" y="25"/>
                  </a:lnTo>
                  <a:lnTo>
                    <a:pt x="1" y="49"/>
                  </a:lnTo>
                  <a:lnTo>
                    <a:pt x="1" y="97"/>
                  </a:lnTo>
                  <a:lnTo>
                    <a:pt x="49" y="145"/>
                  </a:lnTo>
                  <a:lnTo>
                    <a:pt x="97" y="145"/>
                  </a:lnTo>
                  <a:lnTo>
                    <a:pt x="145"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13"/>
            <p:cNvSpPr/>
            <p:nvPr/>
          </p:nvSpPr>
          <p:spPr>
            <a:xfrm>
              <a:off x="1895550" y="1931875"/>
              <a:ext cx="4850" cy="3625"/>
            </a:xfrm>
            <a:custGeom>
              <a:avLst/>
              <a:gdLst/>
              <a:ahLst/>
              <a:cxnLst/>
              <a:rect l="l" t="t" r="r" b="b"/>
              <a:pathLst>
                <a:path w="194" h="145" extrusionOk="0">
                  <a:moveTo>
                    <a:pt x="25" y="0"/>
                  </a:moveTo>
                  <a:lnTo>
                    <a:pt x="1" y="24"/>
                  </a:lnTo>
                  <a:lnTo>
                    <a:pt x="1" y="48"/>
                  </a:lnTo>
                  <a:lnTo>
                    <a:pt x="25" y="72"/>
                  </a:lnTo>
                  <a:lnTo>
                    <a:pt x="97" y="144"/>
                  </a:lnTo>
                  <a:lnTo>
                    <a:pt x="193" y="144"/>
                  </a:lnTo>
                  <a:lnTo>
                    <a:pt x="193" y="120"/>
                  </a:lnTo>
                  <a:lnTo>
                    <a:pt x="193" y="72"/>
                  </a:lnTo>
                  <a:lnTo>
                    <a:pt x="145"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13"/>
            <p:cNvSpPr/>
            <p:nvPr/>
          </p:nvSpPr>
          <p:spPr>
            <a:xfrm>
              <a:off x="2280125" y="2372400"/>
              <a:ext cx="3650" cy="3625"/>
            </a:xfrm>
            <a:custGeom>
              <a:avLst/>
              <a:gdLst/>
              <a:ahLst/>
              <a:cxnLst/>
              <a:rect l="l" t="t" r="r" b="b"/>
              <a:pathLst>
                <a:path w="146" h="145" extrusionOk="0">
                  <a:moveTo>
                    <a:pt x="49" y="1"/>
                  </a:moveTo>
                  <a:lnTo>
                    <a:pt x="1" y="49"/>
                  </a:lnTo>
                  <a:lnTo>
                    <a:pt x="1" y="121"/>
                  </a:lnTo>
                  <a:lnTo>
                    <a:pt x="25" y="145"/>
                  </a:lnTo>
                  <a:lnTo>
                    <a:pt x="97" y="145"/>
                  </a:lnTo>
                  <a:lnTo>
                    <a:pt x="145"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13"/>
            <p:cNvSpPr/>
            <p:nvPr/>
          </p:nvSpPr>
          <p:spPr>
            <a:xfrm>
              <a:off x="2335500" y="1948725"/>
              <a:ext cx="3625" cy="3625"/>
            </a:xfrm>
            <a:custGeom>
              <a:avLst/>
              <a:gdLst/>
              <a:ahLst/>
              <a:cxnLst/>
              <a:rect l="l" t="t" r="r" b="b"/>
              <a:pathLst>
                <a:path w="145" h="145" extrusionOk="0">
                  <a:moveTo>
                    <a:pt x="25" y="0"/>
                  </a:moveTo>
                  <a:lnTo>
                    <a:pt x="0" y="24"/>
                  </a:lnTo>
                  <a:lnTo>
                    <a:pt x="0" y="72"/>
                  </a:lnTo>
                  <a:lnTo>
                    <a:pt x="25" y="96"/>
                  </a:lnTo>
                  <a:lnTo>
                    <a:pt x="73" y="145"/>
                  </a:lnTo>
                  <a:lnTo>
                    <a:pt x="121" y="120"/>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13"/>
            <p:cNvSpPr/>
            <p:nvPr/>
          </p:nvSpPr>
          <p:spPr>
            <a:xfrm>
              <a:off x="2136900" y="2417550"/>
              <a:ext cx="3025" cy="4225"/>
            </a:xfrm>
            <a:custGeom>
              <a:avLst/>
              <a:gdLst/>
              <a:ahLst/>
              <a:cxnLst/>
              <a:rect l="l" t="t" r="r" b="b"/>
              <a:pathLst>
                <a:path w="121" h="169" extrusionOk="0">
                  <a:moveTo>
                    <a:pt x="48" y="0"/>
                  </a:moveTo>
                  <a:lnTo>
                    <a:pt x="0" y="24"/>
                  </a:lnTo>
                  <a:lnTo>
                    <a:pt x="0" y="72"/>
                  </a:lnTo>
                  <a:lnTo>
                    <a:pt x="0" y="120"/>
                  </a:lnTo>
                  <a:lnTo>
                    <a:pt x="24" y="144"/>
                  </a:lnTo>
                  <a:lnTo>
                    <a:pt x="72" y="169"/>
                  </a:lnTo>
                  <a:lnTo>
                    <a:pt x="97" y="169"/>
                  </a:lnTo>
                  <a:lnTo>
                    <a:pt x="121" y="144"/>
                  </a:lnTo>
                  <a:lnTo>
                    <a:pt x="121" y="96"/>
                  </a:lnTo>
                  <a:lnTo>
                    <a:pt x="121" y="72"/>
                  </a:lnTo>
                  <a:lnTo>
                    <a:pt x="97"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13"/>
            <p:cNvSpPr/>
            <p:nvPr/>
          </p:nvSpPr>
          <p:spPr>
            <a:xfrm>
              <a:off x="2080925" y="1931875"/>
              <a:ext cx="3625" cy="4225"/>
            </a:xfrm>
            <a:custGeom>
              <a:avLst/>
              <a:gdLst/>
              <a:ahLst/>
              <a:cxnLst/>
              <a:rect l="l" t="t" r="r" b="b"/>
              <a:pathLst>
                <a:path w="145" h="169" extrusionOk="0">
                  <a:moveTo>
                    <a:pt x="49" y="0"/>
                  </a:moveTo>
                  <a:lnTo>
                    <a:pt x="25" y="24"/>
                  </a:lnTo>
                  <a:lnTo>
                    <a:pt x="0" y="48"/>
                  </a:lnTo>
                  <a:lnTo>
                    <a:pt x="0" y="96"/>
                  </a:lnTo>
                  <a:lnTo>
                    <a:pt x="25" y="144"/>
                  </a:lnTo>
                  <a:lnTo>
                    <a:pt x="97" y="169"/>
                  </a:lnTo>
                  <a:lnTo>
                    <a:pt x="121" y="144"/>
                  </a:lnTo>
                  <a:lnTo>
                    <a:pt x="145" y="96"/>
                  </a:lnTo>
                  <a:lnTo>
                    <a:pt x="145"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13"/>
            <p:cNvSpPr/>
            <p:nvPr/>
          </p:nvSpPr>
          <p:spPr>
            <a:xfrm>
              <a:off x="1920225" y="2043800"/>
              <a:ext cx="4250" cy="3650"/>
            </a:xfrm>
            <a:custGeom>
              <a:avLst/>
              <a:gdLst/>
              <a:ahLst/>
              <a:cxnLst/>
              <a:rect l="l" t="t" r="r" b="b"/>
              <a:pathLst>
                <a:path w="170" h="146" extrusionOk="0">
                  <a:moveTo>
                    <a:pt x="73" y="1"/>
                  </a:moveTo>
                  <a:lnTo>
                    <a:pt x="25" y="25"/>
                  </a:lnTo>
                  <a:lnTo>
                    <a:pt x="1" y="49"/>
                  </a:lnTo>
                  <a:lnTo>
                    <a:pt x="1" y="97"/>
                  </a:lnTo>
                  <a:lnTo>
                    <a:pt x="1" y="121"/>
                  </a:lnTo>
                  <a:lnTo>
                    <a:pt x="49" y="145"/>
                  </a:lnTo>
                  <a:lnTo>
                    <a:pt x="97" y="145"/>
                  </a:lnTo>
                  <a:lnTo>
                    <a:pt x="121" y="121"/>
                  </a:lnTo>
                  <a:lnTo>
                    <a:pt x="145" y="97"/>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13"/>
            <p:cNvSpPr/>
            <p:nvPr/>
          </p:nvSpPr>
          <p:spPr>
            <a:xfrm>
              <a:off x="2206100" y="2485550"/>
              <a:ext cx="3050" cy="3025"/>
            </a:xfrm>
            <a:custGeom>
              <a:avLst/>
              <a:gdLst/>
              <a:ahLst/>
              <a:cxnLst/>
              <a:rect l="l" t="t" r="r" b="b"/>
              <a:pathLst>
                <a:path w="122" h="121" extrusionOk="0">
                  <a:moveTo>
                    <a:pt x="49" y="0"/>
                  </a:moveTo>
                  <a:lnTo>
                    <a:pt x="25" y="24"/>
                  </a:lnTo>
                  <a:lnTo>
                    <a:pt x="1" y="48"/>
                  </a:lnTo>
                  <a:lnTo>
                    <a:pt x="1" y="97"/>
                  </a:lnTo>
                  <a:lnTo>
                    <a:pt x="25" y="121"/>
                  </a:lnTo>
                  <a:lnTo>
                    <a:pt x="97" y="97"/>
                  </a:lnTo>
                  <a:lnTo>
                    <a:pt x="121" y="73"/>
                  </a:lnTo>
                  <a:lnTo>
                    <a:pt x="121"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13"/>
            <p:cNvSpPr/>
            <p:nvPr/>
          </p:nvSpPr>
          <p:spPr>
            <a:xfrm>
              <a:off x="2222350" y="2032375"/>
              <a:ext cx="3650" cy="3025"/>
            </a:xfrm>
            <a:custGeom>
              <a:avLst/>
              <a:gdLst/>
              <a:ahLst/>
              <a:cxnLst/>
              <a:rect l="l" t="t" r="r" b="b"/>
              <a:pathLst>
                <a:path w="146" h="121" extrusionOk="0">
                  <a:moveTo>
                    <a:pt x="73" y="0"/>
                  </a:moveTo>
                  <a:lnTo>
                    <a:pt x="25" y="48"/>
                  </a:lnTo>
                  <a:lnTo>
                    <a:pt x="1" y="97"/>
                  </a:lnTo>
                  <a:lnTo>
                    <a:pt x="25" y="121"/>
                  </a:lnTo>
                  <a:lnTo>
                    <a:pt x="73" y="121"/>
                  </a:lnTo>
                  <a:lnTo>
                    <a:pt x="145" y="72"/>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13"/>
            <p:cNvSpPr/>
            <p:nvPr/>
          </p:nvSpPr>
          <p:spPr>
            <a:xfrm>
              <a:off x="2330675" y="2332075"/>
              <a:ext cx="3050" cy="3650"/>
            </a:xfrm>
            <a:custGeom>
              <a:avLst/>
              <a:gdLst/>
              <a:ahLst/>
              <a:cxnLst/>
              <a:rect l="l" t="t" r="r" b="b"/>
              <a:pathLst>
                <a:path w="122" h="146" extrusionOk="0">
                  <a:moveTo>
                    <a:pt x="25" y="1"/>
                  </a:moveTo>
                  <a:lnTo>
                    <a:pt x="1" y="49"/>
                  </a:lnTo>
                  <a:lnTo>
                    <a:pt x="1" y="73"/>
                  </a:lnTo>
                  <a:lnTo>
                    <a:pt x="1" y="97"/>
                  </a:lnTo>
                  <a:lnTo>
                    <a:pt x="49" y="145"/>
                  </a:lnTo>
                  <a:lnTo>
                    <a:pt x="97" y="145"/>
                  </a:lnTo>
                  <a:lnTo>
                    <a:pt x="121" y="121"/>
                  </a:lnTo>
                  <a:lnTo>
                    <a:pt x="121"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13"/>
            <p:cNvSpPr/>
            <p:nvPr/>
          </p:nvSpPr>
          <p:spPr>
            <a:xfrm>
              <a:off x="2275325" y="2075700"/>
              <a:ext cx="3625" cy="3625"/>
            </a:xfrm>
            <a:custGeom>
              <a:avLst/>
              <a:gdLst/>
              <a:ahLst/>
              <a:cxnLst/>
              <a:rect l="l" t="t" r="r" b="b"/>
              <a:pathLst>
                <a:path w="145" h="145" extrusionOk="0">
                  <a:moveTo>
                    <a:pt x="48" y="1"/>
                  </a:moveTo>
                  <a:lnTo>
                    <a:pt x="0" y="25"/>
                  </a:lnTo>
                  <a:lnTo>
                    <a:pt x="0" y="73"/>
                  </a:lnTo>
                  <a:lnTo>
                    <a:pt x="0" y="97"/>
                  </a:lnTo>
                  <a:lnTo>
                    <a:pt x="24" y="121"/>
                  </a:lnTo>
                  <a:lnTo>
                    <a:pt x="72" y="145"/>
                  </a:lnTo>
                  <a:lnTo>
                    <a:pt x="96" y="121"/>
                  </a:lnTo>
                  <a:lnTo>
                    <a:pt x="120" y="97"/>
                  </a:lnTo>
                  <a:lnTo>
                    <a:pt x="145" y="49"/>
                  </a:lnTo>
                  <a:lnTo>
                    <a:pt x="120"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13"/>
            <p:cNvSpPr/>
            <p:nvPr/>
          </p:nvSpPr>
          <p:spPr>
            <a:xfrm>
              <a:off x="1984025" y="1901175"/>
              <a:ext cx="3650" cy="4225"/>
            </a:xfrm>
            <a:custGeom>
              <a:avLst/>
              <a:gdLst/>
              <a:ahLst/>
              <a:cxnLst/>
              <a:rect l="l" t="t" r="r" b="b"/>
              <a:pathLst>
                <a:path w="146" h="169" extrusionOk="0">
                  <a:moveTo>
                    <a:pt x="97" y="0"/>
                  </a:moveTo>
                  <a:lnTo>
                    <a:pt x="1" y="97"/>
                  </a:lnTo>
                  <a:lnTo>
                    <a:pt x="1" y="121"/>
                  </a:lnTo>
                  <a:lnTo>
                    <a:pt x="25" y="169"/>
                  </a:lnTo>
                  <a:lnTo>
                    <a:pt x="49" y="169"/>
                  </a:lnTo>
                  <a:lnTo>
                    <a:pt x="73" y="145"/>
                  </a:lnTo>
                  <a:lnTo>
                    <a:pt x="121" y="73"/>
                  </a:lnTo>
                  <a:lnTo>
                    <a:pt x="121" y="97"/>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13"/>
            <p:cNvSpPr/>
            <p:nvPr/>
          </p:nvSpPr>
          <p:spPr>
            <a:xfrm>
              <a:off x="2192875" y="2498775"/>
              <a:ext cx="3025" cy="3650"/>
            </a:xfrm>
            <a:custGeom>
              <a:avLst/>
              <a:gdLst/>
              <a:ahLst/>
              <a:cxnLst/>
              <a:rect l="l" t="t" r="r" b="b"/>
              <a:pathLst>
                <a:path w="121" h="146" extrusionOk="0">
                  <a:moveTo>
                    <a:pt x="24" y="1"/>
                  </a:moveTo>
                  <a:lnTo>
                    <a:pt x="0" y="49"/>
                  </a:lnTo>
                  <a:lnTo>
                    <a:pt x="0" y="73"/>
                  </a:lnTo>
                  <a:lnTo>
                    <a:pt x="48" y="121"/>
                  </a:lnTo>
                  <a:lnTo>
                    <a:pt x="72" y="145"/>
                  </a:lnTo>
                  <a:lnTo>
                    <a:pt x="96" y="145"/>
                  </a:lnTo>
                  <a:lnTo>
                    <a:pt x="120" y="97"/>
                  </a:lnTo>
                  <a:lnTo>
                    <a:pt x="120"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13"/>
            <p:cNvSpPr/>
            <p:nvPr/>
          </p:nvSpPr>
          <p:spPr>
            <a:xfrm>
              <a:off x="2185650" y="2288750"/>
              <a:ext cx="3025" cy="3625"/>
            </a:xfrm>
            <a:custGeom>
              <a:avLst/>
              <a:gdLst/>
              <a:ahLst/>
              <a:cxnLst/>
              <a:rect l="l" t="t" r="r" b="b"/>
              <a:pathLst>
                <a:path w="121" h="145" extrusionOk="0">
                  <a:moveTo>
                    <a:pt x="72" y="0"/>
                  </a:moveTo>
                  <a:lnTo>
                    <a:pt x="0" y="24"/>
                  </a:lnTo>
                  <a:lnTo>
                    <a:pt x="0" y="73"/>
                  </a:lnTo>
                  <a:lnTo>
                    <a:pt x="0" y="121"/>
                  </a:lnTo>
                  <a:lnTo>
                    <a:pt x="48" y="145"/>
                  </a:lnTo>
                  <a:lnTo>
                    <a:pt x="96" y="145"/>
                  </a:lnTo>
                  <a:lnTo>
                    <a:pt x="121" y="121"/>
                  </a:lnTo>
                  <a:lnTo>
                    <a:pt x="121" y="73"/>
                  </a:lnTo>
                  <a:lnTo>
                    <a:pt x="121" y="49"/>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13"/>
            <p:cNvSpPr/>
            <p:nvPr/>
          </p:nvSpPr>
          <p:spPr>
            <a:xfrm>
              <a:off x="2313225" y="2460275"/>
              <a:ext cx="4250" cy="3025"/>
            </a:xfrm>
            <a:custGeom>
              <a:avLst/>
              <a:gdLst/>
              <a:ahLst/>
              <a:cxnLst/>
              <a:rect l="l" t="t" r="r" b="b"/>
              <a:pathLst>
                <a:path w="170" h="121" extrusionOk="0">
                  <a:moveTo>
                    <a:pt x="49" y="0"/>
                  </a:moveTo>
                  <a:lnTo>
                    <a:pt x="1" y="24"/>
                  </a:lnTo>
                  <a:lnTo>
                    <a:pt x="1" y="48"/>
                  </a:lnTo>
                  <a:lnTo>
                    <a:pt x="25" y="72"/>
                  </a:lnTo>
                  <a:lnTo>
                    <a:pt x="97" y="121"/>
                  </a:lnTo>
                  <a:lnTo>
                    <a:pt x="145" y="121"/>
                  </a:lnTo>
                  <a:lnTo>
                    <a:pt x="169" y="97"/>
                  </a:lnTo>
                  <a:lnTo>
                    <a:pt x="169"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13"/>
            <p:cNvSpPr/>
            <p:nvPr/>
          </p:nvSpPr>
          <p:spPr>
            <a:xfrm>
              <a:off x="2145325" y="2497575"/>
              <a:ext cx="3025" cy="3650"/>
            </a:xfrm>
            <a:custGeom>
              <a:avLst/>
              <a:gdLst/>
              <a:ahLst/>
              <a:cxnLst/>
              <a:rect l="l" t="t" r="r" b="b"/>
              <a:pathLst>
                <a:path w="121" h="146" extrusionOk="0">
                  <a:moveTo>
                    <a:pt x="48" y="1"/>
                  </a:moveTo>
                  <a:lnTo>
                    <a:pt x="0" y="25"/>
                  </a:lnTo>
                  <a:lnTo>
                    <a:pt x="0" y="73"/>
                  </a:lnTo>
                  <a:lnTo>
                    <a:pt x="24" y="121"/>
                  </a:lnTo>
                  <a:lnTo>
                    <a:pt x="72" y="145"/>
                  </a:lnTo>
                  <a:lnTo>
                    <a:pt x="121" y="97"/>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13"/>
            <p:cNvSpPr/>
            <p:nvPr/>
          </p:nvSpPr>
          <p:spPr>
            <a:xfrm>
              <a:off x="2269900" y="2033575"/>
              <a:ext cx="3025" cy="3625"/>
            </a:xfrm>
            <a:custGeom>
              <a:avLst/>
              <a:gdLst/>
              <a:ahLst/>
              <a:cxnLst/>
              <a:rect l="l" t="t" r="r" b="b"/>
              <a:pathLst>
                <a:path w="121" h="145" extrusionOk="0">
                  <a:moveTo>
                    <a:pt x="49" y="0"/>
                  </a:moveTo>
                  <a:lnTo>
                    <a:pt x="25" y="24"/>
                  </a:lnTo>
                  <a:lnTo>
                    <a:pt x="0" y="73"/>
                  </a:lnTo>
                  <a:lnTo>
                    <a:pt x="25" y="121"/>
                  </a:lnTo>
                  <a:lnTo>
                    <a:pt x="49" y="145"/>
                  </a:lnTo>
                  <a:lnTo>
                    <a:pt x="97" y="145"/>
                  </a:lnTo>
                  <a:lnTo>
                    <a:pt x="121" y="97"/>
                  </a:lnTo>
                  <a:lnTo>
                    <a:pt x="121" y="49"/>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13"/>
            <p:cNvSpPr/>
            <p:nvPr/>
          </p:nvSpPr>
          <p:spPr>
            <a:xfrm>
              <a:off x="1966575" y="1850025"/>
              <a:ext cx="4250" cy="3025"/>
            </a:xfrm>
            <a:custGeom>
              <a:avLst/>
              <a:gdLst/>
              <a:ahLst/>
              <a:cxnLst/>
              <a:rect l="l" t="t" r="r" b="b"/>
              <a:pathLst>
                <a:path w="170" h="121" extrusionOk="0">
                  <a:moveTo>
                    <a:pt x="145" y="0"/>
                  </a:moveTo>
                  <a:lnTo>
                    <a:pt x="49" y="24"/>
                  </a:lnTo>
                  <a:lnTo>
                    <a:pt x="25" y="48"/>
                  </a:lnTo>
                  <a:lnTo>
                    <a:pt x="1" y="72"/>
                  </a:lnTo>
                  <a:lnTo>
                    <a:pt x="25" y="120"/>
                  </a:lnTo>
                  <a:lnTo>
                    <a:pt x="73" y="120"/>
                  </a:lnTo>
                  <a:lnTo>
                    <a:pt x="97" y="96"/>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13"/>
            <p:cNvSpPr/>
            <p:nvPr/>
          </p:nvSpPr>
          <p:spPr>
            <a:xfrm>
              <a:off x="1980425" y="2009500"/>
              <a:ext cx="3625" cy="3025"/>
            </a:xfrm>
            <a:custGeom>
              <a:avLst/>
              <a:gdLst/>
              <a:ahLst/>
              <a:cxnLst/>
              <a:rect l="l" t="t" r="r" b="b"/>
              <a:pathLst>
                <a:path w="145" h="121" extrusionOk="0">
                  <a:moveTo>
                    <a:pt x="48" y="0"/>
                  </a:moveTo>
                  <a:lnTo>
                    <a:pt x="0" y="49"/>
                  </a:lnTo>
                  <a:lnTo>
                    <a:pt x="0" y="73"/>
                  </a:lnTo>
                  <a:lnTo>
                    <a:pt x="0" y="97"/>
                  </a:lnTo>
                  <a:lnTo>
                    <a:pt x="48" y="121"/>
                  </a:lnTo>
                  <a:lnTo>
                    <a:pt x="96" y="121"/>
                  </a:lnTo>
                  <a:lnTo>
                    <a:pt x="121" y="97"/>
                  </a:lnTo>
                  <a:lnTo>
                    <a:pt x="145" y="73"/>
                  </a:lnTo>
                  <a:lnTo>
                    <a:pt x="121" y="49"/>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13"/>
            <p:cNvSpPr/>
            <p:nvPr/>
          </p:nvSpPr>
          <p:spPr>
            <a:xfrm>
              <a:off x="1993650" y="2013700"/>
              <a:ext cx="3650" cy="3650"/>
            </a:xfrm>
            <a:custGeom>
              <a:avLst/>
              <a:gdLst/>
              <a:ahLst/>
              <a:cxnLst/>
              <a:rect l="l" t="t" r="r" b="b"/>
              <a:pathLst>
                <a:path w="146" h="146" extrusionOk="0">
                  <a:moveTo>
                    <a:pt x="73" y="1"/>
                  </a:moveTo>
                  <a:lnTo>
                    <a:pt x="25" y="25"/>
                  </a:lnTo>
                  <a:lnTo>
                    <a:pt x="1" y="97"/>
                  </a:lnTo>
                  <a:lnTo>
                    <a:pt x="25" y="121"/>
                  </a:lnTo>
                  <a:lnTo>
                    <a:pt x="73" y="145"/>
                  </a:lnTo>
                  <a:lnTo>
                    <a:pt x="97" y="145"/>
                  </a:lnTo>
                  <a:lnTo>
                    <a:pt x="121" y="121"/>
                  </a:lnTo>
                  <a:lnTo>
                    <a:pt x="145"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13"/>
            <p:cNvSpPr/>
            <p:nvPr/>
          </p:nvSpPr>
          <p:spPr>
            <a:xfrm>
              <a:off x="2341525" y="1818725"/>
              <a:ext cx="3625" cy="3025"/>
            </a:xfrm>
            <a:custGeom>
              <a:avLst/>
              <a:gdLst/>
              <a:ahLst/>
              <a:cxnLst/>
              <a:rect l="l" t="t" r="r" b="b"/>
              <a:pathLst>
                <a:path w="145" h="121" extrusionOk="0">
                  <a:moveTo>
                    <a:pt x="72" y="0"/>
                  </a:moveTo>
                  <a:lnTo>
                    <a:pt x="24" y="24"/>
                  </a:lnTo>
                  <a:lnTo>
                    <a:pt x="0" y="73"/>
                  </a:lnTo>
                  <a:lnTo>
                    <a:pt x="24" y="97"/>
                  </a:lnTo>
                  <a:lnTo>
                    <a:pt x="48" y="121"/>
                  </a:lnTo>
                  <a:lnTo>
                    <a:pt x="96" y="121"/>
                  </a:lnTo>
                  <a:lnTo>
                    <a:pt x="145" y="73"/>
                  </a:lnTo>
                  <a:lnTo>
                    <a:pt x="145"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13"/>
            <p:cNvSpPr/>
            <p:nvPr/>
          </p:nvSpPr>
          <p:spPr>
            <a:xfrm>
              <a:off x="1881125" y="1930050"/>
              <a:ext cx="3625" cy="3050"/>
            </a:xfrm>
            <a:custGeom>
              <a:avLst/>
              <a:gdLst/>
              <a:ahLst/>
              <a:cxnLst/>
              <a:rect l="l" t="t" r="r" b="b"/>
              <a:pathLst>
                <a:path w="145" h="122" extrusionOk="0">
                  <a:moveTo>
                    <a:pt x="24" y="1"/>
                  </a:moveTo>
                  <a:lnTo>
                    <a:pt x="0" y="49"/>
                  </a:lnTo>
                  <a:lnTo>
                    <a:pt x="0" y="73"/>
                  </a:lnTo>
                  <a:lnTo>
                    <a:pt x="24" y="97"/>
                  </a:lnTo>
                  <a:lnTo>
                    <a:pt x="72" y="121"/>
                  </a:lnTo>
                  <a:lnTo>
                    <a:pt x="120" y="97"/>
                  </a:lnTo>
                  <a:lnTo>
                    <a:pt x="145" y="49"/>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13"/>
            <p:cNvSpPr/>
            <p:nvPr/>
          </p:nvSpPr>
          <p:spPr>
            <a:xfrm>
              <a:off x="2287350" y="2454850"/>
              <a:ext cx="3025" cy="4250"/>
            </a:xfrm>
            <a:custGeom>
              <a:avLst/>
              <a:gdLst/>
              <a:ahLst/>
              <a:cxnLst/>
              <a:rect l="l" t="t" r="r" b="b"/>
              <a:pathLst>
                <a:path w="121" h="170" extrusionOk="0">
                  <a:moveTo>
                    <a:pt x="49" y="1"/>
                  </a:moveTo>
                  <a:lnTo>
                    <a:pt x="1" y="25"/>
                  </a:lnTo>
                  <a:lnTo>
                    <a:pt x="1" y="73"/>
                  </a:lnTo>
                  <a:lnTo>
                    <a:pt x="1" y="97"/>
                  </a:lnTo>
                  <a:lnTo>
                    <a:pt x="25" y="145"/>
                  </a:lnTo>
                  <a:lnTo>
                    <a:pt x="73" y="169"/>
                  </a:lnTo>
                  <a:lnTo>
                    <a:pt x="97" y="145"/>
                  </a:lnTo>
                  <a:lnTo>
                    <a:pt x="121" y="121"/>
                  </a:lnTo>
                  <a:lnTo>
                    <a:pt x="121" y="73"/>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5" name="Google Shape;5125;p13"/>
            <p:cNvSpPr/>
            <p:nvPr/>
          </p:nvSpPr>
          <p:spPr>
            <a:xfrm>
              <a:off x="2316850" y="2341700"/>
              <a:ext cx="3625" cy="3650"/>
            </a:xfrm>
            <a:custGeom>
              <a:avLst/>
              <a:gdLst/>
              <a:ahLst/>
              <a:cxnLst/>
              <a:rect l="l" t="t" r="r" b="b"/>
              <a:pathLst>
                <a:path w="145" h="146" extrusionOk="0">
                  <a:moveTo>
                    <a:pt x="48" y="1"/>
                  </a:moveTo>
                  <a:lnTo>
                    <a:pt x="24" y="25"/>
                  </a:lnTo>
                  <a:lnTo>
                    <a:pt x="0" y="73"/>
                  </a:lnTo>
                  <a:lnTo>
                    <a:pt x="24" y="121"/>
                  </a:lnTo>
                  <a:lnTo>
                    <a:pt x="72" y="145"/>
                  </a:lnTo>
                  <a:lnTo>
                    <a:pt x="96" y="121"/>
                  </a:lnTo>
                  <a:lnTo>
                    <a:pt x="145" y="73"/>
                  </a:lnTo>
                  <a:lnTo>
                    <a:pt x="145"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6" name="Google Shape;5126;p13"/>
            <p:cNvSpPr/>
            <p:nvPr/>
          </p:nvSpPr>
          <p:spPr>
            <a:xfrm>
              <a:off x="2077300" y="1945100"/>
              <a:ext cx="2450" cy="3025"/>
            </a:xfrm>
            <a:custGeom>
              <a:avLst/>
              <a:gdLst/>
              <a:ahLst/>
              <a:cxnLst/>
              <a:rect l="l" t="t" r="r" b="b"/>
              <a:pathLst>
                <a:path w="98" h="121" extrusionOk="0">
                  <a:moveTo>
                    <a:pt x="25" y="1"/>
                  </a:moveTo>
                  <a:lnTo>
                    <a:pt x="1" y="25"/>
                  </a:lnTo>
                  <a:lnTo>
                    <a:pt x="1" y="73"/>
                  </a:lnTo>
                  <a:lnTo>
                    <a:pt x="1" y="97"/>
                  </a:lnTo>
                  <a:lnTo>
                    <a:pt x="25" y="121"/>
                  </a:lnTo>
                  <a:lnTo>
                    <a:pt x="49" y="121"/>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13"/>
            <p:cNvSpPr/>
            <p:nvPr/>
          </p:nvSpPr>
          <p:spPr>
            <a:xfrm>
              <a:off x="2123650" y="2501200"/>
              <a:ext cx="2425" cy="3025"/>
            </a:xfrm>
            <a:custGeom>
              <a:avLst/>
              <a:gdLst/>
              <a:ahLst/>
              <a:cxnLst/>
              <a:rect l="l" t="t" r="r" b="b"/>
              <a:pathLst>
                <a:path w="97" h="121" extrusionOk="0">
                  <a:moveTo>
                    <a:pt x="73" y="0"/>
                  </a:moveTo>
                  <a:lnTo>
                    <a:pt x="25" y="24"/>
                  </a:lnTo>
                  <a:lnTo>
                    <a:pt x="1" y="48"/>
                  </a:lnTo>
                  <a:lnTo>
                    <a:pt x="25" y="97"/>
                  </a:lnTo>
                  <a:lnTo>
                    <a:pt x="73" y="121"/>
                  </a:lnTo>
                  <a:lnTo>
                    <a:pt x="97"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8" name="Google Shape;5128;p13"/>
            <p:cNvSpPr/>
            <p:nvPr/>
          </p:nvSpPr>
          <p:spPr>
            <a:xfrm>
              <a:off x="2031575" y="1922825"/>
              <a:ext cx="2425" cy="3650"/>
            </a:xfrm>
            <a:custGeom>
              <a:avLst/>
              <a:gdLst/>
              <a:ahLst/>
              <a:cxnLst/>
              <a:rect l="l" t="t" r="r" b="b"/>
              <a:pathLst>
                <a:path w="97" h="146" extrusionOk="0">
                  <a:moveTo>
                    <a:pt x="24" y="1"/>
                  </a:moveTo>
                  <a:lnTo>
                    <a:pt x="0" y="25"/>
                  </a:lnTo>
                  <a:lnTo>
                    <a:pt x="0" y="97"/>
                  </a:lnTo>
                  <a:lnTo>
                    <a:pt x="24" y="121"/>
                  </a:lnTo>
                  <a:lnTo>
                    <a:pt x="49" y="145"/>
                  </a:lnTo>
                  <a:lnTo>
                    <a:pt x="97" y="97"/>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9" name="Google Shape;5129;p13"/>
            <p:cNvSpPr/>
            <p:nvPr/>
          </p:nvSpPr>
          <p:spPr>
            <a:xfrm>
              <a:off x="1864275" y="1957750"/>
              <a:ext cx="3025" cy="3025"/>
            </a:xfrm>
            <a:custGeom>
              <a:avLst/>
              <a:gdLst/>
              <a:ahLst/>
              <a:cxnLst/>
              <a:rect l="l" t="t" r="r" b="b"/>
              <a:pathLst>
                <a:path w="121" h="121" extrusionOk="0">
                  <a:moveTo>
                    <a:pt x="48" y="0"/>
                  </a:moveTo>
                  <a:lnTo>
                    <a:pt x="0" y="48"/>
                  </a:lnTo>
                  <a:lnTo>
                    <a:pt x="0" y="96"/>
                  </a:lnTo>
                  <a:lnTo>
                    <a:pt x="0" y="121"/>
                  </a:lnTo>
                  <a:lnTo>
                    <a:pt x="72" y="121"/>
                  </a:lnTo>
                  <a:lnTo>
                    <a:pt x="120" y="72"/>
                  </a:lnTo>
                  <a:lnTo>
                    <a:pt x="120"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0" name="Google Shape;5130;p13"/>
            <p:cNvSpPr/>
            <p:nvPr/>
          </p:nvSpPr>
          <p:spPr>
            <a:xfrm>
              <a:off x="1984025" y="1915000"/>
              <a:ext cx="2425" cy="3650"/>
            </a:xfrm>
            <a:custGeom>
              <a:avLst/>
              <a:gdLst/>
              <a:ahLst/>
              <a:cxnLst/>
              <a:rect l="l" t="t" r="r" b="b"/>
              <a:pathLst>
                <a:path w="97" h="146" extrusionOk="0">
                  <a:moveTo>
                    <a:pt x="49" y="1"/>
                  </a:moveTo>
                  <a:lnTo>
                    <a:pt x="1" y="97"/>
                  </a:lnTo>
                  <a:lnTo>
                    <a:pt x="49" y="145"/>
                  </a:lnTo>
                  <a:lnTo>
                    <a:pt x="73" y="145"/>
                  </a:lnTo>
                  <a:lnTo>
                    <a:pt x="97" y="121"/>
                  </a:lnTo>
                  <a:lnTo>
                    <a:pt x="97"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1" name="Google Shape;5131;p13"/>
            <p:cNvSpPr/>
            <p:nvPr/>
          </p:nvSpPr>
          <p:spPr>
            <a:xfrm>
              <a:off x="2124850" y="2506600"/>
              <a:ext cx="3050" cy="3050"/>
            </a:xfrm>
            <a:custGeom>
              <a:avLst/>
              <a:gdLst/>
              <a:ahLst/>
              <a:cxnLst/>
              <a:rect l="l" t="t" r="r" b="b"/>
              <a:pathLst>
                <a:path w="122" h="122" extrusionOk="0">
                  <a:moveTo>
                    <a:pt x="49" y="1"/>
                  </a:moveTo>
                  <a:lnTo>
                    <a:pt x="25" y="25"/>
                  </a:lnTo>
                  <a:lnTo>
                    <a:pt x="1" y="49"/>
                  </a:lnTo>
                  <a:lnTo>
                    <a:pt x="1" y="73"/>
                  </a:lnTo>
                  <a:lnTo>
                    <a:pt x="25" y="121"/>
                  </a:lnTo>
                  <a:lnTo>
                    <a:pt x="97" y="121"/>
                  </a:lnTo>
                  <a:lnTo>
                    <a:pt x="121" y="73"/>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2" name="Google Shape;5132;p13"/>
            <p:cNvSpPr/>
            <p:nvPr/>
          </p:nvSpPr>
          <p:spPr>
            <a:xfrm>
              <a:off x="2109200" y="1928850"/>
              <a:ext cx="3650" cy="3050"/>
            </a:xfrm>
            <a:custGeom>
              <a:avLst/>
              <a:gdLst/>
              <a:ahLst/>
              <a:cxnLst/>
              <a:rect l="l" t="t" r="r" b="b"/>
              <a:pathLst>
                <a:path w="146" h="122" extrusionOk="0">
                  <a:moveTo>
                    <a:pt x="49" y="1"/>
                  </a:moveTo>
                  <a:lnTo>
                    <a:pt x="1" y="49"/>
                  </a:lnTo>
                  <a:lnTo>
                    <a:pt x="1" y="97"/>
                  </a:lnTo>
                  <a:lnTo>
                    <a:pt x="49" y="121"/>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3" name="Google Shape;5133;p13"/>
            <p:cNvSpPr/>
            <p:nvPr/>
          </p:nvSpPr>
          <p:spPr>
            <a:xfrm>
              <a:off x="1990050" y="1933075"/>
              <a:ext cx="2425" cy="2425"/>
            </a:xfrm>
            <a:custGeom>
              <a:avLst/>
              <a:gdLst/>
              <a:ahLst/>
              <a:cxnLst/>
              <a:rect l="l" t="t" r="r" b="b"/>
              <a:pathLst>
                <a:path w="97" h="97" extrusionOk="0">
                  <a:moveTo>
                    <a:pt x="49" y="0"/>
                  </a:moveTo>
                  <a:lnTo>
                    <a:pt x="0" y="24"/>
                  </a:lnTo>
                  <a:lnTo>
                    <a:pt x="0" y="72"/>
                  </a:lnTo>
                  <a:lnTo>
                    <a:pt x="24" y="96"/>
                  </a:lnTo>
                  <a:lnTo>
                    <a:pt x="73" y="96"/>
                  </a:lnTo>
                  <a:lnTo>
                    <a:pt x="97" y="72"/>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4" name="Google Shape;5134;p13"/>
            <p:cNvSpPr/>
            <p:nvPr/>
          </p:nvSpPr>
          <p:spPr>
            <a:xfrm>
              <a:off x="2284950" y="2010100"/>
              <a:ext cx="3625" cy="2425"/>
            </a:xfrm>
            <a:custGeom>
              <a:avLst/>
              <a:gdLst/>
              <a:ahLst/>
              <a:cxnLst/>
              <a:rect l="l" t="t" r="r" b="b"/>
              <a:pathLst>
                <a:path w="145" h="97" extrusionOk="0">
                  <a:moveTo>
                    <a:pt x="24" y="1"/>
                  </a:moveTo>
                  <a:lnTo>
                    <a:pt x="0" y="49"/>
                  </a:lnTo>
                  <a:lnTo>
                    <a:pt x="24" y="73"/>
                  </a:lnTo>
                  <a:lnTo>
                    <a:pt x="72" y="97"/>
                  </a:lnTo>
                  <a:lnTo>
                    <a:pt x="121" y="73"/>
                  </a:lnTo>
                  <a:lnTo>
                    <a:pt x="145" y="49"/>
                  </a:lnTo>
                  <a:lnTo>
                    <a:pt x="121"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5" name="Google Shape;5135;p13"/>
            <p:cNvSpPr/>
            <p:nvPr/>
          </p:nvSpPr>
          <p:spPr>
            <a:xfrm>
              <a:off x="2223550" y="2499375"/>
              <a:ext cx="2450" cy="2450"/>
            </a:xfrm>
            <a:custGeom>
              <a:avLst/>
              <a:gdLst/>
              <a:ahLst/>
              <a:cxnLst/>
              <a:rect l="l" t="t" r="r" b="b"/>
              <a:pathLst>
                <a:path w="98" h="98" extrusionOk="0">
                  <a:moveTo>
                    <a:pt x="49" y="1"/>
                  </a:moveTo>
                  <a:lnTo>
                    <a:pt x="1" y="25"/>
                  </a:lnTo>
                  <a:lnTo>
                    <a:pt x="1" y="49"/>
                  </a:lnTo>
                  <a:lnTo>
                    <a:pt x="25" y="97"/>
                  </a:lnTo>
                  <a:lnTo>
                    <a:pt x="73" y="97"/>
                  </a:lnTo>
                  <a:lnTo>
                    <a:pt x="97" y="73"/>
                  </a:lnTo>
                  <a:lnTo>
                    <a:pt x="97"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6" name="Google Shape;5136;p13"/>
            <p:cNvSpPr/>
            <p:nvPr/>
          </p:nvSpPr>
          <p:spPr>
            <a:xfrm>
              <a:off x="2049025" y="2531275"/>
              <a:ext cx="3625" cy="3650"/>
            </a:xfrm>
            <a:custGeom>
              <a:avLst/>
              <a:gdLst/>
              <a:ahLst/>
              <a:cxnLst/>
              <a:rect l="l" t="t" r="r" b="b"/>
              <a:pathLst>
                <a:path w="145" h="146" extrusionOk="0">
                  <a:moveTo>
                    <a:pt x="1" y="1"/>
                  </a:moveTo>
                  <a:lnTo>
                    <a:pt x="25" y="97"/>
                  </a:lnTo>
                  <a:lnTo>
                    <a:pt x="49" y="145"/>
                  </a:lnTo>
                  <a:lnTo>
                    <a:pt x="97" y="145"/>
                  </a:lnTo>
                  <a:lnTo>
                    <a:pt x="145" y="97"/>
                  </a:lnTo>
                  <a:lnTo>
                    <a:pt x="97" y="49"/>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7" name="Google Shape;5137;p13"/>
            <p:cNvSpPr/>
            <p:nvPr/>
          </p:nvSpPr>
          <p:spPr>
            <a:xfrm>
              <a:off x="1894350" y="1923450"/>
              <a:ext cx="3050" cy="3025"/>
            </a:xfrm>
            <a:custGeom>
              <a:avLst/>
              <a:gdLst/>
              <a:ahLst/>
              <a:cxnLst/>
              <a:rect l="l" t="t" r="r" b="b"/>
              <a:pathLst>
                <a:path w="122" h="121" extrusionOk="0">
                  <a:moveTo>
                    <a:pt x="49" y="0"/>
                  </a:moveTo>
                  <a:lnTo>
                    <a:pt x="25" y="24"/>
                  </a:lnTo>
                  <a:lnTo>
                    <a:pt x="1" y="48"/>
                  </a:lnTo>
                  <a:lnTo>
                    <a:pt x="25" y="96"/>
                  </a:lnTo>
                  <a:lnTo>
                    <a:pt x="49" y="120"/>
                  </a:lnTo>
                  <a:lnTo>
                    <a:pt x="97" y="96"/>
                  </a:lnTo>
                  <a:lnTo>
                    <a:pt x="121"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8" name="Google Shape;5138;p13"/>
            <p:cNvSpPr/>
            <p:nvPr/>
          </p:nvSpPr>
          <p:spPr>
            <a:xfrm>
              <a:off x="2041200" y="2034175"/>
              <a:ext cx="3025" cy="3025"/>
            </a:xfrm>
            <a:custGeom>
              <a:avLst/>
              <a:gdLst/>
              <a:ahLst/>
              <a:cxnLst/>
              <a:rect l="l" t="t" r="r" b="b"/>
              <a:pathLst>
                <a:path w="121" h="121" extrusionOk="0">
                  <a:moveTo>
                    <a:pt x="49" y="0"/>
                  </a:moveTo>
                  <a:lnTo>
                    <a:pt x="1" y="49"/>
                  </a:lnTo>
                  <a:lnTo>
                    <a:pt x="1" y="97"/>
                  </a:lnTo>
                  <a:lnTo>
                    <a:pt x="49" y="121"/>
                  </a:lnTo>
                  <a:lnTo>
                    <a:pt x="73" y="97"/>
                  </a:lnTo>
                  <a:lnTo>
                    <a:pt x="121"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9" name="Google Shape;5139;p13"/>
            <p:cNvSpPr/>
            <p:nvPr/>
          </p:nvSpPr>
          <p:spPr>
            <a:xfrm>
              <a:off x="2235000" y="2489150"/>
              <a:ext cx="2425" cy="2450"/>
            </a:xfrm>
            <a:custGeom>
              <a:avLst/>
              <a:gdLst/>
              <a:ahLst/>
              <a:cxnLst/>
              <a:rect l="l" t="t" r="r" b="b"/>
              <a:pathLst>
                <a:path w="97" h="98" extrusionOk="0">
                  <a:moveTo>
                    <a:pt x="24" y="1"/>
                  </a:moveTo>
                  <a:lnTo>
                    <a:pt x="0" y="25"/>
                  </a:lnTo>
                  <a:lnTo>
                    <a:pt x="0" y="73"/>
                  </a:lnTo>
                  <a:lnTo>
                    <a:pt x="24" y="97"/>
                  </a:lnTo>
                  <a:lnTo>
                    <a:pt x="72" y="97"/>
                  </a:lnTo>
                  <a:lnTo>
                    <a:pt x="96" y="73"/>
                  </a:lnTo>
                  <a:lnTo>
                    <a:pt x="96"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0" name="Google Shape;5140;p13"/>
            <p:cNvSpPr/>
            <p:nvPr/>
          </p:nvSpPr>
          <p:spPr>
            <a:xfrm>
              <a:off x="2166375" y="2471700"/>
              <a:ext cx="2450" cy="2425"/>
            </a:xfrm>
            <a:custGeom>
              <a:avLst/>
              <a:gdLst/>
              <a:ahLst/>
              <a:cxnLst/>
              <a:rect l="l" t="t" r="r" b="b"/>
              <a:pathLst>
                <a:path w="98" h="97" extrusionOk="0">
                  <a:moveTo>
                    <a:pt x="73" y="1"/>
                  </a:moveTo>
                  <a:lnTo>
                    <a:pt x="1" y="25"/>
                  </a:lnTo>
                  <a:lnTo>
                    <a:pt x="1" y="49"/>
                  </a:lnTo>
                  <a:lnTo>
                    <a:pt x="1" y="73"/>
                  </a:lnTo>
                  <a:lnTo>
                    <a:pt x="49" y="97"/>
                  </a:lnTo>
                  <a:lnTo>
                    <a:pt x="73" y="97"/>
                  </a:lnTo>
                  <a:lnTo>
                    <a:pt x="97"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1" name="Google Shape;5141;p13"/>
            <p:cNvSpPr/>
            <p:nvPr/>
          </p:nvSpPr>
          <p:spPr>
            <a:xfrm>
              <a:off x="2423975" y="2004075"/>
              <a:ext cx="3625" cy="3050"/>
            </a:xfrm>
            <a:custGeom>
              <a:avLst/>
              <a:gdLst/>
              <a:ahLst/>
              <a:cxnLst/>
              <a:rect l="l" t="t" r="r" b="b"/>
              <a:pathLst>
                <a:path w="145" h="122" extrusionOk="0">
                  <a:moveTo>
                    <a:pt x="72" y="1"/>
                  </a:moveTo>
                  <a:lnTo>
                    <a:pt x="0" y="49"/>
                  </a:lnTo>
                  <a:lnTo>
                    <a:pt x="0" y="73"/>
                  </a:lnTo>
                  <a:lnTo>
                    <a:pt x="24" y="121"/>
                  </a:lnTo>
                  <a:lnTo>
                    <a:pt x="72"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2" name="Google Shape;5142;p13"/>
            <p:cNvSpPr/>
            <p:nvPr/>
          </p:nvSpPr>
          <p:spPr>
            <a:xfrm>
              <a:off x="1823350" y="1970375"/>
              <a:ext cx="3025" cy="3050"/>
            </a:xfrm>
            <a:custGeom>
              <a:avLst/>
              <a:gdLst/>
              <a:ahLst/>
              <a:cxnLst/>
              <a:rect l="l" t="t" r="r" b="b"/>
              <a:pathLst>
                <a:path w="121" h="122" extrusionOk="0">
                  <a:moveTo>
                    <a:pt x="48" y="1"/>
                  </a:moveTo>
                  <a:lnTo>
                    <a:pt x="24" y="25"/>
                  </a:lnTo>
                  <a:lnTo>
                    <a:pt x="0" y="49"/>
                  </a:lnTo>
                  <a:lnTo>
                    <a:pt x="0" y="73"/>
                  </a:lnTo>
                  <a:lnTo>
                    <a:pt x="48" y="121"/>
                  </a:lnTo>
                  <a:lnTo>
                    <a:pt x="72" y="121"/>
                  </a:lnTo>
                  <a:lnTo>
                    <a:pt x="96" y="97"/>
                  </a:lnTo>
                  <a:lnTo>
                    <a:pt x="120" y="73"/>
                  </a:lnTo>
                  <a:lnTo>
                    <a:pt x="120"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3" name="Google Shape;5143;p13"/>
            <p:cNvSpPr/>
            <p:nvPr/>
          </p:nvSpPr>
          <p:spPr>
            <a:xfrm>
              <a:off x="1914825" y="2019125"/>
              <a:ext cx="3625" cy="3025"/>
            </a:xfrm>
            <a:custGeom>
              <a:avLst/>
              <a:gdLst/>
              <a:ahLst/>
              <a:cxnLst/>
              <a:rect l="l" t="t" r="r" b="b"/>
              <a:pathLst>
                <a:path w="145" h="121" extrusionOk="0">
                  <a:moveTo>
                    <a:pt x="48" y="1"/>
                  </a:moveTo>
                  <a:lnTo>
                    <a:pt x="24" y="25"/>
                  </a:lnTo>
                  <a:lnTo>
                    <a:pt x="0" y="73"/>
                  </a:lnTo>
                  <a:lnTo>
                    <a:pt x="48" y="121"/>
                  </a:lnTo>
                  <a:lnTo>
                    <a:pt x="96" y="121"/>
                  </a:lnTo>
                  <a:lnTo>
                    <a:pt x="145" y="97"/>
                  </a:lnTo>
                  <a:lnTo>
                    <a:pt x="145"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4" name="Google Shape;5144;p13"/>
            <p:cNvSpPr/>
            <p:nvPr/>
          </p:nvSpPr>
          <p:spPr>
            <a:xfrm>
              <a:off x="2397475" y="2362175"/>
              <a:ext cx="2450" cy="2425"/>
            </a:xfrm>
            <a:custGeom>
              <a:avLst/>
              <a:gdLst/>
              <a:ahLst/>
              <a:cxnLst/>
              <a:rect l="l" t="t" r="r" b="b"/>
              <a:pathLst>
                <a:path w="98" h="97" extrusionOk="0">
                  <a:moveTo>
                    <a:pt x="49" y="0"/>
                  </a:moveTo>
                  <a:lnTo>
                    <a:pt x="1" y="24"/>
                  </a:lnTo>
                  <a:lnTo>
                    <a:pt x="1" y="48"/>
                  </a:lnTo>
                  <a:lnTo>
                    <a:pt x="25" y="73"/>
                  </a:lnTo>
                  <a:lnTo>
                    <a:pt x="73" y="97"/>
                  </a:lnTo>
                  <a:lnTo>
                    <a:pt x="97"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5" name="Google Shape;5145;p13"/>
            <p:cNvSpPr/>
            <p:nvPr/>
          </p:nvSpPr>
          <p:spPr>
            <a:xfrm>
              <a:off x="2240400" y="1803675"/>
              <a:ext cx="3650" cy="2425"/>
            </a:xfrm>
            <a:custGeom>
              <a:avLst/>
              <a:gdLst/>
              <a:ahLst/>
              <a:cxnLst/>
              <a:rect l="l" t="t" r="r" b="b"/>
              <a:pathLst>
                <a:path w="146" h="97" extrusionOk="0">
                  <a:moveTo>
                    <a:pt x="49" y="0"/>
                  </a:moveTo>
                  <a:lnTo>
                    <a:pt x="25" y="25"/>
                  </a:lnTo>
                  <a:lnTo>
                    <a:pt x="1" y="49"/>
                  </a:lnTo>
                  <a:lnTo>
                    <a:pt x="25" y="73"/>
                  </a:lnTo>
                  <a:lnTo>
                    <a:pt x="49" y="97"/>
                  </a:lnTo>
                  <a:lnTo>
                    <a:pt x="97" y="97"/>
                  </a:lnTo>
                  <a:lnTo>
                    <a:pt x="145" y="73"/>
                  </a:lnTo>
                  <a:lnTo>
                    <a:pt x="145" y="25"/>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6" name="Google Shape;5146;p13"/>
            <p:cNvSpPr/>
            <p:nvPr/>
          </p:nvSpPr>
          <p:spPr>
            <a:xfrm>
              <a:off x="2028575" y="1904175"/>
              <a:ext cx="2425" cy="2425"/>
            </a:xfrm>
            <a:custGeom>
              <a:avLst/>
              <a:gdLst/>
              <a:ahLst/>
              <a:cxnLst/>
              <a:rect l="l" t="t" r="r" b="b"/>
              <a:pathLst>
                <a:path w="97" h="97" extrusionOk="0">
                  <a:moveTo>
                    <a:pt x="48" y="1"/>
                  </a:moveTo>
                  <a:lnTo>
                    <a:pt x="0" y="25"/>
                  </a:lnTo>
                  <a:lnTo>
                    <a:pt x="0" y="49"/>
                  </a:lnTo>
                  <a:lnTo>
                    <a:pt x="24" y="97"/>
                  </a:lnTo>
                  <a:lnTo>
                    <a:pt x="96" y="97"/>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7" name="Google Shape;5147;p13"/>
            <p:cNvSpPr/>
            <p:nvPr/>
          </p:nvSpPr>
          <p:spPr>
            <a:xfrm>
              <a:off x="2041200" y="1921625"/>
              <a:ext cx="3650" cy="2450"/>
            </a:xfrm>
            <a:custGeom>
              <a:avLst/>
              <a:gdLst/>
              <a:ahLst/>
              <a:cxnLst/>
              <a:rect l="l" t="t" r="r" b="b"/>
              <a:pathLst>
                <a:path w="146" h="98" extrusionOk="0">
                  <a:moveTo>
                    <a:pt x="73" y="1"/>
                  </a:moveTo>
                  <a:lnTo>
                    <a:pt x="25" y="25"/>
                  </a:lnTo>
                  <a:lnTo>
                    <a:pt x="1" y="49"/>
                  </a:lnTo>
                  <a:lnTo>
                    <a:pt x="1" y="73"/>
                  </a:lnTo>
                  <a:lnTo>
                    <a:pt x="73" y="97"/>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8" name="Google Shape;5148;p13"/>
            <p:cNvSpPr/>
            <p:nvPr/>
          </p:nvSpPr>
          <p:spPr>
            <a:xfrm>
              <a:off x="1939500" y="1923450"/>
              <a:ext cx="2425" cy="3025"/>
            </a:xfrm>
            <a:custGeom>
              <a:avLst/>
              <a:gdLst/>
              <a:ahLst/>
              <a:cxnLst/>
              <a:rect l="l" t="t" r="r" b="b"/>
              <a:pathLst>
                <a:path w="97" h="121" extrusionOk="0">
                  <a:moveTo>
                    <a:pt x="24" y="0"/>
                  </a:moveTo>
                  <a:lnTo>
                    <a:pt x="0" y="24"/>
                  </a:lnTo>
                  <a:lnTo>
                    <a:pt x="24" y="96"/>
                  </a:lnTo>
                  <a:lnTo>
                    <a:pt x="48" y="120"/>
                  </a:lnTo>
                  <a:lnTo>
                    <a:pt x="96" y="96"/>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9" name="Google Shape;5149;p13"/>
            <p:cNvSpPr/>
            <p:nvPr/>
          </p:nvSpPr>
          <p:spPr>
            <a:xfrm>
              <a:off x="1911800" y="1927650"/>
              <a:ext cx="3050" cy="2425"/>
            </a:xfrm>
            <a:custGeom>
              <a:avLst/>
              <a:gdLst/>
              <a:ahLst/>
              <a:cxnLst/>
              <a:rect l="l" t="t" r="r" b="b"/>
              <a:pathLst>
                <a:path w="122" h="97" extrusionOk="0">
                  <a:moveTo>
                    <a:pt x="49" y="1"/>
                  </a:moveTo>
                  <a:lnTo>
                    <a:pt x="1" y="49"/>
                  </a:lnTo>
                  <a:lnTo>
                    <a:pt x="25" y="97"/>
                  </a:lnTo>
                  <a:lnTo>
                    <a:pt x="97"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0" name="Google Shape;5150;p13"/>
            <p:cNvSpPr/>
            <p:nvPr/>
          </p:nvSpPr>
          <p:spPr>
            <a:xfrm>
              <a:off x="2061075" y="2017325"/>
              <a:ext cx="3625" cy="3025"/>
            </a:xfrm>
            <a:custGeom>
              <a:avLst/>
              <a:gdLst/>
              <a:ahLst/>
              <a:cxnLst/>
              <a:rect l="l" t="t" r="r" b="b"/>
              <a:pathLst>
                <a:path w="145" h="121" extrusionOk="0">
                  <a:moveTo>
                    <a:pt x="72" y="0"/>
                  </a:moveTo>
                  <a:lnTo>
                    <a:pt x="48" y="24"/>
                  </a:lnTo>
                  <a:lnTo>
                    <a:pt x="0" y="49"/>
                  </a:lnTo>
                  <a:lnTo>
                    <a:pt x="0" y="73"/>
                  </a:lnTo>
                  <a:lnTo>
                    <a:pt x="24" y="97"/>
                  </a:lnTo>
                  <a:lnTo>
                    <a:pt x="72" y="121"/>
                  </a:lnTo>
                  <a:lnTo>
                    <a:pt x="120" y="97"/>
                  </a:lnTo>
                  <a:lnTo>
                    <a:pt x="144" y="73"/>
                  </a:lnTo>
                  <a:lnTo>
                    <a:pt x="120"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1" name="Google Shape;5151;p13"/>
            <p:cNvSpPr/>
            <p:nvPr/>
          </p:nvSpPr>
          <p:spPr>
            <a:xfrm>
              <a:off x="2209725" y="2335100"/>
              <a:ext cx="2425" cy="3025"/>
            </a:xfrm>
            <a:custGeom>
              <a:avLst/>
              <a:gdLst/>
              <a:ahLst/>
              <a:cxnLst/>
              <a:rect l="l" t="t" r="r" b="b"/>
              <a:pathLst>
                <a:path w="97" h="121" extrusionOk="0">
                  <a:moveTo>
                    <a:pt x="72" y="0"/>
                  </a:moveTo>
                  <a:lnTo>
                    <a:pt x="24" y="24"/>
                  </a:lnTo>
                  <a:lnTo>
                    <a:pt x="0" y="72"/>
                  </a:lnTo>
                  <a:lnTo>
                    <a:pt x="24" y="120"/>
                  </a:lnTo>
                  <a:lnTo>
                    <a:pt x="72" y="120"/>
                  </a:lnTo>
                  <a:lnTo>
                    <a:pt x="96"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2" name="Google Shape;5152;p13"/>
            <p:cNvSpPr/>
            <p:nvPr/>
          </p:nvSpPr>
          <p:spPr>
            <a:xfrm>
              <a:off x="1920825" y="2032375"/>
              <a:ext cx="2450" cy="3025"/>
            </a:xfrm>
            <a:custGeom>
              <a:avLst/>
              <a:gdLst/>
              <a:ahLst/>
              <a:cxnLst/>
              <a:rect l="l" t="t" r="r" b="b"/>
              <a:pathLst>
                <a:path w="98" h="121" extrusionOk="0">
                  <a:moveTo>
                    <a:pt x="49" y="0"/>
                  </a:moveTo>
                  <a:lnTo>
                    <a:pt x="1" y="24"/>
                  </a:lnTo>
                  <a:lnTo>
                    <a:pt x="1" y="72"/>
                  </a:lnTo>
                  <a:lnTo>
                    <a:pt x="25" y="121"/>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3" name="Google Shape;5153;p13"/>
            <p:cNvSpPr/>
            <p:nvPr/>
          </p:nvSpPr>
          <p:spPr>
            <a:xfrm>
              <a:off x="2403500" y="2484950"/>
              <a:ext cx="3050" cy="3025"/>
            </a:xfrm>
            <a:custGeom>
              <a:avLst/>
              <a:gdLst/>
              <a:ahLst/>
              <a:cxnLst/>
              <a:rect l="l" t="t" r="r" b="b"/>
              <a:pathLst>
                <a:path w="122" h="121" extrusionOk="0">
                  <a:moveTo>
                    <a:pt x="49" y="0"/>
                  </a:moveTo>
                  <a:lnTo>
                    <a:pt x="1" y="24"/>
                  </a:lnTo>
                  <a:lnTo>
                    <a:pt x="1" y="72"/>
                  </a:lnTo>
                  <a:lnTo>
                    <a:pt x="1" y="97"/>
                  </a:lnTo>
                  <a:lnTo>
                    <a:pt x="25" y="121"/>
                  </a:lnTo>
                  <a:lnTo>
                    <a:pt x="73" y="121"/>
                  </a:lnTo>
                  <a:lnTo>
                    <a:pt x="97" y="97"/>
                  </a:lnTo>
                  <a:lnTo>
                    <a:pt x="121"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4" name="Google Shape;5154;p13"/>
            <p:cNvSpPr/>
            <p:nvPr/>
          </p:nvSpPr>
          <p:spPr>
            <a:xfrm>
              <a:off x="2078525" y="1822925"/>
              <a:ext cx="2425" cy="2450"/>
            </a:xfrm>
            <a:custGeom>
              <a:avLst/>
              <a:gdLst/>
              <a:ahLst/>
              <a:cxnLst/>
              <a:rect l="l" t="t" r="r" b="b"/>
              <a:pathLst>
                <a:path w="97" h="98" extrusionOk="0">
                  <a:moveTo>
                    <a:pt x="24" y="1"/>
                  </a:moveTo>
                  <a:lnTo>
                    <a:pt x="0" y="49"/>
                  </a:lnTo>
                  <a:lnTo>
                    <a:pt x="0" y="73"/>
                  </a:lnTo>
                  <a:lnTo>
                    <a:pt x="0" y="97"/>
                  </a:lnTo>
                  <a:lnTo>
                    <a:pt x="72"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5" name="Google Shape;5155;p13"/>
            <p:cNvSpPr/>
            <p:nvPr/>
          </p:nvSpPr>
          <p:spPr>
            <a:xfrm>
              <a:off x="2075500" y="1819925"/>
              <a:ext cx="1825" cy="2425"/>
            </a:xfrm>
            <a:custGeom>
              <a:avLst/>
              <a:gdLst/>
              <a:ahLst/>
              <a:cxnLst/>
              <a:rect l="l" t="t" r="r" b="b"/>
              <a:pathLst>
                <a:path w="73" h="97" extrusionOk="0">
                  <a:moveTo>
                    <a:pt x="25" y="0"/>
                  </a:moveTo>
                  <a:lnTo>
                    <a:pt x="1" y="49"/>
                  </a:lnTo>
                  <a:lnTo>
                    <a:pt x="1" y="97"/>
                  </a:lnTo>
                  <a:lnTo>
                    <a:pt x="73" y="97"/>
                  </a:lnTo>
                  <a:lnTo>
                    <a:pt x="73"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6" name="Google Shape;5156;p13"/>
            <p:cNvSpPr/>
            <p:nvPr/>
          </p:nvSpPr>
          <p:spPr>
            <a:xfrm>
              <a:off x="1960550" y="2004675"/>
              <a:ext cx="1825" cy="2450"/>
            </a:xfrm>
            <a:custGeom>
              <a:avLst/>
              <a:gdLst/>
              <a:ahLst/>
              <a:cxnLst/>
              <a:rect l="l" t="t" r="r" b="b"/>
              <a:pathLst>
                <a:path w="73" h="98" extrusionOk="0">
                  <a:moveTo>
                    <a:pt x="25" y="1"/>
                  </a:moveTo>
                  <a:lnTo>
                    <a:pt x="1" y="25"/>
                  </a:lnTo>
                  <a:lnTo>
                    <a:pt x="1" y="73"/>
                  </a:lnTo>
                  <a:lnTo>
                    <a:pt x="1" y="97"/>
                  </a:lnTo>
                  <a:lnTo>
                    <a:pt x="49" y="97"/>
                  </a:lnTo>
                  <a:lnTo>
                    <a:pt x="73" y="73"/>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7" name="Google Shape;5157;p13"/>
            <p:cNvSpPr/>
            <p:nvPr/>
          </p:nvSpPr>
          <p:spPr>
            <a:xfrm>
              <a:off x="2354750" y="1968575"/>
              <a:ext cx="1825" cy="3025"/>
            </a:xfrm>
            <a:custGeom>
              <a:avLst/>
              <a:gdLst/>
              <a:ahLst/>
              <a:cxnLst/>
              <a:rect l="l" t="t" r="r" b="b"/>
              <a:pathLst>
                <a:path w="73" h="121" extrusionOk="0">
                  <a:moveTo>
                    <a:pt x="49" y="0"/>
                  </a:moveTo>
                  <a:lnTo>
                    <a:pt x="25" y="25"/>
                  </a:lnTo>
                  <a:lnTo>
                    <a:pt x="1" y="73"/>
                  </a:lnTo>
                  <a:lnTo>
                    <a:pt x="1" y="97"/>
                  </a:lnTo>
                  <a:lnTo>
                    <a:pt x="1" y="121"/>
                  </a:lnTo>
                  <a:lnTo>
                    <a:pt x="49" y="121"/>
                  </a:lnTo>
                  <a:lnTo>
                    <a:pt x="73" y="73"/>
                  </a:lnTo>
                  <a:lnTo>
                    <a:pt x="73"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8" name="Google Shape;5158;p13"/>
            <p:cNvSpPr/>
            <p:nvPr/>
          </p:nvSpPr>
          <p:spPr>
            <a:xfrm>
              <a:off x="1858250" y="2049825"/>
              <a:ext cx="2425" cy="3025"/>
            </a:xfrm>
            <a:custGeom>
              <a:avLst/>
              <a:gdLst/>
              <a:ahLst/>
              <a:cxnLst/>
              <a:rect l="l" t="t" r="r" b="b"/>
              <a:pathLst>
                <a:path w="97" h="121" extrusionOk="0">
                  <a:moveTo>
                    <a:pt x="24" y="0"/>
                  </a:moveTo>
                  <a:lnTo>
                    <a:pt x="0" y="24"/>
                  </a:lnTo>
                  <a:lnTo>
                    <a:pt x="24" y="97"/>
                  </a:lnTo>
                  <a:lnTo>
                    <a:pt x="48" y="121"/>
                  </a:lnTo>
                  <a:lnTo>
                    <a:pt x="97" y="97"/>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9" name="Google Shape;5159;p13"/>
            <p:cNvSpPr/>
            <p:nvPr/>
          </p:nvSpPr>
          <p:spPr>
            <a:xfrm>
              <a:off x="2265075" y="2500000"/>
              <a:ext cx="3050" cy="2425"/>
            </a:xfrm>
            <a:custGeom>
              <a:avLst/>
              <a:gdLst/>
              <a:ahLst/>
              <a:cxnLst/>
              <a:rect l="l" t="t" r="r" b="b"/>
              <a:pathLst>
                <a:path w="122" h="97" extrusionOk="0">
                  <a:moveTo>
                    <a:pt x="73" y="0"/>
                  </a:moveTo>
                  <a:lnTo>
                    <a:pt x="25" y="24"/>
                  </a:lnTo>
                  <a:lnTo>
                    <a:pt x="1" y="72"/>
                  </a:lnTo>
                  <a:lnTo>
                    <a:pt x="25" y="96"/>
                  </a:lnTo>
                  <a:lnTo>
                    <a:pt x="97" y="96"/>
                  </a:lnTo>
                  <a:lnTo>
                    <a:pt x="121"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0" name="Google Shape;5160;p13"/>
            <p:cNvSpPr/>
            <p:nvPr/>
          </p:nvSpPr>
          <p:spPr>
            <a:xfrm>
              <a:off x="2405925" y="2478925"/>
              <a:ext cx="3025" cy="2425"/>
            </a:xfrm>
            <a:custGeom>
              <a:avLst/>
              <a:gdLst/>
              <a:ahLst/>
              <a:cxnLst/>
              <a:rect l="l" t="t" r="r" b="b"/>
              <a:pathLst>
                <a:path w="121" h="97" extrusionOk="0">
                  <a:moveTo>
                    <a:pt x="24" y="1"/>
                  </a:moveTo>
                  <a:lnTo>
                    <a:pt x="0" y="49"/>
                  </a:lnTo>
                  <a:lnTo>
                    <a:pt x="24" y="73"/>
                  </a:lnTo>
                  <a:lnTo>
                    <a:pt x="72" y="97"/>
                  </a:lnTo>
                  <a:lnTo>
                    <a:pt x="120" y="49"/>
                  </a:lnTo>
                  <a:lnTo>
                    <a:pt x="120"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13"/>
            <p:cNvSpPr/>
            <p:nvPr/>
          </p:nvSpPr>
          <p:spPr>
            <a:xfrm>
              <a:off x="2105000" y="1916225"/>
              <a:ext cx="2425" cy="2425"/>
            </a:xfrm>
            <a:custGeom>
              <a:avLst/>
              <a:gdLst/>
              <a:ahLst/>
              <a:cxnLst/>
              <a:rect l="l" t="t" r="r" b="b"/>
              <a:pathLst>
                <a:path w="97" h="97" extrusionOk="0">
                  <a:moveTo>
                    <a:pt x="24" y="0"/>
                  </a:moveTo>
                  <a:lnTo>
                    <a:pt x="0" y="24"/>
                  </a:lnTo>
                  <a:lnTo>
                    <a:pt x="0" y="72"/>
                  </a:lnTo>
                  <a:lnTo>
                    <a:pt x="24" y="96"/>
                  </a:lnTo>
                  <a:lnTo>
                    <a:pt x="49" y="96"/>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2" name="Google Shape;5162;p13"/>
            <p:cNvSpPr/>
            <p:nvPr/>
          </p:nvSpPr>
          <p:spPr>
            <a:xfrm>
              <a:off x="2332500" y="2384450"/>
              <a:ext cx="3025" cy="3025"/>
            </a:xfrm>
            <a:custGeom>
              <a:avLst/>
              <a:gdLst/>
              <a:ahLst/>
              <a:cxnLst/>
              <a:rect l="l" t="t" r="r" b="b"/>
              <a:pathLst>
                <a:path w="121" h="121" extrusionOk="0">
                  <a:moveTo>
                    <a:pt x="72" y="0"/>
                  </a:moveTo>
                  <a:lnTo>
                    <a:pt x="24" y="48"/>
                  </a:lnTo>
                  <a:lnTo>
                    <a:pt x="0" y="96"/>
                  </a:lnTo>
                  <a:lnTo>
                    <a:pt x="48" y="120"/>
                  </a:lnTo>
                  <a:lnTo>
                    <a:pt x="72" y="96"/>
                  </a:lnTo>
                  <a:lnTo>
                    <a:pt x="120"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3" name="Google Shape;5163;p13"/>
            <p:cNvSpPr/>
            <p:nvPr/>
          </p:nvSpPr>
          <p:spPr>
            <a:xfrm>
              <a:off x="2316850" y="2388650"/>
              <a:ext cx="2425" cy="2425"/>
            </a:xfrm>
            <a:custGeom>
              <a:avLst/>
              <a:gdLst/>
              <a:ahLst/>
              <a:cxnLst/>
              <a:rect l="l" t="t" r="r" b="b"/>
              <a:pathLst>
                <a:path w="97" h="97" extrusionOk="0">
                  <a:moveTo>
                    <a:pt x="24" y="1"/>
                  </a:moveTo>
                  <a:lnTo>
                    <a:pt x="0" y="25"/>
                  </a:lnTo>
                  <a:lnTo>
                    <a:pt x="0" y="97"/>
                  </a:lnTo>
                  <a:lnTo>
                    <a:pt x="48"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4" name="Google Shape;5164;p13"/>
            <p:cNvSpPr/>
            <p:nvPr/>
          </p:nvSpPr>
          <p:spPr>
            <a:xfrm>
              <a:off x="1890150" y="1955325"/>
              <a:ext cx="2425" cy="3050"/>
            </a:xfrm>
            <a:custGeom>
              <a:avLst/>
              <a:gdLst/>
              <a:ahLst/>
              <a:cxnLst/>
              <a:rect l="l" t="t" r="r" b="b"/>
              <a:pathLst>
                <a:path w="97" h="122" extrusionOk="0">
                  <a:moveTo>
                    <a:pt x="48" y="1"/>
                  </a:moveTo>
                  <a:lnTo>
                    <a:pt x="24" y="25"/>
                  </a:lnTo>
                  <a:lnTo>
                    <a:pt x="0" y="73"/>
                  </a:lnTo>
                  <a:lnTo>
                    <a:pt x="24" y="121"/>
                  </a:lnTo>
                  <a:lnTo>
                    <a:pt x="72" y="121"/>
                  </a:lnTo>
                  <a:lnTo>
                    <a:pt x="96"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5" name="Google Shape;5165;p13"/>
            <p:cNvSpPr/>
            <p:nvPr/>
          </p:nvSpPr>
          <p:spPr>
            <a:xfrm>
              <a:off x="1837175" y="1980600"/>
              <a:ext cx="2450" cy="2450"/>
            </a:xfrm>
            <a:custGeom>
              <a:avLst/>
              <a:gdLst/>
              <a:ahLst/>
              <a:cxnLst/>
              <a:rect l="l" t="t" r="r" b="b"/>
              <a:pathLst>
                <a:path w="98" h="98" extrusionOk="0">
                  <a:moveTo>
                    <a:pt x="49" y="1"/>
                  </a:moveTo>
                  <a:lnTo>
                    <a:pt x="1" y="25"/>
                  </a:lnTo>
                  <a:lnTo>
                    <a:pt x="1" y="49"/>
                  </a:lnTo>
                  <a:lnTo>
                    <a:pt x="49" y="73"/>
                  </a:lnTo>
                  <a:lnTo>
                    <a:pt x="73" y="97"/>
                  </a:lnTo>
                  <a:lnTo>
                    <a:pt x="97"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6" name="Google Shape;5166;p13"/>
            <p:cNvSpPr/>
            <p:nvPr/>
          </p:nvSpPr>
          <p:spPr>
            <a:xfrm>
              <a:off x="2323450" y="1807275"/>
              <a:ext cx="3050" cy="2450"/>
            </a:xfrm>
            <a:custGeom>
              <a:avLst/>
              <a:gdLst/>
              <a:ahLst/>
              <a:cxnLst/>
              <a:rect l="l" t="t" r="r" b="b"/>
              <a:pathLst>
                <a:path w="122" h="98" extrusionOk="0">
                  <a:moveTo>
                    <a:pt x="73" y="1"/>
                  </a:moveTo>
                  <a:lnTo>
                    <a:pt x="25" y="25"/>
                  </a:lnTo>
                  <a:lnTo>
                    <a:pt x="1" y="49"/>
                  </a:lnTo>
                  <a:lnTo>
                    <a:pt x="25" y="97"/>
                  </a:lnTo>
                  <a:lnTo>
                    <a:pt x="73"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7" name="Google Shape;5167;p13"/>
            <p:cNvSpPr/>
            <p:nvPr/>
          </p:nvSpPr>
          <p:spPr>
            <a:xfrm>
              <a:off x="2383650" y="1829550"/>
              <a:ext cx="1825" cy="2425"/>
            </a:xfrm>
            <a:custGeom>
              <a:avLst/>
              <a:gdLst/>
              <a:ahLst/>
              <a:cxnLst/>
              <a:rect l="l" t="t" r="r" b="b"/>
              <a:pathLst>
                <a:path w="73" h="97" extrusionOk="0">
                  <a:moveTo>
                    <a:pt x="24" y="1"/>
                  </a:moveTo>
                  <a:lnTo>
                    <a:pt x="0" y="49"/>
                  </a:lnTo>
                  <a:lnTo>
                    <a:pt x="0" y="73"/>
                  </a:lnTo>
                  <a:lnTo>
                    <a:pt x="48" y="97"/>
                  </a:lnTo>
                  <a:lnTo>
                    <a:pt x="73" y="49"/>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8" name="Google Shape;5168;p13"/>
            <p:cNvSpPr/>
            <p:nvPr/>
          </p:nvSpPr>
          <p:spPr>
            <a:xfrm>
              <a:off x="2040000" y="2518650"/>
              <a:ext cx="1225" cy="1225"/>
            </a:xfrm>
            <a:custGeom>
              <a:avLst/>
              <a:gdLst/>
              <a:ahLst/>
              <a:cxnLst/>
              <a:rect l="l" t="t" r="r" b="b"/>
              <a:pathLst>
                <a:path w="49" h="49" extrusionOk="0">
                  <a:moveTo>
                    <a:pt x="0" y="0"/>
                  </a:moveTo>
                  <a:lnTo>
                    <a:pt x="0" y="48"/>
                  </a:lnTo>
                  <a:lnTo>
                    <a:pt x="49" y="48"/>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9" name="Google Shape;5169;p13"/>
            <p:cNvSpPr/>
            <p:nvPr/>
          </p:nvSpPr>
          <p:spPr>
            <a:xfrm>
              <a:off x="2106200" y="2522850"/>
              <a:ext cx="1225" cy="1225"/>
            </a:xfrm>
            <a:custGeom>
              <a:avLst/>
              <a:gdLst/>
              <a:ahLst/>
              <a:cxnLst/>
              <a:rect l="l" t="t" r="r" b="b"/>
              <a:pathLst>
                <a:path w="49" h="49" extrusionOk="0">
                  <a:moveTo>
                    <a:pt x="1" y="1"/>
                  </a:moveTo>
                  <a:lnTo>
                    <a:pt x="1" y="25"/>
                  </a:lnTo>
                  <a:lnTo>
                    <a:pt x="25"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13"/>
            <p:cNvSpPr/>
            <p:nvPr/>
          </p:nvSpPr>
          <p:spPr>
            <a:xfrm>
              <a:off x="2085750" y="2451850"/>
              <a:ext cx="2425" cy="1825"/>
            </a:xfrm>
            <a:custGeom>
              <a:avLst/>
              <a:gdLst/>
              <a:ahLst/>
              <a:cxnLst/>
              <a:rect l="l" t="t" r="r" b="b"/>
              <a:pathLst>
                <a:path w="97" h="73" extrusionOk="0">
                  <a:moveTo>
                    <a:pt x="24" y="0"/>
                  </a:moveTo>
                  <a:lnTo>
                    <a:pt x="0" y="24"/>
                  </a:lnTo>
                  <a:lnTo>
                    <a:pt x="0" y="48"/>
                  </a:lnTo>
                  <a:lnTo>
                    <a:pt x="24" y="72"/>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13"/>
            <p:cNvSpPr/>
            <p:nvPr/>
          </p:nvSpPr>
          <p:spPr>
            <a:xfrm>
              <a:off x="2159775" y="2429575"/>
              <a:ext cx="1825" cy="1825"/>
            </a:xfrm>
            <a:custGeom>
              <a:avLst/>
              <a:gdLst/>
              <a:ahLst/>
              <a:cxnLst/>
              <a:rect l="l" t="t" r="r" b="b"/>
              <a:pathLst>
                <a:path w="73" h="73" extrusionOk="0">
                  <a:moveTo>
                    <a:pt x="48" y="1"/>
                  </a:moveTo>
                  <a:lnTo>
                    <a:pt x="0" y="25"/>
                  </a:lnTo>
                  <a:lnTo>
                    <a:pt x="0" y="49"/>
                  </a:lnTo>
                  <a:lnTo>
                    <a:pt x="24" y="73"/>
                  </a:lnTo>
                  <a:lnTo>
                    <a:pt x="72"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13"/>
            <p:cNvSpPr/>
            <p:nvPr/>
          </p:nvSpPr>
          <p:spPr>
            <a:xfrm>
              <a:off x="2177225" y="2409125"/>
              <a:ext cx="1825" cy="2425"/>
            </a:xfrm>
            <a:custGeom>
              <a:avLst/>
              <a:gdLst/>
              <a:ahLst/>
              <a:cxnLst/>
              <a:rect l="l" t="t" r="r" b="b"/>
              <a:pathLst>
                <a:path w="73" h="97" extrusionOk="0">
                  <a:moveTo>
                    <a:pt x="48" y="0"/>
                  </a:moveTo>
                  <a:lnTo>
                    <a:pt x="0" y="24"/>
                  </a:lnTo>
                  <a:lnTo>
                    <a:pt x="0" y="48"/>
                  </a:lnTo>
                  <a:lnTo>
                    <a:pt x="24" y="96"/>
                  </a:lnTo>
                  <a:lnTo>
                    <a:pt x="48" y="72"/>
                  </a:lnTo>
                  <a:lnTo>
                    <a:pt x="72" y="48"/>
                  </a:lnTo>
                  <a:lnTo>
                    <a:pt x="72"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13"/>
            <p:cNvSpPr/>
            <p:nvPr/>
          </p:nvSpPr>
          <p:spPr>
            <a:xfrm>
              <a:off x="2336100" y="2477125"/>
              <a:ext cx="2425" cy="1825"/>
            </a:xfrm>
            <a:custGeom>
              <a:avLst/>
              <a:gdLst/>
              <a:ahLst/>
              <a:cxnLst/>
              <a:rect l="l" t="t" r="r" b="b"/>
              <a:pathLst>
                <a:path w="97" h="73" extrusionOk="0">
                  <a:moveTo>
                    <a:pt x="25" y="0"/>
                  </a:moveTo>
                  <a:lnTo>
                    <a:pt x="1" y="48"/>
                  </a:lnTo>
                  <a:lnTo>
                    <a:pt x="49" y="73"/>
                  </a:lnTo>
                  <a:lnTo>
                    <a:pt x="73" y="73"/>
                  </a:lnTo>
                  <a:lnTo>
                    <a:pt x="97"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13"/>
            <p:cNvSpPr/>
            <p:nvPr/>
          </p:nvSpPr>
          <p:spPr>
            <a:xfrm>
              <a:off x="2271100" y="2436800"/>
              <a:ext cx="2425" cy="2425"/>
            </a:xfrm>
            <a:custGeom>
              <a:avLst/>
              <a:gdLst/>
              <a:ahLst/>
              <a:cxnLst/>
              <a:rect l="l" t="t" r="r" b="b"/>
              <a:pathLst>
                <a:path w="97" h="97" extrusionOk="0">
                  <a:moveTo>
                    <a:pt x="73" y="0"/>
                  </a:moveTo>
                  <a:lnTo>
                    <a:pt x="49" y="24"/>
                  </a:lnTo>
                  <a:lnTo>
                    <a:pt x="1" y="49"/>
                  </a:lnTo>
                  <a:lnTo>
                    <a:pt x="1" y="73"/>
                  </a:lnTo>
                  <a:lnTo>
                    <a:pt x="49" y="97"/>
                  </a:lnTo>
                  <a:lnTo>
                    <a:pt x="73" y="73"/>
                  </a:lnTo>
                  <a:lnTo>
                    <a:pt x="97"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5" name="Google Shape;5175;p13"/>
            <p:cNvSpPr/>
            <p:nvPr/>
          </p:nvSpPr>
          <p:spPr>
            <a:xfrm>
              <a:off x="2253050" y="2417550"/>
              <a:ext cx="1825" cy="1825"/>
            </a:xfrm>
            <a:custGeom>
              <a:avLst/>
              <a:gdLst/>
              <a:ahLst/>
              <a:cxnLst/>
              <a:rect l="l" t="t" r="r" b="b"/>
              <a:pathLst>
                <a:path w="73" h="73" extrusionOk="0">
                  <a:moveTo>
                    <a:pt x="0" y="0"/>
                  </a:moveTo>
                  <a:lnTo>
                    <a:pt x="0" y="48"/>
                  </a:lnTo>
                  <a:lnTo>
                    <a:pt x="24" y="72"/>
                  </a:lnTo>
                  <a:lnTo>
                    <a:pt x="49" y="48"/>
                  </a:lnTo>
                  <a:lnTo>
                    <a:pt x="73"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13"/>
            <p:cNvSpPr/>
            <p:nvPr/>
          </p:nvSpPr>
          <p:spPr>
            <a:xfrm>
              <a:off x="2172400" y="2366975"/>
              <a:ext cx="2425" cy="2450"/>
            </a:xfrm>
            <a:custGeom>
              <a:avLst/>
              <a:gdLst/>
              <a:ahLst/>
              <a:cxnLst/>
              <a:rect l="l" t="t" r="r" b="b"/>
              <a:pathLst>
                <a:path w="97" h="98" extrusionOk="0">
                  <a:moveTo>
                    <a:pt x="49" y="1"/>
                  </a:moveTo>
                  <a:lnTo>
                    <a:pt x="1" y="25"/>
                  </a:lnTo>
                  <a:lnTo>
                    <a:pt x="1" y="49"/>
                  </a:lnTo>
                  <a:lnTo>
                    <a:pt x="25" y="97"/>
                  </a:lnTo>
                  <a:lnTo>
                    <a:pt x="49" y="97"/>
                  </a:lnTo>
                  <a:lnTo>
                    <a:pt x="73" y="73"/>
                  </a:lnTo>
                  <a:lnTo>
                    <a:pt x="97"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7" name="Google Shape;5177;p13"/>
            <p:cNvSpPr/>
            <p:nvPr/>
          </p:nvSpPr>
          <p:spPr>
            <a:xfrm>
              <a:off x="2341525" y="2435600"/>
              <a:ext cx="1825" cy="1825"/>
            </a:xfrm>
            <a:custGeom>
              <a:avLst/>
              <a:gdLst/>
              <a:ahLst/>
              <a:cxnLst/>
              <a:rect l="l" t="t" r="r" b="b"/>
              <a:pathLst>
                <a:path w="73" h="73" extrusionOk="0">
                  <a:moveTo>
                    <a:pt x="48" y="0"/>
                  </a:moveTo>
                  <a:lnTo>
                    <a:pt x="0" y="24"/>
                  </a:lnTo>
                  <a:lnTo>
                    <a:pt x="0" y="48"/>
                  </a:lnTo>
                  <a:lnTo>
                    <a:pt x="24" y="72"/>
                  </a:lnTo>
                  <a:lnTo>
                    <a:pt x="72"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8" name="Google Shape;5178;p13"/>
            <p:cNvSpPr/>
            <p:nvPr/>
          </p:nvSpPr>
          <p:spPr>
            <a:xfrm>
              <a:off x="2268700" y="2359150"/>
              <a:ext cx="1825" cy="3050"/>
            </a:xfrm>
            <a:custGeom>
              <a:avLst/>
              <a:gdLst/>
              <a:ahLst/>
              <a:cxnLst/>
              <a:rect l="l" t="t" r="r" b="b"/>
              <a:pathLst>
                <a:path w="73" h="122" extrusionOk="0">
                  <a:moveTo>
                    <a:pt x="24" y="1"/>
                  </a:moveTo>
                  <a:lnTo>
                    <a:pt x="0" y="49"/>
                  </a:lnTo>
                  <a:lnTo>
                    <a:pt x="0" y="97"/>
                  </a:lnTo>
                  <a:lnTo>
                    <a:pt x="24" y="121"/>
                  </a:lnTo>
                  <a:lnTo>
                    <a:pt x="48" y="97"/>
                  </a:lnTo>
                  <a:lnTo>
                    <a:pt x="73"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13"/>
            <p:cNvSpPr/>
            <p:nvPr/>
          </p:nvSpPr>
          <p:spPr>
            <a:xfrm>
              <a:off x="2311425" y="2298375"/>
              <a:ext cx="2425" cy="1825"/>
            </a:xfrm>
            <a:custGeom>
              <a:avLst/>
              <a:gdLst/>
              <a:ahLst/>
              <a:cxnLst/>
              <a:rect l="l" t="t" r="r" b="b"/>
              <a:pathLst>
                <a:path w="97"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13"/>
            <p:cNvSpPr/>
            <p:nvPr/>
          </p:nvSpPr>
          <p:spPr>
            <a:xfrm>
              <a:off x="2235600" y="2185225"/>
              <a:ext cx="2425" cy="3050"/>
            </a:xfrm>
            <a:custGeom>
              <a:avLst/>
              <a:gdLst/>
              <a:ahLst/>
              <a:cxnLst/>
              <a:rect l="l" t="t" r="r" b="b"/>
              <a:pathLst>
                <a:path w="97" h="122" extrusionOk="0">
                  <a:moveTo>
                    <a:pt x="48" y="1"/>
                  </a:moveTo>
                  <a:lnTo>
                    <a:pt x="24" y="49"/>
                  </a:lnTo>
                  <a:lnTo>
                    <a:pt x="0" y="73"/>
                  </a:lnTo>
                  <a:lnTo>
                    <a:pt x="24" y="97"/>
                  </a:lnTo>
                  <a:lnTo>
                    <a:pt x="48" y="121"/>
                  </a:lnTo>
                  <a:lnTo>
                    <a:pt x="72" y="97"/>
                  </a:lnTo>
                  <a:lnTo>
                    <a:pt x="97" y="49"/>
                  </a:lnTo>
                  <a:lnTo>
                    <a:pt x="72"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13"/>
            <p:cNvSpPr/>
            <p:nvPr/>
          </p:nvSpPr>
          <p:spPr>
            <a:xfrm>
              <a:off x="1973200" y="2011300"/>
              <a:ext cx="2425" cy="2425"/>
            </a:xfrm>
            <a:custGeom>
              <a:avLst/>
              <a:gdLst/>
              <a:ahLst/>
              <a:cxnLst/>
              <a:rect l="l" t="t" r="r" b="b"/>
              <a:pathLst>
                <a:path w="97" h="97" extrusionOk="0">
                  <a:moveTo>
                    <a:pt x="48" y="1"/>
                  </a:moveTo>
                  <a:lnTo>
                    <a:pt x="0" y="25"/>
                  </a:lnTo>
                  <a:lnTo>
                    <a:pt x="24" y="73"/>
                  </a:lnTo>
                  <a:lnTo>
                    <a:pt x="48" y="97"/>
                  </a:lnTo>
                  <a:lnTo>
                    <a:pt x="73"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13"/>
            <p:cNvSpPr/>
            <p:nvPr/>
          </p:nvSpPr>
          <p:spPr>
            <a:xfrm>
              <a:off x="1863050" y="1940300"/>
              <a:ext cx="1850" cy="1225"/>
            </a:xfrm>
            <a:custGeom>
              <a:avLst/>
              <a:gdLst/>
              <a:ahLst/>
              <a:cxnLst/>
              <a:rect l="l" t="t" r="r" b="b"/>
              <a:pathLst>
                <a:path w="74" h="49" extrusionOk="0">
                  <a:moveTo>
                    <a:pt x="49" y="0"/>
                  </a:moveTo>
                  <a:lnTo>
                    <a:pt x="1" y="24"/>
                  </a:lnTo>
                  <a:lnTo>
                    <a:pt x="1" y="48"/>
                  </a:lnTo>
                  <a:lnTo>
                    <a:pt x="73"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13"/>
            <p:cNvSpPr/>
            <p:nvPr/>
          </p:nvSpPr>
          <p:spPr>
            <a:xfrm>
              <a:off x="1925650" y="1964975"/>
              <a:ext cx="2425" cy="3025"/>
            </a:xfrm>
            <a:custGeom>
              <a:avLst/>
              <a:gdLst/>
              <a:ahLst/>
              <a:cxnLst/>
              <a:rect l="l" t="t" r="r" b="b"/>
              <a:pathLst>
                <a:path w="97" h="121" extrusionOk="0">
                  <a:moveTo>
                    <a:pt x="25" y="0"/>
                  </a:moveTo>
                  <a:lnTo>
                    <a:pt x="1" y="24"/>
                  </a:lnTo>
                  <a:lnTo>
                    <a:pt x="1" y="48"/>
                  </a:lnTo>
                  <a:lnTo>
                    <a:pt x="1" y="72"/>
                  </a:lnTo>
                  <a:lnTo>
                    <a:pt x="25" y="96"/>
                  </a:lnTo>
                  <a:lnTo>
                    <a:pt x="73" y="120"/>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13"/>
            <p:cNvSpPr/>
            <p:nvPr/>
          </p:nvSpPr>
          <p:spPr>
            <a:xfrm>
              <a:off x="2092950" y="2064275"/>
              <a:ext cx="2450" cy="2425"/>
            </a:xfrm>
            <a:custGeom>
              <a:avLst/>
              <a:gdLst/>
              <a:ahLst/>
              <a:cxnLst/>
              <a:rect l="l" t="t" r="r" b="b"/>
              <a:pathLst>
                <a:path w="98" h="97" extrusionOk="0">
                  <a:moveTo>
                    <a:pt x="25" y="0"/>
                  </a:moveTo>
                  <a:lnTo>
                    <a:pt x="1" y="24"/>
                  </a:lnTo>
                  <a:lnTo>
                    <a:pt x="1" y="72"/>
                  </a:lnTo>
                  <a:lnTo>
                    <a:pt x="25" y="96"/>
                  </a:lnTo>
                  <a:lnTo>
                    <a:pt x="49" y="96"/>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13"/>
            <p:cNvSpPr/>
            <p:nvPr/>
          </p:nvSpPr>
          <p:spPr>
            <a:xfrm>
              <a:off x="2063475" y="2032375"/>
              <a:ext cx="2425" cy="1825"/>
            </a:xfrm>
            <a:custGeom>
              <a:avLst/>
              <a:gdLst/>
              <a:ahLst/>
              <a:cxnLst/>
              <a:rect l="l" t="t" r="r" b="b"/>
              <a:pathLst>
                <a:path w="97" h="73" extrusionOk="0">
                  <a:moveTo>
                    <a:pt x="24" y="0"/>
                  </a:moveTo>
                  <a:lnTo>
                    <a:pt x="0" y="24"/>
                  </a:lnTo>
                  <a:lnTo>
                    <a:pt x="0" y="48"/>
                  </a:lnTo>
                  <a:lnTo>
                    <a:pt x="24" y="72"/>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13"/>
            <p:cNvSpPr/>
            <p:nvPr/>
          </p:nvSpPr>
          <p:spPr>
            <a:xfrm>
              <a:off x="2029775" y="2001675"/>
              <a:ext cx="2425" cy="1825"/>
            </a:xfrm>
            <a:custGeom>
              <a:avLst/>
              <a:gdLst/>
              <a:ahLst/>
              <a:cxnLst/>
              <a:rect l="l" t="t" r="r" b="b"/>
              <a:pathLst>
                <a:path w="97" h="73" extrusionOk="0">
                  <a:moveTo>
                    <a:pt x="48" y="1"/>
                  </a:moveTo>
                  <a:lnTo>
                    <a:pt x="24" y="25"/>
                  </a:lnTo>
                  <a:lnTo>
                    <a:pt x="0" y="73"/>
                  </a:lnTo>
                  <a:lnTo>
                    <a:pt x="72" y="73"/>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13"/>
            <p:cNvSpPr/>
            <p:nvPr/>
          </p:nvSpPr>
          <p:spPr>
            <a:xfrm>
              <a:off x="1990050" y="1905375"/>
              <a:ext cx="1225" cy="1850"/>
            </a:xfrm>
            <a:custGeom>
              <a:avLst/>
              <a:gdLst/>
              <a:ahLst/>
              <a:cxnLst/>
              <a:rect l="l" t="t" r="r" b="b"/>
              <a:pathLst>
                <a:path w="49" h="74" extrusionOk="0">
                  <a:moveTo>
                    <a:pt x="24" y="1"/>
                  </a:moveTo>
                  <a:lnTo>
                    <a:pt x="0" y="25"/>
                  </a:lnTo>
                  <a:lnTo>
                    <a:pt x="0" y="49"/>
                  </a:lnTo>
                  <a:lnTo>
                    <a:pt x="49" y="73"/>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13"/>
            <p:cNvSpPr/>
            <p:nvPr/>
          </p:nvSpPr>
          <p:spPr>
            <a:xfrm>
              <a:off x="1988250" y="1894550"/>
              <a:ext cx="1825" cy="1225"/>
            </a:xfrm>
            <a:custGeom>
              <a:avLst/>
              <a:gdLst/>
              <a:ahLst/>
              <a:cxnLst/>
              <a:rect l="l" t="t" r="r" b="b"/>
              <a:pathLst>
                <a:path w="73" h="49" extrusionOk="0">
                  <a:moveTo>
                    <a:pt x="48" y="0"/>
                  </a:moveTo>
                  <a:lnTo>
                    <a:pt x="0" y="25"/>
                  </a:lnTo>
                  <a:lnTo>
                    <a:pt x="0" y="49"/>
                  </a:lnTo>
                  <a:lnTo>
                    <a:pt x="72"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13"/>
            <p:cNvSpPr/>
            <p:nvPr/>
          </p:nvSpPr>
          <p:spPr>
            <a:xfrm>
              <a:off x="2051425" y="1897550"/>
              <a:ext cx="2450" cy="1850"/>
            </a:xfrm>
            <a:custGeom>
              <a:avLst/>
              <a:gdLst/>
              <a:ahLst/>
              <a:cxnLst/>
              <a:rect l="l" t="t" r="r" b="b"/>
              <a:pathLst>
                <a:path w="98" h="74" extrusionOk="0">
                  <a:moveTo>
                    <a:pt x="25" y="1"/>
                  </a:moveTo>
                  <a:lnTo>
                    <a:pt x="1" y="49"/>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13"/>
            <p:cNvSpPr/>
            <p:nvPr/>
          </p:nvSpPr>
          <p:spPr>
            <a:xfrm>
              <a:off x="2257250" y="2017325"/>
              <a:ext cx="2450" cy="1825"/>
            </a:xfrm>
            <a:custGeom>
              <a:avLst/>
              <a:gdLst/>
              <a:ahLst/>
              <a:cxnLst/>
              <a:rect l="l" t="t" r="r" b="b"/>
              <a:pathLst>
                <a:path w="98" h="73" extrusionOk="0">
                  <a:moveTo>
                    <a:pt x="25" y="0"/>
                  </a:moveTo>
                  <a:lnTo>
                    <a:pt x="1" y="24"/>
                  </a:lnTo>
                  <a:lnTo>
                    <a:pt x="25" y="73"/>
                  </a:lnTo>
                  <a:lnTo>
                    <a:pt x="49" y="73"/>
                  </a:lnTo>
                  <a:lnTo>
                    <a:pt x="97" y="49"/>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13"/>
            <p:cNvSpPr/>
            <p:nvPr/>
          </p:nvSpPr>
          <p:spPr>
            <a:xfrm>
              <a:off x="2154950" y="1942100"/>
              <a:ext cx="5450" cy="1225"/>
            </a:xfrm>
            <a:custGeom>
              <a:avLst/>
              <a:gdLst/>
              <a:ahLst/>
              <a:cxnLst/>
              <a:rect l="l" t="t" r="r" b="b"/>
              <a:pathLst>
                <a:path w="218" h="49" extrusionOk="0">
                  <a:moveTo>
                    <a:pt x="49" y="0"/>
                  </a:moveTo>
                  <a:lnTo>
                    <a:pt x="0" y="48"/>
                  </a:lnTo>
                  <a:lnTo>
                    <a:pt x="97" y="48"/>
                  </a:lnTo>
                  <a:lnTo>
                    <a:pt x="197" y="28"/>
                  </a:lnTo>
                  <a:lnTo>
                    <a:pt x="197" y="28"/>
                  </a:lnTo>
                  <a:lnTo>
                    <a:pt x="169" y="0"/>
                  </a:lnTo>
                  <a:close/>
                  <a:moveTo>
                    <a:pt x="217" y="24"/>
                  </a:moveTo>
                  <a:lnTo>
                    <a:pt x="197" y="28"/>
                  </a:lnTo>
                  <a:lnTo>
                    <a:pt x="197" y="28"/>
                  </a:lnTo>
                  <a:lnTo>
                    <a:pt x="217" y="48"/>
                  </a:lnTo>
                  <a:lnTo>
                    <a:pt x="217"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13"/>
            <p:cNvSpPr/>
            <p:nvPr/>
          </p:nvSpPr>
          <p:spPr>
            <a:xfrm>
              <a:off x="2135100" y="1902375"/>
              <a:ext cx="4825" cy="1225"/>
            </a:xfrm>
            <a:custGeom>
              <a:avLst/>
              <a:gdLst/>
              <a:ahLst/>
              <a:cxnLst/>
              <a:rect l="l" t="t" r="r" b="b"/>
              <a:pathLst>
                <a:path w="193" h="49" extrusionOk="0">
                  <a:moveTo>
                    <a:pt x="96" y="0"/>
                  </a:moveTo>
                  <a:lnTo>
                    <a:pt x="0" y="25"/>
                  </a:lnTo>
                  <a:lnTo>
                    <a:pt x="48" y="49"/>
                  </a:lnTo>
                  <a:lnTo>
                    <a:pt x="96" y="49"/>
                  </a:lnTo>
                  <a:lnTo>
                    <a:pt x="161" y="33"/>
                  </a:lnTo>
                  <a:lnTo>
                    <a:pt x="161" y="33"/>
                  </a:lnTo>
                  <a:lnTo>
                    <a:pt x="144" y="25"/>
                  </a:lnTo>
                  <a:lnTo>
                    <a:pt x="96" y="0"/>
                  </a:lnTo>
                  <a:close/>
                  <a:moveTo>
                    <a:pt x="193" y="25"/>
                  </a:moveTo>
                  <a:lnTo>
                    <a:pt x="161" y="33"/>
                  </a:lnTo>
                  <a:lnTo>
                    <a:pt x="161" y="33"/>
                  </a:lnTo>
                  <a:lnTo>
                    <a:pt x="193" y="49"/>
                  </a:lnTo>
                  <a:lnTo>
                    <a:pt x="193"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13"/>
            <p:cNvSpPr/>
            <p:nvPr/>
          </p:nvSpPr>
          <p:spPr>
            <a:xfrm>
              <a:off x="2147125" y="1906575"/>
              <a:ext cx="5450" cy="1250"/>
            </a:xfrm>
            <a:custGeom>
              <a:avLst/>
              <a:gdLst/>
              <a:ahLst/>
              <a:cxnLst/>
              <a:rect l="l" t="t" r="r" b="b"/>
              <a:pathLst>
                <a:path w="218" h="50" extrusionOk="0">
                  <a:moveTo>
                    <a:pt x="0" y="1"/>
                  </a:moveTo>
                  <a:lnTo>
                    <a:pt x="49" y="49"/>
                  </a:lnTo>
                  <a:lnTo>
                    <a:pt x="145" y="49"/>
                  </a:lnTo>
                  <a:lnTo>
                    <a:pt x="217" y="25"/>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13"/>
            <p:cNvSpPr/>
            <p:nvPr/>
          </p:nvSpPr>
          <p:spPr>
            <a:xfrm>
              <a:off x="2073700" y="1837975"/>
              <a:ext cx="2425" cy="2425"/>
            </a:xfrm>
            <a:custGeom>
              <a:avLst/>
              <a:gdLst/>
              <a:ahLst/>
              <a:cxnLst/>
              <a:rect l="l" t="t" r="r" b="b"/>
              <a:pathLst>
                <a:path w="97" h="97" extrusionOk="0">
                  <a:moveTo>
                    <a:pt x="25" y="1"/>
                  </a:moveTo>
                  <a:lnTo>
                    <a:pt x="1" y="25"/>
                  </a:lnTo>
                  <a:lnTo>
                    <a:pt x="1" y="49"/>
                  </a:lnTo>
                  <a:lnTo>
                    <a:pt x="1" y="73"/>
                  </a:lnTo>
                  <a:lnTo>
                    <a:pt x="49" y="97"/>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13"/>
            <p:cNvSpPr/>
            <p:nvPr/>
          </p:nvSpPr>
          <p:spPr>
            <a:xfrm>
              <a:off x="2303600" y="1892750"/>
              <a:ext cx="1825" cy="1825"/>
            </a:xfrm>
            <a:custGeom>
              <a:avLst/>
              <a:gdLst/>
              <a:ahLst/>
              <a:cxnLst/>
              <a:rect l="l" t="t" r="r" b="b"/>
              <a:pathLst>
                <a:path w="73" h="73" extrusionOk="0">
                  <a:moveTo>
                    <a:pt x="49" y="0"/>
                  </a:moveTo>
                  <a:lnTo>
                    <a:pt x="1" y="24"/>
                  </a:lnTo>
                  <a:lnTo>
                    <a:pt x="25" y="48"/>
                  </a:lnTo>
                  <a:lnTo>
                    <a:pt x="49" y="72"/>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13"/>
            <p:cNvSpPr/>
            <p:nvPr/>
          </p:nvSpPr>
          <p:spPr>
            <a:xfrm>
              <a:off x="2436600" y="1894550"/>
              <a:ext cx="2450" cy="3025"/>
            </a:xfrm>
            <a:custGeom>
              <a:avLst/>
              <a:gdLst/>
              <a:ahLst/>
              <a:cxnLst/>
              <a:rect l="l" t="t" r="r" b="b"/>
              <a:pathLst>
                <a:path w="98" h="121" extrusionOk="0">
                  <a:moveTo>
                    <a:pt x="49" y="0"/>
                  </a:moveTo>
                  <a:lnTo>
                    <a:pt x="1" y="25"/>
                  </a:lnTo>
                  <a:lnTo>
                    <a:pt x="1" y="73"/>
                  </a:lnTo>
                  <a:lnTo>
                    <a:pt x="25" y="121"/>
                  </a:lnTo>
                  <a:lnTo>
                    <a:pt x="73" y="97"/>
                  </a:lnTo>
                  <a:lnTo>
                    <a:pt x="97"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13"/>
            <p:cNvSpPr/>
            <p:nvPr/>
          </p:nvSpPr>
          <p:spPr>
            <a:xfrm>
              <a:off x="1827550" y="2045000"/>
              <a:ext cx="1825" cy="1825"/>
            </a:xfrm>
            <a:custGeom>
              <a:avLst/>
              <a:gdLst/>
              <a:ahLst/>
              <a:cxnLst/>
              <a:rect l="l" t="t" r="r" b="b"/>
              <a:pathLst>
                <a:path w="73" h="73" extrusionOk="0">
                  <a:moveTo>
                    <a:pt x="1" y="1"/>
                  </a:moveTo>
                  <a:lnTo>
                    <a:pt x="1" y="49"/>
                  </a:lnTo>
                  <a:lnTo>
                    <a:pt x="49"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13"/>
            <p:cNvSpPr/>
            <p:nvPr/>
          </p:nvSpPr>
          <p:spPr>
            <a:xfrm>
              <a:off x="1990650" y="2040800"/>
              <a:ext cx="1225" cy="625"/>
            </a:xfrm>
            <a:custGeom>
              <a:avLst/>
              <a:gdLst/>
              <a:ahLst/>
              <a:cxnLst/>
              <a:rect l="l" t="t" r="r" b="b"/>
              <a:pathLst>
                <a:path w="49" h="25" extrusionOk="0">
                  <a:moveTo>
                    <a:pt x="0" y="0"/>
                  </a:moveTo>
                  <a:lnTo>
                    <a:pt x="0"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13"/>
            <p:cNvSpPr/>
            <p:nvPr/>
          </p:nvSpPr>
          <p:spPr>
            <a:xfrm>
              <a:off x="1983425" y="2019125"/>
              <a:ext cx="1825" cy="1825"/>
            </a:xfrm>
            <a:custGeom>
              <a:avLst/>
              <a:gdLst/>
              <a:ahLst/>
              <a:cxnLst/>
              <a:rect l="l" t="t" r="r" b="b"/>
              <a:pathLst>
                <a:path w="73" h="73" extrusionOk="0">
                  <a:moveTo>
                    <a:pt x="25" y="1"/>
                  </a:moveTo>
                  <a:lnTo>
                    <a:pt x="1" y="25"/>
                  </a:lnTo>
                  <a:lnTo>
                    <a:pt x="25" y="73"/>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13"/>
            <p:cNvSpPr/>
            <p:nvPr/>
          </p:nvSpPr>
          <p:spPr>
            <a:xfrm>
              <a:off x="1895550" y="1967975"/>
              <a:ext cx="1850" cy="1225"/>
            </a:xfrm>
            <a:custGeom>
              <a:avLst/>
              <a:gdLst/>
              <a:ahLst/>
              <a:cxnLst/>
              <a:rect l="l" t="t" r="r" b="b"/>
              <a:pathLst>
                <a:path w="74" h="49" extrusionOk="0">
                  <a:moveTo>
                    <a:pt x="25" y="0"/>
                  </a:moveTo>
                  <a:lnTo>
                    <a:pt x="1" y="24"/>
                  </a:lnTo>
                  <a:lnTo>
                    <a:pt x="25" y="49"/>
                  </a:lnTo>
                  <a:lnTo>
                    <a:pt x="49" y="49"/>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13"/>
            <p:cNvSpPr/>
            <p:nvPr/>
          </p:nvSpPr>
          <p:spPr>
            <a:xfrm>
              <a:off x="2407725" y="2450025"/>
              <a:ext cx="1825" cy="1850"/>
            </a:xfrm>
            <a:custGeom>
              <a:avLst/>
              <a:gdLst/>
              <a:ahLst/>
              <a:cxnLst/>
              <a:rect l="l" t="t" r="r" b="b"/>
              <a:pathLst>
                <a:path w="73" h="74" extrusionOk="0">
                  <a:moveTo>
                    <a:pt x="24" y="1"/>
                  </a:moveTo>
                  <a:lnTo>
                    <a:pt x="0" y="49"/>
                  </a:lnTo>
                  <a:lnTo>
                    <a:pt x="24" y="73"/>
                  </a:lnTo>
                  <a:lnTo>
                    <a:pt x="72" y="73"/>
                  </a:lnTo>
                  <a:lnTo>
                    <a:pt x="72"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13"/>
            <p:cNvSpPr/>
            <p:nvPr/>
          </p:nvSpPr>
          <p:spPr>
            <a:xfrm>
              <a:off x="2328875" y="2403700"/>
              <a:ext cx="1225" cy="1225"/>
            </a:xfrm>
            <a:custGeom>
              <a:avLst/>
              <a:gdLst/>
              <a:ahLst/>
              <a:cxnLst/>
              <a:rect l="l" t="t" r="r" b="b"/>
              <a:pathLst>
                <a:path w="49" h="49" extrusionOk="0">
                  <a:moveTo>
                    <a:pt x="25" y="0"/>
                  </a:moveTo>
                  <a:lnTo>
                    <a:pt x="1" y="24"/>
                  </a:lnTo>
                  <a:lnTo>
                    <a:pt x="1" y="49"/>
                  </a:lnTo>
                  <a:lnTo>
                    <a:pt x="49"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13"/>
            <p:cNvSpPr/>
            <p:nvPr/>
          </p:nvSpPr>
          <p:spPr>
            <a:xfrm>
              <a:off x="2178425" y="2395275"/>
              <a:ext cx="1225" cy="1225"/>
            </a:xfrm>
            <a:custGeom>
              <a:avLst/>
              <a:gdLst/>
              <a:ahLst/>
              <a:cxnLst/>
              <a:rect l="l" t="t" r="r" b="b"/>
              <a:pathLst>
                <a:path w="49" h="49" extrusionOk="0">
                  <a:moveTo>
                    <a:pt x="24" y="0"/>
                  </a:moveTo>
                  <a:lnTo>
                    <a:pt x="0" y="24"/>
                  </a:lnTo>
                  <a:lnTo>
                    <a:pt x="0" y="48"/>
                  </a:lnTo>
                  <a:lnTo>
                    <a:pt x="48" y="48"/>
                  </a:lnTo>
                  <a:lnTo>
                    <a:pt x="48"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13"/>
            <p:cNvSpPr/>
            <p:nvPr/>
          </p:nvSpPr>
          <p:spPr>
            <a:xfrm>
              <a:off x="2307825" y="2370000"/>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13"/>
            <p:cNvSpPr/>
            <p:nvPr/>
          </p:nvSpPr>
          <p:spPr>
            <a:xfrm>
              <a:off x="2171200" y="2383225"/>
              <a:ext cx="1225" cy="1250"/>
            </a:xfrm>
            <a:custGeom>
              <a:avLst/>
              <a:gdLst/>
              <a:ahLst/>
              <a:cxnLst/>
              <a:rect l="l" t="t" r="r" b="b"/>
              <a:pathLst>
                <a:path w="49" h="50" extrusionOk="0">
                  <a:moveTo>
                    <a:pt x="24" y="1"/>
                  </a:moveTo>
                  <a:lnTo>
                    <a:pt x="0" y="25"/>
                  </a:lnTo>
                  <a:lnTo>
                    <a:pt x="0" y="49"/>
                  </a:lnTo>
                  <a:lnTo>
                    <a:pt x="49" y="49"/>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13"/>
            <p:cNvSpPr/>
            <p:nvPr/>
          </p:nvSpPr>
          <p:spPr>
            <a:xfrm>
              <a:off x="1986425" y="2022750"/>
              <a:ext cx="1850" cy="1225"/>
            </a:xfrm>
            <a:custGeom>
              <a:avLst/>
              <a:gdLst/>
              <a:ahLst/>
              <a:cxnLst/>
              <a:rect l="l" t="t" r="r" b="b"/>
              <a:pathLst>
                <a:path w="74" h="49" extrusionOk="0">
                  <a:moveTo>
                    <a:pt x="1" y="0"/>
                  </a:moveTo>
                  <a:lnTo>
                    <a:pt x="1" y="24"/>
                  </a:lnTo>
                  <a:lnTo>
                    <a:pt x="49" y="48"/>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13"/>
            <p:cNvSpPr/>
            <p:nvPr/>
          </p:nvSpPr>
          <p:spPr>
            <a:xfrm>
              <a:off x="2180825" y="2333275"/>
              <a:ext cx="1225" cy="1225"/>
            </a:xfrm>
            <a:custGeom>
              <a:avLst/>
              <a:gdLst/>
              <a:ahLst/>
              <a:cxnLst/>
              <a:rect l="l" t="t" r="r" b="b"/>
              <a:pathLst>
                <a:path w="49" h="49" extrusionOk="0">
                  <a:moveTo>
                    <a:pt x="1" y="1"/>
                  </a:moveTo>
                  <a:lnTo>
                    <a:pt x="1" y="49"/>
                  </a:ln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13"/>
            <p:cNvSpPr/>
            <p:nvPr/>
          </p:nvSpPr>
          <p:spPr>
            <a:xfrm>
              <a:off x="2014125" y="2003475"/>
              <a:ext cx="1825" cy="1825"/>
            </a:xfrm>
            <a:custGeom>
              <a:avLst/>
              <a:gdLst/>
              <a:ahLst/>
              <a:cxnLst/>
              <a:rect l="l" t="t" r="r" b="b"/>
              <a:pathLst>
                <a:path w="73" h="73" extrusionOk="0">
                  <a:moveTo>
                    <a:pt x="24" y="1"/>
                  </a:moveTo>
                  <a:lnTo>
                    <a:pt x="0" y="25"/>
                  </a:lnTo>
                  <a:lnTo>
                    <a:pt x="24" y="49"/>
                  </a:lnTo>
                  <a:lnTo>
                    <a:pt x="48" y="73"/>
                  </a:lnTo>
                  <a:lnTo>
                    <a:pt x="73"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13"/>
            <p:cNvSpPr/>
            <p:nvPr/>
          </p:nvSpPr>
          <p:spPr>
            <a:xfrm>
              <a:off x="2272900" y="2126850"/>
              <a:ext cx="2450" cy="1825"/>
            </a:xfrm>
            <a:custGeom>
              <a:avLst/>
              <a:gdLst/>
              <a:ahLst/>
              <a:cxnLst/>
              <a:rect l="l" t="t" r="r" b="b"/>
              <a:pathLst>
                <a:path w="98"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13"/>
            <p:cNvSpPr/>
            <p:nvPr/>
          </p:nvSpPr>
          <p:spPr>
            <a:xfrm>
              <a:off x="2083325" y="194872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13"/>
            <p:cNvSpPr/>
            <p:nvPr/>
          </p:nvSpPr>
          <p:spPr>
            <a:xfrm>
              <a:off x="2023750" y="1910800"/>
              <a:ext cx="1825" cy="1825"/>
            </a:xfrm>
            <a:custGeom>
              <a:avLst/>
              <a:gdLst/>
              <a:ahLst/>
              <a:cxnLst/>
              <a:rect l="l" t="t" r="r" b="b"/>
              <a:pathLst>
                <a:path w="73" h="73" extrusionOk="0">
                  <a:moveTo>
                    <a:pt x="25" y="0"/>
                  </a:moveTo>
                  <a:lnTo>
                    <a:pt x="0" y="49"/>
                  </a:lnTo>
                  <a:lnTo>
                    <a:pt x="25" y="73"/>
                  </a:lnTo>
                  <a:lnTo>
                    <a:pt x="73"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13"/>
            <p:cNvSpPr/>
            <p:nvPr/>
          </p:nvSpPr>
          <p:spPr>
            <a:xfrm>
              <a:off x="2019525" y="1909000"/>
              <a:ext cx="1850" cy="1825"/>
            </a:xfrm>
            <a:custGeom>
              <a:avLst/>
              <a:gdLst/>
              <a:ahLst/>
              <a:cxnLst/>
              <a:rect l="l" t="t" r="r" b="b"/>
              <a:pathLst>
                <a:path w="74" h="73" extrusionOk="0">
                  <a:moveTo>
                    <a:pt x="25" y="0"/>
                  </a:moveTo>
                  <a:lnTo>
                    <a:pt x="1" y="24"/>
                  </a:lnTo>
                  <a:lnTo>
                    <a:pt x="25" y="72"/>
                  </a:lnTo>
                  <a:lnTo>
                    <a:pt x="49" y="48"/>
                  </a:lnTo>
                  <a:lnTo>
                    <a:pt x="73"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13"/>
            <p:cNvSpPr/>
            <p:nvPr/>
          </p:nvSpPr>
          <p:spPr>
            <a:xfrm>
              <a:off x="2149525" y="1868675"/>
              <a:ext cx="1225" cy="3025"/>
            </a:xfrm>
            <a:custGeom>
              <a:avLst/>
              <a:gdLst/>
              <a:ahLst/>
              <a:cxnLst/>
              <a:rect l="l" t="t" r="r" b="b"/>
              <a:pathLst>
                <a:path w="49" h="121" extrusionOk="0">
                  <a:moveTo>
                    <a:pt x="49" y="0"/>
                  </a:moveTo>
                  <a:lnTo>
                    <a:pt x="37" y="30"/>
                  </a:lnTo>
                  <a:lnTo>
                    <a:pt x="49" y="24"/>
                  </a:lnTo>
                  <a:lnTo>
                    <a:pt x="49" y="0"/>
                  </a:lnTo>
                  <a:close/>
                  <a:moveTo>
                    <a:pt x="37" y="30"/>
                  </a:moveTo>
                  <a:lnTo>
                    <a:pt x="1" y="48"/>
                  </a:lnTo>
                  <a:lnTo>
                    <a:pt x="1" y="73"/>
                  </a:lnTo>
                  <a:lnTo>
                    <a:pt x="1" y="121"/>
                  </a:lnTo>
                  <a:lnTo>
                    <a:pt x="37" y="3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13"/>
            <p:cNvSpPr/>
            <p:nvPr/>
          </p:nvSpPr>
          <p:spPr>
            <a:xfrm>
              <a:off x="2064075" y="1910200"/>
              <a:ext cx="1225" cy="1225"/>
            </a:xfrm>
            <a:custGeom>
              <a:avLst/>
              <a:gdLst/>
              <a:ahLst/>
              <a:cxnLst/>
              <a:rect l="l" t="t" r="r" b="b"/>
              <a:pathLst>
                <a:path w="49" h="49" extrusionOk="0">
                  <a:moveTo>
                    <a:pt x="0" y="0"/>
                  </a:moveTo>
                  <a:lnTo>
                    <a:pt x="0" y="49"/>
                  </a:lnTo>
                  <a:lnTo>
                    <a:pt x="49"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13"/>
            <p:cNvSpPr/>
            <p:nvPr/>
          </p:nvSpPr>
          <p:spPr>
            <a:xfrm>
              <a:off x="2068275" y="1892750"/>
              <a:ext cx="1250" cy="1225"/>
            </a:xfrm>
            <a:custGeom>
              <a:avLst/>
              <a:gdLst/>
              <a:ahLst/>
              <a:cxnLst/>
              <a:rect l="l" t="t" r="r" b="b"/>
              <a:pathLst>
                <a:path w="50" h="49" extrusionOk="0">
                  <a:moveTo>
                    <a:pt x="25" y="0"/>
                  </a:moveTo>
                  <a:lnTo>
                    <a:pt x="1" y="24"/>
                  </a:lnTo>
                  <a:lnTo>
                    <a:pt x="1" y="48"/>
                  </a:lnTo>
                  <a:lnTo>
                    <a:pt x="49"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13"/>
            <p:cNvSpPr/>
            <p:nvPr/>
          </p:nvSpPr>
          <p:spPr>
            <a:xfrm>
              <a:off x="2091150" y="1887325"/>
              <a:ext cx="1825" cy="1225"/>
            </a:xfrm>
            <a:custGeom>
              <a:avLst/>
              <a:gdLst/>
              <a:ahLst/>
              <a:cxnLst/>
              <a:rect l="l" t="t" r="r" b="b"/>
              <a:pathLst>
                <a:path w="73" h="49" extrusionOk="0">
                  <a:moveTo>
                    <a:pt x="25" y="1"/>
                  </a:moveTo>
                  <a:lnTo>
                    <a:pt x="1" y="25"/>
                  </a:lnTo>
                  <a:lnTo>
                    <a:pt x="1" y="49"/>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13"/>
            <p:cNvSpPr/>
            <p:nvPr/>
          </p:nvSpPr>
          <p:spPr>
            <a:xfrm>
              <a:off x="2064675" y="1831350"/>
              <a:ext cx="1825" cy="1850"/>
            </a:xfrm>
            <a:custGeom>
              <a:avLst/>
              <a:gdLst/>
              <a:ahLst/>
              <a:cxnLst/>
              <a:rect l="l" t="t" r="r" b="b"/>
              <a:pathLst>
                <a:path w="73" h="74" extrusionOk="0">
                  <a:moveTo>
                    <a:pt x="49" y="1"/>
                  </a:moveTo>
                  <a:lnTo>
                    <a:pt x="0" y="25"/>
                  </a:lnTo>
                  <a:lnTo>
                    <a:pt x="0" y="49"/>
                  </a:lnTo>
                  <a:lnTo>
                    <a:pt x="25" y="73"/>
                  </a:lnTo>
                  <a:lnTo>
                    <a:pt x="73"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13"/>
            <p:cNvSpPr/>
            <p:nvPr/>
          </p:nvSpPr>
          <p:spPr>
            <a:xfrm>
              <a:off x="2349350" y="1951125"/>
              <a:ext cx="1225" cy="1825"/>
            </a:xfrm>
            <a:custGeom>
              <a:avLst/>
              <a:gdLst/>
              <a:ahLst/>
              <a:cxnLst/>
              <a:rect l="l" t="t" r="r" b="b"/>
              <a:pathLst>
                <a:path w="49" h="73" extrusionOk="0">
                  <a:moveTo>
                    <a:pt x="0" y="0"/>
                  </a:moveTo>
                  <a:lnTo>
                    <a:pt x="0" y="49"/>
                  </a:lnTo>
                  <a:lnTo>
                    <a:pt x="48" y="73"/>
                  </a:lnTo>
                  <a:lnTo>
                    <a:pt x="48" y="49"/>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13"/>
            <p:cNvSpPr/>
            <p:nvPr/>
          </p:nvSpPr>
          <p:spPr>
            <a:xfrm>
              <a:off x="2384850" y="1969175"/>
              <a:ext cx="1225" cy="1825"/>
            </a:xfrm>
            <a:custGeom>
              <a:avLst/>
              <a:gdLst/>
              <a:ahLst/>
              <a:cxnLst/>
              <a:rect l="l" t="t" r="r" b="b"/>
              <a:pathLst>
                <a:path w="49" h="73" extrusionOk="0">
                  <a:moveTo>
                    <a:pt x="25" y="1"/>
                  </a:moveTo>
                  <a:lnTo>
                    <a:pt x="0" y="25"/>
                  </a:lnTo>
                  <a:lnTo>
                    <a:pt x="0" y="49"/>
                  </a:lnTo>
                  <a:lnTo>
                    <a:pt x="25" y="73"/>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13"/>
            <p:cNvSpPr/>
            <p:nvPr/>
          </p:nvSpPr>
          <p:spPr>
            <a:xfrm>
              <a:off x="2321050" y="1930650"/>
              <a:ext cx="1825" cy="1850"/>
            </a:xfrm>
            <a:custGeom>
              <a:avLst/>
              <a:gdLst/>
              <a:ahLst/>
              <a:cxnLst/>
              <a:rect l="l" t="t" r="r" b="b"/>
              <a:pathLst>
                <a:path w="73" h="74" extrusionOk="0">
                  <a:moveTo>
                    <a:pt x="25" y="1"/>
                  </a:moveTo>
                  <a:lnTo>
                    <a:pt x="1" y="25"/>
                  </a:lnTo>
                  <a:lnTo>
                    <a:pt x="25" y="73"/>
                  </a:lnTo>
                  <a:lnTo>
                    <a:pt x="73"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13"/>
            <p:cNvSpPr/>
            <p:nvPr/>
          </p:nvSpPr>
          <p:spPr>
            <a:xfrm>
              <a:off x="1879300" y="2041400"/>
              <a:ext cx="1250" cy="625"/>
            </a:xfrm>
            <a:custGeom>
              <a:avLst/>
              <a:gdLst/>
              <a:ahLst/>
              <a:cxnLst/>
              <a:rect l="l" t="t" r="r" b="b"/>
              <a:pathLst>
                <a:path w="50" h="25" extrusionOk="0">
                  <a:moveTo>
                    <a:pt x="1" y="0"/>
                  </a:moveTo>
                  <a:lnTo>
                    <a:pt x="25"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13"/>
            <p:cNvSpPr/>
            <p:nvPr/>
          </p:nvSpPr>
          <p:spPr>
            <a:xfrm>
              <a:off x="1979825" y="2037175"/>
              <a:ext cx="1225" cy="1225"/>
            </a:xfrm>
            <a:custGeom>
              <a:avLst/>
              <a:gdLst/>
              <a:ahLst/>
              <a:cxnLst/>
              <a:rect l="l" t="t" r="r" b="b"/>
              <a:pathLst>
                <a:path w="49" h="49" extrusionOk="0">
                  <a:moveTo>
                    <a:pt x="48" y="1"/>
                  </a:moveTo>
                  <a:lnTo>
                    <a:pt x="0" y="25"/>
                  </a:lnTo>
                  <a:lnTo>
                    <a:pt x="0" y="49"/>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13"/>
            <p:cNvSpPr/>
            <p:nvPr/>
          </p:nvSpPr>
          <p:spPr>
            <a:xfrm>
              <a:off x="2061075" y="2510825"/>
              <a:ext cx="1225" cy="1225"/>
            </a:xfrm>
            <a:custGeom>
              <a:avLst/>
              <a:gdLst/>
              <a:ahLst/>
              <a:cxnLst/>
              <a:rect l="l" t="t" r="r" b="b"/>
              <a:pathLst>
                <a:path w="49" h="49" extrusionOk="0">
                  <a:moveTo>
                    <a:pt x="0" y="0"/>
                  </a:moveTo>
                  <a:lnTo>
                    <a:pt x="0" y="24"/>
                  </a:lnTo>
                  <a:lnTo>
                    <a:pt x="24" y="49"/>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13"/>
            <p:cNvSpPr/>
            <p:nvPr/>
          </p:nvSpPr>
          <p:spPr>
            <a:xfrm>
              <a:off x="2277725" y="2411525"/>
              <a:ext cx="1225" cy="1225"/>
            </a:xfrm>
            <a:custGeom>
              <a:avLst/>
              <a:gdLst/>
              <a:ahLst/>
              <a:cxnLst/>
              <a:rect l="l" t="t" r="r" b="b"/>
              <a:pathLst>
                <a:path w="49" h="49" extrusionOk="0">
                  <a:moveTo>
                    <a:pt x="0" y="0"/>
                  </a:moveTo>
                  <a:lnTo>
                    <a:pt x="0" y="48"/>
                  </a:lnTo>
                  <a:lnTo>
                    <a:pt x="24"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13"/>
            <p:cNvSpPr/>
            <p:nvPr/>
          </p:nvSpPr>
          <p:spPr>
            <a:xfrm>
              <a:off x="1893750" y="2028750"/>
              <a:ext cx="625" cy="1225"/>
            </a:xfrm>
            <a:custGeom>
              <a:avLst/>
              <a:gdLst/>
              <a:ahLst/>
              <a:cxnLst/>
              <a:rect l="l" t="t" r="r" b="b"/>
              <a:pathLst>
                <a:path w="25" h="49" extrusionOk="0">
                  <a:moveTo>
                    <a:pt x="25" y="1"/>
                  </a:moveTo>
                  <a:lnTo>
                    <a:pt x="1" y="25"/>
                  </a:ln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13"/>
            <p:cNvSpPr/>
            <p:nvPr/>
          </p:nvSpPr>
          <p:spPr>
            <a:xfrm>
              <a:off x="2325875" y="2286350"/>
              <a:ext cx="25" cy="625"/>
            </a:xfrm>
            <a:custGeom>
              <a:avLst/>
              <a:gdLst/>
              <a:ahLst/>
              <a:cxnLst/>
              <a:rect l="l" t="t" r="r" b="b"/>
              <a:pathLst>
                <a:path w="1" h="25" extrusionOk="0">
                  <a:moveTo>
                    <a:pt x="0" y="0"/>
                  </a:moveTo>
                  <a:lnTo>
                    <a:pt x="0" y="0"/>
                  </a:lnTo>
                  <a:lnTo>
                    <a:pt x="0" y="0"/>
                  </a:lnTo>
                  <a:lnTo>
                    <a:pt x="0" y="0"/>
                  </a:lnTo>
                  <a:lnTo>
                    <a:pt x="0" y="24"/>
                  </a:lnTo>
                  <a:lnTo>
                    <a:pt x="0"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13"/>
            <p:cNvSpPr/>
            <p:nvPr/>
          </p:nvSpPr>
          <p:spPr>
            <a:xfrm>
              <a:off x="2021950" y="2483150"/>
              <a:ext cx="625" cy="1225"/>
            </a:xfrm>
            <a:custGeom>
              <a:avLst/>
              <a:gdLst/>
              <a:ahLst/>
              <a:cxnLst/>
              <a:rect l="l" t="t" r="r" b="b"/>
              <a:pathLst>
                <a:path w="25" h="49" extrusionOk="0">
                  <a:moveTo>
                    <a:pt x="24" y="0"/>
                  </a:moveTo>
                  <a:lnTo>
                    <a:pt x="0" y="24"/>
                  </a:lnTo>
                  <a:lnTo>
                    <a:pt x="0" y="48"/>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13"/>
            <p:cNvSpPr/>
            <p:nvPr/>
          </p:nvSpPr>
          <p:spPr>
            <a:xfrm>
              <a:off x="2214525" y="2354950"/>
              <a:ext cx="625" cy="1225"/>
            </a:xfrm>
            <a:custGeom>
              <a:avLst/>
              <a:gdLst/>
              <a:ahLst/>
              <a:cxnLst/>
              <a:rect l="l" t="t" r="r" b="b"/>
              <a:pathLst>
                <a:path w="25" h="49" extrusionOk="0">
                  <a:moveTo>
                    <a:pt x="1" y="0"/>
                  </a:moveTo>
                  <a:lnTo>
                    <a:pt x="1" y="49"/>
                  </a:lnTo>
                  <a:lnTo>
                    <a:pt x="25"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13"/>
            <p:cNvSpPr/>
            <p:nvPr/>
          </p:nvSpPr>
          <p:spPr>
            <a:xfrm>
              <a:off x="2185050" y="2481925"/>
              <a:ext cx="1225" cy="625"/>
            </a:xfrm>
            <a:custGeom>
              <a:avLst/>
              <a:gdLst/>
              <a:ahLst/>
              <a:cxnLst/>
              <a:rect l="l" t="t" r="r" b="b"/>
              <a:pathLst>
                <a:path w="49" h="25" extrusionOk="0">
                  <a:moveTo>
                    <a:pt x="24" y="1"/>
                  </a:moveTo>
                  <a:lnTo>
                    <a:pt x="0" y="25"/>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13"/>
            <p:cNvSpPr/>
            <p:nvPr/>
          </p:nvSpPr>
          <p:spPr>
            <a:xfrm>
              <a:off x="2399900" y="2465675"/>
              <a:ext cx="625" cy="625"/>
            </a:xfrm>
            <a:custGeom>
              <a:avLst/>
              <a:gdLst/>
              <a:ahLst/>
              <a:cxnLst/>
              <a:rect l="l" t="t" r="r" b="b"/>
              <a:pathLst>
                <a:path w="25" h="25" extrusionOk="0">
                  <a:moveTo>
                    <a:pt x="0" y="1"/>
                  </a:moveTo>
                  <a:lnTo>
                    <a:pt x="0"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13"/>
            <p:cNvSpPr/>
            <p:nvPr/>
          </p:nvSpPr>
          <p:spPr>
            <a:xfrm>
              <a:off x="1927450" y="1967975"/>
              <a:ext cx="25" cy="25"/>
            </a:xfrm>
            <a:custGeom>
              <a:avLst/>
              <a:gdLst/>
              <a:ahLst/>
              <a:cxnLst/>
              <a:rect l="l" t="t" r="r" b="b"/>
              <a:pathLst>
                <a:path w="1" h="1" extrusionOk="0">
                  <a:moveTo>
                    <a:pt x="1" y="0"/>
                  </a:move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13"/>
            <p:cNvSpPr/>
            <p:nvPr/>
          </p:nvSpPr>
          <p:spPr>
            <a:xfrm>
              <a:off x="2052025" y="20311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13"/>
            <p:cNvSpPr/>
            <p:nvPr/>
          </p:nvSpPr>
          <p:spPr>
            <a:xfrm>
              <a:off x="1893150" y="1937275"/>
              <a:ext cx="1225" cy="625"/>
            </a:xfrm>
            <a:custGeom>
              <a:avLst/>
              <a:gdLst/>
              <a:ahLst/>
              <a:cxnLst/>
              <a:rect l="l" t="t" r="r" b="b"/>
              <a:pathLst>
                <a:path w="49" h="25" extrusionOk="0">
                  <a:moveTo>
                    <a:pt x="1" y="1"/>
                  </a:moveTo>
                  <a:lnTo>
                    <a:pt x="1" y="25"/>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13"/>
            <p:cNvSpPr/>
            <p:nvPr/>
          </p:nvSpPr>
          <p:spPr>
            <a:xfrm>
              <a:off x="1941300" y="1962550"/>
              <a:ext cx="1825" cy="1225"/>
            </a:xfrm>
            <a:custGeom>
              <a:avLst/>
              <a:gdLst/>
              <a:ahLst/>
              <a:cxnLst/>
              <a:rect l="l" t="t" r="r" b="b"/>
              <a:pathLst>
                <a:path w="73" h="49" extrusionOk="0">
                  <a:moveTo>
                    <a:pt x="24" y="1"/>
                  </a:moveTo>
                  <a:lnTo>
                    <a:pt x="0" y="25"/>
                  </a:lnTo>
                  <a:lnTo>
                    <a:pt x="24" y="49"/>
                  </a:lnTo>
                  <a:lnTo>
                    <a:pt x="49"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13"/>
            <p:cNvSpPr/>
            <p:nvPr/>
          </p:nvSpPr>
          <p:spPr>
            <a:xfrm>
              <a:off x="1910600" y="1920425"/>
              <a:ext cx="625" cy="1225"/>
            </a:xfrm>
            <a:custGeom>
              <a:avLst/>
              <a:gdLst/>
              <a:ahLst/>
              <a:cxnLst/>
              <a:rect l="l" t="t" r="r" b="b"/>
              <a:pathLst>
                <a:path w="25" h="49" extrusionOk="0">
                  <a:moveTo>
                    <a:pt x="1" y="1"/>
                  </a:move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13"/>
            <p:cNvSpPr/>
            <p:nvPr/>
          </p:nvSpPr>
          <p:spPr>
            <a:xfrm>
              <a:off x="1861250" y="1954725"/>
              <a:ext cx="25" cy="625"/>
            </a:xfrm>
            <a:custGeom>
              <a:avLst/>
              <a:gdLst/>
              <a:ahLst/>
              <a:cxnLst/>
              <a:rect l="l" t="t" r="r" b="b"/>
              <a:pathLst>
                <a:path w="1" h="25" extrusionOk="0">
                  <a:moveTo>
                    <a:pt x="1" y="25"/>
                  </a:moveTo>
                  <a:lnTo>
                    <a:pt x="1" y="1"/>
                  </a:lnTo>
                  <a:lnTo>
                    <a:pt x="1" y="1"/>
                  </a:lnTo>
                  <a:lnTo>
                    <a:pt x="1"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13"/>
            <p:cNvSpPr/>
            <p:nvPr/>
          </p:nvSpPr>
          <p:spPr>
            <a:xfrm>
              <a:off x="2337900" y="2406100"/>
              <a:ext cx="1225" cy="1225"/>
            </a:xfrm>
            <a:custGeom>
              <a:avLst/>
              <a:gdLst/>
              <a:ahLst/>
              <a:cxnLst/>
              <a:rect l="l" t="t" r="r" b="b"/>
              <a:pathLst>
                <a:path w="49" h="49" extrusionOk="0">
                  <a:moveTo>
                    <a:pt x="1" y="1"/>
                  </a:moveTo>
                  <a:lnTo>
                    <a:pt x="1" y="25"/>
                  </a:lnTo>
                  <a:lnTo>
                    <a:pt x="25"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13"/>
            <p:cNvSpPr/>
            <p:nvPr/>
          </p:nvSpPr>
          <p:spPr>
            <a:xfrm>
              <a:off x="1912400" y="2023350"/>
              <a:ext cx="1250" cy="1225"/>
            </a:xfrm>
            <a:custGeom>
              <a:avLst/>
              <a:gdLst/>
              <a:ahLst/>
              <a:cxnLst/>
              <a:rect l="l" t="t" r="r" b="b"/>
              <a:pathLst>
                <a:path w="50" h="49" extrusionOk="0">
                  <a:moveTo>
                    <a:pt x="1" y="0"/>
                  </a:moveTo>
                  <a:lnTo>
                    <a:pt x="25" y="48"/>
                  </a:lnTo>
                  <a:lnTo>
                    <a:pt x="49" y="48"/>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13"/>
            <p:cNvSpPr/>
            <p:nvPr/>
          </p:nvSpPr>
          <p:spPr>
            <a:xfrm>
              <a:off x="2395075" y="2403100"/>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13"/>
            <p:cNvSpPr/>
            <p:nvPr/>
          </p:nvSpPr>
          <p:spPr>
            <a:xfrm>
              <a:off x="2241600" y="2462075"/>
              <a:ext cx="1250" cy="1225"/>
            </a:xfrm>
            <a:custGeom>
              <a:avLst/>
              <a:gdLst/>
              <a:ahLst/>
              <a:cxnLst/>
              <a:rect l="l" t="t" r="r" b="b"/>
              <a:pathLst>
                <a:path w="50" h="49" extrusionOk="0">
                  <a:moveTo>
                    <a:pt x="1" y="0"/>
                  </a:moveTo>
                  <a:lnTo>
                    <a:pt x="25" y="49"/>
                  </a:lnTo>
                  <a:lnTo>
                    <a:pt x="49"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13"/>
            <p:cNvSpPr/>
            <p:nvPr/>
          </p:nvSpPr>
          <p:spPr>
            <a:xfrm>
              <a:off x="1857650" y="1984225"/>
              <a:ext cx="1225" cy="625"/>
            </a:xfrm>
            <a:custGeom>
              <a:avLst/>
              <a:gdLst/>
              <a:ahLst/>
              <a:cxnLst/>
              <a:rect l="l" t="t" r="r" b="b"/>
              <a:pathLst>
                <a:path w="49" h="25" extrusionOk="0">
                  <a:moveTo>
                    <a:pt x="0" y="0"/>
                  </a:moveTo>
                  <a:lnTo>
                    <a:pt x="24" y="24"/>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13"/>
            <p:cNvSpPr/>
            <p:nvPr/>
          </p:nvSpPr>
          <p:spPr>
            <a:xfrm>
              <a:off x="2059250" y="1912000"/>
              <a:ext cx="1225" cy="1225"/>
            </a:xfrm>
            <a:custGeom>
              <a:avLst/>
              <a:gdLst/>
              <a:ahLst/>
              <a:cxnLst/>
              <a:rect l="l" t="t" r="r" b="b"/>
              <a:pathLst>
                <a:path w="49" h="49" extrusionOk="0">
                  <a:moveTo>
                    <a:pt x="25" y="1"/>
                  </a:moveTo>
                  <a:lnTo>
                    <a:pt x="1" y="25"/>
                  </a:lnTo>
                  <a:lnTo>
                    <a:pt x="25" y="49"/>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13"/>
            <p:cNvSpPr/>
            <p:nvPr/>
          </p:nvSpPr>
          <p:spPr>
            <a:xfrm>
              <a:off x="2127875" y="1943900"/>
              <a:ext cx="1825" cy="1225"/>
            </a:xfrm>
            <a:custGeom>
              <a:avLst/>
              <a:gdLst/>
              <a:ahLst/>
              <a:cxnLst/>
              <a:rect l="l" t="t" r="r" b="b"/>
              <a:pathLst>
                <a:path w="73" h="49" extrusionOk="0">
                  <a:moveTo>
                    <a:pt x="24" y="0"/>
                  </a:moveTo>
                  <a:lnTo>
                    <a:pt x="0" y="25"/>
                  </a:lnTo>
                  <a:lnTo>
                    <a:pt x="24" y="49"/>
                  </a:lnTo>
                  <a:lnTo>
                    <a:pt x="72" y="49"/>
                  </a:lnTo>
                  <a:lnTo>
                    <a:pt x="72" y="25"/>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13"/>
            <p:cNvSpPr/>
            <p:nvPr/>
          </p:nvSpPr>
          <p:spPr>
            <a:xfrm>
              <a:off x="2145325" y="1943300"/>
              <a:ext cx="2425" cy="625"/>
            </a:xfrm>
            <a:custGeom>
              <a:avLst/>
              <a:gdLst/>
              <a:ahLst/>
              <a:cxnLst/>
              <a:rect l="l" t="t" r="r" b="b"/>
              <a:pathLst>
                <a:path w="97" h="25" extrusionOk="0">
                  <a:moveTo>
                    <a:pt x="0" y="0"/>
                  </a:moveTo>
                  <a:lnTo>
                    <a:pt x="0" y="0"/>
                  </a:lnTo>
                  <a:lnTo>
                    <a:pt x="97" y="24"/>
                  </a:lnTo>
                  <a:lnTo>
                    <a:pt x="97" y="24"/>
                  </a:lnTo>
                  <a:lnTo>
                    <a:pt x="97" y="24"/>
                  </a:lnTo>
                  <a:lnTo>
                    <a:pt x="97"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13"/>
            <p:cNvSpPr/>
            <p:nvPr/>
          </p:nvSpPr>
          <p:spPr>
            <a:xfrm>
              <a:off x="1929250" y="2019725"/>
              <a:ext cx="25" cy="25"/>
            </a:xfrm>
            <a:custGeom>
              <a:avLst/>
              <a:gdLst/>
              <a:ahLst/>
              <a:cxnLst/>
              <a:rect l="l" t="t" r="r" b="b"/>
              <a:pathLst>
                <a:path w="1" h="1" extrusionOk="0">
                  <a:moveTo>
                    <a:pt x="1" y="1"/>
                  </a:moveTo>
                  <a:lnTo>
                    <a:pt x="1" y="1"/>
                  </a:lnTo>
                  <a:lnTo>
                    <a:pt x="1" y="1"/>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13"/>
            <p:cNvSpPr/>
            <p:nvPr/>
          </p:nvSpPr>
          <p:spPr>
            <a:xfrm>
              <a:off x="2125450" y="1902375"/>
              <a:ext cx="625" cy="625"/>
            </a:xfrm>
            <a:custGeom>
              <a:avLst/>
              <a:gdLst/>
              <a:ahLst/>
              <a:cxnLst/>
              <a:rect l="l" t="t" r="r" b="b"/>
              <a:pathLst>
                <a:path w="25" h="25" extrusionOk="0">
                  <a:moveTo>
                    <a:pt x="1" y="0"/>
                  </a:moveTo>
                  <a:lnTo>
                    <a:pt x="1" y="25"/>
                  </a:lnTo>
                  <a:lnTo>
                    <a:pt x="25" y="25"/>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13"/>
            <p:cNvSpPr/>
            <p:nvPr/>
          </p:nvSpPr>
          <p:spPr>
            <a:xfrm>
              <a:off x="2153750" y="2506000"/>
              <a:ext cx="1225" cy="1225"/>
            </a:xfrm>
            <a:custGeom>
              <a:avLst/>
              <a:gdLst/>
              <a:ahLst/>
              <a:cxnLst/>
              <a:rect l="l" t="t" r="r" b="b"/>
              <a:pathLst>
                <a:path w="49" h="49" extrusionOk="0">
                  <a:moveTo>
                    <a:pt x="24" y="1"/>
                  </a:moveTo>
                  <a:lnTo>
                    <a:pt x="0" y="25"/>
                  </a:lnTo>
                  <a:lnTo>
                    <a:pt x="24" y="49"/>
                  </a:lnTo>
                  <a:lnTo>
                    <a:pt x="48"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13"/>
            <p:cNvSpPr/>
            <p:nvPr/>
          </p:nvSpPr>
          <p:spPr>
            <a:xfrm>
              <a:off x="2413725" y="2051025"/>
              <a:ext cx="1250" cy="625"/>
            </a:xfrm>
            <a:custGeom>
              <a:avLst/>
              <a:gdLst/>
              <a:ahLst/>
              <a:cxnLst/>
              <a:rect l="l" t="t" r="r" b="b"/>
              <a:pathLst>
                <a:path w="50" h="25" extrusionOk="0">
                  <a:moveTo>
                    <a:pt x="1" y="1"/>
                  </a:moveTo>
                  <a:lnTo>
                    <a:pt x="25" y="25"/>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13"/>
            <p:cNvSpPr/>
            <p:nvPr/>
          </p:nvSpPr>
          <p:spPr>
            <a:xfrm>
              <a:off x="2211525" y="2259250"/>
              <a:ext cx="625" cy="625"/>
            </a:xfrm>
            <a:custGeom>
              <a:avLst/>
              <a:gdLst/>
              <a:ahLst/>
              <a:cxnLst/>
              <a:rect l="l" t="t" r="r" b="b"/>
              <a:pathLst>
                <a:path w="25" h="25"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13"/>
            <p:cNvSpPr/>
            <p:nvPr/>
          </p:nvSpPr>
          <p:spPr>
            <a:xfrm>
              <a:off x="1967775" y="2001675"/>
              <a:ext cx="625" cy="625"/>
            </a:xfrm>
            <a:custGeom>
              <a:avLst/>
              <a:gdLst/>
              <a:ahLst/>
              <a:cxnLst/>
              <a:rect l="l" t="t" r="r" b="b"/>
              <a:pathLst>
                <a:path w="25" h="25" extrusionOk="0">
                  <a:moveTo>
                    <a:pt x="1" y="1"/>
                  </a:move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13"/>
            <p:cNvSpPr/>
            <p:nvPr/>
          </p:nvSpPr>
          <p:spPr>
            <a:xfrm>
              <a:off x="2125450" y="18337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13"/>
            <p:cNvSpPr/>
            <p:nvPr/>
          </p:nvSpPr>
          <p:spPr>
            <a:xfrm>
              <a:off x="2225975" y="226107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13"/>
            <p:cNvSpPr/>
            <p:nvPr/>
          </p:nvSpPr>
          <p:spPr>
            <a:xfrm>
              <a:off x="1913000" y="1970375"/>
              <a:ext cx="650" cy="625"/>
            </a:xfrm>
            <a:custGeom>
              <a:avLst/>
              <a:gdLst/>
              <a:ahLst/>
              <a:cxnLst/>
              <a:rect l="l" t="t" r="r" b="b"/>
              <a:pathLst>
                <a:path w="26"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13"/>
            <p:cNvSpPr/>
            <p:nvPr/>
          </p:nvSpPr>
          <p:spPr>
            <a:xfrm>
              <a:off x="2356550" y="1886725"/>
              <a:ext cx="1250" cy="625"/>
            </a:xfrm>
            <a:custGeom>
              <a:avLst/>
              <a:gdLst/>
              <a:ahLst/>
              <a:cxnLst/>
              <a:rect l="l" t="t" r="r" b="b"/>
              <a:pathLst>
                <a:path w="50" h="25" extrusionOk="0">
                  <a:moveTo>
                    <a:pt x="1" y="1"/>
                  </a:moveTo>
                  <a:lnTo>
                    <a:pt x="25" y="13"/>
                  </a:lnTo>
                  <a:lnTo>
                    <a:pt x="25" y="1"/>
                  </a:lnTo>
                  <a:close/>
                  <a:moveTo>
                    <a:pt x="25" y="13"/>
                  </a:moveTo>
                  <a:lnTo>
                    <a:pt x="25" y="25"/>
                  </a:lnTo>
                  <a:lnTo>
                    <a:pt x="49" y="25"/>
                  </a:lnTo>
                  <a:lnTo>
                    <a:pt x="25" y="1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13"/>
            <p:cNvSpPr/>
            <p:nvPr/>
          </p:nvSpPr>
          <p:spPr>
            <a:xfrm>
              <a:off x="2393275" y="1856625"/>
              <a:ext cx="1225" cy="1250"/>
            </a:xfrm>
            <a:custGeom>
              <a:avLst/>
              <a:gdLst/>
              <a:ahLst/>
              <a:cxnLst/>
              <a:rect l="l" t="t" r="r" b="b"/>
              <a:pathLst>
                <a:path w="49" h="50" extrusionOk="0">
                  <a:moveTo>
                    <a:pt x="0" y="1"/>
                  </a:move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13"/>
            <p:cNvSpPr/>
            <p:nvPr/>
          </p:nvSpPr>
          <p:spPr>
            <a:xfrm>
              <a:off x="2076700" y="2016725"/>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13"/>
            <p:cNvSpPr/>
            <p:nvPr/>
          </p:nvSpPr>
          <p:spPr>
            <a:xfrm>
              <a:off x="2325275" y="234652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13"/>
            <p:cNvSpPr/>
            <p:nvPr/>
          </p:nvSpPr>
          <p:spPr>
            <a:xfrm>
              <a:off x="2127875" y="1944500"/>
              <a:ext cx="25" cy="25"/>
            </a:xfrm>
            <a:custGeom>
              <a:avLst/>
              <a:gdLst/>
              <a:ahLst/>
              <a:cxnLst/>
              <a:rect l="l" t="t" r="r" b="b"/>
              <a:pathLst>
                <a:path w="1" h="1" extrusionOk="0">
                  <a:moveTo>
                    <a:pt x="0" y="1"/>
                  </a:move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13"/>
            <p:cNvSpPr/>
            <p:nvPr/>
          </p:nvSpPr>
          <p:spPr>
            <a:xfrm>
              <a:off x="2375825" y="2359150"/>
              <a:ext cx="625" cy="650"/>
            </a:xfrm>
            <a:custGeom>
              <a:avLst/>
              <a:gdLst/>
              <a:ahLst/>
              <a:cxnLst/>
              <a:rect l="l" t="t" r="r" b="b"/>
              <a:pathLst>
                <a:path w="25" h="26"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13"/>
            <p:cNvSpPr/>
            <p:nvPr/>
          </p:nvSpPr>
          <p:spPr>
            <a:xfrm>
              <a:off x="2316250" y="2048625"/>
              <a:ext cx="25" cy="625"/>
            </a:xfrm>
            <a:custGeom>
              <a:avLst/>
              <a:gdLst/>
              <a:ahLst/>
              <a:cxnLst/>
              <a:rect l="l" t="t" r="r" b="b"/>
              <a:pathLst>
                <a:path w="1" h="25" extrusionOk="0">
                  <a:moveTo>
                    <a:pt x="0" y="24"/>
                  </a:moveTo>
                  <a:lnTo>
                    <a:pt x="0" y="24"/>
                  </a:lnTo>
                  <a:lnTo>
                    <a:pt x="0" y="0"/>
                  </a:lnTo>
                  <a:lnTo>
                    <a:pt x="0" y="0"/>
                  </a:lnTo>
                  <a:lnTo>
                    <a:pt x="0" y="0"/>
                  </a:lnTo>
                  <a:lnTo>
                    <a:pt x="0" y="0"/>
                  </a:lnTo>
                  <a:lnTo>
                    <a:pt x="0" y="24"/>
                  </a:lnTo>
                  <a:lnTo>
                    <a:pt x="0" y="24"/>
                  </a:lnTo>
                  <a:lnTo>
                    <a:pt x="0"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13"/>
            <p:cNvSpPr/>
            <p:nvPr/>
          </p:nvSpPr>
          <p:spPr>
            <a:xfrm>
              <a:off x="2142300" y="1943900"/>
              <a:ext cx="625" cy="625"/>
            </a:xfrm>
            <a:custGeom>
              <a:avLst/>
              <a:gdLst/>
              <a:ahLst/>
              <a:cxnLst/>
              <a:rect l="l" t="t" r="r" b="b"/>
              <a:pathLst>
                <a:path w="25" h="25" extrusionOk="0">
                  <a:moveTo>
                    <a:pt x="1" y="0"/>
                  </a:moveTo>
                  <a:lnTo>
                    <a:pt x="25"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13"/>
            <p:cNvSpPr/>
            <p:nvPr/>
          </p:nvSpPr>
          <p:spPr>
            <a:xfrm>
              <a:off x="2142900" y="1943300"/>
              <a:ext cx="2450" cy="625"/>
            </a:xfrm>
            <a:custGeom>
              <a:avLst/>
              <a:gdLst/>
              <a:ahLst/>
              <a:cxnLst/>
              <a:rect l="l" t="t" r="r" b="b"/>
              <a:pathLst>
                <a:path w="98" h="25" extrusionOk="0">
                  <a:moveTo>
                    <a:pt x="97" y="0"/>
                  </a:moveTo>
                  <a:lnTo>
                    <a:pt x="97" y="0"/>
                  </a:lnTo>
                  <a:lnTo>
                    <a:pt x="1" y="24"/>
                  </a:lnTo>
                  <a:lnTo>
                    <a:pt x="1" y="24"/>
                  </a:lnTo>
                  <a:lnTo>
                    <a:pt x="1" y="24"/>
                  </a:lnTo>
                  <a:lnTo>
                    <a:pt x="1" y="24"/>
                  </a:lnTo>
                  <a:lnTo>
                    <a:pt x="97" y="0"/>
                  </a:lnTo>
                  <a:lnTo>
                    <a:pt x="97" y="0"/>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13"/>
            <p:cNvSpPr/>
            <p:nvPr/>
          </p:nvSpPr>
          <p:spPr>
            <a:xfrm>
              <a:off x="2147725" y="1943300"/>
              <a:ext cx="2425" cy="625"/>
            </a:xfrm>
            <a:custGeom>
              <a:avLst/>
              <a:gdLst/>
              <a:ahLst/>
              <a:cxnLst/>
              <a:rect l="l" t="t" r="r" b="b"/>
              <a:pathLst>
                <a:path w="97" h="25" extrusionOk="0">
                  <a:moveTo>
                    <a:pt x="97" y="0"/>
                  </a:moveTo>
                  <a:lnTo>
                    <a:pt x="97" y="0"/>
                  </a:lnTo>
                  <a:lnTo>
                    <a:pt x="1" y="24"/>
                  </a:lnTo>
                  <a:lnTo>
                    <a:pt x="1" y="24"/>
                  </a:lnTo>
                  <a:lnTo>
                    <a:pt x="1" y="24"/>
                  </a:lnTo>
                  <a:lnTo>
                    <a:pt x="1" y="24"/>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13"/>
            <p:cNvSpPr/>
            <p:nvPr/>
          </p:nvSpPr>
          <p:spPr>
            <a:xfrm>
              <a:off x="2150125" y="1943300"/>
              <a:ext cx="25" cy="25"/>
            </a:xfrm>
            <a:custGeom>
              <a:avLst/>
              <a:gdLst/>
              <a:ahLst/>
              <a:cxnLst/>
              <a:rect l="l" t="t" r="r" b="b"/>
              <a:pathLst>
                <a:path w="1" h="1" extrusionOk="0">
                  <a:moveTo>
                    <a:pt x="1" y="0"/>
                  </a:moveTo>
                  <a:lnTo>
                    <a:pt x="1" y="0"/>
                  </a:ln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13"/>
            <p:cNvSpPr/>
            <p:nvPr/>
          </p:nvSpPr>
          <p:spPr>
            <a:xfrm>
              <a:off x="2154350" y="1943300"/>
              <a:ext cx="625" cy="25"/>
            </a:xfrm>
            <a:custGeom>
              <a:avLst/>
              <a:gdLst/>
              <a:ahLst/>
              <a:cxnLst/>
              <a:rect l="l" t="t" r="r" b="b"/>
              <a:pathLst>
                <a:path w="25" h="1" extrusionOk="0">
                  <a:moveTo>
                    <a:pt x="24" y="0"/>
                  </a:moveTo>
                  <a:lnTo>
                    <a:pt x="24" y="0"/>
                  </a:lnTo>
                  <a:lnTo>
                    <a:pt x="0" y="0"/>
                  </a:lnTo>
                  <a:lnTo>
                    <a:pt x="0" y="0"/>
                  </a:lnTo>
                  <a:lnTo>
                    <a:pt x="24" y="0"/>
                  </a:lnTo>
                  <a:lnTo>
                    <a:pt x="24" y="0"/>
                  </a:lnTo>
                  <a:lnTo>
                    <a:pt x="24"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13"/>
            <p:cNvSpPr/>
            <p:nvPr/>
          </p:nvSpPr>
          <p:spPr>
            <a:xfrm>
              <a:off x="2029775" y="1852425"/>
              <a:ext cx="625" cy="25"/>
            </a:xfrm>
            <a:custGeom>
              <a:avLst/>
              <a:gdLst/>
              <a:ahLst/>
              <a:cxnLst/>
              <a:rect l="l" t="t" r="r" b="b"/>
              <a:pathLst>
                <a:path w="25" h="1" extrusionOk="0">
                  <a:moveTo>
                    <a:pt x="24" y="0"/>
                  </a:moveTo>
                  <a:lnTo>
                    <a:pt x="24"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13"/>
            <p:cNvSpPr/>
            <p:nvPr/>
          </p:nvSpPr>
          <p:spPr>
            <a:xfrm>
              <a:off x="2135100" y="1908400"/>
              <a:ext cx="625" cy="25"/>
            </a:xfrm>
            <a:custGeom>
              <a:avLst/>
              <a:gdLst/>
              <a:ahLst/>
              <a:cxnLst/>
              <a:rect l="l" t="t" r="r" b="b"/>
              <a:pathLst>
                <a:path w="25" h="1" extrusionOk="0">
                  <a:moveTo>
                    <a:pt x="24" y="0"/>
                  </a:moveTo>
                  <a:lnTo>
                    <a:pt x="0"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13"/>
            <p:cNvSpPr/>
            <p:nvPr/>
          </p:nvSpPr>
          <p:spPr>
            <a:xfrm>
              <a:off x="2135100" y="1908400"/>
              <a:ext cx="625" cy="25"/>
            </a:xfrm>
            <a:custGeom>
              <a:avLst/>
              <a:gdLst/>
              <a:ahLst/>
              <a:cxnLst/>
              <a:rect l="l" t="t" r="r" b="b"/>
              <a:pathLst>
                <a:path w="25" h="1" extrusionOk="0">
                  <a:moveTo>
                    <a:pt x="0" y="0"/>
                  </a:moveTo>
                  <a:lnTo>
                    <a:pt x="24" y="0"/>
                  </a:lnTo>
                  <a:lnTo>
                    <a:pt x="24" y="0"/>
                  </a:lnTo>
                  <a:lnTo>
                    <a:pt x="0" y="0"/>
                  </a:lnTo>
                  <a:lnTo>
                    <a:pt x="0" y="0"/>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13"/>
            <p:cNvSpPr/>
            <p:nvPr/>
          </p:nvSpPr>
          <p:spPr>
            <a:xfrm>
              <a:off x="2139900" y="1907800"/>
              <a:ext cx="625" cy="625"/>
            </a:xfrm>
            <a:custGeom>
              <a:avLst/>
              <a:gdLst/>
              <a:ahLst/>
              <a:cxnLst/>
              <a:rect l="l" t="t" r="r" b="b"/>
              <a:pathLst>
                <a:path w="25" h="25" extrusionOk="0">
                  <a:moveTo>
                    <a:pt x="25"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13"/>
            <p:cNvSpPr/>
            <p:nvPr/>
          </p:nvSpPr>
          <p:spPr>
            <a:xfrm>
              <a:off x="2140500" y="1907800"/>
              <a:ext cx="25" cy="625"/>
            </a:xfrm>
            <a:custGeom>
              <a:avLst/>
              <a:gdLst/>
              <a:ahLst/>
              <a:cxnLst/>
              <a:rect l="l" t="t" r="r" b="b"/>
              <a:pathLst>
                <a:path w="1" h="25" extrusionOk="0">
                  <a:moveTo>
                    <a:pt x="1" y="24"/>
                  </a:moveTo>
                  <a:lnTo>
                    <a:pt x="1" y="24"/>
                  </a:lnTo>
                  <a:lnTo>
                    <a:pt x="1" y="24"/>
                  </a:lnTo>
                  <a:lnTo>
                    <a:pt x="1" y="24"/>
                  </a:lnTo>
                  <a:lnTo>
                    <a:pt x="1" y="0"/>
                  </a:lnTo>
                  <a:lnTo>
                    <a:pt x="1" y="24"/>
                  </a:lnTo>
                  <a:lnTo>
                    <a:pt x="1" y="24"/>
                  </a:lnTo>
                  <a:lnTo>
                    <a:pt x="1" y="24"/>
                  </a:lnTo>
                  <a:lnTo>
                    <a:pt x="1"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13"/>
            <p:cNvSpPr/>
            <p:nvPr/>
          </p:nvSpPr>
          <p:spPr>
            <a:xfrm>
              <a:off x="2128475" y="1897550"/>
              <a:ext cx="25" cy="25"/>
            </a:xfrm>
            <a:custGeom>
              <a:avLst/>
              <a:gdLst/>
              <a:ahLst/>
              <a:cxnLst/>
              <a:rect l="l" t="t" r="r" b="b"/>
              <a:pathLst>
                <a:path w="1" h="1" extrusionOk="0">
                  <a:moveTo>
                    <a:pt x="0" y="1"/>
                  </a:moveTo>
                  <a:lnTo>
                    <a:pt x="0" y="1"/>
                  </a:ln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13"/>
            <p:cNvSpPr/>
            <p:nvPr/>
          </p:nvSpPr>
          <p:spPr>
            <a:xfrm>
              <a:off x="2147125" y="1906575"/>
              <a:ext cx="25" cy="650"/>
            </a:xfrm>
            <a:custGeom>
              <a:avLst/>
              <a:gdLst/>
              <a:ahLst/>
              <a:cxnLst/>
              <a:rect l="l" t="t" r="r" b="b"/>
              <a:pathLst>
                <a:path w="1" h="26" extrusionOk="0">
                  <a:moveTo>
                    <a:pt x="0" y="1"/>
                  </a:moveTo>
                  <a:lnTo>
                    <a:pt x="0" y="25"/>
                  </a:lnTo>
                  <a:lnTo>
                    <a:pt x="0" y="25"/>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13"/>
            <p:cNvSpPr/>
            <p:nvPr/>
          </p:nvSpPr>
          <p:spPr>
            <a:xfrm>
              <a:off x="2128475" y="1897550"/>
              <a:ext cx="2425" cy="625"/>
            </a:xfrm>
            <a:custGeom>
              <a:avLst/>
              <a:gdLst/>
              <a:ahLst/>
              <a:cxnLst/>
              <a:rect l="l" t="t" r="r" b="b"/>
              <a:pathLst>
                <a:path w="97" h="25" extrusionOk="0">
                  <a:moveTo>
                    <a:pt x="0" y="1"/>
                  </a:moveTo>
                  <a:lnTo>
                    <a:pt x="24" y="25"/>
                  </a:lnTo>
                  <a:lnTo>
                    <a:pt x="97" y="25"/>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13"/>
            <p:cNvSpPr/>
            <p:nvPr/>
          </p:nvSpPr>
          <p:spPr>
            <a:xfrm>
              <a:off x="2139900" y="1902375"/>
              <a:ext cx="1825" cy="1225"/>
            </a:xfrm>
            <a:custGeom>
              <a:avLst/>
              <a:gdLst/>
              <a:ahLst/>
              <a:cxnLst/>
              <a:rect l="l" t="t" r="r" b="b"/>
              <a:pathLst>
                <a:path w="73" h="49" extrusionOk="0">
                  <a:moveTo>
                    <a:pt x="49" y="0"/>
                  </a:moveTo>
                  <a:lnTo>
                    <a:pt x="25" y="25"/>
                  </a:lnTo>
                  <a:lnTo>
                    <a:pt x="49" y="25"/>
                  </a:lnTo>
                  <a:lnTo>
                    <a:pt x="73" y="0"/>
                  </a:lnTo>
                  <a:close/>
                  <a:moveTo>
                    <a:pt x="1" y="25"/>
                  </a:moveTo>
                  <a:lnTo>
                    <a:pt x="1" y="49"/>
                  </a:lnTo>
                  <a:lnTo>
                    <a:pt x="25"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13"/>
            <p:cNvSpPr/>
            <p:nvPr/>
          </p:nvSpPr>
          <p:spPr>
            <a:xfrm>
              <a:off x="2130275" y="1896350"/>
              <a:ext cx="2425" cy="1825"/>
            </a:xfrm>
            <a:custGeom>
              <a:avLst/>
              <a:gdLst/>
              <a:ahLst/>
              <a:cxnLst/>
              <a:rect l="l" t="t" r="r" b="b"/>
              <a:pathLst>
                <a:path w="97" h="73" extrusionOk="0">
                  <a:moveTo>
                    <a:pt x="25" y="1"/>
                  </a:moveTo>
                  <a:lnTo>
                    <a:pt x="44" y="7"/>
                  </a:lnTo>
                  <a:lnTo>
                    <a:pt x="44" y="7"/>
                  </a:lnTo>
                  <a:lnTo>
                    <a:pt x="49" y="1"/>
                  </a:lnTo>
                  <a:close/>
                  <a:moveTo>
                    <a:pt x="44" y="7"/>
                  </a:moveTo>
                  <a:lnTo>
                    <a:pt x="0" y="73"/>
                  </a:lnTo>
                  <a:lnTo>
                    <a:pt x="25" y="73"/>
                  </a:lnTo>
                  <a:lnTo>
                    <a:pt x="49" y="25"/>
                  </a:lnTo>
                  <a:lnTo>
                    <a:pt x="97" y="25"/>
                  </a:lnTo>
                  <a:lnTo>
                    <a:pt x="44" y="7"/>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13"/>
            <p:cNvSpPr/>
            <p:nvPr/>
          </p:nvSpPr>
          <p:spPr>
            <a:xfrm>
              <a:off x="2118850" y="2487350"/>
              <a:ext cx="625" cy="625"/>
            </a:xfrm>
            <a:custGeom>
              <a:avLst/>
              <a:gdLst/>
              <a:ahLst/>
              <a:cxnLst/>
              <a:rect l="l" t="t" r="r" b="b"/>
              <a:pathLst>
                <a:path w="25" h="25" extrusionOk="0">
                  <a:moveTo>
                    <a:pt x="0"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13"/>
            <p:cNvSpPr/>
            <p:nvPr/>
          </p:nvSpPr>
          <p:spPr>
            <a:xfrm>
              <a:off x="2136300" y="1887325"/>
              <a:ext cx="1825" cy="625"/>
            </a:xfrm>
            <a:custGeom>
              <a:avLst/>
              <a:gdLst/>
              <a:ahLst/>
              <a:cxnLst/>
              <a:rect l="l" t="t" r="r" b="b"/>
              <a:pathLst>
                <a:path w="73" h="25" extrusionOk="0">
                  <a:moveTo>
                    <a:pt x="24" y="1"/>
                  </a:moveTo>
                  <a:lnTo>
                    <a:pt x="0" y="25"/>
                  </a:lnTo>
                  <a:lnTo>
                    <a:pt x="48"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13"/>
            <p:cNvSpPr/>
            <p:nvPr/>
          </p:nvSpPr>
          <p:spPr>
            <a:xfrm>
              <a:off x="2138100" y="1886725"/>
              <a:ext cx="1825" cy="625"/>
            </a:xfrm>
            <a:custGeom>
              <a:avLst/>
              <a:gdLst/>
              <a:ahLst/>
              <a:cxnLst/>
              <a:rect l="l" t="t" r="r" b="b"/>
              <a:pathLst>
                <a:path w="73" h="25" extrusionOk="0">
                  <a:moveTo>
                    <a:pt x="49" y="1"/>
                  </a:moveTo>
                  <a:lnTo>
                    <a:pt x="0" y="25"/>
                  </a:lnTo>
                  <a:lnTo>
                    <a:pt x="49"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13"/>
            <p:cNvSpPr/>
            <p:nvPr/>
          </p:nvSpPr>
          <p:spPr>
            <a:xfrm>
              <a:off x="2074900" y="1848200"/>
              <a:ext cx="625" cy="25"/>
            </a:xfrm>
            <a:custGeom>
              <a:avLst/>
              <a:gdLst/>
              <a:ahLst/>
              <a:cxnLst/>
              <a:rect l="l" t="t" r="r" b="b"/>
              <a:pathLst>
                <a:path w="25" h="1" extrusionOk="0">
                  <a:moveTo>
                    <a:pt x="25" y="1"/>
                  </a:moveTo>
                  <a:lnTo>
                    <a:pt x="25" y="1"/>
                  </a:lnTo>
                  <a:lnTo>
                    <a:pt x="1" y="1"/>
                  </a:lnTo>
                  <a:lnTo>
                    <a:pt x="1" y="1"/>
                  </a:lnTo>
                  <a:lnTo>
                    <a:pt x="25" y="1"/>
                  </a:lnTo>
                  <a:lnTo>
                    <a:pt x="25" y="1"/>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13"/>
            <p:cNvSpPr/>
            <p:nvPr/>
          </p:nvSpPr>
          <p:spPr>
            <a:xfrm>
              <a:off x="2139900" y="1886125"/>
              <a:ext cx="2425" cy="625"/>
            </a:xfrm>
            <a:custGeom>
              <a:avLst/>
              <a:gdLst/>
              <a:ahLst/>
              <a:cxnLst/>
              <a:rect l="l" t="t" r="r" b="b"/>
              <a:pathLst>
                <a:path w="97" h="25" extrusionOk="0">
                  <a:moveTo>
                    <a:pt x="49" y="0"/>
                  </a:moveTo>
                  <a:lnTo>
                    <a:pt x="1" y="25"/>
                  </a:lnTo>
                  <a:lnTo>
                    <a:pt x="49" y="25"/>
                  </a:lnTo>
                  <a:lnTo>
                    <a:pt x="65" y="8"/>
                  </a:lnTo>
                  <a:lnTo>
                    <a:pt x="65" y="8"/>
                  </a:lnTo>
                  <a:lnTo>
                    <a:pt x="49" y="0"/>
                  </a:lnTo>
                  <a:close/>
                  <a:moveTo>
                    <a:pt x="73" y="0"/>
                  </a:moveTo>
                  <a:lnTo>
                    <a:pt x="65" y="8"/>
                  </a:lnTo>
                  <a:lnTo>
                    <a:pt x="65" y="8"/>
                  </a:lnTo>
                  <a:lnTo>
                    <a:pt x="97"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13"/>
            <p:cNvSpPr/>
            <p:nvPr/>
          </p:nvSpPr>
          <p:spPr>
            <a:xfrm>
              <a:off x="2075500" y="1847600"/>
              <a:ext cx="1225" cy="625"/>
            </a:xfrm>
            <a:custGeom>
              <a:avLst/>
              <a:gdLst/>
              <a:ahLst/>
              <a:cxnLst/>
              <a:rect l="l" t="t" r="r" b="b"/>
              <a:pathLst>
                <a:path w="49" h="25" extrusionOk="0">
                  <a:moveTo>
                    <a:pt x="25" y="1"/>
                  </a:moveTo>
                  <a:lnTo>
                    <a:pt x="1" y="25"/>
                  </a:lnTo>
                  <a:lnTo>
                    <a:pt x="25"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13"/>
            <p:cNvSpPr/>
            <p:nvPr/>
          </p:nvSpPr>
          <p:spPr>
            <a:xfrm>
              <a:off x="1965975" y="2039600"/>
              <a:ext cx="625" cy="25"/>
            </a:xfrm>
            <a:custGeom>
              <a:avLst/>
              <a:gdLst/>
              <a:ahLst/>
              <a:cxnLst/>
              <a:rect l="l" t="t" r="r" b="b"/>
              <a:pathLst>
                <a:path w="25" h="1" extrusionOk="0">
                  <a:moveTo>
                    <a:pt x="0" y="0"/>
                  </a:moveTo>
                  <a:lnTo>
                    <a:pt x="0" y="0"/>
                  </a:lnTo>
                  <a:lnTo>
                    <a:pt x="25"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13"/>
            <p:cNvSpPr/>
            <p:nvPr/>
          </p:nvSpPr>
          <p:spPr>
            <a:xfrm>
              <a:off x="1895550" y="1964350"/>
              <a:ext cx="625" cy="650"/>
            </a:xfrm>
            <a:custGeom>
              <a:avLst/>
              <a:gdLst/>
              <a:ahLst/>
              <a:cxnLst/>
              <a:rect l="l" t="t" r="r" b="b"/>
              <a:pathLst>
                <a:path w="25" h="26"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13"/>
            <p:cNvSpPr/>
            <p:nvPr/>
          </p:nvSpPr>
          <p:spPr>
            <a:xfrm>
              <a:off x="2027350" y="2037175"/>
              <a:ext cx="625" cy="625"/>
            </a:xfrm>
            <a:custGeom>
              <a:avLst/>
              <a:gdLst/>
              <a:ahLst/>
              <a:cxnLst/>
              <a:rect l="l" t="t" r="r" b="b"/>
              <a:pathLst>
                <a:path w="25"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13"/>
            <p:cNvSpPr/>
            <p:nvPr/>
          </p:nvSpPr>
          <p:spPr>
            <a:xfrm>
              <a:off x="2405300" y="1951725"/>
              <a:ext cx="650" cy="25"/>
            </a:xfrm>
            <a:custGeom>
              <a:avLst/>
              <a:gdLst/>
              <a:ahLst/>
              <a:cxnLst/>
              <a:rect l="l" t="t" r="r" b="b"/>
              <a:pathLst>
                <a:path w="26" h="1" extrusionOk="0">
                  <a:moveTo>
                    <a:pt x="25" y="0"/>
                  </a:moveTo>
                  <a:lnTo>
                    <a:pt x="1" y="0"/>
                  </a:lnTo>
                  <a:lnTo>
                    <a:pt x="25" y="0"/>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13"/>
            <p:cNvSpPr/>
            <p:nvPr/>
          </p:nvSpPr>
          <p:spPr>
            <a:xfrm>
              <a:off x="2357175" y="1887325"/>
              <a:ext cx="625" cy="25"/>
            </a:xfrm>
            <a:custGeom>
              <a:avLst/>
              <a:gdLst/>
              <a:ahLst/>
              <a:cxnLst/>
              <a:rect l="l" t="t" r="r" b="b"/>
              <a:pathLst>
                <a:path w="25" h="1" extrusionOk="0">
                  <a:moveTo>
                    <a:pt x="0" y="1"/>
                  </a:moveTo>
                  <a:lnTo>
                    <a:pt x="0" y="1"/>
                  </a:lnTo>
                  <a:lnTo>
                    <a:pt x="24" y="1"/>
                  </a:lnTo>
                  <a:lnTo>
                    <a:pt x="24"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13"/>
            <p:cNvSpPr/>
            <p:nvPr/>
          </p:nvSpPr>
          <p:spPr>
            <a:xfrm>
              <a:off x="2484150" y="1986025"/>
              <a:ext cx="101725" cy="97525"/>
            </a:xfrm>
            <a:custGeom>
              <a:avLst/>
              <a:gdLst/>
              <a:ahLst/>
              <a:cxnLst/>
              <a:rect l="l" t="t" r="r" b="b"/>
              <a:pathLst>
                <a:path w="4069" h="3901" extrusionOk="0">
                  <a:moveTo>
                    <a:pt x="2191" y="193"/>
                  </a:moveTo>
                  <a:lnTo>
                    <a:pt x="2649" y="265"/>
                  </a:lnTo>
                  <a:lnTo>
                    <a:pt x="2745" y="289"/>
                  </a:lnTo>
                  <a:lnTo>
                    <a:pt x="2865" y="338"/>
                  </a:lnTo>
                  <a:lnTo>
                    <a:pt x="3082" y="458"/>
                  </a:lnTo>
                  <a:lnTo>
                    <a:pt x="3299" y="602"/>
                  </a:lnTo>
                  <a:lnTo>
                    <a:pt x="3491" y="771"/>
                  </a:lnTo>
                  <a:lnTo>
                    <a:pt x="3636" y="988"/>
                  </a:lnTo>
                  <a:lnTo>
                    <a:pt x="3732" y="1180"/>
                  </a:lnTo>
                  <a:lnTo>
                    <a:pt x="3804" y="1373"/>
                  </a:lnTo>
                  <a:lnTo>
                    <a:pt x="3852" y="1662"/>
                  </a:lnTo>
                  <a:lnTo>
                    <a:pt x="3876" y="1926"/>
                  </a:lnTo>
                  <a:lnTo>
                    <a:pt x="3876" y="2095"/>
                  </a:lnTo>
                  <a:lnTo>
                    <a:pt x="3852" y="2263"/>
                  </a:lnTo>
                  <a:lnTo>
                    <a:pt x="3804" y="2432"/>
                  </a:lnTo>
                  <a:lnTo>
                    <a:pt x="3732" y="2601"/>
                  </a:lnTo>
                  <a:lnTo>
                    <a:pt x="3684" y="2697"/>
                  </a:lnTo>
                  <a:lnTo>
                    <a:pt x="3612" y="2793"/>
                  </a:lnTo>
                  <a:lnTo>
                    <a:pt x="3371" y="3010"/>
                  </a:lnTo>
                  <a:lnTo>
                    <a:pt x="3178" y="3250"/>
                  </a:lnTo>
                  <a:lnTo>
                    <a:pt x="3082" y="3347"/>
                  </a:lnTo>
                  <a:lnTo>
                    <a:pt x="2986" y="3419"/>
                  </a:lnTo>
                  <a:lnTo>
                    <a:pt x="2889" y="3467"/>
                  </a:lnTo>
                  <a:lnTo>
                    <a:pt x="2769" y="3515"/>
                  </a:lnTo>
                  <a:lnTo>
                    <a:pt x="2312" y="3660"/>
                  </a:lnTo>
                  <a:lnTo>
                    <a:pt x="2095" y="3684"/>
                  </a:lnTo>
                  <a:lnTo>
                    <a:pt x="1854" y="3708"/>
                  </a:lnTo>
                  <a:lnTo>
                    <a:pt x="1397" y="3636"/>
                  </a:lnTo>
                  <a:lnTo>
                    <a:pt x="1204" y="3612"/>
                  </a:lnTo>
                  <a:lnTo>
                    <a:pt x="988" y="3563"/>
                  </a:lnTo>
                  <a:lnTo>
                    <a:pt x="843" y="3491"/>
                  </a:lnTo>
                  <a:lnTo>
                    <a:pt x="699" y="3419"/>
                  </a:lnTo>
                  <a:lnTo>
                    <a:pt x="602" y="3323"/>
                  </a:lnTo>
                  <a:lnTo>
                    <a:pt x="506" y="3178"/>
                  </a:lnTo>
                  <a:lnTo>
                    <a:pt x="289" y="2865"/>
                  </a:lnTo>
                  <a:lnTo>
                    <a:pt x="217" y="2745"/>
                  </a:lnTo>
                  <a:lnTo>
                    <a:pt x="169" y="2625"/>
                  </a:lnTo>
                  <a:lnTo>
                    <a:pt x="145" y="2504"/>
                  </a:lnTo>
                  <a:lnTo>
                    <a:pt x="145" y="2360"/>
                  </a:lnTo>
                  <a:lnTo>
                    <a:pt x="169" y="2095"/>
                  </a:lnTo>
                  <a:lnTo>
                    <a:pt x="217" y="1734"/>
                  </a:lnTo>
                  <a:lnTo>
                    <a:pt x="289" y="1397"/>
                  </a:lnTo>
                  <a:lnTo>
                    <a:pt x="338" y="1204"/>
                  </a:lnTo>
                  <a:lnTo>
                    <a:pt x="410" y="1060"/>
                  </a:lnTo>
                  <a:lnTo>
                    <a:pt x="482" y="891"/>
                  </a:lnTo>
                  <a:lnTo>
                    <a:pt x="602" y="747"/>
                  </a:lnTo>
                  <a:lnTo>
                    <a:pt x="675" y="699"/>
                  </a:lnTo>
                  <a:lnTo>
                    <a:pt x="771" y="651"/>
                  </a:lnTo>
                  <a:lnTo>
                    <a:pt x="915" y="627"/>
                  </a:lnTo>
                  <a:lnTo>
                    <a:pt x="1060" y="578"/>
                  </a:lnTo>
                  <a:lnTo>
                    <a:pt x="1228" y="554"/>
                  </a:lnTo>
                  <a:lnTo>
                    <a:pt x="1373" y="458"/>
                  </a:lnTo>
                  <a:lnTo>
                    <a:pt x="1493" y="386"/>
                  </a:lnTo>
                  <a:lnTo>
                    <a:pt x="1613" y="314"/>
                  </a:lnTo>
                  <a:lnTo>
                    <a:pt x="1854" y="217"/>
                  </a:lnTo>
                  <a:lnTo>
                    <a:pt x="2023" y="193"/>
                  </a:lnTo>
                  <a:close/>
                  <a:moveTo>
                    <a:pt x="1902" y="1"/>
                  </a:moveTo>
                  <a:lnTo>
                    <a:pt x="1758" y="49"/>
                  </a:lnTo>
                  <a:lnTo>
                    <a:pt x="1589" y="121"/>
                  </a:lnTo>
                  <a:lnTo>
                    <a:pt x="1421" y="193"/>
                  </a:lnTo>
                  <a:lnTo>
                    <a:pt x="1349" y="241"/>
                  </a:lnTo>
                  <a:lnTo>
                    <a:pt x="1276" y="289"/>
                  </a:lnTo>
                  <a:lnTo>
                    <a:pt x="1204" y="338"/>
                  </a:lnTo>
                  <a:lnTo>
                    <a:pt x="1132" y="386"/>
                  </a:lnTo>
                  <a:lnTo>
                    <a:pt x="963" y="410"/>
                  </a:lnTo>
                  <a:lnTo>
                    <a:pt x="867" y="410"/>
                  </a:lnTo>
                  <a:lnTo>
                    <a:pt x="795" y="434"/>
                  </a:lnTo>
                  <a:lnTo>
                    <a:pt x="747" y="458"/>
                  </a:lnTo>
                  <a:lnTo>
                    <a:pt x="675" y="506"/>
                  </a:lnTo>
                  <a:lnTo>
                    <a:pt x="651" y="578"/>
                  </a:lnTo>
                  <a:lnTo>
                    <a:pt x="602" y="627"/>
                  </a:lnTo>
                  <a:lnTo>
                    <a:pt x="554" y="651"/>
                  </a:lnTo>
                  <a:lnTo>
                    <a:pt x="434" y="795"/>
                  </a:lnTo>
                  <a:lnTo>
                    <a:pt x="338" y="939"/>
                  </a:lnTo>
                  <a:lnTo>
                    <a:pt x="241" y="1108"/>
                  </a:lnTo>
                  <a:lnTo>
                    <a:pt x="193" y="1276"/>
                  </a:lnTo>
                  <a:lnTo>
                    <a:pt x="73" y="1854"/>
                  </a:lnTo>
                  <a:lnTo>
                    <a:pt x="25" y="2119"/>
                  </a:lnTo>
                  <a:lnTo>
                    <a:pt x="1" y="2360"/>
                  </a:lnTo>
                  <a:lnTo>
                    <a:pt x="1" y="2552"/>
                  </a:lnTo>
                  <a:lnTo>
                    <a:pt x="25" y="2721"/>
                  </a:lnTo>
                  <a:lnTo>
                    <a:pt x="97" y="2889"/>
                  </a:lnTo>
                  <a:lnTo>
                    <a:pt x="193" y="3034"/>
                  </a:lnTo>
                  <a:lnTo>
                    <a:pt x="289" y="3178"/>
                  </a:lnTo>
                  <a:lnTo>
                    <a:pt x="386" y="3323"/>
                  </a:lnTo>
                  <a:lnTo>
                    <a:pt x="506" y="3467"/>
                  </a:lnTo>
                  <a:lnTo>
                    <a:pt x="578" y="3563"/>
                  </a:lnTo>
                  <a:lnTo>
                    <a:pt x="675" y="3636"/>
                  </a:lnTo>
                  <a:lnTo>
                    <a:pt x="891" y="3732"/>
                  </a:lnTo>
                  <a:lnTo>
                    <a:pt x="1132" y="3804"/>
                  </a:lnTo>
                  <a:lnTo>
                    <a:pt x="1397" y="3852"/>
                  </a:lnTo>
                  <a:lnTo>
                    <a:pt x="1926" y="3900"/>
                  </a:lnTo>
                  <a:lnTo>
                    <a:pt x="2167" y="3900"/>
                  </a:lnTo>
                  <a:lnTo>
                    <a:pt x="2432" y="3852"/>
                  </a:lnTo>
                  <a:lnTo>
                    <a:pt x="2889" y="3684"/>
                  </a:lnTo>
                  <a:lnTo>
                    <a:pt x="3058" y="3612"/>
                  </a:lnTo>
                  <a:lnTo>
                    <a:pt x="3154" y="3539"/>
                  </a:lnTo>
                  <a:lnTo>
                    <a:pt x="3226" y="3467"/>
                  </a:lnTo>
                  <a:lnTo>
                    <a:pt x="3443" y="3226"/>
                  </a:lnTo>
                  <a:lnTo>
                    <a:pt x="3539" y="3106"/>
                  </a:lnTo>
                  <a:lnTo>
                    <a:pt x="3660" y="2986"/>
                  </a:lnTo>
                  <a:lnTo>
                    <a:pt x="3732" y="2889"/>
                  </a:lnTo>
                  <a:lnTo>
                    <a:pt x="3828" y="2793"/>
                  </a:lnTo>
                  <a:lnTo>
                    <a:pt x="3900" y="2697"/>
                  </a:lnTo>
                  <a:lnTo>
                    <a:pt x="3949" y="2576"/>
                  </a:lnTo>
                  <a:lnTo>
                    <a:pt x="3997" y="2408"/>
                  </a:lnTo>
                  <a:lnTo>
                    <a:pt x="4045" y="2239"/>
                  </a:lnTo>
                  <a:lnTo>
                    <a:pt x="4069" y="2047"/>
                  </a:lnTo>
                  <a:lnTo>
                    <a:pt x="4069" y="1878"/>
                  </a:lnTo>
                  <a:lnTo>
                    <a:pt x="4045" y="1614"/>
                  </a:lnTo>
                  <a:lnTo>
                    <a:pt x="3997" y="1349"/>
                  </a:lnTo>
                  <a:lnTo>
                    <a:pt x="3949" y="1204"/>
                  </a:lnTo>
                  <a:lnTo>
                    <a:pt x="3900" y="1036"/>
                  </a:lnTo>
                  <a:lnTo>
                    <a:pt x="3780" y="843"/>
                  </a:lnTo>
                  <a:lnTo>
                    <a:pt x="3636" y="651"/>
                  </a:lnTo>
                  <a:lnTo>
                    <a:pt x="3467" y="482"/>
                  </a:lnTo>
                  <a:lnTo>
                    <a:pt x="3299" y="338"/>
                  </a:lnTo>
                  <a:lnTo>
                    <a:pt x="3034" y="193"/>
                  </a:lnTo>
                  <a:lnTo>
                    <a:pt x="2889" y="121"/>
                  </a:lnTo>
                  <a:lnTo>
                    <a:pt x="2745" y="73"/>
                  </a:lnTo>
                  <a:lnTo>
                    <a:pt x="22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13"/>
            <p:cNvSpPr/>
            <p:nvPr/>
          </p:nvSpPr>
          <p:spPr>
            <a:xfrm>
              <a:off x="2516050" y="2013700"/>
              <a:ext cx="39750" cy="41575"/>
            </a:xfrm>
            <a:custGeom>
              <a:avLst/>
              <a:gdLst/>
              <a:ahLst/>
              <a:cxnLst/>
              <a:rect l="l" t="t" r="r" b="b"/>
              <a:pathLst>
                <a:path w="1590" h="1663" extrusionOk="0">
                  <a:moveTo>
                    <a:pt x="963" y="194"/>
                  </a:moveTo>
                  <a:lnTo>
                    <a:pt x="1060" y="242"/>
                  </a:lnTo>
                  <a:lnTo>
                    <a:pt x="1300" y="386"/>
                  </a:lnTo>
                  <a:lnTo>
                    <a:pt x="1373" y="458"/>
                  </a:lnTo>
                  <a:lnTo>
                    <a:pt x="1397" y="555"/>
                  </a:lnTo>
                  <a:lnTo>
                    <a:pt x="1421" y="819"/>
                  </a:lnTo>
                  <a:lnTo>
                    <a:pt x="1421" y="940"/>
                  </a:lnTo>
                  <a:lnTo>
                    <a:pt x="1397" y="1084"/>
                  </a:lnTo>
                  <a:lnTo>
                    <a:pt x="1349" y="1181"/>
                  </a:lnTo>
                  <a:lnTo>
                    <a:pt x="1276" y="1253"/>
                  </a:lnTo>
                  <a:lnTo>
                    <a:pt x="1060" y="1445"/>
                  </a:lnTo>
                  <a:lnTo>
                    <a:pt x="1012" y="1469"/>
                  </a:lnTo>
                  <a:lnTo>
                    <a:pt x="939" y="1494"/>
                  </a:lnTo>
                  <a:lnTo>
                    <a:pt x="747" y="1494"/>
                  </a:lnTo>
                  <a:lnTo>
                    <a:pt x="578" y="1469"/>
                  </a:lnTo>
                  <a:lnTo>
                    <a:pt x="434" y="1421"/>
                  </a:lnTo>
                  <a:lnTo>
                    <a:pt x="289" y="1349"/>
                  </a:lnTo>
                  <a:lnTo>
                    <a:pt x="241" y="1301"/>
                  </a:lnTo>
                  <a:lnTo>
                    <a:pt x="193" y="1229"/>
                  </a:lnTo>
                  <a:lnTo>
                    <a:pt x="169" y="1181"/>
                  </a:lnTo>
                  <a:lnTo>
                    <a:pt x="169" y="1084"/>
                  </a:lnTo>
                  <a:lnTo>
                    <a:pt x="169" y="1036"/>
                  </a:lnTo>
                  <a:lnTo>
                    <a:pt x="169" y="940"/>
                  </a:lnTo>
                  <a:lnTo>
                    <a:pt x="169" y="771"/>
                  </a:lnTo>
                  <a:lnTo>
                    <a:pt x="193" y="603"/>
                  </a:lnTo>
                  <a:lnTo>
                    <a:pt x="217" y="531"/>
                  </a:lnTo>
                  <a:lnTo>
                    <a:pt x="265" y="458"/>
                  </a:lnTo>
                  <a:lnTo>
                    <a:pt x="386" y="362"/>
                  </a:lnTo>
                  <a:lnTo>
                    <a:pt x="482" y="290"/>
                  </a:lnTo>
                  <a:lnTo>
                    <a:pt x="602" y="242"/>
                  </a:lnTo>
                  <a:lnTo>
                    <a:pt x="723" y="194"/>
                  </a:lnTo>
                  <a:close/>
                  <a:moveTo>
                    <a:pt x="747" y="1"/>
                  </a:moveTo>
                  <a:lnTo>
                    <a:pt x="602" y="49"/>
                  </a:lnTo>
                  <a:lnTo>
                    <a:pt x="458" y="97"/>
                  </a:lnTo>
                  <a:lnTo>
                    <a:pt x="313" y="169"/>
                  </a:lnTo>
                  <a:lnTo>
                    <a:pt x="241" y="218"/>
                  </a:lnTo>
                  <a:lnTo>
                    <a:pt x="169" y="290"/>
                  </a:lnTo>
                  <a:lnTo>
                    <a:pt x="73" y="434"/>
                  </a:lnTo>
                  <a:lnTo>
                    <a:pt x="24" y="627"/>
                  </a:lnTo>
                  <a:lnTo>
                    <a:pt x="0" y="795"/>
                  </a:lnTo>
                  <a:lnTo>
                    <a:pt x="0" y="940"/>
                  </a:lnTo>
                  <a:lnTo>
                    <a:pt x="24" y="1108"/>
                  </a:lnTo>
                  <a:lnTo>
                    <a:pt x="24" y="1205"/>
                  </a:lnTo>
                  <a:lnTo>
                    <a:pt x="73" y="1301"/>
                  </a:lnTo>
                  <a:lnTo>
                    <a:pt x="121" y="1373"/>
                  </a:lnTo>
                  <a:lnTo>
                    <a:pt x="193" y="1445"/>
                  </a:lnTo>
                  <a:lnTo>
                    <a:pt x="289" y="1518"/>
                  </a:lnTo>
                  <a:lnTo>
                    <a:pt x="410" y="1590"/>
                  </a:lnTo>
                  <a:lnTo>
                    <a:pt x="554" y="1614"/>
                  </a:lnTo>
                  <a:lnTo>
                    <a:pt x="699" y="1638"/>
                  </a:lnTo>
                  <a:lnTo>
                    <a:pt x="963" y="1662"/>
                  </a:lnTo>
                  <a:lnTo>
                    <a:pt x="1060" y="1638"/>
                  </a:lnTo>
                  <a:lnTo>
                    <a:pt x="1132" y="1590"/>
                  </a:lnTo>
                  <a:lnTo>
                    <a:pt x="1373" y="1373"/>
                  </a:lnTo>
                  <a:lnTo>
                    <a:pt x="1469" y="1277"/>
                  </a:lnTo>
                  <a:lnTo>
                    <a:pt x="1517" y="1132"/>
                  </a:lnTo>
                  <a:lnTo>
                    <a:pt x="1565" y="964"/>
                  </a:lnTo>
                  <a:lnTo>
                    <a:pt x="1589" y="771"/>
                  </a:lnTo>
                  <a:lnTo>
                    <a:pt x="1541" y="531"/>
                  </a:lnTo>
                  <a:lnTo>
                    <a:pt x="1541" y="434"/>
                  </a:lnTo>
                  <a:lnTo>
                    <a:pt x="1493" y="338"/>
                  </a:lnTo>
                  <a:lnTo>
                    <a:pt x="1445" y="266"/>
                  </a:lnTo>
                  <a:lnTo>
                    <a:pt x="1373" y="218"/>
                  </a:lnTo>
                  <a:lnTo>
                    <a:pt x="1228" y="121"/>
                  </a:lnTo>
                  <a:lnTo>
                    <a:pt x="1084" y="49"/>
                  </a:lnTo>
                  <a:lnTo>
                    <a:pt x="9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13"/>
            <p:cNvSpPr/>
            <p:nvPr/>
          </p:nvSpPr>
          <p:spPr>
            <a:xfrm>
              <a:off x="2528675" y="2028750"/>
              <a:ext cx="13875" cy="15075"/>
            </a:xfrm>
            <a:custGeom>
              <a:avLst/>
              <a:gdLst/>
              <a:ahLst/>
              <a:cxnLst/>
              <a:rect l="l" t="t" r="r" b="b"/>
              <a:pathLst>
                <a:path w="555" h="603" extrusionOk="0">
                  <a:moveTo>
                    <a:pt x="314" y="169"/>
                  </a:moveTo>
                  <a:lnTo>
                    <a:pt x="386" y="193"/>
                  </a:lnTo>
                  <a:lnTo>
                    <a:pt x="410" y="242"/>
                  </a:lnTo>
                  <a:lnTo>
                    <a:pt x="410" y="290"/>
                  </a:lnTo>
                  <a:lnTo>
                    <a:pt x="386" y="338"/>
                  </a:lnTo>
                  <a:lnTo>
                    <a:pt x="338" y="434"/>
                  </a:lnTo>
                  <a:lnTo>
                    <a:pt x="290" y="458"/>
                  </a:lnTo>
                  <a:lnTo>
                    <a:pt x="218" y="458"/>
                  </a:lnTo>
                  <a:lnTo>
                    <a:pt x="194" y="434"/>
                  </a:lnTo>
                  <a:lnTo>
                    <a:pt x="194" y="410"/>
                  </a:lnTo>
                  <a:lnTo>
                    <a:pt x="194" y="362"/>
                  </a:lnTo>
                  <a:lnTo>
                    <a:pt x="194" y="290"/>
                  </a:lnTo>
                  <a:lnTo>
                    <a:pt x="218" y="217"/>
                  </a:lnTo>
                  <a:lnTo>
                    <a:pt x="266" y="169"/>
                  </a:lnTo>
                  <a:close/>
                  <a:moveTo>
                    <a:pt x="218" y="1"/>
                  </a:moveTo>
                  <a:lnTo>
                    <a:pt x="145" y="49"/>
                  </a:lnTo>
                  <a:lnTo>
                    <a:pt x="25" y="169"/>
                  </a:lnTo>
                  <a:lnTo>
                    <a:pt x="1" y="217"/>
                  </a:lnTo>
                  <a:lnTo>
                    <a:pt x="1" y="314"/>
                  </a:lnTo>
                  <a:lnTo>
                    <a:pt x="1" y="434"/>
                  </a:lnTo>
                  <a:lnTo>
                    <a:pt x="49" y="482"/>
                  </a:lnTo>
                  <a:lnTo>
                    <a:pt x="73" y="554"/>
                  </a:lnTo>
                  <a:lnTo>
                    <a:pt x="145" y="579"/>
                  </a:lnTo>
                  <a:lnTo>
                    <a:pt x="194" y="603"/>
                  </a:lnTo>
                  <a:lnTo>
                    <a:pt x="290" y="603"/>
                  </a:lnTo>
                  <a:lnTo>
                    <a:pt x="362" y="579"/>
                  </a:lnTo>
                  <a:lnTo>
                    <a:pt x="434" y="530"/>
                  </a:lnTo>
                  <a:lnTo>
                    <a:pt x="482" y="482"/>
                  </a:lnTo>
                  <a:lnTo>
                    <a:pt x="507" y="410"/>
                  </a:lnTo>
                  <a:lnTo>
                    <a:pt x="531" y="338"/>
                  </a:lnTo>
                  <a:lnTo>
                    <a:pt x="555" y="266"/>
                  </a:lnTo>
                  <a:lnTo>
                    <a:pt x="555" y="193"/>
                  </a:lnTo>
                  <a:lnTo>
                    <a:pt x="531" y="121"/>
                  </a:lnTo>
                  <a:lnTo>
                    <a:pt x="482" y="49"/>
                  </a:lnTo>
                  <a:lnTo>
                    <a:pt x="434" y="25"/>
                  </a:lnTo>
                  <a:lnTo>
                    <a:pt x="3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90" name="Google Shape;5290;p13"/>
          <p:cNvGrpSpPr/>
          <p:nvPr/>
        </p:nvGrpSpPr>
        <p:grpSpPr>
          <a:xfrm>
            <a:off x="1299676" y="-114264"/>
            <a:ext cx="551525" cy="559295"/>
            <a:chOff x="1308175" y="3327500"/>
            <a:chExt cx="170350" cy="172750"/>
          </a:xfrm>
        </p:grpSpPr>
        <p:sp>
          <p:nvSpPr>
            <p:cNvPr id="5291" name="Google Shape;5291;p13"/>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13"/>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93" name="Google Shape;5293;p13"/>
          <p:cNvSpPr/>
          <p:nvPr/>
        </p:nvSpPr>
        <p:spPr>
          <a:xfrm>
            <a:off x="-214262" y="486874"/>
            <a:ext cx="551518" cy="671941"/>
          </a:xfrm>
          <a:custGeom>
            <a:avLst/>
            <a:gdLst/>
            <a:ahLst/>
            <a:cxnLst/>
            <a:rect l="l" t="t" r="r" b="b"/>
            <a:pathLst>
              <a:path w="10039" h="12231" extrusionOk="0">
                <a:moveTo>
                  <a:pt x="4478" y="675"/>
                </a:moveTo>
                <a:lnTo>
                  <a:pt x="4887" y="699"/>
                </a:lnTo>
                <a:lnTo>
                  <a:pt x="5272" y="795"/>
                </a:lnTo>
                <a:lnTo>
                  <a:pt x="5633" y="916"/>
                </a:lnTo>
                <a:lnTo>
                  <a:pt x="5994" y="1084"/>
                </a:lnTo>
                <a:lnTo>
                  <a:pt x="6355" y="1277"/>
                </a:lnTo>
                <a:lnTo>
                  <a:pt x="6692" y="1517"/>
                </a:lnTo>
                <a:lnTo>
                  <a:pt x="7005" y="1758"/>
                </a:lnTo>
                <a:lnTo>
                  <a:pt x="7270" y="1999"/>
                </a:lnTo>
                <a:lnTo>
                  <a:pt x="7535" y="2264"/>
                </a:lnTo>
                <a:lnTo>
                  <a:pt x="7776" y="2529"/>
                </a:lnTo>
                <a:lnTo>
                  <a:pt x="7992" y="2817"/>
                </a:lnTo>
                <a:lnTo>
                  <a:pt x="8209" y="3130"/>
                </a:lnTo>
                <a:lnTo>
                  <a:pt x="8402" y="3443"/>
                </a:lnTo>
                <a:lnTo>
                  <a:pt x="8570" y="3780"/>
                </a:lnTo>
                <a:lnTo>
                  <a:pt x="8739" y="4117"/>
                </a:lnTo>
                <a:lnTo>
                  <a:pt x="8883" y="4478"/>
                </a:lnTo>
                <a:lnTo>
                  <a:pt x="9027" y="4840"/>
                </a:lnTo>
                <a:lnTo>
                  <a:pt x="9124" y="5201"/>
                </a:lnTo>
                <a:lnTo>
                  <a:pt x="9220" y="5586"/>
                </a:lnTo>
                <a:lnTo>
                  <a:pt x="9292" y="5971"/>
                </a:lnTo>
                <a:lnTo>
                  <a:pt x="9340" y="6356"/>
                </a:lnTo>
                <a:lnTo>
                  <a:pt x="9365" y="6741"/>
                </a:lnTo>
                <a:lnTo>
                  <a:pt x="9389" y="7127"/>
                </a:lnTo>
                <a:lnTo>
                  <a:pt x="9365" y="7488"/>
                </a:lnTo>
                <a:lnTo>
                  <a:pt x="9340" y="7849"/>
                </a:lnTo>
                <a:lnTo>
                  <a:pt x="9268" y="8210"/>
                </a:lnTo>
                <a:lnTo>
                  <a:pt x="9196" y="8571"/>
                </a:lnTo>
                <a:lnTo>
                  <a:pt x="9076" y="8932"/>
                </a:lnTo>
                <a:lnTo>
                  <a:pt x="8955" y="9293"/>
                </a:lnTo>
                <a:lnTo>
                  <a:pt x="8787" y="9630"/>
                </a:lnTo>
                <a:lnTo>
                  <a:pt x="8570" y="9967"/>
                </a:lnTo>
                <a:lnTo>
                  <a:pt x="8402" y="10232"/>
                </a:lnTo>
                <a:lnTo>
                  <a:pt x="8209" y="10449"/>
                </a:lnTo>
                <a:lnTo>
                  <a:pt x="7992" y="10665"/>
                </a:lnTo>
                <a:lnTo>
                  <a:pt x="7776" y="10858"/>
                </a:lnTo>
                <a:lnTo>
                  <a:pt x="7559" y="11026"/>
                </a:lnTo>
                <a:lnTo>
                  <a:pt x="7318" y="11171"/>
                </a:lnTo>
                <a:lnTo>
                  <a:pt x="7078" y="11291"/>
                </a:lnTo>
                <a:lnTo>
                  <a:pt x="6813" y="11387"/>
                </a:lnTo>
                <a:lnTo>
                  <a:pt x="6548" y="11460"/>
                </a:lnTo>
                <a:lnTo>
                  <a:pt x="6283" y="11508"/>
                </a:lnTo>
                <a:lnTo>
                  <a:pt x="6018" y="11556"/>
                </a:lnTo>
                <a:lnTo>
                  <a:pt x="5729" y="11556"/>
                </a:lnTo>
                <a:lnTo>
                  <a:pt x="5441" y="11532"/>
                </a:lnTo>
                <a:lnTo>
                  <a:pt x="5152" y="11484"/>
                </a:lnTo>
                <a:lnTo>
                  <a:pt x="4863" y="11436"/>
                </a:lnTo>
                <a:lnTo>
                  <a:pt x="4574" y="11339"/>
                </a:lnTo>
                <a:lnTo>
                  <a:pt x="4237" y="11195"/>
                </a:lnTo>
                <a:lnTo>
                  <a:pt x="3900" y="11050"/>
                </a:lnTo>
                <a:lnTo>
                  <a:pt x="3587" y="10858"/>
                </a:lnTo>
                <a:lnTo>
                  <a:pt x="3298" y="10665"/>
                </a:lnTo>
                <a:lnTo>
                  <a:pt x="3009" y="10449"/>
                </a:lnTo>
                <a:lnTo>
                  <a:pt x="2768" y="10208"/>
                </a:lnTo>
                <a:lnTo>
                  <a:pt x="2504" y="9943"/>
                </a:lnTo>
                <a:lnTo>
                  <a:pt x="2287" y="9654"/>
                </a:lnTo>
                <a:lnTo>
                  <a:pt x="2022" y="9293"/>
                </a:lnTo>
                <a:lnTo>
                  <a:pt x="1781" y="8932"/>
                </a:lnTo>
                <a:lnTo>
                  <a:pt x="1565" y="8547"/>
                </a:lnTo>
                <a:lnTo>
                  <a:pt x="1348" y="8186"/>
                </a:lnTo>
                <a:lnTo>
                  <a:pt x="1180" y="7801"/>
                </a:lnTo>
                <a:lnTo>
                  <a:pt x="1035" y="7415"/>
                </a:lnTo>
                <a:lnTo>
                  <a:pt x="915" y="7006"/>
                </a:lnTo>
                <a:lnTo>
                  <a:pt x="818" y="6621"/>
                </a:lnTo>
                <a:lnTo>
                  <a:pt x="746" y="6212"/>
                </a:lnTo>
                <a:lnTo>
                  <a:pt x="698" y="5803"/>
                </a:lnTo>
                <a:lnTo>
                  <a:pt x="674" y="5393"/>
                </a:lnTo>
                <a:lnTo>
                  <a:pt x="698" y="4984"/>
                </a:lnTo>
                <a:lnTo>
                  <a:pt x="722" y="4551"/>
                </a:lnTo>
                <a:lnTo>
                  <a:pt x="794" y="4117"/>
                </a:lnTo>
                <a:lnTo>
                  <a:pt x="891" y="3684"/>
                </a:lnTo>
                <a:lnTo>
                  <a:pt x="1011" y="3251"/>
                </a:lnTo>
                <a:lnTo>
                  <a:pt x="1107" y="2986"/>
                </a:lnTo>
                <a:lnTo>
                  <a:pt x="1204" y="2745"/>
                </a:lnTo>
                <a:lnTo>
                  <a:pt x="1324" y="2480"/>
                </a:lnTo>
                <a:lnTo>
                  <a:pt x="1468" y="2264"/>
                </a:lnTo>
                <a:lnTo>
                  <a:pt x="1613" y="2047"/>
                </a:lnTo>
                <a:lnTo>
                  <a:pt x="1757" y="1830"/>
                </a:lnTo>
                <a:lnTo>
                  <a:pt x="1926" y="1662"/>
                </a:lnTo>
                <a:lnTo>
                  <a:pt x="2118" y="1469"/>
                </a:lnTo>
                <a:lnTo>
                  <a:pt x="2311" y="1325"/>
                </a:lnTo>
                <a:lnTo>
                  <a:pt x="2528" y="1180"/>
                </a:lnTo>
                <a:lnTo>
                  <a:pt x="2744" y="1060"/>
                </a:lnTo>
                <a:lnTo>
                  <a:pt x="2985" y="940"/>
                </a:lnTo>
                <a:lnTo>
                  <a:pt x="3226" y="868"/>
                </a:lnTo>
                <a:lnTo>
                  <a:pt x="3491" y="771"/>
                </a:lnTo>
                <a:lnTo>
                  <a:pt x="3755" y="723"/>
                </a:lnTo>
                <a:lnTo>
                  <a:pt x="4044" y="699"/>
                </a:lnTo>
                <a:lnTo>
                  <a:pt x="4478" y="675"/>
                </a:lnTo>
                <a:close/>
                <a:moveTo>
                  <a:pt x="3924" y="1"/>
                </a:moveTo>
                <a:lnTo>
                  <a:pt x="3539" y="49"/>
                </a:lnTo>
                <a:lnTo>
                  <a:pt x="3154" y="145"/>
                </a:lnTo>
                <a:lnTo>
                  <a:pt x="2793" y="290"/>
                </a:lnTo>
                <a:lnTo>
                  <a:pt x="2407" y="482"/>
                </a:lnTo>
                <a:lnTo>
                  <a:pt x="2070" y="699"/>
                </a:lnTo>
                <a:lnTo>
                  <a:pt x="1733" y="940"/>
                </a:lnTo>
                <a:lnTo>
                  <a:pt x="1444" y="1205"/>
                </a:lnTo>
                <a:lnTo>
                  <a:pt x="1180" y="1517"/>
                </a:lnTo>
                <a:lnTo>
                  <a:pt x="939" y="1855"/>
                </a:lnTo>
                <a:lnTo>
                  <a:pt x="746" y="2192"/>
                </a:lnTo>
                <a:lnTo>
                  <a:pt x="554" y="2577"/>
                </a:lnTo>
                <a:lnTo>
                  <a:pt x="409" y="2986"/>
                </a:lnTo>
                <a:lnTo>
                  <a:pt x="289" y="3371"/>
                </a:lnTo>
                <a:lnTo>
                  <a:pt x="169" y="3756"/>
                </a:lnTo>
                <a:lnTo>
                  <a:pt x="96" y="4141"/>
                </a:lnTo>
                <a:lnTo>
                  <a:pt x="48" y="4551"/>
                </a:lnTo>
                <a:lnTo>
                  <a:pt x="24" y="4936"/>
                </a:lnTo>
                <a:lnTo>
                  <a:pt x="0" y="5321"/>
                </a:lnTo>
                <a:lnTo>
                  <a:pt x="24" y="5706"/>
                </a:lnTo>
                <a:lnTo>
                  <a:pt x="48" y="6091"/>
                </a:lnTo>
                <a:lnTo>
                  <a:pt x="120" y="6477"/>
                </a:lnTo>
                <a:lnTo>
                  <a:pt x="193" y="6838"/>
                </a:lnTo>
                <a:lnTo>
                  <a:pt x="289" y="7223"/>
                </a:lnTo>
                <a:lnTo>
                  <a:pt x="409" y="7608"/>
                </a:lnTo>
                <a:lnTo>
                  <a:pt x="554" y="7993"/>
                </a:lnTo>
                <a:lnTo>
                  <a:pt x="722" y="8354"/>
                </a:lnTo>
                <a:lnTo>
                  <a:pt x="891" y="8739"/>
                </a:lnTo>
                <a:lnTo>
                  <a:pt x="1204" y="9269"/>
                </a:lnTo>
                <a:lnTo>
                  <a:pt x="1517" y="9775"/>
                </a:lnTo>
                <a:lnTo>
                  <a:pt x="1878" y="10256"/>
                </a:lnTo>
                <a:lnTo>
                  <a:pt x="2287" y="10689"/>
                </a:lnTo>
                <a:lnTo>
                  <a:pt x="2504" y="10882"/>
                </a:lnTo>
                <a:lnTo>
                  <a:pt x="2744" y="11075"/>
                </a:lnTo>
                <a:lnTo>
                  <a:pt x="2985" y="11243"/>
                </a:lnTo>
                <a:lnTo>
                  <a:pt x="3226" y="11412"/>
                </a:lnTo>
                <a:lnTo>
                  <a:pt x="3491" y="11556"/>
                </a:lnTo>
                <a:lnTo>
                  <a:pt x="3755" y="11700"/>
                </a:lnTo>
                <a:lnTo>
                  <a:pt x="4044" y="11845"/>
                </a:lnTo>
                <a:lnTo>
                  <a:pt x="4333" y="11965"/>
                </a:lnTo>
                <a:lnTo>
                  <a:pt x="4670" y="12062"/>
                </a:lnTo>
                <a:lnTo>
                  <a:pt x="5007" y="12158"/>
                </a:lnTo>
                <a:lnTo>
                  <a:pt x="5344" y="12206"/>
                </a:lnTo>
                <a:lnTo>
                  <a:pt x="5681" y="12230"/>
                </a:lnTo>
                <a:lnTo>
                  <a:pt x="6018" y="12206"/>
                </a:lnTo>
                <a:lnTo>
                  <a:pt x="6331" y="12182"/>
                </a:lnTo>
                <a:lnTo>
                  <a:pt x="6668" y="12134"/>
                </a:lnTo>
                <a:lnTo>
                  <a:pt x="6981" y="12037"/>
                </a:lnTo>
                <a:lnTo>
                  <a:pt x="7270" y="11917"/>
                </a:lnTo>
                <a:lnTo>
                  <a:pt x="7583" y="11773"/>
                </a:lnTo>
                <a:lnTo>
                  <a:pt x="7872" y="11628"/>
                </a:lnTo>
                <a:lnTo>
                  <a:pt x="8137" y="11436"/>
                </a:lnTo>
                <a:lnTo>
                  <a:pt x="8402" y="11219"/>
                </a:lnTo>
                <a:lnTo>
                  <a:pt x="8642" y="10978"/>
                </a:lnTo>
                <a:lnTo>
                  <a:pt x="8859" y="10713"/>
                </a:lnTo>
                <a:lnTo>
                  <a:pt x="9076" y="10425"/>
                </a:lnTo>
                <a:lnTo>
                  <a:pt x="9316" y="10039"/>
                </a:lnTo>
                <a:lnTo>
                  <a:pt x="9509" y="9630"/>
                </a:lnTo>
                <a:lnTo>
                  <a:pt x="9677" y="9221"/>
                </a:lnTo>
                <a:lnTo>
                  <a:pt x="9822" y="8812"/>
                </a:lnTo>
                <a:lnTo>
                  <a:pt x="9918" y="8378"/>
                </a:lnTo>
                <a:lnTo>
                  <a:pt x="9990" y="7921"/>
                </a:lnTo>
                <a:lnTo>
                  <a:pt x="10039" y="7464"/>
                </a:lnTo>
                <a:lnTo>
                  <a:pt x="10039" y="6982"/>
                </a:lnTo>
                <a:lnTo>
                  <a:pt x="10014" y="6428"/>
                </a:lnTo>
                <a:lnTo>
                  <a:pt x="9966" y="5851"/>
                </a:lnTo>
                <a:lnTo>
                  <a:pt x="9846" y="5297"/>
                </a:lnTo>
                <a:lnTo>
                  <a:pt x="9702" y="4743"/>
                </a:lnTo>
                <a:lnTo>
                  <a:pt x="9509" y="4214"/>
                </a:lnTo>
                <a:lnTo>
                  <a:pt x="9268" y="3660"/>
                </a:lnTo>
                <a:lnTo>
                  <a:pt x="9003" y="3154"/>
                </a:lnTo>
                <a:lnTo>
                  <a:pt x="8690" y="2649"/>
                </a:lnTo>
                <a:lnTo>
                  <a:pt x="8402" y="2264"/>
                </a:lnTo>
                <a:lnTo>
                  <a:pt x="8113" y="1903"/>
                </a:lnTo>
                <a:lnTo>
                  <a:pt x="7800" y="1566"/>
                </a:lnTo>
                <a:lnTo>
                  <a:pt x="7463" y="1253"/>
                </a:lnTo>
                <a:lnTo>
                  <a:pt x="7078" y="964"/>
                </a:lnTo>
                <a:lnTo>
                  <a:pt x="6692" y="723"/>
                </a:lnTo>
                <a:lnTo>
                  <a:pt x="6283" y="506"/>
                </a:lnTo>
                <a:lnTo>
                  <a:pt x="5850" y="314"/>
                </a:lnTo>
                <a:lnTo>
                  <a:pt x="5465" y="169"/>
                </a:lnTo>
                <a:lnTo>
                  <a:pt x="5079" y="73"/>
                </a:lnTo>
                <a:lnTo>
                  <a:pt x="4694" y="25"/>
                </a:lnTo>
                <a:lnTo>
                  <a:pt x="4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13"/>
          <p:cNvSpPr txBox="1">
            <a:spLocks noGrp="1"/>
          </p:cNvSpPr>
          <p:nvPr>
            <p:ph type="title" idx="16"/>
          </p:nvPr>
        </p:nvSpPr>
        <p:spPr>
          <a:xfrm>
            <a:off x="1921876" y="3471566"/>
            <a:ext cx="24900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5295" name="Google Shape;5295;p13"/>
          <p:cNvSpPr txBox="1">
            <a:spLocks noGrp="1"/>
          </p:cNvSpPr>
          <p:nvPr>
            <p:ph type="subTitle" idx="17"/>
          </p:nvPr>
        </p:nvSpPr>
        <p:spPr>
          <a:xfrm>
            <a:off x="1921876" y="3863336"/>
            <a:ext cx="2490000" cy="525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296" name="Google Shape;5296;p13"/>
          <p:cNvSpPr txBox="1">
            <a:spLocks noGrp="1"/>
          </p:cNvSpPr>
          <p:nvPr>
            <p:ph type="title" idx="18" hasCustomPrompt="1"/>
          </p:nvPr>
        </p:nvSpPr>
        <p:spPr>
          <a:xfrm>
            <a:off x="878775" y="3763095"/>
            <a:ext cx="1048200" cy="4275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3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grpSp>
        <p:nvGrpSpPr>
          <p:cNvPr id="5297" name="Google Shape;5297;p13"/>
          <p:cNvGrpSpPr/>
          <p:nvPr/>
        </p:nvGrpSpPr>
        <p:grpSpPr>
          <a:xfrm>
            <a:off x="7872476" y="517411"/>
            <a:ext cx="551525" cy="559295"/>
            <a:chOff x="1308175" y="3327500"/>
            <a:chExt cx="170350" cy="172750"/>
          </a:xfrm>
        </p:grpSpPr>
        <p:sp>
          <p:nvSpPr>
            <p:cNvPr id="5298" name="Google Shape;5298;p13"/>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13"/>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00" name="Google Shape;5300;p13"/>
          <p:cNvGrpSpPr/>
          <p:nvPr/>
        </p:nvGrpSpPr>
        <p:grpSpPr>
          <a:xfrm rot="-5604595">
            <a:off x="6414644" y="2309029"/>
            <a:ext cx="1782720" cy="4456675"/>
            <a:chOff x="1094525" y="1997475"/>
            <a:chExt cx="357500" cy="893725"/>
          </a:xfrm>
        </p:grpSpPr>
        <p:sp>
          <p:nvSpPr>
            <p:cNvPr id="5301" name="Google Shape;5301;p13"/>
            <p:cNvSpPr/>
            <p:nvPr/>
          </p:nvSpPr>
          <p:spPr>
            <a:xfrm>
              <a:off x="1269650" y="2297175"/>
              <a:ext cx="49975" cy="48775"/>
            </a:xfrm>
            <a:custGeom>
              <a:avLst/>
              <a:gdLst/>
              <a:ahLst/>
              <a:cxnLst/>
              <a:rect l="l" t="t" r="r" b="b"/>
              <a:pathLst>
                <a:path w="1999" h="1951" extrusionOk="0">
                  <a:moveTo>
                    <a:pt x="1565" y="0"/>
                  </a:moveTo>
                  <a:lnTo>
                    <a:pt x="1493" y="24"/>
                  </a:lnTo>
                  <a:lnTo>
                    <a:pt x="1445" y="73"/>
                  </a:lnTo>
                  <a:lnTo>
                    <a:pt x="1349" y="217"/>
                  </a:lnTo>
                  <a:lnTo>
                    <a:pt x="1277" y="362"/>
                  </a:lnTo>
                  <a:lnTo>
                    <a:pt x="1156" y="602"/>
                  </a:lnTo>
                  <a:lnTo>
                    <a:pt x="1036" y="795"/>
                  </a:lnTo>
                  <a:lnTo>
                    <a:pt x="867" y="939"/>
                  </a:lnTo>
                  <a:lnTo>
                    <a:pt x="771" y="1011"/>
                  </a:lnTo>
                  <a:lnTo>
                    <a:pt x="651" y="1084"/>
                  </a:lnTo>
                  <a:lnTo>
                    <a:pt x="434" y="1204"/>
                  </a:lnTo>
                  <a:lnTo>
                    <a:pt x="193" y="1349"/>
                  </a:lnTo>
                  <a:lnTo>
                    <a:pt x="97" y="1445"/>
                  </a:lnTo>
                  <a:lnTo>
                    <a:pt x="25" y="1541"/>
                  </a:lnTo>
                  <a:lnTo>
                    <a:pt x="1" y="1686"/>
                  </a:lnTo>
                  <a:lnTo>
                    <a:pt x="49" y="1806"/>
                  </a:lnTo>
                  <a:lnTo>
                    <a:pt x="97" y="1878"/>
                  </a:lnTo>
                  <a:lnTo>
                    <a:pt x="145" y="1902"/>
                  </a:lnTo>
                  <a:lnTo>
                    <a:pt x="193" y="1926"/>
                  </a:lnTo>
                  <a:lnTo>
                    <a:pt x="241" y="1950"/>
                  </a:lnTo>
                  <a:lnTo>
                    <a:pt x="362" y="1926"/>
                  </a:lnTo>
                  <a:lnTo>
                    <a:pt x="482" y="1878"/>
                  </a:lnTo>
                  <a:lnTo>
                    <a:pt x="554" y="1902"/>
                  </a:lnTo>
                  <a:lnTo>
                    <a:pt x="602" y="1878"/>
                  </a:lnTo>
                  <a:lnTo>
                    <a:pt x="675" y="1854"/>
                  </a:lnTo>
                  <a:lnTo>
                    <a:pt x="699" y="1806"/>
                  </a:lnTo>
                  <a:lnTo>
                    <a:pt x="771" y="1710"/>
                  </a:lnTo>
                  <a:lnTo>
                    <a:pt x="843" y="1589"/>
                  </a:lnTo>
                  <a:lnTo>
                    <a:pt x="891" y="1493"/>
                  </a:lnTo>
                  <a:lnTo>
                    <a:pt x="964" y="1421"/>
                  </a:lnTo>
                  <a:lnTo>
                    <a:pt x="1060" y="1349"/>
                  </a:lnTo>
                  <a:lnTo>
                    <a:pt x="1156" y="1300"/>
                  </a:lnTo>
                  <a:lnTo>
                    <a:pt x="1373" y="1204"/>
                  </a:lnTo>
                  <a:lnTo>
                    <a:pt x="1589" y="1084"/>
                  </a:lnTo>
                  <a:lnTo>
                    <a:pt x="1758" y="939"/>
                  </a:lnTo>
                  <a:lnTo>
                    <a:pt x="1830" y="843"/>
                  </a:lnTo>
                  <a:lnTo>
                    <a:pt x="1902" y="747"/>
                  </a:lnTo>
                  <a:lnTo>
                    <a:pt x="1951" y="650"/>
                  </a:lnTo>
                  <a:lnTo>
                    <a:pt x="1975" y="530"/>
                  </a:lnTo>
                  <a:lnTo>
                    <a:pt x="1999" y="434"/>
                  </a:lnTo>
                  <a:lnTo>
                    <a:pt x="1975" y="313"/>
                  </a:lnTo>
                  <a:lnTo>
                    <a:pt x="1951" y="217"/>
                  </a:lnTo>
                  <a:lnTo>
                    <a:pt x="1902" y="145"/>
                  </a:lnTo>
                  <a:lnTo>
                    <a:pt x="1854" y="73"/>
                  </a:lnTo>
                  <a:lnTo>
                    <a:pt x="1782" y="24"/>
                  </a:lnTo>
                  <a:lnTo>
                    <a:pt x="166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13"/>
            <p:cNvSpPr/>
            <p:nvPr/>
          </p:nvSpPr>
          <p:spPr>
            <a:xfrm>
              <a:off x="1213075" y="2269500"/>
              <a:ext cx="25300" cy="25900"/>
            </a:xfrm>
            <a:custGeom>
              <a:avLst/>
              <a:gdLst/>
              <a:ahLst/>
              <a:cxnLst/>
              <a:rect l="l" t="t" r="r" b="b"/>
              <a:pathLst>
                <a:path w="1012" h="1036" extrusionOk="0">
                  <a:moveTo>
                    <a:pt x="578" y="0"/>
                  </a:moveTo>
                  <a:lnTo>
                    <a:pt x="434" y="48"/>
                  </a:lnTo>
                  <a:lnTo>
                    <a:pt x="290" y="120"/>
                  </a:lnTo>
                  <a:lnTo>
                    <a:pt x="193" y="193"/>
                  </a:lnTo>
                  <a:lnTo>
                    <a:pt x="121" y="289"/>
                  </a:lnTo>
                  <a:lnTo>
                    <a:pt x="49" y="385"/>
                  </a:lnTo>
                  <a:lnTo>
                    <a:pt x="25" y="482"/>
                  </a:lnTo>
                  <a:lnTo>
                    <a:pt x="1" y="578"/>
                  </a:lnTo>
                  <a:lnTo>
                    <a:pt x="25" y="698"/>
                  </a:lnTo>
                  <a:lnTo>
                    <a:pt x="49" y="794"/>
                  </a:lnTo>
                  <a:lnTo>
                    <a:pt x="97" y="891"/>
                  </a:lnTo>
                  <a:lnTo>
                    <a:pt x="145" y="963"/>
                  </a:lnTo>
                  <a:lnTo>
                    <a:pt x="217" y="987"/>
                  </a:lnTo>
                  <a:lnTo>
                    <a:pt x="290" y="1011"/>
                  </a:lnTo>
                  <a:lnTo>
                    <a:pt x="362" y="1035"/>
                  </a:lnTo>
                  <a:lnTo>
                    <a:pt x="554" y="1011"/>
                  </a:lnTo>
                  <a:lnTo>
                    <a:pt x="675" y="963"/>
                  </a:lnTo>
                  <a:lnTo>
                    <a:pt x="771" y="915"/>
                  </a:lnTo>
                  <a:lnTo>
                    <a:pt x="843" y="843"/>
                  </a:lnTo>
                  <a:lnTo>
                    <a:pt x="916" y="746"/>
                  </a:lnTo>
                  <a:lnTo>
                    <a:pt x="988" y="650"/>
                  </a:lnTo>
                  <a:lnTo>
                    <a:pt x="1012" y="554"/>
                  </a:lnTo>
                  <a:lnTo>
                    <a:pt x="1012" y="457"/>
                  </a:lnTo>
                  <a:lnTo>
                    <a:pt x="1012" y="337"/>
                  </a:lnTo>
                  <a:lnTo>
                    <a:pt x="964" y="265"/>
                  </a:lnTo>
                  <a:lnTo>
                    <a:pt x="916" y="169"/>
                  </a:lnTo>
                  <a:lnTo>
                    <a:pt x="819" y="72"/>
                  </a:lnTo>
                  <a:lnTo>
                    <a:pt x="69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13"/>
            <p:cNvSpPr/>
            <p:nvPr/>
          </p:nvSpPr>
          <p:spPr>
            <a:xfrm>
              <a:off x="1270250" y="2283925"/>
              <a:ext cx="19300" cy="21100"/>
            </a:xfrm>
            <a:custGeom>
              <a:avLst/>
              <a:gdLst/>
              <a:ahLst/>
              <a:cxnLst/>
              <a:rect l="l" t="t" r="r" b="b"/>
              <a:pathLst>
                <a:path w="772" h="844" extrusionOk="0">
                  <a:moveTo>
                    <a:pt x="434" y="1"/>
                  </a:moveTo>
                  <a:lnTo>
                    <a:pt x="241" y="25"/>
                  </a:lnTo>
                  <a:lnTo>
                    <a:pt x="121" y="73"/>
                  </a:lnTo>
                  <a:lnTo>
                    <a:pt x="25" y="145"/>
                  </a:lnTo>
                  <a:lnTo>
                    <a:pt x="1" y="193"/>
                  </a:lnTo>
                  <a:lnTo>
                    <a:pt x="1" y="242"/>
                  </a:lnTo>
                  <a:lnTo>
                    <a:pt x="1" y="314"/>
                  </a:lnTo>
                  <a:lnTo>
                    <a:pt x="25" y="386"/>
                  </a:lnTo>
                  <a:lnTo>
                    <a:pt x="97" y="554"/>
                  </a:lnTo>
                  <a:lnTo>
                    <a:pt x="193" y="723"/>
                  </a:lnTo>
                  <a:lnTo>
                    <a:pt x="266" y="771"/>
                  </a:lnTo>
                  <a:lnTo>
                    <a:pt x="362" y="819"/>
                  </a:lnTo>
                  <a:lnTo>
                    <a:pt x="434" y="843"/>
                  </a:lnTo>
                  <a:lnTo>
                    <a:pt x="554" y="843"/>
                  </a:lnTo>
                  <a:lnTo>
                    <a:pt x="627" y="819"/>
                  </a:lnTo>
                  <a:lnTo>
                    <a:pt x="675" y="771"/>
                  </a:lnTo>
                  <a:lnTo>
                    <a:pt x="723" y="723"/>
                  </a:lnTo>
                  <a:lnTo>
                    <a:pt x="747" y="651"/>
                  </a:lnTo>
                  <a:lnTo>
                    <a:pt x="771" y="506"/>
                  </a:lnTo>
                  <a:lnTo>
                    <a:pt x="747" y="338"/>
                  </a:lnTo>
                  <a:lnTo>
                    <a:pt x="723" y="242"/>
                  </a:lnTo>
                  <a:lnTo>
                    <a:pt x="699" y="169"/>
                  </a:lnTo>
                  <a:lnTo>
                    <a:pt x="651" y="97"/>
                  </a:lnTo>
                  <a:lnTo>
                    <a:pt x="578" y="49"/>
                  </a:lnTo>
                  <a:lnTo>
                    <a:pt x="506" y="25"/>
                  </a:lnTo>
                  <a:lnTo>
                    <a:pt x="43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13"/>
            <p:cNvSpPr/>
            <p:nvPr/>
          </p:nvSpPr>
          <p:spPr>
            <a:xfrm>
              <a:off x="1403250" y="2264075"/>
              <a:ext cx="18700" cy="17475"/>
            </a:xfrm>
            <a:custGeom>
              <a:avLst/>
              <a:gdLst/>
              <a:ahLst/>
              <a:cxnLst/>
              <a:rect l="l" t="t" r="r" b="b"/>
              <a:pathLst>
                <a:path w="748" h="699" extrusionOk="0">
                  <a:moveTo>
                    <a:pt x="338" y="0"/>
                  </a:moveTo>
                  <a:lnTo>
                    <a:pt x="193" y="73"/>
                  </a:lnTo>
                  <a:lnTo>
                    <a:pt x="73" y="169"/>
                  </a:lnTo>
                  <a:lnTo>
                    <a:pt x="49" y="217"/>
                  </a:lnTo>
                  <a:lnTo>
                    <a:pt x="25" y="265"/>
                  </a:lnTo>
                  <a:lnTo>
                    <a:pt x="1" y="337"/>
                  </a:lnTo>
                  <a:lnTo>
                    <a:pt x="1" y="434"/>
                  </a:lnTo>
                  <a:lnTo>
                    <a:pt x="49" y="554"/>
                  </a:lnTo>
                  <a:lnTo>
                    <a:pt x="145" y="650"/>
                  </a:lnTo>
                  <a:lnTo>
                    <a:pt x="266" y="699"/>
                  </a:lnTo>
                  <a:lnTo>
                    <a:pt x="410" y="699"/>
                  </a:lnTo>
                  <a:lnTo>
                    <a:pt x="482" y="674"/>
                  </a:lnTo>
                  <a:lnTo>
                    <a:pt x="555" y="650"/>
                  </a:lnTo>
                  <a:lnTo>
                    <a:pt x="627" y="602"/>
                  </a:lnTo>
                  <a:lnTo>
                    <a:pt x="675" y="554"/>
                  </a:lnTo>
                  <a:lnTo>
                    <a:pt x="699" y="482"/>
                  </a:lnTo>
                  <a:lnTo>
                    <a:pt x="723" y="410"/>
                  </a:lnTo>
                  <a:lnTo>
                    <a:pt x="747" y="265"/>
                  </a:lnTo>
                  <a:lnTo>
                    <a:pt x="723" y="193"/>
                  </a:lnTo>
                  <a:lnTo>
                    <a:pt x="699" y="121"/>
                  </a:lnTo>
                  <a:lnTo>
                    <a:pt x="651" y="73"/>
                  </a:lnTo>
                  <a:lnTo>
                    <a:pt x="603" y="49"/>
                  </a:lnTo>
                  <a:lnTo>
                    <a:pt x="482" y="24"/>
                  </a:lnTo>
                  <a:lnTo>
                    <a:pt x="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13"/>
            <p:cNvSpPr/>
            <p:nvPr/>
          </p:nvSpPr>
          <p:spPr>
            <a:xfrm>
              <a:off x="1150500" y="2347725"/>
              <a:ext cx="13250" cy="11450"/>
            </a:xfrm>
            <a:custGeom>
              <a:avLst/>
              <a:gdLst/>
              <a:ahLst/>
              <a:cxnLst/>
              <a:rect l="l" t="t" r="r" b="b"/>
              <a:pathLst>
                <a:path w="530" h="458" extrusionOk="0">
                  <a:moveTo>
                    <a:pt x="217" y="1"/>
                  </a:moveTo>
                  <a:lnTo>
                    <a:pt x="120" y="25"/>
                  </a:lnTo>
                  <a:lnTo>
                    <a:pt x="48" y="97"/>
                  </a:lnTo>
                  <a:lnTo>
                    <a:pt x="24" y="169"/>
                  </a:lnTo>
                  <a:lnTo>
                    <a:pt x="0" y="193"/>
                  </a:lnTo>
                  <a:lnTo>
                    <a:pt x="24" y="241"/>
                  </a:lnTo>
                  <a:lnTo>
                    <a:pt x="72" y="338"/>
                  </a:lnTo>
                  <a:lnTo>
                    <a:pt x="169" y="410"/>
                  </a:lnTo>
                  <a:lnTo>
                    <a:pt x="265" y="458"/>
                  </a:lnTo>
                  <a:lnTo>
                    <a:pt x="361" y="458"/>
                  </a:lnTo>
                  <a:lnTo>
                    <a:pt x="433" y="434"/>
                  </a:lnTo>
                  <a:lnTo>
                    <a:pt x="482" y="386"/>
                  </a:lnTo>
                  <a:lnTo>
                    <a:pt x="530" y="289"/>
                  </a:lnTo>
                  <a:lnTo>
                    <a:pt x="530" y="193"/>
                  </a:lnTo>
                  <a:lnTo>
                    <a:pt x="482" y="97"/>
                  </a:lnTo>
                  <a:lnTo>
                    <a:pt x="409" y="25"/>
                  </a:lnTo>
                  <a:lnTo>
                    <a:pt x="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13"/>
            <p:cNvSpPr/>
            <p:nvPr/>
          </p:nvSpPr>
          <p:spPr>
            <a:xfrm>
              <a:off x="1094525" y="1997475"/>
              <a:ext cx="357500" cy="893725"/>
            </a:xfrm>
            <a:custGeom>
              <a:avLst/>
              <a:gdLst/>
              <a:ahLst/>
              <a:cxnLst/>
              <a:rect l="l" t="t" r="r" b="b"/>
              <a:pathLst>
                <a:path w="14300" h="35749" extrusionOk="0">
                  <a:moveTo>
                    <a:pt x="7343" y="0"/>
                  </a:moveTo>
                  <a:lnTo>
                    <a:pt x="6982" y="24"/>
                  </a:lnTo>
                  <a:lnTo>
                    <a:pt x="6620" y="72"/>
                  </a:lnTo>
                  <a:lnTo>
                    <a:pt x="6259" y="144"/>
                  </a:lnTo>
                  <a:lnTo>
                    <a:pt x="5922" y="217"/>
                  </a:lnTo>
                  <a:lnTo>
                    <a:pt x="5561" y="313"/>
                  </a:lnTo>
                  <a:lnTo>
                    <a:pt x="5224" y="433"/>
                  </a:lnTo>
                  <a:lnTo>
                    <a:pt x="4863" y="554"/>
                  </a:lnTo>
                  <a:lnTo>
                    <a:pt x="4526" y="698"/>
                  </a:lnTo>
                  <a:lnTo>
                    <a:pt x="4213" y="843"/>
                  </a:lnTo>
                  <a:lnTo>
                    <a:pt x="3876" y="1011"/>
                  </a:lnTo>
                  <a:lnTo>
                    <a:pt x="3563" y="1204"/>
                  </a:lnTo>
                  <a:lnTo>
                    <a:pt x="3250" y="1396"/>
                  </a:lnTo>
                  <a:lnTo>
                    <a:pt x="2937" y="1613"/>
                  </a:lnTo>
                  <a:lnTo>
                    <a:pt x="2648" y="1830"/>
                  </a:lnTo>
                  <a:lnTo>
                    <a:pt x="2359" y="2070"/>
                  </a:lnTo>
                  <a:lnTo>
                    <a:pt x="2095" y="2311"/>
                  </a:lnTo>
                  <a:lnTo>
                    <a:pt x="1830" y="2576"/>
                  </a:lnTo>
                  <a:lnTo>
                    <a:pt x="1589" y="2841"/>
                  </a:lnTo>
                  <a:lnTo>
                    <a:pt x="1348" y="3105"/>
                  </a:lnTo>
                  <a:lnTo>
                    <a:pt x="1132" y="3394"/>
                  </a:lnTo>
                  <a:lnTo>
                    <a:pt x="939" y="3683"/>
                  </a:lnTo>
                  <a:lnTo>
                    <a:pt x="747" y="3972"/>
                  </a:lnTo>
                  <a:lnTo>
                    <a:pt x="554" y="4285"/>
                  </a:lnTo>
                  <a:lnTo>
                    <a:pt x="410" y="4598"/>
                  </a:lnTo>
                  <a:lnTo>
                    <a:pt x="265" y="4935"/>
                  </a:lnTo>
                  <a:lnTo>
                    <a:pt x="169" y="5176"/>
                  </a:lnTo>
                  <a:lnTo>
                    <a:pt x="97" y="5441"/>
                  </a:lnTo>
                  <a:lnTo>
                    <a:pt x="24" y="5705"/>
                  </a:lnTo>
                  <a:lnTo>
                    <a:pt x="0" y="5946"/>
                  </a:lnTo>
                  <a:lnTo>
                    <a:pt x="24" y="6211"/>
                  </a:lnTo>
                  <a:lnTo>
                    <a:pt x="48" y="6452"/>
                  </a:lnTo>
                  <a:lnTo>
                    <a:pt x="121" y="6716"/>
                  </a:lnTo>
                  <a:lnTo>
                    <a:pt x="241" y="6981"/>
                  </a:lnTo>
                  <a:lnTo>
                    <a:pt x="313" y="7174"/>
                  </a:lnTo>
                  <a:lnTo>
                    <a:pt x="385" y="7366"/>
                  </a:lnTo>
                  <a:lnTo>
                    <a:pt x="482" y="7727"/>
                  </a:lnTo>
                  <a:lnTo>
                    <a:pt x="602" y="8065"/>
                  </a:lnTo>
                  <a:lnTo>
                    <a:pt x="747" y="8377"/>
                  </a:lnTo>
                  <a:lnTo>
                    <a:pt x="939" y="8690"/>
                  </a:lnTo>
                  <a:lnTo>
                    <a:pt x="1108" y="9003"/>
                  </a:lnTo>
                  <a:lnTo>
                    <a:pt x="1324" y="9292"/>
                  </a:lnTo>
                  <a:lnTo>
                    <a:pt x="1758" y="9870"/>
                  </a:lnTo>
                  <a:lnTo>
                    <a:pt x="1950" y="10111"/>
                  </a:lnTo>
                  <a:lnTo>
                    <a:pt x="2167" y="10327"/>
                  </a:lnTo>
                  <a:lnTo>
                    <a:pt x="2408" y="10520"/>
                  </a:lnTo>
                  <a:lnTo>
                    <a:pt x="2672" y="10688"/>
                  </a:lnTo>
                  <a:lnTo>
                    <a:pt x="3178" y="11025"/>
                  </a:lnTo>
                  <a:lnTo>
                    <a:pt x="3708" y="11338"/>
                  </a:lnTo>
                  <a:lnTo>
                    <a:pt x="4093" y="11603"/>
                  </a:lnTo>
                  <a:lnTo>
                    <a:pt x="4285" y="11748"/>
                  </a:lnTo>
                  <a:lnTo>
                    <a:pt x="4454" y="11916"/>
                  </a:lnTo>
                  <a:lnTo>
                    <a:pt x="4622" y="12085"/>
                  </a:lnTo>
                  <a:lnTo>
                    <a:pt x="4767" y="12277"/>
                  </a:lnTo>
                  <a:lnTo>
                    <a:pt x="4887" y="12470"/>
                  </a:lnTo>
                  <a:lnTo>
                    <a:pt x="5008" y="12711"/>
                  </a:lnTo>
                  <a:lnTo>
                    <a:pt x="5056" y="12879"/>
                  </a:lnTo>
                  <a:lnTo>
                    <a:pt x="5104" y="13072"/>
                  </a:lnTo>
                  <a:lnTo>
                    <a:pt x="5128" y="13240"/>
                  </a:lnTo>
                  <a:lnTo>
                    <a:pt x="5152" y="13409"/>
                  </a:lnTo>
                  <a:lnTo>
                    <a:pt x="5128" y="13553"/>
                  </a:lnTo>
                  <a:lnTo>
                    <a:pt x="5128" y="13722"/>
                  </a:lnTo>
                  <a:lnTo>
                    <a:pt x="5032" y="14011"/>
                  </a:lnTo>
                  <a:lnTo>
                    <a:pt x="4911" y="14299"/>
                  </a:lnTo>
                  <a:lnTo>
                    <a:pt x="4743" y="14564"/>
                  </a:lnTo>
                  <a:lnTo>
                    <a:pt x="4526" y="14829"/>
                  </a:lnTo>
                  <a:lnTo>
                    <a:pt x="4285" y="15094"/>
                  </a:lnTo>
                  <a:lnTo>
                    <a:pt x="3419" y="15864"/>
                  </a:lnTo>
                  <a:lnTo>
                    <a:pt x="2600" y="16635"/>
                  </a:lnTo>
                  <a:lnTo>
                    <a:pt x="2167" y="17020"/>
                  </a:lnTo>
                  <a:lnTo>
                    <a:pt x="1782" y="17429"/>
                  </a:lnTo>
                  <a:lnTo>
                    <a:pt x="1397" y="17862"/>
                  </a:lnTo>
                  <a:lnTo>
                    <a:pt x="1035" y="18320"/>
                  </a:lnTo>
                  <a:lnTo>
                    <a:pt x="819" y="18609"/>
                  </a:lnTo>
                  <a:lnTo>
                    <a:pt x="650" y="18921"/>
                  </a:lnTo>
                  <a:lnTo>
                    <a:pt x="530" y="19234"/>
                  </a:lnTo>
                  <a:lnTo>
                    <a:pt x="434" y="19571"/>
                  </a:lnTo>
                  <a:lnTo>
                    <a:pt x="385" y="19884"/>
                  </a:lnTo>
                  <a:lnTo>
                    <a:pt x="337" y="20221"/>
                  </a:lnTo>
                  <a:lnTo>
                    <a:pt x="361" y="20534"/>
                  </a:lnTo>
                  <a:lnTo>
                    <a:pt x="385" y="20871"/>
                  </a:lnTo>
                  <a:lnTo>
                    <a:pt x="434" y="21184"/>
                  </a:lnTo>
                  <a:lnTo>
                    <a:pt x="530" y="21497"/>
                  </a:lnTo>
                  <a:lnTo>
                    <a:pt x="626" y="21786"/>
                  </a:lnTo>
                  <a:lnTo>
                    <a:pt x="771" y="22075"/>
                  </a:lnTo>
                  <a:lnTo>
                    <a:pt x="915" y="22340"/>
                  </a:lnTo>
                  <a:lnTo>
                    <a:pt x="1084" y="22581"/>
                  </a:lnTo>
                  <a:lnTo>
                    <a:pt x="1276" y="22797"/>
                  </a:lnTo>
                  <a:lnTo>
                    <a:pt x="1493" y="22990"/>
                  </a:lnTo>
                  <a:lnTo>
                    <a:pt x="1854" y="23351"/>
                  </a:lnTo>
                  <a:lnTo>
                    <a:pt x="2215" y="23712"/>
                  </a:lnTo>
                  <a:lnTo>
                    <a:pt x="2552" y="24097"/>
                  </a:lnTo>
                  <a:lnTo>
                    <a:pt x="2865" y="24506"/>
                  </a:lnTo>
                  <a:lnTo>
                    <a:pt x="3467" y="25325"/>
                  </a:lnTo>
                  <a:lnTo>
                    <a:pt x="4045" y="26167"/>
                  </a:lnTo>
                  <a:lnTo>
                    <a:pt x="4213" y="26408"/>
                  </a:lnTo>
                  <a:lnTo>
                    <a:pt x="4382" y="26697"/>
                  </a:lnTo>
                  <a:lnTo>
                    <a:pt x="4526" y="26962"/>
                  </a:lnTo>
                  <a:lnTo>
                    <a:pt x="4574" y="27130"/>
                  </a:lnTo>
                  <a:lnTo>
                    <a:pt x="4598" y="27275"/>
                  </a:lnTo>
                  <a:lnTo>
                    <a:pt x="4671" y="27829"/>
                  </a:lnTo>
                  <a:lnTo>
                    <a:pt x="4743" y="28358"/>
                  </a:lnTo>
                  <a:lnTo>
                    <a:pt x="4791" y="28912"/>
                  </a:lnTo>
                  <a:lnTo>
                    <a:pt x="4791" y="29466"/>
                  </a:lnTo>
                  <a:lnTo>
                    <a:pt x="4767" y="30067"/>
                  </a:lnTo>
                  <a:lnTo>
                    <a:pt x="4767" y="30645"/>
                  </a:lnTo>
                  <a:lnTo>
                    <a:pt x="4767" y="31223"/>
                  </a:lnTo>
                  <a:lnTo>
                    <a:pt x="4815" y="31801"/>
                  </a:lnTo>
                  <a:lnTo>
                    <a:pt x="4887" y="32378"/>
                  </a:lnTo>
                  <a:lnTo>
                    <a:pt x="4983" y="32932"/>
                  </a:lnTo>
                  <a:lnTo>
                    <a:pt x="5128" y="33510"/>
                  </a:lnTo>
                  <a:lnTo>
                    <a:pt x="5296" y="34063"/>
                  </a:lnTo>
                  <a:lnTo>
                    <a:pt x="5369" y="34232"/>
                  </a:lnTo>
                  <a:lnTo>
                    <a:pt x="5465" y="34401"/>
                  </a:lnTo>
                  <a:lnTo>
                    <a:pt x="5561" y="34545"/>
                  </a:lnTo>
                  <a:lnTo>
                    <a:pt x="5706" y="34713"/>
                  </a:lnTo>
                  <a:lnTo>
                    <a:pt x="5995" y="35002"/>
                  </a:lnTo>
                  <a:lnTo>
                    <a:pt x="6332" y="35267"/>
                  </a:lnTo>
                  <a:lnTo>
                    <a:pt x="6693" y="35484"/>
                  </a:lnTo>
                  <a:lnTo>
                    <a:pt x="6861" y="35580"/>
                  </a:lnTo>
                  <a:lnTo>
                    <a:pt x="7054" y="35652"/>
                  </a:lnTo>
                  <a:lnTo>
                    <a:pt x="7246" y="35700"/>
                  </a:lnTo>
                  <a:lnTo>
                    <a:pt x="7439" y="35725"/>
                  </a:lnTo>
                  <a:lnTo>
                    <a:pt x="7607" y="35749"/>
                  </a:lnTo>
                  <a:lnTo>
                    <a:pt x="7776" y="35725"/>
                  </a:lnTo>
                  <a:lnTo>
                    <a:pt x="8354" y="35628"/>
                  </a:lnTo>
                  <a:lnTo>
                    <a:pt x="8883" y="35484"/>
                  </a:lnTo>
                  <a:lnTo>
                    <a:pt x="9413" y="35291"/>
                  </a:lnTo>
                  <a:lnTo>
                    <a:pt x="9894" y="35050"/>
                  </a:lnTo>
                  <a:lnTo>
                    <a:pt x="10376" y="34786"/>
                  </a:lnTo>
                  <a:lnTo>
                    <a:pt x="10809" y="34449"/>
                  </a:lnTo>
                  <a:lnTo>
                    <a:pt x="11218" y="34063"/>
                  </a:lnTo>
                  <a:lnTo>
                    <a:pt x="11604" y="33654"/>
                  </a:lnTo>
                  <a:lnTo>
                    <a:pt x="11772" y="33414"/>
                  </a:lnTo>
                  <a:lnTo>
                    <a:pt x="11844" y="33293"/>
                  </a:lnTo>
                  <a:lnTo>
                    <a:pt x="11917" y="33149"/>
                  </a:lnTo>
                  <a:lnTo>
                    <a:pt x="11965" y="33004"/>
                  </a:lnTo>
                  <a:lnTo>
                    <a:pt x="11989" y="32836"/>
                  </a:lnTo>
                  <a:lnTo>
                    <a:pt x="12013" y="32499"/>
                  </a:lnTo>
                  <a:lnTo>
                    <a:pt x="12037" y="31849"/>
                  </a:lnTo>
                  <a:lnTo>
                    <a:pt x="12013" y="31247"/>
                  </a:lnTo>
                  <a:lnTo>
                    <a:pt x="11941" y="30693"/>
                  </a:lnTo>
                  <a:lnTo>
                    <a:pt x="11844" y="30164"/>
                  </a:lnTo>
                  <a:lnTo>
                    <a:pt x="11700" y="29634"/>
                  </a:lnTo>
                  <a:lnTo>
                    <a:pt x="11507" y="29104"/>
                  </a:lnTo>
                  <a:lnTo>
                    <a:pt x="11291" y="28551"/>
                  </a:lnTo>
                  <a:lnTo>
                    <a:pt x="11026" y="27949"/>
                  </a:lnTo>
                  <a:lnTo>
                    <a:pt x="10881" y="27636"/>
                  </a:lnTo>
                  <a:lnTo>
                    <a:pt x="10761" y="27323"/>
                  </a:lnTo>
                  <a:lnTo>
                    <a:pt x="10665" y="27034"/>
                  </a:lnTo>
                  <a:lnTo>
                    <a:pt x="10593" y="26721"/>
                  </a:lnTo>
                  <a:lnTo>
                    <a:pt x="10544" y="26432"/>
                  </a:lnTo>
                  <a:lnTo>
                    <a:pt x="10520" y="26143"/>
                  </a:lnTo>
                  <a:lnTo>
                    <a:pt x="10496" y="25855"/>
                  </a:lnTo>
                  <a:lnTo>
                    <a:pt x="10496" y="25566"/>
                  </a:lnTo>
                  <a:lnTo>
                    <a:pt x="10544" y="25277"/>
                  </a:lnTo>
                  <a:lnTo>
                    <a:pt x="10593" y="24988"/>
                  </a:lnTo>
                  <a:lnTo>
                    <a:pt x="10665" y="24723"/>
                  </a:lnTo>
                  <a:lnTo>
                    <a:pt x="10761" y="24434"/>
                  </a:lnTo>
                  <a:lnTo>
                    <a:pt x="10906" y="24169"/>
                  </a:lnTo>
                  <a:lnTo>
                    <a:pt x="11050" y="23881"/>
                  </a:lnTo>
                  <a:lnTo>
                    <a:pt x="11218" y="23616"/>
                  </a:lnTo>
                  <a:lnTo>
                    <a:pt x="11435" y="23351"/>
                  </a:lnTo>
                  <a:lnTo>
                    <a:pt x="12326" y="22220"/>
                  </a:lnTo>
                  <a:lnTo>
                    <a:pt x="13168" y="21064"/>
                  </a:lnTo>
                  <a:lnTo>
                    <a:pt x="13505" y="20607"/>
                  </a:lnTo>
                  <a:lnTo>
                    <a:pt x="13794" y="20149"/>
                  </a:lnTo>
                  <a:lnTo>
                    <a:pt x="13939" y="19908"/>
                  </a:lnTo>
                  <a:lnTo>
                    <a:pt x="14059" y="19668"/>
                  </a:lnTo>
                  <a:lnTo>
                    <a:pt x="14155" y="19403"/>
                  </a:lnTo>
                  <a:lnTo>
                    <a:pt x="14228" y="19138"/>
                  </a:lnTo>
                  <a:lnTo>
                    <a:pt x="14276" y="18777"/>
                  </a:lnTo>
                  <a:lnTo>
                    <a:pt x="14300" y="18416"/>
                  </a:lnTo>
                  <a:lnTo>
                    <a:pt x="14300" y="18055"/>
                  </a:lnTo>
                  <a:lnTo>
                    <a:pt x="14252" y="17694"/>
                  </a:lnTo>
                  <a:lnTo>
                    <a:pt x="14179" y="17357"/>
                  </a:lnTo>
                  <a:lnTo>
                    <a:pt x="14083" y="16996"/>
                  </a:lnTo>
                  <a:lnTo>
                    <a:pt x="13963" y="16659"/>
                  </a:lnTo>
                  <a:lnTo>
                    <a:pt x="13818" y="16322"/>
                  </a:lnTo>
                  <a:lnTo>
                    <a:pt x="13650" y="15985"/>
                  </a:lnTo>
                  <a:lnTo>
                    <a:pt x="13433" y="15672"/>
                  </a:lnTo>
                  <a:lnTo>
                    <a:pt x="13192" y="15383"/>
                  </a:lnTo>
                  <a:lnTo>
                    <a:pt x="12952" y="15118"/>
                  </a:lnTo>
                  <a:lnTo>
                    <a:pt x="12398" y="14588"/>
                  </a:lnTo>
                  <a:lnTo>
                    <a:pt x="11868" y="14083"/>
                  </a:lnTo>
                  <a:lnTo>
                    <a:pt x="11676" y="13914"/>
                  </a:lnTo>
                  <a:lnTo>
                    <a:pt x="11507" y="13722"/>
                  </a:lnTo>
                  <a:lnTo>
                    <a:pt x="11363" y="13529"/>
                  </a:lnTo>
                  <a:lnTo>
                    <a:pt x="11267" y="13288"/>
                  </a:lnTo>
                  <a:lnTo>
                    <a:pt x="11074" y="12783"/>
                  </a:lnTo>
                  <a:lnTo>
                    <a:pt x="10930" y="12277"/>
                  </a:lnTo>
                  <a:lnTo>
                    <a:pt x="10833" y="11796"/>
                  </a:lnTo>
                  <a:lnTo>
                    <a:pt x="10809" y="11290"/>
                  </a:lnTo>
                  <a:lnTo>
                    <a:pt x="10809" y="11025"/>
                  </a:lnTo>
                  <a:lnTo>
                    <a:pt x="10833" y="10785"/>
                  </a:lnTo>
                  <a:lnTo>
                    <a:pt x="10857" y="10520"/>
                  </a:lnTo>
                  <a:lnTo>
                    <a:pt x="10930" y="10279"/>
                  </a:lnTo>
                  <a:lnTo>
                    <a:pt x="11002" y="10038"/>
                  </a:lnTo>
                  <a:lnTo>
                    <a:pt x="11074" y="9774"/>
                  </a:lnTo>
                  <a:lnTo>
                    <a:pt x="11194" y="9533"/>
                  </a:lnTo>
                  <a:lnTo>
                    <a:pt x="11315" y="9268"/>
                  </a:lnTo>
                  <a:lnTo>
                    <a:pt x="11652" y="8618"/>
                  </a:lnTo>
                  <a:lnTo>
                    <a:pt x="11820" y="8281"/>
                  </a:lnTo>
                  <a:lnTo>
                    <a:pt x="11965" y="7944"/>
                  </a:lnTo>
                  <a:lnTo>
                    <a:pt x="12109" y="7583"/>
                  </a:lnTo>
                  <a:lnTo>
                    <a:pt x="12230" y="7222"/>
                  </a:lnTo>
                  <a:lnTo>
                    <a:pt x="12302" y="6861"/>
                  </a:lnTo>
                  <a:lnTo>
                    <a:pt x="12350" y="6476"/>
                  </a:lnTo>
                  <a:lnTo>
                    <a:pt x="12398" y="5994"/>
                  </a:lnTo>
                  <a:lnTo>
                    <a:pt x="12398" y="5489"/>
                  </a:lnTo>
                  <a:lnTo>
                    <a:pt x="12374" y="5007"/>
                  </a:lnTo>
                  <a:lnTo>
                    <a:pt x="12326" y="4502"/>
                  </a:lnTo>
                  <a:lnTo>
                    <a:pt x="12254" y="4020"/>
                  </a:lnTo>
                  <a:lnTo>
                    <a:pt x="12157" y="3539"/>
                  </a:lnTo>
                  <a:lnTo>
                    <a:pt x="12037" y="3057"/>
                  </a:lnTo>
                  <a:lnTo>
                    <a:pt x="11917" y="2576"/>
                  </a:lnTo>
                  <a:lnTo>
                    <a:pt x="11772" y="2167"/>
                  </a:lnTo>
                  <a:lnTo>
                    <a:pt x="11580" y="1781"/>
                  </a:lnTo>
                  <a:lnTo>
                    <a:pt x="11363" y="1444"/>
                  </a:lnTo>
                  <a:lnTo>
                    <a:pt x="11098" y="1156"/>
                  </a:lnTo>
                  <a:lnTo>
                    <a:pt x="10833" y="891"/>
                  </a:lnTo>
                  <a:lnTo>
                    <a:pt x="10520" y="698"/>
                  </a:lnTo>
                  <a:lnTo>
                    <a:pt x="10183" y="506"/>
                  </a:lnTo>
                  <a:lnTo>
                    <a:pt x="9822" y="361"/>
                  </a:lnTo>
                  <a:lnTo>
                    <a:pt x="9485" y="241"/>
                  </a:lnTo>
                  <a:lnTo>
                    <a:pt x="9124" y="169"/>
                  </a:lnTo>
                  <a:lnTo>
                    <a:pt x="8787" y="96"/>
                  </a:lnTo>
                  <a:lnTo>
                    <a:pt x="8426" y="48"/>
                  </a:lnTo>
                  <a:lnTo>
                    <a:pt x="80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13"/>
            <p:cNvSpPr/>
            <p:nvPr/>
          </p:nvSpPr>
          <p:spPr>
            <a:xfrm>
              <a:off x="1157700" y="2029950"/>
              <a:ext cx="235350" cy="827550"/>
            </a:xfrm>
            <a:custGeom>
              <a:avLst/>
              <a:gdLst/>
              <a:ahLst/>
              <a:cxnLst/>
              <a:rect l="l" t="t" r="r" b="b"/>
              <a:pathLst>
                <a:path w="9414" h="33102" extrusionOk="0">
                  <a:moveTo>
                    <a:pt x="5177" y="1"/>
                  </a:moveTo>
                  <a:lnTo>
                    <a:pt x="4816" y="25"/>
                  </a:lnTo>
                  <a:lnTo>
                    <a:pt x="4455" y="73"/>
                  </a:lnTo>
                  <a:lnTo>
                    <a:pt x="4069" y="121"/>
                  </a:lnTo>
                  <a:lnTo>
                    <a:pt x="3684" y="218"/>
                  </a:lnTo>
                  <a:lnTo>
                    <a:pt x="3299" y="314"/>
                  </a:lnTo>
                  <a:lnTo>
                    <a:pt x="2938" y="458"/>
                  </a:lnTo>
                  <a:lnTo>
                    <a:pt x="2577" y="603"/>
                  </a:lnTo>
                  <a:lnTo>
                    <a:pt x="2216" y="771"/>
                  </a:lnTo>
                  <a:lnTo>
                    <a:pt x="1903" y="940"/>
                  </a:lnTo>
                  <a:lnTo>
                    <a:pt x="1614" y="1132"/>
                  </a:lnTo>
                  <a:lnTo>
                    <a:pt x="1349" y="1349"/>
                  </a:lnTo>
                  <a:lnTo>
                    <a:pt x="1132" y="1566"/>
                  </a:lnTo>
                  <a:lnTo>
                    <a:pt x="964" y="1782"/>
                  </a:lnTo>
                  <a:lnTo>
                    <a:pt x="723" y="2192"/>
                  </a:lnTo>
                  <a:lnTo>
                    <a:pt x="434" y="2601"/>
                  </a:lnTo>
                  <a:lnTo>
                    <a:pt x="314" y="2793"/>
                  </a:lnTo>
                  <a:lnTo>
                    <a:pt x="218" y="3010"/>
                  </a:lnTo>
                  <a:lnTo>
                    <a:pt x="121" y="3203"/>
                  </a:lnTo>
                  <a:lnTo>
                    <a:pt x="73" y="3419"/>
                  </a:lnTo>
                  <a:lnTo>
                    <a:pt x="25" y="3660"/>
                  </a:lnTo>
                  <a:lnTo>
                    <a:pt x="1" y="3877"/>
                  </a:lnTo>
                  <a:lnTo>
                    <a:pt x="25" y="4093"/>
                  </a:lnTo>
                  <a:lnTo>
                    <a:pt x="25" y="4334"/>
                  </a:lnTo>
                  <a:lnTo>
                    <a:pt x="97" y="4840"/>
                  </a:lnTo>
                  <a:lnTo>
                    <a:pt x="145" y="5321"/>
                  </a:lnTo>
                  <a:lnTo>
                    <a:pt x="194" y="5682"/>
                  </a:lnTo>
                  <a:lnTo>
                    <a:pt x="242" y="6019"/>
                  </a:lnTo>
                  <a:lnTo>
                    <a:pt x="314" y="6356"/>
                  </a:lnTo>
                  <a:lnTo>
                    <a:pt x="434" y="6693"/>
                  </a:lnTo>
                  <a:lnTo>
                    <a:pt x="555" y="7006"/>
                  </a:lnTo>
                  <a:lnTo>
                    <a:pt x="699" y="7319"/>
                  </a:lnTo>
                  <a:lnTo>
                    <a:pt x="868" y="7632"/>
                  </a:lnTo>
                  <a:lnTo>
                    <a:pt x="1060" y="7945"/>
                  </a:lnTo>
                  <a:lnTo>
                    <a:pt x="1205" y="8138"/>
                  </a:lnTo>
                  <a:lnTo>
                    <a:pt x="1373" y="8306"/>
                  </a:lnTo>
                  <a:lnTo>
                    <a:pt x="1710" y="8643"/>
                  </a:lnTo>
                  <a:lnTo>
                    <a:pt x="2047" y="9004"/>
                  </a:lnTo>
                  <a:lnTo>
                    <a:pt x="2216" y="9173"/>
                  </a:lnTo>
                  <a:lnTo>
                    <a:pt x="2360" y="9389"/>
                  </a:lnTo>
                  <a:lnTo>
                    <a:pt x="2577" y="9678"/>
                  </a:lnTo>
                  <a:lnTo>
                    <a:pt x="2818" y="9967"/>
                  </a:lnTo>
                  <a:lnTo>
                    <a:pt x="3058" y="10256"/>
                  </a:lnTo>
                  <a:lnTo>
                    <a:pt x="3275" y="10569"/>
                  </a:lnTo>
                  <a:lnTo>
                    <a:pt x="3419" y="10786"/>
                  </a:lnTo>
                  <a:lnTo>
                    <a:pt x="3540" y="11026"/>
                  </a:lnTo>
                  <a:lnTo>
                    <a:pt x="3636" y="11267"/>
                  </a:lnTo>
                  <a:lnTo>
                    <a:pt x="3708" y="11508"/>
                  </a:lnTo>
                  <a:lnTo>
                    <a:pt x="3756" y="11749"/>
                  </a:lnTo>
                  <a:lnTo>
                    <a:pt x="3805" y="11989"/>
                  </a:lnTo>
                  <a:lnTo>
                    <a:pt x="3829" y="12230"/>
                  </a:lnTo>
                  <a:lnTo>
                    <a:pt x="3853" y="12471"/>
                  </a:lnTo>
                  <a:lnTo>
                    <a:pt x="3829" y="12952"/>
                  </a:lnTo>
                  <a:lnTo>
                    <a:pt x="3756" y="13434"/>
                  </a:lnTo>
                  <a:lnTo>
                    <a:pt x="3636" y="13915"/>
                  </a:lnTo>
                  <a:lnTo>
                    <a:pt x="3492" y="14421"/>
                  </a:lnTo>
                  <a:lnTo>
                    <a:pt x="3443" y="14541"/>
                  </a:lnTo>
                  <a:lnTo>
                    <a:pt x="3371" y="14637"/>
                  </a:lnTo>
                  <a:lnTo>
                    <a:pt x="3299" y="14710"/>
                  </a:lnTo>
                  <a:lnTo>
                    <a:pt x="3203" y="14782"/>
                  </a:lnTo>
                  <a:lnTo>
                    <a:pt x="2914" y="15023"/>
                  </a:lnTo>
                  <a:lnTo>
                    <a:pt x="2649" y="15239"/>
                  </a:lnTo>
                  <a:lnTo>
                    <a:pt x="2144" y="15745"/>
                  </a:lnTo>
                  <a:lnTo>
                    <a:pt x="1686" y="16274"/>
                  </a:lnTo>
                  <a:lnTo>
                    <a:pt x="1205" y="16804"/>
                  </a:lnTo>
                  <a:lnTo>
                    <a:pt x="1084" y="16948"/>
                  </a:lnTo>
                  <a:lnTo>
                    <a:pt x="988" y="17117"/>
                  </a:lnTo>
                  <a:lnTo>
                    <a:pt x="916" y="17285"/>
                  </a:lnTo>
                  <a:lnTo>
                    <a:pt x="844" y="17454"/>
                  </a:lnTo>
                  <a:lnTo>
                    <a:pt x="771" y="17743"/>
                  </a:lnTo>
                  <a:lnTo>
                    <a:pt x="723" y="18032"/>
                  </a:lnTo>
                  <a:lnTo>
                    <a:pt x="699" y="18321"/>
                  </a:lnTo>
                  <a:lnTo>
                    <a:pt x="699" y="18609"/>
                  </a:lnTo>
                  <a:lnTo>
                    <a:pt x="699" y="18874"/>
                  </a:lnTo>
                  <a:lnTo>
                    <a:pt x="723" y="19139"/>
                  </a:lnTo>
                  <a:lnTo>
                    <a:pt x="771" y="19404"/>
                  </a:lnTo>
                  <a:lnTo>
                    <a:pt x="819" y="19669"/>
                  </a:lnTo>
                  <a:lnTo>
                    <a:pt x="892" y="19934"/>
                  </a:lnTo>
                  <a:lnTo>
                    <a:pt x="988" y="20198"/>
                  </a:lnTo>
                  <a:lnTo>
                    <a:pt x="1084" y="20439"/>
                  </a:lnTo>
                  <a:lnTo>
                    <a:pt x="1205" y="20680"/>
                  </a:lnTo>
                  <a:lnTo>
                    <a:pt x="1349" y="20921"/>
                  </a:lnTo>
                  <a:lnTo>
                    <a:pt x="1518" y="21161"/>
                  </a:lnTo>
                  <a:lnTo>
                    <a:pt x="1855" y="21619"/>
                  </a:lnTo>
                  <a:lnTo>
                    <a:pt x="2071" y="21883"/>
                  </a:lnTo>
                  <a:lnTo>
                    <a:pt x="2264" y="22172"/>
                  </a:lnTo>
                  <a:lnTo>
                    <a:pt x="2456" y="22461"/>
                  </a:lnTo>
                  <a:lnTo>
                    <a:pt x="2601" y="22774"/>
                  </a:lnTo>
                  <a:lnTo>
                    <a:pt x="2745" y="23087"/>
                  </a:lnTo>
                  <a:lnTo>
                    <a:pt x="2866" y="23400"/>
                  </a:lnTo>
                  <a:lnTo>
                    <a:pt x="2962" y="23713"/>
                  </a:lnTo>
                  <a:lnTo>
                    <a:pt x="3058" y="24050"/>
                  </a:lnTo>
                  <a:lnTo>
                    <a:pt x="3275" y="24917"/>
                  </a:lnTo>
                  <a:lnTo>
                    <a:pt x="3492" y="25807"/>
                  </a:lnTo>
                  <a:lnTo>
                    <a:pt x="3636" y="26698"/>
                  </a:lnTo>
                  <a:lnTo>
                    <a:pt x="3708" y="27155"/>
                  </a:lnTo>
                  <a:lnTo>
                    <a:pt x="3756" y="27589"/>
                  </a:lnTo>
                  <a:lnTo>
                    <a:pt x="3781" y="27781"/>
                  </a:lnTo>
                  <a:lnTo>
                    <a:pt x="3781" y="27950"/>
                  </a:lnTo>
                  <a:lnTo>
                    <a:pt x="3756" y="28118"/>
                  </a:lnTo>
                  <a:lnTo>
                    <a:pt x="3684" y="28287"/>
                  </a:lnTo>
                  <a:lnTo>
                    <a:pt x="3540" y="28624"/>
                  </a:lnTo>
                  <a:lnTo>
                    <a:pt x="3395" y="28961"/>
                  </a:lnTo>
                  <a:lnTo>
                    <a:pt x="3299" y="29322"/>
                  </a:lnTo>
                  <a:lnTo>
                    <a:pt x="3227" y="29659"/>
                  </a:lnTo>
                  <a:lnTo>
                    <a:pt x="3179" y="30020"/>
                  </a:lnTo>
                  <a:lnTo>
                    <a:pt x="3179" y="30381"/>
                  </a:lnTo>
                  <a:lnTo>
                    <a:pt x="3203" y="30766"/>
                  </a:lnTo>
                  <a:lnTo>
                    <a:pt x="3251" y="31152"/>
                  </a:lnTo>
                  <a:lnTo>
                    <a:pt x="3323" y="31440"/>
                  </a:lnTo>
                  <a:lnTo>
                    <a:pt x="3443" y="31729"/>
                  </a:lnTo>
                  <a:lnTo>
                    <a:pt x="3588" y="31994"/>
                  </a:lnTo>
                  <a:lnTo>
                    <a:pt x="3756" y="32235"/>
                  </a:lnTo>
                  <a:lnTo>
                    <a:pt x="3949" y="32452"/>
                  </a:lnTo>
                  <a:lnTo>
                    <a:pt x="4166" y="32620"/>
                  </a:lnTo>
                  <a:lnTo>
                    <a:pt x="4406" y="32789"/>
                  </a:lnTo>
                  <a:lnTo>
                    <a:pt x="4647" y="32909"/>
                  </a:lnTo>
                  <a:lnTo>
                    <a:pt x="4912" y="33005"/>
                  </a:lnTo>
                  <a:lnTo>
                    <a:pt x="5177" y="33053"/>
                  </a:lnTo>
                  <a:lnTo>
                    <a:pt x="5466" y="33102"/>
                  </a:lnTo>
                  <a:lnTo>
                    <a:pt x="5730" y="33077"/>
                  </a:lnTo>
                  <a:lnTo>
                    <a:pt x="5995" y="33029"/>
                  </a:lnTo>
                  <a:lnTo>
                    <a:pt x="6284" y="32957"/>
                  </a:lnTo>
                  <a:lnTo>
                    <a:pt x="6549" y="32813"/>
                  </a:lnTo>
                  <a:lnTo>
                    <a:pt x="6790" y="32644"/>
                  </a:lnTo>
                  <a:lnTo>
                    <a:pt x="7079" y="32403"/>
                  </a:lnTo>
                  <a:lnTo>
                    <a:pt x="7319" y="32163"/>
                  </a:lnTo>
                  <a:lnTo>
                    <a:pt x="7560" y="31874"/>
                  </a:lnTo>
                  <a:lnTo>
                    <a:pt x="7753" y="31585"/>
                  </a:lnTo>
                  <a:lnTo>
                    <a:pt x="7945" y="31296"/>
                  </a:lnTo>
                  <a:lnTo>
                    <a:pt x="8090" y="30959"/>
                  </a:lnTo>
                  <a:lnTo>
                    <a:pt x="8210" y="30622"/>
                  </a:lnTo>
                  <a:lnTo>
                    <a:pt x="8306" y="30261"/>
                  </a:lnTo>
                  <a:lnTo>
                    <a:pt x="8354" y="29948"/>
                  </a:lnTo>
                  <a:lnTo>
                    <a:pt x="8354" y="29779"/>
                  </a:lnTo>
                  <a:lnTo>
                    <a:pt x="8354" y="29611"/>
                  </a:lnTo>
                  <a:lnTo>
                    <a:pt x="8330" y="29466"/>
                  </a:lnTo>
                  <a:lnTo>
                    <a:pt x="8282" y="29298"/>
                  </a:lnTo>
                  <a:lnTo>
                    <a:pt x="8210" y="29154"/>
                  </a:lnTo>
                  <a:lnTo>
                    <a:pt x="8114" y="29009"/>
                  </a:lnTo>
                  <a:lnTo>
                    <a:pt x="7969" y="28816"/>
                  </a:lnTo>
                  <a:lnTo>
                    <a:pt x="7849" y="28600"/>
                  </a:lnTo>
                  <a:lnTo>
                    <a:pt x="7584" y="28167"/>
                  </a:lnTo>
                  <a:lnTo>
                    <a:pt x="7343" y="27733"/>
                  </a:lnTo>
                  <a:lnTo>
                    <a:pt x="7199" y="27517"/>
                  </a:lnTo>
                  <a:lnTo>
                    <a:pt x="7054" y="27324"/>
                  </a:lnTo>
                  <a:lnTo>
                    <a:pt x="6910" y="27107"/>
                  </a:lnTo>
                  <a:lnTo>
                    <a:pt x="6766" y="26891"/>
                  </a:lnTo>
                  <a:lnTo>
                    <a:pt x="6669" y="26650"/>
                  </a:lnTo>
                  <a:lnTo>
                    <a:pt x="6597" y="26433"/>
                  </a:lnTo>
                  <a:lnTo>
                    <a:pt x="6549" y="26193"/>
                  </a:lnTo>
                  <a:lnTo>
                    <a:pt x="6525" y="25928"/>
                  </a:lnTo>
                  <a:lnTo>
                    <a:pt x="6525" y="25687"/>
                  </a:lnTo>
                  <a:lnTo>
                    <a:pt x="6549" y="25422"/>
                  </a:lnTo>
                  <a:lnTo>
                    <a:pt x="6573" y="25206"/>
                  </a:lnTo>
                  <a:lnTo>
                    <a:pt x="6573" y="24989"/>
                  </a:lnTo>
                  <a:lnTo>
                    <a:pt x="6549" y="24796"/>
                  </a:lnTo>
                  <a:lnTo>
                    <a:pt x="6525" y="24580"/>
                  </a:lnTo>
                  <a:lnTo>
                    <a:pt x="6477" y="24339"/>
                  </a:lnTo>
                  <a:lnTo>
                    <a:pt x="6453" y="24074"/>
                  </a:lnTo>
                  <a:lnTo>
                    <a:pt x="6453" y="23833"/>
                  </a:lnTo>
                  <a:lnTo>
                    <a:pt x="6453" y="23593"/>
                  </a:lnTo>
                  <a:lnTo>
                    <a:pt x="6477" y="23376"/>
                  </a:lnTo>
                  <a:lnTo>
                    <a:pt x="6525" y="23135"/>
                  </a:lnTo>
                  <a:lnTo>
                    <a:pt x="6621" y="22678"/>
                  </a:lnTo>
                  <a:lnTo>
                    <a:pt x="6790" y="22269"/>
                  </a:lnTo>
                  <a:lnTo>
                    <a:pt x="7006" y="21835"/>
                  </a:lnTo>
                  <a:lnTo>
                    <a:pt x="7271" y="21450"/>
                  </a:lnTo>
                  <a:lnTo>
                    <a:pt x="7560" y="21065"/>
                  </a:lnTo>
                  <a:lnTo>
                    <a:pt x="7849" y="20680"/>
                  </a:lnTo>
                  <a:lnTo>
                    <a:pt x="8114" y="20295"/>
                  </a:lnTo>
                  <a:lnTo>
                    <a:pt x="8354" y="19885"/>
                  </a:lnTo>
                  <a:lnTo>
                    <a:pt x="8595" y="19476"/>
                  </a:lnTo>
                  <a:lnTo>
                    <a:pt x="8788" y="19067"/>
                  </a:lnTo>
                  <a:lnTo>
                    <a:pt x="8980" y="18634"/>
                  </a:lnTo>
                  <a:lnTo>
                    <a:pt x="9125" y="18176"/>
                  </a:lnTo>
                  <a:lnTo>
                    <a:pt x="9269" y="17719"/>
                  </a:lnTo>
                  <a:lnTo>
                    <a:pt x="9341" y="17454"/>
                  </a:lnTo>
                  <a:lnTo>
                    <a:pt x="9390" y="17165"/>
                  </a:lnTo>
                  <a:lnTo>
                    <a:pt x="9414" y="16900"/>
                  </a:lnTo>
                  <a:lnTo>
                    <a:pt x="9414" y="16635"/>
                  </a:lnTo>
                  <a:lnTo>
                    <a:pt x="9366" y="16371"/>
                  </a:lnTo>
                  <a:lnTo>
                    <a:pt x="9293" y="16106"/>
                  </a:lnTo>
                  <a:lnTo>
                    <a:pt x="9197" y="15841"/>
                  </a:lnTo>
                  <a:lnTo>
                    <a:pt x="9077" y="15600"/>
                  </a:lnTo>
                  <a:lnTo>
                    <a:pt x="8619" y="14830"/>
                  </a:lnTo>
                  <a:lnTo>
                    <a:pt x="8210" y="14036"/>
                  </a:lnTo>
                  <a:lnTo>
                    <a:pt x="7825" y="13241"/>
                  </a:lnTo>
                  <a:lnTo>
                    <a:pt x="7464" y="12447"/>
                  </a:lnTo>
                  <a:lnTo>
                    <a:pt x="7271" y="11989"/>
                  </a:lnTo>
                  <a:lnTo>
                    <a:pt x="7127" y="11508"/>
                  </a:lnTo>
                  <a:lnTo>
                    <a:pt x="7054" y="11051"/>
                  </a:lnTo>
                  <a:lnTo>
                    <a:pt x="7030" y="10593"/>
                  </a:lnTo>
                  <a:lnTo>
                    <a:pt x="7030" y="10112"/>
                  </a:lnTo>
                  <a:lnTo>
                    <a:pt x="7127" y="9654"/>
                  </a:lnTo>
                  <a:lnTo>
                    <a:pt x="7247" y="9197"/>
                  </a:lnTo>
                  <a:lnTo>
                    <a:pt x="7440" y="8739"/>
                  </a:lnTo>
                  <a:lnTo>
                    <a:pt x="7704" y="8186"/>
                  </a:lnTo>
                  <a:lnTo>
                    <a:pt x="7969" y="7632"/>
                  </a:lnTo>
                  <a:lnTo>
                    <a:pt x="8114" y="7367"/>
                  </a:lnTo>
                  <a:lnTo>
                    <a:pt x="8282" y="7103"/>
                  </a:lnTo>
                  <a:lnTo>
                    <a:pt x="8451" y="6838"/>
                  </a:lnTo>
                  <a:lnTo>
                    <a:pt x="8667" y="6597"/>
                  </a:lnTo>
                  <a:lnTo>
                    <a:pt x="8691" y="6525"/>
                  </a:lnTo>
                  <a:lnTo>
                    <a:pt x="8740" y="6453"/>
                  </a:lnTo>
                  <a:lnTo>
                    <a:pt x="8788" y="6308"/>
                  </a:lnTo>
                  <a:lnTo>
                    <a:pt x="8932" y="5875"/>
                  </a:lnTo>
                  <a:lnTo>
                    <a:pt x="9028" y="5441"/>
                  </a:lnTo>
                  <a:lnTo>
                    <a:pt x="9077" y="5008"/>
                  </a:lnTo>
                  <a:lnTo>
                    <a:pt x="9077" y="4575"/>
                  </a:lnTo>
                  <a:lnTo>
                    <a:pt x="9053" y="4166"/>
                  </a:lnTo>
                  <a:lnTo>
                    <a:pt x="8980" y="3732"/>
                  </a:lnTo>
                  <a:lnTo>
                    <a:pt x="8884" y="3299"/>
                  </a:lnTo>
                  <a:lnTo>
                    <a:pt x="8764" y="2890"/>
                  </a:lnTo>
                  <a:lnTo>
                    <a:pt x="8595" y="2456"/>
                  </a:lnTo>
                  <a:lnTo>
                    <a:pt x="8403" y="2023"/>
                  </a:lnTo>
                  <a:lnTo>
                    <a:pt x="8138" y="1638"/>
                  </a:lnTo>
                  <a:lnTo>
                    <a:pt x="7993" y="1445"/>
                  </a:lnTo>
                  <a:lnTo>
                    <a:pt x="7849" y="1253"/>
                  </a:lnTo>
                  <a:lnTo>
                    <a:pt x="7680" y="1084"/>
                  </a:lnTo>
                  <a:lnTo>
                    <a:pt x="7512" y="940"/>
                  </a:lnTo>
                  <a:lnTo>
                    <a:pt x="7295" y="771"/>
                  </a:lnTo>
                  <a:lnTo>
                    <a:pt x="7103" y="627"/>
                  </a:lnTo>
                  <a:lnTo>
                    <a:pt x="6862" y="482"/>
                  </a:lnTo>
                  <a:lnTo>
                    <a:pt x="6621" y="362"/>
                  </a:lnTo>
                  <a:lnTo>
                    <a:pt x="6356" y="242"/>
                  </a:lnTo>
                  <a:lnTo>
                    <a:pt x="6092" y="145"/>
                  </a:lnTo>
                  <a:lnTo>
                    <a:pt x="5803" y="73"/>
                  </a:lnTo>
                  <a:lnTo>
                    <a:pt x="5514" y="25"/>
                  </a:lnTo>
                  <a:lnTo>
                    <a:pt x="51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13"/>
            <p:cNvSpPr/>
            <p:nvPr/>
          </p:nvSpPr>
          <p:spPr>
            <a:xfrm>
              <a:off x="1204650" y="2410925"/>
              <a:ext cx="150500" cy="145050"/>
            </a:xfrm>
            <a:custGeom>
              <a:avLst/>
              <a:gdLst/>
              <a:ahLst/>
              <a:cxnLst/>
              <a:rect l="l" t="t" r="r" b="b"/>
              <a:pathLst>
                <a:path w="6020" h="5802" extrusionOk="0">
                  <a:moveTo>
                    <a:pt x="3130" y="289"/>
                  </a:moveTo>
                  <a:lnTo>
                    <a:pt x="3251" y="313"/>
                  </a:lnTo>
                  <a:lnTo>
                    <a:pt x="3925" y="409"/>
                  </a:lnTo>
                  <a:lnTo>
                    <a:pt x="4093" y="458"/>
                  </a:lnTo>
                  <a:lnTo>
                    <a:pt x="4238" y="506"/>
                  </a:lnTo>
                  <a:lnTo>
                    <a:pt x="4575" y="698"/>
                  </a:lnTo>
                  <a:lnTo>
                    <a:pt x="4888" y="915"/>
                  </a:lnTo>
                  <a:lnTo>
                    <a:pt x="5152" y="1156"/>
                  </a:lnTo>
                  <a:lnTo>
                    <a:pt x="5273" y="1300"/>
                  </a:lnTo>
                  <a:lnTo>
                    <a:pt x="5393" y="1469"/>
                  </a:lnTo>
                  <a:lnTo>
                    <a:pt x="5465" y="1613"/>
                  </a:lnTo>
                  <a:lnTo>
                    <a:pt x="5538" y="1758"/>
                  </a:lnTo>
                  <a:lnTo>
                    <a:pt x="5634" y="2046"/>
                  </a:lnTo>
                  <a:lnTo>
                    <a:pt x="5706" y="2456"/>
                  </a:lnTo>
                  <a:lnTo>
                    <a:pt x="5754" y="2889"/>
                  </a:lnTo>
                  <a:lnTo>
                    <a:pt x="5730" y="3130"/>
                  </a:lnTo>
                  <a:lnTo>
                    <a:pt x="5706" y="3370"/>
                  </a:lnTo>
                  <a:lnTo>
                    <a:pt x="5634" y="3611"/>
                  </a:lnTo>
                  <a:lnTo>
                    <a:pt x="5538" y="3852"/>
                  </a:lnTo>
                  <a:lnTo>
                    <a:pt x="5441" y="3996"/>
                  </a:lnTo>
                  <a:lnTo>
                    <a:pt x="5321" y="4141"/>
                  </a:lnTo>
                  <a:lnTo>
                    <a:pt x="5008" y="4454"/>
                  </a:lnTo>
                  <a:lnTo>
                    <a:pt x="4695" y="4815"/>
                  </a:lnTo>
                  <a:lnTo>
                    <a:pt x="4575" y="4959"/>
                  </a:lnTo>
                  <a:lnTo>
                    <a:pt x="4430" y="5056"/>
                  </a:lnTo>
                  <a:lnTo>
                    <a:pt x="4262" y="5152"/>
                  </a:lnTo>
                  <a:lnTo>
                    <a:pt x="4093" y="5200"/>
                  </a:lnTo>
                  <a:lnTo>
                    <a:pt x="3756" y="5320"/>
                  </a:lnTo>
                  <a:lnTo>
                    <a:pt x="3443" y="5417"/>
                  </a:lnTo>
                  <a:lnTo>
                    <a:pt x="3275" y="5465"/>
                  </a:lnTo>
                  <a:lnTo>
                    <a:pt x="3082" y="5489"/>
                  </a:lnTo>
                  <a:lnTo>
                    <a:pt x="2745" y="5489"/>
                  </a:lnTo>
                  <a:lnTo>
                    <a:pt x="2095" y="5417"/>
                  </a:lnTo>
                  <a:lnTo>
                    <a:pt x="1782" y="5344"/>
                  </a:lnTo>
                  <a:lnTo>
                    <a:pt x="1469" y="5272"/>
                  </a:lnTo>
                  <a:lnTo>
                    <a:pt x="1253" y="5200"/>
                  </a:lnTo>
                  <a:lnTo>
                    <a:pt x="1060" y="5080"/>
                  </a:lnTo>
                  <a:lnTo>
                    <a:pt x="891" y="4935"/>
                  </a:lnTo>
                  <a:lnTo>
                    <a:pt x="747" y="4743"/>
                  </a:lnTo>
                  <a:lnTo>
                    <a:pt x="578" y="4502"/>
                  </a:lnTo>
                  <a:lnTo>
                    <a:pt x="410" y="4261"/>
                  </a:lnTo>
                  <a:lnTo>
                    <a:pt x="314" y="4093"/>
                  </a:lnTo>
                  <a:lnTo>
                    <a:pt x="266" y="3900"/>
                  </a:lnTo>
                  <a:lnTo>
                    <a:pt x="217" y="3708"/>
                  </a:lnTo>
                  <a:lnTo>
                    <a:pt x="217" y="3515"/>
                  </a:lnTo>
                  <a:lnTo>
                    <a:pt x="217" y="3322"/>
                  </a:lnTo>
                  <a:lnTo>
                    <a:pt x="241" y="3106"/>
                  </a:lnTo>
                  <a:lnTo>
                    <a:pt x="338" y="2600"/>
                  </a:lnTo>
                  <a:lnTo>
                    <a:pt x="434" y="2071"/>
                  </a:lnTo>
                  <a:lnTo>
                    <a:pt x="506" y="1806"/>
                  </a:lnTo>
                  <a:lnTo>
                    <a:pt x="603" y="1565"/>
                  </a:lnTo>
                  <a:lnTo>
                    <a:pt x="723" y="1348"/>
                  </a:lnTo>
                  <a:lnTo>
                    <a:pt x="891" y="1132"/>
                  </a:lnTo>
                  <a:lnTo>
                    <a:pt x="988" y="1035"/>
                  </a:lnTo>
                  <a:lnTo>
                    <a:pt x="1060" y="1011"/>
                  </a:lnTo>
                  <a:lnTo>
                    <a:pt x="1132" y="987"/>
                  </a:lnTo>
                  <a:lnTo>
                    <a:pt x="1349" y="939"/>
                  </a:lnTo>
                  <a:lnTo>
                    <a:pt x="1590" y="891"/>
                  </a:lnTo>
                  <a:lnTo>
                    <a:pt x="1710" y="867"/>
                  </a:lnTo>
                  <a:lnTo>
                    <a:pt x="1830" y="819"/>
                  </a:lnTo>
                  <a:lnTo>
                    <a:pt x="1927" y="771"/>
                  </a:lnTo>
                  <a:lnTo>
                    <a:pt x="2047" y="698"/>
                  </a:lnTo>
                  <a:lnTo>
                    <a:pt x="2215" y="578"/>
                  </a:lnTo>
                  <a:lnTo>
                    <a:pt x="2384" y="482"/>
                  </a:lnTo>
                  <a:lnTo>
                    <a:pt x="2745" y="337"/>
                  </a:lnTo>
                  <a:lnTo>
                    <a:pt x="2865" y="313"/>
                  </a:lnTo>
                  <a:lnTo>
                    <a:pt x="2986" y="289"/>
                  </a:lnTo>
                  <a:close/>
                  <a:moveTo>
                    <a:pt x="3082" y="0"/>
                  </a:moveTo>
                  <a:lnTo>
                    <a:pt x="2817" y="24"/>
                  </a:lnTo>
                  <a:lnTo>
                    <a:pt x="2601" y="97"/>
                  </a:lnTo>
                  <a:lnTo>
                    <a:pt x="2360" y="217"/>
                  </a:lnTo>
                  <a:lnTo>
                    <a:pt x="2240" y="265"/>
                  </a:lnTo>
                  <a:lnTo>
                    <a:pt x="2119" y="313"/>
                  </a:lnTo>
                  <a:lnTo>
                    <a:pt x="1999" y="385"/>
                  </a:lnTo>
                  <a:lnTo>
                    <a:pt x="1903" y="434"/>
                  </a:lnTo>
                  <a:lnTo>
                    <a:pt x="1806" y="530"/>
                  </a:lnTo>
                  <a:lnTo>
                    <a:pt x="1686" y="578"/>
                  </a:lnTo>
                  <a:lnTo>
                    <a:pt x="1445" y="626"/>
                  </a:lnTo>
                  <a:lnTo>
                    <a:pt x="1301" y="650"/>
                  </a:lnTo>
                  <a:lnTo>
                    <a:pt x="1180" y="674"/>
                  </a:lnTo>
                  <a:lnTo>
                    <a:pt x="1108" y="698"/>
                  </a:lnTo>
                  <a:lnTo>
                    <a:pt x="1012" y="771"/>
                  </a:lnTo>
                  <a:lnTo>
                    <a:pt x="964" y="867"/>
                  </a:lnTo>
                  <a:lnTo>
                    <a:pt x="915" y="939"/>
                  </a:lnTo>
                  <a:lnTo>
                    <a:pt x="843" y="987"/>
                  </a:lnTo>
                  <a:lnTo>
                    <a:pt x="651" y="1180"/>
                  </a:lnTo>
                  <a:lnTo>
                    <a:pt x="506" y="1396"/>
                  </a:lnTo>
                  <a:lnTo>
                    <a:pt x="386" y="1637"/>
                  </a:lnTo>
                  <a:lnTo>
                    <a:pt x="290" y="1926"/>
                  </a:lnTo>
                  <a:lnTo>
                    <a:pt x="97" y="2769"/>
                  </a:lnTo>
                  <a:lnTo>
                    <a:pt x="25" y="3154"/>
                  </a:lnTo>
                  <a:lnTo>
                    <a:pt x="1" y="3322"/>
                  </a:lnTo>
                  <a:lnTo>
                    <a:pt x="1" y="3515"/>
                  </a:lnTo>
                  <a:lnTo>
                    <a:pt x="1" y="3804"/>
                  </a:lnTo>
                  <a:lnTo>
                    <a:pt x="73" y="4045"/>
                  </a:lnTo>
                  <a:lnTo>
                    <a:pt x="169" y="4285"/>
                  </a:lnTo>
                  <a:lnTo>
                    <a:pt x="290" y="4526"/>
                  </a:lnTo>
                  <a:lnTo>
                    <a:pt x="434" y="4719"/>
                  </a:lnTo>
                  <a:lnTo>
                    <a:pt x="578" y="4935"/>
                  </a:lnTo>
                  <a:lnTo>
                    <a:pt x="747" y="5152"/>
                  </a:lnTo>
                  <a:lnTo>
                    <a:pt x="867" y="5272"/>
                  </a:lnTo>
                  <a:lnTo>
                    <a:pt x="1012" y="5369"/>
                  </a:lnTo>
                  <a:lnTo>
                    <a:pt x="1156" y="5465"/>
                  </a:lnTo>
                  <a:lnTo>
                    <a:pt x="1325" y="5537"/>
                  </a:lnTo>
                  <a:lnTo>
                    <a:pt x="1686" y="5633"/>
                  </a:lnTo>
                  <a:lnTo>
                    <a:pt x="2071" y="5730"/>
                  </a:lnTo>
                  <a:lnTo>
                    <a:pt x="2456" y="5778"/>
                  </a:lnTo>
                  <a:lnTo>
                    <a:pt x="2841" y="5802"/>
                  </a:lnTo>
                  <a:lnTo>
                    <a:pt x="3034" y="5802"/>
                  </a:lnTo>
                  <a:lnTo>
                    <a:pt x="3227" y="5778"/>
                  </a:lnTo>
                  <a:lnTo>
                    <a:pt x="3395" y="5754"/>
                  </a:lnTo>
                  <a:lnTo>
                    <a:pt x="3588" y="5706"/>
                  </a:lnTo>
                  <a:lnTo>
                    <a:pt x="4286" y="5465"/>
                  </a:lnTo>
                  <a:lnTo>
                    <a:pt x="4406" y="5417"/>
                  </a:lnTo>
                  <a:lnTo>
                    <a:pt x="4551" y="5344"/>
                  </a:lnTo>
                  <a:lnTo>
                    <a:pt x="4671" y="5272"/>
                  </a:lnTo>
                  <a:lnTo>
                    <a:pt x="4767" y="5152"/>
                  </a:lnTo>
                  <a:lnTo>
                    <a:pt x="5080" y="4791"/>
                  </a:lnTo>
                  <a:lnTo>
                    <a:pt x="5225" y="4622"/>
                  </a:lnTo>
                  <a:lnTo>
                    <a:pt x="5393" y="4454"/>
                  </a:lnTo>
                  <a:lnTo>
                    <a:pt x="5538" y="4309"/>
                  </a:lnTo>
                  <a:lnTo>
                    <a:pt x="5658" y="4165"/>
                  </a:lnTo>
                  <a:lnTo>
                    <a:pt x="5754" y="4020"/>
                  </a:lnTo>
                  <a:lnTo>
                    <a:pt x="5826" y="3828"/>
                  </a:lnTo>
                  <a:lnTo>
                    <a:pt x="5923" y="3587"/>
                  </a:lnTo>
                  <a:lnTo>
                    <a:pt x="5995" y="3322"/>
                  </a:lnTo>
                  <a:lnTo>
                    <a:pt x="6019" y="3058"/>
                  </a:lnTo>
                  <a:lnTo>
                    <a:pt x="6019" y="2793"/>
                  </a:lnTo>
                  <a:lnTo>
                    <a:pt x="5971" y="2408"/>
                  </a:lnTo>
                  <a:lnTo>
                    <a:pt x="5899" y="2022"/>
                  </a:lnTo>
                  <a:lnTo>
                    <a:pt x="5851" y="1806"/>
                  </a:lnTo>
                  <a:lnTo>
                    <a:pt x="5754" y="1565"/>
                  </a:lnTo>
                  <a:lnTo>
                    <a:pt x="5586" y="1252"/>
                  </a:lnTo>
                  <a:lnTo>
                    <a:pt x="5393" y="987"/>
                  </a:lnTo>
                  <a:lnTo>
                    <a:pt x="5152" y="747"/>
                  </a:lnTo>
                  <a:lnTo>
                    <a:pt x="4864" y="530"/>
                  </a:lnTo>
                  <a:lnTo>
                    <a:pt x="4671" y="409"/>
                  </a:lnTo>
                  <a:lnTo>
                    <a:pt x="4478" y="289"/>
                  </a:lnTo>
                  <a:lnTo>
                    <a:pt x="4286" y="193"/>
                  </a:lnTo>
                  <a:lnTo>
                    <a:pt x="4069" y="145"/>
                  </a:lnTo>
                  <a:lnTo>
                    <a:pt x="3323" y="24"/>
                  </a:lnTo>
                  <a:lnTo>
                    <a:pt x="3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13"/>
            <p:cNvSpPr/>
            <p:nvPr/>
          </p:nvSpPr>
          <p:spPr>
            <a:xfrm>
              <a:off x="1252200" y="2451850"/>
              <a:ext cx="58400" cy="61400"/>
            </a:xfrm>
            <a:custGeom>
              <a:avLst/>
              <a:gdLst/>
              <a:ahLst/>
              <a:cxnLst/>
              <a:rect l="l" t="t" r="r" b="b"/>
              <a:pathLst>
                <a:path w="2336" h="2456" extrusionOk="0">
                  <a:moveTo>
                    <a:pt x="1252" y="289"/>
                  </a:moveTo>
                  <a:lnTo>
                    <a:pt x="1421" y="313"/>
                  </a:lnTo>
                  <a:lnTo>
                    <a:pt x="1565" y="361"/>
                  </a:lnTo>
                  <a:lnTo>
                    <a:pt x="1758" y="482"/>
                  </a:lnTo>
                  <a:lnTo>
                    <a:pt x="1926" y="578"/>
                  </a:lnTo>
                  <a:lnTo>
                    <a:pt x="1975" y="626"/>
                  </a:lnTo>
                  <a:lnTo>
                    <a:pt x="2023" y="698"/>
                  </a:lnTo>
                  <a:lnTo>
                    <a:pt x="2047" y="771"/>
                  </a:lnTo>
                  <a:lnTo>
                    <a:pt x="2071" y="843"/>
                  </a:lnTo>
                  <a:lnTo>
                    <a:pt x="2095" y="1228"/>
                  </a:lnTo>
                  <a:lnTo>
                    <a:pt x="2071" y="1421"/>
                  </a:lnTo>
                  <a:lnTo>
                    <a:pt x="2047" y="1613"/>
                  </a:lnTo>
                  <a:lnTo>
                    <a:pt x="1975" y="1758"/>
                  </a:lnTo>
                  <a:lnTo>
                    <a:pt x="1878" y="1878"/>
                  </a:lnTo>
                  <a:lnTo>
                    <a:pt x="1565" y="2143"/>
                  </a:lnTo>
                  <a:lnTo>
                    <a:pt x="1469" y="2215"/>
                  </a:lnTo>
                  <a:lnTo>
                    <a:pt x="1108" y="2215"/>
                  </a:lnTo>
                  <a:lnTo>
                    <a:pt x="843" y="2191"/>
                  </a:lnTo>
                  <a:lnTo>
                    <a:pt x="723" y="2167"/>
                  </a:lnTo>
                  <a:lnTo>
                    <a:pt x="626" y="2119"/>
                  </a:lnTo>
                  <a:lnTo>
                    <a:pt x="410" y="1998"/>
                  </a:lnTo>
                  <a:lnTo>
                    <a:pt x="338" y="1926"/>
                  </a:lnTo>
                  <a:lnTo>
                    <a:pt x="289" y="1854"/>
                  </a:lnTo>
                  <a:lnTo>
                    <a:pt x="241" y="1758"/>
                  </a:lnTo>
                  <a:lnTo>
                    <a:pt x="241" y="1637"/>
                  </a:lnTo>
                  <a:lnTo>
                    <a:pt x="241" y="1541"/>
                  </a:lnTo>
                  <a:lnTo>
                    <a:pt x="241" y="1396"/>
                  </a:lnTo>
                  <a:lnTo>
                    <a:pt x="217" y="1300"/>
                  </a:lnTo>
                  <a:lnTo>
                    <a:pt x="241" y="1180"/>
                  </a:lnTo>
                  <a:lnTo>
                    <a:pt x="289" y="915"/>
                  </a:lnTo>
                  <a:lnTo>
                    <a:pt x="338" y="795"/>
                  </a:lnTo>
                  <a:lnTo>
                    <a:pt x="386" y="698"/>
                  </a:lnTo>
                  <a:lnTo>
                    <a:pt x="458" y="602"/>
                  </a:lnTo>
                  <a:lnTo>
                    <a:pt x="554" y="530"/>
                  </a:lnTo>
                  <a:lnTo>
                    <a:pt x="723" y="434"/>
                  </a:lnTo>
                  <a:lnTo>
                    <a:pt x="891" y="361"/>
                  </a:lnTo>
                  <a:lnTo>
                    <a:pt x="1084" y="313"/>
                  </a:lnTo>
                  <a:lnTo>
                    <a:pt x="1252" y="289"/>
                  </a:lnTo>
                  <a:close/>
                  <a:moveTo>
                    <a:pt x="1300" y="0"/>
                  </a:moveTo>
                  <a:lnTo>
                    <a:pt x="1084" y="24"/>
                  </a:lnTo>
                  <a:lnTo>
                    <a:pt x="867" y="72"/>
                  </a:lnTo>
                  <a:lnTo>
                    <a:pt x="650" y="169"/>
                  </a:lnTo>
                  <a:lnTo>
                    <a:pt x="458" y="265"/>
                  </a:lnTo>
                  <a:lnTo>
                    <a:pt x="338" y="361"/>
                  </a:lnTo>
                  <a:lnTo>
                    <a:pt x="241" y="458"/>
                  </a:lnTo>
                  <a:lnTo>
                    <a:pt x="169" y="554"/>
                  </a:lnTo>
                  <a:lnTo>
                    <a:pt x="121" y="674"/>
                  </a:lnTo>
                  <a:lnTo>
                    <a:pt x="25" y="939"/>
                  </a:lnTo>
                  <a:lnTo>
                    <a:pt x="1" y="1204"/>
                  </a:lnTo>
                  <a:lnTo>
                    <a:pt x="1" y="1421"/>
                  </a:lnTo>
                  <a:lnTo>
                    <a:pt x="25" y="1637"/>
                  </a:lnTo>
                  <a:lnTo>
                    <a:pt x="25" y="1806"/>
                  </a:lnTo>
                  <a:lnTo>
                    <a:pt x="73" y="1926"/>
                  </a:lnTo>
                  <a:lnTo>
                    <a:pt x="169" y="2046"/>
                  </a:lnTo>
                  <a:lnTo>
                    <a:pt x="265" y="2167"/>
                  </a:lnTo>
                  <a:lnTo>
                    <a:pt x="434" y="2287"/>
                  </a:lnTo>
                  <a:lnTo>
                    <a:pt x="530" y="2335"/>
                  </a:lnTo>
                  <a:lnTo>
                    <a:pt x="626" y="2383"/>
                  </a:lnTo>
                  <a:lnTo>
                    <a:pt x="819" y="2432"/>
                  </a:lnTo>
                  <a:lnTo>
                    <a:pt x="1012" y="2456"/>
                  </a:lnTo>
                  <a:lnTo>
                    <a:pt x="1421" y="2456"/>
                  </a:lnTo>
                  <a:lnTo>
                    <a:pt x="1565" y="2432"/>
                  </a:lnTo>
                  <a:lnTo>
                    <a:pt x="1662" y="2359"/>
                  </a:lnTo>
                  <a:lnTo>
                    <a:pt x="2023" y="2071"/>
                  </a:lnTo>
                  <a:lnTo>
                    <a:pt x="2095" y="1998"/>
                  </a:lnTo>
                  <a:lnTo>
                    <a:pt x="2167" y="1902"/>
                  </a:lnTo>
                  <a:lnTo>
                    <a:pt x="2215" y="1806"/>
                  </a:lnTo>
                  <a:lnTo>
                    <a:pt x="2263" y="1685"/>
                  </a:lnTo>
                  <a:lnTo>
                    <a:pt x="2312" y="1445"/>
                  </a:lnTo>
                  <a:lnTo>
                    <a:pt x="2336" y="1180"/>
                  </a:lnTo>
                  <a:lnTo>
                    <a:pt x="2287" y="795"/>
                  </a:lnTo>
                  <a:lnTo>
                    <a:pt x="2263" y="650"/>
                  </a:lnTo>
                  <a:lnTo>
                    <a:pt x="2191" y="530"/>
                  </a:lnTo>
                  <a:lnTo>
                    <a:pt x="2119" y="409"/>
                  </a:lnTo>
                  <a:lnTo>
                    <a:pt x="1999" y="337"/>
                  </a:lnTo>
                  <a:lnTo>
                    <a:pt x="1806" y="193"/>
                  </a:lnTo>
                  <a:lnTo>
                    <a:pt x="1589" y="72"/>
                  </a:lnTo>
                  <a:lnTo>
                    <a:pt x="1445" y="24"/>
                  </a:lnTo>
                  <a:lnTo>
                    <a:pt x="1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13"/>
            <p:cNvSpPr/>
            <p:nvPr/>
          </p:nvSpPr>
          <p:spPr>
            <a:xfrm>
              <a:off x="1270850" y="2474700"/>
              <a:ext cx="19900" cy="22300"/>
            </a:xfrm>
            <a:custGeom>
              <a:avLst/>
              <a:gdLst/>
              <a:ahLst/>
              <a:cxnLst/>
              <a:rect l="l" t="t" r="r" b="b"/>
              <a:pathLst>
                <a:path w="796" h="892" extrusionOk="0">
                  <a:moveTo>
                    <a:pt x="506" y="242"/>
                  </a:moveTo>
                  <a:lnTo>
                    <a:pt x="554" y="266"/>
                  </a:lnTo>
                  <a:lnTo>
                    <a:pt x="579" y="290"/>
                  </a:lnTo>
                  <a:lnTo>
                    <a:pt x="603" y="338"/>
                  </a:lnTo>
                  <a:lnTo>
                    <a:pt x="603" y="434"/>
                  </a:lnTo>
                  <a:lnTo>
                    <a:pt x="579" y="507"/>
                  </a:lnTo>
                  <a:lnTo>
                    <a:pt x="530" y="579"/>
                  </a:lnTo>
                  <a:lnTo>
                    <a:pt x="482" y="627"/>
                  </a:lnTo>
                  <a:lnTo>
                    <a:pt x="410" y="675"/>
                  </a:lnTo>
                  <a:lnTo>
                    <a:pt x="362" y="699"/>
                  </a:lnTo>
                  <a:lnTo>
                    <a:pt x="338" y="675"/>
                  </a:lnTo>
                  <a:lnTo>
                    <a:pt x="290" y="651"/>
                  </a:lnTo>
                  <a:lnTo>
                    <a:pt x="266" y="627"/>
                  </a:lnTo>
                  <a:lnTo>
                    <a:pt x="266" y="531"/>
                  </a:lnTo>
                  <a:lnTo>
                    <a:pt x="290" y="410"/>
                  </a:lnTo>
                  <a:lnTo>
                    <a:pt x="338" y="314"/>
                  </a:lnTo>
                  <a:lnTo>
                    <a:pt x="386" y="266"/>
                  </a:lnTo>
                  <a:lnTo>
                    <a:pt x="482" y="242"/>
                  </a:lnTo>
                  <a:close/>
                  <a:moveTo>
                    <a:pt x="434" y="1"/>
                  </a:moveTo>
                  <a:lnTo>
                    <a:pt x="314" y="25"/>
                  </a:lnTo>
                  <a:lnTo>
                    <a:pt x="217" y="73"/>
                  </a:lnTo>
                  <a:lnTo>
                    <a:pt x="25" y="242"/>
                  </a:lnTo>
                  <a:lnTo>
                    <a:pt x="1" y="266"/>
                  </a:lnTo>
                  <a:lnTo>
                    <a:pt x="1" y="314"/>
                  </a:lnTo>
                  <a:lnTo>
                    <a:pt x="1" y="458"/>
                  </a:lnTo>
                  <a:lnTo>
                    <a:pt x="1" y="627"/>
                  </a:lnTo>
                  <a:lnTo>
                    <a:pt x="49" y="723"/>
                  </a:lnTo>
                  <a:lnTo>
                    <a:pt x="121" y="795"/>
                  </a:lnTo>
                  <a:lnTo>
                    <a:pt x="193" y="868"/>
                  </a:lnTo>
                  <a:lnTo>
                    <a:pt x="290" y="892"/>
                  </a:lnTo>
                  <a:lnTo>
                    <a:pt x="410" y="868"/>
                  </a:lnTo>
                  <a:lnTo>
                    <a:pt x="530" y="844"/>
                  </a:lnTo>
                  <a:lnTo>
                    <a:pt x="627" y="771"/>
                  </a:lnTo>
                  <a:lnTo>
                    <a:pt x="699" y="699"/>
                  </a:lnTo>
                  <a:lnTo>
                    <a:pt x="747" y="603"/>
                  </a:lnTo>
                  <a:lnTo>
                    <a:pt x="795" y="507"/>
                  </a:lnTo>
                  <a:lnTo>
                    <a:pt x="795" y="386"/>
                  </a:lnTo>
                  <a:lnTo>
                    <a:pt x="795" y="290"/>
                  </a:lnTo>
                  <a:lnTo>
                    <a:pt x="771" y="170"/>
                  </a:lnTo>
                  <a:lnTo>
                    <a:pt x="699" y="73"/>
                  </a:lnTo>
                  <a:lnTo>
                    <a:pt x="627" y="25"/>
                  </a:lnTo>
                  <a:lnTo>
                    <a:pt x="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13"/>
            <p:cNvSpPr/>
            <p:nvPr/>
          </p:nvSpPr>
          <p:spPr>
            <a:xfrm>
              <a:off x="1249200" y="2726875"/>
              <a:ext cx="108350" cy="104750"/>
            </a:xfrm>
            <a:custGeom>
              <a:avLst/>
              <a:gdLst/>
              <a:ahLst/>
              <a:cxnLst/>
              <a:rect l="l" t="t" r="r" b="b"/>
              <a:pathLst>
                <a:path w="4334" h="4190" extrusionOk="0">
                  <a:moveTo>
                    <a:pt x="2335" y="217"/>
                  </a:moveTo>
                  <a:lnTo>
                    <a:pt x="2817" y="314"/>
                  </a:lnTo>
                  <a:lnTo>
                    <a:pt x="2937" y="338"/>
                  </a:lnTo>
                  <a:lnTo>
                    <a:pt x="3057" y="386"/>
                  </a:lnTo>
                  <a:lnTo>
                    <a:pt x="3298" y="506"/>
                  </a:lnTo>
                  <a:lnTo>
                    <a:pt x="3515" y="651"/>
                  </a:lnTo>
                  <a:lnTo>
                    <a:pt x="3707" y="843"/>
                  </a:lnTo>
                  <a:lnTo>
                    <a:pt x="3876" y="1060"/>
                  </a:lnTo>
                  <a:lnTo>
                    <a:pt x="3996" y="1277"/>
                  </a:lnTo>
                  <a:lnTo>
                    <a:pt x="4044" y="1493"/>
                  </a:lnTo>
                  <a:lnTo>
                    <a:pt x="4117" y="1782"/>
                  </a:lnTo>
                  <a:lnTo>
                    <a:pt x="4141" y="2071"/>
                  </a:lnTo>
                  <a:lnTo>
                    <a:pt x="4141" y="2264"/>
                  </a:lnTo>
                  <a:lnTo>
                    <a:pt x="4093" y="2432"/>
                  </a:lnTo>
                  <a:lnTo>
                    <a:pt x="4044" y="2601"/>
                  </a:lnTo>
                  <a:lnTo>
                    <a:pt x="3996" y="2769"/>
                  </a:lnTo>
                  <a:lnTo>
                    <a:pt x="3924" y="2889"/>
                  </a:lnTo>
                  <a:lnTo>
                    <a:pt x="3828" y="2986"/>
                  </a:lnTo>
                  <a:lnTo>
                    <a:pt x="3587" y="3202"/>
                  </a:lnTo>
                  <a:lnTo>
                    <a:pt x="3394" y="3467"/>
                  </a:lnTo>
                  <a:lnTo>
                    <a:pt x="3298" y="3563"/>
                  </a:lnTo>
                  <a:lnTo>
                    <a:pt x="3178" y="3660"/>
                  </a:lnTo>
                  <a:lnTo>
                    <a:pt x="3082" y="3708"/>
                  </a:lnTo>
                  <a:lnTo>
                    <a:pt x="2937" y="3756"/>
                  </a:lnTo>
                  <a:lnTo>
                    <a:pt x="2480" y="3900"/>
                  </a:lnTo>
                  <a:lnTo>
                    <a:pt x="2359" y="3925"/>
                  </a:lnTo>
                  <a:lnTo>
                    <a:pt x="2215" y="3949"/>
                  </a:lnTo>
                  <a:lnTo>
                    <a:pt x="1974" y="3949"/>
                  </a:lnTo>
                  <a:lnTo>
                    <a:pt x="1517" y="3900"/>
                  </a:lnTo>
                  <a:lnTo>
                    <a:pt x="1276" y="3852"/>
                  </a:lnTo>
                  <a:lnTo>
                    <a:pt x="1059" y="3804"/>
                  </a:lnTo>
                  <a:lnTo>
                    <a:pt x="891" y="3732"/>
                  </a:lnTo>
                  <a:lnTo>
                    <a:pt x="770" y="3660"/>
                  </a:lnTo>
                  <a:lnTo>
                    <a:pt x="650" y="3539"/>
                  </a:lnTo>
                  <a:lnTo>
                    <a:pt x="530" y="3419"/>
                  </a:lnTo>
                  <a:lnTo>
                    <a:pt x="313" y="3058"/>
                  </a:lnTo>
                  <a:lnTo>
                    <a:pt x="241" y="2938"/>
                  </a:lnTo>
                  <a:lnTo>
                    <a:pt x="193" y="2817"/>
                  </a:lnTo>
                  <a:lnTo>
                    <a:pt x="169" y="2673"/>
                  </a:lnTo>
                  <a:lnTo>
                    <a:pt x="169" y="2528"/>
                  </a:lnTo>
                  <a:lnTo>
                    <a:pt x="193" y="2239"/>
                  </a:lnTo>
                  <a:lnTo>
                    <a:pt x="241" y="1854"/>
                  </a:lnTo>
                  <a:lnTo>
                    <a:pt x="313" y="1493"/>
                  </a:lnTo>
                  <a:lnTo>
                    <a:pt x="361" y="1301"/>
                  </a:lnTo>
                  <a:lnTo>
                    <a:pt x="433" y="1132"/>
                  </a:lnTo>
                  <a:lnTo>
                    <a:pt x="530" y="964"/>
                  </a:lnTo>
                  <a:lnTo>
                    <a:pt x="650" y="819"/>
                  </a:lnTo>
                  <a:lnTo>
                    <a:pt x="722" y="747"/>
                  </a:lnTo>
                  <a:lnTo>
                    <a:pt x="819" y="723"/>
                  </a:lnTo>
                  <a:lnTo>
                    <a:pt x="987" y="675"/>
                  </a:lnTo>
                  <a:lnTo>
                    <a:pt x="1132" y="651"/>
                  </a:lnTo>
                  <a:lnTo>
                    <a:pt x="1324" y="602"/>
                  </a:lnTo>
                  <a:lnTo>
                    <a:pt x="1469" y="506"/>
                  </a:lnTo>
                  <a:lnTo>
                    <a:pt x="1589" y="410"/>
                  </a:lnTo>
                  <a:lnTo>
                    <a:pt x="1709" y="362"/>
                  </a:lnTo>
                  <a:lnTo>
                    <a:pt x="1974" y="241"/>
                  </a:lnTo>
                  <a:lnTo>
                    <a:pt x="2070" y="217"/>
                  </a:lnTo>
                  <a:close/>
                  <a:moveTo>
                    <a:pt x="2215" y="1"/>
                  </a:moveTo>
                  <a:lnTo>
                    <a:pt x="2046" y="25"/>
                  </a:lnTo>
                  <a:lnTo>
                    <a:pt x="1878" y="73"/>
                  </a:lnTo>
                  <a:lnTo>
                    <a:pt x="1709" y="145"/>
                  </a:lnTo>
                  <a:lnTo>
                    <a:pt x="1517" y="241"/>
                  </a:lnTo>
                  <a:lnTo>
                    <a:pt x="1445" y="265"/>
                  </a:lnTo>
                  <a:lnTo>
                    <a:pt x="1372" y="314"/>
                  </a:lnTo>
                  <a:lnTo>
                    <a:pt x="1300" y="386"/>
                  </a:lnTo>
                  <a:lnTo>
                    <a:pt x="1204" y="410"/>
                  </a:lnTo>
                  <a:lnTo>
                    <a:pt x="1035" y="458"/>
                  </a:lnTo>
                  <a:lnTo>
                    <a:pt x="939" y="458"/>
                  </a:lnTo>
                  <a:lnTo>
                    <a:pt x="867" y="482"/>
                  </a:lnTo>
                  <a:lnTo>
                    <a:pt x="795" y="506"/>
                  </a:lnTo>
                  <a:lnTo>
                    <a:pt x="746" y="554"/>
                  </a:lnTo>
                  <a:lnTo>
                    <a:pt x="698" y="627"/>
                  </a:lnTo>
                  <a:lnTo>
                    <a:pt x="650" y="675"/>
                  </a:lnTo>
                  <a:lnTo>
                    <a:pt x="602" y="723"/>
                  </a:lnTo>
                  <a:lnTo>
                    <a:pt x="482" y="867"/>
                  </a:lnTo>
                  <a:lnTo>
                    <a:pt x="361" y="1012"/>
                  </a:lnTo>
                  <a:lnTo>
                    <a:pt x="265" y="1180"/>
                  </a:lnTo>
                  <a:lnTo>
                    <a:pt x="217" y="1373"/>
                  </a:lnTo>
                  <a:lnTo>
                    <a:pt x="72" y="1999"/>
                  </a:lnTo>
                  <a:lnTo>
                    <a:pt x="24" y="2264"/>
                  </a:lnTo>
                  <a:lnTo>
                    <a:pt x="0" y="2528"/>
                  </a:lnTo>
                  <a:lnTo>
                    <a:pt x="0" y="2745"/>
                  </a:lnTo>
                  <a:lnTo>
                    <a:pt x="48" y="2913"/>
                  </a:lnTo>
                  <a:lnTo>
                    <a:pt x="121" y="3106"/>
                  </a:lnTo>
                  <a:lnTo>
                    <a:pt x="217" y="3251"/>
                  </a:lnTo>
                  <a:lnTo>
                    <a:pt x="313" y="3395"/>
                  </a:lnTo>
                  <a:lnTo>
                    <a:pt x="409" y="3563"/>
                  </a:lnTo>
                  <a:lnTo>
                    <a:pt x="554" y="3708"/>
                  </a:lnTo>
                  <a:lnTo>
                    <a:pt x="626" y="3804"/>
                  </a:lnTo>
                  <a:lnTo>
                    <a:pt x="722" y="3876"/>
                  </a:lnTo>
                  <a:lnTo>
                    <a:pt x="963" y="3973"/>
                  </a:lnTo>
                  <a:lnTo>
                    <a:pt x="1228" y="4069"/>
                  </a:lnTo>
                  <a:lnTo>
                    <a:pt x="1493" y="4117"/>
                  </a:lnTo>
                  <a:lnTo>
                    <a:pt x="1782" y="4165"/>
                  </a:lnTo>
                  <a:lnTo>
                    <a:pt x="2046" y="4189"/>
                  </a:lnTo>
                  <a:lnTo>
                    <a:pt x="2311" y="4165"/>
                  </a:lnTo>
                  <a:lnTo>
                    <a:pt x="2456" y="4141"/>
                  </a:lnTo>
                  <a:lnTo>
                    <a:pt x="2576" y="4117"/>
                  </a:lnTo>
                  <a:lnTo>
                    <a:pt x="3082" y="3925"/>
                  </a:lnTo>
                  <a:lnTo>
                    <a:pt x="3274" y="3852"/>
                  </a:lnTo>
                  <a:lnTo>
                    <a:pt x="3370" y="3780"/>
                  </a:lnTo>
                  <a:lnTo>
                    <a:pt x="3443" y="3708"/>
                  </a:lnTo>
                  <a:lnTo>
                    <a:pt x="3659" y="3467"/>
                  </a:lnTo>
                  <a:lnTo>
                    <a:pt x="3780" y="3323"/>
                  </a:lnTo>
                  <a:lnTo>
                    <a:pt x="3900" y="3202"/>
                  </a:lnTo>
                  <a:lnTo>
                    <a:pt x="3996" y="3106"/>
                  </a:lnTo>
                  <a:lnTo>
                    <a:pt x="4069" y="3010"/>
                  </a:lnTo>
                  <a:lnTo>
                    <a:pt x="4141" y="2889"/>
                  </a:lnTo>
                  <a:lnTo>
                    <a:pt x="4213" y="2769"/>
                  </a:lnTo>
                  <a:lnTo>
                    <a:pt x="4261" y="2576"/>
                  </a:lnTo>
                  <a:lnTo>
                    <a:pt x="4309" y="2408"/>
                  </a:lnTo>
                  <a:lnTo>
                    <a:pt x="4333" y="2215"/>
                  </a:lnTo>
                  <a:lnTo>
                    <a:pt x="4333" y="2023"/>
                  </a:lnTo>
                  <a:lnTo>
                    <a:pt x="4309" y="1734"/>
                  </a:lnTo>
                  <a:lnTo>
                    <a:pt x="4261" y="1469"/>
                  </a:lnTo>
                  <a:lnTo>
                    <a:pt x="4213" y="1301"/>
                  </a:lnTo>
                  <a:lnTo>
                    <a:pt x="4141" y="1132"/>
                  </a:lnTo>
                  <a:lnTo>
                    <a:pt x="4020" y="915"/>
                  </a:lnTo>
                  <a:lnTo>
                    <a:pt x="3876" y="723"/>
                  </a:lnTo>
                  <a:lnTo>
                    <a:pt x="3707" y="530"/>
                  </a:lnTo>
                  <a:lnTo>
                    <a:pt x="3515" y="386"/>
                  </a:lnTo>
                  <a:lnTo>
                    <a:pt x="3226" y="217"/>
                  </a:lnTo>
                  <a:lnTo>
                    <a:pt x="3082" y="145"/>
                  </a:lnTo>
                  <a:lnTo>
                    <a:pt x="2913" y="97"/>
                  </a:lnTo>
                  <a:lnTo>
                    <a:pt x="2383" y="25"/>
                  </a:lnTo>
                  <a:lnTo>
                    <a:pt x="2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13"/>
            <p:cNvSpPr/>
            <p:nvPr/>
          </p:nvSpPr>
          <p:spPr>
            <a:xfrm>
              <a:off x="1283500" y="2756375"/>
              <a:ext cx="42150" cy="44550"/>
            </a:xfrm>
            <a:custGeom>
              <a:avLst/>
              <a:gdLst/>
              <a:ahLst/>
              <a:cxnLst/>
              <a:rect l="l" t="t" r="r" b="b"/>
              <a:pathLst>
                <a:path w="1686" h="1782" extrusionOk="0">
                  <a:moveTo>
                    <a:pt x="1011" y="217"/>
                  </a:moveTo>
                  <a:lnTo>
                    <a:pt x="1132" y="265"/>
                  </a:lnTo>
                  <a:lnTo>
                    <a:pt x="1372" y="434"/>
                  </a:lnTo>
                  <a:lnTo>
                    <a:pt x="1445" y="506"/>
                  </a:lnTo>
                  <a:lnTo>
                    <a:pt x="1493" y="602"/>
                  </a:lnTo>
                  <a:lnTo>
                    <a:pt x="1493" y="891"/>
                  </a:lnTo>
                  <a:lnTo>
                    <a:pt x="1493" y="1035"/>
                  </a:lnTo>
                  <a:lnTo>
                    <a:pt x="1469" y="1156"/>
                  </a:lnTo>
                  <a:lnTo>
                    <a:pt x="1421" y="1276"/>
                  </a:lnTo>
                  <a:lnTo>
                    <a:pt x="1348" y="1348"/>
                  </a:lnTo>
                  <a:lnTo>
                    <a:pt x="1132" y="1541"/>
                  </a:lnTo>
                  <a:lnTo>
                    <a:pt x="1060" y="1589"/>
                  </a:lnTo>
                  <a:lnTo>
                    <a:pt x="987" y="1613"/>
                  </a:lnTo>
                  <a:lnTo>
                    <a:pt x="795" y="1589"/>
                  </a:lnTo>
                  <a:lnTo>
                    <a:pt x="602" y="1589"/>
                  </a:lnTo>
                  <a:lnTo>
                    <a:pt x="434" y="1517"/>
                  </a:lnTo>
                  <a:lnTo>
                    <a:pt x="313" y="1445"/>
                  </a:lnTo>
                  <a:lnTo>
                    <a:pt x="241" y="1396"/>
                  </a:lnTo>
                  <a:lnTo>
                    <a:pt x="193" y="1324"/>
                  </a:lnTo>
                  <a:lnTo>
                    <a:pt x="169" y="1252"/>
                  </a:lnTo>
                  <a:lnTo>
                    <a:pt x="169" y="1180"/>
                  </a:lnTo>
                  <a:lnTo>
                    <a:pt x="169" y="1108"/>
                  </a:lnTo>
                  <a:lnTo>
                    <a:pt x="169" y="1011"/>
                  </a:lnTo>
                  <a:lnTo>
                    <a:pt x="169" y="843"/>
                  </a:lnTo>
                  <a:lnTo>
                    <a:pt x="193" y="674"/>
                  </a:lnTo>
                  <a:lnTo>
                    <a:pt x="241" y="578"/>
                  </a:lnTo>
                  <a:lnTo>
                    <a:pt x="289" y="506"/>
                  </a:lnTo>
                  <a:lnTo>
                    <a:pt x="410" y="385"/>
                  </a:lnTo>
                  <a:lnTo>
                    <a:pt x="506" y="313"/>
                  </a:lnTo>
                  <a:lnTo>
                    <a:pt x="650" y="265"/>
                  </a:lnTo>
                  <a:lnTo>
                    <a:pt x="771" y="241"/>
                  </a:lnTo>
                  <a:lnTo>
                    <a:pt x="915" y="217"/>
                  </a:lnTo>
                  <a:close/>
                  <a:moveTo>
                    <a:pt x="939" y="0"/>
                  </a:moveTo>
                  <a:lnTo>
                    <a:pt x="771" y="24"/>
                  </a:lnTo>
                  <a:lnTo>
                    <a:pt x="626" y="48"/>
                  </a:lnTo>
                  <a:lnTo>
                    <a:pt x="482" y="121"/>
                  </a:lnTo>
                  <a:lnTo>
                    <a:pt x="337" y="193"/>
                  </a:lnTo>
                  <a:lnTo>
                    <a:pt x="241" y="265"/>
                  </a:lnTo>
                  <a:lnTo>
                    <a:pt x="169" y="337"/>
                  </a:lnTo>
                  <a:lnTo>
                    <a:pt x="73" y="482"/>
                  </a:lnTo>
                  <a:lnTo>
                    <a:pt x="24" y="674"/>
                  </a:lnTo>
                  <a:lnTo>
                    <a:pt x="0" y="867"/>
                  </a:lnTo>
                  <a:lnTo>
                    <a:pt x="0" y="1035"/>
                  </a:lnTo>
                  <a:lnTo>
                    <a:pt x="0" y="1180"/>
                  </a:lnTo>
                  <a:lnTo>
                    <a:pt x="24" y="1300"/>
                  </a:lnTo>
                  <a:lnTo>
                    <a:pt x="48" y="1396"/>
                  </a:lnTo>
                  <a:lnTo>
                    <a:pt x="121" y="1469"/>
                  </a:lnTo>
                  <a:lnTo>
                    <a:pt x="193" y="1565"/>
                  </a:lnTo>
                  <a:lnTo>
                    <a:pt x="313" y="1637"/>
                  </a:lnTo>
                  <a:lnTo>
                    <a:pt x="434" y="1709"/>
                  </a:lnTo>
                  <a:lnTo>
                    <a:pt x="578" y="1733"/>
                  </a:lnTo>
                  <a:lnTo>
                    <a:pt x="723" y="1758"/>
                  </a:lnTo>
                  <a:lnTo>
                    <a:pt x="1035" y="1782"/>
                  </a:lnTo>
                  <a:lnTo>
                    <a:pt x="1132" y="1758"/>
                  </a:lnTo>
                  <a:lnTo>
                    <a:pt x="1204" y="1685"/>
                  </a:lnTo>
                  <a:lnTo>
                    <a:pt x="1445" y="1493"/>
                  </a:lnTo>
                  <a:lnTo>
                    <a:pt x="1565" y="1372"/>
                  </a:lnTo>
                  <a:lnTo>
                    <a:pt x="1613" y="1228"/>
                  </a:lnTo>
                  <a:lnTo>
                    <a:pt x="1661" y="1035"/>
                  </a:lnTo>
                  <a:lnTo>
                    <a:pt x="1685" y="843"/>
                  </a:lnTo>
                  <a:lnTo>
                    <a:pt x="1637" y="578"/>
                  </a:lnTo>
                  <a:lnTo>
                    <a:pt x="1613" y="458"/>
                  </a:lnTo>
                  <a:lnTo>
                    <a:pt x="1589" y="385"/>
                  </a:lnTo>
                  <a:lnTo>
                    <a:pt x="1517" y="313"/>
                  </a:lnTo>
                  <a:lnTo>
                    <a:pt x="1445" y="241"/>
                  </a:lnTo>
                  <a:lnTo>
                    <a:pt x="1300" y="145"/>
                  </a:lnTo>
                  <a:lnTo>
                    <a:pt x="1132" y="48"/>
                  </a:lnTo>
                  <a:lnTo>
                    <a:pt x="1035" y="24"/>
                  </a:lnTo>
                  <a:lnTo>
                    <a:pt x="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13"/>
            <p:cNvSpPr/>
            <p:nvPr/>
          </p:nvSpPr>
          <p:spPr>
            <a:xfrm>
              <a:off x="1296725" y="2772625"/>
              <a:ext cx="14475" cy="16275"/>
            </a:xfrm>
            <a:custGeom>
              <a:avLst/>
              <a:gdLst/>
              <a:ahLst/>
              <a:cxnLst/>
              <a:rect l="l" t="t" r="r" b="b"/>
              <a:pathLst>
                <a:path w="579" h="651" extrusionOk="0">
                  <a:moveTo>
                    <a:pt x="410" y="193"/>
                  </a:moveTo>
                  <a:lnTo>
                    <a:pt x="434" y="265"/>
                  </a:lnTo>
                  <a:lnTo>
                    <a:pt x="434" y="313"/>
                  </a:lnTo>
                  <a:lnTo>
                    <a:pt x="410" y="385"/>
                  </a:lnTo>
                  <a:lnTo>
                    <a:pt x="362" y="458"/>
                  </a:lnTo>
                  <a:lnTo>
                    <a:pt x="290" y="506"/>
                  </a:lnTo>
                  <a:lnTo>
                    <a:pt x="242" y="506"/>
                  </a:lnTo>
                  <a:lnTo>
                    <a:pt x="218" y="482"/>
                  </a:lnTo>
                  <a:lnTo>
                    <a:pt x="194" y="458"/>
                  </a:lnTo>
                  <a:lnTo>
                    <a:pt x="194" y="385"/>
                  </a:lnTo>
                  <a:lnTo>
                    <a:pt x="218" y="313"/>
                  </a:lnTo>
                  <a:lnTo>
                    <a:pt x="242" y="241"/>
                  </a:lnTo>
                  <a:lnTo>
                    <a:pt x="290" y="193"/>
                  </a:lnTo>
                  <a:close/>
                  <a:moveTo>
                    <a:pt x="314" y="0"/>
                  </a:moveTo>
                  <a:lnTo>
                    <a:pt x="242" y="24"/>
                  </a:lnTo>
                  <a:lnTo>
                    <a:pt x="169" y="48"/>
                  </a:lnTo>
                  <a:lnTo>
                    <a:pt x="25" y="193"/>
                  </a:lnTo>
                  <a:lnTo>
                    <a:pt x="1" y="241"/>
                  </a:lnTo>
                  <a:lnTo>
                    <a:pt x="1" y="337"/>
                  </a:lnTo>
                  <a:lnTo>
                    <a:pt x="25" y="458"/>
                  </a:lnTo>
                  <a:lnTo>
                    <a:pt x="49" y="530"/>
                  </a:lnTo>
                  <a:lnTo>
                    <a:pt x="97" y="578"/>
                  </a:lnTo>
                  <a:lnTo>
                    <a:pt x="145" y="626"/>
                  </a:lnTo>
                  <a:lnTo>
                    <a:pt x="218" y="650"/>
                  </a:lnTo>
                  <a:lnTo>
                    <a:pt x="314" y="650"/>
                  </a:lnTo>
                  <a:lnTo>
                    <a:pt x="386" y="602"/>
                  </a:lnTo>
                  <a:lnTo>
                    <a:pt x="458" y="578"/>
                  </a:lnTo>
                  <a:lnTo>
                    <a:pt x="506" y="506"/>
                  </a:lnTo>
                  <a:lnTo>
                    <a:pt x="555" y="458"/>
                  </a:lnTo>
                  <a:lnTo>
                    <a:pt x="579" y="385"/>
                  </a:lnTo>
                  <a:lnTo>
                    <a:pt x="579" y="289"/>
                  </a:lnTo>
                  <a:lnTo>
                    <a:pt x="579" y="217"/>
                  </a:lnTo>
                  <a:lnTo>
                    <a:pt x="555" y="121"/>
                  </a:lnTo>
                  <a:lnTo>
                    <a:pt x="506" y="72"/>
                  </a:lnTo>
                  <a:lnTo>
                    <a:pt x="458" y="24"/>
                  </a:lnTo>
                  <a:lnTo>
                    <a:pt x="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13"/>
            <p:cNvSpPr/>
            <p:nvPr/>
          </p:nvSpPr>
          <p:spPr>
            <a:xfrm>
              <a:off x="1207675" y="2091350"/>
              <a:ext cx="145050" cy="155300"/>
            </a:xfrm>
            <a:custGeom>
              <a:avLst/>
              <a:gdLst/>
              <a:ahLst/>
              <a:cxnLst/>
              <a:rect l="l" t="t" r="r" b="b"/>
              <a:pathLst>
                <a:path w="5802" h="6212" extrusionOk="0">
                  <a:moveTo>
                    <a:pt x="3178" y="265"/>
                  </a:moveTo>
                  <a:lnTo>
                    <a:pt x="3394" y="289"/>
                  </a:lnTo>
                  <a:lnTo>
                    <a:pt x="3635" y="362"/>
                  </a:lnTo>
                  <a:lnTo>
                    <a:pt x="3900" y="482"/>
                  </a:lnTo>
                  <a:lnTo>
                    <a:pt x="4189" y="554"/>
                  </a:lnTo>
                  <a:lnTo>
                    <a:pt x="4357" y="650"/>
                  </a:lnTo>
                  <a:lnTo>
                    <a:pt x="4502" y="747"/>
                  </a:lnTo>
                  <a:lnTo>
                    <a:pt x="4646" y="891"/>
                  </a:lnTo>
                  <a:lnTo>
                    <a:pt x="4767" y="1036"/>
                  </a:lnTo>
                  <a:lnTo>
                    <a:pt x="4887" y="1204"/>
                  </a:lnTo>
                  <a:lnTo>
                    <a:pt x="4983" y="1397"/>
                  </a:lnTo>
                  <a:lnTo>
                    <a:pt x="5248" y="1854"/>
                  </a:lnTo>
                  <a:lnTo>
                    <a:pt x="5465" y="2336"/>
                  </a:lnTo>
                  <a:lnTo>
                    <a:pt x="5561" y="2576"/>
                  </a:lnTo>
                  <a:lnTo>
                    <a:pt x="5609" y="2841"/>
                  </a:lnTo>
                  <a:lnTo>
                    <a:pt x="5657" y="3082"/>
                  </a:lnTo>
                  <a:lnTo>
                    <a:pt x="5657" y="3347"/>
                  </a:lnTo>
                  <a:lnTo>
                    <a:pt x="5609" y="3491"/>
                  </a:lnTo>
                  <a:lnTo>
                    <a:pt x="5585" y="3563"/>
                  </a:lnTo>
                  <a:lnTo>
                    <a:pt x="5537" y="3611"/>
                  </a:lnTo>
                  <a:lnTo>
                    <a:pt x="5392" y="3804"/>
                  </a:lnTo>
                  <a:lnTo>
                    <a:pt x="5224" y="3972"/>
                  </a:lnTo>
                  <a:lnTo>
                    <a:pt x="5152" y="4045"/>
                  </a:lnTo>
                  <a:lnTo>
                    <a:pt x="5080" y="4165"/>
                  </a:lnTo>
                  <a:lnTo>
                    <a:pt x="5007" y="4261"/>
                  </a:lnTo>
                  <a:lnTo>
                    <a:pt x="4983" y="4406"/>
                  </a:lnTo>
                  <a:lnTo>
                    <a:pt x="4911" y="4598"/>
                  </a:lnTo>
                  <a:lnTo>
                    <a:pt x="4839" y="4767"/>
                  </a:lnTo>
                  <a:lnTo>
                    <a:pt x="4622" y="5080"/>
                  </a:lnTo>
                  <a:lnTo>
                    <a:pt x="4550" y="5200"/>
                  </a:lnTo>
                  <a:lnTo>
                    <a:pt x="4454" y="5272"/>
                  </a:lnTo>
                  <a:lnTo>
                    <a:pt x="4357" y="5345"/>
                  </a:lnTo>
                  <a:lnTo>
                    <a:pt x="4237" y="5417"/>
                  </a:lnTo>
                  <a:lnTo>
                    <a:pt x="3635" y="5730"/>
                  </a:lnTo>
                  <a:lnTo>
                    <a:pt x="3467" y="5802"/>
                  </a:lnTo>
                  <a:lnTo>
                    <a:pt x="3322" y="5850"/>
                  </a:lnTo>
                  <a:lnTo>
                    <a:pt x="2937" y="5898"/>
                  </a:lnTo>
                  <a:lnTo>
                    <a:pt x="2576" y="5898"/>
                  </a:lnTo>
                  <a:lnTo>
                    <a:pt x="2191" y="5850"/>
                  </a:lnTo>
                  <a:lnTo>
                    <a:pt x="1998" y="5826"/>
                  </a:lnTo>
                  <a:lnTo>
                    <a:pt x="1830" y="5754"/>
                  </a:lnTo>
                  <a:lnTo>
                    <a:pt x="1661" y="5706"/>
                  </a:lnTo>
                  <a:lnTo>
                    <a:pt x="1541" y="5609"/>
                  </a:lnTo>
                  <a:lnTo>
                    <a:pt x="1276" y="5417"/>
                  </a:lnTo>
                  <a:lnTo>
                    <a:pt x="987" y="5152"/>
                  </a:lnTo>
                  <a:lnTo>
                    <a:pt x="698" y="4839"/>
                  </a:lnTo>
                  <a:lnTo>
                    <a:pt x="554" y="4622"/>
                  </a:lnTo>
                  <a:lnTo>
                    <a:pt x="433" y="4406"/>
                  </a:lnTo>
                  <a:lnTo>
                    <a:pt x="361" y="4165"/>
                  </a:lnTo>
                  <a:lnTo>
                    <a:pt x="289" y="3924"/>
                  </a:lnTo>
                  <a:lnTo>
                    <a:pt x="265" y="3756"/>
                  </a:lnTo>
                  <a:lnTo>
                    <a:pt x="289" y="3563"/>
                  </a:lnTo>
                  <a:lnTo>
                    <a:pt x="361" y="3106"/>
                  </a:lnTo>
                  <a:lnTo>
                    <a:pt x="409" y="2648"/>
                  </a:lnTo>
                  <a:lnTo>
                    <a:pt x="409" y="2456"/>
                  </a:lnTo>
                  <a:lnTo>
                    <a:pt x="457" y="2287"/>
                  </a:lnTo>
                  <a:lnTo>
                    <a:pt x="554" y="2119"/>
                  </a:lnTo>
                  <a:lnTo>
                    <a:pt x="650" y="1974"/>
                  </a:lnTo>
                  <a:lnTo>
                    <a:pt x="867" y="1710"/>
                  </a:lnTo>
                  <a:lnTo>
                    <a:pt x="1059" y="1421"/>
                  </a:lnTo>
                  <a:lnTo>
                    <a:pt x="1180" y="1276"/>
                  </a:lnTo>
                  <a:lnTo>
                    <a:pt x="1300" y="1156"/>
                  </a:lnTo>
                  <a:lnTo>
                    <a:pt x="1565" y="939"/>
                  </a:lnTo>
                  <a:lnTo>
                    <a:pt x="2143" y="626"/>
                  </a:lnTo>
                  <a:lnTo>
                    <a:pt x="2431" y="482"/>
                  </a:lnTo>
                  <a:lnTo>
                    <a:pt x="2744" y="362"/>
                  </a:lnTo>
                  <a:lnTo>
                    <a:pt x="2961" y="289"/>
                  </a:lnTo>
                  <a:lnTo>
                    <a:pt x="3178" y="265"/>
                  </a:lnTo>
                  <a:close/>
                  <a:moveTo>
                    <a:pt x="3033" y="0"/>
                  </a:moveTo>
                  <a:lnTo>
                    <a:pt x="2865" y="24"/>
                  </a:lnTo>
                  <a:lnTo>
                    <a:pt x="2696" y="73"/>
                  </a:lnTo>
                  <a:lnTo>
                    <a:pt x="2335" y="217"/>
                  </a:lnTo>
                  <a:lnTo>
                    <a:pt x="1974" y="362"/>
                  </a:lnTo>
                  <a:lnTo>
                    <a:pt x="1637" y="554"/>
                  </a:lnTo>
                  <a:lnTo>
                    <a:pt x="1300" y="747"/>
                  </a:lnTo>
                  <a:lnTo>
                    <a:pt x="1156" y="867"/>
                  </a:lnTo>
                  <a:lnTo>
                    <a:pt x="1011" y="987"/>
                  </a:lnTo>
                  <a:lnTo>
                    <a:pt x="891" y="1132"/>
                  </a:lnTo>
                  <a:lnTo>
                    <a:pt x="770" y="1276"/>
                  </a:lnTo>
                  <a:lnTo>
                    <a:pt x="361" y="1878"/>
                  </a:lnTo>
                  <a:lnTo>
                    <a:pt x="265" y="1998"/>
                  </a:lnTo>
                  <a:lnTo>
                    <a:pt x="217" y="2119"/>
                  </a:lnTo>
                  <a:lnTo>
                    <a:pt x="169" y="2263"/>
                  </a:lnTo>
                  <a:lnTo>
                    <a:pt x="120" y="2408"/>
                  </a:lnTo>
                  <a:lnTo>
                    <a:pt x="96" y="2889"/>
                  </a:lnTo>
                  <a:lnTo>
                    <a:pt x="96" y="3130"/>
                  </a:lnTo>
                  <a:lnTo>
                    <a:pt x="48" y="3371"/>
                  </a:lnTo>
                  <a:lnTo>
                    <a:pt x="24" y="3563"/>
                  </a:lnTo>
                  <a:lnTo>
                    <a:pt x="0" y="3732"/>
                  </a:lnTo>
                  <a:lnTo>
                    <a:pt x="24" y="3924"/>
                  </a:lnTo>
                  <a:lnTo>
                    <a:pt x="72" y="4117"/>
                  </a:lnTo>
                  <a:lnTo>
                    <a:pt x="145" y="4358"/>
                  </a:lnTo>
                  <a:lnTo>
                    <a:pt x="241" y="4622"/>
                  </a:lnTo>
                  <a:lnTo>
                    <a:pt x="361" y="4839"/>
                  </a:lnTo>
                  <a:lnTo>
                    <a:pt x="530" y="5056"/>
                  </a:lnTo>
                  <a:lnTo>
                    <a:pt x="794" y="5345"/>
                  </a:lnTo>
                  <a:lnTo>
                    <a:pt x="1059" y="5609"/>
                  </a:lnTo>
                  <a:lnTo>
                    <a:pt x="1252" y="5754"/>
                  </a:lnTo>
                  <a:lnTo>
                    <a:pt x="1469" y="5898"/>
                  </a:lnTo>
                  <a:lnTo>
                    <a:pt x="1782" y="6043"/>
                  </a:lnTo>
                  <a:lnTo>
                    <a:pt x="2119" y="6139"/>
                  </a:lnTo>
                  <a:lnTo>
                    <a:pt x="2456" y="6187"/>
                  </a:lnTo>
                  <a:lnTo>
                    <a:pt x="2793" y="6211"/>
                  </a:lnTo>
                  <a:lnTo>
                    <a:pt x="3033" y="6187"/>
                  </a:lnTo>
                  <a:lnTo>
                    <a:pt x="3250" y="6163"/>
                  </a:lnTo>
                  <a:lnTo>
                    <a:pt x="3467" y="6115"/>
                  </a:lnTo>
                  <a:lnTo>
                    <a:pt x="3683" y="6043"/>
                  </a:lnTo>
                  <a:lnTo>
                    <a:pt x="4333" y="5682"/>
                  </a:lnTo>
                  <a:lnTo>
                    <a:pt x="4550" y="5561"/>
                  </a:lnTo>
                  <a:lnTo>
                    <a:pt x="4743" y="5393"/>
                  </a:lnTo>
                  <a:lnTo>
                    <a:pt x="4887" y="5200"/>
                  </a:lnTo>
                  <a:lnTo>
                    <a:pt x="5007" y="4984"/>
                  </a:lnTo>
                  <a:lnTo>
                    <a:pt x="5080" y="4863"/>
                  </a:lnTo>
                  <a:lnTo>
                    <a:pt x="5128" y="4743"/>
                  </a:lnTo>
                  <a:lnTo>
                    <a:pt x="5200" y="4622"/>
                  </a:lnTo>
                  <a:lnTo>
                    <a:pt x="5224" y="4526"/>
                  </a:lnTo>
                  <a:lnTo>
                    <a:pt x="5272" y="4382"/>
                  </a:lnTo>
                  <a:lnTo>
                    <a:pt x="5344" y="4285"/>
                  </a:lnTo>
                  <a:lnTo>
                    <a:pt x="5513" y="4093"/>
                  </a:lnTo>
                  <a:lnTo>
                    <a:pt x="5609" y="3997"/>
                  </a:lnTo>
                  <a:lnTo>
                    <a:pt x="5681" y="3924"/>
                  </a:lnTo>
                  <a:lnTo>
                    <a:pt x="5730" y="3828"/>
                  </a:lnTo>
                  <a:lnTo>
                    <a:pt x="5754" y="3732"/>
                  </a:lnTo>
                  <a:lnTo>
                    <a:pt x="5754" y="3611"/>
                  </a:lnTo>
                  <a:lnTo>
                    <a:pt x="5754" y="3539"/>
                  </a:lnTo>
                  <a:lnTo>
                    <a:pt x="5778" y="3443"/>
                  </a:lnTo>
                  <a:lnTo>
                    <a:pt x="5802" y="3178"/>
                  </a:lnTo>
                  <a:lnTo>
                    <a:pt x="5802" y="2913"/>
                  </a:lnTo>
                  <a:lnTo>
                    <a:pt x="5754" y="2648"/>
                  </a:lnTo>
                  <a:lnTo>
                    <a:pt x="5657" y="2384"/>
                  </a:lnTo>
                  <a:lnTo>
                    <a:pt x="5320" y="1565"/>
                  </a:lnTo>
                  <a:lnTo>
                    <a:pt x="5152" y="1228"/>
                  </a:lnTo>
                  <a:lnTo>
                    <a:pt x="5055" y="1060"/>
                  </a:lnTo>
                  <a:lnTo>
                    <a:pt x="4959" y="915"/>
                  </a:lnTo>
                  <a:lnTo>
                    <a:pt x="4791" y="699"/>
                  </a:lnTo>
                  <a:lnTo>
                    <a:pt x="4574" y="506"/>
                  </a:lnTo>
                  <a:lnTo>
                    <a:pt x="4357" y="386"/>
                  </a:lnTo>
                  <a:lnTo>
                    <a:pt x="4117" y="289"/>
                  </a:lnTo>
                  <a:lnTo>
                    <a:pt x="3900" y="193"/>
                  </a:lnTo>
                  <a:lnTo>
                    <a:pt x="3635" y="97"/>
                  </a:lnTo>
                  <a:lnTo>
                    <a:pt x="3370" y="24"/>
                  </a:lnTo>
                  <a:lnTo>
                    <a:pt x="3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13"/>
            <p:cNvSpPr/>
            <p:nvPr/>
          </p:nvSpPr>
          <p:spPr>
            <a:xfrm>
              <a:off x="1249200" y="2140700"/>
              <a:ext cx="60200" cy="62625"/>
            </a:xfrm>
            <a:custGeom>
              <a:avLst/>
              <a:gdLst/>
              <a:ahLst/>
              <a:cxnLst/>
              <a:rect l="l" t="t" r="r" b="b"/>
              <a:pathLst>
                <a:path w="2408" h="2505" extrusionOk="0">
                  <a:moveTo>
                    <a:pt x="1469" y="217"/>
                  </a:moveTo>
                  <a:lnTo>
                    <a:pt x="1565" y="265"/>
                  </a:lnTo>
                  <a:lnTo>
                    <a:pt x="1637" y="313"/>
                  </a:lnTo>
                  <a:lnTo>
                    <a:pt x="1709" y="410"/>
                  </a:lnTo>
                  <a:lnTo>
                    <a:pt x="1757" y="482"/>
                  </a:lnTo>
                  <a:lnTo>
                    <a:pt x="1854" y="602"/>
                  </a:lnTo>
                  <a:lnTo>
                    <a:pt x="1926" y="674"/>
                  </a:lnTo>
                  <a:lnTo>
                    <a:pt x="1998" y="771"/>
                  </a:lnTo>
                  <a:lnTo>
                    <a:pt x="2095" y="1011"/>
                  </a:lnTo>
                  <a:lnTo>
                    <a:pt x="2143" y="1132"/>
                  </a:lnTo>
                  <a:lnTo>
                    <a:pt x="2143" y="1252"/>
                  </a:lnTo>
                  <a:lnTo>
                    <a:pt x="2143" y="1373"/>
                  </a:lnTo>
                  <a:lnTo>
                    <a:pt x="2095" y="1469"/>
                  </a:lnTo>
                  <a:lnTo>
                    <a:pt x="2022" y="1661"/>
                  </a:lnTo>
                  <a:lnTo>
                    <a:pt x="1926" y="1806"/>
                  </a:lnTo>
                  <a:lnTo>
                    <a:pt x="1806" y="1950"/>
                  </a:lnTo>
                  <a:lnTo>
                    <a:pt x="1685" y="2095"/>
                  </a:lnTo>
                  <a:lnTo>
                    <a:pt x="1541" y="2167"/>
                  </a:lnTo>
                  <a:lnTo>
                    <a:pt x="1396" y="2215"/>
                  </a:lnTo>
                  <a:lnTo>
                    <a:pt x="1180" y="2239"/>
                  </a:lnTo>
                  <a:lnTo>
                    <a:pt x="891" y="2239"/>
                  </a:lnTo>
                  <a:lnTo>
                    <a:pt x="843" y="2215"/>
                  </a:lnTo>
                  <a:lnTo>
                    <a:pt x="770" y="2191"/>
                  </a:lnTo>
                  <a:lnTo>
                    <a:pt x="698" y="2119"/>
                  </a:lnTo>
                  <a:lnTo>
                    <a:pt x="458" y="1830"/>
                  </a:lnTo>
                  <a:lnTo>
                    <a:pt x="361" y="1661"/>
                  </a:lnTo>
                  <a:lnTo>
                    <a:pt x="265" y="1493"/>
                  </a:lnTo>
                  <a:lnTo>
                    <a:pt x="241" y="1349"/>
                  </a:lnTo>
                  <a:lnTo>
                    <a:pt x="241" y="1180"/>
                  </a:lnTo>
                  <a:lnTo>
                    <a:pt x="337" y="771"/>
                  </a:lnTo>
                  <a:lnTo>
                    <a:pt x="385" y="674"/>
                  </a:lnTo>
                  <a:lnTo>
                    <a:pt x="458" y="602"/>
                  </a:lnTo>
                  <a:lnTo>
                    <a:pt x="674" y="458"/>
                  </a:lnTo>
                  <a:lnTo>
                    <a:pt x="891" y="313"/>
                  </a:lnTo>
                  <a:lnTo>
                    <a:pt x="1011" y="265"/>
                  </a:lnTo>
                  <a:lnTo>
                    <a:pt x="1108" y="241"/>
                  </a:lnTo>
                  <a:lnTo>
                    <a:pt x="1348" y="217"/>
                  </a:lnTo>
                  <a:close/>
                  <a:moveTo>
                    <a:pt x="1083" y="0"/>
                  </a:moveTo>
                  <a:lnTo>
                    <a:pt x="963" y="24"/>
                  </a:lnTo>
                  <a:lnTo>
                    <a:pt x="770" y="121"/>
                  </a:lnTo>
                  <a:lnTo>
                    <a:pt x="602" y="217"/>
                  </a:lnTo>
                  <a:lnTo>
                    <a:pt x="433" y="313"/>
                  </a:lnTo>
                  <a:lnTo>
                    <a:pt x="265" y="434"/>
                  </a:lnTo>
                  <a:lnTo>
                    <a:pt x="169" y="554"/>
                  </a:lnTo>
                  <a:lnTo>
                    <a:pt x="121" y="674"/>
                  </a:lnTo>
                  <a:lnTo>
                    <a:pt x="24" y="1108"/>
                  </a:lnTo>
                  <a:lnTo>
                    <a:pt x="0" y="1228"/>
                  </a:lnTo>
                  <a:lnTo>
                    <a:pt x="0" y="1324"/>
                  </a:lnTo>
                  <a:lnTo>
                    <a:pt x="24" y="1445"/>
                  </a:lnTo>
                  <a:lnTo>
                    <a:pt x="48" y="1541"/>
                  </a:lnTo>
                  <a:lnTo>
                    <a:pt x="169" y="1782"/>
                  </a:lnTo>
                  <a:lnTo>
                    <a:pt x="289" y="1998"/>
                  </a:lnTo>
                  <a:lnTo>
                    <a:pt x="554" y="2287"/>
                  </a:lnTo>
                  <a:lnTo>
                    <a:pt x="674" y="2384"/>
                  </a:lnTo>
                  <a:lnTo>
                    <a:pt x="795" y="2456"/>
                  </a:lnTo>
                  <a:lnTo>
                    <a:pt x="915" y="2504"/>
                  </a:lnTo>
                  <a:lnTo>
                    <a:pt x="1059" y="2504"/>
                  </a:lnTo>
                  <a:lnTo>
                    <a:pt x="1300" y="2480"/>
                  </a:lnTo>
                  <a:lnTo>
                    <a:pt x="1541" y="2456"/>
                  </a:lnTo>
                  <a:lnTo>
                    <a:pt x="1685" y="2408"/>
                  </a:lnTo>
                  <a:lnTo>
                    <a:pt x="1806" y="2336"/>
                  </a:lnTo>
                  <a:lnTo>
                    <a:pt x="1974" y="2191"/>
                  </a:lnTo>
                  <a:lnTo>
                    <a:pt x="2119" y="2023"/>
                  </a:lnTo>
                  <a:lnTo>
                    <a:pt x="2239" y="1854"/>
                  </a:lnTo>
                  <a:lnTo>
                    <a:pt x="2335" y="1637"/>
                  </a:lnTo>
                  <a:lnTo>
                    <a:pt x="2383" y="1493"/>
                  </a:lnTo>
                  <a:lnTo>
                    <a:pt x="2407" y="1349"/>
                  </a:lnTo>
                  <a:lnTo>
                    <a:pt x="2407" y="1228"/>
                  </a:lnTo>
                  <a:lnTo>
                    <a:pt x="2383" y="1108"/>
                  </a:lnTo>
                  <a:lnTo>
                    <a:pt x="2287" y="843"/>
                  </a:lnTo>
                  <a:lnTo>
                    <a:pt x="2167" y="602"/>
                  </a:lnTo>
                  <a:lnTo>
                    <a:pt x="2046" y="434"/>
                  </a:lnTo>
                  <a:lnTo>
                    <a:pt x="1878" y="265"/>
                  </a:lnTo>
                  <a:lnTo>
                    <a:pt x="1782" y="145"/>
                  </a:lnTo>
                  <a:lnTo>
                    <a:pt x="1661" y="73"/>
                  </a:lnTo>
                  <a:lnTo>
                    <a:pt x="1541" y="24"/>
                  </a:lnTo>
                  <a:lnTo>
                    <a:pt x="13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13"/>
            <p:cNvSpPr/>
            <p:nvPr/>
          </p:nvSpPr>
          <p:spPr>
            <a:xfrm>
              <a:off x="1267850" y="2158150"/>
              <a:ext cx="20475" cy="23500"/>
            </a:xfrm>
            <a:custGeom>
              <a:avLst/>
              <a:gdLst/>
              <a:ahLst/>
              <a:cxnLst/>
              <a:rect l="l" t="t" r="r" b="b"/>
              <a:pathLst>
                <a:path w="819" h="940" extrusionOk="0">
                  <a:moveTo>
                    <a:pt x="410" y="241"/>
                  </a:moveTo>
                  <a:lnTo>
                    <a:pt x="458" y="313"/>
                  </a:lnTo>
                  <a:lnTo>
                    <a:pt x="506" y="410"/>
                  </a:lnTo>
                  <a:lnTo>
                    <a:pt x="530" y="530"/>
                  </a:lnTo>
                  <a:lnTo>
                    <a:pt x="506" y="602"/>
                  </a:lnTo>
                  <a:lnTo>
                    <a:pt x="458" y="675"/>
                  </a:lnTo>
                  <a:lnTo>
                    <a:pt x="434" y="699"/>
                  </a:lnTo>
                  <a:lnTo>
                    <a:pt x="386" y="699"/>
                  </a:lnTo>
                  <a:lnTo>
                    <a:pt x="337" y="675"/>
                  </a:lnTo>
                  <a:lnTo>
                    <a:pt x="313" y="651"/>
                  </a:lnTo>
                  <a:lnTo>
                    <a:pt x="241" y="602"/>
                  </a:lnTo>
                  <a:lnTo>
                    <a:pt x="217" y="506"/>
                  </a:lnTo>
                  <a:lnTo>
                    <a:pt x="217" y="434"/>
                  </a:lnTo>
                  <a:lnTo>
                    <a:pt x="217" y="362"/>
                  </a:lnTo>
                  <a:lnTo>
                    <a:pt x="241" y="289"/>
                  </a:lnTo>
                  <a:lnTo>
                    <a:pt x="289" y="241"/>
                  </a:lnTo>
                  <a:close/>
                  <a:moveTo>
                    <a:pt x="313" y="1"/>
                  </a:moveTo>
                  <a:lnTo>
                    <a:pt x="241" y="49"/>
                  </a:lnTo>
                  <a:lnTo>
                    <a:pt x="145" y="121"/>
                  </a:lnTo>
                  <a:lnTo>
                    <a:pt x="73" y="217"/>
                  </a:lnTo>
                  <a:lnTo>
                    <a:pt x="24" y="338"/>
                  </a:lnTo>
                  <a:lnTo>
                    <a:pt x="0" y="434"/>
                  </a:lnTo>
                  <a:lnTo>
                    <a:pt x="24" y="554"/>
                  </a:lnTo>
                  <a:lnTo>
                    <a:pt x="49" y="651"/>
                  </a:lnTo>
                  <a:lnTo>
                    <a:pt x="97" y="747"/>
                  </a:lnTo>
                  <a:lnTo>
                    <a:pt x="169" y="819"/>
                  </a:lnTo>
                  <a:lnTo>
                    <a:pt x="265" y="915"/>
                  </a:lnTo>
                  <a:lnTo>
                    <a:pt x="362" y="939"/>
                  </a:lnTo>
                  <a:lnTo>
                    <a:pt x="482" y="939"/>
                  </a:lnTo>
                  <a:lnTo>
                    <a:pt x="578" y="891"/>
                  </a:lnTo>
                  <a:lnTo>
                    <a:pt x="626" y="843"/>
                  </a:lnTo>
                  <a:lnTo>
                    <a:pt x="723" y="771"/>
                  </a:lnTo>
                  <a:lnTo>
                    <a:pt x="771" y="651"/>
                  </a:lnTo>
                  <a:lnTo>
                    <a:pt x="819" y="410"/>
                  </a:lnTo>
                  <a:lnTo>
                    <a:pt x="819" y="362"/>
                  </a:lnTo>
                  <a:lnTo>
                    <a:pt x="795" y="338"/>
                  </a:lnTo>
                  <a:lnTo>
                    <a:pt x="723" y="193"/>
                  </a:lnTo>
                  <a:lnTo>
                    <a:pt x="602" y="97"/>
                  </a:lnTo>
                  <a:lnTo>
                    <a:pt x="530" y="25"/>
                  </a:lnTo>
                  <a:lnTo>
                    <a:pt x="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317"/>
        <p:cNvGrpSpPr/>
        <p:nvPr/>
      </p:nvGrpSpPr>
      <p:grpSpPr>
        <a:xfrm>
          <a:off x="0" y="0"/>
          <a:ext cx="0" cy="0"/>
          <a:chOff x="0" y="0"/>
          <a:chExt cx="0" cy="0"/>
        </a:xfrm>
      </p:grpSpPr>
      <p:sp>
        <p:nvSpPr>
          <p:cNvPr id="5318" name="Google Shape;5318;p14"/>
          <p:cNvSpPr/>
          <p:nvPr/>
        </p:nvSpPr>
        <p:spPr>
          <a:xfrm>
            <a:off x="145650" y="119725"/>
            <a:ext cx="8852700" cy="490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14"/>
          <p:cNvSpPr txBox="1">
            <a:spLocks noGrp="1"/>
          </p:cNvSpPr>
          <p:nvPr>
            <p:ph type="title"/>
          </p:nvPr>
        </p:nvSpPr>
        <p:spPr>
          <a:xfrm>
            <a:off x="1956450" y="3289875"/>
            <a:ext cx="52311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22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5320" name="Google Shape;5320;p14"/>
          <p:cNvSpPr txBox="1">
            <a:spLocks noGrp="1"/>
          </p:cNvSpPr>
          <p:nvPr>
            <p:ph type="subTitle" idx="1"/>
          </p:nvPr>
        </p:nvSpPr>
        <p:spPr>
          <a:xfrm>
            <a:off x="1956450" y="1130858"/>
            <a:ext cx="5231100" cy="2074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5321" name="Google Shape;5321;p14"/>
          <p:cNvGrpSpPr/>
          <p:nvPr/>
        </p:nvGrpSpPr>
        <p:grpSpPr>
          <a:xfrm flipH="1">
            <a:off x="6766925" y="3442285"/>
            <a:ext cx="2955793" cy="3147574"/>
            <a:chOff x="2827954" y="5779702"/>
            <a:chExt cx="2144676" cy="2283829"/>
          </a:xfrm>
        </p:grpSpPr>
        <p:sp>
          <p:nvSpPr>
            <p:cNvPr id="5322" name="Google Shape;5322;p14"/>
            <p:cNvSpPr/>
            <p:nvPr/>
          </p:nvSpPr>
          <p:spPr>
            <a:xfrm rot="10800000">
              <a:off x="2827954" y="6935855"/>
              <a:ext cx="2132350" cy="1127676"/>
            </a:xfrm>
            <a:custGeom>
              <a:avLst/>
              <a:gdLst/>
              <a:ahLst/>
              <a:cxnLst/>
              <a:rect l="l" t="t" r="r" b="b"/>
              <a:pathLst>
                <a:path w="25085" h="13266" extrusionOk="0">
                  <a:moveTo>
                    <a:pt x="12494" y="1"/>
                  </a:moveTo>
                  <a:lnTo>
                    <a:pt x="12013" y="25"/>
                  </a:lnTo>
                  <a:lnTo>
                    <a:pt x="11507" y="49"/>
                  </a:lnTo>
                  <a:lnTo>
                    <a:pt x="11026" y="97"/>
                  </a:lnTo>
                  <a:lnTo>
                    <a:pt x="10544" y="145"/>
                  </a:lnTo>
                  <a:lnTo>
                    <a:pt x="10063" y="242"/>
                  </a:lnTo>
                  <a:lnTo>
                    <a:pt x="9317" y="386"/>
                  </a:lnTo>
                  <a:lnTo>
                    <a:pt x="8594" y="579"/>
                  </a:lnTo>
                  <a:lnTo>
                    <a:pt x="7896" y="819"/>
                  </a:lnTo>
                  <a:lnTo>
                    <a:pt x="7198" y="1060"/>
                  </a:lnTo>
                  <a:lnTo>
                    <a:pt x="6669" y="1277"/>
                  </a:lnTo>
                  <a:lnTo>
                    <a:pt x="6139" y="1542"/>
                  </a:lnTo>
                  <a:lnTo>
                    <a:pt x="5633" y="1782"/>
                  </a:lnTo>
                  <a:lnTo>
                    <a:pt x="5152" y="2071"/>
                  </a:lnTo>
                  <a:lnTo>
                    <a:pt x="4670" y="2360"/>
                  </a:lnTo>
                  <a:lnTo>
                    <a:pt x="4189" y="2673"/>
                  </a:lnTo>
                  <a:lnTo>
                    <a:pt x="3732" y="3010"/>
                  </a:lnTo>
                  <a:lnTo>
                    <a:pt x="3274" y="3347"/>
                  </a:lnTo>
                  <a:lnTo>
                    <a:pt x="2985" y="3612"/>
                  </a:lnTo>
                  <a:lnTo>
                    <a:pt x="2696" y="3877"/>
                  </a:lnTo>
                  <a:lnTo>
                    <a:pt x="2432" y="4141"/>
                  </a:lnTo>
                  <a:lnTo>
                    <a:pt x="2167" y="4430"/>
                  </a:lnTo>
                  <a:lnTo>
                    <a:pt x="1926" y="4719"/>
                  </a:lnTo>
                  <a:lnTo>
                    <a:pt x="1709" y="5032"/>
                  </a:lnTo>
                  <a:lnTo>
                    <a:pt x="1493" y="5345"/>
                  </a:lnTo>
                  <a:lnTo>
                    <a:pt x="1300" y="5658"/>
                  </a:lnTo>
                  <a:lnTo>
                    <a:pt x="1108" y="5971"/>
                  </a:lnTo>
                  <a:lnTo>
                    <a:pt x="939" y="6308"/>
                  </a:lnTo>
                  <a:lnTo>
                    <a:pt x="771" y="6645"/>
                  </a:lnTo>
                  <a:lnTo>
                    <a:pt x="626" y="7006"/>
                  </a:lnTo>
                  <a:lnTo>
                    <a:pt x="506" y="7367"/>
                  </a:lnTo>
                  <a:lnTo>
                    <a:pt x="385" y="7728"/>
                  </a:lnTo>
                  <a:lnTo>
                    <a:pt x="289" y="8114"/>
                  </a:lnTo>
                  <a:lnTo>
                    <a:pt x="193" y="8499"/>
                  </a:lnTo>
                  <a:lnTo>
                    <a:pt x="121" y="9028"/>
                  </a:lnTo>
                  <a:lnTo>
                    <a:pt x="48" y="9582"/>
                  </a:lnTo>
                  <a:lnTo>
                    <a:pt x="0" y="10112"/>
                  </a:lnTo>
                  <a:lnTo>
                    <a:pt x="0" y="10665"/>
                  </a:lnTo>
                  <a:lnTo>
                    <a:pt x="0" y="10954"/>
                  </a:lnTo>
                  <a:lnTo>
                    <a:pt x="24" y="11243"/>
                  </a:lnTo>
                  <a:lnTo>
                    <a:pt x="72" y="11532"/>
                  </a:lnTo>
                  <a:lnTo>
                    <a:pt x="145" y="11797"/>
                  </a:lnTo>
                  <a:lnTo>
                    <a:pt x="217" y="12086"/>
                  </a:lnTo>
                  <a:lnTo>
                    <a:pt x="313" y="12350"/>
                  </a:lnTo>
                  <a:lnTo>
                    <a:pt x="530" y="12880"/>
                  </a:lnTo>
                  <a:lnTo>
                    <a:pt x="578" y="12976"/>
                  </a:lnTo>
                  <a:lnTo>
                    <a:pt x="674" y="13073"/>
                  </a:lnTo>
                  <a:lnTo>
                    <a:pt x="771" y="13145"/>
                  </a:lnTo>
                  <a:lnTo>
                    <a:pt x="891" y="13193"/>
                  </a:lnTo>
                  <a:lnTo>
                    <a:pt x="1035" y="13241"/>
                  </a:lnTo>
                  <a:lnTo>
                    <a:pt x="1156" y="13265"/>
                  </a:lnTo>
                  <a:lnTo>
                    <a:pt x="1276" y="13265"/>
                  </a:lnTo>
                  <a:lnTo>
                    <a:pt x="1396" y="13241"/>
                  </a:lnTo>
                  <a:lnTo>
                    <a:pt x="1493" y="13193"/>
                  </a:lnTo>
                  <a:lnTo>
                    <a:pt x="1589" y="13145"/>
                  </a:lnTo>
                  <a:lnTo>
                    <a:pt x="1782" y="13000"/>
                  </a:lnTo>
                  <a:lnTo>
                    <a:pt x="2071" y="12712"/>
                  </a:lnTo>
                  <a:lnTo>
                    <a:pt x="2335" y="12423"/>
                  </a:lnTo>
                  <a:lnTo>
                    <a:pt x="2552" y="12110"/>
                  </a:lnTo>
                  <a:lnTo>
                    <a:pt x="2745" y="11773"/>
                  </a:lnTo>
                  <a:lnTo>
                    <a:pt x="2985" y="11315"/>
                  </a:lnTo>
                  <a:lnTo>
                    <a:pt x="3226" y="10882"/>
                  </a:lnTo>
                  <a:lnTo>
                    <a:pt x="3467" y="10473"/>
                  </a:lnTo>
                  <a:lnTo>
                    <a:pt x="3756" y="10039"/>
                  </a:lnTo>
                  <a:lnTo>
                    <a:pt x="3972" y="9775"/>
                  </a:lnTo>
                  <a:lnTo>
                    <a:pt x="4213" y="9486"/>
                  </a:lnTo>
                  <a:lnTo>
                    <a:pt x="4454" y="9245"/>
                  </a:lnTo>
                  <a:lnTo>
                    <a:pt x="4719" y="9004"/>
                  </a:lnTo>
                  <a:lnTo>
                    <a:pt x="4983" y="8764"/>
                  </a:lnTo>
                  <a:lnTo>
                    <a:pt x="5272" y="8571"/>
                  </a:lnTo>
                  <a:lnTo>
                    <a:pt x="5561" y="8378"/>
                  </a:lnTo>
                  <a:lnTo>
                    <a:pt x="5874" y="8186"/>
                  </a:lnTo>
                  <a:lnTo>
                    <a:pt x="6259" y="8017"/>
                  </a:lnTo>
                  <a:lnTo>
                    <a:pt x="6620" y="7873"/>
                  </a:lnTo>
                  <a:lnTo>
                    <a:pt x="7030" y="7777"/>
                  </a:lnTo>
                  <a:lnTo>
                    <a:pt x="7439" y="7728"/>
                  </a:lnTo>
                  <a:lnTo>
                    <a:pt x="8065" y="7680"/>
                  </a:lnTo>
                  <a:lnTo>
                    <a:pt x="8691" y="7656"/>
                  </a:lnTo>
                  <a:lnTo>
                    <a:pt x="9341" y="7704"/>
                  </a:lnTo>
                  <a:lnTo>
                    <a:pt x="9967" y="7801"/>
                  </a:lnTo>
                  <a:lnTo>
                    <a:pt x="10617" y="7921"/>
                  </a:lnTo>
                  <a:lnTo>
                    <a:pt x="11242" y="8089"/>
                  </a:lnTo>
                  <a:lnTo>
                    <a:pt x="11868" y="8282"/>
                  </a:lnTo>
                  <a:lnTo>
                    <a:pt x="12494" y="8499"/>
                  </a:lnTo>
                  <a:lnTo>
                    <a:pt x="13096" y="8739"/>
                  </a:lnTo>
                  <a:lnTo>
                    <a:pt x="13674" y="9028"/>
                  </a:lnTo>
                  <a:lnTo>
                    <a:pt x="14252" y="9341"/>
                  </a:lnTo>
                  <a:lnTo>
                    <a:pt x="14829" y="9654"/>
                  </a:lnTo>
                  <a:lnTo>
                    <a:pt x="15359" y="9991"/>
                  </a:lnTo>
                  <a:lnTo>
                    <a:pt x="15865" y="10304"/>
                  </a:lnTo>
                  <a:lnTo>
                    <a:pt x="16876" y="11002"/>
                  </a:lnTo>
                  <a:lnTo>
                    <a:pt x="17646" y="11508"/>
                  </a:lnTo>
                  <a:lnTo>
                    <a:pt x="18031" y="11749"/>
                  </a:lnTo>
                  <a:lnTo>
                    <a:pt x="18440" y="11965"/>
                  </a:lnTo>
                  <a:lnTo>
                    <a:pt x="18922" y="12206"/>
                  </a:lnTo>
                  <a:lnTo>
                    <a:pt x="19427" y="12423"/>
                  </a:lnTo>
                  <a:lnTo>
                    <a:pt x="19957" y="12567"/>
                  </a:lnTo>
                  <a:lnTo>
                    <a:pt x="20487" y="12687"/>
                  </a:lnTo>
                  <a:lnTo>
                    <a:pt x="20944" y="12736"/>
                  </a:lnTo>
                  <a:lnTo>
                    <a:pt x="21377" y="12760"/>
                  </a:lnTo>
                  <a:lnTo>
                    <a:pt x="21811" y="12712"/>
                  </a:lnTo>
                  <a:lnTo>
                    <a:pt x="22268" y="12639"/>
                  </a:lnTo>
                  <a:lnTo>
                    <a:pt x="22605" y="12543"/>
                  </a:lnTo>
                  <a:lnTo>
                    <a:pt x="22942" y="12399"/>
                  </a:lnTo>
                  <a:lnTo>
                    <a:pt x="23279" y="12206"/>
                  </a:lnTo>
                  <a:lnTo>
                    <a:pt x="23568" y="11989"/>
                  </a:lnTo>
                  <a:lnTo>
                    <a:pt x="23785" y="11797"/>
                  </a:lnTo>
                  <a:lnTo>
                    <a:pt x="24001" y="11604"/>
                  </a:lnTo>
                  <a:lnTo>
                    <a:pt x="24194" y="11363"/>
                  </a:lnTo>
                  <a:lnTo>
                    <a:pt x="24362" y="11123"/>
                  </a:lnTo>
                  <a:lnTo>
                    <a:pt x="24507" y="10858"/>
                  </a:lnTo>
                  <a:lnTo>
                    <a:pt x="24651" y="10593"/>
                  </a:lnTo>
                  <a:lnTo>
                    <a:pt x="24772" y="10328"/>
                  </a:lnTo>
                  <a:lnTo>
                    <a:pt x="24868" y="10039"/>
                  </a:lnTo>
                  <a:lnTo>
                    <a:pt x="24964" y="9751"/>
                  </a:lnTo>
                  <a:lnTo>
                    <a:pt x="25012" y="9438"/>
                  </a:lnTo>
                  <a:lnTo>
                    <a:pt x="25061" y="9149"/>
                  </a:lnTo>
                  <a:lnTo>
                    <a:pt x="25085" y="8860"/>
                  </a:lnTo>
                  <a:lnTo>
                    <a:pt x="25085" y="8547"/>
                  </a:lnTo>
                  <a:lnTo>
                    <a:pt x="25061" y="8258"/>
                  </a:lnTo>
                  <a:lnTo>
                    <a:pt x="25012" y="7969"/>
                  </a:lnTo>
                  <a:lnTo>
                    <a:pt x="24940" y="7680"/>
                  </a:lnTo>
                  <a:lnTo>
                    <a:pt x="24868" y="7439"/>
                  </a:lnTo>
                  <a:lnTo>
                    <a:pt x="24772" y="7223"/>
                  </a:lnTo>
                  <a:lnTo>
                    <a:pt x="24675" y="7030"/>
                  </a:lnTo>
                  <a:lnTo>
                    <a:pt x="24555" y="6814"/>
                  </a:lnTo>
                  <a:lnTo>
                    <a:pt x="24411" y="6621"/>
                  </a:lnTo>
                  <a:lnTo>
                    <a:pt x="24266" y="6452"/>
                  </a:lnTo>
                  <a:lnTo>
                    <a:pt x="24098" y="6284"/>
                  </a:lnTo>
                  <a:lnTo>
                    <a:pt x="23929" y="6115"/>
                  </a:lnTo>
                  <a:lnTo>
                    <a:pt x="23640" y="5899"/>
                  </a:lnTo>
                  <a:lnTo>
                    <a:pt x="23351" y="5682"/>
                  </a:lnTo>
                  <a:lnTo>
                    <a:pt x="23062" y="5490"/>
                  </a:lnTo>
                  <a:lnTo>
                    <a:pt x="22750" y="5321"/>
                  </a:lnTo>
                  <a:lnTo>
                    <a:pt x="22148" y="5008"/>
                  </a:lnTo>
                  <a:lnTo>
                    <a:pt x="21522" y="4719"/>
                  </a:lnTo>
                  <a:lnTo>
                    <a:pt x="21088" y="4527"/>
                  </a:lnTo>
                  <a:lnTo>
                    <a:pt x="20655" y="4310"/>
                  </a:lnTo>
                  <a:lnTo>
                    <a:pt x="20270" y="4069"/>
                  </a:lnTo>
                  <a:lnTo>
                    <a:pt x="19861" y="3804"/>
                  </a:lnTo>
                  <a:lnTo>
                    <a:pt x="19500" y="3540"/>
                  </a:lnTo>
                  <a:lnTo>
                    <a:pt x="19139" y="3227"/>
                  </a:lnTo>
                  <a:lnTo>
                    <a:pt x="18777" y="2914"/>
                  </a:lnTo>
                  <a:lnTo>
                    <a:pt x="18440" y="2577"/>
                  </a:lnTo>
                  <a:lnTo>
                    <a:pt x="18031" y="2143"/>
                  </a:lnTo>
                  <a:lnTo>
                    <a:pt x="17574" y="1734"/>
                  </a:lnTo>
                  <a:lnTo>
                    <a:pt x="17165" y="1397"/>
                  </a:lnTo>
                  <a:lnTo>
                    <a:pt x="16755" y="1108"/>
                  </a:lnTo>
                  <a:lnTo>
                    <a:pt x="16322" y="868"/>
                  </a:lnTo>
                  <a:lnTo>
                    <a:pt x="15889" y="627"/>
                  </a:lnTo>
                  <a:lnTo>
                    <a:pt x="15431" y="458"/>
                  </a:lnTo>
                  <a:lnTo>
                    <a:pt x="14950" y="290"/>
                  </a:lnTo>
                  <a:lnTo>
                    <a:pt x="14468" y="169"/>
                  </a:lnTo>
                  <a:lnTo>
                    <a:pt x="13963" y="97"/>
                  </a:lnTo>
                  <a:lnTo>
                    <a:pt x="13457" y="49"/>
                  </a:lnTo>
                  <a:lnTo>
                    <a:pt x="12976" y="25"/>
                  </a:lnTo>
                  <a:lnTo>
                    <a:pt x="1249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14"/>
            <p:cNvSpPr/>
            <p:nvPr/>
          </p:nvSpPr>
          <p:spPr>
            <a:xfrm rot="10800000">
              <a:off x="2930300" y="6948180"/>
              <a:ext cx="2042330" cy="818598"/>
            </a:xfrm>
            <a:custGeom>
              <a:avLst/>
              <a:gdLst/>
              <a:ahLst/>
              <a:cxnLst/>
              <a:rect l="l" t="t" r="r" b="b"/>
              <a:pathLst>
                <a:path w="24026" h="9630" extrusionOk="0">
                  <a:moveTo>
                    <a:pt x="19404" y="0"/>
                  </a:moveTo>
                  <a:lnTo>
                    <a:pt x="19356" y="410"/>
                  </a:lnTo>
                  <a:lnTo>
                    <a:pt x="19332" y="795"/>
                  </a:lnTo>
                  <a:lnTo>
                    <a:pt x="19308" y="1565"/>
                  </a:lnTo>
                  <a:lnTo>
                    <a:pt x="19284" y="1950"/>
                  </a:lnTo>
                  <a:lnTo>
                    <a:pt x="19284" y="2360"/>
                  </a:lnTo>
                  <a:lnTo>
                    <a:pt x="19308" y="2745"/>
                  </a:lnTo>
                  <a:lnTo>
                    <a:pt x="19356" y="3130"/>
                  </a:lnTo>
                  <a:lnTo>
                    <a:pt x="19693" y="4695"/>
                  </a:lnTo>
                  <a:lnTo>
                    <a:pt x="19693" y="4695"/>
                  </a:lnTo>
                  <a:lnTo>
                    <a:pt x="19548" y="4502"/>
                  </a:lnTo>
                  <a:lnTo>
                    <a:pt x="19428" y="4358"/>
                  </a:lnTo>
                  <a:lnTo>
                    <a:pt x="19211" y="3973"/>
                  </a:lnTo>
                  <a:lnTo>
                    <a:pt x="18946" y="3611"/>
                  </a:lnTo>
                  <a:lnTo>
                    <a:pt x="18682" y="3250"/>
                  </a:lnTo>
                  <a:lnTo>
                    <a:pt x="18393" y="2937"/>
                  </a:lnTo>
                  <a:lnTo>
                    <a:pt x="18104" y="2624"/>
                  </a:lnTo>
                  <a:lnTo>
                    <a:pt x="17767" y="2312"/>
                  </a:lnTo>
                  <a:lnTo>
                    <a:pt x="17430" y="2047"/>
                  </a:lnTo>
                  <a:lnTo>
                    <a:pt x="17093" y="1782"/>
                  </a:lnTo>
                  <a:lnTo>
                    <a:pt x="16298" y="1204"/>
                  </a:lnTo>
                  <a:lnTo>
                    <a:pt x="16034" y="1036"/>
                  </a:lnTo>
                  <a:lnTo>
                    <a:pt x="15745" y="891"/>
                  </a:lnTo>
                  <a:lnTo>
                    <a:pt x="15456" y="795"/>
                  </a:lnTo>
                  <a:lnTo>
                    <a:pt x="15167" y="723"/>
                  </a:lnTo>
                  <a:lnTo>
                    <a:pt x="14854" y="675"/>
                  </a:lnTo>
                  <a:lnTo>
                    <a:pt x="14565" y="650"/>
                  </a:lnTo>
                  <a:lnTo>
                    <a:pt x="14252" y="675"/>
                  </a:lnTo>
                  <a:lnTo>
                    <a:pt x="13939" y="723"/>
                  </a:lnTo>
                  <a:lnTo>
                    <a:pt x="13145" y="867"/>
                  </a:lnTo>
                  <a:lnTo>
                    <a:pt x="12399" y="1060"/>
                  </a:lnTo>
                  <a:lnTo>
                    <a:pt x="12086" y="1108"/>
                  </a:lnTo>
                  <a:lnTo>
                    <a:pt x="11773" y="1108"/>
                  </a:lnTo>
                  <a:lnTo>
                    <a:pt x="11484" y="1084"/>
                  </a:lnTo>
                  <a:lnTo>
                    <a:pt x="11171" y="1036"/>
                  </a:lnTo>
                  <a:lnTo>
                    <a:pt x="10593" y="891"/>
                  </a:lnTo>
                  <a:lnTo>
                    <a:pt x="9991" y="747"/>
                  </a:lnTo>
                  <a:lnTo>
                    <a:pt x="9630" y="699"/>
                  </a:lnTo>
                  <a:lnTo>
                    <a:pt x="9293" y="650"/>
                  </a:lnTo>
                  <a:lnTo>
                    <a:pt x="8932" y="626"/>
                  </a:lnTo>
                  <a:lnTo>
                    <a:pt x="8571" y="626"/>
                  </a:lnTo>
                  <a:lnTo>
                    <a:pt x="8354" y="650"/>
                  </a:lnTo>
                  <a:lnTo>
                    <a:pt x="8114" y="675"/>
                  </a:lnTo>
                  <a:lnTo>
                    <a:pt x="7897" y="747"/>
                  </a:lnTo>
                  <a:lnTo>
                    <a:pt x="7704" y="819"/>
                  </a:lnTo>
                  <a:lnTo>
                    <a:pt x="7512" y="915"/>
                  </a:lnTo>
                  <a:lnTo>
                    <a:pt x="7343" y="1036"/>
                  </a:lnTo>
                  <a:lnTo>
                    <a:pt x="7175" y="1180"/>
                  </a:lnTo>
                  <a:lnTo>
                    <a:pt x="7006" y="1349"/>
                  </a:lnTo>
                  <a:lnTo>
                    <a:pt x="6645" y="1758"/>
                  </a:lnTo>
                  <a:lnTo>
                    <a:pt x="6284" y="2143"/>
                  </a:lnTo>
                  <a:lnTo>
                    <a:pt x="5514" y="2889"/>
                  </a:lnTo>
                  <a:lnTo>
                    <a:pt x="5321" y="3082"/>
                  </a:lnTo>
                  <a:lnTo>
                    <a:pt x="5152" y="3299"/>
                  </a:lnTo>
                  <a:lnTo>
                    <a:pt x="4791" y="3732"/>
                  </a:lnTo>
                  <a:lnTo>
                    <a:pt x="4671" y="3876"/>
                  </a:lnTo>
                  <a:lnTo>
                    <a:pt x="4527" y="3997"/>
                  </a:lnTo>
                  <a:lnTo>
                    <a:pt x="4454" y="4045"/>
                  </a:lnTo>
                  <a:lnTo>
                    <a:pt x="4358" y="4069"/>
                  </a:lnTo>
                  <a:lnTo>
                    <a:pt x="4262" y="4093"/>
                  </a:lnTo>
                  <a:lnTo>
                    <a:pt x="4165" y="4069"/>
                  </a:lnTo>
                  <a:lnTo>
                    <a:pt x="3347" y="4334"/>
                  </a:lnTo>
                  <a:lnTo>
                    <a:pt x="2938" y="4502"/>
                  </a:lnTo>
                  <a:lnTo>
                    <a:pt x="2745" y="4598"/>
                  </a:lnTo>
                  <a:lnTo>
                    <a:pt x="2553" y="4695"/>
                  </a:lnTo>
                  <a:lnTo>
                    <a:pt x="2191" y="4911"/>
                  </a:lnTo>
                  <a:lnTo>
                    <a:pt x="1830" y="5104"/>
                  </a:lnTo>
                  <a:lnTo>
                    <a:pt x="1445" y="5273"/>
                  </a:lnTo>
                  <a:lnTo>
                    <a:pt x="1036" y="5417"/>
                  </a:lnTo>
                  <a:lnTo>
                    <a:pt x="338" y="5706"/>
                  </a:lnTo>
                  <a:lnTo>
                    <a:pt x="217" y="5754"/>
                  </a:lnTo>
                  <a:lnTo>
                    <a:pt x="121" y="5850"/>
                  </a:lnTo>
                  <a:lnTo>
                    <a:pt x="73" y="5947"/>
                  </a:lnTo>
                  <a:lnTo>
                    <a:pt x="49" y="6091"/>
                  </a:lnTo>
                  <a:lnTo>
                    <a:pt x="1" y="6597"/>
                  </a:lnTo>
                  <a:lnTo>
                    <a:pt x="1" y="6837"/>
                  </a:lnTo>
                  <a:lnTo>
                    <a:pt x="25" y="6958"/>
                  </a:lnTo>
                  <a:lnTo>
                    <a:pt x="73" y="7078"/>
                  </a:lnTo>
                  <a:lnTo>
                    <a:pt x="266" y="7054"/>
                  </a:lnTo>
                  <a:lnTo>
                    <a:pt x="482" y="7030"/>
                  </a:lnTo>
                  <a:lnTo>
                    <a:pt x="723" y="6934"/>
                  </a:lnTo>
                  <a:lnTo>
                    <a:pt x="988" y="6837"/>
                  </a:lnTo>
                  <a:lnTo>
                    <a:pt x="1349" y="6645"/>
                  </a:lnTo>
                  <a:lnTo>
                    <a:pt x="1782" y="6404"/>
                  </a:lnTo>
                  <a:lnTo>
                    <a:pt x="3082" y="5658"/>
                  </a:lnTo>
                  <a:lnTo>
                    <a:pt x="3106" y="5754"/>
                  </a:lnTo>
                  <a:lnTo>
                    <a:pt x="3082" y="5802"/>
                  </a:lnTo>
                  <a:lnTo>
                    <a:pt x="2986" y="5922"/>
                  </a:lnTo>
                  <a:lnTo>
                    <a:pt x="1469" y="8017"/>
                  </a:lnTo>
                  <a:lnTo>
                    <a:pt x="1132" y="8498"/>
                  </a:lnTo>
                  <a:lnTo>
                    <a:pt x="819" y="9004"/>
                  </a:lnTo>
                  <a:lnTo>
                    <a:pt x="771" y="9100"/>
                  </a:lnTo>
                  <a:lnTo>
                    <a:pt x="699" y="9221"/>
                  </a:lnTo>
                  <a:lnTo>
                    <a:pt x="675" y="9341"/>
                  </a:lnTo>
                  <a:lnTo>
                    <a:pt x="675" y="9485"/>
                  </a:lnTo>
                  <a:lnTo>
                    <a:pt x="940" y="9630"/>
                  </a:lnTo>
                  <a:lnTo>
                    <a:pt x="1108" y="9389"/>
                  </a:lnTo>
                  <a:lnTo>
                    <a:pt x="1397" y="8883"/>
                  </a:lnTo>
                  <a:lnTo>
                    <a:pt x="1541" y="8643"/>
                  </a:lnTo>
                  <a:lnTo>
                    <a:pt x="1686" y="8426"/>
                  </a:lnTo>
                  <a:lnTo>
                    <a:pt x="2793" y="6958"/>
                  </a:lnTo>
                  <a:lnTo>
                    <a:pt x="3925" y="5513"/>
                  </a:lnTo>
                  <a:lnTo>
                    <a:pt x="4334" y="5008"/>
                  </a:lnTo>
                  <a:lnTo>
                    <a:pt x="4767" y="4502"/>
                  </a:lnTo>
                  <a:lnTo>
                    <a:pt x="5658" y="3515"/>
                  </a:lnTo>
                  <a:lnTo>
                    <a:pt x="5802" y="3371"/>
                  </a:lnTo>
                  <a:lnTo>
                    <a:pt x="5851" y="3443"/>
                  </a:lnTo>
                  <a:lnTo>
                    <a:pt x="5851" y="3491"/>
                  </a:lnTo>
                  <a:lnTo>
                    <a:pt x="5778" y="3611"/>
                  </a:lnTo>
                  <a:lnTo>
                    <a:pt x="5369" y="4574"/>
                  </a:lnTo>
                  <a:lnTo>
                    <a:pt x="5321" y="4719"/>
                  </a:lnTo>
                  <a:lnTo>
                    <a:pt x="5297" y="4911"/>
                  </a:lnTo>
                  <a:lnTo>
                    <a:pt x="5490" y="4863"/>
                  </a:lnTo>
                  <a:lnTo>
                    <a:pt x="5634" y="4791"/>
                  </a:lnTo>
                  <a:lnTo>
                    <a:pt x="6067" y="4598"/>
                  </a:lnTo>
                  <a:lnTo>
                    <a:pt x="6501" y="4382"/>
                  </a:lnTo>
                  <a:lnTo>
                    <a:pt x="6645" y="4310"/>
                  </a:lnTo>
                  <a:lnTo>
                    <a:pt x="6789" y="4213"/>
                  </a:lnTo>
                  <a:lnTo>
                    <a:pt x="6862" y="4093"/>
                  </a:lnTo>
                  <a:lnTo>
                    <a:pt x="6934" y="3924"/>
                  </a:lnTo>
                  <a:lnTo>
                    <a:pt x="7054" y="3563"/>
                  </a:lnTo>
                  <a:lnTo>
                    <a:pt x="7199" y="3202"/>
                  </a:lnTo>
                  <a:lnTo>
                    <a:pt x="7367" y="2841"/>
                  </a:lnTo>
                  <a:lnTo>
                    <a:pt x="7536" y="2504"/>
                  </a:lnTo>
                  <a:lnTo>
                    <a:pt x="7921" y="1830"/>
                  </a:lnTo>
                  <a:lnTo>
                    <a:pt x="8330" y="1180"/>
                  </a:lnTo>
                  <a:lnTo>
                    <a:pt x="8402" y="1060"/>
                  </a:lnTo>
                  <a:lnTo>
                    <a:pt x="8499" y="987"/>
                  </a:lnTo>
                  <a:lnTo>
                    <a:pt x="8595" y="939"/>
                  </a:lnTo>
                  <a:lnTo>
                    <a:pt x="8739" y="915"/>
                  </a:lnTo>
                  <a:lnTo>
                    <a:pt x="9173" y="915"/>
                  </a:lnTo>
                  <a:lnTo>
                    <a:pt x="9582" y="939"/>
                  </a:lnTo>
                  <a:lnTo>
                    <a:pt x="10088" y="1036"/>
                  </a:lnTo>
                  <a:lnTo>
                    <a:pt x="10593" y="1156"/>
                  </a:lnTo>
                  <a:lnTo>
                    <a:pt x="11387" y="1349"/>
                  </a:lnTo>
                  <a:lnTo>
                    <a:pt x="11628" y="1373"/>
                  </a:lnTo>
                  <a:lnTo>
                    <a:pt x="11845" y="1397"/>
                  </a:lnTo>
                  <a:lnTo>
                    <a:pt x="12086" y="1421"/>
                  </a:lnTo>
                  <a:lnTo>
                    <a:pt x="12326" y="1397"/>
                  </a:lnTo>
                  <a:lnTo>
                    <a:pt x="12784" y="1349"/>
                  </a:lnTo>
                  <a:lnTo>
                    <a:pt x="13241" y="1252"/>
                  </a:lnTo>
                  <a:lnTo>
                    <a:pt x="14445" y="987"/>
                  </a:lnTo>
                  <a:lnTo>
                    <a:pt x="14589" y="963"/>
                  </a:lnTo>
                  <a:lnTo>
                    <a:pt x="14734" y="939"/>
                  </a:lnTo>
                  <a:lnTo>
                    <a:pt x="14878" y="963"/>
                  </a:lnTo>
                  <a:lnTo>
                    <a:pt x="15023" y="963"/>
                  </a:lnTo>
                  <a:lnTo>
                    <a:pt x="15167" y="1012"/>
                  </a:lnTo>
                  <a:lnTo>
                    <a:pt x="15287" y="1060"/>
                  </a:lnTo>
                  <a:lnTo>
                    <a:pt x="15432" y="1108"/>
                  </a:lnTo>
                  <a:lnTo>
                    <a:pt x="15552" y="1204"/>
                  </a:lnTo>
                  <a:lnTo>
                    <a:pt x="16034" y="1541"/>
                  </a:lnTo>
                  <a:lnTo>
                    <a:pt x="16515" y="1902"/>
                  </a:lnTo>
                  <a:lnTo>
                    <a:pt x="16997" y="2263"/>
                  </a:lnTo>
                  <a:lnTo>
                    <a:pt x="17430" y="2673"/>
                  </a:lnTo>
                  <a:lnTo>
                    <a:pt x="17767" y="3034"/>
                  </a:lnTo>
                  <a:lnTo>
                    <a:pt x="18080" y="3419"/>
                  </a:lnTo>
                  <a:lnTo>
                    <a:pt x="18369" y="3828"/>
                  </a:lnTo>
                  <a:lnTo>
                    <a:pt x="18658" y="4237"/>
                  </a:lnTo>
                  <a:lnTo>
                    <a:pt x="18706" y="4358"/>
                  </a:lnTo>
                  <a:lnTo>
                    <a:pt x="18730" y="4478"/>
                  </a:lnTo>
                  <a:lnTo>
                    <a:pt x="18754" y="4550"/>
                  </a:lnTo>
                  <a:lnTo>
                    <a:pt x="18778" y="4598"/>
                  </a:lnTo>
                  <a:lnTo>
                    <a:pt x="18874" y="4647"/>
                  </a:lnTo>
                  <a:lnTo>
                    <a:pt x="18946" y="4695"/>
                  </a:lnTo>
                  <a:lnTo>
                    <a:pt x="19067" y="4839"/>
                  </a:lnTo>
                  <a:lnTo>
                    <a:pt x="19187" y="5008"/>
                  </a:lnTo>
                  <a:lnTo>
                    <a:pt x="19308" y="5152"/>
                  </a:lnTo>
                  <a:lnTo>
                    <a:pt x="19596" y="5441"/>
                  </a:lnTo>
                  <a:lnTo>
                    <a:pt x="19885" y="5706"/>
                  </a:lnTo>
                  <a:lnTo>
                    <a:pt x="20439" y="6187"/>
                  </a:lnTo>
                  <a:lnTo>
                    <a:pt x="20728" y="6428"/>
                  </a:lnTo>
                  <a:lnTo>
                    <a:pt x="20993" y="6669"/>
                  </a:lnTo>
                  <a:lnTo>
                    <a:pt x="21258" y="6934"/>
                  </a:lnTo>
                  <a:lnTo>
                    <a:pt x="21546" y="7150"/>
                  </a:lnTo>
                  <a:lnTo>
                    <a:pt x="21835" y="7343"/>
                  </a:lnTo>
                  <a:lnTo>
                    <a:pt x="22148" y="7511"/>
                  </a:lnTo>
                  <a:lnTo>
                    <a:pt x="22461" y="7680"/>
                  </a:lnTo>
                  <a:lnTo>
                    <a:pt x="22774" y="7824"/>
                  </a:lnTo>
                  <a:lnTo>
                    <a:pt x="23111" y="7945"/>
                  </a:lnTo>
                  <a:lnTo>
                    <a:pt x="23448" y="8065"/>
                  </a:lnTo>
                  <a:lnTo>
                    <a:pt x="23665" y="8113"/>
                  </a:lnTo>
                  <a:lnTo>
                    <a:pt x="23882" y="8113"/>
                  </a:lnTo>
                  <a:lnTo>
                    <a:pt x="23930" y="8065"/>
                  </a:lnTo>
                  <a:lnTo>
                    <a:pt x="24026" y="7969"/>
                  </a:lnTo>
                  <a:lnTo>
                    <a:pt x="23617" y="7824"/>
                  </a:lnTo>
                  <a:lnTo>
                    <a:pt x="23352" y="7728"/>
                  </a:lnTo>
                  <a:lnTo>
                    <a:pt x="23111" y="7632"/>
                  </a:lnTo>
                  <a:lnTo>
                    <a:pt x="22846" y="7511"/>
                  </a:lnTo>
                  <a:lnTo>
                    <a:pt x="22630" y="7367"/>
                  </a:lnTo>
                  <a:lnTo>
                    <a:pt x="22389" y="7222"/>
                  </a:lnTo>
                  <a:lnTo>
                    <a:pt x="22172" y="7078"/>
                  </a:lnTo>
                  <a:lnTo>
                    <a:pt x="21956" y="6885"/>
                  </a:lnTo>
                  <a:lnTo>
                    <a:pt x="21739" y="6717"/>
                  </a:lnTo>
                  <a:lnTo>
                    <a:pt x="21378" y="6356"/>
                  </a:lnTo>
                  <a:lnTo>
                    <a:pt x="20993" y="6019"/>
                  </a:lnTo>
                  <a:lnTo>
                    <a:pt x="20872" y="5898"/>
                  </a:lnTo>
                  <a:lnTo>
                    <a:pt x="20776" y="5754"/>
                  </a:lnTo>
                  <a:lnTo>
                    <a:pt x="20704" y="5585"/>
                  </a:lnTo>
                  <a:lnTo>
                    <a:pt x="20656" y="5417"/>
                  </a:lnTo>
                  <a:lnTo>
                    <a:pt x="20583" y="4695"/>
                  </a:lnTo>
                  <a:lnTo>
                    <a:pt x="20535" y="3973"/>
                  </a:lnTo>
                  <a:lnTo>
                    <a:pt x="20535" y="3611"/>
                  </a:lnTo>
                  <a:lnTo>
                    <a:pt x="20559" y="3250"/>
                  </a:lnTo>
                  <a:lnTo>
                    <a:pt x="20583" y="2889"/>
                  </a:lnTo>
                  <a:lnTo>
                    <a:pt x="20632" y="2528"/>
                  </a:lnTo>
                  <a:lnTo>
                    <a:pt x="20680" y="2191"/>
                  </a:lnTo>
                  <a:lnTo>
                    <a:pt x="20728" y="1830"/>
                  </a:lnTo>
                  <a:lnTo>
                    <a:pt x="20800" y="1108"/>
                  </a:lnTo>
                  <a:lnTo>
                    <a:pt x="20800" y="987"/>
                  </a:lnTo>
                  <a:lnTo>
                    <a:pt x="20776" y="891"/>
                  </a:lnTo>
                  <a:lnTo>
                    <a:pt x="20728" y="795"/>
                  </a:lnTo>
                  <a:lnTo>
                    <a:pt x="20632" y="723"/>
                  </a:lnTo>
                  <a:lnTo>
                    <a:pt x="20367" y="578"/>
                  </a:lnTo>
                  <a:lnTo>
                    <a:pt x="20102" y="410"/>
                  </a:lnTo>
                  <a:lnTo>
                    <a:pt x="19861" y="241"/>
                  </a:lnTo>
                  <a:lnTo>
                    <a:pt x="19596" y="73"/>
                  </a:lnTo>
                  <a:lnTo>
                    <a:pt x="19524" y="49"/>
                  </a:lnTo>
                  <a:lnTo>
                    <a:pt x="194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14"/>
            <p:cNvSpPr/>
            <p:nvPr/>
          </p:nvSpPr>
          <p:spPr>
            <a:xfrm rot="10800000">
              <a:off x="2903694" y="5779702"/>
              <a:ext cx="976197" cy="910744"/>
            </a:xfrm>
            <a:custGeom>
              <a:avLst/>
              <a:gdLst/>
              <a:ahLst/>
              <a:cxnLst/>
              <a:rect l="l" t="t" r="r" b="b"/>
              <a:pathLst>
                <a:path w="11484" h="10714" extrusionOk="0">
                  <a:moveTo>
                    <a:pt x="7921" y="1"/>
                  </a:moveTo>
                  <a:lnTo>
                    <a:pt x="7416" y="49"/>
                  </a:lnTo>
                  <a:lnTo>
                    <a:pt x="6886" y="145"/>
                  </a:lnTo>
                  <a:lnTo>
                    <a:pt x="6453" y="242"/>
                  </a:lnTo>
                  <a:lnTo>
                    <a:pt x="6019" y="386"/>
                  </a:lnTo>
                  <a:lnTo>
                    <a:pt x="5610" y="555"/>
                  </a:lnTo>
                  <a:lnTo>
                    <a:pt x="5177" y="723"/>
                  </a:lnTo>
                  <a:lnTo>
                    <a:pt x="4792" y="916"/>
                  </a:lnTo>
                  <a:lnTo>
                    <a:pt x="4382" y="1132"/>
                  </a:lnTo>
                  <a:lnTo>
                    <a:pt x="3997" y="1373"/>
                  </a:lnTo>
                  <a:lnTo>
                    <a:pt x="3636" y="1638"/>
                  </a:lnTo>
                  <a:lnTo>
                    <a:pt x="3275" y="1903"/>
                  </a:lnTo>
                  <a:lnTo>
                    <a:pt x="2914" y="2192"/>
                  </a:lnTo>
                  <a:lnTo>
                    <a:pt x="2601" y="2505"/>
                  </a:lnTo>
                  <a:lnTo>
                    <a:pt x="2264" y="2818"/>
                  </a:lnTo>
                  <a:lnTo>
                    <a:pt x="1951" y="3155"/>
                  </a:lnTo>
                  <a:lnTo>
                    <a:pt x="1662" y="3492"/>
                  </a:lnTo>
                  <a:lnTo>
                    <a:pt x="1397" y="3853"/>
                  </a:lnTo>
                  <a:lnTo>
                    <a:pt x="1132" y="4214"/>
                  </a:lnTo>
                  <a:lnTo>
                    <a:pt x="964" y="4454"/>
                  </a:lnTo>
                  <a:lnTo>
                    <a:pt x="795" y="4695"/>
                  </a:lnTo>
                  <a:lnTo>
                    <a:pt x="651" y="4960"/>
                  </a:lnTo>
                  <a:lnTo>
                    <a:pt x="531" y="5225"/>
                  </a:lnTo>
                  <a:lnTo>
                    <a:pt x="410" y="5490"/>
                  </a:lnTo>
                  <a:lnTo>
                    <a:pt x="290" y="5754"/>
                  </a:lnTo>
                  <a:lnTo>
                    <a:pt x="218" y="6019"/>
                  </a:lnTo>
                  <a:lnTo>
                    <a:pt x="145" y="6308"/>
                  </a:lnTo>
                  <a:lnTo>
                    <a:pt x="73" y="6573"/>
                  </a:lnTo>
                  <a:lnTo>
                    <a:pt x="49" y="6862"/>
                  </a:lnTo>
                  <a:lnTo>
                    <a:pt x="1" y="7127"/>
                  </a:lnTo>
                  <a:lnTo>
                    <a:pt x="1" y="7391"/>
                  </a:lnTo>
                  <a:lnTo>
                    <a:pt x="1" y="7680"/>
                  </a:lnTo>
                  <a:lnTo>
                    <a:pt x="25" y="7945"/>
                  </a:lnTo>
                  <a:lnTo>
                    <a:pt x="49" y="8186"/>
                  </a:lnTo>
                  <a:lnTo>
                    <a:pt x="121" y="8451"/>
                  </a:lnTo>
                  <a:lnTo>
                    <a:pt x="194" y="8691"/>
                  </a:lnTo>
                  <a:lnTo>
                    <a:pt x="266" y="8932"/>
                  </a:lnTo>
                  <a:lnTo>
                    <a:pt x="362" y="9149"/>
                  </a:lnTo>
                  <a:lnTo>
                    <a:pt x="506" y="9365"/>
                  </a:lnTo>
                  <a:lnTo>
                    <a:pt x="627" y="9582"/>
                  </a:lnTo>
                  <a:lnTo>
                    <a:pt x="795" y="9775"/>
                  </a:lnTo>
                  <a:lnTo>
                    <a:pt x="964" y="9943"/>
                  </a:lnTo>
                  <a:lnTo>
                    <a:pt x="1156" y="10112"/>
                  </a:lnTo>
                  <a:lnTo>
                    <a:pt x="1373" y="10256"/>
                  </a:lnTo>
                  <a:lnTo>
                    <a:pt x="1614" y="10376"/>
                  </a:lnTo>
                  <a:lnTo>
                    <a:pt x="1855" y="10473"/>
                  </a:lnTo>
                  <a:lnTo>
                    <a:pt x="2143" y="10569"/>
                  </a:lnTo>
                  <a:lnTo>
                    <a:pt x="2432" y="10641"/>
                  </a:lnTo>
                  <a:lnTo>
                    <a:pt x="2745" y="10689"/>
                  </a:lnTo>
                  <a:lnTo>
                    <a:pt x="3082" y="10714"/>
                  </a:lnTo>
                  <a:lnTo>
                    <a:pt x="3419" y="10714"/>
                  </a:lnTo>
                  <a:lnTo>
                    <a:pt x="3829" y="10689"/>
                  </a:lnTo>
                  <a:lnTo>
                    <a:pt x="4214" y="10641"/>
                  </a:lnTo>
                  <a:lnTo>
                    <a:pt x="4623" y="10569"/>
                  </a:lnTo>
                  <a:lnTo>
                    <a:pt x="5008" y="10473"/>
                  </a:lnTo>
                  <a:lnTo>
                    <a:pt x="5393" y="10352"/>
                  </a:lnTo>
                  <a:lnTo>
                    <a:pt x="5779" y="10208"/>
                  </a:lnTo>
                  <a:lnTo>
                    <a:pt x="6140" y="10064"/>
                  </a:lnTo>
                  <a:lnTo>
                    <a:pt x="6525" y="9895"/>
                  </a:lnTo>
                  <a:lnTo>
                    <a:pt x="6862" y="9702"/>
                  </a:lnTo>
                  <a:lnTo>
                    <a:pt x="7223" y="9486"/>
                  </a:lnTo>
                  <a:lnTo>
                    <a:pt x="7560" y="9269"/>
                  </a:lnTo>
                  <a:lnTo>
                    <a:pt x="7897" y="9052"/>
                  </a:lnTo>
                  <a:lnTo>
                    <a:pt x="8210" y="8788"/>
                  </a:lnTo>
                  <a:lnTo>
                    <a:pt x="8523" y="8547"/>
                  </a:lnTo>
                  <a:lnTo>
                    <a:pt x="8836" y="8282"/>
                  </a:lnTo>
                  <a:lnTo>
                    <a:pt x="9125" y="7993"/>
                  </a:lnTo>
                  <a:lnTo>
                    <a:pt x="9438" y="7728"/>
                  </a:lnTo>
                  <a:lnTo>
                    <a:pt x="9727" y="7415"/>
                  </a:lnTo>
                  <a:lnTo>
                    <a:pt x="9991" y="7103"/>
                  </a:lnTo>
                  <a:lnTo>
                    <a:pt x="10232" y="6766"/>
                  </a:lnTo>
                  <a:lnTo>
                    <a:pt x="10449" y="6428"/>
                  </a:lnTo>
                  <a:lnTo>
                    <a:pt x="10665" y="6091"/>
                  </a:lnTo>
                  <a:lnTo>
                    <a:pt x="10858" y="5730"/>
                  </a:lnTo>
                  <a:lnTo>
                    <a:pt x="11002" y="5369"/>
                  </a:lnTo>
                  <a:lnTo>
                    <a:pt x="11147" y="5008"/>
                  </a:lnTo>
                  <a:lnTo>
                    <a:pt x="11267" y="4647"/>
                  </a:lnTo>
                  <a:lnTo>
                    <a:pt x="11364" y="4286"/>
                  </a:lnTo>
                  <a:lnTo>
                    <a:pt x="11436" y="3925"/>
                  </a:lnTo>
                  <a:lnTo>
                    <a:pt x="11484" y="3564"/>
                  </a:lnTo>
                  <a:lnTo>
                    <a:pt x="11484" y="3203"/>
                  </a:lnTo>
                  <a:lnTo>
                    <a:pt x="11484" y="2866"/>
                  </a:lnTo>
                  <a:lnTo>
                    <a:pt x="11460" y="2529"/>
                  </a:lnTo>
                  <a:lnTo>
                    <a:pt x="11388" y="2216"/>
                  </a:lnTo>
                  <a:lnTo>
                    <a:pt x="11315" y="1903"/>
                  </a:lnTo>
                  <a:lnTo>
                    <a:pt x="11195" y="1614"/>
                  </a:lnTo>
                  <a:lnTo>
                    <a:pt x="11051" y="1349"/>
                  </a:lnTo>
                  <a:lnTo>
                    <a:pt x="10882" y="1108"/>
                  </a:lnTo>
                  <a:lnTo>
                    <a:pt x="10665" y="868"/>
                  </a:lnTo>
                  <a:lnTo>
                    <a:pt x="10449" y="651"/>
                  </a:lnTo>
                  <a:lnTo>
                    <a:pt x="10184" y="482"/>
                  </a:lnTo>
                  <a:lnTo>
                    <a:pt x="9871" y="314"/>
                  </a:lnTo>
                  <a:lnTo>
                    <a:pt x="9558" y="194"/>
                  </a:lnTo>
                  <a:lnTo>
                    <a:pt x="9197" y="97"/>
                  </a:lnTo>
                  <a:lnTo>
                    <a:pt x="8812" y="25"/>
                  </a:lnTo>
                  <a:lnTo>
                    <a:pt x="83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14"/>
            <p:cNvSpPr/>
            <p:nvPr/>
          </p:nvSpPr>
          <p:spPr>
            <a:xfrm rot="10800000">
              <a:off x="3077614" y="6538881"/>
              <a:ext cx="24651" cy="43098"/>
            </a:xfrm>
            <a:custGeom>
              <a:avLst/>
              <a:gdLst/>
              <a:ahLst/>
              <a:cxnLst/>
              <a:rect l="l" t="t" r="r" b="b"/>
              <a:pathLst>
                <a:path w="290" h="507" extrusionOk="0">
                  <a:moveTo>
                    <a:pt x="242" y="1"/>
                  </a:moveTo>
                  <a:lnTo>
                    <a:pt x="193" y="25"/>
                  </a:lnTo>
                  <a:lnTo>
                    <a:pt x="145" y="73"/>
                  </a:lnTo>
                  <a:lnTo>
                    <a:pt x="73" y="193"/>
                  </a:lnTo>
                  <a:lnTo>
                    <a:pt x="1" y="314"/>
                  </a:lnTo>
                  <a:lnTo>
                    <a:pt x="25" y="362"/>
                  </a:lnTo>
                  <a:lnTo>
                    <a:pt x="73" y="458"/>
                  </a:lnTo>
                  <a:lnTo>
                    <a:pt x="97" y="506"/>
                  </a:lnTo>
                  <a:lnTo>
                    <a:pt x="121" y="482"/>
                  </a:lnTo>
                  <a:lnTo>
                    <a:pt x="145" y="458"/>
                  </a:lnTo>
                  <a:lnTo>
                    <a:pt x="121" y="410"/>
                  </a:lnTo>
                  <a:lnTo>
                    <a:pt x="121" y="362"/>
                  </a:lnTo>
                  <a:lnTo>
                    <a:pt x="193" y="266"/>
                  </a:lnTo>
                  <a:lnTo>
                    <a:pt x="266" y="169"/>
                  </a:lnTo>
                  <a:lnTo>
                    <a:pt x="290" y="121"/>
                  </a:lnTo>
                  <a:lnTo>
                    <a:pt x="290" y="73"/>
                  </a:lnTo>
                  <a:lnTo>
                    <a:pt x="266" y="25"/>
                  </a:lnTo>
                  <a:lnTo>
                    <a:pt x="2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14"/>
            <p:cNvSpPr/>
            <p:nvPr/>
          </p:nvSpPr>
          <p:spPr>
            <a:xfrm rot="10800000">
              <a:off x="2909814" y="6436535"/>
              <a:ext cx="18446" cy="24651"/>
            </a:xfrm>
            <a:custGeom>
              <a:avLst/>
              <a:gdLst/>
              <a:ahLst/>
              <a:cxnLst/>
              <a:rect l="l" t="t" r="r" b="b"/>
              <a:pathLst>
                <a:path w="217" h="290" extrusionOk="0">
                  <a:moveTo>
                    <a:pt x="48" y="0"/>
                  </a:moveTo>
                  <a:lnTo>
                    <a:pt x="24" y="24"/>
                  </a:lnTo>
                  <a:lnTo>
                    <a:pt x="0" y="72"/>
                  </a:lnTo>
                  <a:lnTo>
                    <a:pt x="0" y="121"/>
                  </a:lnTo>
                  <a:lnTo>
                    <a:pt x="0" y="193"/>
                  </a:lnTo>
                  <a:lnTo>
                    <a:pt x="48" y="241"/>
                  </a:lnTo>
                  <a:lnTo>
                    <a:pt x="96" y="289"/>
                  </a:lnTo>
                  <a:lnTo>
                    <a:pt x="144" y="289"/>
                  </a:lnTo>
                  <a:lnTo>
                    <a:pt x="193" y="265"/>
                  </a:lnTo>
                  <a:lnTo>
                    <a:pt x="217" y="241"/>
                  </a:lnTo>
                  <a:lnTo>
                    <a:pt x="217" y="193"/>
                  </a:lnTo>
                  <a:lnTo>
                    <a:pt x="144" y="145"/>
                  </a:lnTo>
                  <a:lnTo>
                    <a:pt x="120" y="121"/>
                  </a:lnTo>
                  <a:lnTo>
                    <a:pt x="144" y="72"/>
                  </a:lnTo>
                  <a:lnTo>
                    <a:pt x="169" y="48"/>
                  </a:lnTo>
                  <a:lnTo>
                    <a:pt x="169" y="24"/>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14"/>
            <p:cNvSpPr/>
            <p:nvPr/>
          </p:nvSpPr>
          <p:spPr>
            <a:xfrm rot="10800000">
              <a:off x="3046927" y="6604335"/>
              <a:ext cx="20486" cy="22611"/>
            </a:xfrm>
            <a:custGeom>
              <a:avLst/>
              <a:gdLst/>
              <a:ahLst/>
              <a:cxnLst/>
              <a:rect l="l" t="t" r="r" b="b"/>
              <a:pathLst>
                <a:path w="241" h="266" extrusionOk="0">
                  <a:moveTo>
                    <a:pt x="48" y="0"/>
                  </a:moveTo>
                  <a:lnTo>
                    <a:pt x="0" y="24"/>
                  </a:lnTo>
                  <a:lnTo>
                    <a:pt x="0" y="48"/>
                  </a:lnTo>
                  <a:lnTo>
                    <a:pt x="24" y="97"/>
                  </a:lnTo>
                  <a:lnTo>
                    <a:pt x="24" y="145"/>
                  </a:lnTo>
                  <a:lnTo>
                    <a:pt x="24" y="193"/>
                  </a:lnTo>
                  <a:lnTo>
                    <a:pt x="24" y="241"/>
                  </a:lnTo>
                  <a:lnTo>
                    <a:pt x="72" y="265"/>
                  </a:lnTo>
                  <a:lnTo>
                    <a:pt x="120" y="265"/>
                  </a:lnTo>
                  <a:lnTo>
                    <a:pt x="144" y="217"/>
                  </a:lnTo>
                  <a:lnTo>
                    <a:pt x="169" y="169"/>
                  </a:lnTo>
                  <a:lnTo>
                    <a:pt x="217" y="145"/>
                  </a:lnTo>
                  <a:lnTo>
                    <a:pt x="241" y="121"/>
                  </a:lnTo>
                  <a:lnTo>
                    <a:pt x="241" y="97"/>
                  </a:lnTo>
                  <a:lnTo>
                    <a:pt x="241" y="48"/>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14"/>
            <p:cNvSpPr/>
            <p:nvPr/>
          </p:nvSpPr>
          <p:spPr>
            <a:xfrm rot="10800000">
              <a:off x="3112381" y="6193081"/>
              <a:ext cx="24651" cy="16406"/>
            </a:xfrm>
            <a:custGeom>
              <a:avLst/>
              <a:gdLst/>
              <a:ahLst/>
              <a:cxnLst/>
              <a:rect l="l" t="t" r="r" b="b"/>
              <a:pathLst>
                <a:path w="290" h="193" extrusionOk="0">
                  <a:moveTo>
                    <a:pt x="73" y="0"/>
                  </a:moveTo>
                  <a:lnTo>
                    <a:pt x="25" y="24"/>
                  </a:lnTo>
                  <a:lnTo>
                    <a:pt x="1" y="48"/>
                  </a:lnTo>
                  <a:lnTo>
                    <a:pt x="25" y="96"/>
                  </a:lnTo>
                  <a:lnTo>
                    <a:pt x="25" y="121"/>
                  </a:lnTo>
                  <a:lnTo>
                    <a:pt x="73" y="145"/>
                  </a:lnTo>
                  <a:lnTo>
                    <a:pt x="121" y="169"/>
                  </a:lnTo>
                  <a:lnTo>
                    <a:pt x="193" y="193"/>
                  </a:lnTo>
                  <a:lnTo>
                    <a:pt x="241" y="169"/>
                  </a:lnTo>
                  <a:lnTo>
                    <a:pt x="265" y="145"/>
                  </a:lnTo>
                  <a:lnTo>
                    <a:pt x="289" y="96"/>
                  </a:lnTo>
                  <a:lnTo>
                    <a:pt x="289" y="72"/>
                  </a:lnTo>
                  <a:lnTo>
                    <a:pt x="289" y="24"/>
                  </a:lnTo>
                  <a:lnTo>
                    <a:pt x="2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14"/>
            <p:cNvSpPr/>
            <p:nvPr/>
          </p:nvSpPr>
          <p:spPr>
            <a:xfrm rot="10800000">
              <a:off x="3298627" y="6545002"/>
              <a:ext cx="20486" cy="16491"/>
            </a:xfrm>
            <a:custGeom>
              <a:avLst/>
              <a:gdLst/>
              <a:ahLst/>
              <a:cxnLst/>
              <a:rect l="l" t="t" r="r" b="b"/>
              <a:pathLst>
                <a:path w="241" h="194" extrusionOk="0">
                  <a:moveTo>
                    <a:pt x="120" y="1"/>
                  </a:moveTo>
                  <a:lnTo>
                    <a:pt x="72" y="25"/>
                  </a:lnTo>
                  <a:lnTo>
                    <a:pt x="24" y="49"/>
                  </a:lnTo>
                  <a:lnTo>
                    <a:pt x="0" y="73"/>
                  </a:lnTo>
                  <a:lnTo>
                    <a:pt x="0" y="121"/>
                  </a:lnTo>
                  <a:lnTo>
                    <a:pt x="0" y="169"/>
                  </a:lnTo>
                  <a:lnTo>
                    <a:pt x="24" y="193"/>
                  </a:lnTo>
                  <a:lnTo>
                    <a:pt x="169" y="193"/>
                  </a:lnTo>
                  <a:lnTo>
                    <a:pt x="217" y="145"/>
                  </a:lnTo>
                  <a:lnTo>
                    <a:pt x="241" y="73"/>
                  </a:lnTo>
                  <a:lnTo>
                    <a:pt x="217" y="49"/>
                  </a:lnTo>
                  <a:lnTo>
                    <a:pt x="193" y="25"/>
                  </a:lnTo>
                  <a:lnTo>
                    <a:pt x="1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14"/>
            <p:cNvSpPr/>
            <p:nvPr/>
          </p:nvSpPr>
          <p:spPr>
            <a:xfrm rot="10800000">
              <a:off x="3124707" y="6328154"/>
              <a:ext cx="18446" cy="18446"/>
            </a:xfrm>
            <a:custGeom>
              <a:avLst/>
              <a:gdLst/>
              <a:ahLst/>
              <a:cxnLst/>
              <a:rect l="l" t="t" r="r" b="b"/>
              <a:pathLst>
                <a:path w="217" h="217" extrusionOk="0">
                  <a:moveTo>
                    <a:pt x="169" y="0"/>
                  </a:moveTo>
                  <a:lnTo>
                    <a:pt x="73" y="24"/>
                  </a:lnTo>
                  <a:lnTo>
                    <a:pt x="24" y="97"/>
                  </a:lnTo>
                  <a:lnTo>
                    <a:pt x="0" y="121"/>
                  </a:lnTo>
                  <a:lnTo>
                    <a:pt x="0" y="169"/>
                  </a:lnTo>
                  <a:lnTo>
                    <a:pt x="24" y="217"/>
                  </a:lnTo>
                  <a:lnTo>
                    <a:pt x="97" y="217"/>
                  </a:lnTo>
                  <a:lnTo>
                    <a:pt x="121" y="193"/>
                  </a:lnTo>
                  <a:lnTo>
                    <a:pt x="193" y="121"/>
                  </a:lnTo>
                  <a:lnTo>
                    <a:pt x="217"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14"/>
            <p:cNvSpPr/>
            <p:nvPr/>
          </p:nvSpPr>
          <p:spPr>
            <a:xfrm rot="10800000">
              <a:off x="3220847" y="6109181"/>
              <a:ext cx="14366" cy="16406"/>
            </a:xfrm>
            <a:custGeom>
              <a:avLst/>
              <a:gdLst/>
              <a:ahLst/>
              <a:cxnLst/>
              <a:rect l="l" t="t" r="r" b="b"/>
              <a:pathLst>
                <a:path w="169" h="193" extrusionOk="0">
                  <a:moveTo>
                    <a:pt x="72" y="0"/>
                  </a:moveTo>
                  <a:lnTo>
                    <a:pt x="24" y="24"/>
                  </a:lnTo>
                  <a:lnTo>
                    <a:pt x="0" y="48"/>
                  </a:lnTo>
                  <a:lnTo>
                    <a:pt x="0" y="96"/>
                  </a:lnTo>
                  <a:lnTo>
                    <a:pt x="24" y="169"/>
                  </a:lnTo>
                  <a:lnTo>
                    <a:pt x="48" y="193"/>
                  </a:lnTo>
                  <a:lnTo>
                    <a:pt x="96" y="193"/>
                  </a:lnTo>
                  <a:lnTo>
                    <a:pt x="144" y="169"/>
                  </a:lnTo>
                  <a:lnTo>
                    <a:pt x="169" y="145"/>
                  </a:lnTo>
                  <a:lnTo>
                    <a:pt x="169" y="96"/>
                  </a:lnTo>
                  <a:lnTo>
                    <a:pt x="144" y="24"/>
                  </a:lnTo>
                  <a:lnTo>
                    <a:pt x="1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14"/>
            <p:cNvSpPr/>
            <p:nvPr/>
          </p:nvSpPr>
          <p:spPr>
            <a:xfrm rot="10800000">
              <a:off x="3194241" y="6459062"/>
              <a:ext cx="16491" cy="16491"/>
            </a:xfrm>
            <a:custGeom>
              <a:avLst/>
              <a:gdLst/>
              <a:ahLst/>
              <a:cxnLst/>
              <a:rect l="l" t="t" r="r" b="b"/>
              <a:pathLst>
                <a:path w="194" h="194" extrusionOk="0">
                  <a:moveTo>
                    <a:pt x="97" y="1"/>
                  </a:moveTo>
                  <a:lnTo>
                    <a:pt x="49" y="49"/>
                  </a:lnTo>
                  <a:lnTo>
                    <a:pt x="1" y="145"/>
                  </a:lnTo>
                  <a:lnTo>
                    <a:pt x="121" y="193"/>
                  </a:lnTo>
                  <a:lnTo>
                    <a:pt x="169" y="169"/>
                  </a:lnTo>
                  <a:lnTo>
                    <a:pt x="194" y="121"/>
                  </a:lnTo>
                  <a:lnTo>
                    <a:pt x="194" y="49"/>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14"/>
            <p:cNvSpPr/>
            <p:nvPr/>
          </p:nvSpPr>
          <p:spPr>
            <a:xfrm rot="10800000">
              <a:off x="3020321" y="6518395"/>
              <a:ext cx="16406" cy="16491"/>
            </a:xfrm>
            <a:custGeom>
              <a:avLst/>
              <a:gdLst/>
              <a:ahLst/>
              <a:cxnLst/>
              <a:rect l="l" t="t" r="r" b="b"/>
              <a:pathLst>
                <a:path w="193" h="194" extrusionOk="0">
                  <a:moveTo>
                    <a:pt x="96" y="1"/>
                  </a:moveTo>
                  <a:lnTo>
                    <a:pt x="24" y="25"/>
                  </a:lnTo>
                  <a:lnTo>
                    <a:pt x="0" y="73"/>
                  </a:lnTo>
                  <a:lnTo>
                    <a:pt x="0" y="121"/>
                  </a:lnTo>
                  <a:lnTo>
                    <a:pt x="48" y="169"/>
                  </a:lnTo>
                  <a:lnTo>
                    <a:pt x="72" y="193"/>
                  </a:lnTo>
                  <a:lnTo>
                    <a:pt x="121" y="193"/>
                  </a:lnTo>
                  <a:lnTo>
                    <a:pt x="169" y="169"/>
                  </a:lnTo>
                  <a:lnTo>
                    <a:pt x="193" y="121"/>
                  </a:lnTo>
                  <a:lnTo>
                    <a:pt x="169" y="73"/>
                  </a:lnTo>
                  <a:lnTo>
                    <a:pt x="169"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14"/>
            <p:cNvSpPr/>
            <p:nvPr/>
          </p:nvSpPr>
          <p:spPr>
            <a:xfrm rot="10800000">
              <a:off x="3114421" y="6418174"/>
              <a:ext cx="18531" cy="18446"/>
            </a:xfrm>
            <a:custGeom>
              <a:avLst/>
              <a:gdLst/>
              <a:ahLst/>
              <a:cxnLst/>
              <a:rect l="l" t="t" r="r" b="b"/>
              <a:pathLst>
                <a:path w="218" h="217" extrusionOk="0">
                  <a:moveTo>
                    <a:pt x="49" y="0"/>
                  </a:moveTo>
                  <a:lnTo>
                    <a:pt x="25" y="24"/>
                  </a:lnTo>
                  <a:lnTo>
                    <a:pt x="1" y="24"/>
                  </a:lnTo>
                  <a:lnTo>
                    <a:pt x="25" y="120"/>
                  </a:lnTo>
                  <a:lnTo>
                    <a:pt x="97" y="193"/>
                  </a:lnTo>
                  <a:lnTo>
                    <a:pt x="145" y="217"/>
                  </a:lnTo>
                  <a:lnTo>
                    <a:pt x="169" y="217"/>
                  </a:lnTo>
                  <a:lnTo>
                    <a:pt x="217" y="193"/>
                  </a:lnTo>
                  <a:lnTo>
                    <a:pt x="217" y="144"/>
                  </a:lnTo>
                  <a:lnTo>
                    <a:pt x="217" y="120"/>
                  </a:lnTo>
                  <a:lnTo>
                    <a:pt x="193" y="72"/>
                  </a:lnTo>
                  <a:lnTo>
                    <a:pt x="121"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14"/>
            <p:cNvSpPr/>
            <p:nvPr/>
          </p:nvSpPr>
          <p:spPr>
            <a:xfrm rot="10800000">
              <a:off x="2960987" y="6420214"/>
              <a:ext cx="16406" cy="16406"/>
            </a:xfrm>
            <a:custGeom>
              <a:avLst/>
              <a:gdLst/>
              <a:ahLst/>
              <a:cxnLst/>
              <a:rect l="l" t="t" r="r" b="b"/>
              <a:pathLst>
                <a:path w="193" h="193" extrusionOk="0">
                  <a:moveTo>
                    <a:pt x="72" y="0"/>
                  </a:moveTo>
                  <a:lnTo>
                    <a:pt x="24" y="24"/>
                  </a:lnTo>
                  <a:lnTo>
                    <a:pt x="0" y="72"/>
                  </a:lnTo>
                  <a:lnTo>
                    <a:pt x="0" y="144"/>
                  </a:lnTo>
                  <a:lnTo>
                    <a:pt x="48" y="169"/>
                  </a:lnTo>
                  <a:lnTo>
                    <a:pt x="97" y="193"/>
                  </a:lnTo>
                  <a:lnTo>
                    <a:pt x="169" y="193"/>
                  </a:lnTo>
                  <a:lnTo>
                    <a:pt x="193" y="169"/>
                  </a:lnTo>
                  <a:lnTo>
                    <a:pt x="193" y="96"/>
                  </a:lnTo>
                  <a:lnTo>
                    <a:pt x="169" y="48"/>
                  </a:lnTo>
                  <a:lnTo>
                    <a:pt x="145" y="24"/>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14"/>
            <p:cNvSpPr/>
            <p:nvPr/>
          </p:nvSpPr>
          <p:spPr>
            <a:xfrm rot="10800000">
              <a:off x="3153353" y="6399728"/>
              <a:ext cx="18446" cy="16491"/>
            </a:xfrm>
            <a:custGeom>
              <a:avLst/>
              <a:gdLst/>
              <a:ahLst/>
              <a:cxnLst/>
              <a:rect l="l" t="t" r="r" b="b"/>
              <a:pathLst>
                <a:path w="217" h="194" extrusionOk="0">
                  <a:moveTo>
                    <a:pt x="121" y="1"/>
                  </a:moveTo>
                  <a:lnTo>
                    <a:pt x="73" y="25"/>
                  </a:lnTo>
                  <a:lnTo>
                    <a:pt x="24" y="73"/>
                  </a:lnTo>
                  <a:lnTo>
                    <a:pt x="0" y="121"/>
                  </a:lnTo>
                  <a:lnTo>
                    <a:pt x="24" y="145"/>
                  </a:lnTo>
                  <a:lnTo>
                    <a:pt x="48" y="169"/>
                  </a:lnTo>
                  <a:lnTo>
                    <a:pt x="169" y="193"/>
                  </a:lnTo>
                  <a:lnTo>
                    <a:pt x="217" y="73"/>
                  </a:lnTo>
                  <a:lnTo>
                    <a:pt x="193" y="49"/>
                  </a:lnTo>
                  <a:lnTo>
                    <a:pt x="193"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14"/>
            <p:cNvSpPr/>
            <p:nvPr/>
          </p:nvSpPr>
          <p:spPr>
            <a:xfrm rot="10800000">
              <a:off x="3216767" y="6538881"/>
              <a:ext cx="12326" cy="22611"/>
            </a:xfrm>
            <a:custGeom>
              <a:avLst/>
              <a:gdLst/>
              <a:ahLst/>
              <a:cxnLst/>
              <a:rect l="l" t="t" r="r" b="b"/>
              <a:pathLst>
                <a:path w="145" h="266" extrusionOk="0">
                  <a:moveTo>
                    <a:pt x="121" y="1"/>
                  </a:moveTo>
                  <a:lnTo>
                    <a:pt x="97" y="25"/>
                  </a:lnTo>
                  <a:lnTo>
                    <a:pt x="48" y="49"/>
                  </a:lnTo>
                  <a:lnTo>
                    <a:pt x="0" y="121"/>
                  </a:lnTo>
                  <a:lnTo>
                    <a:pt x="0" y="217"/>
                  </a:lnTo>
                  <a:lnTo>
                    <a:pt x="24" y="241"/>
                  </a:lnTo>
                  <a:lnTo>
                    <a:pt x="48" y="265"/>
                  </a:lnTo>
                  <a:lnTo>
                    <a:pt x="72" y="265"/>
                  </a:lnTo>
                  <a:lnTo>
                    <a:pt x="97" y="241"/>
                  </a:lnTo>
                  <a:lnTo>
                    <a:pt x="145" y="169"/>
                  </a:lnTo>
                  <a:lnTo>
                    <a:pt x="145"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14"/>
            <p:cNvSpPr/>
            <p:nvPr/>
          </p:nvSpPr>
          <p:spPr>
            <a:xfrm rot="10800000">
              <a:off x="3171715" y="6598215"/>
              <a:ext cx="18531" cy="14451"/>
            </a:xfrm>
            <a:custGeom>
              <a:avLst/>
              <a:gdLst/>
              <a:ahLst/>
              <a:cxnLst/>
              <a:rect l="l" t="t" r="r" b="b"/>
              <a:pathLst>
                <a:path w="218" h="170" extrusionOk="0">
                  <a:moveTo>
                    <a:pt x="145" y="1"/>
                  </a:moveTo>
                  <a:lnTo>
                    <a:pt x="25" y="25"/>
                  </a:lnTo>
                  <a:lnTo>
                    <a:pt x="1" y="25"/>
                  </a:lnTo>
                  <a:lnTo>
                    <a:pt x="1" y="49"/>
                  </a:lnTo>
                  <a:lnTo>
                    <a:pt x="25" y="97"/>
                  </a:lnTo>
                  <a:lnTo>
                    <a:pt x="121" y="145"/>
                  </a:lnTo>
                  <a:lnTo>
                    <a:pt x="169" y="169"/>
                  </a:lnTo>
                  <a:lnTo>
                    <a:pt x="193" y="145"/>
                  </a:lnTo>
                  <a:lnTo>
                    <a:pt x="217" y="97"/>
                  </a:lnTo>
                  <a:lnTo>
                    <a:pt x="217" y="25"/>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14"/>
            <p:cNvSpPr/>
            <p:nvPr/>
          </p:nvSpPr>
          <p:spPr>
            <a:xfrm rot="10800000">
              <a:off x="3022361" y="6369041"/>
              <a:ext cx="14366" cy="14451"/>
            </a:xfrm>
            <a:custGeom>
              <a:avLst/>
              <a:gdLst/>
              <a:ahLst/>
              <a:cxnLst/>
              <a:rect l="l" t="t" r="r" b="b"/>
              <a:pathLst>
                <a:path w="169" h="170" extrusionOk="0">
                  <a:moveTo>
                    <a:pt x="72" y="1"/>
                  </a:moveTo>
                  <a:lnTo>
                    <a:pt x="24" y="25"/>
                  </a:lnTo>
                  <a:lnTo>
                    <a:pt x="0" y="49"/>
                  </a:lnTo>
                  <a:lnTo>
                    <a:pt x="0" y="97"/>
                  </a:lnTo>
                  <a:lnTo>
                    <a:pt x="24" y="145"/>
                  </a:lnTo>
                  <a:lnTo>
                    <a:pt x="48" y="169"/>
                  </a:lnTo>
                  <a:lnTo>
                    <a:pt x="96" y="169"/>
                  </a:lnTo>
                  <a:lnTo>
                    <a:pt x="169" y="145"/>
                  </a:lnTo>
                  <a:lnTo>
                    <a:pt x="169" y="97"/>
                  </a:lnTo>
                  <a:lnTo>
                    <a:pt x="169" y="73"/>
                  </a:lnTo>
                  <a:lnTo>
                    <a:pt x="169"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14"/>
            <p:cNvSpPr/>
            <p:nvPr/>
          </p:nvSpPr>
          <p:spPr>
            <a:xfrm rot="10800000">
              <a:off x="3384567" y="6575689"/>
              <a:ext cx="14366" cy="14451"/>
            </a:xfrm>
            <a:custGeom>
              <a:avLst/>
              <a:gdLst/>
              <a:ahLst/>
              <a:cxnLst/>
              <a:rect l="l" t="t" r="r" b="b"/>
              <a:pathLst>
                <a:path w="169" h="170" extrusionOk="0">
                  <a:moveTo>
                    <a:pt x="96" y="1"/>
                  </a:moveTo>
                  <a:lnTo>
                    <a:pt x="48" y="25"/>
                  </a:lnTo>
                  <a:lnTo>
                    <a:pt x="0" y="49"/>
                  </a:lnTo>
                  <a:lnTo>
                    <a:pt x="0" y="121"/>
                  </a:lnTo>
                  <a:lnTo>
                    <a:pt x="24" y="145"/>
                  </a:lnTo>
                  <a:lnTo>
                    <a:pt x="48" y="169"/>
                  </a:lnTo>
                  <a:lnTo>
                    <a:pt x="121" y="145"/>
                  </a:lnTo>
                  <a:lnTo>
                    <a:pt x="169" y="73"/>
                  </a:lnTo>
                  <a:lnTo>
                    <a:pt x="169" y="49"/>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14"/>
            <p:cNvSpPr/>
            <p:nvPr/>
          </p:nvSpPr>
          <p:spPr>
            <a:xfrm rot="10800000">
              <a:off x="3231048" y="6299507"/>
              <a:ext cx="14451" cy="16406"/>
            </a:xfrm>
            <a:custGeom>
              <a:avLst/>
              <a:gdLst/>
              <a:ahLst/>
              <a:cxnLst/>
              <a:rect l="l" t="t" r="r" b="b"/>
              <a:pathLst>
                <a:path w="170" h="193" extrusionOk="0">
                  <a:moveTo>
                    <a:pt x="25" y="0"/>
                  </a:moveTo>
                  <a:lnTo>
                    <a:pt x="1" y="48"/>
                  </a:lnTo>
                  <a:lnTo>
                    <a:pt x="25" y="121"/>
                  </a:lnTo>
                  <a:lnTo>
                    <a:pt x="73" y="169"/>
                  </a:lnTo>
                  <a:lnTo>
                    <a:pt x="121" y="193"/>
                  </a:lnTo>
                  <a:lnTo>
                    <a:pt x="145" y="169"/>
                  </a:lnTo>
                  <a:lnTo>
                    <a:pt x="169" y="145"/>
                  </a:lnTo>
                  <a:lnTo>
                    <a:pt x="97"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14"/>
            <p:cNvSpPr/>
            <p:nvPr/>
          </p:nvSpPr>
          <p:spPr>
            <a:xfrm rot="10800000">
              <a:off x="2983428" y="6579854"/>
              <a:ext cx="16491" cy="16406"/>
            </a:xfrm>
            <a:custGeom>
              <a:avLst/>
              <a:gdLst/>
              <a:ahLst/>
              <a:cxnLst/>
              <a:rect l="l" t="t" r="r" b="b"/>
              <a:pathLst>
                <a:path w="194" h="193" extrusionOk="0">
                  <a:moveTo>
                    <a:pt x="49" y="0"/>
                  </a:moveTo>
                  <a:lnTo>
                    <a:pt x="25" y="48"/>
                  </a:lnTo>
                  <a:lnTo>
                    <a:pt x="0" y="73"/>
                  </a:lnTo>
                  <a:lnTo>
                    <a:pt x="25" y="121"/>
                  </a:lnTo>
                  <a:lnTo>
                    <a:pt x="49" y="145"/>
                  </a:lnTo>
                  <a:lnTo>
                    <a:pt x="97" y="169"/>
                  </a:lnTo>
                  <a:lnTo>
                    <a:pt x="121" y="193"/>
                  </a:lnTo>
                  <a:lnTo>
                    <a:pt x="169" y="169"/>
                  </a:lnTo>
                  <a:lnTo>
                    <a:pt x="193" y="121"/>
                  </a:lnTo>
                  <a:lnTo>
                    <a:pt x="169" y="73"/>
                  </a:lnTo>
                  <a:lnTo>
                    <a:pt x="145" y="24"/>
                  </a:lnTo>
                  <a:lnTo>
                    <a:pt x="97"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14"/>
            <p:cNvSpPr/>
            <p:nvPr/>
          </p:nvSpPr>
          <p:spPr>
            <a:xfrm rot="10800000">
              <a:off x="3165594" y="6530721"/>
              <a:ext cx="14366" cy="16406"/>
            </a:xfrm>
            <a:custGeom>
              <a:avLst/>
              <a:gdLst/>
              <a:ahLst/>
              <a:cxnLst/>
              <a:rect l="l" t="t" r="r" b="b"/>
              <a:pathLst>
                <a:path w="169" h="193" extrusionOk="0">
                  <a:moveTo>
                    <a:pt x="96" y="0"/>
                  </a:moveTo>
                  <a:lnTo>
                    <a:pt x="24" y="24"/>
                  </a:lnTo>
                  <a:lnTo>
                    <a:pt x="24" y="48"/>
                  </a:lnTo>
                  <a:lnTo>
                    <a:pt x="0" y="72"/>
                  </a:lnTo>
                  <a:lnTo>
                    <a:pt x="24" y="120"/>
                  </a:lnTo>
                  <a:lnTo>
                    <a:pt x="24" y="145"/>
                  </a:lnTo>
                  <a:lnTo>
                    <a:pt x="72" y="193"/>
                  </a:lnTo>
                  <a:lnTo>
                    <a:pt x="120" y="193"/>
                  </a:lnTo>
                  <a:lnTo>
                    <a:pt x="144" y="169"/>
                  </a:lnTo>
                  <a:lnTo>
                    <a:pt x="169" y="145"/>
                  </a:lnTo>
                  <a:lnTo>
                    <a:pt x="169" y="96"/>
                  </a:lnTo>
                  <a:lnTo>
                    <a:pt x="144" y="48"/>
                  </a:lnTo>
                  <a:lnTo>
                    <a:pt x="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14"/>
            <p:cNvSpPr/>
            <p:nvPr/>
          </p:nvSpPr>
          <p:spPr>
            <a:xfrm rot="10800000">
              <a:off x="3407093" y="6514315"/>
              <a:ext cx="14366" cy="12411"/>
            </a:xfrm>
            <a:custGeom>
              <a:avLst/>
              <a:gdLst/>
              <a:ahLst/>
              <a:cxnLst/>
              <a:rect l="l" t="t" r="r" b="b"/>
              <a:pathLst>
                <a:path w="169" h="146" extrusionOk="0">
                  <a:moveTo>
                    <a:pt x="49" y="1"/>
                  </a:moveTo>
                  <a:lnTo>
                    <a:pt x="0" y="73"/>
                  </a:lnTo>
                  <a:lnTo>
                    <a:pt x="0" y="97"/>
                  </a:lnTo>
                  <a:lnTo>
                    <a:pt x="0" y="121"/>
                  </a:lnTo>
                  <a:lnTo>
                    <a:pt x="49" y="145"/>
                  </a:lnTo>
                  <a:lnTo>
                    <a:pt x="121" y="145"/>
                  </a:lnTo>
                  <a:lnTo>
                    <a:pt x="169" y="97"/>
                  </a:lnTo>
                  <a:lnTo>
                    <a:pt x="169"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14"/>
            <p:cNvSpPr/>
            <p:nvPr/>
          </p:nvSpPr>
          <p:spPr>
            <a:xfrm rot="10800000">
              <a:off x="3069453" y="6641227"/>
              <a:ext cx="12326" cy="16406"/>
            </a:xfrm>
            <a:custGeom>
              <a:avLst/>
              <a:gdLst/>
              <a:ahLst/>
              <a:cxnLst/>
              <a:rect l="l" t="t" r="r" b="b"/>
              <a:pathLst>
                <a:path w="145" h="193" extrusionOk="0">
                  <a:moveTo>
                    <a:pt x="73" y="0"/>
                  </a:moveTo>
                  <a:lnTo>
                    <a:pt x="49" y="24"/>
                  </a:lnTo>
                  <a:lnTo>
                    <a:pt x="25" y="72"/>
                  </a:lnTo>
                  <a:lnTo>
                    <a:pt x="1" y="120"/>
                  </a:lnTo>
                  <a:lnTo>
                    <a:pt x="1" y="169"/>
                  </a:lnTo>
                  <a:lnTo>
                    <a:pt x="49" y="193"/>
                  </a:lnTo>
                  <a:lnTo>
                    <a:pt x="97" y="169"/>
                  </a:lnTo>
                  <a:lnTo>
                    <a:pt x="145" y="120"/>
                  </a:lnTo>
                  <a:lnTo>
                    <a:pt x="145" y="48"/>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14"/>
            <p:cNvSpPr/>
            <p:nvPr/>
          </p:nvSpPr>
          <p:spPr>
            <a:xfrm rot="10800000">
              <a:off x="3233088" y="6203282"/>
              <a:ext cx="18531" cy="12411"/>
            </a:xfrm>
            <a:custGeom>
              <a:avLst/>
              <a:gdLst/>
              <a:ahLst/>
              <a:cxnLst/>
              <a:rect l="l" t="t" r="r" b="b"/>
              <a:pathLst>
                <a:path w="218" h="146" extrusionOk="0">
                  <a:moveTo>
                    <a:pt x="73" y="1"/>
                  </a:moveTo>
                  <a:lnTo>
                    <a:pt x="49" y="25"/>
                  </a:lnTo>
                  <a:lnTo>
                    <a:pt x="25" y="73"/>
                  </a:lnTo>
                  <a:lnTo>
                    <a:pt x="0" y="97"/>
                  </a:lnTo>
                  <a:lnTo>
                    <a:pt x="25" y="121"/>
                  </a:lnTo>
                  <a:lnTo>
                    <a:pt x="25" y="145"/>
                  </a:lnTo>
                  <a:lnTo>
                    <a:pt x="145" y="145"/>
                  </a:lnTo>
                  <a:lnTo>
                    <a:pt x="169" y="121"/>
                  </a:lnTo>
                  <a:lnTo>
                    <a:pt x="193" y="121"/>
                  </a:lnTo>
                  <a:lnTo>
                    <a:pt x="217" y="73"/>
                  </a:lnTo>
                  <a:lnTo>
                    <a:pt x="217" y="49"/>
                  </a:lnTo>
                  <a:lnTo>
                    <a:pt x="193"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14"/>
            <p:cNvSpPr/>
            <p:nvPr/>
          </p:nvSpPr>
          <p:spPr>
            <a:xfrm rot="10800000">
              <a:off x="3020321" y="6547042"/>
              <a:ext cx="14366" cy="14451"/>
            </a:xfrm>
            <a:custGeom>
              <a:avLst/>
              <a:gdLst/>
              <a:ahLst/>
              <a:cxnLst/>
              <a:rect l="l" t="t" r="r" b="b"/>
              <a:pathLst>
                <a:path w="169" h="170" extrusionOk="0">
                  <a:moveTo>
                    <a:pt x="48" y="1"/>
                  </a:moveTo>
                  <a:lnTo>
                    <a:pt x="24" y="25"/>
                  </a:lnTo>
                  <a:lnTo>
                    <a:pt x="0" y="73"/>
                  </a:lnTo>
                  <a:lnTo>
                    <a:pt x="24" y="145"/>
                  </a:lnTo>
                  <a:lnTo>
                    <a:pt x="97" y="169"/>
                  </a:lnTo>
                  <a:lnTo>
                    <a:pt x="145" y="121"/>
                  </a:lnTo>
                  <a:lnTo>
                    <a:pt x="169"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14"/>
            <p:cNvSpPr/>
            <p:nvPr/>
          </p:nvSpPr>
          <p:spPr>
            <a:xfrm rot="10800000">
              <a:off x="3239293" y="6463142"/>
              <a:ext cx="10286" cy="14451"/>
            </a:xfrm>
            <a:custGeom>
              <a:avLst/>
              <a:gdLst/>
              <a:ahLst/>
              <a:cxnLst/>
              <a:rect l="l" t="t" r="r" b="b"/>
              <a:pathLst>
                <a:path w="121" h="170" extrusionOk="0">
                  <a:moveTo>
                    <a:pt x="25" y="1"/>
                  </a:moveTo>
                  <a:lnTo>
                    <a:pt x="1" y="25"/>
                  </a:lnTo>
                  <a:lnTo>
                    <a:pt x="25" y="73"/>
                  </a:lnTo>
                  <a:lnTo>
                    <a:pt x="49" y="145"/>
                  </a:lnTo>
                  <a:lnTo>
                    <a:pt x="97" y="169"/>
                  </a:lnTo>
                  <a:lnTo>
                    <a:pt x="121" y="121"/>
                  </a:lnTo>
                  <a:lnTo>
                    <a:pt x="121" y="73"/>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14"/>
            <p:cNvSpPr/>
            <p:nvPr/>
          </p:nvSpPr>
          <p:spPr>
            <a:xfrm rot="10800000">
              <a:off x="3333394" y="6307668"/>
              <a:ext cx="14366" cy="12326"/>
            </a:xfrm>
            <a:custGeom>
              <a:avLst/>
              <a:gdLst/>
              <a:ahLst/>
              <a:cxnLst/>
              <a:rect l="l" t="t" r="r" b="b"/>
              <a:pathLst>
                <a:path w="169" h="145" extrusionOk="0">
                  <a:moveTo>
                    <a:pt x="72" y="0"/>
                  </a:moveTo>
                  <a:lnTo>
                    <a:pt x="24" y="24"/>
                  </a:lnTo>
                  <a:lnTo>
                    <a:pt x="0" y="72"/>
                  </a:lnTo>
                  <a:lnTo>
                    <a:pt x="24" y="96"/>
                  </a:lnTo>
                  <a:lnTo>
                    <a:pt x="24" y="121"/>
                  </a:lnTo>
                  <a:lnTo>
                    <a:pt x="72" y="145"/>
                  </a:lnTo>
                  <a:lnTo>
                    <a:pt x="144" y="121"/>
                  </a:lnTo>
                  <a:lnTo>
                    <a:pt x="144" y="96"/>
                  </a:lnTo>
                  <a:lnTo>
                    <a:pt x="169" y="72"/>
                  </a:lnTo>
                  <a:lnTo>
                    <a:pt x="120"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14"/>
            <p:cNvSpPr/>
            <p:nvPr/>
          </p:nvSpPr>
          <p:spPr>
            <a:xfrm rot="10800000">
              <a:off x="3274061" y="6166474"/>
              <a:ext cx="16406" cy="10286"/>
            </a:xfrm>
            <a:custGeom>
              <a:avLst/>
              <a:gdLst/>
              <a:ahLst/>
              <a:cxnLst/>
              <a:rect l="l" t="t" r="r" b="b"/>
              <a:pathLst>
                <a:path w="193" h="121" extrusionOk="0">
                  <a:moveTo>
                    <a:pt x="96" y="0"/>
                  </a:moveTo>
                  <a:lnTo>
                    <a:pt x="48" y="24"/>
                  </a:lnTo>
                  <a:lnTo>
                    <a:pt x="0" y="73"/>
                  </a:lnTo>
                  <a:lnTo>
                    <a:pt x="0" y="97"/>
                  </a:lnTo>
                  <a:lnTo>
                    <a:pt x="24" y="121"/>
                  </a:lnTo>
                  <a:lnTo>
                    <a:pt x="72" y="121"/>
                  </a:lnTo>
                  <a:lnTo>
                    <a:pt x="144" y="97"/>
                  </a:lnTo>
                  <a:lnTo>
                    <a:pt x="193" y="48"/>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14"/>
            <p:cNvSpPr/>
            <p:nvPr/>
          </p:nvSpPr>
          <p:spPr>
            <a:xfrm rot="10800000">
              <a:off x="3024401" y="6434495"/>
              <a:ext cx="14366" cy="12411"/>
            </a:xfrm>
            <a:custGeom>
              <a:avLst/>
              <a:gdLst/>
              <a:ahLst/>
              <a:cxnLst/>
              <a:rect l="l" t="t" r="r" b="b"/>
              <a:pathLst>
                <a:path w="169" h="146" extrusionOk="0">
                  <a:moveTo>
                    <a:pt x="24" y="1"/>
                  </a:moveTo>
                  <a:lnTo>
                    <a:pt x="0" y="97"/>
                  </a:lnTo>
                  <a:lnTo>
                    <a:pt x="24" y="121"/>
                  </a:lnTo>
                  <a:lnTo>
                    <a:pt x="72" y="145"/>
                  </a:lnTo>
                  <a:lnTo>
                    <a:pt x="120" y="121"/>
                  </a:lnTo>
                  <a:lnTo>
                    <a:pt x="145" y="97"/>
                  </a:lnTo>
                  <a:lnTo>
                    <a:pt x="169" y="49"/>
                  </a:lnTo>
                  <a:lnTo>
                    <a:pt x="120"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14"/>
            <p:cNvSpPr/>
            <p:nvPr/>
          </p:nvSpPr>
          <p:spPr>
            <a:xfrm rot="10800000">
              <a:off x="3179960" y="6381367"/>
              <a:ext cx="12326" cy="14366"/>
            </a:xfrm>
            <a:custGeom>
              <a:avLst/>
              <a:gdLst/>
              <a:ahLst/>
              <a:cxnLst/>
              <a:rect l="l" t="t" r="r" b="b"/>
              <a:pathLst>
                <a:path w="145" h="169" extrusionOk="0">
                  <a:moveTo>
                    <a:pt x="73" y="0"/>
                  </a:moveTo>
                  <a:lnTo>
                    <a:pt x="49" y="25"/>
                  </a:lnTo>
                  <a:lnTo>
                    <a:pt x="1" y="73"/>
                  </a:lnTo>
                  <a:lnTo>
                    <a:pt x="1" y="121"/>
                  </a:lnTo>
                  <a:lnTo>
                    <a:pt x="25" y="145"/>
                  </a:lnTo>
                  <a:lnTo>
                    <a:pt x="49" y="169"/>
                  </a:lnTo>
                  <a:lnTo>
                    <a:pt x="73" y="169"/>
                  </a:lnTo>
                  <a:lnTo>
                    <a:pt x="121" y="121"/>
                  </a:lnTo>
                  <a:lnTo>
                    <a:pt x="145" y="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14"/>
            <p:cNvSpPr/>
            <p:nvPr/>
          </p:nvSpPr>
          <p:spPr>
            <a:xfrm rot="10800000">
              <a:off x="3415254" y="6485668"/>
              <a:ext cx="14366" cy="12411"/>
            </a:xfrm>
            <a:custGeom>
              <a:avLst/>
              <a:gdLst/>
              <a:ahLst/>
              <a:cxnLst/>
              <a:rect l="l" t="t" r="r" b="b"/>
              <a:pathLst>
                <a:path w="169" h="146" extrusionOk="0">
                  <a:moveTo>
                    <a:pt x="48" y="1"/>
                  </a:moveTo>
                  <a:lnTo>
                    <a:pt x="24" y="25"/>
                  </a:lnTo>
                  <a:lnTo>
                    <a:pt x="0" y="49"/>
                  </a:lnTo>
                  <a:lnTo>
                    <a:pt x="48" y="97"/>
                  </a:lnTo>
                  <a:lnTo>
                    <a:pt x="120" y="145"/>
                  </a:lnTo>
                  <a:lnTo>
                    <a:pt x="145" y="121"/>
                  </a:lnTo>
                  <a:lnTo>
                    <a:pt x="169" y="121"/>
                  </a:lnTo>
                  <a:lnTo>
                    <a:pt x="169" y="73"/>
                  </a:lnTo>
                  <a:lnTo>
                    <a:pt x="120"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14"/>
            <p:cNvSpPr/>
            <p:nvPr/>
          </p:nvSpPr>
          <p:spPr>
            <a:xfrm rot="10800000">
              <a:off x="3216767" y="6418174"/>
              <a:ext cx="14366" cy="10286"/>
            </a:xfrm>
            <a:custGeom>
              <a:avLst/>
              <a:gdLst/>
              <a:ahLst/>
              <a:cxnLst/>
              <a:rect l="l" t="t" r="r" b="b"/>
              <a:pathLst>
                <a:path w="169" h="121" extrusionOk="0">
                  <a:moveTo>
                    <a:pt x="96" y="0"/>
                  </a:moveTo>
                  <a:lnTo>
                    <a:pt x="24" y="24"/>
                  </a:lnTo>
                  <a:lnTo>
                    <a:pt x="0" y="48"/>
                  </a:lnTo>
                  <a:lnTo>
                    <a:pt x="24" y="97"/>
                  </a:lnTo>
                  <a:lnTo>
                    <a:pt x="48" y="97"/>
                  </a:lnTo>
                  <a:lnTo>
                    <a:pt x="96" y="121"/>
                  </a:lnTo>
                  <a:lnTo>
                    <a:pt x="145" y="97"/>
                  </a:lnTo>
                  <a:lnTo>
                    <a:pt x="169" y="73"/>
                  </a:lnTo>
                  <a:lnTo>
                    <a:pt x="169" y="48"/>
                  </a:lnTo>
                  <a:lnTo>
                    <a:pt x="1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14"/>
            <p:cNvSpPr/>
            <p:nvPr/>
          </p:nvSpPr>
          <p:spPr>
            <a:xfrm rot="10800000">
              <a:off x="3093935" y="6055968"/>
              <a:ext cx="12411" cy="12326"/>
            </a:xfrm>
            <a:custGeom>
              <a:avLst/>
              <a:gdLst/>
              <a:ahLst/>
              <a:cxnLst/>
              <a:rect l="l" t="t" r="r" b="b"/>
              <a:pathLst>
                <a:path w="146" h="145" extrusionOk="0">
                  <a:moveTo>
                    <a:pt x="73" y="0"/>
                  </a:moveTo>
                  <a:lnTo>
                    <a:pt x="25" y="24"/>
                  </a:lnTo>
                  <a:lnTo>
                    <a:pt x="1" y="48"/>
                  </a:lnTo>
                  <a:lnTo>
                    <a:pt x="1" y="72"/>
                  </a:lnTo>
                  <a:lnTo>
                    <a:pt x="49" y="121"/>
                  </a:lnTo>
                  <a:lnTo>
                    <a:pt x="97" y="145"/>
                  </a:lnTo>
                  <a:lnTo>
                    <a:pt x="145" y="121"/>
                  </a:lnTo>
                  <a:lnTo>
                    <a:pt x="145" y="72"/>
                  </a:lnTo>
                  <a:lnTo>
                    <a:pt x="121"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14"/>
            <p:cNvSpPr/>
            <p:nvPr/>
          </p:nvSpPr>
          <p:spPr>
            <a:xfrm rot="10800000">
              <a:off x="3288341" y="5953622"/>
              <a:ext cx="10371" cy="12411"/>
            </a:xfrm>
            <a:custGeom>
              <a:avLst/>
              <a:gdLst/>
              <a:ahLst/>
              <a:cxnLst/>
              <a:rect l="l" t="t" r="r" b="b"/>
              <a:pathLst>
                <a:path w="122" h="146" extrusionOk="0">
                  <a:moveTo>
                    <a:pt x="49" y="1"/>
                  </a:moveTo>
                  <a:lnTo>
                    <a:pt x="1" y="25"/>
                  </a:lnTo>
                  <a:lnTo>
                    <a:pt x="1" y="49"/>
                  </a:lnTo>
                  <a:lnTo>
                    <a:pt x="25" y="121"/>
                  </a:lnTo>
                  <a:lnTo>
                    <a:pt x="25" y="145"/>
                  </a:lnTo>
                  <a:lnTo>
                    <a:pt x="97" y="145"/>
                  </a:lnTo>
                  <a:lnTo>
                    <a:pt x="121" y="121"/>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14"/>
            <p:cNvSpPr/>
            <p:nvPr/>
          </p:nvSpPr>
          <p:spPr>
            <a:xfrm rot="10800000">
              <a:off x="3077614" y="6313788"/>
              <a:ext cx="12326" cy="12411"/>
            </a:xfrm>
            <a:custGeom>
              <a:avLst/>
              <a:gdLst/>
              <a:ahLst/>
              <a:cxnLst/>
              <a:rect l="l" t="t" r="r" b="b"/>
              <a:pathLst>
                <a:path w="145" h="146" extrusionOk="0">
                  <a:moveTo>
                    <a:pt x="97" y="1"/>
                  </a:moveTo>
                  <a:lnTo>
                    <a:pt x="24" y="25"/>
                  </a:lnTo>
                  <a:lnTo>
                    <a:pt x="0" y="97"/>
                  </a:lnTo>
                  <a:lnTo>
                    <a:pt x="0" y="121"/>
                  </a:lnTo>
                  <a:lnTo>
                    <a:pt x="24" y="145"/>
                  </a:lnTo>
                  <a:lnTo>
                    <a:pt x="72" y="145"/>
                  </a:lnTo>
                  <a:lnTo>
                    <a:pt x="97" y="121"/>
                  </a:lnTo>
                  <a:lnTo>
                    <a:pt x="145"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14"/>
            <p:cNvSpPr/>
            <p:nvPr/>
          </p:nvSpPr>
          <p:spPr>
            <a:xfrm rot="10800000">
              <a:off x="3061208" y="6504114"/>
              <a:ext cx="10371" cy="14366"/>
            </a:xfrm>
            <a:custGeom>
              <a:avLst/>
              <a:gdLst/>
              <a:ahLst/>
              <a:cxnLst/>
              <a:rect l="l" t="t" r="r" b="b"/>
              <a:pathLst>
                <a:path w="122" h="169" extrusionOk="0">
                  <a:moveTo>
                    <a:pt x="49" y="0"/>
                  </a:moveTo>
                  <a:lnTo>
                    <a:pt x="1" y="48"/>
                  </a:lnTo>
                  <a:lnTo>
                    <a:pt x="1" y="96"/>
                  </a:lnTo>
                  <a:lnTo>
                    <a:pt x="25" y="145"/>
                  </a:lnTo>
                  <a:lnTo>
                    <a:pt x="73" y="169"/>
                  </a:lnTo>
                  <a:lnTo>
                    <a:pt x="97" y="145"/>
                  </a:lnTo>
                  <a:lnTo>
                    <a:pt x="121" y="96"/>
                  </a:lnTo>
                  <a:lnTo>
                    <a:pt x="97" y="24"/>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14"/>
            <p:cNvSpPr/>
            <p:nvPr/>
          </p:nvSpPr>
          <p:spPr>
            <a:xfrm rot="10800000">
              <a:off x="3372241" y="6565488"/>
              <a:ext cx="10371" cy="14451"/>
            </a:xfrm>
            <a:custGeom>
              <a:avLst/>
              <a:gdLst/>
              <a:ahLst/>
              <a:cxnLst/>
              <a:rect l="l" t="t" r="r" b="b"/>
              <a:pathLst>
                <a:path w="122" h="170" extrusionOk="0">
                  <a:moveTo>
                    <a:pt x="25" y="1"/>
                  </a:moveTo>
                  <a:lnTo>
                    <a:pt x="1" y="49"/>
                  </a:lnTo>
                  <a:lnTo>
                    <a:pt x="1" y="97"/>
                  </a:lnTo>
                  <a:lnTo>
                    <a:pt x="25" y="145"/>
                  </a:lnTo>
                  <a:lnTo>
                    <a:pt x="73" y="169"/>
                  </a:lnTo>
                  <a:lnTo>
                    <a:pt x="97" y="169"/>
                  </a:lnTo>
                  <a:lnTo>
                    <a:pt x="121" y="145"/>
                  </a:lnTo>
                  <a:lnTo>
                    <a:pt x="121" y="97"/>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14"/>
            <p:cNvSpPr/>
            <p:nvPr/>
          </p:nvSpPr>
          <p:spPr>
            <a:xfrm rot="10800000">
              <a:off x="3276101" y="6585974"/>
              <a:ext cx="14366" cy="12326"/>
            </a:xfrm>
            <a:custGeom>
              <a:avLst/>
              <a:gdLst/>
              <a:ahLst/>
              <a:cxnLst/>
              <a:rect l="l" t="t" r="r" b="b"/>
              <a:pathLst>
                <a:path w="169" h="145" extrusionOk="0">
                  <a:moveTo>
                    <a:pt x="72" y="0"/>
                  </a:moveTo>
                  <a:lnTo>
                    <a:pt x="24" y="24"/>
                  </a:lnTo>
                  <a:lnTo>
                    <a:pt x="0" y="72"/>
                  </a:lnTo>
                  <a:lnTo>
                    <a:pt x="24" y="97"/>
                  </a:lnTo>
                  <a:lnTo>
                    <a:pt x="72" y="145"/>
                  </a:lnTo>
                  <a:lnTo>
                    <a:pt x="144" y="121"/>
                  </a:lnTo>
                  <a:lnTo>
                    <a:pt x="169" y="121"/>
                  </a:lnTo>
                  <a:lnTo>
                    <a:pt x="169" y="97"/>
                  </a:lnTo>
                  <a:lnTo>
                    <a:pt x="169" y="48"/>
                  </a:lnTo>
                  <a:lnTo>
                    <a:pt x="120"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14"/>
            <p:cNvSpPr/>
            <p:nvPr/>
          </p:nvSpPr>
          <p:spPr>
            <a:xfrm rot="10800000">
              <a:off x="2909814" y="6369041"/>
              <a:ext cx="10286" cy="14451"/>
            </a:xfrm>
            <a:custGeom>
              <a:avLst/>
              <a:gdLst/>
              <a:ahLst/>
              <a:cxnLst/>
              <a:rect l="l" t="t" r="r" b="b"/>
              <a:pathLst>
                <a:path w="121" h="170" extrusionOk="0">
                  <a:moveTo>
                    <a:pt x="73" y="1"/>
                  </a:moveTo>
                  <a:lnTo>
                    <a:pt x="24" y="25"/>
                  </a:lnTo>
                  <a:lnTo>
                    <a:pt x="0" y="73"/>
                  </a:lnTo>
                  <a:lnTo>
                    <a:pt x="0" y="145"/>
                  </a:lnTo>
                  <a:lnTo>
                    <a:pt x="48" y="169"/>
                  </a:lnTo>
                  <a:lnTo>
                    <a:pt x="73" y="145"/>
                  </a:lnTo>
                  <a:lnTo>
                    <a:pt x="97" y="97"/>
                  </a:lnTo>
                  <a:lnTo>
                    <a:pt x="121"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14"/>
            <p:cNvSpPr/>
            <p:nvPr/>
          </p:nvSpPr>
          <p:spPr>
            <a:xfrm rot="10800000">
              <a:off x="3167634" y="6182795"/>
              <a:ext cx="14451" cy="14451"/>
            </a:xfrm>
            <a:custGeom>
              <a:avLst/>
              <a:gdLst/>
              <a:ahLst/>
              <a:cxnLst/>
              <a:rect l="l" t="t" r="r" b="b"/>
              <a:pathLst>
                <a:path w="170" h="170" extrusionOk="0">
                  <a:moveTo>
                    <a:pt x="121" y="1"/>
                  </a:moveTo>
                  <a:lnTo>
                    <a:pt x="73" y="25"/>
                  </a:lnTo>
                  <a:lnTo>
                    <a:pt x="1" y="73"/>
                  </a:lnTo>
                  <a:lnTo>
                    <a:pt x="1" y="121"/>
                  </a:lnTo>
                  <a:lnTo>
                    <a:pt x="25" y="145"/>
                  </a:lnTo>
                  <a:lnTo>
                    <a:pt x="73" y="169"/>
                  </a:lnTo>
                  <a:lnTo>
                    <a:pt x="121" y="145"/>
                  </a:lnTo>
                  <a:lnTo>
                    <a:pt x="145" y="121"/>
                  </a:lnTo>
                  <a:lnTo>
                    <a:pt x="169" y="49"/>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14"/>
            <p:cNvSpPr/>
            <p:nvPr/>
          </p:nvSpPr>
          <p:spPr>
            <a:xfrm rot="10800000">
              <a:off x="3355920" y="6319908"/>
              <a:ext cx="10286" cy="12411"/>
            </a:xfrm>
            <a:custGeom>
              <a:avLst/>
              <a:gdLst/>
              <a:ahLst/>
              <a:cxnLst/>
              <a:rect l="l" t="t" r="r" b="b"/>
              <a:pathLst>
                <a:path w="121" h="146" extrusionOk="0">
                  <a:moveTo>
                    <a:pt x="48" y="1"/>
                  </a:moveTo>
                  <a:lnTo>
                    <a:pt x="0" y="25"/>
                  </a:lnTo>
                  <a:lnTo>
                    <a:pt x="0" y="49"/>
                  </a:lnTo>
                  <a:lnTo>
                    <a:pt x="24" y="97"/>
                  </a:lnTo>
                  <a:lnTo>
                    <a:pt x="73" y="145"/>
                  </a:lnTo>
                  <a:lnTo>
                    <a:pt x="97" y="145"/>
                  </a:lnTo>
                  <a:lnTo>
                    <a:pt x="121" y="121"/>
                  </a:lnTo>
                  <a:lnTo>
                    <a:pt x="121" y="73"/>
                  </a:lnTo>
                  <a:lnTo>
                    <a:pt x="121" y="49"/>
                  </a:lnTo>
                  <a:lnTo>
                    <a:pt x="73"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14"/>
            <p:cNvSpPr/>
            <p:nvPr/>
          </p:nvSpPr>
          <p:spPr>
            <a:xfrm rot="10800000">
              <a:off x="3304747" y="6213567"/>
              <a:ext cx="10286" cy="10286"/>
            </a:xfrm>
            <a:custGeom>
              <a:avLst/>
              <a:gdLst/>
              <a:ahLst/>
              <a:cxnLst/>
              <a:rect l="l" t="t" r="r" b="b"/>
              <a:pathLst>
                <a:path w="121" h="121" extrusionOk="0">
                  <a:moveTo>
                    <a:pt x="72" y="1"/>
                  </a:moveTo>
                  <a:lnTo>
                    <a:pt x="24" y="25"/>
                  </a:lnTo>
                  <a:lnTo>
                    <a:pt x="0" y="49"/>
                  </a:lnTo>
                  <a:lnTo>
                    <a:pt x="0" y="97"/>
                  </a:lnTo>
                  <a:lnTo>
                    <a:pt x="48" y="121"/>
                  </a:lnTo>
                  <a:lnTo>
                    <a:pt x="96" y="97"/>
                  </a:lnTo>
                  <a:lnTo>
                    <a:pt x="121" y="73"/>
                  </a:lnTo>
                  <a:lnTo>
                    <a:pt x="121" y="2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14"/>
            <p:cNvSpPr/>
            <p:nvPr/>
          </p:nvSpPr>
          <p:spPr>
            <a:xfrm rot="10800000">
              <a:off x="3349800" y="6209402"/>
              <a:ext cx="8245" cy="10371"/>
            </a:xfrm>
            <a:custGeom>
              <a:avLst/>
              <a:gdLst/>
              <a:ahLst/>
              <a:cxnLst/>
              <a:rect l="l" t="t" r="r" b="b"/>
              <a:pathLst>
                <a:path w="97" h="122" extrusionOk="0">
                  <a:moveTo>
                    <a:pt x="25" y="1"/>
                  </a:moveTo>
                  <a:lnTo>
                    <a:pt x="1" y="49"/>
                  </a:lnTo>
                  <a:lnTo>
                    <a:pt x="1" y="97"/>
                  </a:lnTo>
                  <a:lnTo>
                    <a:pt x="49" y="121"/>
                  </a:lnTo>
                  <a:lnTo>
                    <a:pt x="97" y="97"/>
                  </a:lnTo>
                  <a:lnTo>
                    <a:pt x="97" y="49"/>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14"/>
            <p:cNvSpPr/>
            <p:nvPr/>
          </p:nvSpPr>
          <p:spPr>
            <a:xfrm rot="10800000">
              <a:off x="3222888" y="6671914"/>
              <a:ext cx="8245" cy="12326"/>
            </a:xfrm>
            <a:custGeom>
              <a:avLst/>
              <a:gdLst/>
              <a:ahLst/>
              <a:cxnLst/>
              <a:rect l="l" t="t" r="r" b="b"/>
              <a:pathLst>
                <a:path w="97" h="145" extrusionOk="0">
                  <a:moveTo>
                    <a:pt x="72" y="0"/>
                  </a:moveTo>
                  <a:lnTo>
                    <a:pt x="24" y="24"/>
                  </a:lnTo>
                  <a:lnTo>
                    <a:pt x="0" y="48"/>
                  </a:lnTo>
                  <a:lnTo>
                    <a:pt x="0" y="96"/>
                  </a:lnTo>
                  <a:lnTo>
                    <a:pt x="48" y="145"/>
                  </a:lnTo>
                  <a:lnTo>
                    <a:pt x="72" y="121"/>
                  </a:lnTo>
                  <a:lnTo>
                    <a:pt x="96" y="72"/>
                  </a:lnTo>
                  <a:lnTo>
                    <a:pt x="96"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14"/>
            <p:cNvSpPr/>
            <p:nvPr/>
          </p:nvSpPr>
          <p:spPr>
            <a:xfrm rot="10800000">
              <a:off x="3231048" y="6616661"/>
              <a:ext cx="10371" cy="12326"/>
            </a:xfrm>
            <a:custGeom>
              <a:avLst/>
              <a:gdLst/>
              <a:ahLst/>
              <a:cxnLst/>
              <a:rect l="l" t="t" r="r" b="b"/>
              <a:pathLst>
                <a:path w="122" h="145" extrusionOk="0">
                  <a:moveTo>
                    <a:pt x="49" y="0"/>
                  </a:moveTo>
                  <a:lnTo>
                    <a:pt x="1" y="24"/>
                  </a:lnTo>
                  <a:lnTo>
                    <a:pt x="1" y="72"/>
                  </a:lnTo>
                  <a:lnTo>
                    <a:pt x="1" y="121"/>
                  </a:lnTo>
                  <a:lnTo>
                    <a:pt x="49" y="145"/>
                  </a:lnTo>
                  <a:lnTo>
                    <a:pt x="97" y="121"/>
                  </a:lnTo>
                  <a:lnTo>
                    <a:pt x="121" y="72"/>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14"/>
            <p:cNvSpPr/>
            <p:nvPr/>
          </p:nvSpPr>
          <p:spPr>
            <a:xfrm rot="10800000">
              <a:off x="3310868" y="6520435"/>
              <a:ext cx="10371" cy="12411"/>
            </a:xfrm>
            <a:custGeom>
              <a:avLst/>
              <a:gdLst/>
              <a:ahLst/>
              <a:cxnLst/>
              <a:rect l="l" t="t" r="r" b="b"/>
              <a:pathLst>
                <a:path w="122" h="146" extrusionOk="0">
                  <a:moveTo>
                    <a:pt x="97" y="1"/>
                  </a:moveTo>
                  <a:lnTo>
                    <a:pt x="49" y="25"/>
                  </a:lnTo>
                  <a:lnTo>
                    <a:pt x="25" y="49"/>
                  </a:lnTo>
                  <a:lnTo>
                    <a:pt x="1" y="97"/>
                  </a:lnTo>
                  <a:lnTo>
                    <a:pt x="25" y="145"/>
                  </a:lnTo>
                  <a:lnTo>
                    <a:pt x="73" y="145"/>
                  </a:lnTo>
                  <a:lnTo>
                    <a:pt x="121" y="121"/>
                  </a:lnTo>
                  <a:lnTo>
                    <a:pt x="121" y="49"/>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14"/>
            <p:cNvSpPr/>
            <p:nvPr/>
          </p:nvSpPr>
          <p:spPr>
            <a:xfrm rot="10800000">
              <a:off x="3210647" y="6514315"/>
              <a:ext cx="10286" cy="12411"/>
            </a:xfrm>
            <a:custGeom>
              <a:avLst/>
              <a:gdLst/>
              <a:ahLst/>
              <a:cxnLst/>
              <a:rect l="l" t="t" r="r" b="b"/>
              <a:pathLst>
                <a:path w="121" h="146" extrusionOk="0">
                  <a:moveTo>
                    <a:pt x="49" y="1"/>
                  </a:moveTo>
                  <a:lnTo>
                    <a:pt x="25" y="25"/>
                  </a:lnTo>
                  <a:lnTo>
                    <a:pt x="1" y="49"/>
                  </a:lnTo>
                  <a:lnTo>
                    <a:pt x="25" y="121"/>
                  </a:lnTo>
                  <a:lnTo>
                    <a:pt x="73" y="145"/>
                  </a:lnTo>
                  <a:lnTo>
                    <a:pt x="97" y="121"/>
                  </a:lnTo>
                  <a:lnTo>
                    <a:pt x="121" y="97"/>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14"/>
            <p:cNvSpPr/>
            <p:nvPr/>
          </p:nvSpPr>
          <p:spPr>
            <a:xfrm rot="10800000">
              <a:off x="3044887" y="6483628"/>
              <a:ext cx="14366" cy="10371"/>
            </a:xfrm>
            <a:custGeom>
              <a:avLst/>
              <a:gdLst/>
              <a:ahLst/>
              <a:cxnLst/>
              <a:rect l="l" t="t" r="r" b="b"/>
              <a:pathLst>
                <a:path w="169" h="122" extrusionOk="0">
                  <a:moveTo>
                    <a:pt x="97" y="1"/>
                  </a:moveTo>
                  <a:lnTo>
                    <a:pt x="73" y="25"/>
                  </a:lnTo>
                  <a:lnTo>
                    <a:pt x="0" y="121"/>
                  </a:lnTo>
                  <a:lnTo>
                    <a:pt x="73" y="121"/>
                  </a:lnTo>
                  <a:lnTo>
                    <a:pt x="121" y="97"/>
                  </a:lnTo>
                  <a:lnTo>
                    <a:pt x="169" y="49"/>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14"/>
            <p:cNvSpPr/>
            <p:nvPr/>
          </p:nvSpPr>
          <p:spPr>
            <a:xfrm rot="10800000">
              <a:off x="3345635" y="6542962"/>
              <a:ext cx="10371" cy="10371"/>
            </a:xfrm>
            <a:custGeom>
              <a:avLst/>
              <a:gdLst/>
              <a:ahLst/>
              <a:cxnLst/>
              <a:rect l="l" t="t" r="r" b="b"/>
              <a:pathLst>
                <a:path w="122" h="122" extrusionOk="0">
                  <a:moveTo>
                    <a:pt x="1" y="1"/>
                  </a:moveTo>
                  <a:lnTo>
                    <a:pt x="1" y="25"/>
                  </a:lnTo>
                  <a:lnTo>
                    <a:pt x="1" y="49"/>
                  </a:lnTo>
                  <a:lnTo>
                    <a:pt x="49" y="97"/>
                  </a:lnTo>
                  <a:lnTo>
                    <a:pt x="97" y="121"/>
                  </a:lnTo>
                  <a:lnTo>
                    <a:pt x="121" y="121"/>
                  </a:lnTo>
                  <a:lnTo>
                    <a:pt x="121" y="97"/>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14"/>
            <p:cNvSpPr/>
            <p:nvPr/>
          </p:nvSpPr>
          <p:spPr>
            <a:xfrm rot="10800000">
              <a:off x="3316988" y="6342435"/>
              <a:ext cx="8330" cy="10286"/>
            </a:xfrm>
            <a:custGeom>
              <a:avLst/>
              <a:gdLst/>
              <a:ahLst/>
              <a:cxnLst/>
              <a:rect l="l" t="t" r="r" b="b"/>
              <a:pathLst>
                <a:path w="98" h="121" extrusionOk="0">
                  <a:moveTo>
                    <a:pt x="97" y="0"/>
                  </a:moveTo>
                  <a:lnTo>
                    <a:pt x="25" y="24"/>
                  </a:lnTo>
                  <a:lnTo>
                    <a:pt x="1" y="48"/>
                  </a:lnTo>
                  <a:lnTo>
                    <a:pt x="25" y="72"/>
                  </a:lnTo>
                  <a:lnTo>
                    <a:pt x="49" y="96"/>
                  </a:lnTo>
                  <a:lnTo>
                    <a:pt x="73" y="120"/>
                  </a:lnTo>
                  <a:lnTo>
                    <a:pt x="97" y="96"/>
                  </a:lnTo>
                  <a:lnTo>
                    <a:pt x="97" y="72"/>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14"/>
            <p:cNvSpPr/>
            <p:nvPr/>
          </p:nvSpPr>
          <p:spPr>
            <a:xfrm rot="10800000">
              <a:off x="3112381" y="6367001"/>
              <a:ext cx="8245" cy="12326"/>
            </a:xfrm>
            <a:custGeom>
              <a:avLst/>
              <a:gdLst/>
              <a:ahLst/>
              <a:cxnLst/>
              <a:rect l="l" t="t" r="r" b="b"/>
              <a:pathLst>
                <a:path w="97" h="145" extrusionOk="0">
                  <a:moveTo>
                    <a:pt x="24" y="0"/>
                  </a:moveTo>
                  <a:lnTo>
                    <a:pt x="0" y="48"/>
                  </a:lnTo>
                  <a:lnTo>
                    <a:pt x="0" y="72"/>
                  </a:lnTo>
                  <a:lnTo>
                    <a:pt x="24" y="120"/>
                  </a:lnTo>
                  <a:lnTo>
                    <a:pt x="72" y="145"/>
                  </a:lnTo>
                  <a:lnTo>
                    <a:pt x="96" y="145"/>
                  </a:lnTo>
                  <a:lnTo>
                    <a:pt x="96" y="120"/>
                  </a:lnTo>
                  <a:lnTo>
                    <a:pt x="96" y="72"/>
                  </a:lnTo>
                  <a:lnTo>
                    <a:pt x="72"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14"/>
            <p:cNvSpPr/>
            <p:nvPr/>
          </p:nvSpPr>
          <p:spPr>
            <a:xfrm rot="10800000">
              <a:off x="3173755" y="6637147"/>
              <a:ext cx="8330" cy="10286"/>
            </a:xfrm>
            <a:custGeom>
              <a:avLst/>
              <a:gdLst/>
              <a:ahLst/>
              <a:cxnLst/>
              <a:rect l="l" t="t" r="r" b="b"/>
              <a:pathLst>
                <a:path w="98" h="121" extrusionOk="0">
                  <a:moveTo>
                    <a:pt x="25" y="0"/>
                  </a:moveTo>
                  <a:lnTo>
                    <a:pt x="1" y="49"/>
                  </a:lnTo>
                  <a:lnTo>
                    <a:pt x="1" y="97"/>
                  </a:lnTo>
                  <a:lnTo>
                    <a:pt x="25" y="121"/>
                  </a:lnTo>
                  <a:lnTo>
                    <a:pt x="73" y="97"/>
                  </a:lnTo>
                  <a:lnTo>
                    <a:pt x="97" y="73"/>
                  </a:lnTo>
                  <a:lnTo>
                    <a:pt x="97" y="25"/>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14"/>
            <p:cNvSpPr/>
            <p:nvPr/>
          </p:nvSpPr>
          <p:spPr>
            <a:xfrm rot="10800000">
              <a:off x="3261735" y="6399728"/>
              <a:ext cx="8330" cy="12411"/>
            </a:xfrm>
            <a:custGeom>
              <a:avLst/>
              <a:gdLst/>
              <a:ahLst/>
              <a:cxnLst/>
              <a:rect l="l" t="t" r="r" b="b"/>
              <a:pathLst>
                <a:path w="98" h="146" extrusionOk="0">
                  <a:moveTo>
                    <a:pt x="49" y="1"/>
                  </a:moveTo>
                  <a:lnTo>
                    <a:pt x="25" y="25"/>
                  </a:lnTo>
                  <a:lnTo>
                    <a:pt x="1" y="49"/>
                  </a:lnTo>
                  <a:lnTo>
                    <a:pt x="1" y="97"/>
                  </a:lnTo>
                  <a:lnTo>
                    <a:pt x="25" y="145"/>
                  </a:lnTo>
                  <a:lnTo>
                    <a:pt x="73" y="121"/>
                  </a:lnTo>
                  <a:lnTo>
                    <a:pt x="97" y="73"/>
                  </a:lnTo>
                  <a:lnTo>
                    <a:pt x="97" y="25"/>
                  </a:lnTo>
                  <a:lnTo>
                    <a:pt x="73"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14"/>
            <p:cNvSpPr/>
            <p:nvPr/>
          </p:nvSpPr>
          <p:spPr>
            <a:xfrm rot="10800000">
              <a:off x="3194241" y="6323989"/>
              <a:ext cx="12326" cy="8330"/>
            </a:xfrm>
            <a:custGeom>
              <a:avLst/>
              <a:gdLst/>
              <a:ahLst/>
              <a:cxnLst/>
              <a:rect l="l" t="t" r="r" b="b"/>
              <a:pathLst>
                <a:path w="145" h="98" extrusionOk="0">
                  <a:moveTo>
                    <a:pt x="48" y="1"/>
                  </a:moveTo>
                  <a:lnTo>
                    <a:pt x="24" y="25"/>
                  </a:lnTo>
                  <a:lnTo>
                    <a:pt x="0" y="49"/>
                  </a:lnTo>
                  <a:lnTo>
                    <a:pt x="48" y="97"/>
                  </a:lnTo>
                  <a:lnTo>
                    <a:pt x="96" y="97"/>
                  </a:lnTo>
                  <a:lnTo>
                    <a:pt x="120" y="73"/>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14"/>
            <p:cNvSpPr/>
            <p:nvPr/>
          </p:nvSpPr>
          <p:spPr>
            <a:xfrm rot="10800000">
              <a:off x="3278141" y="6074414"/>
              <a:ext cx="10286" cy="8245"/>
            </a:xfrm>
            <a:custGeom>
              <a:avLst/>
              <a:gdLst/>
              <a:ahLst/>
              <a:cxnLst/>
              <a:rect l="l" t="t" r="r" b="b"/>
              <a:pathLst>
                <a:path w="121" h="97" extrusionOk="0">
                  <a:moveTo>
                    <a:pt x="48" y="1"/>
                  </a:moveTo>
                  <a:lnTo>
                    <a:pt x="0" y="25"/>
                  </a:lnTo>
                  <a:lnTo>
                    <a:pt x="0" y="49"/>
                  </a:lnTo>
                  <a:lnTo>
                    <a:pt x="24" y="97"/>
                  </a:lnTo>
                  <a:lnTo>
                    <a:pt x="72" y="97"/>
                  </a:lnTo>
                  <a:lnTo>
                    <a:pt x="120" y="73"/>
                  </a:lnTo>
                  <a:lnTo>
                    <a:pt x="120" y="49"/>
                  </a:lnTo>
                  <a:lnTo>
                    <a:pt x="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14"/>
            <p:cNvSpPr/>
            <p:nvPr/>
          </p:nvSpPr>
          <p:spPr>
            <a:xfrm rot="10800000">
              <a:off x="3087815" y="6436535"/>
              <a:ext cx="8245" cy="12411"/>
            </a:xfrm>
            <a:custGeom>
              <a:avLst/>
              <a:gdLst/>
              <a:ahLst/>
              <a:cxnLst/>
              <a:rect l="l" t="t" r="r" b="b"/>
              <a:pathLst>
                <a:path w="97" h="146" extrusionOk="0">
                  <a:moveTo>
                    <a:pt x="48" y="1"/>
                  </a:moveTo>
                  <a:lnTo>
                    <a:pt x="24" y="25"/>
                  </a:lnTo>
                  <a:lnTo>
                    <a:pt x="0" y="73"/>
                  </a:lnTo>
                  <a:lnTo>
                    <a:pt x="0" y="121"/>
                  </a:lnTo>
                  <a:lnTo>
                    <a:pt x="24" y="145"/>
                  </a:lnTo>
                  <a:lnTo>
                    <a:pt x="48" y="145"/>
                  </a:lnTo>
                  <a:lnTo>
                    <a:pt x="72" y="121"/>
                  </a:lnTo>
                  <a:lnTo>
                    <a:pt x="96" y="73"/>
                  </a:lnTo>
                  <a:lnTo>
                    <a:pt x="96" y="25"/>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14"/>
            <p:cNvSpPr/>
            <p:nvPr/>
          </p:nvSpPr>
          <p:spPr>
            <a:xfrm rot="10800000">
              <a:off x="3478668" y="6471387"/>
              <a:ext cx="8245" cy="10286"/>
            </a:xfrm>
            <a:custGeom>
              <a:avLst/>
              <a:gdLst/>
              <a:ahLst/>
              <a:cxnLst/>
              <a:rect l="l" t="t" r="r" b="b"/>
              <a:pathLst>
                <a:path w="97" h="121" extrusionOk="0">
                  <a:moveTo>
                    <a:pt x="24" y="0"/>
                  </a:moveTo>
                  <a:lnTo>
                    <a:pt x="0" y="49"/>
                  </a:lnTo>
                  <a:lnTo>
                    <a:pt x="0" y="97"/>
                  </a:lnTo>
                  <a:lnTo>
                    <a:pt x="48" y="121"/>
                  </a:lnTo>
                  <a:lnTo>
                    <a:pt x="96" y="97"/>
                  </a:lnTo>
                  <a:lnTo>
                    <a:pt x="96" y="73"/>
                  </a:lnTo>
                  <a:lnTo>
                    <a:pt x="96"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14"/>
            <p:cNvSpPr/>
            <p:nvPr/>
          </p:nvSpPr>
          <p:spPr>
            <a:xfrm rot="10800000">
              <a:off x="3308828" y="6258535"/>
              <a:ext cx="14451" cy="6205"/>
            </a:xfrm>
            <a:custGeom>
              <a:avLst/>
              <a:gdLst/>
              <a:ahLst/>
              <a:cxnLst/>
              <a:rect l="l" t="t" r="r" b="b"/>
              <a:pathLst>
                <a:path w="170" h="73" extrusionOk="0">
                  <a:moveTo>
                    <a:pt x="25" y="0"/>
                  </a:moveTo>
                  <a:lnTo>
                    <a:pt x="1" y="24"/>
                  </a:lnTo>
                  <a:lnTo>
                    <a:pt x="1" y="48"/>
                  </a:lnTo>
                  <a:lnTo>
                    <a:pt x="25" y="72"/>
                  </a:lnTo>
                  <a:lnTo>
                    <a:pt x="169" y="72"/>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14"/>
            <p:cNvSpPr/>
            <p:nvPr/>
          </p:nvSpPr>
          <p:spPr>
            <a:xfrm rot="10800000">
              <a:off x="2987594" y="6487708"/>
              <a:ext cx="8245" cy="12411"/>
            </a:xfrm>
            <a:custGeom>
              <a:avLst/>
              <a:gdLst/>
              <a:ahLst/>
              <a:cxnLst/>
              <a:rect l="l" t="t" r="r" b="b"/>
              <a:pathLst>
                <a:path w="97" h="146" extrusionOk="0">
                  <a:moveTo>
                    <a:pt x="49" y="1"/>
                  </a:moveTo>
                  <a:lnTo>
                    <a:pt x="25" y="25"/>
                  </a:lnTo>
                  <a:lnTo>
                    <a:pt x="1" y="97"/>
                  </a:lnTo>
                  <a:lnTo>
                    <a:pt x="49" y="145"/>
                  </a:lnTo>
                  <a:lnTo>
                    <a:pt x="73" y="121"/>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14"/>
            <p:cNvSpPr/>
            <p:nvPr/>
          </p:nvSpPr>
          <p:spPr>
            <a:xfrm rot="10800000">
              <a:off x="3278141" y="6495954"/>
              <a:ext cx="6205" cy="12326"/>
            </a:xfrm>
            <a:custGeom>
              <a:avLst/>
              <a:gdLst/>
              <a:ahLst/>
              <a:cxnLst/>
              <a:rect l="l" t="t" r="r" b="b"/>
              <a:pathLst>
                <a:path w="73" h="145" extrusionOk="0">
                  <a:moveTo>
                    <a:pt x="24" y="0"/>
                  </a:moveTo>
                  <a:lnTo>
                    <a:pt x="0" y="25"/>
                  </a:lnTo>
                  <a:lnTo>
                    <a:pt x="0" y="97"/>
                  </a:lnTo>
                  <a:lnTo>
                    <a:pt x="0" y="121"/>
                  </a:lnTo>
                  <a:lnTo>
                    <a:pt x="48" y="145"/>
                  </a:lnTo>
                  <a:lnTo>
                    <a:pt x="72" y="121"/>
                  </a:lnTo>
                  <a:lnTo>
                    <a:pt x="72" y="73"/>
                  </a:lnTo>
                  <a:lnTo>
                    <a:pt x="72" y="25"/>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14"/>
            <p:cNvSpPr/>
            <p:nvPr/>
          </p:nvSpPr>
          <p:spPr>
            <a:xfrm rot="10800000">
              <a:off x="3057128" y="6340395"/>
              <a:ext cx="8245" cy="10286"/>
            </a:xfrm>
            <a:custGeom>
              <a:avLst/>
              <a:gdLst/>
              <a:ahLst/>
              <a:cxnLst/>
              <a:rect l="l" t="t" r="r" b="b"/>
              <a:pathLst>
                <a:path w="97" h="121" extrusionOk="0">
                  <a:moveTo>
                    <a:pt x="48" y="0"/>
                  </a:moveTo>
                  <a:lnTo>
                    <a:pt x="24" y="24"/>
                  </a:lnTo>
                  <a:lnTo>
                    <a:pt x="0" y="48"/>
                  </a:lnTo>
                  <a:lnTo>
                    <a:pt x="0" y="96"/>
                  </a:lnTo>
                  <a:lnTo>
                    <a:pt x="48" y="120"/>
                  </a:lnTo>
                  <a:lnTo>
                    <a:pt x="72" y="96"/>
                  </a:lnTo>
                  <a:lnTo>
                    <a:pt x="96" y="72"/>
                  </a:lnTo>
                  <a:lnTo>
                    <a:pt x="72"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14"/>
            <p:cNvSpPr/>
            <p:nvPr/>
          </p:nvSpPr>
          <p:spPr>
            <a:xfrm rot="10800000">
              <a:off x="3169674" y="6303588"/>
              <a:ext cx="10286" cy="8245"/>
            </a:xfrm>
            <a:custGeom>
              <a:avLst/>
              <a:gdLst/>
              <a:ahLst/>
              <a:cxnLst/>
              <a:rect l="l" t="t" r="r" b="b"/>
              <a:pathLst>
                <a:path w="121" h="97" extrusionOk="0">
                  <a:moveTo>
                    <a:pt x="72" y="0"/>
                  </a:moveTo>
                  <a:lnTo>
                    <a:pt x="24" y="25"/>
                  </a:lnTo>
                  <a:lnTo>
                    <a:pt x="0" y="49"/>
                  </a:lnTo>
                  <a:lnTo>
                    <a:pt x="24" y="73"/>
                  </a:lnTo>
                  <a:lnTo>
                    <a:pt x="48" y="97"/>
                  </a:lnTo>
                  <a:lnTo>
                    <a:pt x="96" y="73"/>
                  </a:lnTo>
                  <a:lnTo>
                    <a:pt x="120" y="49"/>
                  </a:lnTo>
                  <a:lnTo>
                    <a:pt x="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14"/>
            <p:cNvSpPr/>
            <p:nvPr/>
          </p:nvSpPr>
          <p:spPr>
            <a:xfrm rot="10800000">
              <a:off x="3173755" y="5992554"/>
              <a:ext cx="10371" cy="8245"/>
            </a:xfrm>
            <a:custGeom>
              <a:avLst/>
              <a:gdLst/>
              <a:ahLst/>
              <a:cxnLst/>
              <a:rect l="l" t="t" r="r" b="b"/>
              <a:pathLst>
                <a:path w="122" h="97" extrusionOk="0">
                  <a:moveTo>
                    <a:pt x="73" y="1"/>
                  </a:moveTo>
                  <a:lnTo>
                    <a:pt x="25" y="25"/>
                  </a:lnTo>
                  <a:lnTo>
                    <a:pt x="1" y="49"/>
                  </a:lnTo>
                  <a:lnTo>
                    <a:pt x="25" y="97"/>
                  </a:lnTo>
                  <a:lnTo>
                    <a:pt x="73" y="97"/>
                  </a:lnTo>
                  <a:lnTo>
                    <a:pt x="97" y="73"/>
                  </a:lnTo>
                  <a:lnTo>
                    <a:pt x="121"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14"/>
            <p:cNvSpPr/>
            <p:nvPr/>
          </p:nvSpPr>
          <p:spPr>
            <a:xfrm rot="10800000">
              <a:off x="3331354" y="6649388"/>
              <a:ext cx="8245" cy="6205"/>
            </a:xfrm>
            <a:custGeom>
              <a:avLst/>
              <a:gdLst/>
              <a:ahLst/>
              <a:cxnLst/>
              <a:rect l="l" t="t" r="r" b="b"/>
              <a:pathLst>
                <a:path w="97" h="73" extrusionOk="0">
                  <a:moveTo>
                    <a:pt x="0" y="0"/>
                  </a:moveTo>
                  <a:lnTo>
                    <a:pt x="0" y="24"/>
                  </a:lnTo>
                  <a:lnTo>
                    <a:pt x="24" y="72"/>
                  </a:lnTo>
                  <a:lnTo>
                    <a:pt x="97" y="72"/>
                  </a:lnTo>
                  <a:lnTo>
                    <a:pt x="97" y="48"/>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14"/>
            <p:cNvSpPr/>
            <p:nvPr/>
          </p:nvSpPr>
          <p:spPr>
            <a:xfrm rot="10800000">
              <a:off x="3220847" y="6647348"/>
              <a:ext cx="10286" cy="8245"/>
            </a:xfrm>
            <a:custGeom>
              <a:avLst/>
              <a:gdLst/>
              <a:ahLst/>
              <a:cxnLst/>
              <a:rect l="l" t="t" r="r" b="b"/>
              <a:pathLst>
                <a:path w="121" h="97" extrusionOk="0">
                  <a:moveTo>
                    <a:pt x="48" y="0"/>
                  </a:moveTo>
                  <a:lnTo>
                    <a:pt x="0" y="24"/>
                  </a:lnTo>
                  <a:lnTo>
                    <a:pt x="0" y="48"/>
                  </a:lnTo>
                  <a:lnTo>
                    <a:pt x="48" y="96"/>
                  </a:lnTo>
                  <a:lnTo>
                    <a:pt x="96" y="96"/>
                  </a:lnTo>
                  <a:lnTo>
                    <a:pt x="121" y="72"/>
                  </a:lnTo>
                  <a:lnTo>
                    <a:pt x="121"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14"/>
            <p:cNvSpPr/>
            <p:nvPr/>
          </p:nvSpPr>
          <p:spPr>
            <a:xfrm rot="10800000">
              <a:off x="3300667" y="6637147"/>
              <a:ext cx="10286" cy="10286"/>
            </a:xfrm>
            <a:custGeom>
              <a:avLst/>
              <a:gdLst/>
              <a:ahLst/>
              <a:cxnLst/>
              <a:rect l="l" t="t" r="r" b="b"/>
              <a:pathLst>
                <a:path w="121" h="121" extrusionOk="0">
                  <a:moveTo>
                    <a:pt x="48" y="0"/>
                  </a:moveTo>
                  <a:lnTo>
                    <a:pt x="0" y="25"/>
                  </a:lnTo>
                  <a:lnTo>
                    <a:pt x="0" y="73"/>
                  </a:lnTo>
                  <a:lnTo>
                    <a:pt x="24" y="97"/>
                  </a:lnTo>
                  <a:lnTo>
                    <a:pt x="48" y="121"/>
                  </a:lnTo>
                  <a:lnTo>
                    <a:pt x="97" y="97"/>
                  </a:lnTo>
                  <a:lnTo>
                    <a:pt x="121" y="73"/>
                  </a:lnTo>
                  <a:lnTo>
                    <a:pt x="97" y="25"/>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14"/>
            <p:cNvSpPr/>
            <p:nvPr/>
          </p:nvSpPr>
          <p:spPr>
            <a:xfrm rot="10800000">
              <a:off x="2950702" y="6555287"/>
              <a:ext cx="8330" cy="8245"/>
            </a:xfrm>
            <a:custGeom>
              <a:avLst/>
              <a:gdLst/>
              <a:ahLst/>
              <a:cxnLst/>
              <a:rect l="l" t="t" r="r" b="b"/>
              <a:pathLst>
                <a:path w="98" h="97" extrusionOk="0">
                  <a:moveTo>
                    <a:pt x="25" y="0"/>
                  </a:moveTo>
                  <a:lnTo>
                    <a:pt x="1" y="25"/>
                  </a:lnTo>
                  <a:lnTo>
                    <a:pt x="25" y="73"/>
                  </a:lnTo>
                  <a:lnTo>
                    <a:pt x="49" y="97"/>
                  </a:lnTo>
                  <a:lnTo>
                    <a:pt x="73" y="97"/>
                  </a:lnTo>
                  <a:lnTo>
                    <a:pt x="97" y="73"/>
                  </a:lnTo>
                  <a:lnTo>
                    <a:pt x="73" y="25"/>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14"/>
            <p:cNvSpPr/>
            <p:nvPr/>
          </p:nvSpPr>
          <p:spPr>
            <a:xfrm rot="10800000">
              <a:off x="3284261" y="6309708"/>
              <a:ext cx="6205" cy="6205"/>
            </a:xfrm>
            <a:custGeom>
              <a:avLst/>
              <a:gdLst/>
              <a:ahLst/>
              <a:cxnLst/>
              <a:rect l="l" t="t" r="r" b="b"/>
              <a:pathLst>
                <a:path w="73" h="73" extrusionOk="0">
                  <a:moveTo>
                    <a:pt x="0" y="0"/>
                  </a:moveTo>
                  <a:lnTo>
                    <a:pt x="0" y="48"/>
                  </a:lnTo>
                  <a:lnTo>
                    <a:pt x="0" y="73"/>
                  </a:lnTo>
                  <a:lnTo>
                    <a:pt x="72" y="73"/>
                  </a:lnTo>
                  <a:lnTo>
                    <a:pt x="72"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14"/>
            <p:cNvSpPr/>
            <p:nvPr/>
          </p:nvSpPr>
          <p:spPr>
            <a:xfrm rot="10800000">
              <a:off x="3007995" y="6313788"/>
              <a:ext cx="8330" cy="8245"/>
            </a:xfrm>
            <a:custGeom>
              <a:avLst/>
              <a:gdLst/>
              <a:ahLst/>
              <a:cxnLst/>
              <a:rect l="l" t="t" r="r" b="b"/>
              <a:pathLst>
                <a:path w="98" h="97" extrusionOk="0">
                  <a:moveTo>
                    <a:pt x="49" y="0"/>
                  </a:moveTo>
                  <a:lnTo>
                    <a:pt x="1" y="24"/>
                  </a:lnTo>
                  <a:lnTo>
                    <a:pt x="1" y="48"/>
                  </a:lnTo>
                  <a:lnTo>
                    <a:pt x="1" y="72"/>
                  </a:lnTo>
                  <a:lnTo>
                    <a:pt x="25" y="96"/>
                  </a:lnTo>
                  <a:lnTo>
                    <a:pt x="73" y="72"/>
                  </a:lnTo>
                  <a:lnTo>
                    <a:pt x="97"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14"/>
            <p:cNvSpPr/>
            <p:nvPr/>
          </p:nvSpPr>
          <p:spPr>
            <a:xfrm rot="10800000">
              <a:off x="2960987" y="6487708"/>
              <a:ext cx="8245" cy="8330"/>
            </a:xfrm>
            <a:custGeom>
              <a:avLst/>
              <a:gdLst/>
              <a:ahLst/>
              <a:cxnLst/>
              <a:rect l="l" t="t" r="r" b="b"/>
              <a:pathLst>
                <a:path w="97" h="98" extrusionOk="0">
                  <a:moveTo>
                    <a:pt x="25" y="1"/>
                  </a:moveTo>
                  <a:lnTo>
                    <a:pt x="1" y="25"/>
                  </a:lnTo>
                  <a:lnTo>
                    <a:pt x="1" y="49"/>
                  </a:lnTo>
                  <a:lnTo>
                    <a:pt x="25" y="97"/>
                  </a:lnTo>
                  <a:lnTo>
                    <a:pt x="73" y="97"/>
                  </a:lnTo>
                  <a:lnTo>
                    <a:pt x="97"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14"/>
            <p:cNvSpPr/>
            <p:nvPr/>
          </p:nvSpPr>
          <p:spPr>
            <a:xfrm rot="10800000">
              <a:off x="3411174" y="6598215"/>
              <a:ext cx="8245" cy="6205"/>
            </a:xfrm>
            <a:custGeom>
              <a:avLst/>
              <a:gdLst/>
              <a:ahLst/>
              <a:cxnLst/>
              <a:rect l="l" t="t" r="r" b="b"/>
              <a:pathLst>
                <a:path w="97" h="73" extrusionOk="0">
                  <a:moveTo>
                    <a:pt x="25" y="0"/>
                  </a:moveTo>
                  <a:lnTo>
                    <a:pt x="0" y="24"/>
                  </a:lnTo>
                  <a:lnTo>
                    <a:pt x="25" y="48"/>
                  </a:lnTo>
                  <a:lnTo>
                    <a:pt x="49" y="72"/>
                  </a:lnTo>
                  <a:lnTo>
                    <a:pt x="73" y="72"/>
                  </a:lnTo>
                  <a:lnTo>
                    <a:pt x="97"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14"/>
            <p:cNvSpPr/>
            <p:nvPr/>
          </p:nvSpPr>
          <p:spPr>
            <a:xfrm rot="10800000">
              <a:off x="3081694" y="6211442"/>
              <a:ext cx="8245" cy="8330"/>
            </a:xfrm>
            <a:custGeom>
              <a:avLst/>
              <a:gdLst/>
              <a:ahLst/>
              <a:cxnLst/>
              <a:rect l="l" t="t" r="r" b="b"/>
              <a:pathLst>
                <a:path w="97" h="98" extrusionOk="0">
                  <a:moveTo>
                    <a:pt x="0" y="1"/>
                  </a:moveTo>
                  <a:lnTo>
                    <a:pt x="24" y="49"/>
                  </a:lnTo>
                  <a:lnTo>
                    <a:pt x="48" y="73"/>
                  </a:lnTo>
                  <a:lnTo>
                    <a:pt x="72" y="97"/>
                  </a:lnTo>
                  <a:lnTo>
                    <a:pt x="97" y="73"/>
                  </a:lnTo>
                  <a:lnTo>
                    <a:pt x="97" y="2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14"/>
            <p:cNvSpPr/>
            <p:nvPr/>
          </p:nvSpPr>
          <p:spPr>
            <a:xfrm rot="10800000">
              <a:off x="3116461" y="6283101"/>
              <a:ext cx="6205" cy="6205"/>
            </a:xfrm>
            <a:custGeom>
              <a:avLst/>
              <a:gdLst/>
              <a:ahLst/>
              <a:cxnLst/>
              <a:rect l="l" t="t" r="r" b="b"/>
              <a:pathLst>
                <a:path w="73" h="73" extrusionOk="0">
                  <a:moveTo>
                    <a:pt x="48" y="0"/>
                  </a:moveTo>
                  <a:lnTo>
                    <a:pt x="0" y="24"/>
                  </a:lnTo>
                  <a:lnTo>
                    <a:pt x="0" y="48"/>
                  </a:lnTo>
                  <a:lnTo>
                    <a:pt x="24" y="73"/>
                  </a:lnTo>
                  <a:lnTo>
                    <a:pt x="48" y="48"/>
                  </a:lnTo>
                  <a:lnTo>
                    <a:pt x="72"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14"/>
            <p:cNvSpPr/>
            <p:nvPr/>
          </p:nvSpPr>
          <p:spPr>
            <a:xfrm rot="10800000">
              <a:off x="3108301" y="6461102"/>
              <a:ext cx="8245" cy="6290"/>
            </a:xfrm>
            <a:custGeom>
              <a:avLst/>
              <a:gdLst/>
              <a:ahLst/>
              <a:cxnLst/>
              <a:rect l="l" t="t" r="r" b="b"/>
              <a:pathLst>
                <a:path w="97" h="74" extrusionOk="0">
                  <a:moveTo>
                    <a:pt x="0" y="1"/>
                  </a:moveTo>
                  <a:lnTo>
                    <a:pt x="0" y="49"/>
                  </a:lnTo>
                  <a:lnTo>
                    <a:pt x="0" y="73"/>
                  </a:lnTo>
                  <a:lnTo>
                    <a:pt x="73" y="73"/>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14"/>
            <p:cNvSpPr/>
            <p:nvPr/>
          </p:nvSpPr>
          <p:spPr>
            <a:xfrm rot="10800000">
              <a:off x="3470507" y="6440701"/>
              <a:ext cx="6205" cy="8245"/>
            </a:xfrm>
            <a:custGeom>
              <a:avLst/>
              <a:gdLst/>
              <a:ahLst/>
              <a:cxnLst/>
              <a:rect l="l" t="t" r="r" b="b"/>
              <a:pathLst>
                <a:path w="73" h="97" extrusionOk="0">
                  <a:moveTo>
                    <a:pt x="24" y="1"/>
                  </a:moveTo>
                  <a:lnTo>
                    <a:pt x="0" y="25"/>
                  </a:lnTo>
                  <a:lnTo>
                    <a:pt x="0" y="49"/>
                  </a:lnTo>
                  <a:lnTo>
                    <a:pt x="0" y="73"/>
                  </a:lnTo>
                  <a:lnTo>
                    <a:pt x="49" y="97"/>
                  </a:lnTo>
                  <a:lnTo>
                    <a:pt x="73" y="73"/>
                  </a:lnTo>
                  <a:lnTo>
                    <a:pt x="73" y="49"/>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14"/>
            <p:cNvSpPr/>
            <p:nvPr/>
          </p:nvSpPr>
          <p:spPr>
            <a:xfrm rot="10800000">
              <a:off x="3278141" y="6643267"/>
              <a:ext cx="8245" cy="8245"/>
            </a:xfrm>
            <a:custGeom>
              <a:avLst/>
              <a:gdLst/>
              <a:ahLst/>
              <a:cxnLst/>
              <a:rect l="l" t="t" r="r" b="b"/>
              <a:pathLst>
                <a:path w="97" h="97" extrusionOk="0">
                  <a:moveTo>
                    <a:pt x="72" y="0"/>
                  </a:moveTo>
                  <a:lnTo>
                    <a:pt x="48" y="24"/>
                  </a:lnTo>
                  <a:lnTo>
                    <a:pt x="0" y="48"/>
                  </a:lnTo>
                  <a:lnTo>
                    <a:pt x="0" y="73"/>
                  </a:lnTo>
                  <a:lnTo>
                    <a:pt x="24" y="97"/>
                  </a:lnTo>
                  <a:lnTo>
                    <a:pt x="48" y="97"/>
                  </a:lnTo>
                  <a:lnTo>
                    <a:pt x="96" y="73"/>
                  </a:lnTo>
                  <a:lnTo>
                    <a:pt x="96" y="48"/>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14"/>
            <p:cNvSpPr/>
            <p:nvPr/>
          </p:nvSpPr>
          <p:spPr>
            <a:xfrm rot="10800000">
              <a:off x="3044887" y="6291262"/>
              <a:ext cx="6205" cy="6205"/>
            </a:xfrm>
            <a:custGeom>
              <a:avLst/>
              <a:gdLst/>
              <a:ahLst/>
              <a:cxnLst/>
              <a:rect l="l" t="t" r="r" b="b"/>
              <a:pathLst>
                <a:path w="73" h="73" extrusionOk="0">
                  <a:moveTo>
                    <a:pt x="1" y="0"/>
                  </a:moveTo>
                  <a:lnTo>
                    <a:pt x="1" y="24"/>
                  </a:lnTo>
                  <a:lnTo>
                    <a:pt x="25" y="72"/>
                  </a:lnTo>
                  <a:lnTo>
                    <a:pt x="49" y="72"/>
                  </a:lnTo>
                  <a:lnTo>
                    <a:pt x="73" y="48"/>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14"/>
            <p:cNvSpPr/>
            <p:nvPr/>
          </p:nvSpPr>
          <p:spPr>
            <a:xfrm rot="10800000">
              <a:off x="3276101" y="6401768"/>
              <a:ext cx="8245" cy="8330"/>
            </a:xfrm>
            <a:custGeom>
              <a:avLst/>
              <a:gdLst/>
              <a:ahLst/>
              <a:cxnLst/>
              <a:rect l="l" t="t" r="r" b="b"/>
              <a:pathLst>
                <a:path w="97" h="98" extrusionOk="0">
                  <a:moveTo>
                    <a:pt x="48" y="1"/>
                  </a:moveTo>
                  <a:lnTo>
                    <a:pt x="0" y="25"/>
                  </a:lnTo>
                  <a:lnTo>
                    <a:pt x="0" y="49"/>
                  </a:lnTo>
                  <a:lnTo>
                    <a:pt x="24" y="97"/>
                  </a:lnTo>
                  <a:lnTo>
                    <a:pt x="72" y="97"/>
                  </a:lnTo>
                  <a:lnTo>
                    <a:pt x="97" y="73"/>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14"/>
            <p:cNvSpPr/>
            <p:nvPr/>
          </p:nvSpPr>
          <p:spPr>
            <a:xfrm rot="10800000">
              <a:off x="3124707" y="6401768"/>
              <a:ext cx="8245" cy="8330"/>
            </a:xfrm>
            <a:custGeom>
              <a:avLst/>
              <a:gdLst/>
              <a:ahLst/>
              <a:cxnLst/>
              <a:rect l="l" t="t" r="r" b="b"/>
              <a:pathLst>
                <a:path w="97" h="98" extrusionOk="0">
                  <a:moveTo>
                    <a:pt x="25" y="1"/>
                  </a:moveTo>
                  <a:lnTo>
                    <a:pt x="1" y="49"/>
                  </a:lnTo>
                  <a:lnTo>
                    <a:pt x="1" y="73"/>
                  </a:lnTo>
                  <a:lnTo>
                    <a:pt x="49" y="97"/>
                  </a:lnTo>
                  <a:lnTo>
                    <a:pt x="97" y="97"/>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14"/>
            <p:cNvSpPr/>
            <p:nvPr/>
          </p:nvSpPr>
          <p:spPr>
            <a:xfrm rot="10800000">
              <a:off x="3151228" y="6321949"/>
              <a:ext cx="8330" cy="6290"/>
            </a:xfrm>
            <a:custGeom>
              <a:avLst/>
              <a:gdLst/>
              <a:ahLst/>
              <a:cxnLst/>
              <a:rect l="l" t="t" r="r" b="b"/>
              <a:pathLst>
                <a:path w="98" h="74" extrusionOk="0">
                  <a:moveTo>
                    <a:pt x="49" y="1"/>
                  </a:moveTo>
                  <a:lnTo>
                    <a:pt x="25" y="25"/>
                  </a:lnTo>
                  <a:lnTo>
                    <a:pt x="1" y="49"/>
                  </a:lnTo>
                  <a:lnTo>
                    <a:pt x="25" y="73"/>
                  </a:lnTo>
                  <a:lnTo>
                    <a:pt x="97" y="73"/>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14"/>
            <p:cNvSpPr/>
            <p:nvPr/>
          </p:nvSpPr>
          <p:spPr>
            <a:xfrm rot="10800000">
              <a:off x="3278141" y="6123462"/>
              <a:ext cx="6205" cy="8330"/>
            </a:xfrm>
            <a:custGeom>
              <a:avLst/>
              <a:gdLst/>
              <a:ahLst/>
              <a:cxnLst/>
              <a:rect l="l" t="t" r="r" b="b"/>
              <a:pathLst>
                <a:path w="73" h="98" extrusionOk="0">
                  <a:moveTo>
                    <a:pt x="24" y="1"/>
                  </a:moveTo>
                  <a:lnTo>
                    <a:pt x="0" y="25"/>
                  </a:lnTo>
                  <a:lnTo>
                    <a:pt x="0" y="73"/>
                  </a:lnTo>
                  <a:lnTo>
                    <a:pt x="24" y="97"/>
                  </a:lnTo>
                  <a:lnTo>
                    <a:pt x="72" y="97"/>
                  </a:lnTo>
                  <a:lnTo>
                    <a:pt x="72" y="73"/>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14"/>
            <p:cNvSpPr/>
            <p:nvPr/>
          </p:nvSpPr>
          <p:spPr>
            <a:xfrm rot="10800000">
              <a:off x="3368161" y="6491789"/>
              <a:ext cx="6205" cy="8330"/>
            </a:xfrm>
            <a:custGeom>
              <a:avLst/>
              <a:gdLst/>
              <a:ahLst/>
              <a:cxnLst/>
              <a:rect l="l" t="t" r="r" b="b"/>
              <a:pathLst>
                <a:path w="73" h="98" extrusionOk="0">
                  <a:moveTo>
                    <a:pt x="24" y="1"/>
                  </a:moveTo>
                  <a:lnTo>
                    <a:pt x="0" y="25"/>
                  </a:lnTo>
                  <a:lnTo>
                    <a:pt x="0" y="73"/>
                  </a:lnTo>
                  <a:lnTo>
                    <a:pt x="24" y="97"/>
                  </a:lnTo>
                  <a:lnTo>
                    <a:pt x="72" y="73"/>
                  </a:lnTo>
                  <a:lnTo>
                    <a:pt x="72" y="49"/>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14"/>
            <p:cNvSpPr/>
            <p:nvPr/>
          </p:nvSpPr>
          <p:spPr>
            <a:xfrm rot="10800000">
              <a:off x="3456141" y="6452941"/>
              <a:ext cx="6290" cy="8245"/>
            </a:xfrm>
            <a:custGeom>
              <a:avLst/>
              <a:gdLst/>
              <a:ahLst/>
              <a:cxnLst/>
              <a:rect l="l" t="t" r="r" b="b"/>
              <a:pathLst>
                <a:path w="74" h="97" extrusionOk="0">
                  <a:moveTo>
                    <a:pt x="49" y="0"/>
                  </a:moveTo>
                  <a:lnTo>
                    <a:pt x="1" y="24"/>
                  </a:lnTo>
                  <a:lnTo>
                    <a:pt x="1" y="72"/>
                  </a:lnTo>
                  <a:lnTo>
                    <a:pt x="1" y="96"/>
                  </a:lnTo>
                  <a:lnTo>
                    <a:pt x="25" y="96"/>
                  </a:lnTo>
                  <a:lnTo>
                    <a:pt x="49" y="72"/>
                  </a:lnTo>
                  <a:lnTo>
                    <a:pt x="73" y="48"/>
                  </a:lnTo>
                  <a:lnTo>
                    <a:pt x="49"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14"/>
            <p:cNvSpPr/>
            <p:nvPr/>
          </p:nvSpPr>
          <p:spPr>
            <a:xfrm rot="10800000">
              <a:off x="3212687" y="6444781"/>
              <a:ext cx="8245" cy="6205"/>
            </a:xfrm>
            <a:custGeom>
              <a:avLst/>
              <a:gdLst/>
              <a:ahLst/>
              <a:cxnLst/>
              <a:rect l="l" t="t" r="r" b="b"/>
              <a:pathLst>
                <a:path w="97" h="73" extrusionOk="0">
                  <a:moveTo>
                    <a:pt x="49" y="1"/>
                  </a:moveTo>
                  <a:lnTo>
                    <a:pt x="25" y="25"/>
                  </a:lnTo>
                  <a:lnTo>
                    <a:pt x="1" y="49"/>
                  </a:lnTo>
                  <a:lnTo>
                    <a:pt x="25" y="73"/>
                  </a:lnTo>
                  <a:lnTo>
                    <a:pt x="49" y="73"/>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14"/>
            <p:cNvSpPr/>
            <p:nvPr/>
          </p:nvSpPr>
          <p:spPr>
            <a:xfrm rot="10800000">
              <a:off x="3149188" y="6440701"/>
              <a:ext cx="6290" cy="8245"/>
            </a:xfrm>
            <a:custGeom>
              <a:avLst/>
              <a:gdLst/>
              <a:ahLst/>
              <a:cxnLst/>
              <a:rect l="l" t="t" r="r" b="b"/>
              <a:pathLst>
                <a:path w="74" h="97" extrusionOk="0">
                  <a:moveTo>
                    <a:pt x="25" y="1"/>
                  </a:moveTo>
                  <a:lnTo>
                    <a:pt x="25" y="25"/>
                  </a:lnTo>
                  <a:lnTo>
                    <a:pt x="1" y="73"/>
                  </a:lnTo>
                  <a:lnTo>
                    <a:pt x="25" y="97"/>
                  </a:lnTo>
                  <a:lnTo>
                    <a:pt x="49" y="97"/>
                  </a:lnTo>
                  <a:lnTo>
                    <a:pt x="73" y="73"/>
                  </a:lnTo>
                  <a:lnTo>
                    <a:pt x="73"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14"/>
            <p:cNvSpPr/>
            <p:nvPr/>
          </p:nvSpPr>
          <p:spPr>
            <a:xfrm rot="10800000">
              <a:off x="3337474" y="6399728"/>
              <a:ext cx="4165" cy="6205"/>
            </a:xfrm>
            <a:custGeom>
              <a:avLst/>
              <a:gdLst/>
              <a:ahLst/>
              <a:cxnLst/>
              <a:rect l="l" t="t" r="r" b="b"/>
              <a:pathLst>
                <a:path w="49" h="73" extrusionOk="0">
                  <a:moveTo>
                    <a:pt x="24" y="0"/>
                  </a:moveTo>
                  <a:lnTo>
                    <a:pt x="0" y="24"/>
                  </a:lnTo>
                  <a:lnTo>
                    <a:pt x="0" y="48"/>
                  </a:lnTo>
                  <a:lnTo>
                    <a:pt x="24" y="72"/>
                  </a:lnTo>
                  <a:lnTo>
                    <a:pt x="48" y="48"/>
                  </a:lnTo>
                  <a:lnTo>
                    <a:pt x="48"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14"/>
            <p:cNvSpPr/>
            <p:nvPr/>
          </p:nvSpPr>
          <p:spPr>
            <a:xfrm rot="10800000">
              <a:off x="3466427" y="6367001"/>
              <a:ext cx="6205" cy="6205"/>
            </a:xfrm>
            <a:custGeom>
              <a:avLst/>
              <a:gdLst/>
              <a:ahLst/>
              <a:cxnLst/>
              <a:rect l="l" t="t" r="r" b="b"/>
              <a:pathLst>
                <a:path w="73" h="73" extrusionOk="0">
                  <a:moveTo>
                    <a:pt x="25" y="0"/>
                  </a:moveTo>
                  <a:lnTo>
                    <a:pt x="1" y="24"/>
                  </a:lnTo>
                  <a:lnTo>
                    <a:pt x="1" y="48"/>
                  </a:lnTo>
                  <a:lnTo>
                    <a:pt x="25" y="73"/>
                  </a:lnTo>
                  <a:lnTo>
                    <a:pt x="73" y="73"/>
                  </a:lnTo>
                  <a:lnTo>
                    <a:pt x="73"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14"/>
            <p:cNvSpPr/>
            <p:nvPr/>
          </p:nvSpPr>
          <p:spPr>
            <a:xfrm rot="10800000">
              <a:off x="3141028" y="6248334"/>
              <a:ext cx="8245" cy="6205"/>
            </a:xfrm>
            <a:custGeom>
              <a:avLst/>
              <a:gdLst/>
              <a:ahLst/>
              <a:cxnLst/>
              <a:rect l="l" t="t" r="r" b="b"/>
              <a:pathLst>
                <a:path w="97" h="73" extrusionOk="0">
                  <a:moveTo>
                    <a:pt x="24" y="1"/>
                  </a:moveTo>
                  <a:lnTo>
                    <a:pt x="0" y="25"/>
                  </a:lnTo>
                  <a:lnTo>
                    <a:pt x="0" y="49"/>
                  </a:lnTo>
                  <a:lnTo>
                    <a:pt x="48" y="73"/>
                  </a:lnTo>
                  <a:lnTo>
                    <a:pt x="72" y="73"/>
                  </a:lnTo>
                  <a:lnTo>
                    <a:pt x="96" y="49"/>
                  </a:lnTo>
                  <a:lnTo>
                    <a:pt x="96"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14"/>
            <p:cNvSpPr/>
            <p:nvPr/>
          </p:nvSpPr>
          <p:spPr>
            <a:xfrm rot="10800000">
              <a:off x="3005955" y="6240089"/>
              <a:ext cx="8330" cy="6290"/>
            </a:xfrm>
            <a:custGeom>
              <a:avLst/>
              <a:gdLst/>
              <a:ahLst/>
              <a:cxnLst/>
              <a:rect l="l" t="t" r="r" b="b"/>
              <a:pathLst>
                <a:path w="98" h="74" extrusionOk="0">
                  <a:moveTo>
                    <a:pt x="49" y="1"/>
                  </a:moveTo>
                  <a:lnTo>
                    <a:pt x="25" y="25"/>
                  </a:lnTo>
                  <a:lnTo>
                    <a:pt x="1" y="25"/>
                  </a:lnTo>
                  <a:lnTo>
                    <a:pt x="25" y="73"/>
                  </a:lnTo>
                  <a:lnTo>
                    <a:pt x="73" y="73"/>
                  </a:lnTo>
                  <a:lnTo>
                    <a:pt x="97" y="49"/>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14"/>
            <p:cNvSpPr/>
            <p:nvPr/>
          </p:nvSpPr>
          <p:spPr>
            <a:xfrm rot="10800000">
              <a:off x="3071494" y="6665794"/>
              <a:ext cx="6205" cy="6205"/>
            </a:xfrm>
            <a:custGeom>
              <a:avLst/>
              <a:gdLst/>
              <a:ahLst/>
              <a:cxnLst/>
              <a:rect l="l" t="t" r="r" b="b"/>
              <a:pathLst>
                <a:path w="73" h="73" extrusionOk="0">
                  <a:moveTo>
                    <a:pt x="25" y="1"/>
                  </a:moveTo>
                  <a:lnTo>
                    <a:pt x="1" y="49"/>
                  </a:lnTo>
                  <a:lnTo>
                    <a:pt x="25" y="73"/>
                  </a:lnTo>
                  <a:lnTo>
                    <a:pt x="49" y="73"/>
                  </a:lnTo>
                  <a:lnTo>
                    <a:pt x="73"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14"/>
            <p:cNvSpPr/>
            <p:nvPr/>
          </p:nvSpPr>
          <p:spPr>
            <a:xfrm rot="10800000">
              <a:off x="3245414" y="6581894"/>
              <a:ext cx="4165" cy="4165"/>
            </a:xfrm>
            <a:custGeom>
              <a:avLst/>
              <a:gdLst/>
              <a:ahLst/>
              <a:cxnLst/>
              <a:rect l="l" t="t" r="r" b="b"/>
              <a:pathLst>
                <a:path w="49" h="49" extrusionOk="0">
                  <a:moveTo>
                    <a:pt x="1" y="1"/>
                  </a:moveTo>
                  <a:lnTo>
                    <a:pt x="1" y="25"/>
                  </a:lnTo>
                  <a:lnTo>
                    <a:pt x="1"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14"/>
            <p:cNvSpPr/>
            <p:nvPr/>
          </p:nvSpPr>
          <p:spPr>
            <a:xfrm rot="10800000">
              <a:off x="3208607" y="6581894"/>
              <a:ext cx="4165" cy="4165"/>
            </a:xfrm>
            <a:custGeom>
              <a:avLst/>
              <a:gdLst/>
              <a:ahLst/>
              <a:cxnLst/>
              <a:rect l="l" t="t" r="r" b="b"/>
              <a:pathLst>
                <a:path w="49" h="49" extrusionOk="0">
                  <a:moveTo>
                    <a:pt x="1" y="1"/>
                  </a:moveTo>
                  <a:lnTo>
                    <a:pt x="1" y="25"/>
                  </a:lnTo>
                  <a:lnTo>
                    <a:pt x="1" y="49"/>
                  </a:lnTo>
                  <a:lnTo>
                    <a:pt x="25"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14"/>
            <p:cNvSpPr/>
            <p:nvPr/>
          </p:nvSpPr>
          <p:spPr>
            <a:xfrm rot="10800000">
              <a:off x="3130827" y="6571608"/>
              <a:ext cx="4165" cy="4165"/>
            </a:xfrm>
            <a:custGeom>
              <a:avLst/>
              <a:gdLst/>
              <a:ahLst/>
              <a:cxnLst/>
              <a:rect l="l" t="t" r="r" b="b"/>
              <a:pathLst>
                <a:path w="49" h="49" extrusionOk="0">
                  <a:moveTo>
                    <a:pt x="1" y="0"/>
                  </a:moveTo>
                  <a:lnTo>
                    <a:pt x="1" y="24"/>
                  </a:lnTo>
                  <a:lnTo>
                    <a:pt x="1" y="48"/>
                  </a:lnTo>
                  <a:lnTo>
                    <a:pt x="49" y="48"/>
                  </a:lnTo>
                  <a:lnTo>
                    <a:pt x="49"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14"/>
            <p:cNvSpPr/>
            <p:nvPr/>
          </p:nvSpPr>
          <p:spPr>
            <a:xfrm rot="10800000">
              <a:off x="3490993" y="6530721"/>
              <a:ext cx="4165" cy="4165"/>
            </a:xfrm>
            <a:custGeom>
              <a:avLst/>
              <a:gdLst/>
              <a:ahLst/>
              <a:cxnLst/>
              <a:rect l="l" t="t" r="r" b="b"/>
              <a:pathLst>
                <a:path w="49" h="49" extrusionOk="0">
                  <a:moveTo>
                    <a:pt x="25" y="1"/>
                  </a:moveTo>
                  <a:lnTo>
                    <a:pt x="1" y="25"/>
                  </a:lnTo>
                  <a:lnTo>
                    <a:pt x="25"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14"/>
            <p:cNvSpPr/>
            <p:nvPr/>
          </p:nvSpPr>
          <p:spPr>
            <a:xfrm rot="10800000">
              <a:off x="3523720" y="6500034"/>
              <a:ext cx="4165" cy="4165"/>
            </a:xfrm>
            <a:custGeom>
              <a:avLst/>
              <a:gdLst/>
              <a:ahLst/>
              <a:cxnLst/>
              <a:rect l="l" t="t" r="r" b="b"/>
              <a:pathLst>
                <a:path w="49" h="49" extrusionOk="0">
                  <a:moveTo>
                    <a:pt x="1" y="1"/>
                  </a:moveTo>
                  <a:lnTo>
                    <a:pt x="1" y="25"/>
                  </a:lnTo>
                  <a:lnTo>
                    <a:pt x="1" y="49"/>
                  </a:lnTo>
                  <a:lnTo>
                    <a:pt x="25"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14"/>
            <p:cNvSpPr/>
            <p:nvPr/>
          </p:nvSpPr>
          <p:spPr>
            <a:xfrm rot="10800000">
              <a:off x="3511394" y="6487708"/>
              <a:ext cx="6290" cy="4165"/>
            </a:xfrm>
            <a:custGeom>
              <a:avLst/>
              <a:gdLst/>
              <a:ahLst/>
              <a:cxnLst/>
              <a:rect l="l" t="t" r="r" b="b"/>
              <a:pathLst>
                <a:path w="74" h="49" extrusionOk="0">
                  <a:moveTo>
                    <a:pt x="1" y="0"/>
                  </a:moveTo>
                  <a:lnTo>
                    <a:pt x="1" y="24"/>
                  </a:lnTo>
                  <a:lnTo>
                    <a:pt x="25"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14"/>
            <p:cNvSpPr/>
            <p:nvPr/>
          </p:nvSpPr>
          <p:spPr>
            <a:xfrm rot="10800000">
              <a:off x="3347760" y="6487708"/>
              <a:ext cx="6205" cy="6290"/>
            </a:xfrm>
            <a:custGeom>
              <a:avLst/>
              <a:gdLst/>
              <a:ahLst/>
              <a:cxnLst/>
              <a:rect l="l" t="t" r="r" b="b"/>
              <a:pathLst>
                <a:path w="73" h="74" extrusionOk="0">
                  <a:moveTo>
                    <a:pt x="1" y="1"/>
                  </a:moveTo>
                  <a:lnTo>
                    <a:pt x="1" y="25"/>
                  </a:lnTo>
                  <a:lnTo>
                    <a:pt x="1" y="49"/>
                  </a:lnTo>
                  <a:lnTo>
                    <a:pt x="49" y="73"/>
                  </a:lnTo>
                  <a:lnTo>
                    <a:pt x="73" y="49"/>
                  </a:lnTo>
                  <a:lnTo>
                    <a:pt x="73"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14"/>
            <p:cNvSpPr/>
            <p:nvPr/>
          </p:nvSpPr>
          <p:spPr>
            <a:xfrm rot="10800000">
              <a:off x="3306787" y="6477508"/>
              <a:ext cx="6205" cy="6205"/>
            </a:xfrm>
            <a:custGeom>
              <a:avLst/>
              <a:gdLst/>
              <a:ahLst/>
              <a:cxnLst/>
              <a:rect l="l" t="t" r="r" b="b"/>
              <a:pathLst>
                <a:path w="73" h="73" extrusionOk="0">
                  <a:moveTo>
                    <a:pt x="24" y="0"/>
                  </a:moveTo>
                  <a:lnTo>
                    <a:pt x="0" y="24"/>
                  </a:lnTo>
                  <a:lnTo>
                    <a:pt x="0" y="48"/>
                  </a:lnTo>
                  <a:lnTo>
                    <a:pt x="0" y="73"/>
                  </a:lnTo>
                  <a:lnTo>
                    <a:pt x="48" y="73"/>
                  </a:lnTo>
                  <a:lnTo>
                    <a:pt x="72" y="48"/>
                  </a:lnTo>
                  <a:lnTo>
                    <a:pt x="48"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14"/>
            <p:cNvSpPr/>
            <p:nvPr/>
          </p:nvSpPr>
          <p:spPr>
            <a:xfrm rot="10800000">
              <a:off x="3036642" y="6446821"/>
              <a:ext cx="6290" cy="6205"/>
            </a:xfrm>
            <a:custGeom>
              <a:avLst/>
              <a:gdLst/>
              <a:ahLst/>
              <a:cxnLst/>
              <a:rect l="l" t="t" r="r" b="b"/>
              <a:pathLst>
                <a:path w="74" h="73" extrusionOk="0">
                  <a:moveTo>
                    <a:pt x="25" y="0"/>
                  </a:moveTo>
                  <a:lnTo>
                    <a:pt x="1" y="25"/>
                  </a:lnTo>
                  <a:lnTo>
                    <a:pt x="1" y="49"/>
                  </a:lnTo>
                  <a:lnTo>
                    <a:pt x="25" y="73"/>
                  </a:lnTo>
                  <a:lnTo>
                    <a:pt x="73" y="73"/>
                  </a:lnTo>
                  <a:lnTo>
                    <a:pt x="73" y="25"/>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14"/>
            <p:cNvSpPr/>
            <p:nvPr/>
          </p:nvSpPr>
          <p:spPr>
            <a:xfrm rot="10800000">
              <a:off x="3394768" y="6420214"/>
              <a:ext cx="6205" cy="8245"/>
            </a:xfrm>
            <a:custGeom>
              <a:avLst/>
              <a:gdLst/>
              <a:ahLst/>
              <a:cxnLst/>
              <a:rect l="l" t="t" r="r" b="b"/>
              <a:pathLst>
                <a:path w="73" h="97" extrusionOk="0">
                  <a:moveTo>
                    <a:pt x="24" y="0"/>
                  </a:moveTo>
                  <a:lnTo>
                    <a:pt x="0" y="24"/>
                  </a:lnTo>
                  <a:lnTo>
                    <a:pt x="0" y="48"/>
                  </a:lnTo>
                  <a:lnTo>
                    <a:pt x="0" y="73"/>
                  </a:lnTo>
                  <a:lnTo>
                    <a:pt x="24" y="97"/>
                  </a:lnTo>
                  <a:lnTo>
                    <a:pt x="72" y="73"/>
                  </a:lnTo>
                  <a:lnTo>
                    <a:pt x="72" y="48"/>
                  </a:lnTo>
                  <a:lnTo>
                    <a:pt x="72"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14"/>
            <p:cNvSpPr/>
            <p:nvPr/>
          </p:nvSpPr>
          <p:spPr>
            <a:xfrm rot="10800000">
              <a:off x="3130827" y="6416134"/>
              <a:ext cx="4165" cy="4165"/>
            </a:xfrm>
            <a:custGeom>
              <a:avLst/>
              <a:gdLst/>
              <a:ahLst/>
              <a:cxnLst/>
              <a:rect l="l" t="t" r="r" b="b"/>
              <a:pathLst>
                <a:path w="49" h="49" extrusionOk="0">
                  <a:moveTo>
                    <a:pt x="1" y="1"/>
                  </a:moveTo>
                  <a:lnTo>
                    <a:pt x="1" y="25"/>
                  </a:lnTo>
                  <a:lnTo>
                    <a:pt x="1"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14"/>
            <p:cNvSpPr/>
            <p:nvPr/>
          </p:nvSpPr>
          <p:spPr>
            <a:xfrm rot="10800000">
              <a:off x="3286301" y="6334274"/>
              <a:ext cx="6290" cy="6205"/>
            </a:xfrm>
            <a:custGeom>
              <a:avLst/>
              <a:gdLst/>
              <a:ahLst/>
              <a:cxnLst/>
              <a:rect l="l" t="t" r="r" b="b"/>
              <a:pathLst>
                <a:path w="74" h="73" extrusionOk="0">
                  <a:moveTo>
                    <a:pt x="1" y="0"/>
                  </a:moveTo>
                  <a:lnTo>
                    <a:pt x="1" y="49"/>
                  </a:lnTo>
                  <a:lnTo>
                    <a:pt x="49" y="73"/>
                  </a:lnTo>
                  <a:lnTo>
                    <a:pt x="73" y="49"/>
                  </a:lnTo>
                  <a:lnTo>
                    <a:pt x="73" y="25"/>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14"/>
            <p:cNvSpPr/>
            <p:nvPr/>
          </p:nvSpPr>
          <p:spPr>
            <a:xfrm rot="10800000">
              <a:off x="3343595" y="6332234"/>
              <a:ext cx="4165" cy="6205"/>
            </a:xfrm>
            <a:custGeom>
              <a:avLst/>
              <a:gdLst/>
              <a:ahLst/>
              <a:cxnLst/>
              <a:rect l="l" t="t" r="r" b="b"/>
              <a:pathLst>
                <a:path w="49" h="73" extrusionOk="0">
                  <a:moveTo>
                    <a:pt x="48" y="1"/>
                  </a:moveTo>
                  <a:lnTo>
                    <a:pt x="0" y="25"/>
                  </a:lnTo>
                  <a:lnTo>
                    <a:pt x="0" y="49"/>
                  </a:lnTo>
                  <a:lnTo>
                    <a:pt x="24" y="73"/>
                  </a:lnTo>
                  <a:lnTo>
                    <a:pt x="48" y="49"/>
                  </a:lnTo>
                  <a:lnTo>
                    <a:pt x="48"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14"/>
            <p:cNvSpPr/>
            <p:nvPr/>
          </p:nvSpPr>
          <p:spPr>
            <a:xfrm rot="10800000">
              <a:off x="2932340" y="6293302"/>
              <a:ext cx="6205" cy="6290"/>
            </a:xfrm>
            <a:custGeom>
              <a:avLst/>
              <a:gdLst/>
              <a:ahLst/>
              <a:cxnLst/>
              <a:rect l="l" t="t" r="r" b="b"/>
              <a:pathLst>
                <a:path w="73" h="74" extrusionOk="0">
                  <a:moveTo>
                    <a:pt x="25" y="1"/>
                  </a:moveTo>
                  <a:lnTo>
                    <a:pt x="1" y="25"/>
                  </a:lnTo>
                  <a:lnTo>
                    <a:pt x="1" y="49"/>
                  </a:lnTo>
                  <a:lnTo>
                    <a:pt x="1" y="73"/>
                  </a:lnTo>
                  <a:lnTo>
                    <a:pt x="73" y="73"/>
                  </a:lnTo>
                  <a:lnTo>
                    <a:pt x="73" y="25"/>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14"/>
            <p:cNvSpPr/>
            <p:nvPr/>
          </p:nvSpPr>
          <p:spPr>
            <a:xfrm rot="10800000">
              <a:off x="3190161" y="6203282"/>
              <a:ext cx="2125" cy="4165"/>
            </a:xfrm>
            <a:custGeom>
              <a:avLst/>
              <a:gdLst/>
              <a:ahLst/>
              <a:cxnLst/>
              <a:rect l="l" t="t" r="r" b="b"/>
              <a:pathLst>
                <a:path w="25" h="49" extrusionOk="0">
                  <a:moveTo>
                    <a:pt x="1" y="0"/>
                  </a:moveTo>
                  <a:lnTo>
                    <a:pt x="1" y="24"/>
                  </a:lnTo>
                  <a:lnTo>
                    <a:pt x="25" y="48"/>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14"/>
            <p:cNvSpPr/>
            <p:nvPr/>
          </p:nvSpPr>
          <p:spPr>
            <a:xfrm rot="10800000">
              <a:off x="3202401" y="5965948"/>
              <a:ext cx="4165" cy="2125"/>
            </a:xfrm>
            <a:custGeom>
              <a:avLst/>
              <a:gdLst/>
              <a:ahLst/>
              <a:cxnLst/>
              <a:rect l="l" t="t" r="r" b="b"/>
              <a:pathLst>
                <a:path w="49" h="25" extrusionOk="0">
                  <a:moveTo>
                    <a:pt x="24" y="1"/>
                  </a:moveTo>
                  <a:lnTo>
                    <a:pt x="0" y="25"/>
                  </a:lnTo>
                  <a:lnTo>
                    <a:pt x="48"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14"/>
            <p:cNvSpPr/>
            <p:nvPr/>
          </p:nvSpPr>
          <p:spPr>
            <a:xfrm rot="10800000">
              <a:off x="2975268" y="6551207"/>
              <a:ext cx="4165" cy="2125"/>
            </a:xfrm>
            <a:custGeom>
              <a:avLst/>
              <a:gdLst/>
              <a:ahLst/>
              <a:cxnLst/>
              <a:rect l="l" t="t" r="r" b="b"/>
              <a:pathLst>
                <a:path w="49" h="25" extrusionOk="0">
                  <a:moveTo>
                    <a:pt x="0" y="1"/>
                  </a:moveTo>
                  <a:lnTo>
                    <a:pt x="0"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14"/>
            <p:cNvSpPr/>
            <p:nvPr/>
          </p:nvSpPr>
          <p:spPr>
            <a:xfrm rot="10800000">
              <a:off x="3173755" y="6551207"/>
              <a:ext cx="4165" cy="6205"/>
            </a:xfrm>
            <a:custGeom>
              <a:avLst/>
              <a:gdLst/>
              <a:ahLst/>
              <a:cxnLst/>
              <a:rect l="l" t="t" r="r" b="b"/>
              <a:pathLst>
                <a:path w="49" h="73" extrusionOk="0">
                  <a:moveTo>
                    <a:pt x="24" y="1"/>
                  </a:moveTo>
                  <a:lnTo>
                    <a:pt x="0" y="25"/>
                  </a:lnTo>
                  <a:lnTo>
                    <a:pt x="24" y="49"/>
                  </a:lnTo>
                  <a:lnTo>
                    <a:pt x="48" y="73"/>
                  </a:lnTo>
                  <a:lnTo>
                    <a:pt x="48" y="49"/>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14"/>
            <p:cNvSpPr/>
            <p:nvPr/>
          </p:nvSpPr>
          <p:spPr>
            <a:xfrm rot="10800000">
              <a:off x="3439820" y="6602295"/>
              <a:ext cx="4165" cy="4250"/>
            </a:xfrm>
            <a:custGeom>
              <a:avLst/>
              <a:gdLst/>
              <a:ahLst/>
              <a:cxnLst/>
              <a:rect l="l" t="t" r="r" b="b"/>
              <a:pathLst>
                <a:path w="49" h="50" extrusionOk="0">
                  <a:moveTo>
                    <a:pt x="25" y="1"/>
                  </a:moveTo>
                  <a:lnTo>
                    <a:pt x="1" y="25"/>
                  </a:lnTo>
                  <a:lnTo>
                    <a:pt x="25" y="49"/>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14"/>
            <p:cNvSpPr/>
            <p:nvPr/>
          </p:nvSpPr>
          <p:spPr>
            <a:xfrm rot="10800000">
              <a:off x="3257655" y="6647348"/>
              <a:ext cx="4165" cy="4165"/>
            </a:xfrm>
            <a:custGeom>
              <a:avLst/>
              <a:gdLst/>
              <a:ahLst/>
              <a:cxnLst/>
              <a:rect l="l" t="t" r="r" b="b"/>
              <a:pathLst>
                <a:path w="49" h="49" extrusionOk="0">
                  <a:moveTo>
                    <a:pt x="24" y="0"/>
                  </a:moveTo>
                  <a:lnTo>
                    <a:pt x="0" y="24"/>
                  </a:lnTo>
                  <a:lnTo>
                    <a:pt x="0" y="48"/>
                  </a:lnTo>
                  <a:lnTo>
                    <a:pt x="48" y="48"/>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14"/>
            <p:cNvSpPr/>
            <p:nvPr/>
          </p:nvSpPr>
          <p:spPr>
            <a:xfrm rot="10800000">
              <a:off x="3083734" y="6227848"/>
              <a:ext cx="2125" cy="85"/>
            </a:xfrm>
            <a:custGeom>
              <a:avLst/>
              <a:gdLst/>
              <a:ahLst/>
              <a:cxnLst/>
              <a:rect l="l" t="t" r="r" b="b"/>
              <a:pathLst>
                <a:path w="25" h="1" extrusionOk="0">
                  <a:moveTo>
                    <a:pt x="0" y="0"/>
                  </a:moveTo>
                  <a:lnTo>
                    <a:pt x="0" y="0"/>
                  </a:lnTo>
                  <a:lnTo>
                    <a:pt x="24"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14"/>
            <p:cNvSpPr/>
            <p:nvPr/>
          </p:nvSpPr>
          <p:spPr>
            <a:xfrm rot="10800000">
              <a:off x="3173755" y="6686195"/>
              <a:ext cx="2125" cy="4250"/>
            </a:xfrm>
            <a:custGeom>
              <a:avLst/>
              <a:gdLst/>
              <a:ahLst/>
              <a:cxnLst/>
              <a:rect l="l" t="t" r="r" b="b"/>
              <a:pathLst>
                <a:path w="25" h="50" extrusionOk="0">
                  <a:moveTo>
                    <a:pt x="0" y="1"/>
                  </a:moveTo>
                  <a:lnTo>
                    <a:pt x="0" y="25"/>
                  </a:lnTo>
                  <a:lnTo>
                    <a:pt x="0" y="49"/>
                  </a:lnTo>
                  <a:lnTo>
                    <a:pt x="24" y="49"/>
                  </a:lnTo>
                  <a:lnTo>
                    <a:pt x="24"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14"/>
            <p:cNvSpPr/>
            <p:nvPr/>
          </p:nvSpPr>
          <p:spPr>
            <a:xfrm rot="10800000">
              <a:off x="3247454" y="6266695"/>
              <a:ext cx="4165" cy="4250"/>
            </a:xfrm>
            <a:custGeom>
              <a:avLst/>
              <a:gdLst/>
              <a:ahLst/>
              <a:cxnLst/>
              <a:rect l="l" t="t" r="r" b="b"/>
              <a:pathLst>
                <a:path w="49" h="50" extrusionOk="0">
                  <a:moveTo>
                    <a:pt x="25" y="1"/>
                  </a:moveTo>
                  <a:lnTo>
                    <a:pt x="0" y="25"/>
                  </a:lnTo>
                  <a:lnTo>
                    <a:pt x="0" y="49"/>
                  </a:lnTo>
                  <a:lnTo>
                    <a:pt x="25" y="49"/>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14"/>
            <p:cNvSpPr/>
            <p:nvPr/>
          </p:nvSpPr>
          <p:spPr>
            <a:xfrm rot="10800000">
              <a:off x="3124707" y="6323989"/>
              <a:ext cx="2125" cy="2210"/>
            </a:xfrm>
            <a:custGeom>
              <a:avLst/>
              <a:gdLst/>
              <a:ahLst/>
              <a:cxnLst/>
              <a:rect l="l" t="t" r="r" b="b"/>
              <a:pathLst>
                <a:path w="25" h="26" extrusionOk="0">
                  <a:moveTo>
                    <a:pt x="25" y="1"/>
                  </a:moveTo>
                  <a:lnTo>
                    <a:pt x="1" y="25"/>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14"/>
            <p:cNvSpPr/>
            <p:nvPr/>
          </p:nvSpPr>
          <p:spPr>
            <a:xfrm rot="10800000">
              <a:off x="3155394" y="6393608"/>
              <a:ext cx="4165" cy="6205"/>
            </a:xfrm>
            <a:custGeom>
              <a:avLst/>
              <a:gdLst/>
              <a:ahLst/>
              <a:cxnLst/>
              <a:rect l="l" t="t" r="r" b="b"/>
              <a:pathLst>
                <a:path w="49" h="73" extrusionOk="0">
                  <a:moveTo>
                    <a:pt x="25" y="0"/>
                  </a:moveTo>
                  <a:lnTo>
                    <a:pt x="1" y="24"/>
                  </a:lnTo>
                  <a:lnTo>
                    <a:pt x="1" y="48"/>
                  </a:lnTo>
                  <a:lnTo>
                    <a:pt x="25" y="73"/>
                  </a:lnTo>
                  <a:lnTo>
                    <a:pt x="49" y="48"/>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14"/>
            <p:cNvSpPr/>
            <p:nvPr/>
          </p:nvSpPr>
          <p:spPr>
            <a:xfrm rot="10800000">
              <a:off x="3417294" y="6330194"/>
              <a:ext cx="4165" cy="6205"/>
            </a:xfrm>
            <a:custGeom>
              <a:avLst/>
              <a:gdLst/>
              <a:ahLst/>
              <a:cxnLst/>
              <a:rect l="l" t="t" r="r" b="b"/>
              <a:pathLst>
                <a:path w="49" h="73" extrusionOk="0">
                  <a:moveTo>
                    <a:pt x="24" y="1"/>
                  </a:moveTo>
                  <a:lnTo>
                    <a:pt x="0" y="25"/>
                  </a:lnTo>
                  <a:lnTo>
                    <a:pt x="0" y="49"/>
                  </a:lnTo>
                  <a:lnTo>
                    <a:pt x="24" y="73"/>
                  </a:lnTo>
                  <a:lnTo>
                    <a:pt x="49" y="73"/>
                  </a:lnTo>
                  <a:lnTo>
                    <a:pt x="49" y="49"/>
                  </a:lnTo>
                  <a:lnTo>
                    <a:pt x="49"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14"/>
            <p:cNvSpPr/>
            <p:nvPr/>
          </p:nvSpPr>
          <p:spPr>
            <a:xfrm rot="10800000">
              <a:off x="3073534" y="6375162"/>
              <a:ext cx="6205" cy="4165"/>
            </a:xfrm>
            <a:custGeom>
              <a:avLst/>
              <a:gdLst/>
              <a:ahLst/>
              <a:cxnLst/>
              <a:rect l="l" t="t" r="r" b="b"/>
              <a:pathLst>
                <a:path w="73" h="49" extrusionOk="0">
                  <a:moveTo>
                    <a:pt x="1" y="0"/>
                  </a:moveTo>
                  <a:lnTo>
                    <a:pt x="1" y="24"/>
                  </a:lnTo>
                  <a:lnTo>
                    <a:pt x="1"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14"/>
            <p:cNvSpPr/>
            <p:nvPr/>
          </p:nvSpPr>
          <p:spPr>
            <a:xfrm rot="10800000">
              <a:off x="3018280" y="6389528"/>
              <a:ext cx="2125" cy="4165"/>
            </a:xfrm>
            <a:custGeom>
              <a:avLst/>
              <a:gdLst/>
              <a:ahLst/>
              <a:cxnLst/>
              <a:rect l="l" t="t" r="r" b="b"/>
              <a:pathLst>
                <a:path w="25" h="49" extrusionOk="0">
                  <a:moveTo>
                    <a:pt x="1" y="1"/>
                  </a:moveTo>
                  <a:lnTo>
                    <a:pt x="1" y="25"/>
                  </a:lnTo>
                  <a:lnTo>
                    <a:pt x="25" y="49"/>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14"/>
            <p:cNvSpPr/>
            <p:nvPr/>
          </p:nvSpPr>
          <p:spPr>
            <a:xfrm rot="10800000">
              <a:off x="3177835" y="6424295"/>
              <a:ext cx="6290" cy="4165"/>
            </a:xfrm>
            <a:custGeom>
              <a:avLst/>
              <a:gdLst/>
              <a:ahLst/>
              <a:cxnLst/>
              <a:rect l="l" t="t" r="r" b="b"/>
              <a:pathLst>
                <a:path w="74" h="49" extrusionOk="0">
                  <a:moveTo>
                    <a:pt x="1" y="0"/>
                  </a:moveTo>
                  <a:lnTo>
                    <a:pt x="1" y="24"/>
                  </a:lnTo>
                  <a:lnTo>
                    <a:pt x="25"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14"/>
            <p:cNvSpPr/>
            <p:nvPr/>
          </p:nvSpPr>
          <p:spPr>
            <a:xfrm rot="10800000">
              <a:off x="3212687" y="6483628"/>
              <a:ext cx="4165" cy="4165"/>
            </a:xfrm>
            <a:custGeom>
              <a:avLst/>
              <a:gdLst/>
              <a:ahLst/>
              <a:cxnLst/>
              <a:rect l="l" t="t" r="r" b="b"/>
              <a:pathLst>
                <a:path w="49" h="49" extrusionOk="0">
                  <a:moveTo>
                    <a:pt x="1" y="0"/>
                  </a:moveTo>
                  <a:lnTo>
                    <a:pt x="1" y="24"/>
                  </a:lnTo>
                  <a:lnTo>
                    <a:pt x="25" y="48"/>
                  </a:lnTo>
                  <a:lnTo>
                    <a:pt x="49" y="2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14"/>
            <p:cNvSpPr/>
            <p:nvPr/>
          </p:nvSpPr>
          <p:spPr>
            <a:xfrm rot="10800000">
              <a:off x="3192201" y="6491789"/>
              <a:ext cx="4165" cy="4250"/>
            </a:xfrm>
            <a:custGeom>
              <a:avLst/>
              <a:gdLst/>
              <a:ahLst/>
              <a:cxnLst/>
              <a:rect l="l" t="t" r="r" b="b"/>
              <a:pathLst>
                <a:path w="49" h="50" extrusionOk="0">
                  <a:moveTo>
                    <a:pt x="49" y="1"/>
                  </a:moveTo>
                  <a:lnTo>
                    <a:pt x="0" y="25"/>
                  </a:lnTo>
                  <a:lnTo>
                    <a:pt x="25" y="49"/>
                  </a:lnTo>
                  <a:lnTo>
                    <a:pt x="49" y="49"/>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14"/>
            <p:cNvSpPr/>
            <p:nvPr/>
          </p:nvSpPr>
          <p:spPr>
            <a:xfrm rot="10800000">
              <a:off x="3108301" y="6516355"/>
              <a:ext cx="6205" cy="6290"/>
            </a:xfrm>
            <a:custGeom>
              <a:avLst/>
              <a:gdLst/>
              <a:ahLst/>
              <a:cxnLst/>
              <a:rect l="l" t="t" r="r" b="b"/>
              <a:pathLst>
                <a:path w="73" h="74" extrusionOk="0">
                  <a:moveTo>
                    <a:pt x="24" y="1"/>
                  </a:moveTo>
                  <a:lnTo>
                    <a:pt x="24" y="25"/>
                  </a:lnTo>
                  <a:lnTo>
                    <a:pt x="0" y="49"/>
                  </a:lnTo>
                  <a:lnTo>
                    <a:pt x="24" y="49"/>
                  </a:lnTo>
                  <a:lnTo>
                    <a:pt x="49" y="73"/>
                  </a:lnTo>
                  <a:lnTo>
                    <a:pt x="73" y="25"/>
                  </a:lnTo>
                  <a:lnTo>
                    <a:pt x="49"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14"/>
            <p:cNvSpPr/>
            <p:nvPr/>
          </p:nvSpPr>
          <p:spPr>
            <a:xfrm rot="10800000">
              <a:off x="3308828" y="6256495"/>
              <a:ext cx="85" cy="2125"/>
            </a:xfrm>
            <a:custGeom>
              <a:avLst/>
              <a:gdLst/>
              <a:ahLst/>
              <a:cxnLst/>
              <a:rect l="l" t="t" r="r" b="b"/>
              <a:pathLst>
                <a:path w="1" h="25" extrusionOk="0">
                  <a:moveTo>
                    <a:pt x="0" y="0"/>
                  </a:moveTo>
                  <a:lnTo>
                    <a:pt x="0" y="0"/>
                  </a:lnTo>
                  <a:lnTo>
                    <a:pt x="0" y="24"/>
                  </a:lnTo>
                  <a:lnTo>
                    <a:pt x="0" y="24"/>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14"/>
            <p:cNvSpPr/>
            <p:nvPr/>
          </p:nvSpPr>
          <p:spPr>
            <a:xfrm rot="10800000">
              <a:off x="3366121" y="6524601"/>
              <a:ext cx="4165" cy="4165"/>
            </a:xfrm>
            <a:custGeom>
              <a:avLst/>
              <a:gdLst/>
              <a:ahLst/>
              <a:cxnLst/>
              <a:rect l="l" t="t" r="r" b="b"/>
              <a:pathLst>
                <a:path w="49" h="49" extrusionOk="0">
                  <a:moveTo>
                    <a:pt x="24" y="1"/>
                  </a:moveTo>
                  <a:lnTo>
                    <a:pt x="0" y="25"/>
                  </a:lnTo>
                  <a:lnTo>
                    <a:pt x="24" y="49"/>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14"/>
            <p:cNvSpPr/>
            <p:nvPr/>
          </p:nvSpPr>
          <p:spPr>
            <a:xfrm rot="10800000">
              <a:off x="3110341" y="6528681"/>
              <a:ext cx="2125" cy="4165"/>
            </a:xfrm>
            <a:custGeom>
              <a:avLst/>
              <a:gdLst/>
              <a:ahLst/>
              <a:cxnLst/>
              <a:rect l="l" t="t" r="r" b="b"/>
              <a:pathLst>
                <a:path w="25" h="49" extrusionOk="0">
                  <a:moveTo>
                    <a:pt x="0" y="1"/>
                  </a:moveTo>
                  <a:lnTo>
                    <a:pt x="0" y="25"/>
                  </a:lnTo>
                  <a:lnTo>
                    <a:pt x="0" y="49"/>
                  </a:lnTo>
                  <a:lnTo>
                    <a:pt x="25"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14"/>
            <p:cNvSpPr/>
            <p:nvPr/>
          </p:nvSpPr>
          <p:spPr>
            <a:xfrm rot="10800000">
              <a:off x="3259695" y="6530721"/>
              <a:ext cx="2125" cy="4165"/>
            </a:xfrm>
            <a:custGeom>
              <a:avLst/>
              <a:gdLst/>
              <a:ahLst/>
              <a:cxnLst/>
              <a:rect l="l" t="t" r="r" b="b"/>
              <a:pathLst>
                <a:path w="25" h="49" extrusionOk="0">
                  <a:moveTo>
                    <a:pt x="24" y="1"/>
                  </a:moveTo>
                  <a:lnTo>
                    <a:pt x="0" y="25"/>
                  </a:lnTo>
                  <a:lnTo>
                    <a:pt x="24" y="49"/>
                  </a:lnTo>
                  <a:lnTo>
                    <a:pt x="24"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14"/>
            <p:cNvSpPr/>
            <p:nvPr/>
          </p:nvSpPr>
          <p:spPr>
            <a:xfrm rot="10800000">
              <a:off x="3218807" y="6326114"/>
              <a:ext cx="2125" cy="2125"/>
            </a:xfrm>
            <a:custGeom>
              <a:avLst/>
              <a:gdLst/>
              <a:ahLst/>
              <a:cxnLst/>
              <a:rect l="l" t="t" r="r" b="b"/>
              <a:pathLst>
                <a:path w="25" h="25" extrusionOk="0">
                  <a:moveTo>
                    <a:pt x="25" y="1"/>
                  </a:moveTo>
                  <a:lnTo>
                    <a:pt x="1" y="25"/>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14"/>
            <p:cNvSpPr/>
            <p:nvPr/>
          </p:nvSpPr>
          <p:spPr>
            <a:xfrm rot="10800000">
              <a:off x="3233088" y="6037522"/>
              <a:ext cx="2125" cy="4165"/>
            </a:xfrm>
            <a:custGeom>
              <a:avLst/>
              <a:gdLst/>
              <a:ahLst/>
              <a:cxnLst/>
              <a:rect l="l" t="t" r="r" b="b"/>
              <a:pathLst>
                <a:path w="25" h="49" extrusionOk="0">
                  <a:moveTo>
                    <a:pt x="0" y="0"/>
                  </a:moveTo>
                  <a:lnTo>
                    <a:pt x="0" y="24"/>
                  </a:lnTo>
                  <a:lnTo>
                    <a:pt x="0" y="48"/>
                  </a:lnTo>
                  <a:lnTo>
                    <a:pt x="24" y="2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14"/>
            <p:cNvSpPr/>
            <p:nvPr/>
          </p:nvSpPr>
          <p:spPr>
            <a:xfrm rot="10800000">
              <a:off x="3405053" y="6618701"/>
              <a:ext cx="85" cy="85"/>
            </a:xfrm>
            <a:custGeom>
              <a:avLst/>
              <a:gdLst/>
              <a:ahLst/>
              <a:cxnLst/>
              <a:rect l="l" t="t" r="r" b="b"/>
              <a:pathLst>
                <a:path w="1" h="1" extrusionOk="0">
                  <a:moveTo>
                    <a:pt x="1" y="1"/>
                  </a:moveTo>
                  <a:lnTo>
                    <a:pt x="1" y="1"/>
                  </a:ln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14"/>
            <p:cNvSpPr/>
            <p:nvPr/>
          </p:nvSpPr>
          <p:spPr>
            <a:xfrm rot="10800000">
              <a:off x="3306787" y="6622781"/>
              <a:ext cx="2125" cy="2125"/>
            </a:xfrm>
            <a:custGeom>
              <a:avLst/>
              <a:gdLst/>
              <a:ahLst/>
              <a:cxnLst/>
              <a:rect l="l" t="t" r="r" b="b"/>
              <a:pathLst>
                <a:path w="25" h="25" extrusionOk="0">
                  <a:moveTo>
                    <a:pt x="0" y="0"/>
                  </a:moveTo>
                  <a:lnTo>
                    <a:pt x="0" y="24"/>
                  </a:ln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14"/>
            <p:cNvSpPr/>
            <p:nvPr/>
          </p:nvSpPr>
          <p:spPr>
            <a:xfrm rot="10800000">
              <a:off x="3398848" y="6236009"/>
              <a:ext cx="2125" cy="2125"/>
            </a:xfrm>
            <a:custGeom>
              <a:avLst/>
              <a:gdLst/>
              <a:ahLst/>
              <a:cxnLst/>
              <a:rect l="l" t="t" r="r" b="b"/>
              <a:pathLst>
                <a:path w="25" h="25" extrusionOk="0">
                  <a:moveTo>
                    <a:pt x="0" y="0"/>
                  </a:moveTo>
                  <a:lnTo>
                    <a:pt x="0" y="24"/>
                  </a:ln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14"/>
            <p:cNvSpPr/>
            <p:nvPr/>
          </p:nvSpPr>
          <p:spPr>
            <a:xfrm rot="10800000">
              <a:off x="3355920" y="6240089"/>
              <a:ext cx="2125" cy="4250"/>
            </a:xfrm>
            <a:custGeom>
              <a:avLst/>
              <a:gdLst/>
              <a:ahLst/>
              <a:cxnLst/>
              <a:rect l="l" t="t" r="r" b="b"/>
              <a:pathLst>
                <a:path w="25" h="50" extrusionOk="0">
                  <a:moveTo>
                    <a:pt x="1" y="1"/>
                  </a:moveTo>
                  <a:lnTo>
                    <a:pt x="1" y="25"/>
                  </a:lnTo>
                  <a:lnTo>
                    <a:pt x="1" y="49"/>
                  </a:lnTo>
                  <a:lnTo>
                    <a:pt x="25" y="2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14"/>
            <p:cNvSpPr/>
            <p:nvPr/>
          </p:nvSpPr>
          <p:spPr>
            <a:xfrm rot="10800000">
              <a:off x="3316988" y="6352635"/>
              <a:ext cx="85" cy="4250"/>
            </a:xfrm>
            <a:custGeom>
              <a:avLst/>
              <a:gdLst/>
              <a:ahLst/>
              <a:cxnLst/>
              <a:rect l="l" t="t" r="r" b="b"/>
              <a:pathLst>
                <a:path w="1" h="50" extrusionOk="0">
                  <a:moveTo>
                    <a:pt x="0" y="49"/>
                  </a:moveTo>
                  <a:lnTo>
                    <a:pt x="0" y="49"/>
                  </a:lnTo>
                  <a:lnTo>
                    <a:pt x="0" y="1"/>
                  </a:lnTo>
                  <a:lnTo>
                    <a:pt x="0" y="49"/>
                  </a:lnTo>
                  <a:lnTo>
                    <a:pt x="0" y="49"/>
                  </a:lnTo>
                  <a:lnTo>
                    <a:pt x="0" y="49"/>
                  </a:lnTo>
                  <a:lnTo>
                    <a:pt x="0" y="4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14"/>
            <p:cNvSpPr/>
            <p:nvPr/>
          </p:nvSpPr>
          <p:spPr>
            <a:xfrm rot="10800000">
              <a:off x="3251534" y="6373122"/>
              <a:ext cx="4165" cy="4165"/>
            </a:xfrm>
            <a:custGeom>
              <a:avLst/>
              <a:gdLst/>
              <a:ahLst/>
              <a:cxnLst/>
              <a:rect l="l" t="t" r="r" b="b"/>
              <a:pathLst>
                <a:path w="49" h="49" extrusionOk="0">
                  <a:moveTo>
                    <a:pt x="24" y="0"/>
                  </a:moveTo>
                  <a:lnTo>
                    <a:pt x="0" y="24"/>
                  </a:lnTo>
                  <a:lnTo>
                    <a:pt x="24" y="48"/>
                  </a:lnTo>
                  <a:lnTo>
                    <a:pt x="48"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14"/>
            <p:cNvSpPr/>
            <p:nvPr/>
          </p:nvSpPr>
          <p:spPr>
            <a:xfrm rot="10800000">
              <a:off x="3323193" y="6377202"/>
              <a:ext cx="4165" cy="2125"/>
            </a:xfrm>
            <a:custGeom>
              <a:avLst/>
              <a:gdLst/>
              <a:ahLst/>
              <a:cxnLst/>
              <a:rect l="l" t="t" r="r" b="b"/>
              <a:pathLst>
                <a:path w="49" h="25" extrusionOk="0">
                  <a:moveTo>
                    <a:pt x="25" y="0"/>
                  </a:moveTo>
                  <a:lnTo>
                    <a:pt x="1" y="24"/>
                  </a:lnTo>
                  <a:lnTo>
                    <a:pt x="49" y="24"/>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14"/>
            <p:cNvSpPr/>
            <p:nvPr/>
          </p:nvSpPr>
          <p:spPr>
            <a:xfrm rot="10800000">
              <a:off x="3083734" y="6393608"/>
              <a:ext cx="2125" cy="85"/>
            </a:xfrm>
            <a:custGeom>
              <a:avLst/>
              <a:gdLst/>
              <a:ahLst/>
              <a:cxnLst/>
              <a:rect l="l" t="t" r="r" b="b"/>
              <a:pathLst>
                <a:path w="25" h="1" extrusionOk="0">
                  <a:moveTo>
                    <a:pt x="24" y="1"/>
                  </a:moveTo>
                  <a:lnTo>
                    <a:pt x="0" y="1"/>
                  </a:lnTo>
                  <a:lnTo>
                    <a:pt x="0" y="1"/>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14"/>
            <p:cNvSpPr/>
            <p:nvPr/>
          </p:nvSpPr>
          <p:spPr>
            <a:xfrm rot="10800000">
              <a:off x="2973228" y="6391568"/>
              <a:ext cx="4165" cy="4165"/>
            </a:xfrm>
            <a:custGeom>
              <a:avLst/>
              <a:gdLst/>
              <a:ahLst/>
              <a:cxnLst/>
              <a:rect l="l" t="t" r="r" b="b"/>
              <a:pathLst>
                <a:path w="49" h="49" extrusionOk="0">
                  <a:moveTo>
                    <a:pt x="24" y="0"/>
                  </a:moveTo>
                  <a:lnTo>
                    <a:pt x="0" y="25"/>
                  </a:lnTo>
                  <a:lnTo>
                    <a:pt x="24" y="49"/>
                  </a:lnTo>
                  <a:lnTo>
                    <a:pt x="48" y="25"/>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14"/>
            <p:cNvSpPr/>
            <p:nvPr/>
          </p:nvSpPr>
          <p:spPr>
            <a:xfrm rot="10800000">
              <a:off x="3249494" y="6182795"/>
              <a:ext cx="85" cy="2125"/>
            </a:xfrm>
            <a:custGeom>
              <a:avLst/>
              <a:gdLst/>
              <a:ahLst/>
              <a:cxnLst/>
              <a:rect l="l" t="t" r="r" b="b"/>
              <a:pathLst>
                <a:path w="1" h="25" extrusionOk="0">
                  <a:moveTo>
                    <a:pt x="1" y="0"/>
                  </a:moveTo>
                  <a:lnTo>
                    <a:pt x="1" y="0"/>
                  </a:lnTo>
                  <a:lnTo>
                    <a:pt x="1" y="0"/>
                  </a:lnTo>
                  <a:lnTo>
                    <a:pt x="1" y="24"/>
                  </a:lnTo>
                  <a:lnTo>
                    <a:pt x="1" y="24"/>
                  </a:lnTo>
                  <a:lnTo>
                    <a:pt x="1" y="24"/>
                  </a:ln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14"/>
            <p:cNvSpPr/>
            <p:nvPr/>
          </p:nvSpPr>
          <p:spPr>
            <a:xfrm rot="10800000">
              <a:off x="3407093" y="6457022"/>
              <a:ext cx="2125" cy="4165"/>
            </a:xfrm>
            <a:custGeom>
              <a:avLst/>
              <a:gdLst/>
              <a:ahLst/>
              <a:cxnLst/>
              <a:rect l="l" t="t" r="r" b="b"/>
              <a:pathLst>
                <a:path w="25" h="49" extrusionOk="0">
                  <a:moveTo>
                    <a:pt x="1" y="0"/>
                  </a:moveTo>
                  <a:lnTo>
                    <a:pt x="1" y="24"/>
                  </a:lnTo>
                  <a:lnTo>
                    <a:pt x="1" y="48"/>
                  </a:lnTo>
                  <a:lnTo>
                    <a:pt x="25" y="2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14"/>
            <p:cNvSpPr/>
            <p:nvPr/>
          </p:nvSpPr>
          <p:spPr>
            <a:xfrm rot="10800000">
              <a:off x="3120541" y="6477508"/>
              <a:ext cx="4250" cy="4165"/>
            </a:xfrm>
            <a:custGeom>
              <a:avLst/>
              <a:gdLst/>
              <a:ahLst/>
              <a:cxnLst/>
              <a:rect l="l" t="t" r="r" b="b"/>
              <a:pathLst>
                <a:path w="50" h="49" extrusionOk="0">
                  <a:moveTo>
                    <a:pt x="25" y="0"/>
                  </a:moveTo>
                  <a:lnTo>
                    <a:pt x="1" y="24"/>
                  </a:lnTo>
                  <a:lnTo>
                    <a:pt x="1" y="49"/>
                  </a:lnTo>
                  <a:lnTo>
                    <a:pt x="25" y="49"/>
                  </a:lnTo>
                  <a:lnTo>
                    <a:pt x="49" y="24"/>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14"/>
            <p:cNvSpPr/>
            <p:nvPr/>
          </p:nvSpPr>
          <p:spPr>
            <a:xfrm rot="10800000">
              <a:off x="3089855" y="6622781"/>
              <a:ext cx="85" cy="2125"/>
            </a:xfrm>
            <a:custGeom>
              <a:avLst/>
              <a:gdLst/>
              <a:ahLst/>
              <a:cxnLst/>
              <a:rect l="l" t="t" r="r" b="b"/>
              <a:pathLst>
                <a:path w="1" h="25" extrusionOk="0">
                  <a:moveTo>
                    <a:pt x="0" y="0"/>
                  </a:moveTo>
                  <a:lnTo>
                    <a:pt x="0" y="24"/>
                  </a:lnTo>
                  <a:lnTo>
                    <a:pt x="0" y="2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14"/>
            <p:cNvSpPr/>
            <p:nvPr/>
          </p:nvSpPr>
          <p:spPr>
            <a:xfrm rot="10800000">
              <a:off x="3177835" y="6244254"/>
              <a:ext cx="2125" cy="2125"/>
            </a:xfrm>
            <a:custGeom>
              <a:avLst/>
              <a:gdLst/>
              <a:ahLst/>
              <a:cxnLst/>
              <a:rect l="l" t="t" r="r" b="b"/>
              <a:pathLst>
                <a:path w="25" h="25" extrusionOk="0">
                  <a:moveTo>
                    <a:pt x="0" y="1"/>
                  </a:moveTo>
                  <a:lnTo>
                    <a:pt x="0" y="25"/>
                  </a:lnTo>
                  <a:lnTo>
                    <a:pt x="24"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14"/>
            <p:cNvSpPr/>
            <p:nvPr/>
          </p:nvSpPr>
          <p:spPr>
            <a:xfrm rot="10800000">
              <a:off x="3400888" y="6094815"/>
              <a:ext cx="2125" cy="2125"/>
            </a:xfrm>
            <a:custGeom>
              <a:avLst/>
              <a:gdLst/>
              <a:ahLst/>
              <a:cxnLst/>
              <a:rect l="l" t="t" r="r" b="b"/>
              <a:pathLst>
                <a:path w="25" h="25" extrusionOk="0">
                  <a:moveTo>
                    <a:pt x="0" y="0"/>
                  </a:move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14"/>
            <p:cNvSpPr/>
            <p:nvPr/>
          </p:nvSpPr>
          <p:spPr>
            <a:xfrm rot="10800000">
              <a:off x="3300667" y="5892248"/>
              <a:ext cx="2125" cy="85"/>
            </a:xfrm>
            <a:custGeom>
              <a:avLst/>
              <a:gdLst/>
              <a:ahLst/>
              <a:cxnLst/>
              <a:rect l="l" t="t" r="r" b="b"/>
              <a:pathLst>
                <a:path w="25" h="1" extrusionOk="0">
                  <a:moveTo>
                    <a:pt x="25" y="0"/>
                  </a:moveTo>
                  <a:lnTo>
                    <a:pt x="25" y="0"/>
                  </a:lnTo>
                  <a:lnTo>
                    <a:pt x="25" y="0"/>
                  </a:lnTo>
                  <a:lnTo>
                    <a:pt x="1" y="0"/>
                  </a:lnTo>
                  <a:lnTo>
                    <a:pt x="1" y="0"/>
                  </a:lnTo>
                  <a:lnTo>
                    <a:pt x="25" y="0"/>
                  </a:lnTo>
                  <a:lnTo>
                    <a:pt x="25" y="0"/>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14"/>
            <p:cNvSpPr/>
            <p:nvPr/>
          </p:nvSpPr>
          <p:spPr>
            <a:xfrm rot="10800000">
              <a:off x="3382527" y="6156189"/>
              <a:ext cx="85" cy="85"/>
            </a:xfrm>
            <a:custGeom>
              <a:avLst/>
              <a:gdLst/>
              <a:ahLst/>
              <a:cxnLst/>
              <a:rect l="l" t="t" r="r" b="b"/>
              <a:pathLst>
                <a:path w="1" h="1" extrusionOk="0">
                  <a:moveTo>
                    <a:pt x="1" y="0"/>
                  </a:moveTo>
                  <a:lnTo>
                    <a:pt x="1" y="0"/>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14"/>
            <p:cNvSpPr/>
            <p:nvPr/>
          </p:nvSpPr>
          <p:spPr>
            <a:xfrm rot="10800000">
              <a:off x="3216767" y="6428375"/>
              <a:ext cx="2125" cy="2125"/>
            </a:xfrm>
            <a:custGeom>
              <a:avLst/>
              <a:gdLst/>
              <a:ahLst/>
              <a:cxnLst/>
              <a:rect l="l" t="t" r="r" b="b"/>
              <a:pathLst>
                <a:path w="25" h="25" extrusionOk="0">
                  <a:moveTo>
                    <a:pt x="25" y="24"/>
                  </a:moveTo>
                  <a:lnTo>
                    <a:pt x="25" y="24"/>
                  </a:lnTo>
                  <a:lnTo>
                    <a:pt x="25" y="0"/>
                  </a:lnTo>
                  <a:lnTo>
                    <a:pt x="25" y="0"/>
                  </a:lnTo>
                  <a:lnTo>
                    <a:pt x="25" y="24"/>
                  </a:lnTo>
                  <a:lnTo>
                    <a:pt x="1" y="24"/>
                  </a:lnTo>
                  <a:lnTo>
                    <a:pt x="25" y="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14"/>
            <p:cNvSpPr/>
            <p:nvPr/>
          </p:nvSpPr>
          <p:spPr>
            <a:xfrm rot="10800000">
              <a:off x="3304747" y="6432455"/>
              <a:ext cx="85" cy="2125"/>
            </a:xfrm>
            <a:custGeom>
              <a:avLst/>
              <a:gdLst/>
              <a:ahLst/>
              <a:cxnLst/>
              <a:rect l="l" t="t" r="r" b="b"/>
              <a:pathLst>
                <a:path w="1" h="25" extrusionOk="0">
                  <a:moveTo>
                    <a:pt x="1" y="0"/>
                  </a:move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14"/>
            <p:cNvSpPr/>
            <p:nvPr/>
          </p:nvSpPr>
          <p:spPr>
            <a:xfrm rot="10800000">
              <a:off x="3210647" y="6461102"/>
              <a:ext cx="85" cy="2125"/>
            </a:xfrm>
            <a:custGeom>
              <a:avLst/>
              <a:gdLst/>
              <a:ahLst/>
              <a:cxnLst/>
              <a:rect l="l" t="t" r="r" b="b"/>
              <a:pathLst>
                <a:path w="1" h="25" extrusionOk="0">
                  <a:moveTo>
                    <a:pt x="1" y="0"/>
                  </a:moveTo>
                  <a:lnTo>
                    <a:pt x="1" y="24"/>
                  </a:ln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14"/>
            <p:cNvSpPr/>
            <p:nvPr/>
          </p:nvSpPr>
          <p:spPr>
            <a:xfrm rot="10800000">
              <a:off x="3454101" y="6524601"/>
              <a:ext cx="2125" cy="85"/>
            </a:xfrm>
            <a:custGeom>
              <a:avLst/>
              <a:gdLst/>
              <a:ahLst/>
              <a:cxnLst/>
              <a:rect l="l" t="t" r="r" b="b"/>
              <a:pathLst>
                <a:path w="25" h="1" extrusionOk="0">
                  <a:moveTo>
                    <a:pt x="0" y="1"/>
                  </a:moveTo>
                  <a:lnTo>
                    <a:pt x="24"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14"/>
            <p:cNvSpPr/>
            <p:nvPr/>
          </p:nvSpPr>
          <p:spPr>
            <a:xfrm rot="10800000">
              <a:off x="3454101" y="6524601"/>
              <a:ext cx="2125" cy="2125"/>
            </a:xfrm>
            <a:custGeom>
              <a:avLst/>
              <a:gdLst/>
              <a:ahLst/>
              <a:cxnLst/>
              <a:rect l="l" t="t" r="r" b="b"/>
              <a:pathLst>
                <a:path w="25" h="25" extrusionOk="0">
                  <a:moveTo>
                    <a:pt x="24" y="25"/>
                  </a:moveTo>
                  <a:lnTo>
                    <a:pt x="24" y="25"/>
                  </a:lnTo>
                  <a:lnTo>
                    <a:pt x="24" y="1"/>
                  </a:lnTo>
                  <a:lnTo>
                    <a:pt x="24" y="1"/>
                  </a:lnTo>
                  <a:lnTo>
                    <a:pt x="24" y="25"/>
                  </a:lnTo>
                  <a:lnTo>
                    <a:pt x="0" y="25"/>
                  </a:lnTo>
                  <a:lnTo>
                    <a:pt x="0" y="25"/>
                  </a:lnTo>
                  <a:lnTo>
                    <a:pt x="24" y="25"/>
                  </a:lnTo>
                  <a:lnTo>
                    <a:pt x="24" y="2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14"/>
            <p:cNvSpPr/>
            <p:nvPr/>
          </p:nvSpPr>
          <p:spPr>
            <a:xfrm rot="10800000">
              <a:off x="3529841" y="6536841"/>
              <a:ext cx="2125" cy="2125"/>
            </a:xfrm>
            <a:custGeom>
              <a:avLst/>
              <a:gdLst/>
              <a:ahLst/>
              <a:cxnLst/>
              <a:rect l="l" t="t" r="r" b="b"/>
              <a:pathLst>
                <a:path w="25" h="25" extrusionOk="0">
                  <a:moveTo>
                    <a:pt x="0" y="0"/>
                  </a:moveTo>
                  <a:lnTo>
                    <a:pt x="0"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14"/>
            <p:cNvSpPr/>
            <p:nvPr/>
          </p:nvSpPr>
          <p:spPr>
            <a:xfrm rot="10800000">
              <a:off x="3646467" y="6217647"/>
              <a:ext cx="1086704" cy="939305"/>
            </a:xfrm>
            <a:custGeom>
              <a:avLst/>
              <a:gdLst/>
              <a:ahLst/>
              <a:cxnLst/>
              <a:rect l="l" t="t" r="r" b="b"/>
              <a:pathLst>
                <a:path w="12784" h="11050" extrusionOk="0">
                  <a:moveTo>
                    <a:pt x="6813" y="0"/>
                  </a:moveTo>
                  <a:lnTo>
                    <a:pt x="6163" y="24"/>
                  </a:lnTo>
                  <a:lnTo>
                    <a:pt x="5513" y="121"/>
                  </a:lnTo>
                  <a:lnTo>
                    <a:pt x="4863" y="241"/>
                  </a:lnTo>
                  <a:lnTo>
                    <a:pt x="4237" y="385"/>
                  </a:lnTo>
                  <a:lnTo>
                    <a:pt x="3611" y="578"/>
                  </a:lnTo>
                  <a:lnTo>
                    <a:pt x="3010" y="819"/>
                  </a:lnTo>
                  <a:lnTo>
                    <a:pt x="2408" y="1084"/>
                  </a:lnTo>
                  <a:lnTo>
                    <a:pt x="2095" y="1252"/>
                  </a:lnTo>
                  <a:lnTo>
                    <a:pt x="1806" y="1421"/>
                  </a:lnTo>
                  <a:lnTo>
                    <a:pt x="1517" y="1637"/>
                  </a:lnTo>
                  <a:lnTo>
                    <a:pt x="1276" y="1854"/>
                  </a:lnTo>
                  <a:lnTo>
                    <a:pt x="1036" y="2095"/>
                  </a:lnTo>
                  <a:lnTo>
                    <a:pt x="843" y="2359"/>
                  </a:lnTo>
                  <a:lnTo>
                    <a:pt x="650" y="2648"/>
                  </a:lnTo>
                  <a:lnTo>
                    <a:pt x="482" y="2961"/>
                  </a:lnTo>
                  <a:lnTo>
                    <a:pt x="337" y="3346"/>
                  </a:lnTo>
                  <a:lnTo>
                    <a:pt x="193" y="3756"/>
                  </a:lnTo>
                  <a:lnTo>
                    <a:pt x="97" y="4141"/>
                  </a:lnTo>
                  <a:lnTo>
                    <a:pt x="49" y="4550"/>
                  </a:lnTo>
                  <a:lnTo>
                    <a:pt x="0" y="4959"/>
                  </a:lnTo>
                  <a:lnTo>
                    <a:pt x="0" y="5369"/>
                  </a:lnTo>
                  <a:lnTo>
                    <a:pt x="24" y="5778"/>
                  </a:lnTo>
                  <a:lnTo>
                    <a:pt x="97" y="6187"/>
                  </a:lnTo>
                  <a:lnTo>
                    <a:pt x="193" y="6596"/>
                  </a:lnTo>
                  <a:lnTo>
                    <a:pt x="289" y="6981"/>
                  </a:lnTo>
                  <a:lnTo>
                    <a:pt x="434" y="7367"/>
                  </a:lnTo>
                  <a:lnTo>
                    <a:pt x="578" y="7728"/>
                  </a:lnTo>
                  <a:lnTo>
                    <a:pt x="747" y="8065"/>
                  </a:lnTo>
                  <a:lnTo>
                    <a:pt x="939" y="8378"/>
                  </a:lnTo>
                  <a:lnTo>
                    <a:pt x="1156" y="8691"/>
                  </a:lnTo>
                  <a:lnTo>
                    <a:pt x="1373" y="8980"/>
                  </a:lnTo>
                  <a:lnTo>
                    <a:pt x="1613" y="9244"/>
                  </a:lnTo>
                  <a:lnTo>
                    <a:pt x="1902" y="9509"/>
                  </a:lnTo>
                  <a:lnTo>
                    <a:pt x="2191" y="9750"/>
                  </a:lnTo>
                  <a:lnTo>
                    <a:pt x="2480" y="9967"/>
                  </a:lnTo>
                  <a:lnTo>
                    <a:pt x="2817" y="10183"/>
                  </a:lnTo>
                  <a:lnTo>
                    <a:pt x="3154" y="10376"/>
                  </a:lnTo>
                  <a:lnTo>
                    <a:pt x="3515" y="10544"/>
                  </a:lnTo>
                  <a:lnTo>
                    <a:pt x="3900" y="10713"/>
                  </a:lnTo>
                  <a:lnTo>
                    <a:pt x="4358" y="10857"/>
                  </a:lnTo>
                  <a:lnTo>
                    <a:pt x="4839" y="10978"/>
                  </a:lnTo>
                  <a:lnTo>
                    <a:pt x="5297" y="11050"/>
                  </a:lnTo>
                  <a:lnTo>
                    <a:pt x="5754" y="11050"/>
                  </a:lnTo>
                  <a:lnTo>
                    <a:pt x="5995" y="11026"/>
                  </a:lnTo>
                  <a:lnTo>
                    <a:pt x="6235" y="11002"/>
                  </a:lnTo>
                  <a:lnTo>
                    <a:pt x="6452" y="10954"/>
                  </a:lnTo>
                  <a:lnTo>
                    <a:pt x="6693" y="10881"/>
                  </a:lnTo>
                  <a:lnTo>
                    <a:pt x="6909" y="10809"/>
                  </a:lnTo>
                  <a:lnTo>
                    <a:pt x="7126" y="10713"/>
                  </a:lnTo>
                  <a:lnTo>
                    <a:pt x="7343" y="10592"/>
                  </a:lnTo>
                  <a:lnTo>
                    <a:pt x="7583" y="10448"/>
                  </a:lnTo>
                  <a:lnTo>
                    <a:pt x="9293" y="9341"/>
                  </a:lnTo>
                  <a:lnTo>
                    <a:pt x="10135" y="8787"/>
                  </a:lnTo>
                  <a:lnTo>
                    <a:pt x="10978" y="8209"/>
                  </a:lnTo>
                  <a:lnTo>
                    <a:pt x="11194" y="8041"/>
                  </a:lnTo>
                  <a:lnTo>
                    <a:pt x="11387" y="7848"/>
                  </a:lnTo>
                  <a:lnTo>
                    <a:pt x="11580" y="7680"/>
                  </a:lnTo>
                  <a:lnTo>
                    <a:pt x="11772" y="7487"/>
                  </a:lnTo>
                  <a:lnTo>
                    <a:pt x="11917" y="7294"/>
                  </a:lnTo>
                  <a:lnTo>
                    <a:pt x="12061" y="7078"/>
                  </a:lnTo>
                  <a:lnTo>
                    <a:pt x="12206" y="6885"/>
                  </a:lnTo>
                  <a:lnTo>
                    <a:pt x="12326" y="6669"/>
                  </a:lnTo>
                  <a:lnTo>
                    <a:pt x="12422" y="6428"/>
                  </a:lnTo>
                  <a:lnTo>
                    <a:pt x="12518" y="6211"/>
                  </a:lnTo>
                  <a:lnTo>
                    <a:pt x="12663" y="5730"/>
                  </a:lnTo>
                  <a:lnTo>
                    <a:pt x="12735" y="5248"/>
                  </a:lnTo>
                  <a:lnTo>
                    <a:pt x="12783" y="4767"/>
                  </a:lnTo>
                  <a:lnTo>
                    <a:pt x="12783" y="4358"/>
                  </a:lnTo>
                  <a:lnTo>
                    <a:pt x="12735" y="3996"/>
                  </a:lnTo>
                  <a:lnTo>
                    <a:pt x="12663" y="3635"/>
                  </a:lnTo>
                  <a:lnTo>
                    <a:pt x="12567" y="3274"/>
                  </a:lnTo>
                  <a:lnTo>
                    <a:pt x="12446" y="2961"/>
                  </a:lnTo>
                  <a:lnTo>
                    <a:pt x="12302" y="2648"/>
                  </a:lnTo>
                  <a:lnTo>
                    <a:pt x="12109" y="2359"/>
                  </a:lnTo>
                  <a:lnTo>
                    <a:pt x="11893" y="2071"/>
                  </a:lnTo>
                  <a:lnTo>
                    <a:pt x="11676" y="1830"/>
                  </a:lnTo>
                  <a:lnTo>
                    <a:pt x="11459" y="1589"/>
                  </a:lnTo>
                  <a:lnTo>
                    <a:pt x="11219" y="1372"/>
                  </a:lnTo>
                  <a:lnTo>
                    <a:pt x="10978" y="1180"/>
                  </a:lnTo>
                  <a:lnTo>
                    <a:pt x="10713" y="987"/>
                  </a:lnTo>
                  <a:lnTo>
                    <a:pt x="10448" y="819"/>
                  </a:lnTo>
                  <a:lnTo>
                    <a:pt x="10183" y="674"/>
                  </a:lnTo>
                  <a:lnTo>
                    <a:pt x="9919" y="554"/>
                  </a:lnTo>
                  <a:lnTo>
                    <a:pt x="9630" y="434"/>
                  </a:lnTo>
                  <a:lnTo>
                    <a:pt x="9341" y="313"/>
                  </a:lnTo>
                  <a:lnTo>
                    <a:pt x="9028" y="241"/>
                  </a:lnTo>
                  <a:lnTo>
                    <a:pt x="8739" y="169"/>
                  </a:lnTo>
                  <a:lnTo>
                    <a:pt x="8426" y="97"/>
                  </a:lnTo>
                  <a:lnTo>
                    <a:pt x="8113" y="48"/>
                  </a:lnTo>
                  <a:lnTo>
                    <a:pt x="746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14"/>
            <p:cNvSpPr/>
            <p:nvPr/>
          </p:nvSpPr>
          <p:spPr>
            <a:xfrm rot="10800000">
              <a:off x="4049646" y="6440701"/>
              <a:ext cx="362291" cy="446191"/>
            </a:xfrm>
            <a:custGeom>
              <a:avLst/>
              <a:gdLst/>
              <a:ahLst/>
              <a:cxnLst/>
              <a:rect l="l" t="t" r="r" b="b"/>
              <a:pathLst>
                <a:path w="4262" h="5249" extrusionOk="0">
                  <a:moveTo>
                    <a:pt x="1782" y="1"/>
                  </a:moveTo>
                  <a:lnTo>
                    <a:pt x="1590" y="25"/>
                  </a:lnTo>
                  <a:lnTo>
                    <a:pt x="1397" y="73"/>
                  </a:lnTo>
                  <a:lnTo>
                    <a:pt x="1205" y="145"/>
                  </a:lnTo>
                  <a:lnTo>
                    <a:pt x="916" y="314"/>
                  </a:lnTo>
                  <a:lnTo>
                    <a:pt x="771" y="410"/>
                  </a:lnTo>
                  <a:lnTo>
                    <a:pt x="651" y="531"/>
                  </a:lnTo>
                  <a:lnTo>
                    <a:pt x="531" y="675"/>
                  </a:lnTo>
                  <a:lnTo>
                    <a:pt x="410" y="795"/>
                  </a:lnTo>
                  <a:lnTo>
                    <a:pt x="314" y="964"/>
                  </a:lnTo>
                  <a:lnTo>
                    <a:pt x="242" y="1108"/>
                  </a:lnTo>
                  <a:lnTo>
                    <a:pt x="145" y="1349"/>
                  </a:lnTo>
                  <a:lnTo>
                    <a:pt x="73" y="1614"/>
                  </a:lnTo>
                  <a:lnTo>
                    <a:pt x="25" y="1879"/>
                  </a:lnTo>
                  <a:lnTo>
                    <a:pt x="1" y="2143"/>
                  </a:lnTo>
                  <a:lnTo>
                    <a:pt x="1" y="2408"/>
                  </a:lnTo>
                  <a:lnTo>
                    <a:pt x="1" y="2697"/>
                  </a:lnTo>
                  <a:lnTo>
                    <a:pt x="49" y="2962"/>
                  </a:lnTo>
                  <a:lnTo>
                    <a:pt x="121" y="3227"/>
                  </a:lnTo>
                  <a:lnTo>
                    <a:pt x="218" y="3492"/>
                  </a:lnTo>
                  <a:lnTo>
                    <a:pt x="314" y="3732"/>
                  </a:lnTo>
                  <a:lnTo>
                    <a:pt x="434" y="3997"/>
                  </a:lnTo>
                  <a:lnTo>
                    <a:pt x="579" y="4214"/>
                  </a:lnTo>
                  <a:lnTo>
                    <a:pt x="747" y="4430"/>
                  </a:lnTo>
                  <a:lnTo>
                    <a:pt x="916" y="4623"/>
                  </a:lnTo>
                  <a:lnTo>
                    <a:pt x="1132" y="4816"/>
                  </a:lnTo>
                  <a:lnTo>
                    <a:pt x="1349" y="4960"/>
                  </a:lnTo>
                  <a:lnTo>
                    <a:pt x="1518" y="5056"/>
                  </a:lnTo>
                  <a:lnTo>
                    <a:pt x="1710" y="5129"/>
                  </a:lnTo>
                  <a:lnTo>
                    <a:pt x="1927" y="5201"/>
                  </a:lnTo>
                  <a:lnTo>
                    <a:pt x="2167" y="5249"/>
                  </a:lnTo>
                  <a:lnTo>
                    <a:pt x="2408" y="5249"/>
                  </a:lnTo>
                  <a:lnTo>
                    <a:pt x="2625" y="5225"/>
                  </a:lnTo>
                  <a:lnTo>
                    <a:pt x="2866" y="5153"/>
                  </a:lnTo>
                  <a:lnTo>
                    <a:pt x="3058" y="5080"/>
                  </a:lnTo>
                  <a:lnTo>
                    <a:pt x="3275" y="4960"/>
                  </a:lnTo>
                  <a:lnTo>
                    <a:pt x="3467" y="4840"/>
                  </a:lnTo>
                  <a:lnTo>
                    <a:pt x="3636" y="4671"/>
                  </a:lnTo>
                  <a:lnTo>
                    <a:pt x="3780" y="4503"/>
                  </a:lnTo>
                  <a:lnTo>
                    <a:pt x="3925" y="4286"/>
                  </a:lnTo>
                  <a:lnTo>
                    <a:pt x="4045" y="4069"/>
                  </a:lnTo>
                  <a:lnTo>
                    <a:pt x="4141" y="3853"/>
                  </a:lnTo>
                  <a:lnTo>
                    <a:pt x="4214" y="3588"/>
                  </a:lnTo>
                  <a:lnTo>
                    <a:pt x="4238" y="3347"/>
                  </a:lnTo>
                  <a:lnTo>
                    <a:pt x="4262" y="3058"/>
                  </a:lnTo>
                  <a:lnTo>
                    <a:pt x="4238" y="2817"/>
                  </a:lnTo>
                  <a:lnTo>
                    <a:pt x="4214" y="2577"/>
                  </a:lnTo>
                  <a:lnTo>
                    <a:pt x="4117" y="2071"/>
                  </a:lnTo>
                  <a:lnTo>
                    <a:pt x="3949" y="1542"/>
                  </a:lnTo>
                  <a:lnTo>
                    <a:pt x="3780" y="1036"/>
                  </a:lnTo>
                  <a:lnTo>
                    <a:pt x="3636" y="771"/>
                  </a:lnTo>
                  <a:lnTo>
                    <a:pt x="3467" y="531"/>
                  </a:lnTo>
                  <a:lnTo>
                    <a:pt x="3275" y="362"/>
                  </a:lnTo>
                  <a:lnTo>
                    <a:pt x="3058" y="242"/>
                  </a:lnTo>
                  <a:lnTo>
                    <a:pt x="2817" y="145"/>
                  </a:lnTo>
                  <a:lnTo>
                    <a:pt x="2553" y="73"/>
                  </a:lnTo>
                  <a:lnTo>
                    <a:pt x="2264" y="25"/>
                  </a:lnTo>
                  <a:lnTo>
                    <a:pt x="19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14"/>
            <p:cNvSpPr/>
            <p:nvPr/>
          </p:nvSpPr>
          <p:spPr>
            <a:xfrm rot="10800000">
              <a:off x="4248133" y="6084615"/>
              <a:ext cx="100306" cy="86025"/>
            </a:xfrm>
            <a:custGeom>
              <a:avLst/>
              <a:gdLst/>
              <a:ahLst/>
              <a:cxnLst/>
              <a:rect l="l" t="t" r="r" b="b"/>
              <a:pathLst>
                <a:path w="1180" h="1012" extrusionOk="0">
                  <a:moveTo>
                    <a:pt x="313" y="1"/>
                  </a:moveTo>
                  <a:lnTo>
                    <a:pt x="241" y="25"/>
                  </a:lnTo>
                  <a:lnTo>
                    <a:pt x="169" y="49"/>
                  </a:lnTo>
                  <a:lnTo>
                    <a:pt x="121" y="97"/>
                  </a:lnTo>
                  <a:lnTo>
                    <a:pt x="72" y="169"/>
                  </a:lnTo>
                  <a:lnTo>
                    <a:pt x="24" y="289"/>
                  </a:lnTo>
                  <a:lnTo>
                    <a:pt x="0" y="410"/>
                  </a:lnTo>
                  <a:lnTo>
                    <a:pt x="24" y="530"/>
                  </a:lnTo>
                  <a:lnTo>
                    <a:pt x="48" y="651"/>
                  </a:lnTo>
                  <a:lnTo>
                    <a:pt x="96" y="747"/>
                  </a:lnTo>
                  <a:lnTo>
                    <a:pt x="193" y="843"/>
                  </a:lnTo>
                  <a:lnTo>
                    <a:pt x="289" y="915"/>
                  </a:lnTo>
                  <a:lnTo>
                    <a:pt x="409" y="963"/>
                  </a:lnTo>
                  <a:lnTo>
                    <a:pt x="530" y="988"/>
                  </a:lnTo>
                  <a:lnTo>
                    <a:pt x="674" y="1012"/>
                  </a:lnTo>
                  <a:lnTo>
                    <a:pt x="819" y="988"/>
                  </a:lnTo>
                  <a:lnTo>
                    <a:pt x="963" y="939"/>
                  </a:lnTo>
                  <a:lnTo>
                    <a:pt x="1083" y="867"/>
                  </a:lnTo>
                  <a:lnTo>
                    <a:pt x="1156" y="747"/>
                  </a:lnTo>
                  <a:lnTo>
                    <a:pt x="1180" y="626"/>
                  </a:lnTo>
                  <a:lnTo>
                    <a:pt x="1180" y="554"/>
                  </a:lnTo>
                  <a:lnTo>
                    <a:pt x="1156" y="506"/>
                  </a:lnTo>
                  <a:lnTo>
                    <a:pt x="1083" y="386"/>
                  </a:lnTo>
                  <a:lnTo>
                    <a:pt x="1011" y="289"/>
                  </a:lnTo>
                  <a:lnTo>
                    <a:pt x="915" y="217"/>
                  </a:lnTo>
                  <a:lnTo>
                    <a:pt x="795" y="121"/>
                  </a:lnTo>
                  <a:lnTo>
                    <a:pt x="674" y="73"/>
                  </a:lnTo>
                  <a:lnTo>
                    <a:pt x="554" y="25"/>
                  </a:lnTo>
                  <a:lnTo>
                    <a:pt x="4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14"/>
            <p:cNvSpPr/>
            <p:nvPr/>
          </p:nvSpPr>
          <p:spPr>
            <a:xfrm rot="10800000">
              <a:off x="4311547" y="6317868"/>
              <a:ext cx="92145" cy="83985"/>
            </a:xfrm>
            <a:custGeom>
              <a:avLst/>
              <a:gdLst/>
              <a:ahLst/>
              <a:cxnLst/>
              <a:rect l="l" t="t" r="r" b="b"/>
              <a:pathLst>
                <a:path w="1084" h="988" extrusionOk="0">
                  <a:moveTo>
                    <a:pt x="409" y="0"/>
                  </a:moveTo>
                  <a:lnTo>
                    <a:pt x="337" y="48"/>
                  </a:lnTo>
                  <a:lnTo>
                    <a:pt x="241" y="97"/>
                  </a:lnTo>
                  <a:lnTo>
                    <a:pt x="169" y="169"/>
                  </a:lnTo>
                  <a:lnTo>
                    <a:pt x="96" y="241"/>
                  </a:lnTo>
                  <a:lnTo>
                    <a:pt x="48" y="337"/>
                  </a:lnTo>
                  <a:lnTo>
                    <a:pt x="0" y="434"/>
                  </a:lnTo>
                  <a:lnTo>
                    <a:pt x="0" y="506"/>
                  </a:lnTo>
                  <a:lnTo>
                    <a:pt x="0" y="602"/>
                  </a:lnTo>
                  <a:lnTo>
                    <a:pt x="24" y="674"/>
                  </a:lnTo>
                  <a:lnTo>
                    <a:pt x="48" y="747"/>
                  </a:lnTo>
                  <a:lnTo>
                    <a:pt x="96" y="819"/>
                  </a:lnTo>
                  <a:lnTo>
                    <a:pt x="145" y="891"/>
                  </a:lnTo>
                  <a:lnTo>
                    <a:pt x="217" y="939"/>
                  </a:lnTo>
                  <a:lnTo>
                    <a:pt x="289" y="963"/>
                  </a:lnTo>
                  <a:lnTo>
                    <a:pt x="434" y="987"/>
                  </a:lnTo>
                  <a:lnTo>
                    <a:pt x="698" y="987"/>
                  </a:lnTo>
                  <a:lnTo>
                    <a:pt x="795" y="939"/>
                  </a:lnTo>
                  <a:lnTo>
                    <a:pt x="891" y="891"/>
                  </a:lnTo>
                  <a:lnTo>
                    <a:pt x="987" y="819"/>
                  </a:lnTo>
                  <a:lnTo>
                    <a:pt x="1035" y="722"/>
                  </a:lnTo>
                  <a:lnTo>
                    <a:pt x="1083" y="602"/>
                  </a:lnTo>
                  <a:lnTo>
                    <a:pt x="1083" y="530"/>
                  </a:lnTo>
                  <a:lnTo>
                    <a:pt x="1059" y="434"/>
                  </a:lnTo>
                  <a:lnTo>
                    <a:pt x="1035" y="337"/>
                  </a:lnTo>
                  <a:lnTo>
                    <a:pt x="963" y="265"/>
                  </a:lnTo>
                  <a:lnTo>
                    <a:pt x="891" y="169"/>
                  </a:lnTo>
                  <a:lnTo>
                    <a:pt x="795" y="97"/>
                  </a:lnTo>
                  <a:lnTo>
                    <a:pt x="698" y="48"/>
                  </a:lnTo>
                  <a:lnTo>
                    <a:pt x="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14"/>
            <p:cNvSpPr/>
            <p:nvPr/>
          </p:nvSpPr>
          <p:spPr>
            <a:xfrm rot="10800000">
              <a:off x="4139666" y="6252415"/>
              <a:ext cx="57378" cy="40972"/>
            </a:xfrm>
            <a:custGeom>
              <a:avLst/>
              <a:gdLst/>
              <a:ahLst/>
              <a:cxnLst/>
              <a:rect l="l" t="t" r="r" b="b"/>
              <a:pathLst>
                <a:path w="675" h="482" extrusionOk="0">
                  <a:moveTo>
                    <a:pt x="338" y="0"/>
                  </a:moveTo>
                  <a:lnTo>
                    <a:pt x="145" y="72"/>
                  </a:lnTo>
                  <a:lnTo>
                    <a:pt x="97" y="96"/>
                  </a:lnTo>
                  <a:lnTo>
                    <a:pt x="25" y="145"/>
                  </a:lnTo>
                  <a:lnTo>
                    <a:pt x="1" y="217"/>
                  </a:lnTo>
                  <a:lnTo>
                    <a:pt x="1" y="289"/>
                  </a:lnTo>
                  <a:lnTo>
                    <a:pt x="25" y="337"/>
                  </a:lnTo>
                  <a:lnTo>
                    <a:pt x="73" y="385"/>
                  </a:lnTo>
                  <a:lnTo>
                    <a:pt x="121" y="433"/>
                  </a:lnTo>
                  <a:lnTo>
                    <a:pt x="217" y="458"/>
                  </a:lnTo>
                  <a:lnTo>
                    <a:pt x="362" y="482"/>
                  </a:lnTo>
                  <a:lnTo>
                    <a:pt x="530" y="482"/>
                  </a:lnTo>
                  <a:lnTo>
                    <a:pt x="602" y="458"/>
                  </a:lnTo>
                  <a:lnTo>
                    <a:pt x="675" y="385"/>
                  </a:lnTo>
                  <a:lnTo>
                    <a:pt x="675" y="289"/>
                  </a:lnTo>
                  <a:lnTo>
                    <a:pt x="675" y="193"/>
                  </a:lnTo>
                  <a:lnTo>
                    <a:pt x="578" y="72"/>
                  </a:lnTo>
                  <a:lnTo>
                    <a:pt x="530" y="24"/>
                  </a:ln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14"/>
            <p:cNvSpPr/>
            <p:nvPr/>
          </p:nvSpPr>
          <p:spPr>
            <a:xfrm rot="10800000">
              <a:off x="4010714" y="6168515"/>
              <a:ext cx="39017" cy="43013"/>
            </a:xfrm>
            <a:custGeom>
              <a:avLst/>
              <a:gdLst/>
              <a:ahLst/>
              <a:cxnLst/>
              <a:rect l="l" t="t" r="r" b="b"/>
              <a:pathLst>
                <a:path w="459" h="506" extrusionOk="0">
                  <a:moveTo>
                    <a:pt x="121" y="0"/>
                  </a:moveTo>
                  <a:lnTo>
                    <a:pt x="49" y="72"/>
                  </a:lnTo>
                  <a:lnTo>
                    <a:pt x="25" y="145"/>
                  </a:lnTo>
                  <a:lnTo>
                    <a:pt x="1" y="217"/>
                  </a:lnTo>
                  <a:lnTo>
                    <a:pt x="25" y="289"/>
                  </a:lnTo>
                  <a:lnTo>
                    <a:pt x="49" y="361"/>
                  </a:lnTo>
                  <a:lnTo>
                    <a:pt x="97" y="433"/>
                  </a:lnTo>
                  <a:lnTo>
                    <a:pt x="169" y="482"/>
                  </a:lnTo>
                  <a:lnTo>
                    <a:pt x="242" y="506"/>
                  </a:lnTo>
                  <a:lnTo>
                    <a:pt x="338" y="506"/>
                  </a:lnTo>
                  <a:lnTo>
                    <a:pt x="410" y="482"/>
                  </a:lnTo>
                  <a:lnTo>
                    <a:pt x="434" y="433"/>
                  </a:lnTo>
                  <a:lnTo>
                    <a:pt x="458" y="361"/>
                  </a:lnTo>
                  <a:lnTo>
                    <a:pt x="458" y="313"/>
                  </a:lnTo>
                  <a:lnTo>
                    <a:pt x="434" y="241"/>
                  </a:lnTo>
                  <a:lnTo>
                    <a:pt x="410" y="169"/>
                  </a:lnTo>
                  <a:lnTo>
                    <a:pt x="386" y="120"/>
                  </a:lnTo>
                  <a:lnTo>
                    <a:pt x="314" y="72"/>
                  </a:lnTo>
                  <a:lnTo>
                    <a:pt x="266"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14"/>
            <p:cNvSpPr/>
            <p:nvPr/>
          </p:nvSpPr>
          <p:spPr>
            <a:xfrm rot="10800000">
              <a:off x="4025080" y="6008875"/>
              <a:ext cx="51258" cy="39017"/>
            </a:xfrm>
            <a:custGeom>
              <a:avLst/>
              <a:gdLst/>
              <a:ahLst/>
              <a:cxnLst/>
              <a:rect l="l" t="t" r="r" b="b"/>
              <a:pathLst>
                <a:path w="603" h="459" extrusionOk="0">
                  <a:moveTo>
                    <a:pt x="242" y="1"/>
                  </a:moveTo>
                  <a:lnTo>
                    <a:pt x="145" y="49"/>
                  </a:lnTo>
                  <a:lnTo>
                    <a:pt x="49" y="97"/>
                  </a:lnTo>
                  <a:lnTo>
                    <a:pt x="1" y="169"/>
                  </a:lnTo>
                  <a:lnTo>
                    <a:pt x="1" y="242"/>
                  </a:lnTo>
                  <a:lnTo>
                    <a:pt x="25" y="314"/>
                  </a:lnTo>
                  <a:lnTo>
                    <a:pt x="97" y="362"/>
                  </a:lnTo>
                  <a:lnTo>
                    <a:pt x="145" y="410"/>
                  </a:lnTo>
                  <a:lnTo>
                    <a:pt x="218" y="434"/>
                  </a:lnTo>
                  <a:lnTo>
                    <a:pt x="314" y="458"/>
                  </a:lnTo>
                  <a:lnTo>
                    <a:pt x="482" y="458"/>
                  </a:lnTo>
                  <a:lnTo>
                    <a:pt x="555" y="410"/>
                  </a:lnTo>
                  <a:lnTo>
                    <a:pt x="579" y="386"/>
                  </a:lnTo>
                  <a:lnTo>
                    <a:pt x="603" y="314"/>
                  </a:lnTo>
                  <a:lnTo>
                    <a:pt x="555" y="218"/>
                  </a:lnTo>
                  <a:lnTo>
                    <a:pt x="506" y="121"/>
                  </a:lnTo>
                  <a:lnTo>
                    <a:pt x="434" y="73"/>
                  </a:lnTo>
                  <a:lnTo>
                    <a:pt x="338" y="25"/>
                  </a:lnTo>
                  <a:lnTo>
                    <a:pt x="2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14"/>
            <p:cNvSpPr/>
            <p:nvPr/>
          </p:nvSpPr>
          <p:spPr>
            <a:xfrm rot="10800000">
              <a:off x="4166273" y="6027321"/>
              <a:ext cx="28732" cy="38932"/>
            </a:xfrm>
            <a:custGeom>
              <a:avLst/>
              <a:gdLst/>
              <a:ahLst/>
              <a:cxnLst/>
              <a:rect l="l" t="t" r="r" b="b"/>
              <a:pathLst>
                <a:path w="338" h="458" extrusionOk="0">
                  <a:moveTo>
                    <a:pt x="193" y="0"/>
                  </a:moveTo>
                  <a:lnTo>
                    <a:pt x="121" y="24"/>
                  </a:lnTo>
                  <a:lnTo>
                    <a:pt x="73" y="72"/>
                  </a:lnTo>
                  <a:lnTo>
                    <a:pt x="25" y="169"/>
                  </a:lnTo>
                  <a:lnTo>
                    <a:pt x="1" y="265"/>
                  </a:lnTo>
                  <a:lnTo>
                    <a:pt x="25" y="337"/>
                  </a:lnTo>
                  <a:lnTo>
                    <a:pt x="25" y="385"/>
                  </a:lnTo>
                  <a:lnTo>
                    <a:pt x="73" y="434"/>
                  </a:lnTo>
                  <a:lnTo>
                    <a:pt x="121" y="458"/>
                  </a:lnTo>
                  <a:lnTo>
                    <a:pt x="169" y="458"/>
                  </a:lnTo>
                  <a:lnTo>
                    <a:pt x="241" y="434"/>
                  </a:lnTo>
                  <a:lnTo>
                    <a:pt x="265" y="385"/>
                  </a:lnTo>
                  <a:lnTo>
                    <a:pt x="314" y="337"/>
                  </a:lnTo>
                  <a:lnTo>
                    <a:pt x="338" y="265"/>
                  </a:lnTo>
                  <a:lnTo>
                    <a:pt x="338" y="193"/>
                  </a:lnTo>
                  <a:lnTo>
                    <a:pt x="338" y="145"/>
                  </a:lnTo>
                  <a:lnTo>
                    <a:pt x="290" y="72"/>
                  </a:lnTo>
                  <a:lnTo>
                    <a:pt x="265"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14"/>
            <p:cNvSpPr/>
            <p:nvPr/>
          </p:nvSpPr>
          <p:spPr>
            <a:xfrm rot="10800000">
              <a:off x="4436419" y="6178715"/>
              <a:ext cx="26607" cy="39017"/>
            </a:xfrm>
            <a:custGeom>
              <a:avLst/>
              <a:gdLst/>
              <a:ahLst/>
              <a:cxnLst/>
              <a:rect l="l" t="t" r="r" b="b"/>
              <a:pathLst>
                <a:path w="313" h="459" extrusionOk="0">
                  <a:moveTo>
                    <a:pt x="193" y="1"/>
                  </a:moveTo>
                  <a:lnTo>
                    <a:pt x="144" y="25"/>
                  </a:lnTo>
                  <a:lnTo>
                    <a:pt x="96" y="49"/>
                  </a:lnTo>
                  <a:lnTo>
                    <a:pt x="24" y="145"/>
                  </a:lnTo>
                  <a:lnTo>
                    <a:pt x="0" y="242"/>
                  </a:lnTo>
                  <a:lnTo>
                    <a:pt x="24" y="338"/>
                  </a:lnTo>
                  <a:lnTo>
                    <a:pt x="96" y="434"/>
                  </a:lnTo>
                  <a:lnTo>
                    <a:pt x="120" y="458"/>
                  </a:lnTo>
                  <a:lnTo>
                    <a:pt x="169" y="458"/>
                  </a:lnTo>
                  <a:lnTo>
                    <a:pt x="217" y="434"/>
                  </a:lnTo>
                  <a:lnTo>
                    <a:pt x="241" y="410"/>
                  </a:lnTo>
                  <a:lnTo>
                    <a:pt x="289" y="338"/>
                  </a:lnTo>
                  <a:lnTo>
                    <a:pt x="313" y="242"/>
                  </a:lnTo>
                  <a:lnTo>
                    <a:pt x="313" y="169"/>
                  </a:lnTo>
                  <a:lnTo>
                    <a:pt x="289" y="73"/>
                  </a:lnTo>
                  <a:lnTo>
                    <a:pt x="241" y="25"/>
                  </a:lnTo>
                  <a:lnTo>
                    <a:pt x="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14"/>
            <p:cNvSpPr/>
            <p:nvPr/>
          </p:nvSpPr>
          <p:spPr>
            <a:xfrm rot="10800000">
              <a:off x="4420013" y="6008875"/>
              <a:ext cx="24651" cy="32812"/>
            </a:xfrm>
            <a:custGeom>
              <a:avLst/>
              <a:gdLst/>
              <a:ahLst/>
              <a:cxnLst/>
              <a:rect l="l" t="t" r="r" b="b"/>
              <a:pathLst>
                <a:path w="290" h="386" extrusionOk="0">
                  <a:moveTo>
                    <a:pt x="73" y="0"/>
                  </a:moveTo>
                  <a:lnTo>
                    <a:pt x="25" y="48"/>
                  </a:lnTo>
                  <a:lnTo>
                    <a:pt x="1" y="72"/>
                  </a:lnTo>
                  <a:lnTo>
                    <a:pt x="1" y="169"/>
                  </a:lnTo>
                  <a:lnTo>
                    <a:pt x="25" y="241"/>
                  </a:lnTo>
                  <a:lnTo>
                    <a:pt x="97" y="313"/>
                  </a:lnTo>
                  <a:lnTo>
                    <a:pt x="169" y="385"/>
                  </a:lnTo>
                  <a:lnTo>
                    <a:pt x="217" y="385"/>
                  </a:lnTo>
                  <a:lnTo>
                    <a:pt x="266" y="361"/>
                  </a:lnTo>
                  <a:lnTo>
                    <a:pt x="290" y="313"/>
                  </a:lnTo>
                  <a:lnTo>
                    <a:pt x="290" y="193"/>
                  </a:lnTo>
                  <a:lnTo>
                    <a:pt x="241" y="96"/>
                  </a:lnTo>
                  <a:lnTo>
                    <a:pt x="169"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14"/>
            <p:cNvSpPr/>
            <p:nvPr/>
          </p:nvSpPr>
          <p:spPr>
            <a:xfrm rot="10800000">
              <a:off x="4248133" y="6495954"/>
              <a:ext cx="26692" cy="26692"/>
            </a:xfrm>
            <a:custGeom>
              <a:avLst/>
              <a:gdLst/>
              <a:ahLst/>
              <a:cxnLst/>
              <a:rect l="l" t="t" r="r" b="b"/>
              <a:pathLst>
                <a:path w="314" h="314" extrusionOk="0">
                  <a:moveTo>
                    <a:pt x="145" y="1"/>
                  </a:moveTo>
                  <a:lnTo>
                    <a:pt x="73" y="25"/>
                  </a:lnTo>
                  <a:lnTo>
                    <a:pt x="25" y="49"/>
                  </a:lnTo>
                  <a:lnTo>
                    <a:pt x="1" y="121"/>
                  </a:lnTo>
                  <a:lnTo>
                    <a:pt x="1" y="194"/>
                  </a:lnTo>
                  <a:lnTo>
                    <a:pt x="25" y="242"/>
                  </a:lnTo>
                  <a:lnTo>
                    <a:pt x="49" y="266"/>
                  </a:lnTo>
                  <a:lnTo>
                    <a:pt x="121" y="290"/>
                  </a:lnTo>
                  <a:lnTo>
                    <a:pt x="169" y="314"/>
                  </a:lnTo>
                  <a:lnTo>
                    <a:pt x="217" y="290"/>
                  </a:lnTo>
                  <a:lnTo>
                    <a:pt x="266" y="266"/>
                  </a:lnTo>
                  <a:lnTo>
                    <a:pt x="314" y="218"/>
                  </a:lnTo>
                  <a:lnTo>
                    <a:pt x="314" y="145"/>
                  </a:lnTo>
                  <a:lnTo>
                    <a:pt x="314" y="97"/>
                  </a:lnTo>
                  <a:lnTo>
                    <a:pt x="266" y="49"/>
                  </a:lnTo>
                  <a:lnTo>
                    <a:pt x="2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14"/>
            <p:cNvSpPr/>
            <p:nvPr/>
          </p:nvSpPr>
          <p:spPr>
            <a:xfrm rot="10800000">
              <a:off x="4242012" y="6328154"/>
              <a:ext cx="22526" cy="20486"/>
            </a:xfrm>
            <a:custGeom>
              <a:avLst/>
              <a:gdLst/>
              <a:ahLst/>
              <a:cxnLst/>
              <a:rect l="l" t="t" r="r" b="b"/>
              <a:pathLst>
                <a:path w="265" h="241" extrusionOk="0">
                  <a:moveTo>
                    <a:pt x="96" y="0"/>
                  </a:moveTo>
                  <a:lnTo>
                    <a:pt x="48" y="24"/>
                  </a:lnTo>
                  <a:lnTo>
                    <a:pt x="0" y="72"/>
                  </a:lnTo>
                  <a:lnTo>
                    <a:pt x="0" y="96"/>
                  </a:lnTo>
                  <a:lnTo>
                    <a:pt x="0" y="145"/>
                  </a:lnTo>
                  <a:lnTo>
                    <a:pt x="24" y="169"/>
                  </a:lnTo>
                  <a:lnTo>
                    <a:pt x="48" y="217"/>
                  </a:lnTo>
                  <a:lnTo>
                    <a:pt x="96" y="241"/>
                  </a:lnTo>
                  <a:lnTo>
                    <a:pt x="145" y="217"/>
                  </a:lnTo>
                  <a:lnTo>
                    <a:pt x="193" y="193"/>
                  </a:lnTo>
                  <a:lnTo>
                    <a:pt x="241" y="145"/>
                  </a:lnTo>
                  <a:lnTo>
                    <a:pt x="265" y="121"/>
                  </a:lnTo>
                  <a:lnTo>
                    <a:pt x="265" y="72"/>
                  </a:lnTo>
                  <a:lnTo>
                    <a:pt x="217" y="24"/>
                  </a:lnTo>
                  <a:lnTo>
                    <a:pt x="1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14"/>
            <p:cNvSpPr/>
            <p:nvPr/>
          </p:nvSpPr>
          <p:spPr>
            <a:xfrm rot="10800000">
              <a:off x="4299306" y="6481588"/>
              <a:ext cx="20486" cy="20571"/>
            </a:xfrm>
            <a:custGeom>
              <a:avLst/>
              <a:gdLst/>
              <a:ahLst/>
              <a:cxnLst/>
              <a:rect l="l" t="t" r="r" b="b"/>
              <a:pathLst>
                <a:path w="241" h="242" extrusionOk="0">
                  <a:moveTo>
                    <a:pt x="121" y="1"/>
                  </a:moveTo>
                  <a:lnTo>
                    <a:pt x="72" y="25"/>
                  </a:lnTo>
                  <a:lnTo>
                    <a:pt x="24" y="73"/>
                  </a:lnTo>
                  <a:lnTo>
                    <a:pt x="0" y="121"/>
                  </a:lnTo>
                  <a:lnTo>
                    <a:pt x="24" y="193"/>
                  </a:lnTo>
                  <a:lnTo>
                    <a:pt x="24" y="217"/>
                  </a:lnTo>
                  <a:lnTo>
                    <a:pt x="96" y="241"/>
                  </a:lnTo>
                  <a:lnTo>
                    <a:pt x="145" y="217"/>
                  </a:lnTo>
                  <a:lnTo>
                    <a:pt x="193" y="193"/>
                  </a:lnTo>
                  <a:lnTo>
                    <a:pt x="217" y="145"/>
                  </a:lnTo>
                  <a:lnTo>
                    <a:pt x="241" y="97"/>
                  </a:lnTo>
                  <a:lnTo>
                    <a:pt x="241" y="73"/>
                  </a:lnTo>
                  <a:lnTo>
                    <a:pt x="217" y="25"/>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14"/>
            <p:cNvSpPr/>
            <p:nvPr/>
          </p:nvSpPr>
          <p:spPr>
            <a:xfrm rot="10800000">
              <a:off x="4454780" y="6305628"/>
              <a:ext cx="16491" cy="16406"/>
            </a:xfrm>
            <a:custGeom>
              <a:avLst/>
              <a:gdLst/>
              <a:ahLst/>
              <a:cxnLst/>
              <a:rect l="l" t="t" r="r" b="b"/>
              <a:pathLst>
                <a:path w="194" h="193" extrusionOk="0">
                  <a:moveTo>
                    <a:pt x="25" y="0"/>
                  </a:moveTo>
                  <a:lnTo>
                    <a:pt x="1" y="48"/>
                  </a:lnTo>
                  <a:lnTo>
                    <a:pt x="1" y="120"/>
                  </a:lnTo>
                  <a:lnTo>
                    <a:pt x="25" y="169"/>
                  </a:lnTo>
                  <a:lnTo>
                    <a:pt x="49" y="193"/>
                  </a:lnTo>
                  <a:lnTo>
                    <a:pt x="145" y="193"/>
                  </a:lnTo>
                  <a:lnTo>
                    <a:pt x="169" y="169"/>
                  </a:lnTo>
                  <a:lnTo>
                    <a:pt x="193" y="120"/>
                  </a:lnTo>
                  <a:lnTo>
                    <a:pt x="193" y="72"/>
                  </a:lnTo>
                  <a:lnTo>
                    <a:pt x="169" y="24"/>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14"/>
            <p:cNvSpPr/>
            <p:nvPr/>
          </p:nvSpPr>
          <p:spPr>
            <a:xfrm rot="10800000">
              <a:off x="4340193" y="6283101"/>
              <a:ext cx="14451" cy="14366"/>
            </a:xfrm>
            <a:custGeom>
              <a:avLst/>
              <a:gdLst/>
              <a:ahLst/>
              <a:cxnLst/>
              <a:rect l="l" t="t" r="r" b="b"/>
              <a:pathLst>
                <a:path w="170" h="169" extrusionOk="0">
                  <a:moveTo>
                    <a:pt x="49" y="0"/>
                  </a:moveTo>
                  <a:lnTo>
                    <a:pt x="25" y="24"/>
                  </a:lnTo>
                  <a:lnTo>
                    <a:pt x="1" y="72"/>
                  </a:lnTo>
                  <a:lnTo>
                    <a:pt x="1" y="96"/>
                  </a:lnTo>
                  <a:lnTo>
                    <a:pt x="25" y="144"/>
                  </a:lnTo>
                  <a:lnTo>
                    <a:pt x="49" y="169"/>
                  </a:lnTo>
                  <a:lnTo>
                    <a:pt x="97" y="169"/>
                  </a:lnTo>
                  <a:lnTo>
                    <a:pt x="145" y="144"/>
                  </a:lnTo>
                  <a:lnTo>
                    <a:pt x="169" y="96"/>
                  </a:lnTo>
                  <a:lnTo>
                    <a:pt x="169" y="72"/>
                  </a:lnTo>
                  <a:lnTo>
                    <a:pt x="145" y="24"/>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14"/>
            <p:cNvSpPr/>
            <p:nvPr/>
          </p:nvSpPr>
          <p:spPr>
            <a:xfrm rot="10800000">
              <a:off x="4374960" y="6497994"/>
              <a:ext cx="18531" cy="8245"/>
            </a:xfrm>
            <a:custGeom>
              <a:avLst/>
              <a:gdLst/>
              <a:ahLst/>
              <a:cxnLst/>
              <a:rect l="l" t="t" r="r" b="b"/>
              <a:pathLst>
                <a:path w="218" h="97" extrusionOk="0">
                  <a:moveTo>
                    <a:pt x="1" y="49"/>
                  </a:moveTo>
                  <a:lnTo>
                    <a:pt x="25" y="73"/>
                  </a:lnTo>
                  <a:lnTo>
                    <a:pt x="43" y="61"/>
                  </a:lnTo>
                  <a:lnTo>
                    <a:pt x="43" y="61"/>
                  </a:lnTo>
                  <a:lnTo>
                    <a:pt x="1" y="49"/>
                  </a:lnTo>
                  <a:close/>
                  <a:moveTo>
                    <a:pt x="169" y="1"/>
                  </a:moveTo>
                  <a:lnTo>
                    <a:pt x="97" y="25"/>
                  </a:lnTo>
                  <a:lnTo>
                    <a:pt x="43" y="61"/>
                  </a:lnTo>
                  <a:lnTo>
                    <a:pt x="43" y="61"/>
                  </a:lnTo>
                  <a:lnTo>
                    <a:pt x="169" y="97"/>
                  </a:lnTo>
                  <a:lnTo>
                    <a:pt x="217" y="73"/>
                  </a:lnTo>
                  <a:lnTo>
                    <a:pt x="2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14"/>
            <p:cNvSpPr/>
            <p:nvPr/>
          </p:nvSpPr>
          <p:spPr>
            <a:xfrm rot="10800000">
              <a:off x="4199000" y="6156189"/>
              <a:ext cx="10286" cy="8330"/>
            </a:xfrm>
            <a:custGeom>
              <a:avLst/>
              <a:gdLst/>
              <a:ahLst/>
              <a:cxnLst/>
              <a:rect l="l" t="t" r="r" b="b"/>
              <a:pathLst>
                <a:path w="121" h="98" extrusionOk="0">
                  <a:moveTo>
                    <a:pt x="48" y="1"/>
                  </a:moveTo>
                  <a:lnTo>
                    <a:pt x="0" y="25"/>
                  </a:lnTo>
                  <a:lnTo>
                    <a:pt x="48" y="97"/>
                  </a:lnTo>
                  <a:lnTo>
                    <a:pt x="96" y="73"/>
                  </a:lnTo>
                  <a:lnTo>
                    <a:pt x="121"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14"/>
            <p:cNvSpPr/>
            <p:nvPr/>
          </p:nvSpPr>
          <p:spPr>
            <a:xfrm rot="10800000">
              <a:off x="4174433" y="6217647"/>
              <a:ext cx="4165" cy="8245"/>
            </a:xfrm>
            <a:custGeom>
              <a:avLst/>
              <a:gdLst/>
              <a:ahLst/>
              <a:cxnLst/>
              <a:rect l="l" t="t" r="r" b="b"/>
              <a:pathLst>
                <a:path w="49" h="97" extrusionOk="0">
                  <a:moveTo>
                    <a:pt x="24" y="1"/>
                  </a:moveTo>
                  <a:lnTo>
                    <a:pt x="0" y="49"/>
                  </a:lnTo>
                  <a:lnTo>
                    <a:pt x="24" y="97"/>
                  </a:lnTo>
                  <a:lnTo>
                    <a:pt x="48" y="73"/>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14"/>
            <p:cNvSpPr/>
            <p:nvPr/>
          </p:nvSpPr>
          <p:spPr>
            <a:xfrm rot="10800000">
              <a:off x="4391366" y="6500034"/>
              <a:ext cx="2125" cy="2125"/>
            </a:xfrm>
            <a:custGeom>
              <a:avLst/>
              <a:gdLst/>
              <a:ahLst/>
              <a:cxnLst/>
              <a:rect l="l" t="t" r="r" b="b"/>
              <a:pathLst>
                <a:path w="25" h="25" extrusionOk="0">
                  <a:moveTo>
                    <a:pt x="1" y="1"/>
                  </a:moveTo>
                  <a:lnTo>
                    <a:pt x="1" y="1"/>
                  </a:lnTo>
                  <a:lnTo>
                    <a:pt x="25" y="25"/>
                  </a:lnTo>
                  <a:lnTo>
                    <a:pt x="25" y="25"/>
                  </a:ln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93" name="Google Shape;5493;p14"/>
          <p:cNvGrpSpPr/>
          <p:nvPr/>
        </p:nvGrpSpPr>
        <p:grpSpPr>
          <a:xfrm rot="-5400000" flipH="1">
            <a:off x="-1613798" y="3723478"/>
            <a:ext cx="2932767" cy="3055531"/>
            <a:chOff x="3729950" y="1579200"/>
            <a:chExt cx="546475" cy="569350"/>
          </a:xfrm>
        </p:grpSpPr>
        <p:sp>
          <p:nvSpPr>
            <p:cNvPr id="5494" name="Google Shape;5494;p14"/>
            <p:cNvSpPr/>
            <p:nvPr/>
          </p:nvSpPr>
          <p:spPr>
            <a:xfrm>
              <a:off x="3729950" y="1579200"/>
              <a:ext cx="546475" cy="569350"/>
            </a:xfrm>
            <a:custGeom>
              <a:avLst/>
              <a:gdLst/>
              <a:ahLst/>
              <a:cxnLst/>
              <a:rect l="l" t="t" r="r" b="b"/>
              <a:pathLst>
                <a:path w="21859" h="22774" extrusionOk="0">
                  <a:moveTo>
                    <a:pt x="5898" y="0"/>
                  </a:moveTo>
                  <a:lnTo>
                    <a:pt x="5537" y="48"/>
                  </a:lnTo>
                  <a:lnTo>
                    <a:pt x="5200" y="96"/>
                  </a:lnTo>
                  <a:lnTo>
                    <a:pt x="4839" y="169"/>
                  </a:lnTo>
                  <a:lnTo>
                    <a:pt x="4502" y="241"/>
                  </a:lnTo>
                  <a:lnTo>
                    <a:pt x="3804" y="458"/>
                  </a:lnTo>
                  <a:lnTo>
                    <a:pt x="3274" y="650"/>
                  </a:lnTo>
                  <a:lnTo>
                    <a:pt x="2745" y="915"/>
                  </a:lnTo>
                  <a:lnTo>
                    <a:pt x="2263" y="1228"/>
                  </a:lnTo>
                  <a:lnTo>
                    <a:pt x="1782" y="1565"/>
                  </a:lnTo>
                  <a:lnTo>
                    <a:pt x="1565" y="1758"/>
                  </a:lnTo>
                  <a:lnTo>
                    <a:pt x="1348" y="1974"/>
                  </a:lnTo>
                  <a:lnTo>
                    <a:pt x="1156" y="2191"/>
                  </a:lnTo>
                  <a:lnTo>
                    <a:pt x="987" y="2432"/>
                  </a:lnTo>
                  <a:lnTo>
                    <a:pt x="843" y="2672"/>
                  </a:lnTo>
                  <a:lnTo>
                    <a:pt x="722" y="2937"/>
                  </a:lnTo>
                  <a:lnTo>
                    <a:pt x="626" y="3226"/>
                  </a:lnTo>
                  <a:lnTo>
                    <a:pt x="530" y="3515"/>
                  </a:lnTo>
                  <a:lnTo>
                    <a:pt x="410" y="3900"/>
                  </a:lnTo>
                  <a:lnTo>
                    <a:pt x="337" y="4309"/>
                  </a:lnTo>
                  <a:lnTo>
                    <a:pt x="265" y="4694"/>
                  </a:lnTo>
                  <a:lnTo>
                    <a:pt x="217" y="5104"/>
                  </a:lnTo>
                  <a:lnTo>
                    <a:pt x="121" y="5898"/>
                  </a:lnTo>
                  <a:lnTo>
                    <a:pt x="48" y="6693"/>
                  </a:lnTo>
                  <a:lnTo>
                    <a:pt x="24" y="7078"/>
                  </a:lnTo>
                  <a:lnTo>
                    <a:pt x="0" y="7487"/>
                  </a:lnTo>
                  <a:lnTo>
                    <a:pt x="0" y="7872"/>
                  </a:lnTo>
                  <a:lnTo>
                    <a:pt x="24" y="8281"/>
                  </a:lnTo>
                  <a:lnTo>
                    <a:pt x="48" y="8378"/>
                  </a:lnTo>
                  <a:lnTo>
                    <a:pt x="24" y="8498"/>
                  </a:lnTo>
                  <a:lnTo>
                    <a:pt x="0" y="8883"/>
                  </a:lnTo>
                  <a:lnTo>
                    <a:pt x="0" y="9268"/>
                  </a:lnTo>
                  <a:lnTo>
                    <a:pt x="0" y="9654"/>
                  </a:lnTo>
                  <a:lnTo>
                    <a:pt x="48" y="10039"/>
                  </a:lnTo>
                  <a:lnTo>
                    <a:pt x="193" y="11603"/>
                  </a:lnTo>
                  <a:lnTo>
                    <a:pt x="337" y="13168"/>
                  </a:lnTo>
                  <a:lnTo>
                    <a:pt x="385" y="13866"/>
                  </a:lnTo>
                  <a:lnTo>
                    <a:pt x="458" y="14564"/>
                  </a:lnTo>
                  <a:lnTo>
                    <a:pt x="554" y="15263"/>
                  </a:lnTo>
                  <a:lnTo>
                    <a:pt x="650" y="15961"/>
                  </a:lnTo>
                  <a:lnTo>
                    <a:pt x="819" y="16707"/>
                  </a:lnTo>
                  <a:lnTo>
                    <a:pt x="1035" y="17453"/>
                  </a:lnTo>
                  <a:lnTo>
                    <a:pt x="1156" y="17814"/>
                  </a:lnTo>
                  <a:lnTo>
                    <a:pt x="1300" y="18175"/>
                  </a:lnTo>
                  <a:lnTo>
                    <a:pt x="1469" y="18536"/>
                  </a:lnTo>
                  <a:lnTo>
                    <a:pt x="1637" y="18874"/>
                  </a:lnTo>
                  <a:lnTo>
                    <a:pt x="1974" y="19451"/>
                  </a:lnTo>
                  <a:lnTo>
                    <a:pt x="2335" y="19957"/>
                  </a:lnTo>
                  <a:lnTo>
                    <a:pt x="2745" y="20462"/>
                  </a:lnTo>
                  <a:lnTo>
                    <a:pt x="3178" y="20896"/>
                  </a:lnTo>
                  <a:lnTo>
                    <a:pt x="3659" y="21305"/>
                  </a:lnTo>
                  <a:lnTo>
                    <a:pt x="4189" y="21666"/>
                  </a:lnTo>
                  <a:lnTo>
                    <a:pt x="4719" y="22003"/>
                  </a:lnTo>
                  <a:lnTo>
                    <a:pt x="5320" y="22292"/>
                  </a:lnTo>
                  <a:lnTo>
                    <a:pt x="5609" y="22412"/>
                  </a:lnTo>
                  <a:lnTo>
                    <a:pt x="5898" y="22509"/>
                  </a:lnTo>
                  <a:lnTo>
                    <a:pt x="6500" y="22653"/>
                  </a:lnTo>
                  <a:lnTo>
                    <a:pt x="7006" y="22749"/>
                  </a:lnTo>
                  <a:lnTo>
                    <a:pt x="7511" y="22773"/>
                  </a:lnTo>
                  <a:lnTo>
                    <a:pt x="8017" y="22773"/>
                  </a:lnTo>
                  <a:lnTo>
                    <a:pt x="8498" y="22725"/>
                  </a:lnTo>
                  <a:lnTo>
                    <a:pt x="8980" y="22605"/>
                  </a:lnTo>
                  <a:lnTo>
                    <a:pt x="9437" y="22460"/>
                  </a:lnTo>
                  <a:lnTo>
                    <a:pt x="9918" y="22244"/>
                  </a:lnTo>
                  <a:lnTo>
                    <a:pt x="10352" y="21955"/>
                  </a:lnTo>
                  <a:lnTo>
                    <a:pt x="11026" y="21497"/>
                  </a:lnTo>
                  <a:lnTo>
                    <a:pt x="11652" y="20968"/>
                  </a:lnTo>
                  <a:lnTo>
                    <a:pt x="12952" y="19836"/>
                  </a:lnTo>
                  <a:lnTo>
                    <a:pt x="13361" y="19499"/>
                  </a:lnTo>
                  <a:lnTo>
                    <a:pt x="13746" y="19186"/>
                  </a:lnTo>
                  <a:lnTo>
                    <a:pt x="14155" y="18898"/>
                  </a:lnTo>
                  <a:lnTo>
                    <a:pt x="14589" y="18585"/>
                  </a:lnTo>
                  <a:lnTo>
                    <a:pt x="14998" y="18320"/>
                  </a:lnTo>
                  <a:lnTo>
                    <a:pt x="15431" y="18055"/>
                  </a:lnTo>
                  <a:lnTo>
                    <a:pt x="15889" y="17814"/>
                  </a:lnTo>
                  <a:lnTo>
                    <a:pt x="16346" y="17574"/>
                  </a:lnTo>
                  <a:lnTo>
                    <a:pt x="17887" y="16779"/>
                  </a:lnTo>
                  <a:lnTo>
                    <a:pt x="18416" y="16466"/>
                  </a:lnTo>
                  <a:lnTo>
                    <a:pt x="18922" y="16153"/>
                  </a:lnTo>
                  <a:lnTo>
                    <a:pt x="19427" y="15816"/>
                  </a:lnTo>
                  <a:lnTo>
                    <a:pt x="19933" y="15431"/>
                  </a:lnTo>
                  <a:lnTo>
                    <a:pt x="20174" y="15214"/>
                  </a:lnTo>
                  <a:lnTo>
                    <a:pt x="20438" y="14974"/>
                  </a:lnTo>
                  <a:lnTo>
                    <a:pt x="20679" y="14733"/>
                  </a:lnTo>
                  <a:lnTo>
                    <a:pt x="20896" y="14492"/>
                  </a:lnTo>
                  <a:lnTo>
                    <a:pt x="21113" y="14203"/>
                  </a:lnTo>
                  <a:lnTo>
                    <a:pt x="21305" y="13890"/>
                  </a:lnTo>
                  <a:lnTo>
                    <a:pt x="21474" y="13577"/>
                  </a:lnTo>
                  <a:lnTo>
                    <a:pt x="21618" y="13264"/>
                  </a:lnTo>
                  <a:lnTo>
                    <a:pt x="21738" y="12927"/>
                  </a:lnTo>
                  <a:lnTo>
                    <a:pt x="21811" y="12590"/>
                  </a:lnTo>
                  <a:lnTo>
                    <a:pt x="21859" y="12229"/>
                  </a:lnTo>
                  <a:lnTo>
                    <a:pt x="21859" y="11868"/>
                  </a:lnTo>
                  <a:lnTo>
                    <a:pt x="21835" y="11411"/>
                  </a:lnTo>
                  <a:lnTo>
                    <a:pt x="21763" y="10978"/>
                  </a:lnTo>
                  <a:lnTo>
                    <a:pt x="21642" y="10544"/>
                  </a:lnTo>
                  <a:lnTo>
                    <a:pt x="21498" y="10135"/>
                  </a:lnTo>
                  <a:lnTo>
                    <a:pt x="21329" y="9726"/>
                  </a:lnTo>
                  <a:lnTo>
                    <a:pt x="21137" y="9316"/>
                  </a:lnTo>
                  <a:lnTo>
                    <a:pt x="20920" y="8931"/>
                  </a:lnTo>
                  <a:lnTo>
                    <a:pt x="20679" y="8570"/>
                  </a:lnTo>
                  <a:lnTo>
                    <a:pt x="20414" y="8209"/>
                  </a:lnTo>
                  <a:lnTo>
                    <a:pt x="20150" y="7872"/>
                  </a:lnTo>
                  <a:lnTo>
                    <a:pt x="19861" y="7535"/>
                  </a:lnTo>
                  <a:lnTo>
                    <a:pt x="19548" y="7222"/>
                  </a:lnTo>
                  <a:lnTo>
                    <a:pt x="19211" y="6909"/>
                  </a:lnTo>
                  <a:lnTo>
                    <a:pt x="18850" y="6596"/>
                  </a:lnTo>
                  <a:lnTo>
                    <a:pt x="18489" y="6307"/>
                  </a:lnTo>
                  <a:lnTo>
                    <a:pt x="18127" y="6043"/>
                  </a:lnTo>
                  <a:lnTo>
                    <a:pt x="17742" y="5802"/>
                  </a:lnTo>
                  <a:lnTo>
                    <a:pt x="17333" y="5585"/>
                  </a:lnTo>
                  <a:lnTo>
                    <a:pt x="16924" y="5368"/>
                  </a:lnTo>
                  <a:lnTo>
                    <a:pt x="16490" y="5200"/>
                  </a:lnTo>
                  <a:lnTo>
                    <a:pt x="16153" y="5056"/>
                  </a:lnTo>
                  <a:lnTo>
                    <a:pt x="15840" y="4911"/>
                  </a:lnTo>
                  <a:lnTo>
                    <a:pt x="15070" y="4526"/>
                  </a:lnTo>
                  <a:lnTo>
                    <a:pt x="14300" y="4141"/>
                  </a:lnTo>
                  <a:lnTo>
                    <a:pt x="12807" y="3322"/>
                  </a:lnTo>
                  <a:lnTo>
                    <a:pt x="12229" y="3009"/>
                  </a:lnTo>
                  <a:lnTo>
                    <a:pt x="11652" y="2672"/>
                  </a:lnTo>
                  <a:lnTo>
                    <a:pt x="11074" y="2311"/>
                  </a:lnTo>
                  <a:lnTo>
                    <a:pt x="10520" y="1926"/>
                  </a:lnTo>
                  <a:lnTo>
                    <a:pt x="10015" y="1565"/>
                  </a:lnTo>
                  <a:lnTo>
                    <a:pt x="9461" y="1252"/>
                  </a:lnTo>
                  <a:lnTo>
                    <a:pt x="9220" y="1083"/>
                  </a:lnTo>
                  <a:lnTo>
                    <a:pt x="8980" y="891"/>
                  </a:lnTo>
                  <a:lnTo>
                    <a:pt x="8715" y="698"/>
                  </a:lnTo>
                  <a:lnTo>
                    <a:pt x="8450" y="506"/>
                  </a:lnTo>
                  <a:lnTo>
                    <a:pt x="8161" y="361"/>
                  </a:lnTo>
                  <a:lnTo>
                    <a:pt x="7872" y="241"/>
                  </a:lnTo>
                  <a:lnTo>
                    <a:pt x="7583" y="145"/>
                  </a:lnTo>
                  <a:lnTo>
                    <a:pt x="7270" y="72"/>
                  </a:lnTo>
                  <a:lnTo>
                    <a:pt x="6933" y="24"/>
                  </a:lnTo>
                  <a:lnTo>
                    <a:pt x="662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14"/>
            <p:cNvSpPr/>
            <p:nvPr/>
          </p:nvSpPr>
          <p:spPr>
            <a:xfrm>
              <a:off x="3969475" y="1920425"/>
              <a:ext cx="18075" cy="18075"/>
            </a:xfrm>
            <a:custGeom>
              <a:avLst/>
              <a:gdLst/>
              <a:ahLst/>
              <a:cxnLst/>
              <a:rect l="l" t="t" r="r" b="b"/>
              <a:pathLst>
                <a:path w="723" h="723" extrusionOk="0">
                  <a:moveTo>
                    <a:pt x="482" y="1"/>
                  </a:moveTo>
                  <a:lnTo>
                    <a:pt x="410" y="49"/>
                  </a:lnTo>
                  <a:lnTo>
                    <a:pt x="386" y="97"/>
                  </a:lnTo>
                  <a:lnTo>
                    <a:pt x="337" y="217"/>
                  </a:lnTo>
                  <a:lnTo>
                    <a:pt x="289" y="314"/>
                  </a:lnTo>
                  <a:lnTo>
                    <a:pt x="193" y="410"/>
                  </a:lnTo>
                  <a:lnTo>
                    <a:pt x="97" y="458"/>
                  </a:lnTo>
                  <a:lnTo>
                    <a:pt x="49" y="482"/>
                  </a:lnTo>
                  <a:lnTo>
                    <a:pt x="25" y="530"/>
                  </a:lnTo>
                  <a:lnTo>
                    <a:pt x="0" y="602"/>
                  </a:lnTo>
                  <a:lnTo>
                    <a:pt x="0" y="675"/>
                  </a:lnTo>
                  <a:lnTo>
                    <a:pt x="25" y="699"/>
                  </a:lnTo>
                  <a:lnTo>
                    <a:pt x="73" y="723"/>
                  </a:lnTo>
                  <a:lnTo>
                    <a:pt x="145" y="699"/>
                  </a:lnTo>
                  <a:lnTo>
                    <a:pt x="241" y="651"/>
                  </a:lnTo>
                  <a:lnTo>
                    <a:pt x="434" y="530"/>
                  </a:lnTo>
                  <a:lnTo>
                    <a:pt x="626" y="386"/>
                  </a:lnTo>
                  <a:lnTo>
                    <a:pt x="674" y="314"/>
                  </a:lnTo>
                  <a:lnTo>
                    <a:pt x="723" y="241"/>
                  </a:lnTo>
                  <a:lnTo>
                    <a:pt x="723" y="169"/>
                  </a:lnTo>
                  <a:lnTo>
                    <a:pt x="699" y="121"/>
                  </a:lnTo>
                  <a:lnTo>
                    <a:pt x="674" y="49"/>
                  </a:lnTo>
                  <a:lnTo>
                    <a:pt x="602" y="25"/>
                  </a:lnTo>
                  <a:lnTo>
                    <a:pt x="55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14"/>
            <p:cNvSpPr/>
            <p:nvPr/>
          </p:nvSpPr>
          <p:spPr>
            <a:xfrm>
              <a:off x="3971275" y="1658025"/>
              <a:ext cx="9650" cy="18700"/>
            </a:xfrm>
            <a:custGeom>
              <a:avLst/>
              <a:gdLst/>
              <a:ahLst/>
              <a:cxnLst/>
              <a:rect l="l" t="t" r="r" b="b"/>
              <a:pathLst>
                <a:path w="386" h="748" extrusionOk="0">
                  <a:moveTo>
                    <a:pt x="290" y="1"/>
                  </a:moveTo>
                  <a:lnTo>
                    <a:pt x="241" y="25"/>
                  </a:lnTo>
                  <a:lnTo>
                    <a:pt x="169" y="73"/>
                  </a:lnTo>
                  <a:lnTo>
                    <a:pt x="145" y="121"/>
                  </a:lnTo>
                  <a:lnTo>
                    <a:pt x="121" y="145"/>
                  </a:lnTo>
                  <a:lnTo>
                    <a:pt x="73" y="386"/>
                  </a:lnTo>
                  <a:lnTo>
                    <a:pt x="1" y="603"/>
                  </a:lnTo>
                  <a:lnTo>
                    <a:pt x="1" y="675"/>
                  </a:lnTo>
                  <a:lnTo>
                    <a:pt x="49" y="723"/>
                  </a:lnTo>
                  <a:lnTo>
                    <a:pt x="121" y="747"/>
                  </a:lnTo>
                  <a:lnTo>
                    <a:pt x="169" y="747"/>
                  </a:lnTo>
                  <a:lnTo>
                    <a:pt x="241" y="723"/>
                  </a:lnTo>
                  <a:lnTo>
                    <a:pt x="314" y="675"/>
                  </a:lnTo>
                  <a:lnTo>
                    <a:pt x="338" y="627"/>
                  </a:lnTo>
                  <a:lnTo>
                    <a:pt x="338" y="554"/>
                  </a:lnTo>
                  <a:lnTo>
                    <a:pt x="338" y="314"/>
                  </a:lnTo>
                  <a:lnTo>
                    <a:pt x="386" y="73"/>
                  </a:lnTo>
                  <a:lnTo>
                    <a:pt x="362" y="49"/>
                  </a:lnTo>
                  <a:lnTo>
                    <a:pt x="338" y="25"/>
                  </a:lnTo>
                  <a:lnTo>
                    <a:pt x="2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14"/>
            <p:cNvSpPr/>
            <p:nvPr/>
          </p:nvSpPr>
          <p:spPr>
            <a:xfrm>
              <a:off x="3938175" y="1837375"/>
              <a:ext cx="12675" cy="13875"/>
            </a:xfrm>
            <a:custGeom>
              <a:avLst/>
              <a:gdLst/>
              <a:ahLst/>
              <a:cxnLst/>
              <a:rect l="l" t="t" r="r" b="b"/>
              <a:pathLst>
                <a:path w="507" h="555" extrusionOk="0">
                  <a:moveTo>
                    <a:pt x="97" y="1"/>
                  </a:moveTo>
                  <a:lnTo>
                    <a:pt x="73" y="25"/>
                  </a:lnTo>
                  <a:lnTo>
                    <a:pt x="25" y="73"/>
                  </a:lnTo>
                  <a:lnTo>
                    <a:pt x="1" y="169"/>
                  </a:lnTo>
                  <a:lnTo>
                    <a:pt x="1" y="241"/>
                  </a:lnTo>
                  <a:lnTo>
                    <a:pt x="1" y="289"/>
                  </a:lnTo>
                  <a:lnTo>
                    <a:pt x="25" y="362"/>
                  </a:lnTo>
                  <a:lnTo>
                    <a:pt x="73" y="410"/>
                  </a:lnTo>
                  <a:lnTo>
                    <a:pt x="121" y="458"/>
                  </a:lnTo>
                  <a:lnTo>
                    <a:pt x="265" y="506"/>
                  </a:lnTo>
                  <a:lnTo>
                    <a:pt x="362" y="554"/>
                  </a:lnTo>
                  <a:lnTo>
                    <a:pt x="410" y="554"/>
                  </a:lnTo>
                  <a:lnTo>
                    <a:pt x="458" y="530"/>
                  </a:lnTo>
                  <a:lnTo>
                    <a:pt x="506" y="458"/>
                  </a:lnTo>
                  <a:lnTo>
                    <a:pt x="506" y="410"/>
                  </a:lnTo>
                  <a:lnTo>
                    <a:pt x="482" y="338"/>
                  </a:lnTo>
                  <a:lnTo>
                    <a:pt x="458" y="289"/>
                  </a:lnTo>
                  <a:lnTo>
                    <a:pt x="338" y="145"/>
                  </a:lnTo>
                  <a:lnTo>
                    <a:pt x="289"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14"/>
            <p:cNvSpPr/>
            <p:nvPr/>
          </p:nvSpPr>
          <p:spPr>
            <a:xfrm>
              <a:off x="4033275" y="1750725"/>
              <a:ext cx="13850" cy="13850"/>
            </a:xfrm>
            <a:custGeom>
              <a:avLst/>
              <a:gdLst/>
              <a:ahLst/>
              <a:cxnLst/>
              <a:rect l="l" t="t" r="r" b="b"/>
              <a:pathLst>
                <a:path w="554" h="554" extrusionOk="0">
                  <a:moveTo>
                    <a:pt x="434" y="0"/>
                  </a:moveTo>
                  <a:lnTo>
                    <a:pt x="289" y="72"/>
                  </a:lnTo>
                  <a:lnTo>
                    <a:pt x="193" y="144"/>
                  </a:lnTo>
                  <a:lnTo>
                    <a:pt x="96" y="265"/>
                  </a:lnTo>
                  <a:lnTo>
                    <a:pt x="24" y="385"/>
                  </a:lnTo>
                  <a:lnTo>
                    <a:pt x="0" y="433"/>
                  </a:lnTo>
                  <a:lnTo>
                    <a:pt x="24" y="481"/>
                  </a:lnTo>
                  <a:lnTo>
                    <a:pt x="72" y="530"/>
                  </a:lnTo>
                  <a:lnTo>
                    <a:pt x="145" y="554"/>
                  </a:lnTo>
                  <a:lnTo>
                    <a:pt x="193" y="554"/>
                  </a:lnTo>
                  <a:lnTo>
                    <a:pt x="241" y="530"/>
                  </a:lnTo>
                  <a:lnTo>
                    <a:pt x="289" y="481"/>
                  </a:lnTo>
                  <a:lnTo>
                    <a:pt x="409" y="289"/>
                  </a:lnTo>
                  <a:lnTo>
                    <a:pt x="554" y="72"/>
                  </a:lnTo>
                  <a:lnTo>
                    <a:pt x="530" y="48"/>
                  </a:lnTo>
                  <a:lnTo>
                    <a:pt x="50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14"/>
            <p:cNvSpPr/>
            <p:nvPr/>
          </p:nvSpPr>
          <p:spPr>
            <a:xfrm>
              <a:off x="4004975" y="1683900"/>
              <a:ext cx="7850" cy="17500"/>
            </a:xfrm>
            <a:custGeom>
              <a:avLst/>
              <a:gdLst/>
              <a:ahLst/>
              <a:cxnLst/>
              <a:rect l="l" t="t" r="r" b="b"/>
              <a:pathLst>
                <a:path w="314" h="700" extrusionOk="0">
                  <a:moveTo>
                    <a:pt x="121" y="1"/>
                  </a:moveTo>
                  <a:lnTo>
                    <a:pt x="49" y="73"/>
                  </a:lnTo>
                  <a:lnTo>
                    <a:pt x="25" y="169"/>
                  </a:lnTo>
                  <a:lnTo>
                    <a:pt x="1" y="314"/>
                  </a:lnTo>
                  <a:lnTo>
                    <a:pt x="25" y="482"/>
                  </a:lnTo>
                  <a:lnTo>
                    <a:pt x="49" y="675"/>
                  </a:lnTo>
                  <a:lnTo>
                    <a:pt x="97" y="699"/>
                  </a:lnTo>
                  <a:lnTo>
                    <a:pt x="169" y="699"/>
                  </a:lnTo>
                  <a:lnTo>
                    <a:pt x="193" y="675"/>
                  </a:lnTo>
                  <a:lnTo>
                    <a:pt x="290" y="482"/>
                  </a:lnTo>
                  <a:lnTo>
                    <a:pt x="290" y="386"/>
                  </a:lnTo>
                  <a:lnTo>
                    <a:pt x="314" y="290"/>
                  </a:lnTo>
                  <a:lnTo>
                    <a:pt x="290" y="193"/>
                  </a:lnTo>
                  <a:lnTo>
                    <a:pt x="241" y="121"/>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14"/>
            <p:cNvSpPr/>
            <p:nvPr/>
          </p:nvSpPr>
          <p:spPr>
            <a:xfrm>
              <a:off x="3795550" y="1768175"/>
              <a:ext cx="7850" cy="14450"/>
            </a:xfrm>
            <a:custGeom>
              <a:avLst/>
              <a:gdLst/>
              <a:ahLst/>
              <a:cxnLst/>
              <a:rect l="l" t="t" r="r" b="b"/>
              <a:pathLst>
                <a:path w="314" h="578" extrusionOk="0">
                  <a:moveTo>
                    <a:pt x="97" y="0"/>
                  </a:moveTo>
                  <a:lnTo>
                    <a:pt x="48" y="48"/>
                  </a:lnTo>
                  <a:lnTo>
                    <a:pt x="24" y="96"/>
                  </a:lnTo>
                  <a:lnTo>
                    <a:pt x="0" y="193"/>
                  </a:lnTo>
                  <a:lnTo>
                    <a:pt x="0" y="313"/>
                  </a:lnTo>
                  <a:lnTo>
                    <a:pt x="0" y="409"/>
                  </a:lnTo>
                  <a:lnTo>
                    <a:pt x="0" y="458"/>
                  </a:lnTo>
                  <a:lnTo>
                    <a:pt x="24" y="530"/>
                  </a:lnTo>
                  <a:lnTo>
                    <a:pt x="72" y="554"/>
                  </a:lnTo>
                  <a:lnTo>
                    <a:pt x="97" y="578"/>
                  </a:lnTo>
                  <a:lnTo>
                    <a:pt x="169" y="578"/>
                  </a:lnTo>
                  <a:lnTo>
                    <a:pt x="217" y="554"/>
                  </a:lnTo>
                  <a:lnTo>
                    <a:pt x="265" y="506"/>
                  </a:lnTo>
                  <a:lnTo>
                    <a:pt x="313" y="458"/>
                  </a:lnTo>
                  <a:lnTo>
                    <a:pt x="265" y="241"/>
                  </a:lnTo>
                  <a:lnTo>
                    <a:pt x="241" y="121"/>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14"/>
            <p:cNvSpPr/>
            <p:nvPr/>
          </p:nvSpPr>
          <p:spPr>
            <a:xfrm>
              <a:off x="4183725" y="1777800"/>
              <a:ext cx="14475" cy="9050"/>
            </a:xfrm>
            <a:custGeom>
              <a:avLst/>
              <a:gdLst/>
              <a:ahLst/>
              <a:cxnLst/>
              <a:rect l="l" t="t" r="r" b="b"/>
              <a:pathLst>
                <a:path w="579" h="362" extrusionOk="0">
                  <a:moveTo>
                    <a:pt x="434" y="0"/>
                  </a:moveTo>
                  <a:lnTo>
                    <a:pt x="386" y="24"/>
                  </a:lnTo>
                  <a:lnTo>
                    <a:pt x="217" y="97"/>
                  </a:lnTo>
                  <a:lnTo>
                    <a:pt x="49" y="193"/>
                  </a:lnTo>
                  <a:lnTo>
                    <a:pt x="25" y="217"/>
                  </a:lnTo>
                  <a:lnTo>
                    <a:pt x="1" y="265"/>
                  </a:lnTo>
                  <a:lnTo>
                    <a:pt x="25" y="313"/>
                  </a:lnTo>
                  <a:lnTo>
                    <a:pt x="49" y="337"/>
                  </a:lnTo>
                  <a:lnTo>
                    <a:pt x="169" y="361"/>
                  </a:lnTo>
                  <a:lnTo>
                    <a:pt x="265" y="361"/>
                  </a:lnTo>
                  <a:lnTo>
                    <a:pt x="482" y="289"/>
                  </a:lnTo>
                  <a:lnTo>
                    <a:pt x="530" y="265"/>
                  </a:lnTo>
                  <a:lnTo>
                    <a:pt x="554" y="241"/>
                  </a:lnTo>
                  <a:lnTo>
                    <a:pt x="578" y="193"/>
                  </a:lnTo>
                  <a:lnTo>
                    <a:pt x="554" y="121"/>
                  </a:lnTo>
                  <a:lnTo>
                    <a:pt x="530" y="73"/>
                  </a:lnTo>
                  <a:lnTo>
                    <a:pt x="482" y="24"/>
                  </a:lnTo>
                  <a:lnTo>
                    <a:pt x="43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14"/>
            <p:cNvSpPr/>
            <p:nvPr/>
          </p:nvSpPr>
          <p:spPr>
            <a:xfrm>
              <a:off x="3845500" y="1831950"/>
              <a:ext cx="7850" cy="14475"/>
            </a:xfrm>
            <a:custGeom>
              <a:avLst/>
              <a:gdLst/>
              <a:ahLst/>
              <a:cxnLst/>
              <a:rect l="l" t="t" r="r" b="b"/>
              <a:pathLst>
                <a:path w="314" h="579" extrusionOk="0">
                  <a:moveTo>
                    <a:pt x="193" y="1"/>
                  </a:moveTo>
                  <a:lnTo>
                    <a:pt x="121" y="25"/>
                  </a:lnTo>
                  <a:lnTo>
                    <a:pt x="97" y="73"/>
                  </a:lnTo>
                  <a:lnTo>
                    <a:pt x="48" y="242"/>
                  </a:lnTo>
                  <a:lnTo>
                    <a:pt x="0" y="410"/>
                  </a:lnTo>
                  <a:lnTo>
                    <a:pt x="0" y="482"/>
                  </a:lnTo>
                  <a:lnTo>
                    <a:pt x="24" y="531"/>
                  </a:lnTo>
                  <a:lnTo>
                    <a:pt x="73" y="555"/>
                  </a:lnTo>
                  <a:lnTo>
                    <a:pt x="289" y="555"/>
                  </a:lnTo>
                  <a:lnTo>
                    <a:pt x="289" y="73"/>
                  </a:lnTo>
                  <a:lnTo>
                    <a:pt x="241" y="25"/>
                  </a:lnTo>
                  <a:lnTo>
                    <a:pt x="193" y="1"/>
                  </a:lnTo>
                  <a:close/>
                  <a:moveTo>
                    <a:pt x="289" y="555"/>
                  </a:moveTo>
                  <a:lnTo>
                    <a:pt x="289" y="579"/>
                  </a:lnTo>
                  <a:lnTo>
                    <a:pt x="313" y="55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14"/>
            <p:cNvSpPr/>
            <p:nvPr/>
          </p:nvSpPr>
          <p:spPr>
            <a:xfrm>
              <a:off x="3921925" y="1593625"/>
              <a:ext cx="12675" cy="10275"/>
            </a:xfrm>
            <a:custGeom>
              <a:avLst/>
              <a:gdLst/>
              <a:ahLst/>
              <a:cxnLst/>
              <a:rect l="l" t="t" r="r" b="b"/>
              <a:pathLst>
                <a:path w="507" h="411" extrusionOk="0">
                  <a:moveTo>
                    <a:pt x="314" y="1"/>
                  </a:moveTo>
                  <a:lnTo>
                    <a:pt x="265" y="49"/>
                  </a:lnTo>
                  <a:lnTo>
                    <a:pt x="217" y="73"/>
                  </a:lnTo>
                  <a:lnTo>
                    <a:pt x="169" y="97"/>
                  </a:lnTo>
                  <a:lnTo>
                    <a:pt x="49" y="97"/>
                  </a:lnTo>
                  <a:lnTo>
                    <a:pt x="25" y="145"/>
                  </a:lnTo>
                  <a:lnTo>
                    <a:pt x="1" y="169"/>
                  </a:lnTo>
                  <a:lnTo>
                    <a:pt x="25" y="242"/>
                  </a:lnTo>
                  <a:lnTo>
                    <a:pt x="49" y="314"/>
                  </a:lnTo>
                  <a:lnTo>
                    <a:pt x="97" y="362"/>
                  </a:lnTo>
                  <a:lnTo>
                    <a:pt x="145" y="410"/>
                  </a:lnTo>
                  <a:lnTo>
                    <a:pt x="193" y="410"/>
                  </a:lnTo>
                  <a:lnTo>
                    <a:pt x="217" y="386"/>
                  </a:lnTo>
                  <a:lnTo>
                    <a:pt x="290" y="338"/>
                  </a:lnTo>
                  <a:lnTo>
                    <a:pt x="338" y="290"/>
                  </a:lnTo>
                  <a:lnTo>
                    <a:pt x="386" y="242"/>
                  </a:lnTo>
                  <a:lnTo>
                    <a:pt x="434" y="194"/>
                  </a:lnTo>
                  <a:lnTo>
                    <a:pt x="482" y="145"/>
                  </a:lnTo>
                  <a:lnTo>
                    <a:pt x="506" y="97"/>
                  </a:lnTo>
                  <a:lnTo>
                    <a:pt x="458" y="25"/>
                  </a:lnTo>
                  <a:lnTo>
                    <a:pt x="43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14"/>
            <p:cNvSpPr/>
            <p:nvPr/>
          </p:nvSpPr>
          <p:spPr>
            <a:xfrm>
              <a:off x="4226450" y="1848200"/>
              <a:ext cx="10250" cy="9050"/>
            </a:xfrm>
            <a:custGeom>
              <a:avLst/>
              <a:gdLst/>
              <a:ahLst/>
              <a:cxnLst/>
              <a:rect l="l" t="t" r="r" b="b"/>
              <a:pathLst>
                <a:path w="410" h="362" extrusionOk="0">
                  <a:moveTo>
                    <a:pt x="217" y="1"/>
                  </a:moveTo>
                  <a:lnTo>
                    <a:pt x="145" y="25"/>
                  </a:lnTo>
                  <a:lnTo>
                    <a:pt x="73" y="97"/>
                  </a:lnTo>
                  <a:lnTo>
                    <a:pt x="25" y="145"/>
                  </a:lnTo>
                  <a:lnTo>
                    <a:pt x="1" y="218"/>
                  </a:lnTo>
                  <a:lnTo>
                    <a:pt x="25" y="266"/>
                  </a:lnTo>
                  <a:lnTo>
                    <a:pt x="49" y="338"/>
                  </a:lnTo>
                  <a:lnTo>
                    <a:pt x="121" y="362"/>
                  </a:lnTo>
                  <a:lnTo>
                    <a:pt x="241" y="362"/>
                  </a:lnTo>
                  <a:lnTo>
                    <a:pt x="290" y="338"/>
                  </a:lnTo>
                  <a:lnTo>
                    <a:pt x="338" y="314"/>
                  </a:lnTo>
                  <a:lnTo>
                    <a:pt x="386" y="290"/>
                  </a:lnTo>
                  <a:lnTo>
                    <a:pt x="410" y="218"/>
                  </a:lnTo>
                  <a:lnTo>
                    <a:pt x="410" y="169"/>
                  </a:lnTo>
                  <a:lnTo>
                    <a:pt x="386" y="97"/>
                  </a:lnTo>
                  <a:lnTo>
                    <a:pt x="314" y="25"/>
                  </a:lnTo>
                  <a:lnTo>
                    <a:pt x="26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14"/>
            <p:cNvSpPr/>
            <p:nvPr/>
          </p:nvSpPr>
          <p:spPr>
            <a:xfrm>
              <a:off x="3766650" y="1670675"/>
              <a:ext cx="14475" cy="7250"/>
            </a:xfrm>
            <a:custGeom>
              <a:avLst/>
              <a:gdLst/>
              <a:ahLst/>
              <a:cxnLst/>
              <a:rect l="l" t="t" r="r" b="b"/>
              <a:pathLst>
                <a:path w="579" h="290" extrusionOk="0">
                  <a:moveTo>
                    <a:pt x="314" y="0"/>
                  </a:moveTo>
                  <a:lnTo>
                    <a:pt x="97" y="24"/>
                  </a:lnTo>
                  <a:lnTo>
                    <a:pt x="49" y="24"/>
                  </a:lnTo>
                  <a:lnTo>
                    <a:pt x="25" y="48"/>
                  </a:lnTo>
                  <a:lnTo>
                    <a:pt x="1" y="97"/>
                  </a:lnTo>
                  <a:lnTo>
                    <a:pt x="1" y="145"/>
                  </a:lnTo>
                  <a:lnTo>
                    <a:pt x="49" y="217"/>
                  </a:lnTo>
                  <a:lnTo>
                    <a:pt x="73" y="265"/>
                  </a:lnTo>
                  <a:lnTo>
                    <a:pt x="145" y="289"/>
                  </a:lnTo>
                  <a:lnTo>
                    <a:pt x="338" y="265"/>
                  </a:lnTo>
                  <a:lnTo>
                    <a:pt x="458" y="241"/>
                  </a:lnTo>
                  <a:lnTo>
                    <a:pt x="554" y="169"/>
                  </a:lnTo>
                  <a:lnTo>
                    <a:pt x="578" y="145"/>
                  </a:lnTo>
                  <a:lnTo>
                    <a:pt x="578" y="121"/>
                  </a:lnTo>
                  <a:lnTo>
                    <a:pt x="530" y="48"/>
                  </a:lnTo>
                  <a:lnTo>
                    <a:pt x="434" y="24"/>
                  </a:lnTo>
                  <a:lnTo>
                    <a:pt x="31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14"/>
            <p:cNvSpPr/>
            <p:nvPr/>
          </p:nvSpPr>
          <p:spPr>
            <a:xfrm>
              <a:off x="3951425" y="1611700"/>
              <a:ext cx="10850" cy="9050"/>
            </a:xfrm>
            <a:custGeom>
              <a:avLst/>
              <a:gdLst/>
              <a:ahLst/>
              <a:cxnLst/>
              <a:rect l="l" t="t" r="r" b="b"/>
              <a:pathLst>
                <a:path w="434" h="362" extrusionOk="0">
                  <a:moveTo>
                    <a:pt x="145" y="0"/>
                  </a:moveTo>
                  <a:lnTo>
                    <a:pt x="72" y="24"/>
                  </a:lnTo>
                  <a:lnTo>
                    <a:pt x="24" y="72"/>
                  </a:lnTo>
                  <a:lnTo>
                    <a:pt x="0" y="145"/>
                  </a:lnTo>
                  <a:lnTo>
                    <a:pt x="0" y="169"/>
                  </a:lnTo>
                  <a:lnTo>
                    <a:pt x="0" y="217"/>
                  </a:lnTo>
                  <a:lnTo>
                    <a:pt x="97" y="313"/>
                  </a:lnTo>
                  <a:lnTo>
                    <a:pt x="145" y="361"/>
                  </a:lnTo>
                  <a:lnTo>
                    <a:pt x="217" y="361"/>
                  </a:lnTo>
                  <a:lnTo>
                    <a:pt x="337" y="313"/>
                  </a:lnTo>
                  <a:lnTo>
                    <a:pt x="385" y="265"/>
                  </a:lnTo>
                  <a:lnTo>
                    <a:pt x="434" y="217"/>
                  </a:lnTo>
                  <a:lnTo>
                    <a:pt x="434" y="169"/>
                  </a:lnTo>
                  <a:lnTo>
                    <a:pt x="434" y="120"/>
                  </a:lnTo>
                  <a:lnTo>
                    <a:pt x="385" y="72"/>
                  </a:lnTo>
                  <a:lnTo>
                    <a:pt x="337" y="24"/>
                  </a:lnTo>
                  <a:lnTo>
                    <a:pt x="28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14"/>
            <p:cNvSpPr/>
            <p:nvPr/>
          </p:nvSpPr>
          <p:spPr>
            <a:xfrm>
              <a:off x="4021825" y="1899975"/>
              <a:ext cx="10275" cy="9650"/>
            </a:xfrm>
            <a:custGeom>
              <a:avLst/>
              <a:gdLst/>
              <a:ahLst/>
              <a:cxnLst/>
              <a:rect l="l" t="t" r="r" b="b"/>
              <a:pathLst>
                <a:path w="411" h="386" extrusionOk="0">
                  <a:moveTo>
                    <a:pt x="145" y="0"/>
                  </a:moveTo>
                  <a:lnTo>
                    <a:pt x="73" y="24"/>
                  </a:lnTo>
                  <a:lnTo>
                    <a:pt x="25" y="48"/>
                  </a:lnTo>
                  <a:lnTo>
                    <a:pt x="1" y="96"/>
                  </a:lnTo>
                  <a:lnTo>
                    <a:pt x="1" y="169"/>
                  </a:lnTo>
                  <a:lnTo>
                    <a:pt x="25" y="265"/>
                  </a:lnTo>
                  <a:lnTo>
                    <a:pt x="97" y="337"/>
                  </a:lnTo>
                  <a:lnTo>
                    <a:pt x="169" y="361"/>
                  </a:lnTo>
                  <a:lnTo>
                    <a:pt x="242" y="385"/>
                  </a:lnTo>
                  <a:lnTo>
                    <a:pt x="314" y="361"/>
                  </a:lnTo>
                  <a:lnTo>
                    <a:pt x="362" y="337"/>
                  </a:lnTo>
                  <a:lnTo>
                    <a:pt x="386" y="265"/>
                  </a:lnTo>
                  <a:lnTo>
                    <a:pt x="410" y="193"/>
                  </a:lnTo>
                  <a:lnTo>
                    <a:pt x="362" y="121"/>
                  </a:lnTo>
                  <a:lnTo>
                    <a:pt x="314" y="48"/>
                  </a:lnTo>
                  <a:lnTo>
                    <a:pt x="217"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14"/>
            <p:cNvSpPr/>
            <p:nvPr/>
          </p:nvSpPr>
          <p:spPr>
            <a:xfrm>
              <a:off x="4086825" y="1952925"/>
              <a:ext cx="9650" cy="9650"/>
            </a:xfrm>
            <a:custGeom>
              <a:avLst/>
              <a:gdLst/>
              <a:ahLst/>
              <a:cxnLst/>
              <a:rect l="l" t="t" r="r" b="b"/>
              <a:pathLst>
                <a:path w="386" h="386" extrusionOk="0">
                  <a:moveTo>
                    <a:pt x="193" y="1"/>
                  </a:moveTo>
                  <a:lnTo>
                    <a:pt x="121" y="25"/>
                  </a:lnTo>
                  <a:lnTo>
                    <a:pt x="49" y="73"/>
                  </a:lnTo>
                  <a:lnTo>
                    <a:pt x="1" y="145"/>
                  </a:lnTo>
                  <a:lnTo>
                    <a:pt x="1" y="193"/>
                  </a:lnTo>
                  <a:lnTo>
                    <a:pt x="25" y="265"/>
                  </a:lnTo>
                  <a:lnTo>
                    <a:pt x="49" y="338"/>
                  </a:lnTo>
                  <a:lnTo>
                    <a:pt x="97" y="362"/>
                  </a:lnTo>
                  <a:lnTo>
                    <a:pt x="169" y="386"/>
                  </a:lnTo>
                  <a:lnTo>
                    <a:pt x="266" y="362"/>
                  </a:lnTo>
                  <a:lnTo>
                    <a:pt x="338" y="314"/>
                  </a:lnTo>
                  <a:lnTo>
                    <a:pt x="386" y="265"/>
                  </a:lnTo>
                  <a:lnTo>
                    <a:pt x="386" y="193"/>
                  </a:lnTo>
                  <a:lnTo>
                    <a:pt x="362" y="97"/>
                  </a:lnTo>
                  <a:lnTo>
                    <a:pt x="338" y="25"/>
                  </a:lnTo>
                  <a:lnTo>
                    <a:pt x="26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14"/>
            <p:cNvSpPr/>
            <p:nvPr/>
          </p:nvSpPr>
          <p:spPr>
            <a:xfrm>
              <a:off x="3868375" y="1606875"/>
              <a:ext cx="9650" cy="9650"/>
            </a:xfrm>
            <a:custGeom>
              <a:avLst/>
              <a:gdLst/>
              <a:ahLst/>
              <a:cxnLst/>
              <a:rect l="l" t="t" r="r" b="b"/>
              <a:pathLst>
                <a:path w="386" h="386" extrusionOk="0">
                  <a:moveTo>
                    <a:pt x="169" y="1"/>
                  </a:moveTo>
                  <a:lnTo>
                    <a:pt x="96" y="25"/>
                  </a:lnTo>
                  <a:lnTo>
                    <a:pt x="48" y="73"/>
                  </a:lnTo>
                  <a:lnTo>
                    <a:pt x="0" y="169"/>
                  </a:lnTo>
                  <a:lnTo>
                    <a:pt x="0" y="241"/>
                  </a:lnTo>
                  <a:lnTo>
                    <a:pt x="24" y="313"/>
                  </a:lnTo>
                  <a:lnTo>
                    <a:pt x="72" y="362"/>
                  </a:lnTo>
                  <a:lnTo>
                    <a:pt x="145" y="386"/>
                  </a:lnTo>
                  <a:lnTo>
                    <a:pt x="217" y="386"/>
                  </a:lnTo>
                  <a:lnTo>
                    <a:pt x="289" y="362"/>
                  </a:lnTo>
                  <a:lnTo>
                    <a:pt x="337" y="338"/>
                  </a:lnTo>
                  <a:lnTo>
                    <a:pt x="361" y="265"/>
                  </a:lnTo>
                  <a:lnTo>
                    <a:pt x="385" y="193"/>
                  </a:lnTo>
                  <a:lnTo>
                    <a:pt x="361" y="121"/>
                  </a:lnTo>
                  <a:lnTo>
                    <a:pt x="313" y="49"/>
                  </a:lnTo>
                  <a:lnTo>
                    <a:pt x="24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14"/>
            <p:cNvSpPr/>
            <p:nvPr/>
          </p:nvSpPr>
          <p:spPr>
            <a:xfrm>
              <a:off x="4026050" y="1804275"/>
              <a:ext cx="10850" cy="12050"/>
            </a:xfrm>
            <a:custGeom>
              <a:avLst/>
              <a:gdLst/>
              <a:ahLst/>
              <a:cxnLst/>
              <a:rect l="l" t="t" r="r" b="b"/>
              <a:pathLst>
                <a:path w="434" h="482" extrusionOk="0">
                  <a:moveTo>
                    <a:pt x="361" y="1"/>
                  </a:moveTo>
                  <a:lnTo>
                    <a:pt x="313" y="25"/>
                  </a:lnTo>
                  <a:lnTo>
                    <a:pt x="145" y="121"/>
                  </a:lnTo>
                  <a:lnTo>
                    <a:pt x="73" y="193"/>
                  </a:lnTo>
                  <a:lnTo>
                    <a:pt x="0" y="289"/>
                  </a:lnTo>
                  <a:lnTo>
                    <a:pt x="0" y="313"/>
                  </a:lnTo>
                  <a:lnTo>
                    <a:pt x="0" y="362"/>
                  </a:lnTo>
                  <a:lnTo>
                    <a:pt x="0" y="410"/>
                  </a:lnTo>
                  <a:lnTo>
                    <a:pt x="24" y="434"/>
                  </a:lnTo>
                  <a:lnTo>
                    <a:pt x="73" y="458"/>
                  </a:lnTo>
                  <a:lnTo>
                    <a:pt x="145" y="482"/>
                  </a:lnTo>
                  <a:lnTo>
                    <a:pt x="193" y="482"/>
                  </a:lnTo>
                  <a:lnTo>
                    <a:pt x="241" y="458"/>
                  </a:lnTo>
                  <a:lnTo>
                    <a:pt x="337" y="338"/>
                  </a:lnTo>
                  <a:lnTo>
                    <a:pt x="410" y="217"/>
                  </a:lnTo>
                  <a:lnTo>
                    <a:pt x="434" y="121"/>
                  </a:lnTo>
                  <a:lnTo>
                    <a:pt x="410" y="25"/>
                  </a:lnTo>
                  <a:lnTo>
                    <a:pt x="385" y="25"/>
                  </a:lnTo>
                  <a:lnTo>
                    <a:pt x="36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14"/>
            <p:cNvSpPr/>
            <p:nvPr/>
          </p:nvSpPr>
          <p:spPr>
            <a:xfrm>
              <a:off x="3852725" y="1844000"/>
              <a:ext cx="11450" cy="8450"/>
            </a:xfrm>
            <a:custGeom>
              <a:avLst/>
              <a:gdLst/>
              <a:ahLst/>
              <a:cxnLst/>
              <a:rect l="l" t="t" r="r" b="b"/>
              <a:pathLst>
                <a:path w="458" h="338" extrusionOk="0">
                  <a:moveTo>
                    <a:pt x="24" y="73"/>
                  </a:moveTo>
                  <a:lnTo>
                    <a:pt x="0" y="97"/>
                  </a:lnTo>
                  <a:lnTo>
                    <a:pt x="27" y="81"/>
                  </a:lnTo>
                  <a:lnTo>
                    <a:pt x="27" y="81"/>
                  </a:lnTo>
                  <a:lnTo>
                    <a:pt x="24" y="73"/>
                  </a:lnTo>
                  <a:close/>
                  <a:moveTo>
                    <a:pt x="265" y="0"/>
                  </a:moveTo>
                  <a:lnTo>
                    <a:pt x="121" y="24"/>
                  </a:lnTo>
                  <a:lnTo>
                    <a:pt x="27" y="81"/>
                  </a:lnTo>
                  <a:lnTo>
                    <a:pt x="27" y="81"/>
                  </a:lnTo>
                  <a:lnTo>
                    <a:pt x="72" y="217"/>
                  </a:lnTo>
                  <a:lnTo>
                    <a:pt x="121" y="313"/>
                  </a:lnTo>
                  <a:lnTo>
                    <a:pt x="193" y="337"/>
                  </a:lnTo>
                  <a:lnTo>
                    <a:pt x="289" y="337"/>
                  </a:lnTo>
                  <a:lnTo>
                    <a:pt x="361" y="313"/>
                  </a:lnTo>
                  <a:lnTo>
                    <a:pt x="409" y="289"/>
                  </a:lnTo>
                  <a:lnTo>
                    <a:pt x="458" y="241"/>
                  </a:lnTo>
                  <a:lnTo>
                    <a:pt x="458" y="169"/>
                  </a:lnTo>
                  <a:lnTo>
                    <a:pt x="458" y="97"/>
                  </a:lnTo>
                  <a:lnTo>
                    <a:pt x="409" y="24"/>
                  </a:lnTo>
                  <a:lnTo>
                    <a:pt x="33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14"/>
            <p:cNvSpPr/>
            <p:nvPr/>
          </p:nvSpPr>
          <p:spPr>
            <a:xfrm>
              <a:off x="3927350" y="1931875"/>
              <a:ext cx="9650" cy="12650"/>
            </a:xfrm>
            <a:custGeom>
              <a:avLst/>
              <a:gdLst/>
              <a:ahLst/>
              <a:cxnLst/>
              <a:rect l="l" t="t" r="r" b="b"/>
              <a:pathLst>
                <a:path w="386" h="506" extrusionOk="0">
                  <a:moveTo>
                    <a:pt x="73" y="0"/>
                  </a:moveTo>
                  <a:lnTo>
                    <a:pt x="48" y="24"/>
                  </a:lnTo>
                  <a:lnTo>
                    <a:pt x="0" y="48"/>
                  </a:lnTo>
                  <a:lnTo>
                    <a:pt x="0" y="96"/>
                  </a:lnTo>
                  <a:lnTo>
                    <a:pt x="73" y="313"/>
                  </a:lnTo>
                  <a:lnTo>
                    <a:pt x="145" y="433"/>
                  </a:lnTo>
                  <a:lnTo>
                    <a:pt x="230" y="498"/>
                  </a:lnTo>
                  <a:lnTo>
                    <a:pt x="230" y="498"/>
                  </a:lnTo>
                  <a:lnTo>
                    <a:pt x="337" y="433"/>
                  </a:lnTo>
                  <a:lnTo>
                    <a:pt x="361" y="385"/>
                  </a:lnTo>
                  <a:lnTo>
                    <a:pt x="385" y="361"/>
                  </a:lnTo>
                  <a:lnTo>
                    <a:pt x="385" y="313"/>
                  </a:lnTo>
                  <a:lnTo>
                    <a:pt x="385" y="265"/>
                  </a:lnTo>
                  <a:lnTo>
                    <a:pt x="313" y="193"/>
                  </a:lnTo>
                  <a:lnTo>
                    <a:pt x="241" y="120"/>
                  </a:lnTo>
                  <a:lnTo>
                    <a:pt x="73" y="0"/>
                  </a:lnTo>
                  <a:close/>
                  <a:moveTo>
                    <a:pt x="230" y="498"/>
                  </a:moveTo>
                  <a:lnTo>
                    <a:pt x="217" y="506"/>
                  </a:lnTo>
                  <a:lnTo>
                    <a:pt x="241" y="506"/>
                  </a:lnTo>
                  <a:lnTo>
                    <a:pt x="230" y="498"/>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14"/>
            <p:cNvSpPr/>
            <p:nvPr/>
          </p:nvSpPr>
          <p:spPr>
            <a:xfrm>
              <a:off x="3893650" y="1914400"/>
              <a:ext cx="11450" cy="9075"/>
            </a:xfrm>
            <a:custGeom>
              <a:avLst/>
              <a:gdLst/>
              <a:ahLst/>
              <a:cxnLst/>
              <a:rect l="l" t="t" r="r" b="b"/>
              <a:pathLst>
                <a:path w="458" h="363" extrusionOk="0">
                  <a:moveTo>
                    <a:pt x="217" y="1"/>
                  </a:moveTo>
                  <a:lnTo>
                    <a:pt x="169" y="25"/>
                  </a:lnTo>
                  <a:lnTo>
                    <a:pt x="96" y="73"/>
                  </a:lnTo>
                  <a:lnTo>
                    <a:pt x="24" y="121"/>
                  </a:lnTo>
                  <a:lnTo>
                    <a:pt x="0" y="169"/>
                  </a:lnTo>
                  <a:lnTo>
                    <a:pt x="0" y="193"/>
                  </a:lnTo>
                  <a:lnTo>
                    <a:pt x="48" y="266"/>
                  </a:lnTo>
                  <a:lnTo>
                    <a:pt x="96" y="314"/>
                  </a:lnTo>
                  <a:lnTo>
                    <a:pt x="145" y="338"/>
                  </a:lnTo>
                  <a:lnTo>
                    <a:pt x="217" y="362"/>
                  </a:lnTo>
                  <a:lnTo>
                    <a:pt x="289" y="362"/>
                  </a:lnTo>
                  <a:lnTo>
                    <a:pt x="337" y="338"/>
                  </a:lnTo>
                  <a:lnTo>
                    <a:pt x="385" y="290"/>
                  </a:lnTo>
                  <a:lnTo>
                    <a:pt x="434" y="242"/>
                  </a:lnTo>
                  <a:lnTo>
                    <a:pt x="458" y="193"/>
                  </a:lnTo>
                  <a:lnTo>
                    <a:pt x="434" y="145"/>
                  </a:lnTo>
                  <a:lnTo>
                    <a:pt x="361" y="49"/>
                  </a:lnTo>
                  <a:lnTo>
                    <a:pt x="28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14"/>
            <p:cNvSpPr/>
            <p:nvPr/>
          </p:nvSpPr>
          <p:spPr>
            <a:xfrm>
              <a:off x="3998975" y="1764550"/>
              <a:ext cx="15050" cy="10250"/>
            </a:xfrm>
            <a:custGeom>
              <a:avLst/>
              <a:gdLst/>
              <a:ahLst/>
              <a:cxnLst/>
              <a:rect l="l" t="t" r="r" b="b"/>
              <a:pathLst>
                <a:path w="602" h="410" extrusionOk="0">
                  <a:moveTo>
                    <a:pt x="48" y="1"/>
                  </a:moveTo>
                  <a:lnTo>
                    <a:pt x="24" y="49"/>
                  </a:lnTo>
                  <a:lnTo>
                    <a:pt x="0" y="73"/>
                  </a:lnTo>
                  <a:lnTo>
                    <a:pt x="385" y="362"/>
                  </a:lnTo>
                  <a:lnTo>
                    <a:pt x="506" y="410"/>
                  </a:lnTo>
                  <a:lnTo>
                    <a:pt x="554" y="410"/>
                  </a:lnTo>
                  <a:lnTo>
                    <a:pt x="602" y="362"/>
                  </a:lnTo>
                  <a:lnTo>
                    <a:pt x="602" y="314"/>
                  </a:lnTo>
                  <a:lnTo>
                    <a:pt x="578" y="241"/>
                  </a:lnTo>
                  <a:lnTo>
                    <a:pt x="554" y="169"/>
                  </a:lnTo>
                  <a:lnTo>
                    <a:pt x="506" y="14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14"/>
            <p:cNvSpPr/>
            <p:nvPr/>
          </p:nvSpPr>
          <p:spPr>
            <a:xfrm>
              <a:off x="3922525" y="1708575"/>
              <a:ext cx="13275" cy="9050"/>
            </a:xfrm>
            <a:custGeom>
              <a:avLst/>
              <a:gdLst/>
              <a:ahLst/>
              <a:cxnLst/>
              <a:rect l="l" t="t" r="r" b="b"/>
              <a:pathLst>
                <a:path w="531" h="362" extrusionOk="0">
                  <a:moveTo>
                    <a:pt x="73" y="1"/>
                  </a:moveTo>
                  <a:lnTo>
                    <a:pt x="25" y="49"/>
                  </a:lnTo>
                  <a:lnTo>
                    <a:pt x="1" y="97"/>
                  </a:lnTo>
                  <a:lnTo>
                    <a:pt x="25" y="169"/>
                  </a:lnTo>
                  <a:lnTo>
                    <a:pt x="73" y="242"/>
                  </a:lnTo>
                  <a:lnTo>
                    <a:pt x="97" y="266"/>
                  </a:lnTo>
                  <a:lnTo>
                    <a:pt x="145" y="290"/>
                  </a:lnTo>
                  <a:lnTo>
                    <a:pt x="266" y="290"/>
                  </a:lnTo>
                  <a:lnTo>
                    <a:pt x="314" y="314"/>
                  </a:lnTo>
                  <a:lnTo>
                    <a:pt x="386" y="362"/>
                  </a:lnTo>
                  <a:lnTo>
                    <a:pt x="434" y="362"/>
                  </a:lnTo>
                  <a:lnTo>
                    <a:pt x="482" y="338"/>
                  </a:lnTo>
                  <a:lnTo>
                    <a:pt x="506" y="290"/>
                  </a:lnTo>
                  <a:lnTo>
                    <a:pt x="530" y="242"/>
                  </a:lnTo>
                  <a:lnTo>
                    <a:pt x="506" y="145"/>
                  </a:lnTo>
                  <a:lnTo>
                    <a:pt x="458" y="97"/>
                  </a:lnTo>
                  <a:lnTo>
                    <a:pt x="410" y="73"/>
                  </a:lnTo>
                  <a:lnTo>
                    <a:pt x="314" y="73"/>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14"/>
            <p:cNvSpPr/>
            <p:nvPr/>
          </p:nvSpPr>
          <p:spPr>
            <a:xfrm>
              <a:off x="3878600" y="1842800"/>
              <a:ext cx="9050" cy="9050"/>
            </a:xfrm>
            <a:custGeom>
              <a:avLst/>
              <a:gdLst/>
              <a:ahLst/>
              <a:cxnLst/>
              <a:rect l="l" t="t" r="r" b="b"/>
              <a:pathLst>
                <a:path w="362" h="362" extrusionOk="0">
                  <a:moveTo>
                    <a:pt x="97" y="0"/>
                  </a:moveTo>
                  <a:lnTo>
                    <a:pt x="24" y="24"/>
                  </a:lnTo>
                  <a:lnTo>
                    <a:pt x="0" y="97"/>
                  </a:lnTo>
                  <a:lnTo>
                    <a:pt x="0" y="193"/>
                  </a:lnTo>
                  <a:lnTo>
                    <a:pt x="49" y="265"/>
                  </a:lnTo>
                  <a:lnTo>
                    <a:pt x="121" y="337"/>
                  </a:lnTo>
                  <a:lnTo>
                    <a:pt x="241" y="361"/>
                  </a:lnTo>
                  <a:lnTo>
                    <a:pt x="313" y="337"/>
                  </a:lnTo>
                  <a:lnTo>
                    <a:pt x="337" y="289"/>
                  </a:lnTo>
                  <a:lnTo>
                    <a:pt x="361" y="265"/>
                  </a:lnTo>
                  <a:lnTo>
                    <a:pt x="361" y="217"/>
                  </a:lnTo>
                  <a:lnTo>
                    <a:pt x="337" y="121"/>
                  </a:lnTo>
                  <a:lnTo>
                    <a:pt x="289" y="48"/>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14"/>
            <p:cNvSpPr/>
            <p:nvPr/>
          </p:nvSpPr>
          <p:spPr>
            <a:xfrm>
              <a:off x="3817200" y="1774175"/>
              <a:ext cx="9675" cy="9050"/>
            </a:xfrm>
            <a:custGeom>
              <a:avLst/>
              <a:gdLst/>
              <a:ahLst/>
              <a:cxnLst/>
              <a:rect l="l" t="t" r="r" b="b"/>
              <a:pathLst>
                <a:path w="387" h="362" extrusionOk="0">
                  <a:moveTo>
                    <a:pt x="193" y="1"/>
                  </a:moveTo>
                  <a:lnTo>
                    <a:pt x="97" y="49"/>
                  </a:lnTo>
                  <a:lnTo>
                    <a:pt x="25" y="145"/>
                  </a:lnTo>
                  <a:lnTo>
                    <a:pt x="1" y="193"/>
                  </a:lnTo>
                  <a:lnTo>
                    <a:pt x="1" y="218"/>
                  </a:lnTo>
                  <a:lnTo>
                    <a:pt x="49" y="314"/>
                  </a:lnTo>
                  <a:lnTo>
                    <a:pt x="97" y="362"/>
                  </a:lnTo>
                  <a:lnTo>
                    <a:pt x="193" y="362"/>
                  </a:lnTo>
                  <a:lnTo>
                    <a:pt x="266" y="338"/>
                  </a:lnTo>
                  <a:lnTo>
                    <a:pt x="314" y="290"/>
                  </a:lnTo>
                  <a:lnTo>
                    <a:pt x="338" y="242"/>
                  </a:lnTo>
                  <a:lnTo>
                    <a:pt x="386" y="169"/>
                  </a:lnTo>
                  <a:lnTo>
                    <a:pt x="386" y="121"/>
                  </a:lnTo>
                  <a:lnTo>
                    <a:pt x="362" y="49"/>
                  </a:lnTo>
                  <a:lnTo>
                    <a:pt x="338" y="25"/>
                  </a:lnTo>
                  <a:lnTo>
                    <a:pt x="2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14"/>
            <p:cNvSpPr/>
            <p:nvPr/>
          </p:nvSpPr>
          <p:spPr>
            <a:xfrm>
              <a:off x="4011000" y="1669475"/>
              <a:ext cx="9050" cy="9650"/>
            </a:xfrm>
            <a:custGeom>
              <a:avLst/>
              <a:gdLst/>
              <a:ahLst/>
              <a:cxnLst/>
              <a:rect l="l" t="t" r="r" b="b"/>
              <a:pathLst>
                <a:path w="362" h="386" extrusionOk="0">
                  <a:moveTo>
                    <a:pt x="49" y="0"/>
                  </a:moveTo>
                  <a:lnTo>
                    <a:pt x="25" y="24"/>
                  </a:lnTo>
                  <a:lnTo>
                    <a:pt x="0" y="72"/>
                  </a:lnTo>
                  <a:lnTo>
                    <a:pt x="25" y="193"/>
                  </a:lnTo>
                  <a:lnTo>
                    <a:pt x="73" y="289"/>
                  </a:lnTo>
                  <a:lnTo>
                    <a:pt x="169" y="361"/>
                  </a:lnTo>
                  <a:lnTo>
                    <a:pt x="313" y="385"/>
                  </a:lnTo>
                  <a:lnTo>
                    <a:pt x="338" y="361"/>
                  </a:lnTo>
                  <a:lnTo>
                    <a:pt x="362" y="313"/>
                  </a:lnTo>
                  <a:lnTo>
                    <a:pt x="313" y="145"/>
                  </a:lnTo>
                  <a:lnTo>
                    <a:pt x="265" y="72"/>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14"/>
            <p:cNvSpPr/>
            <p:nvPr/>
          </p:nvSpPr>
          <p:spPr>
            <a:xfrm>
              <a:off x="3884625" y="1596050"/>
              <a:ext cx="10250" cy="9050"/>
            </a:xfrm>
            <a:custGeom>
              <a:avLst/>
              <a:gdLst/>
              <a:ahLst/>
              <a:cxnLst/>
              <a:rect l="l" t="t" r="r" b="b"/>
              <a:pathLst>
                <a:path w="410" h="362" extrusionOk="0">
                  <a:moveTo>
                    <a:pt x="361" y="0"/>
                  </a:moveTo>
                  <a:lnTo>
                    <a:pt x="313" y="24"/>
                  </a:lnTo>
                  <a:lnTo>
                    <a:pt x="193" y="72"/>
                  </a:lnTo>
                  <a:lnTo>
                    <a:pt x="120" y="72"/>
                  </a:lnTo>
                  <a:lnTo>
                    <a:pt x="72" y="121"/>
                  </a:lnTo>
                  <a:lnTo>
                    <a:pt x="24" y="145"/>
                  </a:lnTo>
                  <a:lnTo>
                    <a:pt x="0" y="217"/>
                  </a:lnTo>
                  <a:lnTo>
                    <a:pt x="0" y="289"/>
                  </a:lnTo>
                  <a:lnTo>
                    <a:pt x="48" y="337"/>
                  </a:lnTo>
                  <a:lnTo>
                    <a:pt x="120" y="361"/>
                  </a:lnTo>
                  <a:lnTo>
                    <a:pt x="169" y="337"/>
                  </a:lnTo>
                  <a:lnTo>
                    <a:pt x="289" y="289"/>
                  </a:lnTo>
                  <a:lnTo>
                    <a:pt x="385" y="217"/>
                  </a:lnTo>
                  <a:lnTo>
                    <a:pt x="409" y="169"/>
                  </a:lnTo>
                  <a:lnTo>
                    <a:pt x="409" y="121"/>
                  </a:lnTo>
                  <a:lnTo>
                    <a:pt x="385" y="24"/>
                  </a:lnTo>
                  <a:lnTo>
                    <a:pt x="36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14"/>
            <p:cNvSpPr/>
            <p:nvPr/>
          </p:nvSpPr>
          <p:spPr>
            <a:xfrm>
              <a:off x="3949625" y="1831950"/>
              <a:ext cx="10250" cy="9050"/>
            </a:xfrm>
            <a:custGeom>
              <a:avLst/>
              <a:gdLst/>
              <a:ahLst/>
              <a:cxnLst/>
              <a:rect l="l" t="t" r="r" b="b"/>
              <a:pathLst>
                <a:path w="410" h="362" extrusionOk="0">
                  <a:moveTo>
                    <a:pt x="96" y="1"/>
                  </a:moveTo>
                  <a:lnTo>
                    <a:pt x="48" y="25"/>
                  </a:lnTo>
                  <a:lnTo>
                    <a:pt x="24" y="49"/>
                  </a:lnTo>
                  <a:lnTo>
                    <a:pt x="0" y="73"/>
                  </a:lnTo>
                  <a:lnTo>
                    <a:pt x="24" y="145"/>
                  </a:lnTo>
                  <a:lnTo>
                    <a:pt x="120" y="242"/>
                  </a:lnTo>
                  <a:lnTo>
                    <a:pt x="217" y="338"/>
                  </a:lnTo>
                  <a:lnTo>
                    <a:pt x="337" y="362"/>
                  </a:lnTo>
                  <a:lnTo>
                    <a:pt x="361" y="338"/>
                  </a:lnTo>
                  <a:lnTo>
                    <a:pt x="409" y="314"/>
                  </a:lnTo>
                  <a:lnTo>
                    <a:pt x="409" y="242"/>
                  </a:lnTo>
                  <a:lnTo>
                    <a:pt x="409" y="193"/>
                  </a:lnTo>
                  <a:lnTo>
                    <a:pt x="361" y="121"/>
                  </a:lnTo>
                  <a:lnTo>
                    <a:pt x="289" y="49"/>
                  </a:lnTo>
                  <a:lnTo>
                    <a:pt x="241"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14"/>
            <p:cNvSpPr/>
            <p:nvPr/>
          </p:nvSpPr>
          <p:spPr>
            <a:xfrm>
              <a:off x="4137375" y="1777800"/>
              <a:ext cx="9050" cy="9050"/>
            </a:xfrm>
            <a:custGeom>
              <a:avLst/>
              <a:gdLst/>
              <a:ahLst/>
              <a:cxnLst/>
              <a:rect l="l" t="t" r="r" b="b"/>
              <a:pathLst>
                <a:path w="362" h="362" extrusionOk="0">
                  <a:moveTo>
                    <a:pt x="97" y="0"/>
                  </a:moveTo>
                  <a:lnTo>
                    <a:pt x="73" y="24"/>
                  </a:lnTo>
                  <a:lnTo>
                    <a:pt x="25" y="48"/>
                  </a:lnTo>
                  <a:lnTo>
                    <a:pt x="1" y="145"/>
                  </a:lnTo>
                  <a:lnTo>
                    <a:pt x="1" y="217"/>
                  </a:lnTo>
                  <a:lnTo>
                    <a:pt x="49" y="289"/>
                  </a:lnTo>
                  <a:lnTo>
                    <a:pt x="97" y="337"/>
                  </a:lnTo>
                  <a:lnTo>
                    <a:pt x="145" y="361"/>
                  </a:lnTo>
                  <a:lnTo>
                    <a:pt x="218" y="361"/>
                  </a:lnTo>
                  <a:lnTo>
                    <a:pt x="338" y="313"/>
                  </a:lnTo>
                  <a:lnTo>
                    <a:pt x="362" y="265"/>
                  </a:lnTo>
                  <a:lnTo>
                    <a:pt x="338" y="193"/>
                  </a:lnTo>
                  <a:lnTo>
                    <a:pt x="266" y="97"/>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14"/>
            <p:cNvSpPr/>
            <p:nvPr/>
          </p:nvSpPr>
          <p:spPr>
            <a:xfrm>
              <a:off x="3876800" y="1699550"/>
              <a:ext cx="6025" cy="9650"/>
            </a:xfrm>
            <a:custGeom>
              <a:avLst/>
              <a:gdLst/>
              <a:ahLst/>
              <a:cxnLst/>
              <a:rect l="l" t="t" r="r" b="b"/>
              <a:pathLst>
                <a:path w="241" h="386" extrusionOk="0">
                  <a:moveTo>
                    <a:pt x="72" y="1"/>
                  </a:moveTo>
                  <a:lnTo>
                    <a:pt x="24" y="25"/>
                  </a:lnTo>
                  <a:lnTo>
                    <a:pt x="24" y="49"/>
                  </a:lnTo>
                  <a:lnTo>
                    <a:pt x="0" y="145"/>
                  </a:lnTo>
                  <a:lnTo>
                    <a:pt x="24" y="217"/>
                  </a:lnTo>
                  <a:lnTo>
                    <a:pt x="48" y="314"/>
                  </a:lnTo>
                  <a:lnTo>
                    <a:pt x="96" y="386"/>
                  </a:lnTo>
                  <a:lnTo>
                    <a:pt x="217" y="386"/>
                  </a:lnTo>
                  <a:lnTo>
                    <a:pt x="241" y="362"/>
                  </a:lnTo>
                  <a:lnTo>
                    <a:pt x="241" y="338"/>
                  </a:lnTo>
                  <a:lnTo>
                    <a:pt x="241" y="242"/>
                  </a:lnTo>
                  <a:lnTo>
                    <a:pt x="241" y="145"/>
                  </a:lnTo>
                  <a:lnTo>
                    <a:pt x="193" y="73"/>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14"/>
            <p:cNvSpPr/>
            <p:nvPr/>
          </p:nvSpPr>
          <p:spPr>
            <a:xfrm>
              <a:off x="3751600" y="1757925"/>
              <a:ext cx="9675" cy="6050"/>
            </a:xfrm>
            <a:custGeom>
              <a:avLst/>
              <a:gdLst/>
              <a:ahLst/>
              <a:cxnLst/>
              <a:rect l="l" t="t" r="r" b="b"/>
              <a:pathLst>
                <a:path w="387" h="242" extrusionOk="0">
                  <a:moveTo>
                    <a:pt x="97" y="1"/>
                  </a:moveTo>
                  <a:lnTo>
                    <a:pt x="49" y="49"/>
                  </a:lnTo>
                  <a:lnTo>
                    <a:pt x="1" y="73"/>
                  </a:lnTo>
                  <a:lnTo>
                    <a:pt x="1" y="121"/>
                  </a:lnTo>
                  <a:lnTo>
                    <a:pt x="25" y="169"/>
                  </a:lnTo>
                  <a:lnTo>
                    <a:pt x="49" y="218"/>
                  </a:lnTo>
                  <a:lnTo>
                    <a:pt x="73" y="242"/>
                  </a:lnTo>
                  <a:lnTo>
                    <a:pt x="290" y="242"/>
                  </a:lnTo>
                  <a:lnTo>
                    <a:pt x="338" y="193"/>
                  </a:lnTo>
                  <a:lnTo>
                    <a:pt x="386" y="145"/>
                  </a:lnTo>
                  <a:lnTo>
                    <a:pt x="386" y="97"/>
                  </a:lnTo>
                  <a:lnTo>
                    <a:pt x="314"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14"/>
            <p:cNvSpPr/>
            <p:nvPr/>
          </p:nvSpPr>
          <p:spPr>
            <a:xfrm>
              <a:off x="4184325" y="1822925"/>
              <a:ext cx="6650" cy="9650"/>
            </a:xfrm>
            <a:custGeom>
              <a:avLst/>
              <a:gdLst/>
              <a:ahLst/>
              <a:cxnLst/>
              <a:rect l="l" t="t" r="r" b="b"/>
              <a:pathLst>
                <a:path w="266" h="386" extrusionOk="0">
                  <a:moveTo>
                    <a:pt x="97" y="1"/>
                  </a:moveTo>
                  <a:lnTo>
                    <a:pt x="49" y="25"/>
                  </a:lnTo>
                  <a:lnTo>
                    <a:pt x="25" y="73"/>
                  </a:lnTo>
                  <a:lnTo>
                    <a:pt x="1" y="145"/>
                  </a:lnTo>
                  <a:lnTo>
                    <a:pt x="1" y="217"/>
                  </a:lnTo>
                  <a:lnTo>
                    <a:pt x="25" y="266"/>
                  </a:lnTo>
                  <a:lnTo>
                    <a:pt x="97" y="362"/>
                  </a:lnTo>
                  <a:lnTo>
                    <a:pt x="121" y="386"/>
                  </a:lnTo>
                  <a:lnTo>
                    <a:pt x="169" y="386"/>
                  </a:lnTo>
                  <a:lnTo>
                    <a:pt x="217" y="362"/>
                  </a:lnTo>
                  <a:lnTo>
                    <a:pt x="241" y="338"/>
                  </a:lnTo>
                  <a:lnTo>
                    <a:pt x="265" y="290"/>
                  </a:lnTo>
                  <a:lnTo>
                    <a:pt x="265" y="217"/>
                  </a:lnTo>
                  <a:lnTo>
                    <a:pt x="265" y="145"/>
                  </a:lnTo>
                  <a:lnTo>
                    <a:pt x="217" y="97"/>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14"/>
            <p:cNvSpPr/>
            <p:nvPr/>
          </p:nvSpPr>
          <p:spPr>
            <a:xfrm>
              <a:off x="4044700" y="1710400"/>
              <a:ext cx="9650" cy="6625"/>
            </a:xfrm>
            <a:custGeom>
              <a:avLst/>
              <a:gdLst/>
              <a:ahLst/>
              <a:cxnLst/>
              <a:rect l="l" t="t" r="r" b="b"/>
              <a:pathLst>
                <a:path w="386" h="265" extrusionOk="0">
                  <a:moveTo>
                    <a:pt x="289" y="0"/>
                  </a:moveTo>
                  <a:lnTo>
                    <a:pt x="121" y="24"/>
                  </a:lnTo>
                  <a:lnTo>
                    <a:pt x="25" y="48"/>
                  </a:lnTo>
                  <a:lnTo>
                    <a:pt x="1" y="96"/>
                  </a:lnTo>
                  <a:lnTo>
                    <a:pt x="1" y="120"/>
                  </a:lnTo>
                  <a:lnTo>
                    <a:pt x="49" y="193"/>
                  </a:lnTo>
                  <a:lnTo>
                    <a:pt x="121" y="241"/>
                  </a:lnTo>
                  <a:lnTo>
                    <a:pt x="217" y="265"/>
                  </a:lnTo>
                  <a:lnTo>
                    <a:pt x="289" y="241"/>
                  </a:lnTo>
                  <a:lnTo>
                    <a:pt x="338" y="217"/>
                  </a:lnTo>
                  <a:lnTo>
                    <a:pt x="386" y="169"/>
                  </a:lnTo>
                  <a:lnTo>
                    <a:pt x="386" y="96"/>
                  </a:lnTo>
                  <a:lnTo>
                    <a:pt x="362" y="48"/>
                  </a:lnTo>
                  <a:lnTo>
                    <a:pt x="33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14"/>
            <p:cNvSpPr/>
            <p:nvPr/>
          </p:nvSpPr>
          <p:spPr>
            <a:xfrm>
              <a:off x="3893050" y="1766950"/>
              <a:ext cx="7850" cy="7850"/>
            </a:xfrm>
            <a:custGeom>
              <a:avLst/>
              <a:gdLst/>
              <a:ahLst/>
              <a:cxnLst/>
              <a:rect l="l" t="t" r="r" b="b"/>
              <a:pathLst>
                <a:path w="314" h="314" extrusionOk="0">
                  <a:moveTo>
                    <a:pt x="120" y="1"/>
                  </a:moveTo>
                  <a:lnTo>
                    <a:pt x="96" y="25"/>
                  </a:lnTo>
                  <a:lnTo>
                    <a:pt x="48" y="73"/>
                  </a:lnTo>
                  <a:lnTo>
                    <a:pt x="24" y="121"/>
                  </a:lnTo>
                  <a:lnTo>
                    <a:pt x="0" y="194"/>
                  </a:lnTo>
                  <a:lnTo>
                    <a:pt x="24" y="266"/>
                  </a:lnTo>
                  <a:lnTo>
                    <a:pt x="48" y="314"/>
                  </a:lnTo>
                  <a:lnTo>
                    <a:pt x="169" y="314"/>
                  </a:lnTo>
                  <a:lnTo>
                    <a:pt x="241" y="290"/>
                  </a:lnTo>
                  <a:lnTo>
                    <a:pt x="289" y="266"/>
                  </a:lnTo>
                  <a:lnTo>
                    <a:pt x="313" y="194"/>
                  </a:lnTo>
                  <a:lnTo>
                    <a:pt x="289" y="121"/>
                  </a:lnTo>
                  <a:lnTo>
                    <a:pt x="265" y="73"/>
                  </a:lnTo>
                  <a:lnTo>
                    <a:pt x="217"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7" name="Google Shape;5527;p14"/>
            <p:cNvSpPr/>
            <p:nvPr/>
          </p:nvSpPr>
          <p:spPr>
            <a:xfrm>
              <a:off x="3804575" y="1815700"/>
              <a:ext cx="9050" cy="6650"/>
            </a:xfrm>
            <a:custGeom>
              <a:avLst/>
              <a:gdLst/>
              <a:ahLst/>
              <a:cxnLst/>
              <a:rect l="l" t="t" r="r" b="b"/>
              <a:pathLst>
                <a:path w="362" h="266" extrusionOk="0">
                  <a:moveTo>
                    <a:pt x="217" y="1"/>
                  </a:moveTo>
                  <a:lnTo>
                    <a:pt x="97" y="25"/>
                  </a:lnTo>
                  <a:lnTo>
                    <a:pt x="24" y="49"/>
                  </a:lnTo>
                  <a:lnTo>
                    <a:pt x="0" y="97"/>
                  </a:lnTo>
                  <a:lnTo>
                    <a:pt x="0" y="145"/>
                  </a:lnTo>
                  <a:lnTo>
                    <a:pt x="24" y="194"/>
                  </a:lnTo>
                  <a:lnTo>
                    <a:pt x="48" y="242"/>
                  </a:lnTo>
                  <a:lnTo>
                    <a:pt x="169" y="266"/>
                  </a:lnTo>
                  <a:lnTo>
                    <a:pt x="289" y="242"/>
                  </a:lnTo>
                  <a:lnTo>
                    <a:pt x="361" y="218"/>
                  </a:lnTo>
                  <a:lnTo>
                    <a:pt x="361" y="194"/>
                  </a:lnTo>
                  <a:lnTo>
                    <a:pt x="361" y="169"/>
                  </a:lnTo>
                  <a:lnTo>
                    <a:pt x="337" y="97"/>
                  </a:lnTo>
                  <a:lnTo>
                    <a:pt x="313" y="49"/>
                  </a:lnTo>
                  <a:lnTo>
                    <a:pt x="265" y="25"/>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8" name="Google Shape;5528;p14"/>
            <p:cNvSpPr/>
            <p:nvPr/>
          </p:nvSpPr>
          <p:spPr>
            <a:xfrm>
              <a:off x="4074800" y="1877100"/>
              <a:ext cx="6650" cy="7250"/>
            </a:xfrm>
            <a:custGeom>
              <a:avLst/>
              <a:gdLst/>
              <a:ahLst/>
              <a:cxnLst/>
              <a:rect l="l" t="t" r="r" b="b"/>
              <a:pathLst>
                <a:path w="266" h="290" extrusionOk="0">
                  <a:moveTo>
                    <a:pt x="121" y="0"/>
                  </a:moveTo>
                  <a:lnTo>
                    <a:pt x="48" y="49"/>
                  </a:lnTo>
                  <a:lnTo>
                    <a:pt x="24" y="73"/>
                  </a:lnTo>
                  <a:lnTo>
                    <a:pt x="0" y="169"/>
                  </a:lnTo>
                  <a:lnTo>
                    <a:pt x="0" y="241"/>
                  </a:lnTo>
                  <a:lnTo>
                    <a:pt x="48" y="289"/>
                  </a:lnTo>
                  <a:lnTo>
                    <a:pt x="169" y="289"/>
                  </a:lnTo>
                  <a:lnTo>
                    <a:pt x="217" y="241"/>
                  </a:lnTo>
                  <a:lnTo>
                    <a:pt x="241" y="193"/>
                  </a:lnTo>
                  <a:lnTo>
                    <a:pt x="265" y="145"/>
                  </a:lnTo>
                  <a:lnTo>
                    <a:pt x="265" y="97"/>
                  </a:lnTo>
                  <a:lnTo>
                    <a:pt x="241" y="49"/>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9" name="Google Shape;5529;p14"/>
            <p:cNvSpPr/>
            <p:nvPr/>
          </p:nvSpPr>
          <p:spPr>
            <a:xfrm>
              <a:off x="3783500" y="1626725"/>
              <a:ext cx="6650" cy="9075"/>
            </a:xfrm>
            <a:custGeom>
              <a:avLst/>
              <a:gdLst/>
              <a:ahLst/>
              <a:cxnLst/>
              <a:rect l="l" t="t" r="r" b="b"/>
              <a:pathLst>
                <a:path w="266" h="363" extrusionOk="0">
                  <a:moveTo>
                    <a:pt x="97" y="1"/>
                  </a:moveTo>
                  <a:lnTo>
                    <a:pt x="49" y="25"/>
                  </a:lnTo>
                  <a:lnTo>
                    <a:pt x="25" y="49"/>
                  </a:lnTo>
                  <a:lnTo>
                    <a:pt x="1" y="145"/>
                  </a:lnTo>
                  <a:lnTo>
                    <a:pt x="25" y="266"/>
                  </a:lnTo>
                  <a:lnTo>
                    <a:pt x="73" y="338"/>
                  </a:lnTo>
                  <a:lnTo>
                    <a:pt x="121" y="362"/>
                  </a:lnTo>
                  <a:lnTo>
                    <a:pt x="169" y="362"/>
                  </a:lnTo>
                  <a:lnTo>
                    <a:pt x="193" y="338"/>
                  </a:lnTo>
                  <a:lnTo>
                    <a:pt x="242" y="290"/>
                  </a:lnTo>
                  <a:lnTo>
                    <a:pt x="266" y="194"/>
                  </a:lnTo>
                  <a:lnTo>
                    <a:pt x="242"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0" name="Google Shape;5530;p14"/>
            <p:cNvSpPr/>
            <p:nvPr/>
          </p:nvSpPr>
          <p:spPr>
            <a:xfrm>
              <a:off x="4103675" y="1869875"/>
              <a:ext cx="6650" cy="8450"/>
            </a:xfrm>
            <a:custGeom>
              <a:avLst/>
              <a:gdLst/>
              <a:ahLst/>
              <a:cxnLst/>
              <a:rect l="l" t="t" r="r" b="b"/>
              <a:pathLst>
                <a:path w="266" h="338" extrusionOk="0">
                  <a:moveTo>
                    <a:pt x="73" y="0"/>
                  </a:moveTo>
                  <a:lnTo>
                    <a:pt x="25" y="73"/>
                  </a:lnTo>
                  <a:lnTo>
                    <a:pt x="1" y="169"/>
                  </a:lnTo>
                  <a:lnTo>
                    <a:pt x="1" y="217"/>
                  </a:lnTo>
                  <a:lnTo>
                    <a:pt x="1" y="265"/>
                  </a:lnTo>
                  <a:lnTo>
                    <a:pt x="25" y="313"/>
                  </a:lnTo>
                  <a:lnTo>
                    <a:pt x="97" y="338"/>
                  </a:lnTo>
                  <a:lnTo>
                    <a:pt x="145" y="338"/>
                  </a:lnTo>
                  <a:lnTo>
                    <a:pt x="193" y="313"/>
                  </a:lnTo>
                  <a:lnTo>
                    <a:pt x="242" y="289"/>
                  </a:lnTo>
                  <a:lnTo>
                    <a:pt x="266" y="217"/>
                  </a:lnTo>
                  <a:lnTo>
                    <a:pt x="266" y="97"/>
                  </a:lnTo>
                  <a:lnTo>
                    <a:pt x="266" y="49"/>
                  </a:lnTo>
                  <a:lnTo>
                    <a:pt x="242" y="25"/>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1" name="Google Shape;5531;p14"/>
            <p:cNvSpPr/>
            <p:nvPr/>
          </p:nvSpPr>
          <p:spPr>
            <a:xfrm>
              <a:off x="4027850" y="1783200"/>
              <a:ext cx="6050" cy="7850"/>
            </a:xfrm>
            <a:custGeom>
              <a:avLst/>
              <a:gdLst/>
              <a:ahLst/>
              <a:cxnLst/>
              <a:rect l="l" t="t" r="r" b="b"/>
              <a:pathLst>
                <a:path w="242" h="314" extrusionOk="0">
                  <a:moveTo>
                    <a:pt x="73" y="1"/>
                  </a:moveTo>
                  <a:lnTo>
                    <a:pt x="49" y="49"/>
                  </a:lnTo>
                  <a:lnTo>
                    <a:pt x="1" y="97"/>
                  </a:lnTo>
                  <a:lnTo>
                    <a:pt x="1" y="169"/>
                  </a:lnTo>
                  <a:lnTo>
                    <a:pt x="1" y="218"/>
                  </a:lnTo>
                  <a:lnTo>
                    <a:pt x="25" y="266"/>
                  </a:lnTo>
                  <a:lnTo>
                    <a:pt x="73" y="290"/>
                  </a:lnTo>
                  <a:lnTo>
                    <a:pt x="121" y="314"/>
                  </a:lnTo>
                  <a:lnTo>
                    <a:pt x="169" y="290"/>
                  </a:lnTo>
                  <a:lnTo>
                    <a:pt x="193" y="242"/>
                  </a:lnTo>
                  <a:lnTo>
                    <a:pt x="241" y="194"/>
                  </a:lnTo>
                  <a:lnTo>
                    <a:pt x="241" y="145"/>
                  </a:lnTo>
                  <a:lnTo>
                    <a:pt x="241" y="73"/>
                  </a:lnTo>
                  <a:lnTo>
                    <a:pt x="241"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2" name="Google Shape;5532;p14"/>
            <p:cNvSpPr/>
            <p:nvPr/>
          </p:nvSpPr>
          <p:spPr>
            <a:xfrm>
              <a:off x="3970675" y="1794650"/>
              <a:ext cx="7250" cy="8450"/>
            </a:xfrm>
            <a:custGeom>
              <a:avLst/>
              <a:gdLst/>
              <a:ahLst/>
              <a:cxnLst/>
              <a:rect l="l" t="t" r="r" b="b"/>
              <a:pathLst>
                <a:path w="290" h="338" extrusionOk="0">
                  <a:moveTo>
                    <a:pt x="169" y="0"/>
                  </a:moveTo>
                  <a:lnTo>
                    <a:pt x="73" y="24"/>
                  </a:lnTo>
                  <a:lnTo>
                    <a:pt x="25" y="97"/>
                  </a:lnTo>
                  <a:lnTo>
                    <a:pt x="1" y="145"/>
                  </a:lnTo>
                  <a:lnTo>
                    <a:pt x="1" y="193"/>
                  </a:lnTo>
                  <a:lnTo>
                    <a:pt x="25" y="241"/>
                  </a:lnTo>
                  <a:lnTo>
                    <a:pt x="73" y="265"/>
                  </a:lnTo>
                  <a:lnTo>
                    <a:pt x="166" y="312"/>
                  </a:lnTo>
                  <a:lnTo>
                    <a:pt x="166" y="312"/>
                  </a:lnTo>
                  <a:lnTo>
                    <a:pt x="265" y="193"/>
                  </a:lnTo>
                  <a:lnTo>
                    <a:pt x="289" y="97"/>
                  </a:lnTo>
                  <a:lnTo>
                    <a:pt x="265" y="73"/>
                  </a:lnTo>
                  <a:lnTo>
                    <a:pt x="241" y="24"/>
                  </a:lnTo>
                  <a:lnTo>
                    <a:pt x="193" y="0"/>
                  </a:lnTo>
                  <a:close/>
                  <a:moveTo>
                    <a:pt x="166" y="312"/>
                  </a:moveTo>
                  <a:lnTo>
                    <a:pt x="145" y="337"/>
                  </a:lnTo>
                  <a:lnTo>
                    <a:pt x="169" y="313"/>
                  </a:lnTo>
                  <a:lnTo>
                    <a:pt x="166" y="312"/>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3" name="Google Shape;5533;p14"/>
            <p:cNvSpPr/>
            <p:nvPr/>
          </p:nvSpPr>
          <p:spPr>
            <a:xfrm>
              <a:off x="3745000" y="1801875"/>
              <a:ext cx="6625" cy="7250"/>
            </a:xfrm>
            <a:custGeom>
              <a:avLst/>
              <a:gdLst/>
              <a:ahLst/>
              <a:cxnLst/>
              <a:rect l="l" t="t" r="r" b="b"/>
              <a:pathLst>
                <a:path w="265" h="290" extrusionOk="0">
                  <a:moveTo>
                    <a:pt x="72" y="0"/>
                  </a:moveTo>
                  <a:lnTo>
                    <a:pt x="24" y="48"/>
                  </a:lnTo>
                  <a:lnTo>
                    <a:pt x="24" y="97"/>
                  </a:lnTo>
                  <a:lnTo>
                    <a:pt x="0" y="169"/>
                  </a:lnTo>
                  <a:lnTo>
                    <a:pt x="24" y="217"/>
                  </a:lnTo>
                  <a:lnTo>
                    <a:pt x="48" y="241"/>
                  </a:lnTo>
                  <a:lnTo>
                    <a:pt x="96" y="289"/>
                  </a:lnTo>
                  <a:lnTo>
                    <a:pt x="145" y="289"/>
                  </a:lnTo>
                  <a:lnTo>
                    <a:pt x="193" y="265"/>
                  </a:lnTo>
                  <a:lnTo>
                    <a:pt x="241" y="217"/>
                  </a:lnTo>
                  <a:lnTo>
                    <a:pt x="265" y="169"/>
                  </a:lnTo>
                  <a:lnTo>
                    <a:pt x="265" y="121"/>
                  </a:lnTo>
                  <a:lnTo>
                    <a:pt x="241" y="72"/>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4" name="Google Shape;5534;p14"/>
            <p:cNvSpPr/>
            <p:nvPr/>
          </p:nvSpPr>
          <p:spPr>
            <a:xfrm>
              <a:off x="3766650" y="1902975"/>
              <a:ext cx="7850" cy="6650"/>
            </a:xfrm>
            <a:custGeom>
              <a:avLst/>
              <a:gdLst/>
              <a:ahLst/>
              <a:cxnLst/>
              <a:rect l="l" t="t" r="r" b="b"/>
              <a:pathLst>
                <a:path w="314" h="266" extrusionOk="0">
                  <a:moveTo>
                    <a:pt x="97" y="1"/>
                  </a:moveTo>
                  <a:lnTo>
                    <a:pt x="49" y="49"/>
                  </a:lnTo>
                  <a:lnTo>
                    <a:pt x="1" y="97"/>
                  </a:lnTo>
                  <a:lnTo>
                    <a:pt x="1" y="121"/>
                  </a:lnTo>
                  <a:lnTo>
                    <a:pt x="25" y="169"/>
                  </a:lnTo>
                  <a:lnTo>
                    <a:pt x="73" y="217"/>
                  </a:lnTo>
                  <a:lnTo>
                    <a:pt x="121" y="265"/>
                  </a:lnTo>
                  <a:lnTo>
                    <a:pt x="193" y="265"/>
                  </a:lnTo>
                  <a:lnTo>
                    <a:pt x="241" y="241"/>
                  </a:lnTo>
                  <a:lnTo>
                    <a:pt x="290" y="217"/>
                  </a:lnTo>
                  <a:lnTo>
                    <a:pt x="314" y="193"/>
                  </a:lnTo>
                  <a:lnTo>
                    <a:pt x="290" y="97"/>
                  </a:lnTo>
                  <a:lnTo>
                    <a:pt x="241" y="49"/>
                  </a:lnTo>
                  <a:lnTo>
                    <a:pt x="217"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5" name="Google Shape;5535;p14"/>
            <p:cNvSpPr/>
            <p:nvPr/>
          </p:nvSpPr>
          <p:spPr>
            <a:xfrm>
              <a:off x="3844300" y="1644200"/>
              <a:ext cx="7250" cy="4825"/>
            </a:xfrm>
            <a:custGeom>
              <a:avLst/>
              <a:gdLst/>
              <a:ahLst/>
              <a:cxnLst/>
              <a:rect l="l" t="t" r="r" b="b"/>
              <a:pathLst>
                <a:path w="290" h="193" extrusionOk="0">
                  <a:moveTo>
                    <a:pt x="72" y="0"/>
                  </a:moveTo>
                  <a:lnTo>
                    <a:pt x="24" y="24"/>
                  </a:lnTo>
                  <a:lnTo>
                    <a:pt x="0" y="72"/>
                  </a:lnTo>
                  <a:lnTo>
                    <a:pt x="0" y="120"/>
                  </a:lnTo>
                  <a:lnTo>
                    <a:pt x="24" y="169"/>
                  </a:lnTo>
                  <a:lnTo>
                    <a:pt x="48" y="193"/>
                  </a:lnTo>
                  <a:lnTo>
                    <a:pt x="217" y="193"/>
                  </a:lnTo>
                  <a:lnTo>
                    <a:pt x="265" y="169"/>
                  </a:lnTo>
                  <a:lnTo>
                    <a:pt x="289" y="120"/>
                  </a:lnTo>
                  <a:lnTo>
                    <a:pt x="241"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6" name="Google Shape;5536;p14"/>
            <p:cNvSpPr/>
            <p:nvPr/>
          </p:nvSpPr>
          <p:spPr>
            <a:xfrm>
              <a:off x="3931550" y="1796450"/>
              <a:ext cx="6650" cy="6050"/>
            </a:xfrm>
            <a:custGeom>
              <a:avLst/>
              <a:gdLst/>
              <a:ahLst/>
              <a:cxnLst/>
              <a:rect l="l" t="t" r="r" b="b"/>
              <a:pathLst>
                <a:path w="266" h="242" extrusionOk="0">
                  <a:moveTo>
                    <a:pt x="73" y="1"/>
                  </a:moveTo>
                  <a:lnTo>
                    <a:pt x="25" y="49"/>
                  </a:lnTo>
                  <a:lnTo>
                    <a:pt x="1" y="97"/>
                  </a:lnTo>
                  <a:lnTo>
                    <a:pt x="25" y="145"/>
                  </a:lnTo>
                  <a:lnTo>
                    <a:pt x="49" y="193"/>
                  </a:lnTo>
                  <a:lnTo>
                    <a:pt x="97" y="217"/>
                  </a:lnTo>
                  <a:lnTo>
                    <a:pt x="145" y="241"/>
                  </a:lnTo>
                  <a:lnTo>
                    <a:pt x="193" y="241"/>
                  </a:lnTo>
                  <a:lnTo>
                    <a:pt x="242" y="217"/>
                  </a:lnTo>
                  <a:lnTo>
                    <a:pt x="266" y="169"/>
                  </a:lnTo>
                  <a:lnTo>
                    <a:pt x="266" y="121"/>
                  </a:lnTo>
                  <a:lnTo>
                    <a:pt x="266" y="73"/>
                  </a:lnTo>
                  <a:lnTo>
                    <a:pt x="217" y="49"/>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7" name="Google Shape;5537;p14"/>
            <p:cNvSpPr/>
            <p:nvPr/>
          </p:nvSpPr>
          <p:spPr>
            <a:xfrm>
              <a:off x="4190950" y="1972175"/>
              <a:ext cx="7850" cy="6050"/>
            </a:xfrm>
            <a:custGeom>
              <a:avLst/>
              <a:gdLst/>
              <a:ahLst/>
              <a:cxnLst/>
              <a:rect l="l" t="t" r="r" b="b"/>
              <a:pathLst>
                <a:path w="314" h="242" extrusionOk="0">
                  <a:moveTo>
                    <a:pt x="169" y="1"/>
                  </a:moveTo>
                  <a:lnTo>
                    <a:pt x="97" y="25"/>
                  </a:lnTo>
                  <a:lnTo>
                    <a:pt x="49" y="73"/>
                  </a:lnTo>
                  <a:lnTo>
                    <a:pt x="0" y="145"/>
                  </a:lnTo>
                  <a:lnTo>
                    <a:pt x="24" y="194"/>
                  </a:lnTo>
                  <a:lnTo>
                    <a:pt x="73" y="242"/>
                  </a:lnTo>
                  <a:lnTo>
                    <a:pt x="217" y="242"/>
                  </a:lnTo>
                  <a:lnTo>
                    <a:pt x="265" y="194"/>
                  </a:lnTo>
                  <a:lnTo>
                    <a:pt x="313" y="121"/>
                  </a:lnTo>
                  <a:lnTo>
                    <a:pt x="313" y="49"/>
                  </a:lnTo>
                  <a:lnTo>
                    <a:pt x="26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8" name="Google Shape;5538;p14"/>
            <p:cNvSpPr/>
            <p:nvPr/>
          </p:nvSpPr>
          <p:spPr>
            <a:xfrm>
              <a:off x="3843100" y="1941500"/>
              <a:ext cx="7225" cy="7250"/>
            </a:xfrm>
            <a:custGeom>
              <a:avLst/>
              <a:gdLst/>
              <a:ahLst/>
              <a:cxnLst/>
              <a:rect l="l" t="t" r="r" b="b"/>
              <a:pathLst>
                <a:path w="289" h="290" extrusionOk="0">
                  <a:moveTo>
                    <a:pt x="96" y="0"/>
                  </a:moveTo>
                  <a:lnTo>
                    <a:pt x="72" y="24"/>
                  </a:lnTo>
                  <a:lnTo>
                    <a:pt x="24" y="72"/>
                  </a:lnTo>
                  <a:lnTo>
                    <a:pt x="0" y="121"/>
                  </a:lnTo>
                  <a:lnTo>
                    <a:pt x="24" y="193"/>
                  </a:lnTo>
                  <a:lnTo>
                    <a:pt x="48" y="241"/>
                  </a:lnTo>
                  <a:lnTo>
                    <a:pt x="120" y="289"/>
                  </a:lnTo>
                  <a:lnTo>
                    <a:pt x="169" y="289"/>
                  </a:lnTo>
                  <a:lnTo>
                    <a:pt x="217" y="265"/>
                  </a:lnTo>
                  <a:lnTo>
                    <a:pt x="265" y="241"/>
                  </a:lnTo>
                  <a:lnTo>
                    <a:pt x="289" y="193"/>
                  </a:lnTo>
                  <a:lnTo>
                    <a:pt x="289" y="145"/>
                  </a:lnTo>
                  <a:lnTo>
                    <a:pt x="289" y="96"/>
                  </a:lnTo>
                  <a:lnTo>
                    <a:pt x="265" y="48"/>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14"/>
            <p:cNvSpPr/>
            <p:nvPr/>
          </p:nvSpPr>
          <p:spPr>
            <a:xfrm>
              <a:off x="3791925" y="1858450"/>
              <a:ext cx="6650" cy="7225"/>
            </a:xfrm>
            <a:custGeom>
              <a:avLst/>
              <a:gdLst/>
              <a:ahLst/>
              <a:cxnLst/>
              <a:rect l="l" t="t" r="r" b="b"/>
              <a:pathLst>
                <a:path w="266" h="289" extrusionOk="0">
                  <a:moveTo>
                    <a:pt x="121" y="0"/>
                  </a:moveTo>
                  <a:lnTo>
                    <a:pt x="73" y="24"/>
                  </a:lnTo>
                  <a:lnTo>
                    <a:pt x="25" y="72"/>
                  </a:lnTo>
                  <a:lnTo>
                    <a:pt x="1" y="145"/>
                  </a:lnTo>
                  <a:lnTo>
                    <a:pt x="25" y="217"/>
                  </a:lnTo>
                  <a:lnTo>
                    <a:pt x="49" y="265"/>
                  </a:lnTo>
                  <a:lnTo>
                    <a:pt x="97" y="289"/>
                  </a:lnTo>
                  <a:lnTo>
                    <a:pt x="145" y="289"/>
                  </a:lnTo>
                  <a:lnTo>
                    <a:pt x="193" y="265"/>
                  </a:lnTo>
                  <a:lnTo>
                    <a:pt x="242" y="193"/>
                  </a:lnTo>
                  <a:lnTo>
                    <a:pt x="266" y="96"/>
                  </a:lnTo>
                  <a:lnTo>
                    <a:pt x="242" y="48"/>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0" name="Google Shape;5540;p14"/>
            <p:cNvSpPr/>
            <p:nvPr/>
          </p:nvSpPr>
          <p:spPr>
            <a:xfrm>
              <a:off x="3896050" y="1717000"/>
              <a:ext cx="6650" cy="7250"/>
            </a:xfrm>
            <a:custGeom>
              <a:avLst/>
              <a:gdLst/>
              <a:ahLst/>
              <a:cxnLst/>
              <a:rect l="l" t="t" r="r" b="b"/>
              <a:pathLst>
                <a:path w="266" h="290" extrusionOk="0">
                  <a:moveTo>
                    <a:pt x="97" y="1"/>
                  </a:moveTo>
                  <a:lnTo>
                    <a:pt x="25" y="49"/>
                  </a:lnTo>
                  <a:lnTo>
                    <a:pt x="0" y="121"/>
                  </a:lnTo>
                  <a:lnTo>
                    <a:pt x="0" y="194"/>
                  </a:lnTo>
                  <a:lnTo>
                    <a:pt x="25" y="242"/>
                  </a:lnTo>
                  <a:lnTo>
                    <a:pt x="73" y="290"/>
                  </a:lnTo>
                  <a:lnTo>
                    <a:pt x="169" y="290"/>
                  </a:lnTo>
                  <a:lnTo>
                    <a:pt x="217" y="266"/>
                  </a:lnTo>
                  <a:lnTo>
                    <a:pt x="265" y="218"/>
                  </a:lnTo>
                  <a:lnTo>
                    <a:pt x="265" y="169"/>
                  </a:lnTo>
                  <a:lnTo>
                    <a:pt x="265" y="97"/>
                  </a:lnTo>
                  <a:lnTo>
                    <a:pt x="241"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1" name="Google Shape;5541;p14"/>
            <p:cNvSpPr/>
            <p:nvPr/>
          </p:nvSpPr>
          <p:spPr>
            <a:xfrm>
              <a:off x="4041100" y="1795850"/>
              <a:ext cx="6625" cy="9050"/>
            </a:xfrm>
            <a:custGeom>
              <a:avLst/>
              <a:gdLst/>
              <a:ahLst/>
              <a:cxnLst/>
              <a:rect l="l" t="t" r="r" b="b"/>
              <a:pathLst>
                <a:path w="265" h="362" extrusionOk="0">
                  <a:moveTo>
                    <a:pt x="96" y="1"/>
                  </a:moveTo>
                  <a:lnTo>
                    <a:pt x="72" y="25"/>
                  </a:lnTo>
                  <a:lnTo>
                    <a:pt x="24" y="49"/>
                  </a:lnTo>
                  <a:lnTo>
                    <a:pt x="0" y="121"/>
                  </a:lnTo>
                  <a:lnTo>
                    <a:pt x="0" y="193"/>
                  </a:lnTo>
                  <a:lnTo>
                    <a:pt x="24" y="241"/>
                  </a:lnTo>
                  <a:lnTo>
                    <a:pt x="96" y="362"/>
                  </a:lnTo>
                  <a:lnTo>
                    <a:pt x="193" y="289"/>
                  </a:lnTo>
                  <a:lnTo>
                    <a:pt x="241" y="241"/>
                  </a:lnTo>
                  <a:lnTo>
                    <a:pt x="265" y="193"/>
                  </a:lnTo>
                  <a:lnTo>
                    <a:pt x="265" y="97"/>
                  </a:lnTo>
                  <a:lnTo>
                    <a:pt x="265" y="49"/>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2" name="Google Shape;5542;p14"/>
            <p:cNvSpPr/>
            <p:nvPr/>
          </p:nvSpPr>
          <p:spPr>
            <a:xfrm>
              <a:off x="4228875" y="1821125"/>
              <a:ext cx="7825" cy="6650"/>
            </a:xfrm>
            <a:custGeom>
              <a:avLst/>
              <a:gdLst/>
              <a:ahLst/>
              <a:cxnLst/>
              <a:rect l="l" t="t" r="r" b="b"/>
              <a:pathLst>
                <a:path w="313" h="266" extrusionOk="0">
                  <a:moveTo>
                    <a:pt x="144" y="1"/>
                  </a:moveTo>
                  <a:lnTo>
                    <a:pt x="72" y="25"/>
                  </a:lnTo>
                  <a:lnTo>
                    <a:pt x="24" y="49"/>
                  </a:lnTo>
                  <a:lnTo>
                    <a:pt x="0" y="121"/>
                  </a:lnTo>
                  <a:lnTo>
                    <a:pt x="0" y="169"/>
                  </a:lnTo>
                  <a:lnTo>
                    <a:pt x="24" y="193"/>
                  </a:lnTo>
                  <a:lnTo>
                    <a:pt x="48" y="217"/>
                  </a:lnTo>
                  <a:lnTo>
                    <a:pt x="96" y="241"/>
                  </a:lnTo>
                  <a:lnTo>
                    <a:pt x="169" y="265"/>
                  </a:lnTo>
                  <a:lnTo>
                    <a:pt x="217" y="241"/>
                  </a:lnTo>
                  <a:lnTo>
                    <a:pt x="265" y="193"/>
                  </a:lnTo>
                  <a:lnTo>
                    <a:pt x="313" y="145"/>
                  </a:lnTo>
                  <a:lnTo>
                    <a:pt x="313" y="97"/>
                  </a:lnTo>
                  <a:lnTo>
                    <a:pt x="289" y="73"/>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3" name="Google Shape;5543;p14"/>
            <p:cNvSpPr/>
            <p:nvPr/>
          </p:nvSpPr>
          <p:spPr>
            <a:xfrm>
              <a:off x="3831650" y="1757925"/>
              <a:ext cx="5450" cy="7250"/>
            </a:xfrm>
            <a:custGeom>
              <a:avLst/>
              <a:gdLst/>
              <a:ahLst/>
              <a:cxnLst/>
              <a:rect l="l" t="t" r="r" b="b"/>
              <a:pathLst>
                <a:path w="218" h="290" extrusionOk="0">
                  <a:moveTo>
                    <a:pt x="121" y="1"/>
                  </a:moveTo>
                  <a:lnTo>
                    <a:pt x="73" y="25"/>
                  </a:lnTo>
                  <a:lnTo>
                    <a:pt x="25" y="73"/>
                  </a:lnTo>
                  <a:lnTo>
                    <a:pt x="1" y="121"/>
                  </a:lnTo>
                  <a:lnTo>
                    <a:pt x="1" y="193"/>
                  </a:lnTo>
                  <a:lnTo>
                    <a:pt x="49" y="242"/>
                  </a:lnTo>
                  <a:lnTo>
                    <a:pt x="73" y="266"/>
                  </a:lnTo>
                  <a:lnTo>
                    <a:pt x="121" y="290"/>
                  </a:lnTo>
                  <a:lnTo>
                    <a:pt x="145" y="266"/>
                  </a:lnTo>
                  <a:lnTo>
                    <a:pt x="193" y="242"/>
                  </a:lnTo>
                  <a:lnTo>
                    <a:pt x="217" y="169"/>
                  </a:lnTo>
                  <a:lnTo>
                    <a:pt x="217" y="73"/>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4" name="Google Shape;5544;p14"/>
            <p:cNvSpPr/>
            <p:nvPr/>
          </p:nvSpPr>
          <p:spPr>
            <a:xfrm>
              <a:off x="3776275" y="1655025"/>
              <a:ext cx="6050" cy="7850"/>
            </a:xfrm>
            <a:custGeom>
              <a:avLst/>
              <a:gdLst/>
              <a:ahLst/>
              <a:cxnLst/>
              <a:rect l="l" t="t" r="r" b="b"/>
              <a:pathLst>
                <a:path w="242" h="314" extrusionOk="0">
                  <a:moveTo>
                    <a:pt x="121" y="0"/>
                  </a:moveTo>
                  <a:lnTo>
                    <a:pt x="73" y="49"/>
                  </a:lnTo>
                  <a:lnTo>
                    <a:pt x="25" y="73"/>
                  </a:lnTo>
                  <a:lnTo>
                    <a:pt x="1" y="121"/>
                  </a:lnTo>
                  <a:lnTo>
                    <a:pt x="1" y="193"/>
                  </a:lnTo>
                  <a:lnTo>
                    <a:pt x="1" y="265"/>
                  </a:lnTo>
                  <a:lnTo>
                    <a:pt x="1" y="289"/>
                  </a:lnTo>
                  <a:lnTo>
                    <a:pt x="49" y="313"/>
                  </a:lnTo>
                  <a:lnTo>
                    <a:pt x="97" y="313"/>
                  </a:lnTo>
                  <a:lnTo>
                    <a:pt x="169" y="289"/>
                  </a:lnTo>
                  <a:lnTo>
                    <a:pt x="242" y="193"/>
                  </a:lnTo>
                  <a:lnTo>
                    <a:pt x="242" y="145"/>
                  </a:lnTo>
                  <a:lnTo>
                    <a:pt x="242" y="97"/>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5" name="Google Shape;5545;p14"/>
            <p:cNvSpPr/>
            <p:nvPr/>
          </p:nvSpPr>
          <p:spPr>
            <a:xfrm>
              <a:off x="3778100" y="1768775"/>
              <a:ext cx="7225" cy="6650"/>
            </a:xfrm>
            <a:custGeom>
              <a:avLst/>
              <a:gdLst/>
              <a:ahLst/>
              <a:cxnLst/>
              <a:rect l="l" t="t" r="r" b="b"/>
              <a:pathLst>
                <a:path w="289" h="266" extrusionOk="0">
                  <a:moveTo>
                    <a:pt x="145" y="0"/>
                  </a:moveTo>
                  <a:lnTo>
                    <a:pt x="96" y="24"/>
                  </a:lnTo>
                  <a:lnTo>
                    <a:pt x="24" y="72"/>
                  </a:lnTo>
                  <a:lnTo>
                    <a:pt x="0" y="121"/>
                  </a:lnTo>
                  <a:lnTo>
                    <a:pt x="0" y="169"/>
                  </a:lnTo>
                  <a:lnTo>
                    <a:pt x="24" y="217"/>
                  </a:lnTo>
                  <a:lnTo>
                    <a:pt x="72" y="265"/>
                  </a:lnTo>
                  <a:lnTo>
                    <a:pt x="145" y="265"/>
                  </a:lnTo>
                  <a:lnTo>
                    <a:pt x="217" y="241"/>
                  </a:lnTo>
                  <a:lnTo>
                    <a:pt x="265" y="217"/>
                  </a:lnTo>
                  <a:lnTo>
                    <a:pt x="289" y="145"/>
                  </a:lnTo>
                  <a:lnTo>
                    <a:pt x="289" y="97"/>
                  </a:lnTo>
                  <a:lnTo>
                    <a:pt x="289" y="72"/>
                  </a:lnTo>
                  <a:lnTo>
                    <a:pt x="265"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14"/>
            <p:cNvSpPr/>
            <p:nvPr/>
          </p:nvSpPr>
          <p:spPr>
            <a:xfrm>
              <a:off x="3838875" y="1795250"/>
              <a:ext cx="6650" cy="6050"/>
            </a:xfrm>
            <a:custGeom>
              <a:avLst/>
              <a:gdLst/>
              <a:ahLst/>
              <a:cxnLst/>
              <a:rect l="l" t="t" r="r" b="b"/>
              <a:pathLst>
                <a:path w="266" h="242" extrusionOk="0">
                  <a:moveTo>
                    <a:pt x="121" y="0"/>
                  </a:moveTo>
                  <a:lnTo>
                    <a:pt x="73" y="25"/>
                  </a:lnTo>
                  <a:lnTo>
                    <a:pt x="49" y="49"/>
                  </a:lnTo>
                  <a:lnTo>
                    <a:pt x="1" y="97"/>
                  </a:lnTo>
                  <a:lnTo>
                    <a:pt x="1" y="145"/>
                  </a:lnTo>
                  <a:lnTo>
                    <a:pt x="25" y="193"/>
                  </a:lnTo>
                  <a:lnTo>
                    <a:pt x="49" y="217"/>
                  </a:lnTo>
                  <a:lnTo>
                    <a:pt x="73" y="241"/>
                  </a:lnTo>
                  <a:lnTo>
                    <a:pt x="193" y="241"/>
                  </a:lnTo>
                  <a:lnTo>
                    <a:pt x="217" y="193"/>
                  </a:lnTo>
                  <a:lnTo>
                    <a:pt x="241" y="145"/>
                  </a:lnTo>
                  <a:lnTo>
                    <a:pt x="265" y="97"/>
                  </a:lnTo>
                  <a:lnTo>
                    <a:pt x="241" y="73"/>
                  </a:lnTo>
                  <a:lnTo>
                    <a:pt x="217" y="25"/>
                  </a:lnTo>
                  <a:lnTo>
                    <a:pt x="169" y="25"/>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14"/>
            <p:cNvSpPr/>
            <p:nvPr/>
          </p:nvSpPr>
          <p:spPr>
            <a:xfrm>
              <a:off x="3907475" y="1685125"/>
              <a:ext cx="6050" cy="7225"/>
            </a:xfrm>
            <a:custGeom>
              <a:avLst/>
              <a:gdLst/>
              <a:ahLst/>
              <a:cxnLst/>
              <a:rect l="l" t="t" r="r" b="b"/>
              <a:pathLst>
                <a:path w="242" h="289" extrusionOk="0">
                  <a:moveTo>
                    <a:pt x="73" y="0"/>
                  </a:moveTo>
                  <a:lnTo>
                    <a:pt x="25" y="24"/>
                  </a:lnTo>
                  <a:lnTo>
                    <a:pt x="1" y="72"/>
                  </a:lnTo>
                  <a:lnTo>
                    <a:pt x="1" y="144"/>
                  </a:lnTo>
                  <a:lnTo>
                    <a:pt x="1" y="193"/>
                  </a:lnTo>
                  <a:lnTo>
                    <a:pt x="25" y="241"/>
                  </a:lnTo>
                  <a:lnTo>
                    <a:pt x="97" y="289"/>
                  </a:lnTo>
                  <a:lnTo>
                    <a:pt x="169" y="289"/>
                  </a:lnTo>
                  <a:lnTo>
                    <a:pt x="193" y="265"/>
                  </a:lnTo>
                  <a:lnTo>
                    <a:pt x="218" y="241"/>
                  </a:lnTo>
                  <a:lnTo>
                    <a:pt x="242" y="169"/>
                  </a:lnTo>
                  <a:lnTo>
                    <a:pt x="242" y="96"/>
                  </a:lnTo>
                  <a:lnTo>
                    <a:pt x="218"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8" name="Google Shape;5548;p14"/>
            <p:cNvSpPr/>
            <p:nvPr/>
          </p:nvSpPr>
          <p:spPr>
            <a:xfrm>
              <a:off x="3888825" y="1857225"/>
              <a:ext cx="6050" cy="6650"/>
            </a:xfrm>
            <a:custGeom>
              <a:avLst/>
              <a:gdLst/>
              <a:ahLst/>
              <a:cxnLst/>
              <a:rect l="l" t="t" r="r" b="b"/>
              <a:pathLst>
                <a:path w="242" h="266" extrusionOk="0">
                  <a:moveTo>
                    <a:pt x="25" y="1"/>
                  </a:moveTo>
                  <a:lnTo>
                    <a:pt x="1" y="25"/>
                  </a:lnTo>
                  <a:lnTo>
                    <a:pt x="1" y="121"/>
                  </a:lnTo>
                  <a:lnTo>
                    <a:pt x="25" y="169"/>
                  </a:lnTo>
                  <a:lnTo>
                    <a:pt x="97" y="218"/>
                  </a:lnTo>
                  <a:lnTo>
                    <a:pt x="145" y="266"/>
                  </a:lnTo>
                  <a:lnTo>
                    <a:pt x="241" y="266"/>
                  </a:lnTo>
                  <a:lnTo>
                    <a:pt x="241" y="218"/>
                  </a:lnTo>
                  <a:lnTo>
                    <a:pt x="241" y="169"/>
                  </a:lnTo>
                  <a:lnTo>
                    <a:pt x="193" y="73"/>
                  </a:lnTo>
                  <a:lnTo>
                    <a:pt x="145"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9" name="Google Shape;5549;p14"/>
            <p:cNvSpPr/>
            <p:nvPr/>
          </p:nvSpPr>
          <p:spPr>
            <a:xfrm>
              <a:off x="3761250" y="1839175"/>
              <a:ext cx="6025" cy="6050"/>
            </a:xfrm>
            <a:custGeom>
              <a:avLst/>
              <a:gdLst/>
              <a:ahLst/>
              <a:cxnLst/>
              <a:rect l="l" t="t" r="r" b="b"/>
              <a:pathLst>
                <a:path w="241" h="242" extrusionOk="0">
                  <a:moveTo>
                    <a:pt x="48" y="1"/>
                  </a:moveTo>
                  <a:lnTo>
                    <a:pt x="24" y="25"/>
                  </a:lnTo>
                  <a:lnTo>
                    <a:pt x="0" y="73"/>
                  </a:lnTo>
                  <a:lnTo>
                    <a:pt x="0" y="145"/>
                  </a:lnTo>
                  <a:lnTo>
                    <a:pt x="24" y="193"/>
                  </a:lnTo>
                  <a:lnTo>
                    <a:pt x="72" y="217"/>
                  </a:lnTo>
                  <a:lnTo>
                    <a:pt x="120" y="242"/>
                  </a:lnTo>
                  <a:lnTo>
                    <a:pt x="169" y="217"/>
                  </a:lnTo>
                  <a:lnTo>
                    <a:pt x="217" y="169"/>
                  </a:lnTo>
                  <a:lnTo>
                    <a:pt x="241" y="121"/>
                  </a:lnTo>
                  <a:lnTo>
                    <a:pt x="217" y="73"/>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0" name="Google Shape;5550;p14"/>
            <p:cNvSpPr/>
            <p:nvPr/>
          </p:nvSpPr>
          <p:spPr>
            <a:xfrm>
              <a:off x="3771475" y="1697150"/>
              <a:ext cx="4825" cy="7250"/>
            </a:xfrm>
            <a:custGeom>
              <a:avLst/>
              <a:gdLst/>
              <a:ahLst/>
              <a:cxnLst/>
              <a:rect l="l" t="t" r="r" b="b"/>
              <a:pathLst>
                <a:path w="193" h="290" extrusionOk="0">
                  <a:moveTo>
                    <a:pt x="121" y="1"/>
                  </a:moveTo>
                  <a:lnTo>
                    <a:pt x="48" y="25"/>
                  </a:lnTo>
                  <a:lnTo>
                    <a:pt x="24" y="73"/>
                  </a:lnTo>
                  <a:lnTo>
                    <a:pt x="0" y="121"/>
                  </a:lnTo>
                  <a:lnTo>
                    <a:pt x="0" y="193"/>
                  </a:lnTo>
                  <a:lnTo>
                    <a:pt x="24" y="241"/>
                  </a:lnTo>
                  <a:lnTo>
                    <a:pt x="73" y="289"/>
                  </a:lnTo>
                  <a:lnTo>
                    <a:pt x="145" y="265"/>
                  </a:lnTo>
                  <a:lnTo>
                    <a:pt x="193" y="217"/>
                  </a:lnTo>
                  <a:lnTo>
                    <a:pt x="193" y="145"/>
                  </a:lnTo>
                  <a:lnTo>
                    <a:pt x="193" y="73"/>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1" name="Google Shape;5551;p14"/>
            <p:cNvSpPr/>
            <p:nvPr/>
          </p:nvSpPr>
          <p:spPr>
            <a:xfrm>
              <a:off x="3873175" y="1742275"/>
              <a:ext cx="6050" cy="5450"/>
            </a:xfrm>
            <a:custGeom>
              <a:avLst/>
              <a:gdLst/>
              <a:ahLst/>
              <a:cxnLst/>
              <a:rect l="l" t="t" r="r" b="b"/>
              <a:pathLst>
                <a:path w="242" h="218" extrusionOk="0">
                  <a:moveTo>
                    <a:pt x="49" y="1"/>
                  </a:moveTo>
                  <a:lnTo>
                    <a:pt x="25" y="25"/>
                  </a:lnTo>
                  <a:lnTo>
                    <a:pt x="1" y="49"/>
                  </a:lnTo>
                  <a:lnTo>
                    <a:pt x="1" y="97"/>
                  </a:lnTo>
                  <a:lnTo>
                    <a:pt x="1" y="145"/>
                  </a:lnTo>
                  <a:lnTo>
                    <a:pt x="49" y="194"/>
                  </a:lnTo>
                  <a:lnTo>
                    <a:pt x="97" y="218"/>
                  </a:lnTo>
                  <a:lnTo>
                    <a:pt x="169" y="218"/>
                  </a:lnTo>
                  <a:lnTo>
                    <a:pt x="241" y="145"/>
                  </a:lnTo>
                  <a:lnTo>
                    <a:pt x="241" y="97"/>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2" name="Google Shape;5552;p14"/>
            <p:cNvSpPr/>
            <p:nvPr/>
          </p:nvSpPr>
          <p:spPr>
            <a:xfrm>
              <a:off x="3980300" y="1788625"/>
              <a:ext cx="6050" cy="6650"/>
            </a:xfrm>
            <a:custGeom>
              <a:avLst/>
              <a:gdLst/>
              <a:ahLst/>
              <a:cxnLst/>
              <a:rect l="l" t="t" r="r" b="b"/>
              <a:pathLst>
                <a:path w="242" h="266" extrusionOk="0">
                  <a:moveTo>
                    <a:pt x="73" y="1"/>
                  </a:moveTo>
                  <a:lnTo>
                    <a:pt x="49" y="25"/>
                  </a:lnTo>
                  <a:lnTo>
                    <a:pt x="25" y="73"/>
                  </a:lnTo>
                  <a:lnTo>
                    <a:pt x="1" y="121"/>
                  </a:lnTo>
                  <a:lnTo>
                    <a:pt x="25" y="169"/>
                  </a:lnTo>
                  <a:lnTo>
                    <a:pt x="49" y="217"/>
                  </a:lnTo>
                  <a:lnTo>
                    <a:pt x="73" y="265"/>
                  </a:lnTo>
                  <a:lnTo>
                    <a:pt x="169" y="265"/>
                  </a:lnTo>
                  <a:lnTo>
                    <a:pt x="193" y="241"/>
                  </a:lnTo>
                  <a:lnTo>
                    <a:pt x="241" y="217"/>
                  </a:lnTo>
                  <a:lnTo>
                    <a:pt x="241" y="145"/>
                  </a:lnTo>
                  <a:lnTo>
                    <a:pt x="241" y="97"/>
                  </a:lnTo>
                  <a:lnTo>
                    <a:pt x="193"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3" name="Google Shape;5553;p14"/>
            <p:cNvSpPr/>
            <p:nvPr/>
          </p:nvSpPr>
          <p:spPr>
            <a:xfrm>
              <a:off x="3914700" y="1776600"/>
              <a:ext cx="6050" cy="6025"/>
            </a:xfrm>
            <a:custGeom>
              <a:avLst/>
              <a:gdLst/>
              <a:ahLst/>
              <a:cxnLst/>
              <a:rect l="l" t="t" r="r" b="b"/>
              <a:pathLst>
                <a:path w="242" h="241" extrusionOk="0">
                  <a:moveTo>
                    <a:pt x="73" y="0"/>
                  </a:moveTo>
                  <a:lnTo>
                    <a:pt x="1" y="72"/>
                  </a:lnTo>
                  <a:lnTo>
                    <a:pt x="1" y="121"/>
                  </a:lnTo>
                  <a:lnTo>
                    <a:pt x="1" y="169"/>
                  </a:lnTo>
                  <a:lnTo>
                    <a:pt x="25" y="193"/>
                  </a:lnTo>
                  <a:lnTo>
                    <a:pt x="73" y="217"/>
                  </a:lnTo>
                  <a:lnTo>
                    <a:pt x="121" y="241"/>
                  </a:lnTo>
                  <a:lnTo>
                    <a:pt x="169" y="217"/>
                  </a:lnTo>
                  <a:lnTo>
                    <a:pt x="217" y="193"/>
                  </a:lnTo>
                  <a:lnTo>
                    <a:pt x="241" y="121"/>
                  </a:lnTo>
                  <a:lnTo>
                    <a:pt x="241" y="72"/>
                  </a:lnTo>
                  <a:lnTo>
                    <a:pt x="217"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14"/>
            <p:cNvSpPr/>
            <p:nvPr/>
          </p:nvSpPr>
          <p:spPr>
            <a:xfrm>
              <a:off x="3968875" y="2014925"/>
              <a:ext cx="6050" cy="6025"/>
            </a:xfrm>
            <a:custGeom>
              <a:avLst/>
              <a:gdLst/>
              <a:ahLst/>
              <a:cxnLst/>
              <a:rect l="l" t="t" r="r" b="b"/>
              <a:pathLst>
                <a:path w="242" h="241" extrusionOk="0">
                  <a:moveTo>
                    <a:pt x="73" y="0"/>
                  </a:moveTo>
                  <a:lnTo>
                    <a:pt x="24" y="48"/>
                  </a:lnTo>
                  <a:lnTo>
                    <a:pt x="0" y="96"/>
                  </a:lnTo>
                  <a:lnTo>
                    <a:pt x="0" y="145"/>
                  </a:lnTo>
                  <a:lnTo>
                    <a:pt x="0" y="169"/>
                  </a:lnTo>
                  <a:lnTo>
                    <a:pt x="73" y="217"/>
                  </a:lnTo>
                  <a:lnTo>
                    <a:pt x="121" y="241"/>
                  </a:lnTo>
                  <a:lnTo>
                    <a:pt x="169" y="217"/>
                  </a:lnTo>
                  <a:lnTo>
                    <a:pt x="217" y="193"/>
                  </a:lnTo>
                  <a:lnTo>
                    <a:pt x="241" y="145"/>
                  </a:lnTo>
                  <a:lnTo>
                    <a:pt x="241" y="96"/>
                  </a:lnTo>
                  <a:lnTo>
                    <a:pt x="241"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14"/>
            <p:cNvSpPr/>
            <p:nvPr/>
          </p:nvSpPr>
          <p:spPr>
            <a:xfrm>
              <a:off x="4152425" y="1934275"/>
              <a:ext cx="7250" cy="5425"/>
            </a:xfrm>
            <a:custGeom>
              <a:avLst/>
              <a:gdLst/>
              <a:ahLst/>
              <a:cxnLst/>
              <a:rect l="l" t="t" r="r" b="b"/>
              <a:pathLst>
                <a:path w="290" h="217" extrusionOk="0">
                  <a:moveTo>
                    <a:pt x="121" y="0"/>
                  </a:moveTo>
                  <a:lnTo>
                    <a:pt x="73" y="24"/>
                  </a:lnTo>
                  <a:lnTo>
                    <a:pt x="49" y="73"/>
                  </a:lnTo>
                  <a:lnTo>
                    <a:pt x="1" y="121"/>
                  </a:lnTo>
                  <a:lnTo>
                    <a:pt x="1" y="145"/>
                  </a:lnTo>
                  <a:lnTo>
                    <a:pt x="25" y="169"/>
                  </a:lnTo>
                  <a:lnTo>
                    <a:pt x="49" y="193"/>
                  </a:lnTo>
                  <a:lnTo>
                    <a:pt x="73" y="217"/>
                  </a:lnTo>
                  <a:lnTo>
                    <a:pt x="193" y="217"/>
                  </a:lnTo>
                  <a:lnTo>
                    <a:pt x="290" y="145"/>
                  </a:lnTo>
                  <a:lnTo>
                    <a:pt x="290" y="121"/>
                  </a:lnTo>
                  <a:lnTo>
                    <a:pt x="290" y="73"/>
                  </a:lnTo>
                  <a:lnTo>
                    <a:pt x="266" y="24"/>
                  </a:lnTo>
                  <a:lnTo>
                    <a:pt x="24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6" name="Google Shape;5556;p14"/>
            <p:cNvSpPr/>
            <p:nvPr/>
          </p:nvSpPr>
          <p:spPr>
            <a:xfrm>
              <a:off x="3729950" y="1765750"/>
              <a:ext cx="6025" cy="6650"/>
            </a:xfrm>
            <a:custGeom>
              <a:avLst/>
              <a:gdLst/>
              <a:ahLst/>
              <a:cxnLst/>
              <a:rect l="l" t="t" r="r" b="b"/>
              <a:pathLst>
                <a:path w="241" h="266" extrusionOk="0">
                  <a:moveTo>
                    <a:pt x="97" y="1"/>
                  </a:moveTo>
                  <a:lnTo>
                    <a:pt x="48" y="25"/>
                  </a:lnTo>
                  <a:lnTo>
                    <a:pt x="0" y="97"/>
                  </a:lnTo>
                  <a:lnTo>
                    <a:pt x="0" y="145"/>
                  </a:lnTo>
                  <a:lnTo>
                    <a:pt x="24" y="218"/>
                  </a:lnTo>
                  <a:lnTo>
                    <a:pt x="72" y="266"/>
                  </a:lnTo>
                  <a:lnTo>
                    <a:pt x="145" y="266"/>
                  </a:lnTo>
                  <a:lnTo>
                    <a:pt x="193" y="242"/>
                  </a:lnTo>
                  <a:lnTo>
                    <a:pt x="241" y="193"/>
                  </a:lnTo>
                  <a:lnTo>
                    <a:pt x="241" y="121"/>
                  </a:lnTo>
                  <a:lnTo>
                    <a:pt x="217"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7" name="Google Shape;5557;p14"/>
            <p:cNvSpPr/>
            <p:nvPr/>
          </p:nvSpPr>
          <p:spPr>
            <a:xfrm>
              <a:off x="3872575" y="1860250"/>
              <a:ext cx="6650" cy="6650"/>
            </a:xfrm>
            <a:custGeom>
              <a:avLst/>
              <a:gdLst/>
              <a:ahLst/>
              <a:cxnLst/>
              <a:rect l="l" t="t" r="r" b="b"/>
              <a:pathLst>
                <a:path w="266" h="266" extrusionOk="0">
                  <a:moveTo>
                    <a:pt x="97" y="0"/>
                  </a:moveTo>
                  <a:lnTo>
                    <a:pt x="73" y="24"/>
                  </a:lnTo>
                  <a:lnTo>
                    <a:pt x="1" y="73"/>
                  </a:lnTo>
                  <a:lnTo>
                    <a:pt x="1" y="145"/>
                  </a:lnTo>
                  <a:lnTo>
                    <a:pt x="25" y="193"/>
                  </a:lnTo>
                  <a:lnTo>
                    <a:pt x="49" y="241"/>
                  </a:lnTo>
                  <a:lnTo>
                    <a:pt x="97" y="265"/>
                  </a:lnTo>
                  <a:lnTo>
                    <a:pt x="145" y="265"/>
                  </a:lnTo>
                  <a:lnTo>
                    <a:pt x="193" y="241"/>
                  </a:lnTo>
                  <a:lnTo>
                    <a:pt x="241" y="169"/>
                  </a:lnTo>
                  <a:lnTo>
                    <a:pt x="265" y="121"/>
                  </a:lnTo>
                  <a:lnTo>
                    <a:pt x="241"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8" name="Google Shape;5558;p14"/>
            <p:cNvSpPr/>
            <p:nvPr/>
          </p:nvSpPr>
          <p:spPr>
            <a:xfrm>
              <a:off x="3862950" y="1636975"/>
              <a:ext cx="4850" cy="7250"/>
            </a:xfrm>
            <a:custGeom>
              <a:avLst/>
              <a:gdLst/>
              <a:ahLst/>
              <a:cxnLst/>
              <a:rect l="l" t="t" r="r" b="b"/>
              <a:pathLst>
                <a:path w="194" h="290" extrusionOk="0">
                  <a:moveTo>
                    <a:pt x="49" y="0"/>
                  </a:moveTo>
                  <a:lnTo>
                    <a:pt x="0" y="48"/>
                  </a:lnTo>
                  <a:lnTo>
                    <a:pt x="0" y="121"/>
                  </a:lnTo>
                  <a:lnTo>
                    <a:pt x="0" y="169"/>
                  </a:lnTo>
                  <a:lnTo>
                    <a:pt x="0" y="217"/>
                  </a:lnTo>
                  <a:lnTo>
                    <a:pt x="49" y="265"/>
                  </a:lnTo>
                  <a:lnTo>
                    <a:pt x="73" y="289"/>
                  </a:lnTo>
                  <a:lnTo>
                    <a:pt x="121" y="289"/>
                  </a:lnTo>
                  <a:lnTo>
                    <a:pt x="145" y="265"/>
                  </a:lnTo>
                  <a:lnTo>
                    <a:pt x="193" y="241"/>
                  </a:lnTo>
                  <a:lnTo>
                    <a:pt x="193" y="121"/>
                  </a:lnTo>
                  <a:lnTo>
                    <a:pt x="169"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9" name="Google Shape;5559;p14"/>
            <p:cNvSpPr/>
            <p:nvPr/>
          </p:nvSpPr>
          <p:spPr>
            <a:xfrm>
              <a:off x="4036275" y="1735075"/>
              <a:ext cx="6650" cy="6025"/>
            </a:xfrm>
            <a:custGeom>
              <a:avLst/>
              <a:gdLst/>
              <a:ahLst/>
              <a:cxnLst/>
              <a:rect l="l" t="t" r="r" b="b"/>
              <a:pathLst>
                <a:path w="266" h="241" extrusionOk="0">
                  <a:moveTo>
                    <a:pt x="97" y="0"/>
                  </a:moveTo>
                  <a:lnTo>
                    <a:pt x="73" y="24"/>
                  </a:lnTo>
                  <a:lnTo>
                    <a:pt x="25" y="72"/>
                  </a:lnTo>
                  <a:lnTo>
                    <a:pt x="1" y="145"/>
                  </a:lnTo>
                  <a:lnTo>
                    <a:pt x="25" y="193"/>
                  </a:lnTo>
                  <a:lnTo>
                    <a:pt x="49" y="217"/>
                  </a:lnTo>
                  <a:lnTo>
                    <a:pt x="97" y="241"/>
                  </a:lnTo>
                  <a:lnTo>
                    <a:pt x="169" y="217"/>
                  </a:lnTo>
                  <a:lnTo>
                    <a:pt x="217" y="193"/>
                  </a:lnTo>
                  <a:lnTo>
                    <a:pt x="241" y="145"/>
                  </a:lnTo>
                  <a:lnTo>
                    <a:pt x="265" y="120"/>
                  </a:lnTo>
                  <a:lnTo>
                    <a:pt x="241" y="72"/>
                  </a:lnTo>
                  <a:lnTo>
                    <a:pt x="217"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0" name="Google Shape;5560;p14"/>
            <p:cNvSpPr/>
            <p:nvPr/>
          </p:nvSpPr>
          <p:spPr>
            <a:xfrm>
              <a:off x="4168675" y="1752525"/>
              <a:ext cx="5450" cy="6025"/>
            </a:xfrm>
            <a:custGeom>
              <a:avLst/>
              <a:gdLst/>
              <a:ahLst/>
              <a:cxnLst/>
              <a:rect l="l" t="t" r="r" b="b"/>
              <a:pathLst>
                <a:path w="218" h="241" extrusionOk="0">
                  <a:moveTo>
                    <a:pt x="121" y="0"/>
                  </a:moveTo>
                  <a:lnTo>
                    <a:pt x="73" y="24"/>
                  </a:lnTo>
                  <a:lnTo>
                    <a:pt x="25" y="97"/>
                  </a:lnTo>
                  <a:lnTo>
                    <a:pt x="1" y="145"/>
                  </a:lnTo>
                  <a:lnTo>
                    <a:pt x="25" y="217"/>
                  </a:lnTo>
                  <a:lnTo>
                    <a:pt x="25" y="241"/>
                  </a:lnTo>
                  <a:lnTo>
                    <a:pt x="145" y="241"/>
                  </a:lnTo>
                  <a:lnTo>
                    <a:pt x="193" y="169"/>
                  </a:lnTo>
                  <a:lnTo>
                    <a:pt x="217" y="121"/>
                  </a:lnTo>
                  <a:lnTo>
                    <a:pt x="217" y="48"/>
                  </a:lnTo>
                  <a:lnTo>
                    <a:pt x="217"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1" name="Google Shape;5561;p14"/>
            <p:cNvSpPr/>
            <p:nvPr/>
          </p:nvSpPr>
          <p:spPr>
            <a:xfrm>
              <a:off x="3926150" y="1818125"/>
              <a:ext cx="4825" cy="7250"/>
            </a:xfrm>
            <a:custGeom>
              <a:avLst/>
              <a:gdLst/>
              <a:ahLst/>
              <a:cxnLst/>
              <a:rect l="l" t="t" r="r" b="b"/>
              <a:pathLst>
                <a:path w="193" h="290" extrusionOk="0">
                  <a:moveTo>
                    <a:pt x="96" y="0"/>
                  </a:moveTo>
                  <a:lnTo>
                    <a:pt x="48" y="24"/>
                  </a:lnTo>
                  <a:lnTo>
                    <a:pt x="24" y="24"/>
                  </a:lnTo>
                  <a:lnTo>
                    <a:pt x="0" y="97"/>
                  </a:lnTo>
                  <a:lnTo>
                    <a:pt x="0" y="193"/>
                  </a:lnTo>
                  <a:lnTo>
                    <a:pt x="24" y="241"/>
                  </a:lnTo>
                  <a:lnTo>
                    <a:pt x="96" y="289"/>
                  </a:lnTo>
                  <a:lnTo>
                    <a:pt x="121" y="289"/>
                  </a:lnTo>
                  <a:lnTo>
                    <a:pt x="169" y="265"/>
                  </a:lnTo>
                  <a:lnTo>
                    <a:pt x="193" y="217"/>
                  </a:lnTo>
                  <a:lnTo>
                    <a:pt x="193" y="145"/>
                  </a:lnTo>
                  <a:lnTo>
                    <a:pt x="169" y="48"/>
                  </a:lnTo>
                  <a:lnTo>
                    <a:pt x="145"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2" name="Google Shape;5562;p14"/>
            <p:cNvSpPr/>
            <p:nvPr/>
          </p:nvSpPr>
          <p:spPr>
            <a:xfrm>
              <a:off x="4040500" y="1932475"/>
              <a:ext cx="4225" cy="7850"/>
            </a:xfrm>
            <a:custGeom>
              <a:avLst/>
              <a:gdLst/>
              <a:ahLst/>
              <a:cxnLst/>
              <a:rect l="l" t="t" r="r" b="b"/>
              <a:pathLst>
                <a:path w="169" h="314" extrusionOk="0">
                  <a:moveTo>
                    <a:pt x="72" y="0"/>
                  </a:moveTo>
                  <a:lnTo>
                    <a:pt x="24" y="24"/>
                  </a:lnTo>
                  <a:lnTo>
                    <a:pt x="0" y="72"/>
                  </a:lnTo>
                  <a:lnTo>
                    <a:pt x="0" y="120"/>
                  </a:lnTo>
                  <a:lnTo>
                    <a:pt x="24" y="241"/>
                  </a:lnTo>
                  <a:lnTo>
                    <a:pt x="48" y="289"/>
                  </a:lnTo>
                  <a:lnTo>
                    <a:pt x="72" y="313"/>
                  </a:lnTo>
                  <a:lnTo>
                    <a:pt x="96" y="289"/>
                  </a:lnTo>
                  <a:lnTo>
                    <a:pt x="145" y="241"/>
                  </a:lnTo>
                  <a:lnTo>
                    <a:pt x="169" y="145"/>
                  </a:lnTo>
                  <a:lnTo>
                    <a:pt x="169" y="96"/>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3" name="Google Shape;5563;p14"/>
            <p:cNvSpPr/>
            <p:nvPr/>
          </p:nvSpPr>
          <p:spPr>
            <a:xfrm>
              <a:off x="3985125" y="1633950"/>
              <a:ext cx="4825" cy="5450"/>
            </a:xfrm>
            <a:custGeom>
              <a:avLst/>
              <a:gdLst/>
              <a:ahLst/>
              <a:cxnLst/>
              <a:rect l="l" t="t" r="r" b="b"/>
              <a:pathLst>
                <a:path w="193" h="218" extrusionOk="0">
                  <a:moveTo>
                    <a:pt x="145" y="1"/>
                  </a:moveTo>
                  <a:lnTo>
                    <a:pt x="73" y="25"/>
                  </a:lnTo>
                  <a:lnTo>
                    <a:pt x="48" y="49"/>
                  </a:lnTo>
                  <a:lnTo>
                    <a:pt x="24" y="97"/>
                  </a:lnTo>
                  <a:lnTo>
                    <a:pt x="0" y="145"/>
                  </a:lnTo>
                  <a:lnTo>
                    <a:pt x="24" y="169"/>
                  </a:lnTo>
                  <a:lnTo>
                    <a:pt x="48" y="193"/>
                  </a:lnTo>
                  <a:lnTo>
                    <a:pt x="97" y="217"/>
                  </a:lnTo>
                  <a:lnTo>
                    <a:pt x="121" y="217"/>
                  </a:lnTo>
                  <a:lnTo>
                    <a:pt x="169" y="193"/>
                  </a:lnTo>
                  <a:lnTo>
                    <a:pt x="193" y="121"/>
                  </a:lnTo>
                  <a:lnTo>
                    <a:pt x="193"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4" name="Google Shape;5564;p14"/>
            <p:cNvSpPr/>
            <p:nvPr/>
          </p:nvSpPr>
          <p:spPr>
            <a:xfrm>
              <a:off x="4121725" y="1823525"/>
              <a:ext cx="6650" cy="5450"/>
            </a:xfrm>
            <a:custGeom>
              <a:avLst/>
              <a:gdLst/>
              <a:ahLst/>
              <a:cxnLst/>
              <a:rect l="l" t="t" r="r" b="b"/>
              <a:pathLst>
                <a:path w="266" h="218" extrusionOk="0">
                  <a:moveTo>
                    <a:pt x="145" y="1"/>
                  </a:moveTo>
                  <a:lnTo>
                    <a:pt x="97" y="25"/>
                  </a:lnTo>
                  <a:lnTo>
                    <a:pt x="1" y="73"/>
                  </a:lnTo>
                  <a:lnTo>
                    <a:pt x="1" y="97"/>
                  </a:lnTo>
                  <a:lnTo>
                    <a:pt x="1" y="145"/>
                  </a:lnTo>
                  <a:lnTo>
                    <a:pt x="1" y="169"/>
                  </a:lnTo>
                  <a:lnTo>
                    <a:pt x="25" y="193"/>
                  </a:lnTo>
                  <a:lnTo>
                    <a:pt x="73" y="218"/>
                  </a:lnTo>
                  <a:lnTo>
                    <a:pt x="145" y="218"/>
                  </a:lnTo>
                  <a:lnTo>
                    <a:pt x="218" y="193"/>
                  </a:lnTo>
                  <a:lnTo>
                    <a:pt x="242" y="121"/>
                  </a:lnTo>
                  <a:lnTo>
                    <a:pt x="266" y="73"/>
                  </a:lnTo>
                  <a:lnTo>
                    <a:pt x="218"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5" name="Google Shape;5565;p14"/>
            <p:cNvSpPr/>
            <p:nvPr/>
          </p:nvSpPr>
          <p:spPr>
            <a:xfrm>
              <a:off x="4023650" y="1711600"/>
              <a:ext cx="6025" cy="6025"/>
            </a:xfrm>
            <a:custGeom>
              <a:avLst/>
              <a:gdLst/>
              <a:ahLst/>
              <a:cxnLst/>
              <a:rect l="l" t="t" r="r" b="b"/>
              <a:pathLst>
                <a:path w="241" h="241" extrusionOk="0">
                  <a:moveTo>
                    <a:pt x="48" y="0"/>
                  </a:moveTo>
                  <a:lnTo>
                    <a:pt x="24" y="72"/>
                  </a:lnTo>
                  <a:lnTo>
                    <a:pt x="0" y="121"/>
                  </a:lnTo>
                  <a:lnTo>
                    <a:pt x="24" y="169"/>
                  </a:lnTo>
                  <a:lnTo>
                    <a:pt x="72" y="217"/>
                  </a:lnTo>
                  <a:lnTo>
                    <a:pt x="120" y="241"/>
                  </a:lnTo>
                  <a:lnTo>
                    <a:pt x="169" y="241"/>
                  </a:lnTo>
                  <a:lnTo>
                    <a:pt x="217" y="217"/>
                  </a:lnTo>
                  <a:lnTo>
                    <a:pt x="241" y="193"/>
                  </a:lnTo>
                  <a:lnTo>
                    <a:pt x="241" y="169"/>
                  </a:lnTo>
                  <a:lnTo>
                    <a:pt x="241" y="97"/>
                  </a:lnTo>
                  <a:lnTo>
                    <a:pt x="217" y="48"/>
                  </a:lnTo>
                  <a:lnTo>
                    <a:pt x="169" y="24"/>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6" name="Google Shape;5566;p14"/>
            <p:cNvSpPr/>
            <p:nvPr/>
          </p:nvSpPr>
          <p:spPr>
            <a:xfrm>
              <a:off x="4015825" y="2027550"/>
              <a:ext cx="4225" cy="6050"/>
            </a:xfrm>
            <a:custGeom>
              <a:avLst/>
              <a:gdLst/>
              <a:ahLst/>
              <a:cxnLst/>
              <a:rect l="l" t="t" r="r" b="b"/>
              <a:pathLst>
                <a:path w="169" h="242" extrusionOk="0">
                  <a:moveTo>
                    <a:pt x="24" y="1"/>
                  </a:moveTo>
                  <a:lnTo>
                    <a:pt x="0" y="25"/>
                  </a:lnTo>
                  <a:lnTo>
                    <a:pt x="0" y="49"/>
                  </a:lnTo>
                  <a:lnTo>
                    <a:pt x="0" y="169"/>
                  </a:lnTo>
                  <a:lnTo>
                    <a:pt x="24" y="193"/>
                  </a:lnTo>
                  <a:lnTo>
                    <a:pt x="72" y="241"/>
                  </a:lnTo>
                  <a:lnTo>
                    <a:pt x="120" y="241"/>
                  </a:lnTo>
                  <a:lnTo>
                    <a:pt x="169" y="169"/>
                  </a:lnTo>
                  <a:lnTo>
                    <a:pt x="169" y="73"/>
                  </a:lnTo>
                  <a:lnTo>
                    <a:pt x="145"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7" name="Google Shape;5567;p14"/>
            <p:cNvSpPr/>
            <p:nvPr/>
          </p:nvSpPr>
          <p:spPr>
            <a:xfrm>
              <a:off x="3968875" y="1874700"/>
              <a:ext cx="6650" cy="4225"/>
            </a:xfrm>
            <a:custGeom>
              <a:avLst/>
              <a:gdLst/>
              <a:ahLst/>
              <a:cxnLst/>
              <a:rect l="l" t="t" r="r" b="b"/>
              <a:pathLst>
                <a:path w="266" h="169" extrusionOk="0">
                  <a:moveTo>
                    <a:pt x="97" y="0"/>
                  </a:moveTo>
                  <a:lnTo>
                    <a:pt x="49" y="24"/>
                  </a:lnTo>
                  <a:lnTo>
                    <a:pt x="0" y="72"/>
                  </a:lnTo>
                  <a:lnTo>
                    <a:pt x="0" y="120"/>
                  </a:lnTo>
                  <a:lnTo>
                    <a:pt x="24" y="145"/>
                  </a:lnTo>
                  <a:lnTo>
                    <a:pt x="97" y="169"/>
                  </a:lnTo>
                  <a:lnTo>
                    <a:pt x="169" y="169"/>
                  </a:lnTo>
                  <a:lnTo>
                    <a:pt x="217" y="145"/>
                  </a:lnTo>
                  <a:lnTo>
                    <a:pt x="265" y="96"/>
                  </a:lnTo>
                  <a:lnTo>
                    <a:pt x="241" y="48"/>
                  </a:lnTo>
                  <a:lnTo>
                    <a:pt x="241"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8" name="Google Shape;5568;p14"/>
            <p:cNvSpPr/>
            <p:nvPr/>
          </p:nvSpPr>
          <p:spPr>
            <a:xfrm>
              <a:off x="3898450" y="1843400"/>
              <a:ext cx="4850" cy="6050"/>
            </a:xfrm>
            <a:custGeom>
              <a:avLst/>
              <a:gdLst/>
              <a:ahLst/>
              <a:cxnLst/>
              <a:rect l="l" t="t" r="r" b="b"/>
              <a:pathLst>
                <a:path w="194" h="242" extrusionOk="0">
                  <a:moveTo>
                    <a:pt x="97" y="0"/>
                  </a:moveTo>
                  <a:lnTo>
                    <a:pt x="73" y="24"/>
                  </a:lnTo>
                  <a:lnTo>
                    <a:pt x="25" y="73"/>
                  </a:lnTo>
                  <a:lnTo>
                    <a:pt x="1" y="121"/>
                  </a:lnTo>
                  <a:lnTo>
                    <a:pt x="1" y="169"/>
                  </a:lnTo>
                  <a:lnTo>
                    <a:pt x="25" y="217"/>
                  </a:lnTo>
                  <a:lnTo>
                    <a:pt x="73" y="241"/>
                  </a:lnTo>
                  <a:lnTo>
                    <a:pt x="121" y="241"/>
                  </a:lnTo>
                  <a:lnTo>
                    <a:pt x="169" y="193"/>
                  </a:lnTo>
                  <a:lnTo>
                    <a:pt x="193" y="145"/>
                  </a:lnTo>
                  <a:lnTo>
                    <a:pt x="193" y="73"/>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9" name="Google Shape;5569;p14"/>
            <p:cNvSpPr/>
            <p:nvPr/>
          </p:nvSpPr>
          <p:spPr>
            <a:xfrm>
              <a:off x="3907475" y="1733250"/>
              <a:ext cx="6650" cy="4850"/>
            </a:xfrm>
            <a:custGeom>
              <a:avLst/>
              <a:gdLst/>
              <a:ahLst/>
              <a:cxnLst/>
              <a:rect l="l" t="t" r="r" b="b"/>
              <a:pathLst>
                <a:path w="266" h="194" extrusionOk="0">
                  <a:moveTo>
                    <a:pt x="169" y="1"/>
                  </a:moveTo>
                  <a:lnTo>
                    <a:pt x="73" y="25"/>
                  </a:lnTo>
                  <a:lnTo>
                    <a:pt x="49" y="49"/>
                  </a:lnTo>
                  <a:lnTo>
                    <a:pt x="25" y="73"/>
                  </a:lnTo>
                  <a:lnTo>
                    <a:pt x="1" y="145"/>
                  </a:lnTo>
                  <a:lnTo>
                    <a:pt x="25" y="169"/>
                  </a:lnTo>
                  <a:lnTo>
                    <a:pt x="97" y="193"/>
                  </a:lnTo>
                  <a:lnTo>
                    <a:pt x="145" y="193"/>
                  </a:lnTo>
                  <a:lnTo>
                    <a:pt x="218" y="169"/>
                  </a:lnTo>
                  <a:lnTo>
                    <a:pt x="266" y="121"/>
                  </a:lnTo>
                  <a:lnTo>
                    <a:pt x="266" y="49"/>
                  </a:lnTo>
                  <a:lnTo>
                    <a:pt x="242" y="25"/>
                  </a:lnTo>
                  <a:lnTo>
                    <a:pt x="21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0" name="Google Shape;5570;p14"/>
            <p:cNvSpPr/>
            <p:nvPr/>
          </p:nvSpPr>
          <p:spPr>
            <a:xfrm>
              <a:off x="4165675" y="1845800"/>
              <a:ext cx="5425" cy="6050"/>
            </a:xfrm>
            <a:custGeom>
              <a:avLst/>
              <a:gdLst/>
              <a:ahLst/>
              <a:cxnLst/>
              <a:rect l="l" t="t" r="r" b="b"/>
              <a:pathLst>
                <a:path w="217" h="242" extrusionOk="0">
                  <a:moveTo>
                    <a:pt x="24" y="1"/>
                  </a:moveTo>
                  <a:lnTo>
                    <a:pt x="0" y="49"/>
                  </a:lnTo>
                  <a:lnTo>
                    <a:pt x="0" y="97"/>
                  </a:lnTo>
                  <a:lnTo>
                    <a:pt x="0" y="145"/>
                  </a:lnTo>
                  <a:lnTo>
                    <a:pt x="24" y="193"/>
                  </a:lnTo>
                  <a:lnTo>
                    <a:pt x="73" y="241"/>
                  </a:lnTo>
                  <a:lnTo>
                    <a:pt x="121" y="241"/>
                  </a:lnTo>
                  <a:lnTo>
                    <a:pt x="169" y="193"/>
                  </a:lnTo>
                  <a:lnTo>
                    <a:pt x="217" y="145"/>
                  </a:lnTo>
                  <a:lnTo>
                    <a:pt x="217" y="97"/>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1" name="Google Shape;5571;p14"/>
            <p:cNvSpPr/>
            <p:nvPr/>
          </p:nvSpPr>
          <p:spPr>
            <a:xfrm>
              <a:off x="4023025" y="1768775"/>
              <a:ext cx="5450" cy="6650"/>
            </a:xfrm>
            <a:custGeom>
              <a:avLst/>
              <a:gdLst/>
              <a:ahLst/>
              <a:cxnLst/>
              <a:rect l="l" t="t" r="r" b="b"/>
              <a:pathLst>
                <a:path w="218" h="266" extrusionOk="0">
                  <a:moveTo>
                    <a:pt x="121" y="0"/>
                  </a:moveTo>
                  <a:lnTo>
                    <a:pt x="73" y="24"/>
                  </a:lnTo>
                  <a:lnTo>
                    <a:pt x="25" y="48"/>
                  </a:lnTo>
                  <a:lnTo>
                    <a:pt x="1" y="121"/>
                  </a:lnTo>
                  <a:lnTo>
                    <a:pt x="1" y="169"/>
                  </a:lnTo>
                  <a:lnTo>
                    <a:pt x="25" y="217"/>
                  </a:lnTo>
                  <a:lnTo>
                    <a:pt x="73" y="241"/>
                  </a:lnTo>
                  <a:lnTo>
                    <a:pt x="121" y="265"/>
                  </a:lnTo>
                  <a:lnTo>
                    <a:pt x="145" y="241"/>
                  </a:lnTo>
                  <a:lnTo>
                    <a:pt x="194" y="169"/>
                  </a:lnTo>
                  <a:lnTo>
                    <a:pt x="218" y="97"/>
                  </a:lnTo>
                  <a:lnTo>
                    <a:pt x="194"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2" name="Google Shape;5572;p14"/>
            <p:cNvSpPr/>
            <p:nvPr/>
          </p:nvSpPr>
          <p:spPr>
            <a:xfrm>
              <a:off x="3905675" y="1945700"/>
              <a:ext cx="5450" cy="6050"/>
            </a:xfrm>
            <a:custGeom>
              <a:avLst/>
              <a:gdLst/>
              <a:ahLst/>
              <a:cxnLst/>
              <a:rect l="l" t="t" r="r" b="b"/>
              <a:pathLst>
                <a:path w="218" h="242" extrusionOk="0">
                  <a:moveTo>
                    <a:pt x="73" y="1"/>
                  </a:moveTo>
                  <a:lnTo>
                    <a:pt x="25" y="25"/>
                  </a:lnTo>
                  <a:lnTo>
                    <a:pt x="1" y="73"/>
                  </a:lnTo>
                  <a:lnTo>
                    <a:pt x="1" y="121"/>
                  </a:lnTo>
                  <a:lnTo>
                    <a:pt x="1" y="169"/>
                  </a:lnTo>
                  <a:lnTo>
                    <a:pt x="49" y="217"/>
                  </a:lnTo>
                  <a:lnTo>
                    <a:pt x="73" y="241"/>
                  </a:lnTo>
                  <a:lnTo>
                    <a:pt x="121" y="241"/>
                  </a:lnTo>
                  <a:lnTo>
                    <a:pt x="193" y="217"/>
                  </a:lnTo>
                  <a:lnTo>
                    <a:pt x="217" y="169"/>
                  </a:lnTo>
                  <a:lnTo>
                    <a:pt x="217" y="145"/>
                  </a:lnTo>
                  <a:lnTo>
                    <a:pt x="193"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3" name="Google Shape;5573;p14"/>
            <p:cNvSpPr/>
            <p:nvPr/>
          </p:nvSpPr>
          <p:spPr>
            <a:xfrm>
              <a:off x="3767850" y="1848800"/>
              <a:ext cx="5450" cy="4850"/>
            </a:xfrm>
            <a:custGeom>
              <a:avLst/>
              <a:gdLst/>
              <a:ahLst/>
              <a:cxnLst/>
              <a:rect l="l" t="t" r="r" b="b"/>
              <a:pathLst>
                <a:path w="218" h="194" extrusionOk="0">
                  <a:moveTo>
                    <a:pt x="73" y="1"/>
                  </a:moveTo>
                  <a:lnTo>
                    <a:pt x="49" y="25"/>
                  </a:lnTo>
                  <a:lnTo>
                    <a:pt x="1" y="49"/>
                  </a:lnTo>
                  <a:lnTo>
                    <a:pt x="1" y="97"/>
                  </a:lnTo>
                  <a:lnTo>
                    <a:pt x="49" y="169"/>
                  </a:lnTo>
                  <a:lnTo>
                    <a:pt x="121" y="194"/>
                  </a:lnTo>
                  <a:lnTo>
                    <a:pt x="169" y="194"/>
                  </a:lnTo>
                  <a:lnTo>
                    <a:pt x="218" y="169"/>
                  </a:lnTo>
                  <a:lnTo>
                    <a:pt x="218" y="121"/>
                  </a:lnTo>
                  <a:lnTo>
                    <a:pt x="193"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4" name="Google Shape;5574;p14"/>
            <p:cNvSpPr/>
            <p:nvPr/>
          </p:nvSpPr>
          <p:spPr>
            <a:xfrm>
              <a:off x="4060350" y="1735675"/>
              <a:ext cx="6050" cy="5425"/>
            </a:xfrm>
            <a:custGeom>
              <a:avLst/>
              <a:gdLst/>
              <a:ahLst/>
              <a:cxnLst/>
              <a:rect l="l" t="t" r="r" b="b"/>
              <a:pathLst>
                <a:path w="242" h="217" extrusionOk="0">
                  <a:moveTo>
                    <a:pt x="121" y="0"/>
                  </a:moveTo>
                  <a:lnTo>
                    <a:pt x="73" y="24"/>
                  </a:lnTo>
                  <a:lnTo>
                    <a:pt x="25" y="72"/>
                  </a:lnTo>
                  <a:lnTo>
                    <a:pt x="0" y="145"/>
                  </a:lnTo>
                  <a:lnTo>
                    <a:pt x="25" y="169"/>
                  </a:lnTo>
                  <a:lnTo>
                    <a:pt x="49" y="193"/>
                  </a:lnTo>
                  <a:lnTo>
                    <a:pt x="97" y="217"/>
                  </a:lnTo>
                  <a:lnTo>
                    <a:pt x="145" y="193"/>
                  </a:lnTo>
                  <a:lnTo>
                    <a:pt x="193" y="145"/>
                  </a:lnTo>
                  <a:lnTo>
                    <a:pt x="241" y="96"/>
                  </a:lnTo>
                  <a:lnTo>
                    <a:pt x="241" y="48"/>
                  </a:lnTo>
                  <a:lnTo>
                    <a:pt x="241"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5" name="Google Shape;5575;p14"/>
            <p:cNvSpPr/>
            <p:nvPr/>
          </p:nvSpPr>
          <p:spPr>
            <a:xfrm>
              <a:off x="3843700" y="1597850"/>
              <a:ext cx="4825" cy="6650"/>
            </a:xfrm>
            <a:custGeom>
              <a:avLst/>
              <a:gdLst/>
              <a:ahLst/>
              <a:cxnLst/>
              <a:rect l="l" t="t" r="r" b="b"/>
              <a:pathLst>
                <a:path w="193" h="266" extrusionOk="0">
                  <a:moveTo>
                    <a:pt x="120" y="0"/>
                  </a:moveTo>
                  <a:lnTo>
                    <a:pt x="72" y="25"/>
                  </a:lnTo>
                  <a:lnTo>
                    <a:pt x="24" y="49"/>
                  </a:lnTo>
                  <a:lnTo>
                    <a:pt x="0" y="97"/>
                  </a:lnTo>
                  <a:lnTo>
                    <a:pt x="0" y="145"/>
                  </a:lnTo>
                  <a:lnTo>
                    <a:pt x="0" y="217"/>
                  </a:lnTo>
                  <a:lnTo>
                    <a:pt x="24" y="241"/>
                  </a:lnTo>
                  <a:lnTo>
                    <a:pt x="72" y="265"/>
                  </a:lnTo>
                  <a:lnTo>
                    <a:pt x="120" y="241"/>
                  </a:lnTo>
                  <a:lnTo>
                    <a:pt x="169" y="193"/>
                  </a:lnTo>
                  <a:lnTo>
                    <a:pt x="193" y="121"/>
                  </a:lnTo>
                  <a:lnTo>
                    <a:pt x="193" y="73"/>
                  </a:lnTo>
                  <a:lnTo>
                    <a:pt x="169" y="25"/>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6" name="Google Shape;5576;p14"/>
            <p:cNvSpPr/>
            <p:nvPr/>
          </p:nvSpPr>
          <p:spPr>
            <a:xfrm>
              <a:off x="4094650" y="1695350"/>
              <a:ext cx="6050" cy="6050"/>
            </a:xfrm>
            <a:custGeom>
              <a:avLst/>
              <a:gdLst/>
              <a:ahLst/>
              <a:cxnLst/>
              <a:rect l="l" t="t" r="r" b="b"/>
              <a:pathLst>
                <a:path w="242" h="242" extrusionOk="0">
                  <a:moveTo>
                    <a:pt x="121" y="0"/>
                  </a:moveTo>
                  <a:lnTo>
                    <a:pt x="73" y="24"/>
                  </a:lnTo>
                  <a:lnTo>
                    <a:pt x="49" y="48"/>
                  </a:lnTo>
                  <a:lnTo>
                    <a:pt x="25" y="73"/>
                  </a:lnTo>
                  <a:lnTo>
                    <a:pt x="1" y="121"/>
                  </a:lnTo>
                  <a:lnTo>
                    <a:pt x="25" y="169"/>
                  </a:lnTo>
                  <a:lnTo>
                    <a:pt x="49" y="193"/>
                  </a:lnTo>
                  <a:lnTo>
                    <a:pt x="73" y="217"/>
                  </a:lnTo>
                  <a:lnTo>
                    <a:pt x="145" y="241"/>
                  </a:lnTo>
                  <a:lnTo>
                    <a:pt x="193" y="217"/>
                  </a:lnTo>
                  <a:lnTo>
                    <a:pt x="217" y="193"/>
                  </a:lnTo>
                  <a:lnTo>
                    <a:pt x="241" y="145"/>
                  </a:lnTo>
                  <a:lnTo>
                    <a:pt x="217" y="73"/>
                  </a:lnTo>
                  <a:lnTo>
                    <a:pt x="193"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7" name="Google Shape;5577;p14"/>
            <p:cNvSpPr/>
            <p:nvPr/>
          </p:nvSpPr>
          <p:spPr>
            <a:xfrm>
              <a:off x="4016425" y="1929450"/>
              <a:ext cx="4225" cy="6650"/>
            </a:xfrm>
            <a:custGeom>
              <a:avLst/>
              <a:gdLst/>
              <a:ahLst/>
              <a:cxnLst/>
              <a:rect l="l" t="t" r="r" b="b"/>
              <a:pathLst>
                <a:path w="169" h="266" extrusionOk="0">
                  <a:moveTo>
                    <a:pt x="48" y="1"/>
                  </a:moveTo>
                  <a:lnTo>
                    <a:pt x="0" y="97"/>
                  </a:lnTo>
                  <a:lnTo>
                    <a:pt x="0" y="217"/>
                  </a:lnTo>
                  <a:lnTo>
                    <a:pt x="24" y="241"/>
                  </a:lnTo>
                  <a:lnTo>
                    <a:pt x="48" y="266"/>
                  </a:lnTo>
                  <a:lnTo>
                    <a:pt x="96" y="241"/>
                  </a:lnTo>
                  <a:lnTo>
                    <a:pt x="145" y="193"/>
                  </a:lnTo>
                  <a:lnTo>
                    <a:pt x="169" y="121"/>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8" name="Google Shape;5578;p14"/>
            <p:cNvSpPr/>
            <p:nvPr/>
          </p:nvSpPr>
          <p:spPr>
            <a:xfrm>
              <a:off x="3962250" y="1986025"/>
              <a:ext cx="6050" cy="4850"/>
            </a:xfrm>
            <a:custGeom>
              <a:avLst/>
              <a:gdLst/>
              <a:ahLst/>
              <a:cxnLst/>
              <a:rect l="l" t="t" r="r" b="b"/>
              <a:pathLst>
                <a:path w="242" h="194" extrusionOk="0">
                  <a:moveTo>
                    <a:pt x="49" y="1"/>
                  </a:moveTo>
                  <a:lnTo>
                    <a:pt x="1" y="25"/>
                  </a:lnTo>
                  <a:lnTo>
                    <a:pt x="1" y="73"/>
                  </a:lnTo>
                  <a:lnTo>
                    <a:pt x="1" y="121"/>
                  </a:lnTo>
                  <a:lnTo>
                    <a:pt x="73" y="169"/>
                  </a:lnTo>
                  <a:lnTo>
                    <a:pt x="97" y="193"/>
                  </a:lnTo>
                  <a:lnTo>
                    <a:pt x="193" y="193"/>
                  </a:lnTo>
                  <a:lnTo>
                    <a:pt x="217" y="145"/>
                  </a:lnTo>
                  <a:lnTo>
                    <a:pt x="241" y="121"/>
                  </a:lnTo>
                  <a:lnTo>
                    <a:pt x="217" y="73"/>
                  </a:lnTo>
                  <a:lnTo>
                    <a:pt x="169"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9" name="Google Shape;5579;p14"/>
            <p:cNvSpPr/>
            <p:nvPr/>
          </p:nvSpPr>
          <p:spPr>
            <a:xfrm>
              <a:off x="3956225" y="1940300"/>
              <a:ext cx="4250" cy="4225"/>
            </a:xfrm>
            <a:custGeom>
              <a:avLst/>
              <a:gdLst/>
              <a:ahLst/>
              <a:cxnLst/>
              <a:rect l="l" t="t" r="r" b="b"/>
              <a:pathLst>
                <a:path w="170" h="169" extrusionOk="0">
                  <a:moveTo>
                    <a:pt x="73" y="0"/>
                  </a:moveTo>
                  <a:lnTo>
                    <a:pt x="1" y="24"/>
                  </a:lnTo>
                  <a:lnTo>
                    <a:pt x="1" y="48"/>
                  </a:lnTo>
                  <a:lnTo>
                    <a:pt x="1" y="72"/>
                  </a:lnTo>
                  <a:lnTo>
                    <a:pt x="1" y="120"/>
                  </a:lnTo>
                  <a:lnTo>
                    <a:pt x="25" y="144"/>
                  </a:lnTo>
                  <a:lnTo>
                    <a:pt x="73" y="169"/>
                  </a:lnTo>
                  <a:lnTo>
                    <a:pt x="121" y="169"/>
                  </a:lnTo>
                  <a:lnTo>
                    <a:pt x="145" y="144"/>
                  </a:lnTo>
                  <a:lnTo>
                    <a:pt x="169" y="120"/>
                  </a:lnTo>
                  <a:lnTo>
                    <a:pt x="145"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0" name="Google Shape;5580;p14"/>
            <p:cNvSpPr/>
            <p:nvPr/>
          </p:nvSpPr>
          <p:spPr>
            <a:xfrm>
              <a:off x="4068775" y="1674275"/>
              <a:ext cx="3625" cy="4850"/>
            </a:xfrm>
            <a:custGeom>
              <a:avLst/>
              <a:gdLst/>
              <a:ahLst/>
              <a:cxnLst/>
              <a:rect l="l" t="t" r="r" b="b"/>
              <a:pathLst>
                <a:path w="145" h="194" extrusionOk="0">
                  <a:moveTo>
                    <a:pt x="49" y="1"/>
                  </a:moveTo>
                  <a:lnTo>
                    <a:pt x="25" y="25"/>
                  </a:lnTo>
                  <a:lnTo>
                    <a:pt x="1" y="73"/>
                  </a:lnTo>
                  <a:lnTo>
                    <a:pt x="1" y="121"/>
                  </a:lnTo>
                  <a:lnTo>
                    <a:pt x="1" y="193"/>
                  </a:lnTo>
                  <a:lnTo>
                    <a:pt x="73" y="193"/>
                  </a:lnTo>
                  <a:lnTo>
                    <a:pt x="121" y="169"/>
                  </a:lnTo>
                  <a:lnTo>
                    <a:pt x="145" y="97"/>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1" name="Google Shape;5581;p14"/>
            <p:cNvSpPr/>
            <p:nvPr/>
          </p:nvSpPr>
          <p:spPr>
            <a:xfrm>
              <a:off x="3943000" y="1805475"/>
              <a:ext cx="4225" cy="4250"/>
            </a:xfrm>
            <a:custGeom>
              <a:avLst/>
              <a:gdLst/>
              <a:ahLst/>
              <a:cxnLst/>
              <a:rect l="l" t="t" r="r" b="b"/>
              <a:pathLst>
                <a:path w="169" h="170" extrusionOk="0">
                  <a:moveTo>
                    <a:pt x="48" y="1"/>
                  </a:moveTo>
                  <a:lnTo>
                    <a:pt x="24" y="49"/>
                  </a:lnTo>
                  <a:lnTo>
                    <a:pt x="0" y="97"/>
                  </a:lnTo>
                  <a:lnTo>
                    <a:pt x="24" y="121"/>
                  </a:lnTo>
                  <a:lnTo>
                    <a:pt x="48" y="169"/>
                  </a:lnTo>
                  <a:lnTo>
                    <a:pt x="145" y="169"/>
                  </a:lnTo>
                  <a:lnTo>
                    <a:pt x="169" y="121"/>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2" name="Google Shape;5582;p14"/>
            <p:cNvSpPr/>
            <p:nvPr/>
          </p:nvSpPr>
          <p:spPr>
            <a:xfrm>
              <a:off x="4059150" y="1669475"/>
              <a:ext cx="4825" cy="4825"/>
            </a:xfrm>
            <a:custGeom>
              <a:avLst/>
              <a:gdLst/>
              <a:ahLst/>
              <a:cxnLst/>
              <a:rect l="l" t="t" r="r" b="b"/>
              <a:pathLst>
                <a:path w="193" h="193" extrusionOk="0">
                  <a:moveTo>
                    <a:pt x="48" y="0"/>
                  </a:moveTo>
                  <a:lnTo>
                    <a:pt x="24" y="24"/>
                  </a:lnTo>
                  <a:lnTo>
                    <a:pt x="0" y="48"/>
                  </a:lnTo>
                  <a:lnTo>
                    <a:pt x="0" y="96"/>
                  </a:lnTo>
                  <a:lnTo>
                    <a:pt x="24" y="121"/>
                  </a:lnTo>
                  <a:lnTo>
                    <a:pt x="73" y="193"/>
                  </a:lnTo>
                  <a:lnTo>
                    <a:pt x="145" y="193"/>
                  </a:lnTo>
                  <a:lnTo>
                    <a:pt x="193" y="145"/>
                  </a:lnTo>
                  <a:lnTo>
                    <a:pt x="193" y="96"/>
                  </a:lnTo>
                  <a:lnTo>
                    <a:pt x="193" y="48"/>
                  </a:lnTo>
                  <a:lnTo>
                    <a:pt x="121"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3" name="Google Shape;5583;p14"/>
            <p:cNvSpPr/>
            <p:nvPr/>
          </p:nvSpPr>
          <p:spPr>
            <a:xfrm>
              <a:off x="3831050" y="1920425"/>
              <a:ext cx="5450" cy="4250"/>
            </a:xfrm>
            <a:custGeom>
              <a:avLst/>
              <a:gdLst/>
              <a:ahLst/>
              <a:cxnLst/>
              <a:rect l="l" t="t" r="r" b="b"/>
              <a:pathLst>
                <a:path w="218" h="170" extrusionOk="0">
                  <a:moveTo>
                    <a:pt x="97" y="1"/>
                  </a:moveTo>
                  <a:lnTo>
                    <a:pt x="49" y="25"/>
                  </a:lnTo>
                  <a:lnTo>
                    <a:pt x="25" y="49"/>
                  </a:lnTo>
                  <a:lnTo>
                    <a:pt x="1" y="73"/>
                  </a:lnTo>
                  <a:lnTo>
                    <a:pt x="25" y="97"/>
                  </a:lnTo>
                  <a:lnTo>
                    <a:pt x="73" y="145"/>
                  </a:lnTo>
                  <a:lnTo>
                    <a:pt x="145" y="169"/>
                  </a:lnTo>
                  <a:lnTo>
                    <a:pt x="193" y="145"/>
                  </a:lnTo>
                  <a:lnTo>
                    <a:pt x="217" y="121"/>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4" name="Google Shape;5584;p14"/>
            <p:cNvSpPr/>
            <p:nvPr/>
          </p:nvSpPr>
          <p:spPr>
            <a:xfrm>
              <a:off x="3950225" y="1664050"/>
              <a:ext cx="4225" cy="4225"/>
            </a:xfrm>
            <a:custGeom>
              <a:avLst/>
              <a:gdLst/>
              <a:ahLst/>
              <a:cxnLst/>
              <a:rect l="l" t="t" r="r" b="b"/>
              <a:pathLst>
                <a:path w="169" h="169" extrusionOk="0">
                  <a:moveTo>
                    <a:pt x="48" y="0"/>
                  </a:moveTo>
                  <a:lnTo>
                    <a:pt x="0" y="49"/>
                  </a:lnTo>
                  <a:lnTo>
                    <a:pt x="24" y="121"/>
                  </a:lnTo>
                  <a:lnTo>
                    <a:pt x="72" y="169"/>
                  </a:lnTo>
                  <a:lnTo>
                    <a:pt x="120" y="145"/>
                  </a:lnTo>
                  <a:lnTo>
                    <a:pt x="169" y="97"/>
                  </a:lnTo>
                  <a:lnTo>
                    <a:pt x="169" y="49"/>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5" name="Google Shape;5585;p14"/>
            <p:cNvSpPr/>
            <p:nvPr/>
          </p:nvSpPr>
          <p:spPr>
            <a:xfrm>
              <a:off x="3957425" y="1763350"/>
              <a:ext cx="5450" cy="3625"/>
            </a:xfrm>
            <a:custGeom>
              <a:avLst/>
              <a:gdLst/>
              <a:ahLst/>
              <a:cxnLst/>
              <a:rect l="l" t="t" r="r" b="b"/>
              <a:pathLst>
                <a:path w="218" h="145" extrusionOk="0">
                  <a:moveTo>
                    <a:pt x="73" y="1"/>
                  </a:moveTo>
                  <a:lnTo>
                    <a:pt x="25" y="25"/>
                  </a:lnTo>
                  <a:lnTo>
                    <a:pt x="1" y="73"/>
                  </a:lnTo>
                  <a:lnTo>
                    <a:pt x="1" y="97"/>
                  </a:lnTo>
                  <a:lnTo>
                    <a:pt x="1" y="121"/>
                  </a:lnTo>
                  <a:lnTo>
                    <a:pt x="73" y="145"/>
                  </a:lnTo>
                  <a:lnTo>
                    <a:pt x="194" y="145"/>
                  </a:lnTo>
                  <a:lnTo>
                    <a:pt x="218" y="97"/>
                  </a:lnTo>
                  <a:lnTo>
                    <a:pt x="194"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6" name="Google Shape;5586;p14"/>
            <p:cNvSpPr/>
            <p:nvPr/>
          </p:nvSpPr>
          <p:spPr>
            <a:xfrm>
              <a:off x="3787725" y="1832550"/>
              <a:ext cx="4225" cy="4850"/>
            </a:xfrm>
            <a:custGeom>
              <a:avLst/>
              <a:gdLst/>
              <a:ahLst/>
              <a:cxnLst/>
              <a:rect l="l" t="t" r="r" b="b"/>
              <a:pathLst>
                <a:path w="169" h="194" extrusionOk="0">
                  <a:moveTo>
                    <a:pt x="48" y="1"/>
                  </a:moveTo>
                  <a:lnTo>
                    <a:pt x="0" y="49"/>
                  </a:lnTo>
                  <a:lnTo>
                    <a:pt x="0" y="121"/>
                  </a:lnTo>
                  <a:lnTo>
                    <a:pt x="0" y="169"/>
                  </a:lnTo>
                  <a:lnTo>
                    <a:pt x="48" y="194"/>
                  </a:lnTo>
                  <a:lnTo>
                    <a:pt x="97" y="194"/>
                  </a:lnTo>
                  <a:lnTo>
                    <a:pt x="145" y="145"/>
                  </a:lnTo>
                  <a:lnTo>
                    <a:pt x="169" y="97"/>
                  </a:lnTo>
                  <a:lnTo>
                    <a:pt x="169" y="73"/>
                  </a:lnTo>
                  <a:lnTo>
                    <a:pt x="145"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7" name="Google Shape;5587;p14"/>
            <p:cNvSpPr/>
            <p:nvPr/>
          </p:nvSpPr>
          <p:spPr>
            <a:xfrm>
              <a:off x="3933375" y="1944500"/>
              <a:ext cx="6625" cy="4850"/>
            </a:xfrm>
            <a:custGeom>
              <a:avLst/>
              <a:gdLst/>
              <a:ahLst/>
              <a:cxnLst/>
              <a:rect l="l" t="t" r="r" b="b"/>
              <a:pathLst>
                <a:path w="265" h="194" extrusionOk="0">
                  <a:moveTo>
                    <a:pt x="0" y="1"/>
                  </a:moveTo>
                  <a:lnTo>
                    <a:pt x="72" y="145"/>
                  </a:lnTo>
                  <a:lnTo>
                    <a:pt x="120" y="193"/>
                  </a:lnTo>
                  <a:lnTo>
                    <a:pt x="241" y="193"/>
                  </a:lnTo>
                  <a:lnTo>
                    <a:pt x="265" y="145"/>
                  </a:lnTo>
                  <a:lnTo>
                    <a:pt x="217" y="49"/>
                  </a:lnTo>
                  <a:lnTo>
                    <a:pt x="144"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14"/>
            <p:cNvSpPr/>
            <p:nvPr/>
          </p:nvSpPr>
          <p:spPr>
            <a:xfrm>
              <a:off x="3734750" y="1788625"/>
              <a:ext cx="4250" cy="4850"/>
            </a:xfrm>
            <a:custGeom>
              <a:avLst/>
              <a:gdLst/>
              <a:ahLst/>
              <a:cxnLst/>
              <a:rect l="l" t="t" r="r" b="b"/>
              <a:pathLst>
                <a:path w="170" h="194" extrusionOk="0">
                  <a:moveTo>
                    <a:pt x="25" y="1"/>
                  </a:moveTo>
                  <a:lnTo>
                    <a:pt x="1" y="25"/>
                  </a:lnTo>
                  <a:lnTo>
                    <a:pt x="1" y="73"/>
                  </a:lnTo>
                  <a:lnTo>
                    <a:pt x="1" y="145"/>
                  </a:lnTo>
                  <a:lnTo>
                    <a:pt x="49" y="193"/>
                  </a:lnTo>
                  <a:lnTo>
                    <a:pt x="121" y="193"/>
                  </a:lnTo>
                  <a:lnTo>
                    <a:pt x="169" y="121"/>
                  </a:lnTo>
                  <a:lnTo>
                    <a:pt x="169" y="73"/>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9" name="Google Shape;5589;p14"/>
            <p:cNvSpPr/>
            <p:nvPr/>
          </p:nvSpPr>
          <p:spPr>
            <a:xfrm>
              <a:off x="3964050" y="1703775"/>
              <a:ext cx="4850" cy="4825"/>
            </a:xfrm>
            <a:custGeom>
              <a:avLst/>
              <a:gdLst/>
              <a:ahLst/>
              <a:cxnLst/>
              <a:rect l="l" t="t" r="r" b="b"/>
              <a:pathLst>
                <a:path w="194" h="193" extrusionOk="0">
                  <a:moveTo>
                    <a:pt x="97" y="0"/>
                  </a:moveTo>
                  <a:lnTo>
                    <a:pt x="49" y="24"/>
                  </a:lnTo>
                  <a:lnTo>
                    <a:pt x="25" y="48"/>
                  </a:lnTo>
                  <a:lnTo>
                    <a:pt x="1" y="97"/>
                  </a:lnTo>
                  <a:lnTo>
                    <a:pt x="25" y="145"/>
                  </a:lnTo>
                  <a:lnTo>
                    <a:pt x="73" y="193"/>
                  </a:lnTo>
                  <a:lnTo>
                    <a:pt x="145" y="193"/>
                  </a:lnTo>
                  <a:lnTo>
                    <a:pt x="169" y="169"/>
                  </a:lnTo>
                  <a:lnTo>
                    <a:pt x="193" y="121"/>
                  </a:lnTo>
                  <a:lnTo>
                    <a:pt x="169"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0" name="Google Shape;5590;p14"/>
            <p:cNvSpPr/>
            <p:nvPr/>
          </p:nvSpPr>
          <p:spPr>
            <a:xfrm>
              <a:off x="3775075" y="1884325"/>
              <a:ext cx="4250" cy="4225"/>
            </a:xfrm>
            <a:custGeom>
              <a:avLst/>
              <a:gdLst/>
              <a:ahLst/>
              <a:cxnLst/>
              <a:rect l="l" t="t" r="r" b="b"/>
              <a:pathLst>
                <a:path w="170" h="169" extrusionOk="0">
                  <a:moveTo>
                    <a:pt x="25" y="0"/>
                  </a:moveTo>
                  <a:lnTo>
                    <a:pt x="1" y="24"/>
                  </a:lnTo>
                  <a:lnTo>
                    <a:pt x="1" y="72"/>
                  </a:lnTo>
                  <a:lnTo>
                    <a:pt x="1" y="121"/>
                  </a:lnTo>
                  <a:lnTo>
                    <a:pt x="49" y="145"/>
                  </a:lnTo>
                  <a:lnTo>
                    <a:pt x="73" y="169"/>
                  </a:lnTo>
                  <a:lnTo>
                    <a:pt x="145" y="145"/>
                  </a:lnTo>
                  <a:lnTo>
                    <a:pt x="169" y="121"/>
                  </a:lnTo>
                  <a:lnTo>
                    <a:pt x="169" y="97"/>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1" name="Google Shape;5591;p14"/>
            <p:cNvSpPr/>
            <p:nvPr/>
          </p:nvSpPr>
          <p:spPr>
            <a:xfrm>
              <a:off x="3961650" y="2025150"/>
              <a:ext cx="5450" cy="4825"/>
            </a:xfrm>
            <a:custGeom>
              <a:avLst/>
              <a:gdLst/>
              <a:ahLst/>
              <a:cxnLst/>
              <a:rect l="l" t="t" r="r" b="b"/>
              <a:pathLst>
                <a:path w="218" h="193" extrusionOk="0">
                  <a:moveTo>
                    <a:pt x="49" y="0"/>
                  </a:moveTo>
                  <a:lnTo>
                    <a:pt x="0" y="24"/>
                  </a:lnTo>
                  <a:lnTo>
                    <a:pt x="0" y="73"/>
                  </a:lnTo>
                  <a:lnTo>
                    <a:pt x="0" y="121"/>
                  </a:lnTo>
                  <a:lnTo>
                    <a:pt x="49" y="169"/>
                  </a:lnTo>
                  <a:lnTo>
                    <a:pt x="97" y="193"/>
                  </a:lnTo>
                  <a:lnTo>
                    <a:pt x="145" y="193"/>
                  </a:lnTo>
                  <a:lnTo>
                    <a:pt x="193" y="145"/>
                  </a:lnTo>
                  <a:lnTo>
                    <a:pt x="217" y="97"/>
                  </a:lnTo>
                  <a:lnTo>
                    <a:pt x="193" y="49"/>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2" name="Google Shape;5592;p14"/>
            <p:cNvSpPr/>
            <p:nvPr/>
          </p:nvSpPr>
          <p:spPr>
            <a:xfrm>
              <a:off x="4079000" y="1740475"/>
              <a:ext cx="4850" cy="4850"/>
            </a:xfrm>
            <a:custGeom>
              <a:avLst/>
              <a:gdLst/>
              <a:ahLst/>
              <a:cxnLst/>
              <a:rect l="l" t="t" r="r" b="b"/>
              <a:pathLst>
                <a:path w="194" h="194" extrusionOk="0">
                  <a:moveTo>
                    <a:pt x="25" y="1"/>
                  </a:moveTo>
                  <a:lnTo>
                    <a:pt x="1" y="49"/>
                  </a:lnTo>
                  <a:lnTo>
                    <a:pt x="1" y="97"/>
                  </a:lnTo>
                  <a:lnTo>
                    <a:pt x="25" y="145"/>
                  </a:lnTo>
                  <a:lnTo>
                    <a:pt x="49" y="169"/>
                  </a:lnTo>
                  <a:lnTo>
                    <a:pt x="121" y="193"/>
                  </a:lnTo>
                  <a:lnTo>
                    <a:pt x="145" y="169"/>
                  </a:lnTo>
                  <a:lnTo>
                    <a:pt x="193" y="145"/>
                  </a:lnTo>
                  <a:lnTo>
                    <a:pt x="169" y="73"/>
                  </a:lnTo>
                  <a:lnTo>
                    <a:pt x="145"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3" name="Google Shape;5593;p14"/>
            <p:cNvSpPr/>
            <p:nvPr/>
          </p:nvSpPr>
          <p:spPr>
            <a:xfrm>
              <a:off x="3797950" y="1830150"/>
              <a:ext cx="4250" cy="4850"/>
            </a:xfrm>
            <a:custGeom>
              <a:avLst/>
              <a:gdLst/>
              <a:ahLst/>
              <a:cxnLst/>
              <a:rect l="l" t="t" r="r" b="b"/>
              <a:pathLst>
                <a:path w="170" h="194" extrusionOk="0">
                  <a:moveTo>
                    <a:pt x="73" y="1"/>
                  </a:moveTo>
                  <a:lnTo>
                    <a:pt x="25" y="25"/>
                  </a:lnTo>
                  <a:lnTo>
                    <a:pt x="1" y="73"/>
                  </a:lnTo>
                  <a:lnTo>
                    <a:pt x="1" y="145"/>
                  </a:lnTo>
                  <a:lnTo>
                    <a:pt x="49" y="193"/>
                  </a:lnTo>
                  <a:lnTo>
                    <a:pt x="121" y="193"/>
                  </a:lnTo>
                  <a:lnTo>
                    <a:pt x="169" y="145"/>
                  </a:lnTo>
                  <a:lnTo>
                    <a:pt x="169" y="97"/>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4" name="Google Shape;5594;p14"/>
            <p:cNvSpPr/>
            <p:nvPr/>
          </p:nvSpPr>
          <p:spPr>
            <a:xfrm>
              <a:off x="3787725" y="1868075"/>
              <a:ext cx="4825" cy="4825"/>
            </a:xfrm>
            <a:custGeom>
              <a:avLst/>
              <a:gdLst/>
              <a:ahLst/>
              <a:cxnLst/>
              <a:rect l="l" t="t" r="r" b="b"/>
              <a:pathLst>
                <a:path w="193" h="193" extrusionOk="0">
                  <a:moveTo>
                    <a:pt x="97" y="0"/>
                  </a:moveTo>
                  <a:lnTo>
                    <a:pt x="24" y="24"/>
                  </a:lnTo>
                  <a:lnTo>
                    <a:pt x="0" y="48"/>
                  </a:lnTo>
                  <a:lnTo>
                    <a:pt x="0" y="72"/>
                  </a:lnTo>
                  <a:lnTo>
                    <a:pt x="0" y="121"/>
                  </a:lnTo>
                  <a:lnTo>
                    <a:pt x="24" y="145"/>
                  </a:lnTo>
                  <a:lnTo>
                    <a:pt x="48" y="169"/>
                  </a:lnTo>
                  <a:lnTo>
                    <a:pt x="97" y="193"/>
                  </a:lnTo>
                  <a:lnTo>
                    <a:pt x="169" y="169"/>
                  </a:lnTo>
                  <a:lnTo>
                    <a:pt x="193" y="121"/>
                  </a:lnTo>
                  <a:lnTo>
                    <a:pt x="169"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5" name="Google Shape;5595;p14"/>
            <p:cNvSpPr/>
            <p:nvPr/>
          </p:nvSpPr>
          <p:spPr>
            <a:xfrm>
              <a:off x="3950825" y="1893350"/>
              <a:ext cx="6025" cy="4825"/>
            </a:xfrm>
            <a:custGeom>
              <a:avLst/>
              <a:gdLst/>
              <a:ahLst/>
              <a:cxnLst/>
              <a:rect l="l" t="t" r="r" b="b"/>
              <a:pathLst>
                <a:path w="241" h="193" extrusionOk="0">
                  <a:moveTo>
                    <a:pt x="48" y="0"/>
                  </a:moveTo>
                  <a:lnTo>
                    <a:pt x="24" y="48"/>
                  </a:lnTo>
                  <a:lnTo>
                    <a:pt x="0" y="97"/>
                  </a:lnTo>
                  <a:lnTo>
                    <a:pt x="0" y="121"/>
                  </a:lnTo>
                  <a:lnTo>
                    <a:pt x="24" y="169"/>
                  </a:lnTo>
                  <a:lnTo>
                    <a:pt x="72" y="193"/>
                  </a:lnTo>
                  <a:lnTo>
                    <a:pt x="193" y="193"/>
                  </a:lnTo>
                  <a:lnTo>
                    <a:pt x="217" y="145"/>
                  </a:lnTo>
                  <a:lnTo>
                    <a:pt x="241" y="97"/>
                  </a:lnTo>
                  <a:lnTo>
                    <a:pt x="241" y="73"/>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6" name="Google Shape;5596;p14"/>
            <p:cNvSpPr/>
            <p:nvPr/>
          </p:nvSpPr>
          <p:spPr>
            <a:xfrm>
              <a:off x="4059750" y="1704375"/>
              <a:ext cx="4225" cy="4825"/>
            </a:xfrm>
            <a:custGeom>
              <a:avLst/>
              <a:gdLst/>
              <a:ahLst/>
              <a:cxnLst/>
              <a:rect l="l" t="t" r="r" b="b"/>
              <a:pathLst>
                <a:path w="169" h="193" extrusionOk="0">
                  <a:moveTo>
                    <a:pt x="49" y="0"/>
                  </a:moveTo>
                  <a:lnTo>
                    <a:pt x="0" y="49"/>
                  </a:lnTo>
                  <a:lnTo>
                    <a:pt x="0" y="73"/>
                  </a:lnTo>
                  <a:lnTo>
                    <a:pt x="0" y="121"/>
                  </a:lnTo>
                  <a:lnTo>
                    <a:pt x="49" y="169"/>
                  </a:lnTo>
                  <a:lnTo>
                    <a:pt x="121" y="193"/>
                  </a:lnTo>
                  <a:lnTo>
                    <a:pt x="145" y="169"/>
                  </a:lnTo>
                  <a:lnTo>
                    <a:pt x="169" y="145"/>
                  </a:lnTo>
                  <a:lnTo>
                    <a:pt x="169" y="97"/>
                  </a:lnTo>
                  <a:lnTo>
                    <a:pt x="169" y="73"/>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7" name="Google Shape;5597;p14"/>
            <p:cNvSpPr/>
            <p:nvPr/>
          </p:nvSpPr>
          <p:spPr>
            <a:xfrm>
              <a:off x="4119925" y="1737475"/>
              <a:ext cx="5450" cy="4825"/>
            </a:xfrm>
            <a:custGeom>
              <a:avLst/>
              <a:gdLst/>
              <a:ahLst/>
              <a:cxnLst/>
              <a:rect l="l" t="t" r="r" b="b"/>
              <a:pathLst>
                <a:path w="218" h="193" extrusionOk="0">
                  <a:moveTo>
                    <a:pt x="25" y="0"/>
                  </a:moveTo>
                  <a:lnTo>
                    <a:pt x="1" y="73"/>
                  </a:lnTo>
                  <a:lnTo>
                    <a:pt x="25" y="145"/>
                  </a:lnTo>
                  <a:lnTo>
                    <a:pt x="73" y="193"/>
                  </a:lnTo>
                  <a:lnTo>
                    <a:pt x="145" y="193"/>
                  </a:lnTo>
                  <a:lnTo>
                    <a:pt x="169" y="169"/>
                  </a:lnTo>
                  <a:lnTo>
                    <a:pt x="193" y="121"/>
                  </a:lnTo>
                  <a:lnTo>
                    <a:pt x="217" y="97"/>
                  </a:lnTo>
                  <a:lnTo>
                    <a:pt x="193" y="49"/>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8" name="Google Shape;5598;p14"/>
            <p:cNvSpPr/>
            <p:nvPr/>
          </p:nvSpPr>
          <p:spPr>
            <a:xfrm>
              <a:off x="3847900" y="1887925"/>
              <a:ext cx="4250" cy="4250"/>
            </a:xfrm>
            <a:custGeom>
              <a:avLst/>
              <a:gdLst/>
              <a:ahLst/>
              <a:cxnLst/>
              <a:rect l="l" t="t" r="r" b="b"/>
              <a:pathLst>
                <a:path w="170" h="170" extrusionOk="0">
                  <a:moveTo>
                    <a:pt x="97" y="1"/>
                  </a:moveTo>
                  <a:lnTo>
                    <a:pt x="49" y="25"/>
                  </a:lnTo>
                  <a:lnTo>
                    <a:pt x="25" y="73"/>
                  </a:lnTo>
                  <a:lnTo>
                    <a:pt x="1" y="121"/>
                  </a:lnTo>
                  <a:lnTo>
                    <a:pt x="25" y="145"/>
                  </a:lnTo>
                  <a:lnTo>
                    <a:pt x="49" y="169"/>
                  </a:lnTo>
                  <a:lnTo>
                    <a:pt x="97" y="145"/>
                  </a:lnTo>
                  <a:lnTo>
                    <a:pt x="169"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9" name="Google Shape;5599;p14"/>
            <p:cNvSpPr/>
            <p:nvPr/>
          </p:nvSpPr>
          <p:spPr>
            <a:xfrm>
              <a:off x="3958650" y="1872275"/>
              <a:ext cx="4225" cy="4250"/>
            </a:xfrm>
            <a:custGeom>
              <a:avLst/>
              <a:gdLst/>
              <a:ahLst/>
              <a:cxnLst/>
              <a:rect l="l" t="t" r="r" b="b"/>
              <a:pathLst>
                <a:path w="169" h="170" extrusionOk="0">
                  <a:moveTo>
                    <a:pt x="24" y="1"/>
                  </a:moveTo>
                  <a:lnTo>
                    <a:pt x="0" y="49"/>
                  </a:lnTo>
                  <a:lnTo>
                    <a:pt x="0" y="97"/>
                  </a:lnTo>
                  <a:lnTo>
                    <a:pt x="24" y="145"/>
                  </a:lnTo>
                  <a:lnTo>
                    <a:pt x="48" y="169"/>
                  </a:lnTo>
                  <a:lnTo>
                    <a:pt x="120" y="169"/>
                  </a:lnTo>
                  <a:lnTo>
                    <a:pt x="169" y="145"/>
                  </a:lnTo>
                  <a:lnTo>
                    <a:pt x="169" y="97"/>
                  </a:lnTo>
                  <a:lnTo>
                    <a:pt x="169" y="49"/>
                  </a:lnTo>
                  <a:lnTo>
                    <a:pt x="145"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0" name="Google Shape;5600;p14"/>
            <p:cNvSpPr/>
            <p:nvPr/>
          </p:nvSpPr>
          <p:spPr>
            <a:xfrm>
              <a:off x="3953225" y="1729650"/>
              <a:ext cx="3625" cy="4850"/>
            </a:xfrm>
            <a:custGeom>
              <a:avLst/>
              <a:gdLst/>
              <a:ahLst/>
              <a:cxnLst/>
              <a:rect l="l" t="t" r="r" b="b"/>
              <a:pathLst>
                <a:path w="145" h="194" extrusionOk="0">
                  <a:moveTo>
                    <a:pt x="73" y="0"/>
                  </a:moveTo>
                  <a:lnTo>
                    <a:pt x="0" y="25"/>
                  </a:lnTo>
                  <a:lnTo>
                    <a:pt x="25" y="145"/>
                  </a:lnTo>
                  <a:lnTo>
                    <a:pt x="73" y="169"/>
                  </a:lnTo>
                  <a:lnTo>
                    <a:pt x="97" y="193"/>
                  </a:lnTo>
                  <a:lnTo>
                    <a:pt x="121" y="169"/>
                  </a:lnTo>
                  <a:lnTo>
                    <a:pt x="145" y="145"/>
                  </a:lnTo>
                  <a:lnTo>
                    <a:pt x="145" y="121"/>
                  </a:lnTo>
                  <a:lnTo>
                    <a:pt x="145" y="73"/>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1" name="Google Shape;5601;p14"/>
            <p:cNvSpPr/>
            <p:nvPr/>
          </p:nvSpPr>
          <p:spPr>
            <a:xfrm>
              <a:off x="3754025" y="1652625"/>
              <a:ext cx="4825" cy="4225"/>
            </a:xfrm>
            <a:custGeom>
              <a:avLst/>
              <a:gdLst/>
              <a:ahLst/>
              <a:cxnLst/>
              <a:rect l="l" t="t" r="r" b="b"/>
              <a:pathLst>
                <a:path w="193" h="169" extrusionOk="0">
                  <a:moveTo>
                    <a:pt x="72" y="0"/>
                  </a:moveTo>
                  <a:lnTo>
                    <a:pt x="48" y="24"/>
                  </a:lnTo>
                  <a:lnTo>
                    <a:pt x="0" y="72"/>
                  </a:lnTo>
                  <a:lnTo>
                    <a:pt x="0" y="96"/>
                  </a:lnTo>
                  <a:lnTo>
                    <a:pt x="24" y="120"/>
                  </a:lnTo>
                  <a:lnTo>
                    <a:pt x="72" y="145"/>
                  </a:lnTo>
                  <a:lnTo>
                    <a:pt x="96" y="169"/>
                  </a:lnTo>
                  <a:lnTo>
                    <a:pt x="169" y="120"/>
                  </a:lnTo>
                  <a:lnTo>
                    <a:pt x="193" y="96"/>
                  </a:lnTo>
                  <a:lnTo>
                    <a:pt x="193"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2" name="Google Shape;5602;p14"/>
            <p:cNvSpPr/>
            <p:nvPr/>
          </p:nvSpPr>
          <p:spPr>
            <a:xfrm>
              <a:off x="3958050" y="1772375"/>
              <a:ext cx="4225" cy="5450"/>
            </a:xfrm>
            <a:custGeom>
              <a:avLst/>
              <a:gdLst/>
              <a:ahLst/>
              <a:cxnLst/>
              <a:rect l="l" t="t" r="r" b="b"/>
              <a:pathLst>
                <a:path w="169" h="218" extrusionOk="0">
                  <a:moveTo>
                    <a:pt x="72" y="1"/>
                  </a:moveTo>
                  <a:lnTo>
                    <a:pt x="24" y="25"/>
                  </a:lnTo>
                  <a:lnTo>
                    <a:pt x="0" y="73"/>
                  </a:lnTo>
                  <a:lnTo>
                    <a:pt x="0" y="145"/>
                  </a:lnTo>
                  <a:lnTo>
                    <a:pt x="24" y="193"/>
                  </a:lnTo>
                  <a:lnTo>
                    <a:pt x="72" y="217"/>
                  </a:lnTo>
                  <a:lnTo>
                    <a:pt x="120" y="217"/>
                  </a:lnTo>
                  <a:lnTo>
                    <a:pt x="169" y="169"/>
                  </a:lnTo>
                  <a:lnTo>
                    <a:pt x="144" y="73"/>
                  </a:lnTo>
                  <a:lnTo>
                    <a:pt x="120"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3" name="Google Shape;5603;p14"/>
            <p:cNvSpPr/>
            <p:nvPr/>
          </p:nvSpPr>
          <p:spPr>
            <a:xfrm>
              <a:off x="3844300" y="1685725"/>
              <a:ext cx="6025" cy="4225"/>
            </a:xfrm>
            <a:custGeom>
              <a:avLst/>
              <a:gdLst/>
              <a:ahLst/>
              <a:cxnLst/>
              <a:rect l="l" t="t" r="r" b="b"/>
              <a:pathLst>
                <a:path w="241" h="169" extrusionOk="0">
                  <a:moveTo>
                    <a:pt x="72" y="0"/>
                  </a:moveTo>
                  <a:lnTo>
                    <a:pt x="48" y="24"/>
                  </a:lnTo>
                  <a:lnTo>
                    <a:pt x="0" y="72"/>
                  </a:lnTo>
                  <a:lnTo>
                    <a:pt x="48" y="120"/>
                  </a:lnTo>
                  <a:lnTo>
                    <a:pt x="72" y="169"/>
                  </a:lnTo>
                  <a:lnTo>
                    <a:pt x="169" y="169"/>
                  </a:lnTo>
                  <a:lnTo>
                    <a:pt x="193" y="145"/>
                  </a:lnTo>
                  <a:lnTo>
                    <a:pt x="217" y="120"/>
                  </a:lnTo>
                  <a:lnTo>
                    <a:pt x="241" y="72"/>
                  </a:lnTo>
                  <a:lnTo>
                    <a:pt x="217" y="48"/>
                  </a:lnTo>
                  <a:lnTo>
                    <a:pt x="169"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4" name="Google Shape;5604;p14"/>
            <p:cNvSpPr/>
            <p:nvPr/>
          </p:nvSpPr>
          <p:spPr>
            <a:xfrm>
              <a:off x="4053725" y="1936675"/>
              <a:ext cx="3650" cy="4850"/>
            </a:xfrm>
            <a:custGeom>
              <a:avLst/>
              <a:gdLst/>
              <a:ahLst/>
              <a:cxnLst/>
              <a:rect l="l" t="t" r="r" b="b"/>
              <a:pathLst>
                <a:path w="146" h="194" extrusionOk="0">
                  <a:moveTo>
                    <a:pt x="49" y="1"/>
                  </a:moveTo>
                  <a:lnTo>
                    <a:pt x="25" y="25"/>
                  </a:lnTo>
                  <a:lnTo>
                    <a:pt x="1" y="49"/>
                  </a:lnTo>
                  <a:lnTo>
                    <a:pt x="1" y="73"/>
                  </a:lnTo>
                  <a:lnTo>
                    <a:pt x="1" y="121"/>
                  </a:lnTo>
                  <a:lnTo>
                    <a:pt x="49" y="193"/>
                  </a:lnTo>
                  <a:lnTo>
                    <a:pt x="97" y="193"/>
                  </a:lnTo>
                  <a:lnTo>
                    <a:pt x="145" y="169"/>
                  </a:lnTo>
                  <a:lnTo>
                    <a:pt x="145" y="145"/>
                  </a:lnTo>
                  <a:lnTo>
                    <a:pt x="145" y="97"/>
                  </a:lnTo>
                  <a:lnTo>
                    <a:pt x="145" y="49"/>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5" name="Google Shape;5605;p14"/>
            <p:cNvSpPr/>
            <p:nvPr/>
          </p:nvSpPr>
          <p:spPr>
            <a:xfrm>
              <a:off x="4187325" y="1902975"/>
              <a:ext cx="4250" cy="4850"/>
            </a:xfrm>
            <a:custGeom>
              <a:avLst/>
              <a:gdLst/>
              <a:ahLst/>
              <a:cxnLst/>
              <a:rect l="l" t="t" r="r" b="b"/>
              <a:pathLst>
                <a:path w="170" h="194" extrusionOk="0">
                  <a:moveTo>
                    <a:pt x="97" y="1"/>
                  </a:moveTo>
                  <a:lnTo>
                    <a:pt x="49" y="25"/>
                  </a:lnTo>
                  <a:lnTo>
                    <a:pt x="25" y="49"/>
                  </a:lnTo>
                  <a:lnTo>
                    <a:pt x="1" y="73"/>
                  </a:lnTo>
                  <a:lnTo>
                    <a:pt x="1" y="145"/>
                  </a:lnTo>
                  <a:lnTo>
                    <a:pt x="25" y="169"/>
                  </a:lnTo>
                  <a:lnTo>
                    <a:pt x="49" y="193"/>
                  </a:lnTo>
                  <a:lnTo>
                    <a:pt x="121" y="169"/>
                  </a:lnTo>
                  <a:lnTo>
                    <a:pt x="169" y="145"/>
                  </a:lnTo>
                  <a:lnTo>
                    <a:pt x="169"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6" name="Google Shape;5606;p14"/>
            <p:cNvSpPr/>
            <p:nvPr/>
          </p:nvSpPr>
          <p:spPr>
            <a:xfrm>
              <a:off x="4154850" y="1909000"/>
              <a:ext cx="4825" cy="4825"/>
            </a:xfrm>
            <a:custGeom>
              <a:avLst/>
              <a:gdLst/>
              <a:ahLst/>
              <a:cxnLst/>
              <a:rect l="l" t="t" r="r" b="b"/>
              <a:pathLst>
                <a:path w="193" h="193" extrusionOk="0">
                  <a:moveTo>
                    <a:pt x="72" y="0"/>
                  </a:moveTo>
                  <a:lnTo>
                    <a:pt x="48" y="24"/>
                  </a:lnTo>
                  <a:lnTo>
                    <a:pt x="24" y="48"/>
                  </a:lnTo>
                  <a:lnTo>
                    <a:pt x="0" y="97"/>
                  </a:lnTo>
                  <a:lnTo>
                    <a:pt x="24" y="121"/>
                  </a:lnTo>
                  <a:lnTo>
                    <a:pt x="96" y="193"/>
                  </a:lnTo>
                  <a:lnTo>
                    <a:pt x="120" y="193"/>
                  </a:lnTo>
                  <a:lnTo>
                    <a:pt x="169" y="169"/>
                  </a:lnTo>
                  <a:lnTo>
                    <a:pt x="193" y="145"/>
                  </a:lnTo>
                  <a:lnTo>
                    <a:pt x="193" y="97"/>
                  </a:lnTo>
                  <a:lnTo>
                    <a:pt x="169" y="72"/>
                  </a:lnTo>
                  <a:lnTo>
                    <a:pt x="144"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7" name="Google Shape;5607;p14"/>
            <p:cNvSpPr/>
            <p:nvPr/>
          </p:nvSpPr>
          <p:spPr>
            <a:xfrm>
              <a:off x="3933975" y="1667650"/>
              <a:ext cx="5425" cy="4250"/>
            </a:xfrm>
            <a:custGeom>
              <a:avLst/>
              <a:gdLst/>
              <a:ahLst/>
              <a:cxnLst/>
              <a:rect l="l" t="t" r="r" b="b"/>
              <a:pathLst>
                <a:path w="217" h="170" extrusionOk="0">
                  <a:moveTo>
                    <a:pt x="169" y="1"/>
                  </a:moveTo>
                  <a:lnTo>
                    <a:pt x="48" y="49"/>
                  </a:lnTo>
                  <a:lnTo>
                    <a:pt x="0" y="97"/>
                  </a:lnTo>
                  <a:lnTo>
                    <a:pt x="0" y="121"/>
                  </a:lnTo>
                  <a:lnTo>
                    <a:pt x="0" y="145"/>
                  </a:lnTo>
                  <a:lnTo>
                    <a:pt x="72" y="169"/>
                  </a:lnTo>
                  <a:lnTo>
                    <a:pt x="120" y="145"/>
                  </a:lnTo>
                  <a:lnTo>
                    <a:pt x="169" y="121"/>
                  </a:lnTo>
                  <a:lnTo>
                    <a:pt x="217" y="73"/>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8" name="Google Shape;5608;p14"/>
            <p:cNvSpPr/>
            <p:nvPr/>
          </p:nvSpPr>
          <p:spPr>
            <a:xfrm>
              <a:off x="4008000" y="1848200"/>
              <a:ext cx="4825" cy="4250"/>
            </a:xfrm>
            <a:custGeom>
              <a:avLst/>
              <a:gdLst/>
              <a:ahLst/>
              <a:cxnLst/>
              <a:rect l="l" t="t" r="r" b="b"/>
              <a:pathLst>
                <a:path w="193" h="170" extrusionOk="0">
                  <a:moveTo>
                    <a:pt x="48" y="1"/>
                  </a:moveTo>
                  <a:lnTo>
                    <a:pt x="0" y="49"/>
                  </a:lnTo>
                  <a:lnTo>
                    <a:pt x="0" y="97"/>
                  </a:lnTo>
                  <a:lnTo>
                    <a:pt x="24" y="121"/>
                  </a:lnTo>
                  <a:lnTo>
                    <a:pt x="48" y="145"/>
                  </a:lnTo>
                  <a:lnTo>
                    <a:pt x="96" y="169"/>
                  </a:lnTo>
                  <a:lnTo>
                    <a:pt x="169" y="145"/>
                  </a:lnTo>
                  <a:lnTo>
                    <a:pt x="193" y="121"/>
                  </a:lnTo>
                  <a:lnTo>
                    <a:pt x="193" y="97"/>
                  </a:lnTo>
                  <a:lnTo>
                    <a:pt x="169"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9" name="Google Shape;5609;p14"/>
            <p:cNvSpPr/>
            <p:nvPr/>
          </p:nvSpPr>
          <p:spPr>
            <a:xfrm>
              <a:off x="3826225" y="1930050"/>
              <a:ext cx="4250" cy="4250"/>
            </a:xfrm>
            <a:custGeom>
              <a:avLst/>
              <a:gdLst/>
              <a:ahLst/>
              <a:cxnLst/>
              <a:rect l="l" t="t" r="r" b="b"/>
              <a:pathLst>
                <a:path w="170" h="170" extrusionOk="0">
                  <a:moveTo>
                    <a:pt x="25" y="1"/>
                  </a:moveTo>
                  <a:lnTo>
                    <a:pt x="1" y="25"/>
                  </a:lnTo>
                  <a:lnTo>
                    <a:pt x="1" y="49"/>
                  </a:lnTo>
                  <a:lnTo>
                    <a:pt x="1" y="97"/>
                  </a:lnTo>
                  <a:lnTo>
                    <a:pt x="49" y="145"/>
                  </a:lnTo>
                  <a:lnTo>
                    <a:pt x="97" y="169"/>
                  </a:lnTo>
                  <a:lnTo>
                    <a:pt x="121" y="169"/>
                  </a:lnTo>
                  <a:lnTo>
                    <a:pt x="169" y="121"/>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0" name="Google Shape;5610;p14"/>
            <p:cNvSpPr/>
            <p:nvPr/>
          </p:nvSpPr>
          <p:spPr>
            <a:xfrm>
              <a:off x="3862350" y="1987225"/>
              <a:ext cx="4825" cy="4250"/>
            </a:xfrm>
            <a:custGeom>
              <a:avLst/>
              <a:gdLst/>
              <a:ahLst/>
              <a:cxnLst/>
              <a:rect l="l" t="t" r="r" b="b"/>
              <a:pathLst>
                <a:path w="193" h="170" extrusionOk="0">
                  <a:moveTo>
                    <a:pt x="121" y="1"/>
                  </a:moveTo>
                  <a:lnTo>
                    <a:pt x="49" y="25"/>
                  </a:lnTo>
                  <a:lnTo>
                    <a:pt x="24" y="49"/>
                  </a:lnTo>
                  <a:lnTo>
                    <a:pt x="0" y="73"/>
                  </a:lnTo>
                  <a:lnTo>
                    <a:pt x="24" y="121"/>
                  </a:lnTo>
                  <a:lnTo>
                    <a:pt x="73" y="169"/>
                  </a:lnTo>
                  <a:lnTo>
                    <a:pt x="121" y="169"/>
                  </a:lnTo>
                  <a:lnTo>
                    <a:pt x="145" y="145"/>
                  </a:lnTo>
                  <a:lnTo>
                    <a:pt x="193" y="121"/>
                  </a:lnTo>
                  <a:lnTo>
                    <a:pt x="193" y="97"/>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1" name="Google Shape;5611;p14"/>
            <p:cNvSpPr/>
            <p:nvPr/>
          </p:nvSpPr>
          <p:spPr>
            <a:xfrm>
              <a:off x="4260150" y="1829550"/>
              <a:ext cx="4250" cy="4850"/>
            </a:xfrm>
            <a:custGeom>
              <a:avLst/>
              <a:gdLst/>
              <a:ahLst/>
              <a:cxnLst/>
              <a:rect l="l" t="t" r="r" b="b"/>
              <a:pathLst>
                <a:path w="170" h="194" extrusionOk="0">
                  <a:moveTo>
                    <a:pt x="49" y="1"/>
                  </a:moveTo>
                  <a:lnTo>
                    <a:pt x="1" y="49"/>
                  </a:lnTo>
                  <a:lnTo>
                    <a:pt x="1" y="73"/>
                  </a:lnTo>
                  <a:lnTo>
                    <a:pt x="1" y="121"/>
                  </a:lnTo>
                  <a:lnTo>
                    <a:pt x="25" y="169"/>
                  </a:lnTo>
                  <a:lnTo>
                    <a:pt x="49" y="193"/>
                  </a:lnTo>
                  <a:lnTo>
                    <a:pt x="73" y="193"/>
                  </a:lnTo>
                  <a:lnTo>
                    <a:pt x="145" y="169"/>
                  </a:lnTo>
                  <a:lnTo>
                    <a:pt x="169" y="121"/>
                  </a:lnTo>
                  <a:lnTo>
                    <a:pt x="169"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2" name="Google Shape;5612;p14"/>
            <p:cNvSpPr/>
            <p:nvPr/>
          </p:nvSpPr>
          <p:spPr>
            <a:xfrm>
              <a:off x="3937575" y="1859050"/>
              <a:ext cx="4250" cy="4825"/>
            </a:xfrm>
            <a:custGeom>
              <a:avLst/>
              <a:gdLst/>
              <a:ahLst/>
              <a:cxnLst/>
              <a:rect l="l" t="t" r="r" b="b"/>
              <a:pathLst>
                <a:path w="170" h="193" extrusionOk="0">
                  <a:moveTo>
                    <a:pt x="97" y="0"/>
                  </a:moveTo>
                  <a:lnTo>
                    <a:pt x="49" y="24"/>
                  </a:lnTo>
                  <a:lnTo>
                    <a:pt x="1" y="72"/>
                  </a:lnTo>
                  <a:lnTo>
                    <a:pt x="1" y="145"/>
                  </a:lnTo>
                  <a:lnTo>
                    <a:pt x="1" y="169"/>
                  </a:lnTo>
                  <a:lnTo>
                    <a:pt x="25" y="193"/>
                  </a:lnTo>
                  <a:lnTo>
                    <a:pt x="121" y="193"/>
                  </a:lnTo>
                  <a:lnTo>
                    <a:pt x="169" y="121"/>
                  </a:lnTo>
                  <a:lnTo>
                    <a:pt x="169" y="72"/>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3" name="Google Shape;5613;p14"/>
            <p:cNvSpPr/>
            <p:nvPr/>
          </p:nvSpPr>
          <p:spPr>
            <a:xfrm>
              <a:off x="3814800" y="2020925"/>
              <a:ext cx="3025" cy="3050"/>
            </a:xfrm>
            <a:custGeom>
              <a:avLst/>
              <a:gdLst/>
              <a:ahLst/>
              <a:cxnLst/>
              <a:rect l="l" t="t" r="r" b="b"/>
              <a:pathLst>
                <a:path w="121" h="122" extrusionOk="0">
                  <a:moveTo>
                    <a:pt x="73" y="1"/>
                  </a:moveTo>
                  <a:lnTo>
                    <a:pt x="25" y="25"/>
                  </a:lnTo>
                  <a:lnTo>
                    <a:pt x="1" y="73"/>
                  </a:lnTo>
                  <a:lnTo>
                    <a:pt x="25" y="121"/>
                  </a:lnTo>
                  <a:lnTo>
                    <a:pt x="97" y="121"/>
                  </a:lnTo>
                  <a:lnTo>
                    <a:pt x="121" y="97"/>
                  </a:lnTo>
                  <a:lnTo>
                    <a:pt x="121"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4" name="Google Shape;5614;p14"/>
            <p:cNvSpPr/>
            <p:nvPr/>
          </p:nvSpPr>
          <p:spPr>
            <a:xfrm>
              <a:off x="4011600" y="1646600"/>
              <a:ext cx="3025" cy="3025"/>
            </a:xfrm>
            <a:custGeom>
              <a:avLst/>
              <a:gdLst/>
              <a:ahLst/>
              <a:cxnLst/>
              <a:rect l="l" t="t" r="r" b="b"/>
              <a:pathLst>
                <a:path w="121" h="121" extrusionOk="0">
                  <a:moveTo>
                    <a:pt x="49" y="0"/>
                  </a:moveTo>
                  <a:lnTo>
                    <a:pt x="1" y="49"/>
                  </a:lnTo>
                  <a:lnTo>
                    <a:pt x="25" y="73"/>
                  </a:lnTo>
                  <a:lnTo>
                    <a:pt x="25" y="121"/>
                  </a:lnTo>
                  <a:lnTo>
                    <a:pt x="97" y="121"/>
                  </a:lnTo>
                  <a:lnTo>
                    <a:pt x="121" y="97"/>
                  </a:lnTo>
                  <a:lnTo>
                    <a:pt x="121" y="73"/>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5" name="Google Shape;5615;p14"/>
            <p:cNvSpPr/>
            <p:nvPr/>
          </p:nvSpPr>
          <p:spPr>
            <a:xfrm>
              <a:off x="3860550" y="1594250"/>
              <a:ext cx="4825" cy="4225"/>
            </a:xfrm>
            <a:custGeom>
              <a:avLst/>
              <a:gdLst/>
              <a:ahLst/>
              <a:cxnLst/>
              <a:rect l="l" t="t" r="r" b="b"/>
              <a:pathLst>
                <a:path w="193" h="169" extrusionOk="0">
                  <a:moveTo>
                    <a:pt x="121" y="0"/>
                  </a:moveTo>
                  <a:lnTo>
                    <a:pt x="48" y="48"/>
                  </a:lnTo>
                  <a:lnTo>
                    <a:pt x="24" y="72"/>
                  </a:lnTo>
                  <a:lnTo>
                    <a:pt x="0" y="120"/>
                  </a:lnTo>
                  <a:lnTo>
                    <a:pt x="24" y="169"/>
                  </a:lnTo>
                  <a:lnTo>
                    <a:pt x="48" y="169"/>
                  </a:lnTo>
                  <a:lnTo>
                    <a:pt x="145" y="144"/>
                  </a:lnTo>
                  <a:lnTo>
                    <a:pt x="169" y="120"/>
                  </a:lnTo>
                  <a:lnTo>
                    <a:pt x="193" y="72"/>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6" name="Google Shape;5616;p14"/>
            <p:cNvSpPr/>
            <p:nvPr/>
          </p:nvSpPr>
          <p:spPr>
            <a:xfrm>
              <a:off x="3921325" y="1634550"/>
              <a:ext cx="3625" cy="3650"/>
            </a:xfrm>
            <a:custGeom>
              <a:avLst/>
              <a:gdLst/>
              <a:ahLst/>
              <a:cxnLst/>
              <a:rect l="l" t="t" r="r" b="b"/>
              <a:pathLst>
                <a:path w="145" h="146" extrusionOk="0">
                  <a:moveTo>
                    <a:pt x="73" y="1"/>
                  </a:moveTo>
                  <a:lnTo>
                    <a:pt x="25" y="25"/>
                  </a:lnTo>
                  <a:lnTo>
                    <a:pt x="1" y="73"/>
                  </a:lnTo>
                  <a:lnTo>
                    <a:pt x="25" y="97"/>
                  </a:lnTo>
                  <a:lnTo>
                    <a:pt x="73" y="145"/>
                  </a:lnTo>
                  <a:lnTo>
                    <a:pt x="121" y="121"/>
                  </a:lnTo>
                  <a:lnTo>
                    <a:pt x="145" y="73"/>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7" name="Google Shape;5617;p14"/>
            <p:cNvSpPr/>
            <p:nvPr/>
          </p:nvSpPr>
          <p:spPr>
            <a:xfrm>
              <a:off x="3879200" y="1621325"/>
              <a:ext cx="3625" cy="3025"/>
            </a:xfrm>
            <a:custGeom>
              <a:avLst/>
              <a:gdLst/>
              <a:ahLst/>
              <a:cxnLst/>
              <a:rect l="l" t="t" r="r" b="b"/>
              <a:pathLst>
                <a:path w="145" h="121" extrusionOk="0">
                  <a:moveTo>
                    <a:pt x="25" y="0"/>
                  </a:moveTo>
                  <a:lnTo>
                    <a:pt x="0" y="24"/>
                  </a:lnTo>
                  <a:lnTo>
                    <a:pt x="0" y="48"/>
                  </a:lnTo>
                  <a:lnTo>
                    <a:pt x="0" y="97"/>
                  </a:lnTo>
                  <a:lnTo>
                    <a:pt x="49" y="121"/>
                  </a:lnTo>
                  <a:lnTo>
                    <a:pt x="121" y="121"/>
                  </a:lnTo>
                  <a:lnTo>
                    <a:pt x="145" y="97"/>
                  </a:lnTo>
                  <a:lnTo>
                    <a:pt x="145" y="48"/>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8" name="Google Shape;5618;p14"/>
            <p:cNvSpPr/>
            <p:nvPr/>
          </p:nvSpPr>
          <p:spPr>
            <a:xfrm>
              <a:off x="4068175" y="1696550"/>
              <a:ext cx="3625" cy="3025"/>
            </a:xfrm>
            <a:custGeom>
              <a:avLst/>
              <a:gdLst/>
              <a:ahLst/>
              <a:cxnLst/>
              <a:rect l="l" t="t" r="r" b="b"/>
              <a:pathLst>
                <a:path w="145" h="121" extrusionOk="0">
                  <a:moveTo>
                    <a:pt x="49" y="0"/>
                  </a:moveTo>
                  <a:lnTo>
                    <a:pt x="0" y="25"/>
                  </a:lnTo>
                  <a:lnTo>
                    <a:pt x="0" y="49"/>
                  </a:lnTo>
                  <a:lnTo>
                    <a:pt x="0" y="73"/>
                  </a:lnTo>
                  <a:lnTo>
                    <a:pt x="25" y="121"/>
                  </a:lnTo>
                  <a:lnTo>
                    <a:pt x="121" y="121"/>
                  </a:lnTo>
                  <a:lnTo>
                    <a:pt x="121" y="73"/>
                  </a:lnTo>
                  <a:lnTo>
                    <a:pt x="145"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9" name="Google Shape;5619;p14"/>
            <p:cNvSpPr/>
            <p:nvPr/>
          </p:nvSpPr>
          <p:spPr>
            <a:xfrm>
              <a:off x="4148225" y="1742275"/>
              <a:ext cx="3025" cy="3650"/>
            </a:xfrm>
            <a:custGeom>
              <a:avLst/>
              <a:gdLst/>
              <a:ahLst/>
              <a:cxnLst/>
              <a:rect l="l" t="t" r="r" b="b"/>
              <a:pathLst>
                <a:path w="121" h="146" extrusionOk="0">
                  <a:moveTo>
                    <a:pt x="72" y="1"/>
                  </a:moveTo>
                  <a:lnTo>
                    <a:pt x="24" y="49"/>
                  </a:lnTo>
                  <a:lnTo>
                    <a:pt x="0" y="97"/>
                  </a:lnTo>
                  <a:lnTo>
                    <a:pt x="24" y="121"/>
                  </a:lnTo>
                  <a:lnTo>
                    <a:pt x="48" y="145"/>
                  </a:lnTo>
                  <a:lnTo>
                    <a:pt x="72" y="145"/>
                  </a:lnTo>
                  <a:lnTo>
                    <a:pt x="121" y="97"/>
                  </a:lnTo>
                  <a:lnTo>
                    <a:pt x="121"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0" name="Google Shape;5620;p14"/>
            <p:cNvSpPr/>
            <p:nvPr/>
          </p:nvSpPr>
          <p:spPr>
            <a:xfrm>
              <a:off x="3849700" y="1624325"/>
              <a:ext cx="2450" cy="2425"/>
            </a:xfrm>
            <a:custGeom>
              <a:avLst/>
              <a:gdLst/>
              <a:ahLst/>
              <a:cxnLst/>
              <a:rect l="l" t="t" r="r" b="b"/>
              <a:pathLst>
                <a:path w="98" h="97" extrusionOk="0">
                  <a:moveTo>
                    <a:pt x="25" y="1"/>
                  </a:moveTo>
                  <a:lnTo>
                    <a:pt x="1" y="25"/>
                  </a:lnTo>
                  <a:lnTo>
                    <a:pt x="1" y="49"/>
                  </a:lnTo>
                  <a:lnTo>
                    <a:pt x="25" y="73"/>
                  </a:lnTo>
                  <a:lnTo>
                    <a:pt x="49" y="97"/>
                  </a:lnTo>
                  <a:lnTo>
                    <a:pt x="97" y="73"/>
                  </a:lnTo>
                  <a:lnTo>
                    <a:pt x="97"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1" name="Google Shape;5621;p14"/>
            <p:cNvSpPr/>
            <p:nvPr/>
          </p:nvSpPr>
          <p:spPr>
            <a:xfrm>
              <a:off x="3950225" y="1702575"/>
              <a:ext cx="3625" cy="3025"/>
            </a:xfrm>
            <a:custGeom>
              <a:avLst/>
              <a:gdLst/>
              <a:ahLst/>
              <a:cxnLst/>
              <a:rect l="l" t="t" r="r" b="b"/>
              <a:pathLst>
                <a:path w="145" h="121" extrusionOk="0">
                  <a:moveTo>
                    <a:pt x="24" y="0"/>
                  </a:moveTo>
                  <a:lnTo>
                    <a:pt x="0" y="24"/>
                  </a:lnTo>
                  <a:lnTo>
                    <a:pt x="0" y="72"/>
                  </a:lnTo>
                  <a:lnTo>
                    <a:pt x="24" y="96"/>
                  </a:lnTo>
                  <a:lnTo>
                    <a:pt x="48" y="121"/>
                  </a:lnTo>
                  <a:lnTo>
                    <a:pt x="72" y="121"/>
                  </a:lnTo>
                  <a:lnTo>
                    <a:pt x="96" y="96"/>
                  </a:lnTo>
                  <a:lnTo>
                    <a:pt x="145" y="72"/>
                  </a:lnTo>
                  <a:lnTo>
                    <a:pt x="145" y="48"/>
                  </a:lnTo>
                  <a:lnTo>
                    <a:pt x="120"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2" name="Google Shape;5622;p14"/>
            <p:cNvSpPr/>
            <p:nvPr/>
          </p:nvSpPr>
          <p:spPr>
            <a:xfrm>
              <a:off x="4100675" y="1780200"/>
              <a:ext cx="3025" cy="2425"/>
            </a:xfrm>
            <a:custGeom>
              <a:avLst/>
              <a:gdLst/>
              <a:ahLst/>
              <a:cxnLst/>
              <a:rect l="l" t="t" r="r" b="b"/>
              <a:pathLst>
                <a:path w="121" h="97" extrusionOk="0">
                  <a:moveTo>
                    <a:pt x="24" y="1"/>
                  </a:moveTo>
                  <a:lnTo>
                    <a:pt x="0" y="49"/>
                  </a:lnTo>
                  <a:lnTo>
                    <a:pt x="73" y="97"/>
                  </a:lnTo>
                  <a:lnTo>
                    <a:pt x="97" y="73"/>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3" name="Google Shape;5623;p14"/>
            <p:cNvSpPr/>
            <p:nvPr/>
          </p:nvSpPr>
          <p:spPr>
            <a:xfrm>
              <a:off x="3924325" y="1720025"/>
              <a:ext cx="3050" cy="2425"/>
            </a:xfrm>
            <a:custGeom>
              <a:avLst/>
              <a:gdLst/>
              <a:ahLst/>
              <a:cxnLst/>
              <a:rect l="l" t="t" r="r" b="b"/>
              <a:pathLst>
                <a:path w="122" h="97" extrusionOk="0">
                  <a:moveTo>
                    <a:pt x="25" y="0"/>
                  </a:moveTo>
                  <a:lnTo>
                    <a:pt x="1" y="24"/>
                  </a:lnTo>
                  <a:lnTo>
                    <a:pt x="1" y="48"/>
                  </a:lnTo>
                  <a:lnTo>
                    <a:pt x="49" y="97"/>
                  </a:lnTo>
                  <a:lnTo>
                    <a:pt x="73" y="97"/>
                  </a:lnTo>
                  <a:lnTo>
                    <a:pt x="121" y="73"/>
                  </a:lnTo>
                  <a:lnTo>
                    <a:pt x="97" y="48"/>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4" name="Google Shape;5624;p14"/>
            <p:cNvSpPr/>
            <p:nvPr/>
          </p:nvSpPr>
          <p:spPr>
            <a:xfrm>
              <a:off x="4030850" y="1769375"/>
              <a:ext cx="3050" cy="3025"/>
            </a:xfrm>
            <a:custGeom>
              <a:avLst/>
              <a:gdLst/>
              <a:ahLst/>
              <a:cxnLst/>
              <a:rect l="l" t="t" r="r" b="b"/>
              <a:pathLst>
                <a:path w="122" h="121" extrusionOk="0">
                  <a:moveTo>
                    <a:pt x="25" y="0"/>
                  </a:moveTo>
                  <a:lnTo>
                    <a:pt x="1" y="24"/>
                  </a:lnTo>
                  <a:lnTo>
                    <a:pt x="1" y="73"/>
                  </a:lnTo>
                  <a:lnTo>
                    <a:pt x="25" y="97"/>
                  </a:lnTo>
                  <a:lnTo>
                    <a:pt x="73" y="121"/>
                  </a:lnTo>
                  <a:lnTo>
                    <a:pt x="97" y="97"/>
                  </a:lnTo>
                  <a:lnTo>
                    <a:pt x="121" y="73"/>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5" name="Google Shape;5625;p14"/>
            <p:cNvSpPr/>
            <p:nvPr/>
          </p:nvSpPr>
          <p:spPr>
            <a:xfrm>
              <a:off x="3749800" y="1665250"/>
              <a:ext cx="3650" cy="3025"/>
            </a:xfrm>
            <a:custGeom>
              <a:avLst/>
              <a:gdLst/>
              <a:ahLst/>
              <a:cxnLst/>
              <a:rect l="l" t="t" r="r" b="b"/>
              <a:pathLst>
                <a:path w="146" h="121" extrusionOk="0">
                  <a:moveTo>
                    <a:pt x="25" y="1"/>
                  </a:moveTo>
                  <a:lnTo>
                    <a:pt x="1" y="25"/>
                  </a:lnTo>
                  <a:lnTo>
                    <a:pt x="1" y="73"/>
                  </a:lnTo>
                  <a:lnTo>
                    <a:pt x="1" y="121"/>
                  </a:lnTo>
                  <a:lnTo>
                    <a:pt x="49" y="121"/>
                  </a:lnTo>
                  <a:lnTo>
                    <a:pt x="121" y="97"/>
                  </a:lnTo>
                  <a:lnTo>
                    <a:pt x="145" y="73"/>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6" name="Google Shape;5626;p14"/>
            <p:cNvSpPr/>
            <p:nvPr/>
          </p:nvSpPr>
          <p:spPr>
            <a:xfrm>
              <a:off x="4201175" y="1848200"/>
              <a:ext cx="3650" cy="3050"/>
            </a:xfrm>
            <a:custGeom>
              <a:avLst/>
              <a:gdLst/>
              <a:ahLst/>
              <a:cxnLst/>
              <a:rect l="l" t="t" r="r" b="b"/>
              <a:pathLst>
                <a:path w="146" h="122" extrusionOk="0">
                  <a:moveTo>
                    <a:pt x="25" y="1"/>
                  </a:moveTo>
                  <a:lnTo>
                    <a:pt x="1" y="25"/>
                  </a:lnTo>
                  <a:lnTo>
                    <a:pt x="1" y="49"/>
                  </a:lnTo>
                  <a:lnTo>
                    <a:pt x="25" y="97"/>
                  </a:lnTo>
                  <a:lnTo>
                    <a:pt x="73" y="121"/>
                  </a:lnTo>
                  <a:lnTo>
                    <a:pt x="145" y="121"/>
                  </a:lnTo>
                  <a:lnTo>
                    <a:pt x="145" y="73"/>
                  </a:lnTo>
                  <a:lnTo>
                    <a:pt x="121"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7" name="Google Shape;5627;p14"/>
            <p:cNvSpPr/>
            <p:nvPr/>
          </p:nvSpPr>
          <p:spPr>
            <a:xfrm>
              <a:off x="3926150" y="1751325"/>
              <a:ext cx="2425" cy="3025"/>
            </a:xfrm>
            <a:custGeom>
              <a:avLst/>
              <a:gdLst/>
              <a:ahLst/>
              <a:cxnLst/>
              <a:rect l="l" t="t" r="r" b="b"/>
              <a:pathLst>
                <a:path w="97" h="121" extrusionOk="0">
                  <a:moveTo>
                    <a:pt x="48" y="0"/>
                  </a:moveTo>
                  <a:lnTo>
                    <a:pt x="0" y="48"/>
                  </a:lnTo>
                  <a:lnTo>
                    <a:pt x="0" y="72"/>
                  </a:lnTo>
                  <a:lnTo>
                    <a:pt x="0" y="120"/>
                  </a:lnTo>
                  <a:lnTo>
                    <a:pt x="48" y="120"/>
                  </a:lnTo>
                  <a:lnTo>
                    <a:pt x="96" y="96"/>
                  </a:lnTo>
                  <a:lnTo>
                    <a:pt x="96" y="48"/>
                  </a:lnTo>
                  <a:lnTo>
                    <a:pt x="96"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8" name="Google Shape;5628;p14"/>
            <p:cNvSpPr/>
            <p:nvPr/>
          </p:nvSpPr>
          <p:spPr>
            <a:xfrm>
              <a:off x="4085625" y="1819325"/>
              <a:ext cx="3025" cy="4225"/>
            </a:xfrm>
            <a:custGeom>
              <a:avLst/>
              <a:gdLst/>
              <a:ahLst/>
              <a:cxnLst/>
              <a:rect l="l" t="t" r="r" b="b"/>
              <a:pathLst>
                <a:path w="121" h="169" extrusionOk="0">
                  <a:moveTo>
                    <a:pt x="73" y="0"/>
                  </a:moveTo>
                  <a:lnTo>
                    <a:pt x="25" y="24"/>
                  </a:lnTo>
                  <a:lnTo>
                    <a:pt x="1" y="49"/>
                  </a:lnTo>
                  <a:lnTo>
                    <a:pt x="1" y="73"/>
                  </a:lnTo>
                  <a:lnTo>
                    <a:pt x="25" y="121"/>
                  </a:lnTo>
                  <a:lnTo>
                    <a:pt x="49" y="169"/>
                  </a:lnTo>
                  <a:lnTo>
                    <a:pt x="121" y="73"/>
                  </a:lnTo>
                  <a:lnTo>
                    <a:pt x="121" y="49"/>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9" name="Google Shape;5629;p14"/>
            <p:cNvSpPr/>
            <p:nvPr/>
          </p:nvSpPr>
          <p:spPr>
            <a:xfrm>
              <a:off x="4042900" y="1804875"/>
              <a:ext cx="3625" cy="4250"/>
            </a:xfrm>
            <a:custGeom>
              <a:avLst/>
              <a:gdLst/>
              <a:ahLst/>
              <a:cxnLst/>
              <a:rect l="l" t="t" r="r" b="b"/>
              <a:pathLst>
                <a:path w="145" h="170" extrusionOk="0">
                  <a:moveTo>
                    <a:pt x="24" y="1"/>
                  </a:moveTo>
                  <a:lnTo>
                    <a:pt x="0" y="73"/>
                  </a:lnTo>
                  <a:lnTo>
                    <a:pt x="0" y="145"/>
                  </a:lnTo>
                  <a:lnTo>
                    <a:pt x="24" y="169"/>
                  </a:lnTo>
                  <a:lnTo>
                    <a:pt x="97" y="169"/>
                  </a:lnTo>
                  <a:lnTo>
                    <a:pt x="121" y="145"/>
                  </a:lnTo>
                  <a:lnTo>
                    <a:pt x="145" y="121"/>
                  </a:lnTo>
                  <a:lnTo>
                    <a:pt x="145" y="73"/>
                  </a:lnTo>
                  <a:lnTo>
                    <a:pt x="97"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0" name="Google Shape;5630;p14"/>
            <p:cNvSpPr/>
            <p:nvPr/>
          </p:nvSpPr>
          <p:spPr>
            <a:xfrm>
              <a:off x="3803375" y="1720025"/>
              <a:ext cx="3025" cy="3025"/>
            </a:xfrm>
            <a:custGeom>
              <a:avLst/>
              <a:gdLst/>
              <a:ahLst/>
              <a:cxnLst/>
              <a:rect l="l" t="t" r="r" b="b"/>
              <a:pathLst>
                <a:path w="121" h="121" extrusionOk="0">
                  <a:moveTo>
                    <a:pt x="72" y="0"/>
                  </a:moveTo>
                  <a:lnTo>
                    <a:pt x="24" y="24"/>
                  </a:lnTo>
                  <a:lnTo>
                    <a:pt x="0" y="73"/>
                  </a:lnTo>
                  <a:lnTo>
                    <a:pt x="24" y="97"/>
                  </a:lnTo>
                  <a:lnTo>
                    <a:pt x="48" y="121"/>
                  </a:lnTo>
                  <a:lnTo>
                    <a:pt x="72" y="121"/>
                  </a:lnTo>
                  <a:lnTo>
                    <a:pt x="121" y="97"/>
                  </a:lnTo>
                  <a:lnTo>
                    <a:pt x="121" y="48"/>
                  </a:lnTo>
                  <a:lnTo>
                    <a:pt x="121"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1" name="Google Shape;5631;p14"/>
            <p:cNvSpPr/>
            <p:nvPr/>
          </p:nvSpPr>
          <p:spPr>
            <a:xfrm>
              <a:off x="3814800" y="1723625"/>
              <a:ext cx="3650" cy="3050"/>
            </a:xfrm>
            <a:custGeom>
              <a:avLst/>
              <a:gdLst/>
              <a:ahLst/>
              <a:cxnLst/>
              <a:rect l="l" t="t" r="r" b="b"/>
              <a:pathLst>
                <a:path w="146" h="122" extrusionOk="0">
                  <a:moveTo>
                    <a:pt x="25" y="1"/>
                  </a:moveTo>
                  <a:lnTo>
                    <a:pt x="1" y="25"/>
                  </a:lnTo>
                  <a:lnTo>
                    <a:pt x="1" y="49"/>
                  </a:lnTo>
                  <a:lnTo>
                    <a:pt x="25" y="97"/>
                  </a:lnTo>
                  <a:lnTo>
                    <a:pt x="49" y="121"/>
                  </a:lnTo>
                  <a:lnTo>
                    <a:pt x="97" y="121"/>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2" name="Google Shape;5632;p14"/>
            <p:cNvSpPr/>
            <p:nvPr/>
          </p:nvSpPr>
          <p:spPr>
            <a:xfrm>
              <a:off x="3845500" y="1744700"/>
              <a:ext cx="3025" cy="2425"/>
            </a:xfrm>
            <a:custGeom>
              <a:avLst/>
              <a:gdLst/>
              <a:ahLst/>
              <a:cxnLst/>
              <a:rect l="l" t="t" r="r" b="b"/>
              <a:pathLst>
                <a:path w="121" h="97" extrusionOk="0">
                  <a:moveTo>
                    <a:pt x="24" y="0"/>
                  </a:moveTo>
                  <a:lnTo>
                    <a:pt x="0" y="48"/>
                  </a:lnTo>
                  <a:lnTo>
                    <a:pt x="0" y="73"/>
                  </a:lnTo>
                  <a:lnTo>
                    <a:pt x="48" y="97"/>
                  </a:lnTo>
                  <a:lnTo>
                    <a:pt x="121" y="97"/>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3" name="Google Shape;5633;p14"/>
            <p:cNvSpPr/>
            <p:nvPr/>
          </p:nvSpPr>
          <p:spPr>
            <a:xfrm>
              <a:off x="3987525" y="1802475"/>
              <a:ext cx="3650" cy="3025"/>
            </a:xfrm>
            <a:custGeom>
              <a:avLst/>
              <a:gdLst/>
              <a:ahLst/>
              <a:cxnLst/>
              <a:rect l="l" t="t" r="r" b="b"/>
              <a:pathLst>
                <a:path w="146" h="121" extrusionOk="0">
                  <a:moveTo>
                    <a:pt x="25" y="0"/>
                  </a:moveTo>
                  <a:lnTo>
                    <a:pt x="1" y="24"/>
                  </a:lnTo>
                  <a:lnTo>
                    <a:pt x="1" y="48"/>
                  </a:lnTo>
                  <a:lnTo>
                    <a:pt x="25" y="97"/>
                  </a:lnTo>
                  <a:lnTo>
                    <a:pt x="97" y="121"/>
                  </a:lnTo>
                  <a:lnTo>
                    <a:pt x="145" y="97"/>
                  </a:lnTo>
                  <a:lnTo>
                    <a:pt x="145" y="48"/>
                  </a:lnTo>
                  <a:lnTo>
                    <a:pt x="145"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4" name="Google Shape;5634;p14"/>
            <p:cNvSpPr/>
            <p:nvPr/>
          </p:nvSpPr>
          <p:spPr>
            <a:xfrm>
              <a:off x="4095850" y="1854825"/>
              <a:ext cx="4250" cy="3650"/>
            </a:xfrm>
            <a:custGeom>
              <a:avLst/>
              <a:gdLst/>
              <a:ahLst/>
              <a:cxnLst/>
              <a:rect l="l" t="t" r="r" b="b"/>
              <a:pathLst>
                <a:path w="170" h="146" extrusionOk="0">
                  <a:moveTo>
                    <a:pt x="97" y="1"/>
                  </a:moveTo>
                  <a:lnTo>
                    <a:pt x="25" y="25"/>
                  </a:lnTo>
                  <a:lnTo>
                    <a:pt x="25" y="49"/>
                  </a:lnTo>
                  <a:lnTo>
                    <a:pt x="1" y="73"/>
                  </a:lnTo>
                  <a:lnTo>
                    <a:pt x="25" y="121"/>
                  </a:lnTo>
                  <a:lnTo>
                    <a:pt x="73" y="145"/>
                  </a:lnTo>
                  <a:lnTo>
                    <a:pt x="121" y="145"/>
                  </a:lnTo>
                  <a:lnTo>
                    <a:pt x="145" y="121"/>
                  </a:lnTo>
                  <a:lnTo>
                    <a:pt x="169" y="97"/>
                  </a:lnTo>
                  <a:lnTo>
                    <a:pt x="145"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5" name="Google Shape;5635;p14"/>
            <p:cNvSpPr/>
            <p:nvPr/>
          </p:nvSpPr>
          <p:spPr>
            <a:xfrm>
              <a:off x="3978500" y="1839175"/>
              <a:ext cx="4250" cy="3650"/>
            </a:xfrm>
            <a:custGeom>
              <a:avLst/>
              <a:gdLst/>
              <a:ahLst/>
              <a:cxnLst/>
              <a:rect l="l" t="t" r="r" b="b"/>
              <a:pathLst>
                <a:path w="170" h="146" extrusionOk="0">
                  <a:moveTo>
                    <a:pt x="49" y="1"/>
                  </a:moveTo>
                  <a:lnTo>
                    <a:pt x="1" y="73"/>
                  </a:lnTo>
                  <a:lnTo>
                    <a:pt x="49" y="121"/>
                  </a:lnTo>
                  <a:lnTo>
                    <a:pt x="73" y="145"/>
                  </a:lnTo>
                  <a:lnTo>
                    <a:pt x="97" y="145"/>
                  </a:lnTo>
                  <a:lnTo>
                    <a:pt x="145" y="121"/>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6" name="Google Shape;5636;p14"/>
            <p:cNvSpPr/>
            <p:nvPr/>
          </p:nvSpPr>
          <p:spPr>
            <a:xfrm>
              <a:off x="3899650" y="1814500"/>
              <a:ext cx="3050" cy="3050"/>
            </a:xfrm>
            <a:custGeom>
              <a:avLst/>
              <a:gdLst/>
              <a:ahLst/>
              <a:cxnLst/>
              <a:rect l="l" t="t" r="r" b="b"/>
              <a:pathLst>
                <a:path w="122" h="122" extrusionOk="0">
                  <a:moveTo>
                    <a:pt x="25" y="1"/>
                  </a:moveTo>
                  <a:lnTo>
                    <a:pt x="1" y="49"/>
                  </a:lnTo>
                  <a:lnTo>
                    <a:pt x="1" y="73"/>
                  </a:lnTo>
                  <a:lnTo>
                    <a:pt x="25" y="121"/>
                  </a:lnTo>
                  <a:lnTo>
                    <a:pt x="121" y="121"/>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7" name="Google Shape;5637;p14"/>
            <p:cNvSpPr/>
            <p:nvPr/>
          </p:nvSpPr>
          <p:spPr>
            <a:xfrm>
              <a:off x="4017025" y="1891550"/>
              <a:ext cx="2425" cy="2425"/>
            </a:xfrm>
            <a:custGeom>
              <a:avLst/>
              <a:gdLst/>
              <a:ahLst/>
              <a:cxnLst/>
              <a:rect l="l" t="t" r="r" b="b"/>
              <a:pathLst>
                <a:path w="97" h="97" extrusionOk="0">
                  <a:moveTo>
                    <a:pt x="24" y="0"/>
                  </a:moveTo>
                  <a:lnTo>
                    <a:pt x="0" y="24"/>
                  </a:lnTo>
                  <a:lnTo>
                    <a:pt x="48" y="96"/>
                  </a:lnTo>
                  <a:lnTo>
                    <a:pt x="97" y="72"/>
                  </a:lnTo>
                  <a:lnTo>
                    <a:pt x="72"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8" name="Google Shape;5638;p14"/>
            <p:cNvSpPr/>
            <p:nvPr/>
          </p:nvSpPr>
          <p:spPr>
            <a:xfrm>
              <a:off x="3923725" y="1863850"/>
              <a:ext cx="4850" cy="4250"/>
            </a:xfrm>
            <a:custGeom>
              <a:avLst/>
              <a:gdLst/>
              <a:ahLst/>
              <a:cxnLst/>
              <a:rect l="l" t="t" r="r" b="b"/>
              <a:pathLst>
                <a:path w="194" h="170" extrusionOk="0">
                  <a:moveTo>
                    <a:pt x="121" y="1"/>
                  </a:moveTo>
                  <a:lnTo>
                    <a:pt x="97" y="25"/>
                  </a:lnTo>
                  <a:lnTo>
                    <a:pt x="25" y="73"/>
                  </a:lnTo>
                  <a:lnTo>
                    <a:pt x="1" y="97"/>
                  </a:lnTo>
                  <a:lnTo>
                    <a:pt x="25" y="145"/>
                  </a:lnTo>
                  <a:lnTo>
                    <a:pt x="49" y="169"/>
                  </a:lnTo>
                  <a:lnTo>
                    <a:pt x="97" y="169"/>
                  </a:lnTo>
                  <a:lnTo>
                    <a:pt x="145" y="145"/>
                  </a:lnTo>
                  <a:lnTo>
                    <a:pt x="193" y="97"/>
                  </a:lnTo>
                  <a:lnTo>
                    <a:pt x="193"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9" name="Google Shape;5639;p14"/>
            <p:cNvSpPr/>
            <p:nvPr/>
          </p:nvSpPr>
          <p:spPr>
            <a:xfrm>
              <a:off x="4138600" y="1949325"/>
              <a:ext cx="1825" cy="2425"/>
            </a:xfrm>
            <a:custGeom>
              <a:avLst/>
              <a:gdLst/>
              <a:ahLst/>
              <a:cxnLst/>
              <a:rect l="l" t="t" r="r" b="b"/>
              <a:pathLst>
                <a:path w="73" h="97" extrusionOk="0">
                  <a:moveTo>
                    <a:pt x="24" y="0"/>
                  </a:moveTo>
                  <a:lnTo>
                    <a:pt x="0" y="48"/>
                  </a:lnTo>
                  <a:lnTo>
                    <a:pt x="48" y="96"/>
                  </a:lnTo>
                  <a:lnTo>
                    <a:pt x="72" y="96"/>
                  </a:lnTo>
                  <a:lnTo>
                    <a:pt x="72" y="48"/>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0" name="Google Shape;5640;p14"/>
            <p:cNvSpPr/>
            <p:nvPr/>
          </p:nvSpPr>
          <p:spPr>
            <a:xfrm>
              <a:off x="3757625" y="1805475"/>
              <a:ext cx="3650" cy="3650"/>
            </a:xfrm>
            <a:custGeom>
              <a:avLst/>
              <a:gdLst/>
              <a:ahLst/>
              <a:cxnLst/>
              <a:rect l="l" t="t" r="r" b="b"/>
              <a:pathLst>
                <a:path w="146" h="146" extrusionOk="0">
                  <a:moveTo>
                    <a:pt x="25" y="1"/>
                  </a:moveTo>
                  <a:lnTo>
                    <a:pt x="1" y="25"/>
                  </a:lnTo>
                  <a:lnTo>
                    <a:pt x="1" y="49"/>
                  </a:lnTo>
                  <a:lnTo>
                    <a:pt x="1" y="97"/>
                  </a:lnTo>
                  <a:lnTo>
                    <a:pt x="49" y="145"/>
                  </a:lnTo>
                  <a:lnTo>
                    <a:pt x="97" y="145"/>
                  </a:lnTo>
                  <a:lnTo>
                    <a:pt x="145" y="97"/>
                  </a:lnTo>
                  <a:lnTo>
                    <a:pt x="145" y="73"/>
                  </a:lnTo>
                  <a:lnTo>
                    <a:pt x="145"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1" name="Google Shape;5641;p14"/>
            <p:cNvSpPr/>
            <p:nvPr/>
          </p:nvSpPr>
          <p:spPr>
            <a:xfrm>
              <a:off x="3918925" y="1903575"/>
              <a:ext cx="3025" cy="3025"/>
            </a:xfrm>
            <a:custGeom>
              <a:avLst/>
              <a:gdLst/>
              <a:ahLst/>
              <a:cxnLst/>
              <a:rect l="l" t="t" r="r" b="b"/>
              <a:pathLst>
                <a:path w="121" h="121" extrusionOk="0">
                  <a:moveTo>
                    <a:pt x="24" y="1"/>
                  </a:moveTo>
                  <a:lnTo>
                    <a:pt x="0" y="49"/>
                  </a:lnTo>
                  <a:lnTo>
                    <a:pt x="0" y="73"/>
                  </a:lnTo>
                  <a:lnTo>
                    <a:pt x="0" y="97"/>
                  </a:lnTo>
                  <a:lnTo>
                    <a:pt x="48" y="121"/>
                  </a:lnTo>
                  <a:lnTo>
                    <a:pt x="97" y="121"/>
                  </a:lnTo>
                  <a:lnTo>
                    <a:pt x="121"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2" name="Google Shape;5642;p14"/>
            <p:cNvSpPr/>
            <p:nvPr/>
          </p:nvSpPr>
          <p:spPr>
            <a:xfrm>
              <a:off x="3732350" y="1830150"/>
              <a:ext cx="3625" cy="3650"/>
            </a:xfrm>
            <a:custGeom>
              <a:avLst/>
              <a:gdLst/>
              <a:ahLst/>
              <a:cxnLst/>
              <a:rect l="l" t="t" r="r" b="b"/>
              <a:pathLst>
                <a:path w="145" h="146" extrusionOk="0">
                  <a:moveTo>
                    <a:pt x="25" y="1"/>
                  </a:moveTo>
                  <a:lnTo>
                    <a:pt x="1" y="25"/>
                  </a:lnTo>
                  <a:lnTo>
                    <a:pt x="1" y="49"/>
                  </a:lnTo>
                  <a:lnTo>
                    <a:pt x="1" y="97"/>
                  </a:lnTo>
                  <a:lnTo>
                    <a:pt x="1" y="121"/>
                  </a:lnTo>
                  <a:lnTo>
                    <a:pt x="73" y="145"/>
                  </a:lnTo>
                  <a:lnTo>
                    <a:pt x="121" y="121"/>
                  </a:lnTo>
                  <a:lnTo>
                    <a:pt x="145" y="73"/>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3" name="Google Shape;5643;p14"/>
            <p:cNvSpPr/>
            <p:nvPr/>
          </p:nvSpPr>
          <p:spPr>
            <a:xfrm>
              <a:off x="3813000" y="1874700"/>
              <a:ext cx="3625" cy="3625"/>
            </a:xfrm>
            <a:custGeom>
              <a:avLst/>
              <a:gdLst/>
              <a:ahLst/>
              <a:cxnLst/>
              <a:rect l="l" t="t" r="r" b="b"/>
              <a:pathLst>
                <a:path w="145" h="145" extrusionOk="0">
                  <a:moveTo>
                    <a:pt x="0" y="0"/>
                  </a:moveTo>
                  <a:lnTo>
                    <a:pt x="0" y="48"/>
                  </a:lnTo>
                  <a:lnTo>
                    <a:pt x="0" y="72"/>
                  </a:lnTo>
                  <a:lnTo>
                    <a:pt x="0" y="120"/>
                  </a:lnTo>
                  <a:lnTo>
                    <a:pt x="73" y="145"/>
                  </a:lnTo>
                  <a:lnTo>
                    <a:pt x="121" y="96"/>
                  </a:lnTo>
                  <a:lnTo>
                    <a:pt x="145" y="72"/>
                  </a:lnTo>
                  <a:lnTo>
                    <a:pt x="145" y="48"/>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4" name="Google Shape;5644;p14"/>
            <p:cNvSpPr/>
            <p:nvPr/>
          </p:nvSpPr>
          <p:spPr>
            <a:xfrm>
              <a:off x="3833450" y="1987225"/>
              <a:ext cx="3050" cy="2450"/>
            </a:xfrm>
            <a:custGeom>
              <a:avLst/>
              <a:gdLst/>
              <a:ahLst/>
              <a:cxnLst/>
              <a:rect l="l" t="t" r="r" b="b"/>
              <a:pathLst>
                <a:path w="122" h="98" extrusionOk="0">
                  <a:moveTo>
                    <a:pt x="25" y="1"/>
                  </a:moveTo>
                  <a:lnTo>
                    <a:pt x="1" y="49"/>
                  </a:lnTo>
                  <a:lnTo>
                    <a:pt x="25" y="97"/>
                  </a:lnTo>
                  <a:lnTo>
                    <a:pt x="121" y="97"/>
                  </a:lnTo>
                  <a:lnTo>
                    <a:pt x="121"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5" name="Google Shape;5645;p14"/>
            <p:cNvSpPr/>
            <p:nvPr/>
          </p:nvSpPr>
          <p:spPr>
            <a:xfrm>
              <a:off x="3870175" y="1735675"/>
              <a:ext cx="3025" cy="2425"/>
            </a:xfrm>
            <a:custGeom>
              <a:avLst/>
              <a:gdLst/>
              <a:ahLst/>
              <a:cxnLst/>
              <a:rect l="l" t="t" r="r" b="b"/>
              <a:pathLst>
                <a:path w="121" h="97" extrusionOk="0">
                  <a:moveTo>
                    <a:pt x="48" y="0"/>
                  </a:moveTo>
                  <a:lnTo>
                    <a:pt x="0" y="24"/>
                  </a:lnTo>
                  <a:lnTo>
                    <a:pt x="24" y="72"/>
                  </a:lnTo>
                  <a:lnTo>
                    <a:pt x="73" y="96"/>
                  </a:lnTo>
                  <a:lnTo>
                    <a:pt x="97" y="96"/>
                  </a:lnTo>
                  <a:lnTo>
                    <a:pt x="121" y="72"/>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6" name="Google Shape;5646;p14"/>
            <p:cNvSpPr/>
            <p:nvPr/>
          </p:nvSpPr>
          <p:spPr>
            <a:xfrm>
              <a:off x="3837675" y="1644200"/>
              <a:ext cx="2425" cy="2425"/>
            </a:xfrm>
            <a:custGeom>
              <a:avLst/>
              <a:gdLst/>
              <a:ahLst/>
              <a:cxnLst/>
              <a:rect l="l" t="t" r="r" b="b"/>
              <a:pathLst>
                <a:path w="97" h="97" extrusionOk="0">
                  <a:moveTo>
                    <a:pt x="24" y="0"/>
                  </a:moveTo>
                  <a:lnTo>
                    <a:pt x="0" y="48"/>
                  </a:lnTo>
                  <a:lnTo>
                    <a:pt x="49" y="96"/>
                  </a:lnTo>
                  <a:lnTo>
                    <a:pt x="73" y="96"/>
                  </a:lnTo>
                  <a:lnTo>
                    <a:pt x="97" y="48"/>
                  </a:lnTo>
                  <a:lnTo>
                    <a:pt x="49"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7" name="Google Shape;5647;p14"/>
            <p:cNvSpPr/>
            <p:nvPr/>
          </p:nvSpPr>
          <p:spPr>
            <a:xfrm>
              <a:off x="3788925" y="1960150"/>
              <a:ext cx="3025" cy="3025"/>
            </a:xfrm>
            <a:custGeom>
              <a:avLst/>
              <a:gdLst/>
              <a:ahLst/>
              <a:cxnLst/>
              <a:rect l="l" t="t" r="r" b="b"/>
              <a:pathLst>
                <a:path w="121" h="121" extrusionOk="0">
                  <a:moveTo>
                    <a:pt x="25" y="0"/>
                  </a:moveTo>
                  <a:lnTo>
                    <a:pt x="0" y="25"/>
                  </a:lnTo>
                  <a:lnTo>
                    <a:pt x="0" y="73"/>
                  </a:lnTo>
                  <a:lnTo>
                    <a:pt x="25" y="121"/>
                  </a:lnTo>
                  <a:lnTo>
                    <a:pt x="73" y="121"/>
                  </a:lnTo>
                  <a:lnTo>
                    <a:pt x="121" y="97"/>
                  </a:lnTo>
                  <a:lnTo>
                    <a:pt x="121" y="49"/>
                  </a:lnTo>
                  <a:lnTo>
                    <a:pt x="97"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8" name="Google Shape;5648;p14"/>
            <p:cNvSpPr/>
            <p:nvPr/>
          </p:nvSpPr>
          <p:spPr>
            <a:xfrm>
              <a:off x="3983325" y="1692325"/>
              <a:ext cx="1825" cy="2450"/>
            </a:xfrm>
            <a:custGeom>
              <a:avLst/>
              <a:gdLst/>
              <a:ahLst/>
              <a:cxnLst/>
              <a:rect l="l" t="t" r="r" b="b"/>
              <a:pathLst>
                <a:path w="73" h="98" extrusionOk="0">
                  <a:moveTo>
                    <a:pt x="48" y="1"/>
                  </a:moveTo>
                  <a:lnTo>
                    <a:pt x="0" y="25"/>
                  </a:lnTo>
                  <a:lnTo>
                    <a:pt x="48" y="97"/>
                  </a:lnTo>
                  <a:lnTo>
                    <a:pt x="72"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9" name="Google Shape;5649;p14"/>
            <p:cNvSpPr/>
            <p:nvPr/>
          </p:nvSpPr>
          <p:spPr>
            <a:xfrm>
              <a:off x="4088025" y="1803675"/>
              <a:ext cx="1850" cy="1825"/>
            </a:xfrm>
            <a:custGeom>
              <a:avLst/>
              <a:gdLst/>
              <a:ahLst/>
              <a:cxnLst/>
              <a:rect l="l" t="t" r="r" b="b"/>
              <a:pathLst>
                <a:path w="74" h="73" extrusionOk="0">
                  <a:moveTo>
                    <a:pt x="1" y="0"/>
                  </a:moveTo>
                  <a:lnTo>
                    <a:pt x="1" y="49"/>
                  </a:lnTo>
                  <a:lnTo>
                    <a:pt x="1" y="73"/>
                  </a:lnTo>
                  <a:lnTo>
                    <a:pt x="73" y="73"/>
                  </a:lnTo>
                  <a:lnTo>
                    <a:pt x="73"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0" name="Google Shape;5650;p14"/>
            <p:cNvSpPr/>
            <p:nvPr/>
          </p:nvSpPr>
          <p:spPr>
            <a:xfrm>
              <a:off x="3957425" y="1637575"/>
              <a:ext cx="1250" cy="1825"/>
            </a:xfrm>
            <a:custGeom>
              <a:avLst/>
              <a:gdLst/>
              <a:ahLst/>
              <a:cxnLst/>
              <a:rect l="l" t="t" r="r" b="b"/>
              <a:pathLst>
                <a:path w="50" h="73" extrusionOk="0">
                  <a:moveTo>
                    <a:pt x="1" y="0"/>
                  </a:moveTo>
                  <a:lnTo>
                    <a:pt x="1" y="24"/>
                  </a:lnTo>
                  <a:lnTo>
                    <a:pt x="1" y="48"/>
                  </a:lnTo>
                  <a:lnTo>
                    <a:pt x="1" y="72"/>
                  </a:lnTo>
                  <a:lnTo>
                    <a:pt x="49" y="72"/>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1" name="Google Shape;5651;p14"/>
            <p:cNvSpPr/>
            <p:nvPr/>
          </p:nvSpPr>
          <p:spPr>
            <a:xfrm>
              <a:off x="3980300" y="1809700"/>
              <a:ext cx="2450" cy="2425"/>
            </a:xfrm>
            <a:custGeom>
              <a:avLst/>
              <a:gdLst/>
              <a:ahLst/>
              <a:cxnLst/>
              <a:rect l="l" t="t" r="r" b="b"/>
              <a:pathLst>
                <a:path w="98" h="97" extrusionOk="0">
                  <a:moveTo>
                    <a:pt x="73" y="0"/>
                  </a:moveTo>
                  <a:lnTo>
                    <a:pt x="49" y="24"/>
                  </a:lnTo>
                  <a:lnTo>
                    <a:pt x="1" y="24"/>
                  </a:lnTo>
                  <a:lnTo>
                    <a:pt x="25" y="72"/>
                  </a:lnTo>
                  <a:lnTo>
                    <a:pt x="49" y="96"/>
                  </a:lnTo>
                  <a:lnTo>
                    <a:pt x="97"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2" name="Google Shape;5652;p14"/>
            <p:cNvSpPr/>
            <p:nvPr/>
          </p:nvSpPr>
          <p:spPr>
            <a:xfrm>
              <a:off x="3791925" y="1732650"/>
              <a:ext cx="1850" cy="2450"/>
            </a:xfrm>
            <a:custGeom>
              <a:avLst/>
              <a:gdLst/>
              <a:ahLst/>
              <a:cxnLst/>
              <a:rect l="l" t="t" r="r" b="b"/>
              <a:pathLst>
                <a:path w="74" h="98" extrusionOk="0">
                  <a:moveTo>
                    <a:pt x="25" y="1"/>
                  </a:moveTo>
                  <a:lnTo>
                    <a:pt x="1" y="25"/>
                  </a:lnTo>
                  <a:lnTo>
                    <a:pt x="1" y="97"/>
                  </a:lnTo>
                  <a:lnTo>
                    <a:pt x="73"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3" name="Google Shape;5653;p14"/>
            <p:cNvSpPr/>
            <p:nvPr/>
          </p:nvSpPr>
          <p:spPr>
            <a:xfrm>
              <a:off x="3956225" y="1717600"/>
              <a:ext cx="3050" cy="3050"/>
            </a:xfrm>
            <a:custGeom>
              <a:avLst/>
              <a:gdLst/>
              <a:ahLst/>
              <a:cxnLst/>
              <a:rect l="l" t="t" r="r" b="b"/>
              <a:pathLst>
                <a:path w="122" h="122" extrusionOk="0">
                  <a:moveTo>
                    <a:pt x="25" y="1"/>
                  </a:moveTo>
                  <a:lnTo>
                    <a:pt x="1" y="25"/>
                  </a:lnTo>
                  <a:lnTo>
                    <a:pt x="1" y="73"/>
                  </a:lnTo>
                  <a:lnTo>
                    <a:pt x="1" y="97"/>
                  </a:lnTo>
                  <a:lnTo>
                    <a:pt x="49" y="121"/>
                  </a:lnTo>
                  <a:lnTo>
                    <a:pt x="121" y="97"/>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4" name="Google Shape;5654;p14"/>
            <p:cNvSpPr/>
            <p:nvPr/>
          </p:nvSpPr>
          <p:spPr>
            <a:xfrm>
              <a:off x="3863550" y="1677900"/>
              <a:ext cx="3025" cy="3625"/>
            </a:xfrm>
            <a:custGeom>
              <a:avLst/>
              <a:gdLst/>
              <a:ahLst/>
              <a:cxnLst/>
              <a:rect l="l" t="t" r="r" b="b"/>
              <a:pathLst>
                <a:path w="121" h="145" extrusionOk="0">
                  <a:moveTo>
                    <a:pt x="73" y="0"/>
                  </a:moveTo>
                  <a:lnTo>
                    <a:pt x="49" y="24"/>
                  </a:lnTo>
                  <a:lnTo>
                    <a:pt x="25" y="48"/>
                  </a:lnTo>
                  <a:lnTo>
                    <a:pt x="1" y="96"/>
                  </a:lnTo>
                  <a:lnTo>
                    <a:pt x="25" y="121"/>
                  </a:lnTo>
                  <a:lnTo>
                    <a:pt x="49" y="145"/>
                  </a:lnTo>
                  <a:lnTo>
                    <a:pt x="73" y="121"/>
                  </a:lnTo>
                  <a:lnTo>
                    <a:pt x="121" y="72"/>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5" name="Google Shape;5655;p14"/>
            <p:cNvSpPr/>
            <p:nvPr/>
          </p:nvSpPr>
          <p:spPr>
            <a:xfrm>
              <a:off x="3919525" y="1695950"/>
              <a:ext cx="3025" cy="2425"/>
            </a:xfrm>
            <a:custGeom>
              <a:avLst/>
              <a:gdLst/>
              <a:ahLst/>
              <a:cxnLst/>
              <a:rect l="l" t="t" r="r" b="b"/>
              <a:pathLst>
                <a:path w="121" h="97" extrusionOk="0">
                  <a:moveTo>
                    <a:pt x="24" y="0"/>
                  </a:moveTo>
                  <a:lnTo>
                    <a:pt x="0" y="49"/>
                  </a:lnTo>
                  <a:lnTo>
                    <a:pt x="0" y="73"/>
                  </a:lnTo>
                  <a:lnTo>
                    <a:pt x="73" y="97"/>
                  </a:lnTo>
                  <a:lnTo>
                    <a:pt x="121" y="73"/>
                  </a:lnTo>
                  <a:lnTo>
                    <a:pt x="97"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6" name="Google Shape;5656;p14"/>
            <p:cNvSpPr/>
            <p:nvPr/>
          </p:nvSpPr>
          <p:spPr>
            <a:xfrm>
              <a:off x="4100075" y="1731450"/>
              <a:ext cx="3025" cy="3050"/>
            </a:xfrm>
            <a:custGeom>
              <a:avLst/>
              <a:gdLst/>
              <a:ahLst/>
              <a:cxnLst/>
              <a:rect l="l" t="t" r="r" b="b"/>
              <a:pathLst>
                <a:path w="121" h="122" extrusionOk="0">
                  <a:moveTo>
                    <a:pt x="48" y="1"/>
                  </a:moveTo>
                  <a:lnTo>
                    <a:pt x="24" y="25"/>
                  </a:lnTo>
                  <a:lnTo>
                    <a:pt x="0" y="49"/>
                  </a:lnTo>
                  <a:lnTo>
                    <a:pt x="0" y="73"/>
                  </a:lnTo>
                  <a:lnTo>
                    <a:pt x="48" y="121"/>
                  </a:lnTo>
                  <a:lnTo>
                    <a:pt x="121" y="121"/>
                  </a:lnTo>
                  <a:lnTo>
                    <a:pt x="121" y="97"/>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7" name="Google Shape;5657;p14"/>
            <p:cNvSpPr/>
            <p:nvPr/>
          </p:nvSpPr>
          <p:spPr>
            <a:xfrm>
              <a:off x="4023650" y="1846400"/>
              <a:ext cx="2425" cy="1825"/>
            </a:xfrm>
            <a:custGeom>
              <a:avLst/>
              <a:gdLst/>
              <a:ahLst/>
              <a:cxnLst/>
              <a:rect l="l" t="t" r="r" b="b"/>
              <a:pathLst>
                <a:path w="97" h="73" extrusionOk="0">
                  <a:moveTo>
                    <a:pt x="0" y="1"/>
                  </a:moveTo>
                  <a:lnTo>
                    <a:pt x="48" y="73"/>
                  </a:lnTo>
                  <a:lnTo>
                    <a:pt x="72" y="49"/>
                  </a:lnTo>
                  <a:lnTo>
                    <a:pt x="96"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8" name="Google Shape;5658;p14"/>
            <p:cNvSpPr/>
            <p:nvPr/>
          </p:nvSpPr>
          <p:spPr>
            <a:xfrm>
              <a:off x="3897850" y="1940300"/>
              <a:ext cx="3050" cy="3625"/>
            </a:xfrm>
            <a:custGeom>
              <a:avLst/>
              <a:gdLst/>
              <a:ahLst/>
              <a:cxnLst/>
              <a:rect l="l" t="t" r="r" b="b"/>
              <a:pathLst>
                <a:path w="122" h="145" extrusionOk="0">
                  <a:moveTo>
                    <a:pt x="73" y="0"/>
                  </a:moveTo>
                  <a:lnTo>
                    <a:pt x="25" y="24"/>
                  </a:lnTo>
                  <a:lnTo>
                    <a:pt x="1" y="96"/>
                  </a:lnTo>
                  <a:lnTo>
                    <a:pt x="25" y="120"/>
                  </a:lnTo>
                  <a:lnTo>
                    <a:pt x="49" y="144"/>
                  </a:lnTo>
                  <a:lnTo>
                    <a:pt x="73" y="120"/>
                  </a:lnTo>
                  <a:lnTo>
                    <a:pt x="121" y="96"/>
                  </a:lnTo>
                  <a:lnTo>
                    <a:pt x="121"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9" name="Google Shape;5659;p14"/>
            <p:cNvSpPr/>
            <p:nvPr/>
          </p:nvSpPr>
          <p:spPr>
            <a:xfrm>
              <a:off x="4046500" y="1662250"/>
              <a:ext cx="3050" cy="2425"/>
            </a:xfrm>
            <a:custGeom>
              <a:avLst/>
              <a:gdLst/>
              <a:ahLst/>
              <a:cxnLst/>
              <a:rect l="l" t="t" r="r" b="b"/>
              <a:pathLst>
                <a:path w="122" h="97" extrusionOk="0">
                  <a:moveTo>
                    <a:pt x="1" y="0"/>
                  </a:moveTo>
                  <a:lnTo>
                    <a:pt x="1" y="48"/>
                  </a:lnTo>
                  <a:lnTo>
                    <a:pt x="1" y="72"/>
                  </a:lnTo>
                  <a:lnTo>
                    <a:pt x="49" y="97"/>
                  </a:lnTo>
                  <a:lnTo>
                    <a:pt x="97" y="72"/>
                  </a:lnTo>
                  <a:lnTo>
                    <a:pt x="121"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0" name="Google Shape;5660;p14"/>
            <p:cNvSpPr/>
            <p:nvPr/>
          </p:nvSpPr>
          <p:spPr>
            <a:xfrm>
              <a:off x="4113925" y="2017925"/>
              <a:ext cx="2425" cy="3625"/>
            </a:xfrm>
            <a:custGeom>
              <a:avLst/>
              <a:gdLst/>
              <a:ahLst/>
              <a:cxnLst/>
              <a:rect l="l" t="t" r="r" b="b"/>
              <a:pathLst>
                <a:path w="97" h="145" extrusionOk="0">
                  <a:moveTo>
                    <a:pt x="72" y="0"/>
                  </a:moveTo>
                  <a:lnTo>
                    <a:pt x="48" y="25"/>
                  </a:lnTo>
                  <a:lnTo>
                    <a:pt x="24" y="49"/>
                  </a:lnTo>
                  <a:lnTo>
                    <a:pt x="0" y="97"/>
                  </a:lnTo>
                  <a:lnTo>
                    <a:pt x="24" y="145"/>
                  </a:lnTo>
                  <a:lnTo>
                    <a:pt x="48" y="145"/>
                  </a:lnTo>
                  <a:lnTo>
                    <a:pt x="72" y="121"/>
                  </a:lnTo>
                  <a:lnTo>
                    <a:pt x="96" y="73"/>
                  </a:lnTo>
                  <a:lnTo>
                    <a:pt x="96" y="25"/>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1" name="Google Shape;5661;p14"/>
            <p:cNvSpPr/>
            <p:nvPr/>
          </p:nvSpPr>
          <p:spPr>
            <a:xfrm>
              <a:off x="4017025" y="1662850"/>
              <a:ext cx="1825" cy="1825"/>
            </a:xfrm>
            <a:custGeom>
              <a:avLst/>
              <a:gdLst/>
              <a:ahLst/>
              <a:cxnLst/>
              <a:rect l="l" t="t" r="r" b="b"/>
              <a:pathLst>
                <a:path w="73" h="73" extrusionOk="0">
                  <a:moveTo>
                    <a:pt x="48" y="0"/>
                  </a:moveTo>
                  <a:lnTo>
                    <a:pt x="0" y="24"/>
                  </a:lnTo>
                  <a:lnTo>
                    <a:pt x="0" y="73"/>
                  </a:lnTo>
                  <a:lnTo>
                    <a:pt x="48" y="73"/>
                  </a:lnTo>
                  <a:lnTo>
                    <a:pt x="72" y="48"/>
                  </a:lnTo>
                  <a:lnTo>
                    <a:pt x="72"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2" name="Google Shape;5662;p14"/>
            <p:cNvSpPr/>
            <p:nvPr/>
          </p:nvSpPr>
          <p:spPr>
            <a:xfrm>
              <a:off x="3931550" y="1781400"/>
              <a:ext cx="3050" cy="3050"/>
            </a:xfrm>
            <a:custGeom>
              <a:avLst/>
              <a:gdLst/>
              <a:ahLst/>
              <a:cxnLst/>
              <a:rect l="l" t="t" r="r" b="b"/>
              <a:pathLst>
                <a:path w="122" h="122" extrusionOk="0">
                  <a:moveTo>
                    <a:pt x="49" y="1"/>
                  </a:moveTo>
                  <a:lnTo>
                    <a:pt x="1" y="49"/>
                  </a:lnTo>
                  <a:lnTo>
                    <a:pt x="1" y="73"/>
                  </a:lnTo>
                  <a:lnTo>
                    <a:pt x="25" y="97"/>
                  </a:lnTo>
                  <a:lnTo>
                    <a:pt x="49" y="121"/>
                  </a:lnTo>
                  <a:lnTo>
                    <a:pt x="73" y="121"/>
                  </a:lnTo>
                  <a:lnTo>
                    <a:pt x="121"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3" name="Google Shape;5663;p14"/>
            <p:cNvSpPr/>
            <p:nvPr/>
          </p:nvSpPr>
          <p:spPr>
            <a:xfrm>
              <a:off x="3896650" y="1760350"/>
              <a:ext cx="1825" cy="1825"/>
            </a:xfrm>
            <a:custGeom>
              <a:avLst/>
              <a:gdLst/>
              <a:ahLst/>
              <a:cxnLst/>
              <a:rect l="l" t="t" r="r" b="b"/>
              <a:pathLst>
                <a:path w="73" h="73" extrusionOk="0">
                  <a:moveTo>
                    <a:pt x="73" y="0"/>
                  </a:moveTo>
                  <a:lnTo>
                    <a:pt x="1" y="24"/>
                  </a:lnTo>
                  <a:lnTo>
                    <a:pt x="1" y="48"/>
                  </a:lnTo>
                  <a:lnTo>
                    <a:pt x="49" y="72"/>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4" name="Google Shape;5664;p14"/>
            <p:cNvSpPr/>
            <p:nvPr/>
          </p:nvSpPr>
          <p:spPr>
            <a:xfrm>
              <a:off x="3751000" y="1786825"/>
              <a:ext cx="25" cy="625"/>
            </a:xfrm>
            <a:custGeom>
              <a:avLst/>
              <a:gdLst/>
              <a:ahLst/>
              <a:cxnLst/>
              <a:rect l="l" t="t" r="r" b="b"/>
              <a:pathLst>
                <a:path w="1" h="25" extrusionOk="0">
                  <a:moveTo>
                    <a:pt x="1" y="0"/>
                  </a:moveTo>
                  <a:lnTo>
                    <a:pt x="1" y="24"/>
                  </a:lnTo>
                  <a:lnTo>
                    <a:pt x="1" y="24"/>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5" name="Google Shape;5665;p14"/>
            <p:cNvSpPr/>
            <p:nvPr/>
          </p:nvSpPr>
          <p:spPr>
            <a:xfrm>
              <a:off x="3835275" y="1813300"/>
              <a:ext cx="1225" cy="1825"/>
            </a:xfrm>
            <a:custGeom>
              <a:avLst/>
              <a:gdLst/>
              <a:ahLst/>
              <a:cxnLst/>
              <a:rect l="l" t="t" r="r" b="b"/>
              <a:pathLst>
                <a:path w="49" h="73" extrusionOk="0">
                  <a:moveTo>
                    <a:pt x="0" y="1"/>
                  </a:moveTo>
                  <a:lnTo>
                    <a:pt x="0" y="73"/>
                  </a:lnTo>
                  <a:lnTo>
                    <a:pt x="24"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6" name="Google Shape;5666;p14"/>
            <p:cNvSpPr/>
            <p:nvPr/>
          </p:nvSpPr>
          <p:spPr>
            <a:xfrm>
              <a:off x="3915300" y="1827150"/>
              <a:ext cx="1850" cy="1825"/>
            </a:xfrm>
            <a:custGeom>
              <a:avLst/>
              <a:gdLst/>
              <a:ahLst/>
              <a:cxnLst/>
              <a:rect l="l" t="t" r="r" b="b"/>
              <a:pathLst>
                <a:path w="74" h="73" extrusionOk="0">
                  <a:moveTo>
                    <a:pt x="25" y="0"/>
                  </a:moveTo>
                  <a:lnTo>
                    <a:pt x="1" y="48"/>
                  </a:lnTo>
                  <a:lnTo>
                    <a:pt x="25" y="73"/>
                  </a:lnTo>
                  <a:lnTo>
                    <a:pt x="49" y="73"/>
                  </a:lnTo>
                  <a:lnTo>
                    <a:pt x="73"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7" name="Google Shape;5667;p14"/>
            <p:cNvSpPr/>
            <p:nvPr/>
          </p:nvSpPr>
          <p:spPr>
            <a:xfrm>
              <a:off x="3757625" y="1748900"/>
              <a:ext cx="1825" cy="2450"/>
            </a:xfrm>
            <a:custGeom>
              <a:avLst/>
              <a:gdLst/>
              <a:ahLst/>
              <a:cxnLst/>
              <a:rect l="l" t="t" r="r" b="b"/>
              <a:pathLst>
                <a:path w="73" h="98" extrusionOk="0">
                  <a:moveTo>
                    <a:pt x="25" y="1"/>
                  </a:moveTo>
                  <a:lnTo>
                    <a:pt x="1" y="25"/>
                  </a:lnTo>
                  <a:lnTo>
                    <a:pt x="1" y="73"/>
                  </a:lnTo>
                  <a:lnTo>
                    <a:pt x="25" y="97"/>
                  </a:lnTo>
                  <a:lnTo>
                    <a:pt x="73" y="73"/>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8" name="Google Shape;5668;p14"/>
            <p:cNvSpPr/>
            <p:nvPr/>
          </p:nvSpPr>
          <p:spPr>
            <a:xfrm>
              <a:off x="4142800" y="1899975"/>
              <a:ext cx="1225" cy="1825"/>
            </a:xfrm>
            <a:custGeom>
              <a:avLst/>
              <a:gdLst/>
              <a:ahLst/>
              <a:cxnLst/>
              <a:rect l="l" t="t" r="r" b="b"/>
              <a:pathLst>
                <a:path w="49" h="73" extrusionOk="0">
                  <a:moveTo>
                    <a:pt x="25" y="0"/>
                  </a:moveTo>
                  <a:lnTo>
                    <a:pt x="1" y="72"/>
                  </a:lnTo>
                  <a:lnTo>
                    <a:pt x="49" y="72"/>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9" name="Google Shape;5669;p14"/>
            <p:cNvSpPr/>
            <p:nvPr/>
          </p:nvSpPr>
          <p:spPr>
            <a:xfrm>
              <a:off x="3772075" y="1748900"/>
              <a:ext cx="1825" cy="2450"/>
            </a:xfrm>
            <a:custGeom>
              <a:avLst/>
              <a:gdLst/>
              <a:ahLst/>
              <a:cxnLst/>
              <a:rect l="l" t="t" r="r" b="b"/>
              <a:pathLst>
                <a:path w="73" h="98" extrusionOk="0">
                  <a:moveTo>
                    <a:pt x="24" y="1"/>
                  </a:moveTo>
                  <a:lnTo>
                    <a:pt x="24" y="49"/>
                  </a:lnTo>
                  <a:lnTo>
                    <a:pt x="0" y="73"/>
                  </a:lnTo>
                  <a:lnTo>
                    <a:pt x="24" y="97"/>
                  </a:lnTo>
                  <a:lnTo>
                    <a:pt x="73" y="73"/>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0" name="Google Shape;5670;p14"/>
            <p:cNvSpPr/>
            <p:nvPr/>
          </p:nvSpPr>
          <p:spPr>
            <a:xfrm>
              <a:off x="3878000" y="1785625"/>
              <a:ext cx="625" cy="625"/>
            </a:xfrm>
            <a:custGeom>
              <a:avLst/>
              <a:gdLst/>
              <a:ahLst/>
              <a:cxnLst/>
              <a:rect l="l" t="t" r="r" b="b"/>
              <a:pathLst>
                <a:path w="25" h="25" extrusionOk="0">
                  <a:moveTo>
                    <a:pt x="0" y="0"/>
                  </a:moveTo>
                  <a:lnTo>
                    <a:pt x="0" y="24"/>
                  </a:lnTo>
                  <a:lnTo>
                    <a:pt x="24" y="24"/>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1" name="Google Shape;5671;p14"/>
            <p:cNvSpPr/>
            <p:nvPr/>
          </p:nvSpPr>
          <p:spPr>
            <a:xfrm>
              <a:off x="4053125" y="1851225"/>
              <a:ext cx="2425" cy="1825"/>
            </a:xfrm>
            <a:custGeom>
              <a:avLst/>
              <a:gdLst/>
              <a:ahLst/>
              <a:cxnLst/>
              <a:rect l="l" t="t" r="r" b="b"/>
              <a:pathLst>
                <a:path w="97" h="73" extrusionOk="0">
                  <a:moveTo>
                    <a:pt x="1" y="0"/>
                  </a:moveTo>
                  <a:lnTo>
                    <a:pt x="49" y="72"/>
                  </a:lnTo>
                  <a:lnTo>
                    <a:pt x="97"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2" name="Google Shape;5672;p14"/>
            <p:cNvSpPr/>
            <p:nvPr/>
          </p:nvSpPr>
          <p:spPr>
            <a:xfrm>
              <a:off x="4227650" y="1905975"/>
              <a:ext cx="1850" cy="1850"/>
            </a:xfrm>
            <a:custGeom>
              <a:avLst/>
              <a:gdLst/>
              <a:ahLst/>
              <a:cxnLst/>
              <a:rect l="l" t="t" r="r" b="b"/>
              <a:pathLst>
                <a:path w="74" h="74" extrusionOk="0">
                  <a:moveTo>
                    <a:pt x="25" y="1"/>
                  </a:moveTo>
                  <a:lnTo>
                    <a:pt x="1" y="25"/>
                  </a:lnTo>
                  <a:lnTo>
                    <a:pt x="49" y="73"/>
                  </a:lnTo>
                  <a:lnTo>
                    <a:pt x="73" y="49"/>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3" name="Google Shape;5673;p14"/>
            <p:cNvSpPr/>
            <p:nvPr/>
          </p:nvSpPr>
          <p:spPr>
            <a:xfrm>
              <a:off x="3973075" y="1802500"/>
              <a:ext cx="1800" cy="3600"/>
            </a:xfrm>
            <a:custGeom>
              <a:avLst/>
              <a:gdLst/>
              <a:ahLst/>
              <a:cxnLst/>
              <a:rect l="l" t="t" r="r" b="b"/>
              <a:pathLst>
                <a:path w="72" h="144" extrusionOk="0">
                  <a:moveTo>
                    <a:pt x="71" y="1"/>
                  </a:moveTo>
                  <a:lnTo>
                    <a:pt x="49" y="23"/>
                  </a:lnTo>
                  <a:lnTo>
                    <a:pt x="49" y="23"/>
                  </a:lnTo>
                  <a:lnTo>
                    <a:pt x="71" y="1"/>
                  </a:lnTo>
                  <a:close/>
                  <a:moveTo>
                    <a:pt x="49" y="23"/>
                  </a:moveTo>
                  <a:lnTo>
                    <a:pt x="1" y="72"/>
                  </a:lnTo>
                  <a:lnTo>
                    <a:pt x="1" y="120"/>
                  </a:lnTo>
                  <a:lnTo>
                    <a:pt x="1" y="144"/>
                  </a:lnTo>
                  <a:lnTo>
                    <a:pt x="25" y="144"/>
                  </a:lnTo>
                  <a:lnTo>
                    <a:pt x="49" y="96"/>
                  </a:lnTo>
                  <a:lnTo>
                    <a:pt x="49" y="2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4" name="Google Shape;5674;p14"/>
            <p:cNvSpPr/>
            <p:nvPr/>
          </p:nvSpPr>
          <p:spPr>
            <a:xfrm>
              <a:off x="4170475" y="1733850"/>
              <a:ext cx="1850" cy="1850"/>
            </a:xfrm>
            <a:custGeom>
              <a:avLst/>
              <a:gdLst/>
              <a:ahLst/>
              <a:cxnLst/>
              <a:rect l="l" t="t" r="r" b="b"/>
              <a:pathLst>
                <a:path w="74" h="74" extrusionOk="0">
                  <a:moveTo>
                    <a:pt x="49" y="1"/>
                  </a:moveTo>
                  <a:lnTo>
                    <a:pt x="1" y="25"/>
                  </a:lnTo>
                  <a:lnTo>
                    <a:pt x="1" y="73"/>
                  </a:lnTo>
                  <a:lnTo>
                    <a:pt x="73" y="73"/>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14"/>
            <p:cNvSpPr/>
            <p:nvPr/>
          </p:nvSpPr>
          <p:spPr>
            <a:xfrm>
              <a:off x="3853925" y="1724225"/>
              <a:ext cx="1825" cy="1850"/>
            </a:xfrm>
            <a:custGeom>
              <a:avLst/>
              <a:gdLst/>
              <a:ahLst/>
              <a:cxnLst/>
              <a:rect l="l" t="t" r="r" b="b"/>
              <a:pathLst>
                <a:path w="73" h="74" extrusionOk="0">
                  <a:moveTo>
                    <a:pt x="24" y="1"/>
                  </a:moveTo>
                  <a:lnTo>
                    <a:pt x="0" y="25"/>
                  </a:lnTo>
                  <a:lnTo>
                    <a:pt x="0" y="49"/>
                  </a:lnTo>
                  <a:lnTo>
                    <a:pt x="24" y="73"/>
                  </a:lnTo>
                  <a:lnTo>
                    <a:pt x="49" y="73"/>
                  </a:lnTo>
                  <a:lnTo>
                    <a:pt x="73" y="49"/>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6" name="Google Shape;5676;p14"/>
            <p:cNvSpPr/>
            <p:nvPr/>
          </p:nvSpPr>
          <p:spPr>
            <a:xfrm>
              <a:off x="4065775" y="1804875"/>
              <a:ext cx="1825" cy="1825"/>
            </a:xfrm>
            <a:custGeom>
              <a:avLst/>
              <a:gdLst/>
              <a:ahLst/>
              <a:cxnLst/>
              <a:rect l="l" t="t" r="r" b="b"/>
              <a:pathLst>
                <a:path w="73" h="73" extrusionOk="0">
                  <a:moveTo>
                    <a:pt x="0" y="1"/>
                  </a:moveTo>
                  <a:lnTo>
                    <a:pt x="0" y="25"/>
                  </a:lnTo>
                  <a:lnTo>
                    <a:pt x="24" y="73"/>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7" name="Google Shape;5677;p14"/>
            <p:cNvSpPr/>
            <p:nvPr/>
          </p:nvSpPr>
          <p:spPr>
            <a:xfrm>
              <a:off x="3760625" y="1674875"/>
              <a:ext cx="1250" cy="1850"/>
            </a:xfrm>
            <a:custGeom>
              <a:avLst/>
              <a:gdLst/>
              <a:ahLst/>
              <a:cxnLst/>
              <a:rect l="l" t="t" r="r" b="b"/>
              <a:pathLst>
                <a:path w="50" h="74" extrusionOk="0">
                  <a:moveTo>
                    <a:pt x="49" y="1"/>
                  </a:moveTo>
                  <a:lnTo>
                    <a:pt x="1" y="73"/>
                  </a:lnTo>
                  <a:lnTo>
                    <a:pt x="49" y="73"/>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8" name="Google Shape;5678;p14"/>
            <p:cNvSpPr/>
            <p:nvPr/>
          </p:nvSpPr>
          <p:spPr>
            <a:xfrm>
              <a:off x="4240300" y="1815700"/>
              <a:ext cx="2425" cy="1850"/>
            </a:xfrm>
            <a:custGeom>
              <a:avLst/>
              <a:gdLst/>
              <a:ahLst/>
              <a:cxnLst/>
              <a:rect l="l" t="t" r="r" b="b"/>
              <a:pathLst>
                <a:path w="97" h="74" extrusionOk="0">
                  <a:moveTo>
                    <a:pt x="49" y="1"/>
                  </a:moveTo>
                  <a:lnTo>
                    <a:pt x="0" y="25"/>
                  </a:lnTo>
                  <a:lnTo>
                    <a:pt x="24" y="73"/>
                  </a:lnTo>
                  <a:lnTo>
                    <a:pt x="49" y="73"/>
                  </a:lnTo>
                  <a:lnTo>
                    <a:pt x="97"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9" name="Google Shape;5679;p14"/>
            <p:cNvSpPr/>
            <p:nvPr/>
          </p:nvSpPr>
          <p:spPr>
            <a:xfrm>
              <a:off x="4024850" y="1723625"/>
              <a:ext cx="1825" cy="1825"/>
            </a:xfrm>
            <a:custGeom>
              <a:avLst/>
              <a:gdLst/>
              <a:ahLst/>
              <a:cxnLst/>
              <a:rect l="l" t="t" r="r" b="b"/>
              <a:pathLst>
                <a:path w="73" h="73" extrusionOk="0">
                  <a:moveTo>
                    <a:pt x="48" y="1"/>
                  </a:moveTo>
                  <a:lnTo>
                    <a:pt x="0" y="25"/>
                  </a:lnTo>
                  <a:lnTo>
                    <a:pt x="0" y="49"/>
                  </a:lnTo>
                  <a:lnTo>
                    <a:pt x="48" y="73"/>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0" name="Google Shape;5680;p14"/>
            <p:cNvSpPr/>
            <p:nvPr/>
          </p:nvSpPr>
          <p:spPr>
            <a:xfrm>
              <a:off x="4008600" y="1712800"/>
              <a:ext cx="1825" cy="1825"/>
            </a:xfrm>
            <a:custGeom>
              <a:avLst/>
              <a:gdLst/>
              <a:ahLst/>
              <a:cxnLst/>
              <a:rect l="l" t="t" r="r" b="b"/>
              <a:pathLst>
                <a:path w="73" h="73" extrusionOk="0">
                  <a:moveTo>
                    <a:pt x="24" y="0"/>
                  </a:moveTo>
                  <a:lnTo>
                    <a:pt x="0" y="24"/>
                  </a:lnTo>
                  <a:lnTo>
                    <a:pt x="48" y="73"/>
                  </a:lnTo>
                  <a:lnTo>
                    <a:pt x="72" y="49"/>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1" name="Google Shape;5681;p14"/>
            <p:cNvSpPr/>
            <p:nvPr/>
          </p:nvSpPr>
          <p:spPr>
            <a:xfrm>
              <a:off x="4198175" y="1771775"/>
              <a:ext cx="1825" cy="1225"/>
            </a:xfrm>
            <a:custGeom>
              <a:avLst/>
              <a:gdLst/>
              <a:ahLst/>
              <a:cxnLst/>
              <a:rect l="l" t="t" r="r" b="b"/>
              <a:pathLst>
                <a:path w="73" h="49" extrusionOk="0">
                  <a:moveTo>
                    <a:pt x="24" y="1"/>
                  </a:moveTo>
                  <a:lnTo>
                    <a:pt x="0" y="25"/>
                  </a:lnTo>
                  <a:lnTo>
                    <a:pt x="24" y="49"/>
                  </a:lnTo>
                  <a:lnTo>
                    <a:pt x="73" y="49"/>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2" name="Google Shape;5682;p14"/>
            <p:cNvSpPr/>
            <p:nvPr/>
          </p:nvSpPr>
          <p:spPr>
            <a:xfrm>
              <a:off x="4118725" y="1735675"/>
              <a:ext cx="1825" cy="1825"/>
            </a:xfrm>
            <a:custGeom>
              <a:avLst/>
              <a:gdLst/>
              <a:ahLst/>
              <a:cxnLst/>
              <a:rect l="l" t="t" r="r" b="b"/>
              <a:pathLst>
                <a:path w="73" h="73" extrusionOk="0">
                  <a:moveTo>
                    <a:pt x="1" y="0"/>
                  </a:moveTo>
                  <a:lnTo>
                    <a:pt x="1" y="24"/>
                  </a:lnTo>
                  <a:lnTo>
                    <a:pt x="25" y="48"/>
                  </a:lnTo>
                  <a:lnTo>
                    <a:pt x="44" y="58"/>
                  </a:lnTo>
                  <a:lnTo>
                    <a:pt x="25" y="0"/>
                  </a:lnTo>
                  <a:close/>
                  <a:moveTo>
                    <a:pt x="44" y="58"/>
                  </a:moveTo>
                  <a:lnTo>
                    <a:pt x="49" y="72"/>
                  </a:lnTo>
                  <a:lnTo>
                    <a:pt x="73" y="72"/>
                  </a:lnTo>
                  <a:lnTo>
                    <a:pt x="44" y="58"/>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14"/>
            <p:cNvSpPr/>
            <p:nvPr/>
          </p:nvSpPr>
          <p:spPr>
            <a:xfrm>
              <a:off x="3748000" y="1848800"/>
              <a:ext cx="2425" cy="1250"/>
            </a:xfrm>
            <a:custGeom>
              <a:avLst/>
              <a:gdLst/>
              <a:ahLst/>
              <a:cxnLst/>
              <a:rect l="l" t="t" r="r" b="b"/>
              <a:pathLst>
                <a:path w="97" h="50" extrusionOk="0">
                  <a:moveTo>
                    <a:pt x="0" y="1"/>
                  </a:moveTo>
                  <a:lnTo>
                    <a:pt x="25" y="49"/>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4" name="Google Shape;5684;p14"/>
            <p:cNvSpPr/>
            <p:nvPr/>
          </p:nvSpPr>
          <p:spPr>
            <a:xfrm>
              <a:off x="3902075" y="1633350"/>
              <a:ext cx="1825" cy="2450"/>
            </a:xfrm>
            <a:custGeom>
              <a:avLst/>
              <a:gdLst/>
              <a:ahLst/>
              <a:cxnLst/>
              <a:rect l="l" t="t" r="r" b="b"/>
              <a:pathLst>
                <a:path w="73" h="98" extrusionOk="0">
                  <a:moveTo>
                    <a:pt x="48" y="1"/>
                  </a:moveTo>
                  <a:lnTo>
                    <a:pt x="24" y="25"/>
                  </a:lnTo>
                  <a:lnTo>
                    <a:pt x="0" y="49"/>
                  </a:lnTo>
                  <a:lnTo>
                    <a:pt x="24" y="97"/>
                  </a:lnTo>
                  <a:lnTo>
                    <a:pt x="48" y="73"/>
                  </a:lnTo>
                  <a:lnTo>
                    <a:pt x="72"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5" name="Google Shape;5685;p14"/>
            <p:cNvSpPr/>
            <p:nvPr/>
          </p:nvSpPr>
          <p:spPr>
            <a:xfrm>
              <a:off x="3959850" y="1899375"/>
              <a:ext cx="1225" cy="2425"/>
            </a:xfrm>
            <a:custGeom>
              <a:avLst/>
              <a:gdLst/>
              <a:ahLst/>
              <a:cxnLst/>
              <a:rect l="l" t="t" r="r" b="b"/>
              <a:pathLst>
                <a:path w="49" h="97" extrusionOk="0">
                  <a:moveTo>
                    <a:pt x="0" y="0"/>
                  </a:moveTo>
                  <a:lnTo>
                    <a:pt x="0" y="96"/>
                  </a:lnTo>
                  <a:lnTo>
                    <a:pt x="24" y="72"/>
                  </a:lnTo>
                  <a:lnTo>
                    <a:pt x="48" y="48"/>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6" name="Google Shape;5686;p14"/>
            <p:cNvSpPr/>
            <p:nvPr/>
          </p:nvSpPr>
          <p:spPr>
            <a:xfrm>
              <a:off x="4186125" y="1987825"/>
              <a:ext cx="1225" cy="1225"/>
            </a:xfrm>
            <a:custGeom>
              <a:avLst/>
              <a:gdLst/>
              <a:ahLst/>
              <a:cxnLst/>
              <a:rect l="l" t="t" r="r" b="b"/>
              <a:pathLst>
                <a:path w="49" h="49" extrusionOk="0">
                  <a:moveTo>
                    <a:pt x="1" y="1"/>
                  </a:moveTo>
                  <a:lnTo>
                    <a:pt x="25"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7" name="Google Shape;5687;p14"/>
            <p:cNvSpPr/>
            <p:nvPr/>
          </p:nvSpPr>
          <p:spPr>
            <a:xfrm>
              <a:off x="3899050" y="2026350"/>
              <a:ext cx="1225" cy="1225"/>
            </a:xfrm>
            <a:custGeom>
              <a:avLst/>
              <a:gdLst/>
              <a:ahLst/>
              <a:cxnLst/>
              <a:rect l="l" t="t" r="r" b="b"/>
              <a:pathLst>
                <a:path w="49" h="49" extrusionOk="0">
                  <a:moveTo>
                    <a:pt x="25" y="1"/>
                  </a:moveTo>
                  <a:lnTo>
                    <a:pt x="1" y="25"/>
                  </a:lnTo>
                  <a:lnTo>
                    <a:pt x="1" y="49"/>
                  </a:lnTo>
                  <a:lnTo>
                    <a:pt x="49"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8" name="Google Shape;5688;p14"/>
            <p:cNvSpPr/>
            <p:nvPr/>
          </p:nvSpPr>
          <p:spPr>
            <a:xfrm>
              <a:off x="3962850" y="2020325"/>
              <a:ext cx="625" cy="625"/>
            </a:xfrm>
            <a:custGeom>
              <a:avLst/>
              <a:gdLst/>
              <a:ahLst/>
              <a:cxnLst/>
              <a:rect l="l" t="t" r="r" b="b"/>
              <a:pathLst>
                <a:path w="25" h="25" extrusionOk="0">
                  <a:moveTo>
                    <a:pt x="25" y="1"/>
                  </a:moveTo>
                  <a:lnTo>
                    <a:pt x="1" y="25"/>
                  </a:ln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9" name="Google Shape;5689;p14"/>
            <p:cNvSpPr/>
            <p:nvPr/>
          </p:nvSpPr>
          <p:spPr>
            <a:xfrm>
              <a:off x="3899650" y="1987825"/>
              <a:ext cx="1250" cy="625"/>
            </a:xfrm>
            <a:custGeom>
              <a:avLst/>
              <a:gdLst/>
              <a:ahLst/>
              <a:cxnLst/>
              <a:rect l="l" t="t" r="r" b="b"/>
              <a:pathLst>
                <a:path w="50" h="25" extrusionOk="0">
                  <a:moveTo>
                    <a:pt x="49" y="1"/>
                  </a:moveTo>
                  <a:lnTo>
                    <a:pt x="1" y="25"/>
                  </a:lnTo>
                  <a:lnTo>
                    <a:pt x="25"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0" name="Google Shape;5690;p14"/>
            <p:cNvSpPr/>
            <p:nvPr/>
          </p:nvSpPr>
          <p:spPr>
            <a:xfrm>
              <a:off x="4020625" y="2023950"/>
              <a:ext cx="25" cy="625"/>
            </a:xfrm>
            <a:custGeom>
              <a:avLst/>
              <a:gdLst/>
              <a:ahLst/>
              <a:cxnLst/>
              <a:rect l="l" t="t" r="r" b="b"/>
              <a:pathLst>
                <a:path w="1" h="25" extrusionOk="0">
                  <a:moveTo>
                    <a:pt x="1" y="0"/>
                  </a:moveTo>
                  <a:lnTo>
                    <a:pt x="1" y="24"/>
                  </a:lnTo>
                  <a:lnTo>
                    <a:pt x="1" y="24"/>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1" name="Google Shape;5691;p14"/>
            <p:cNvSpPr/>
            <p:nvPr/>
          </p:nvSpPr>
          <p:spPr>
            <a:xfrm>
              <a:off x="3857525" y="1946300"/>
              <a:ext cx="625" cy="1225"/>
            </a:xfrm>
            <a:custGeom>
              <a:avLst/>
              <a:gdLst/>
              <a:ahLst/>
              <a:cxnLst/>
              <a:rect l="l" t="t" r="r" b="b"/>
              <a:pathLst>
                <a:path w="25" h="49" extrusionOk="0">
                  <a:moveTo>
                    <a:pt x="25" y="1"/>
                  </a:moveTo>
                  <a:lnTo>
                    <a:pt x="1" y="25"/>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2" name="Google Shape;5692;p14"/>
            <p:cNvSpPr/>
            <p:nvPr/>
          </p:nvSpPr>
          <p:spPr>
            <a:xfrm>
              <a:off x="3841875" y="1881300"/>
              <a:ext cx="1250" cy="1250"/>
            </a:xfrm>
            <a:custGeom>
              <a:avLst/>
              <a:gdLst/>
              <a:ahLst/>
              <a:cxnLst/>
              <a:rect l="l" t="t" r="r" b="b"/>
              <a:pathLst>
                <a:path w="50" h="50" extrusionOk="0">
                  <a:moveTo>
                    <a:pt x="49" y="1"/>
                  </a:moveTo>
                  <a:lnTo>
                    <a:pt x="1" y="25"/>
                  </a:lnTo>
                  <a:lnTo>
                    <a:pt x="25" y="49"/>
                  </a:lnTo>
                  <a:lnTo>
                    <a:pt x="49"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3" name="Google Shape;5693;p14"/>
            <p:cNvSpPr/>
            <p:nvPr/>
          </p:nvSpPr>
          <p:spPr>
            <a:xfrm>
              <a:off x="4004975" y="1902975"/>
              <a:ext cx="625" cy="625"/>
            </a:xfrm>
            <a:custGeom>
              <a:avLst/>
              <a:gdLst/>
              <a:ahLst/>
              <a:cxnLst/>
              <a:rect l="l" t="t" r="r" b="b"/>
              <a:pathLst>
                <a:path w="25" h="25" extrusionOk="0">
                  <a:moveTo>
                    <a:pt x="1" y="1"/>
                  </a:move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4" name="Google Shape;5694;p14"/>
            <p:cNvSpPr/>
            <p:nvPr/>
          </p:nvSpPr>
          <p:spPr>
            <a:xfrm>
              <a:off x="4094650" y="1887325"/>
              <a:ext cx="625" cy="625"/>
            </a:xfrm>
            <a:custGeom>
              <a:avLst/>
              <a:gdLst/>
              <a:ahLst/>
              <a:cxnLst/>
              <a:rect l="l" t="t" r="r" b="b"/>
              <a:pathLst>
                <a:path w="25" h="25" extrusionOk="0">
                  <a:moveTo>
                    <a:pt x="25" y="1"/>
                  </a:moveTo>
                  <a:lnTo>
                    <a:pt x="1" y="25"/>
                  </a:ln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5" name="Google Shape;5695;p14"/>
            <p:cNvSpPr/>
            <p:nvPr/>
          </p:nvSpPr>
          <p:spPr>
            <a:xfrm>
              <a:off x="3968275" y="1738675"/>
              <a:ext cx="625" cy="625"/>
            </a:xfrm>
            <a:custGeom>
              <a:avLst/>
              <a:gdLst/>
              <a:ahLst/>
              <a:cxnLst/>
              <a:rect l="l" t="t" r="r" b="b"/>
              <a:pathLst>
                <a:path w="25" h="25" extrusionOk="0">
                  <a:moveTo>
                    <a:pt x="0" y="1"/>
                  </a:move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6" name="Google Shape;5696;p14"/>
            <p:cNvSpPr/>
            <p:nvPr/>
          </p:nvSpPr>
          <p:spPr>
            <a:xfrm>
              <a:off x="3837075" y="1685725"/>
              <a:ext cx="1225" cy="1225"/>
            </a:xfrm>
            <a:custGeom>
              <a:avLst/>
              <a:gdLst/>
              <a:ahLst/>
              <a:cxnLst/>
              <a:rect l="l" t="t" r="r" b="b"/>
              <a:pathLst>
                <a:path w="49" h="49" extrusionOk="0">
                  <a:moveTo>
                    <a:pt x="48" y="0"/>
                  </a:moveTo>
                  <a:lnTo>
                    <a:pt x="0" y="24"/>
                  </a:lnTo>
                  <a:lnTo>
                    <a:pt x="24" y="48"/>
                  </a:lnTo>
                  <a:lnTo>
                    <a:pt x="48" y="48"/>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7" name="Google Shape;5697;p14"/>
            <p:cNvSpPr/>
            <p:nvPr/>
          </p:nvSpPr>
          <p:spPr>
            <a:xfrm>
              <a:off x="4092250" y="1759150"/>
              <a:ext cx="625" cy="625"/>
            </a:xfrm>
            <a:custGeom>
              <a:avLst/>
              <a:gdLst/>
              <a:ahLst/>
              <a:cxnLst/>
              <a:rect l="l" t="t" r="r" b="b"/>
              <a:pathLst>
                <a:path w="25" h="25" extrusionOk="0">
                  <a:moveTo>
                    <a:pt x="0" y="0"/>
                  </a:move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8" name="Google Shape;5698;p14"/>
            <p:cNvSpPr/>
            <p:nvPr/>
          </p:nvSpPr>
          <p:spPr>
            <a:xfrm>
              <a:off x="3857525" y="1630950"/>
              <a:ext cx="625" cy="25"/>
            </a:xfrm>
            <a:custGeom>
              <a:avLst/>
              <a:gdLst/>
              <a:ahLst/>
              <a:cxnLst/>
              <a:rect l="l" t="t" r="r" b="b"/>
              <a:pathLst>
                <a:path w="25" h="1" extrusionOk="0">
                  <a:moveTo>
                    <a:pt x="1" y="0"/>
                  </a:moveTo>
                  <a:lnTo>
                    <a:pt x="25"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9" name="Google Shape;5699;p14"/>
            <p:cNvSpPr/>
            <p:nvPr/>
          </p:nvSpPr>
          <p:spPr>
            <a:xfrm>
              <a:off x="4074200" y="1700150"/>
              <a:ext cx="625" cy="625"/>
            </a:xfrm>
            <a:custGeom>
              <a:avLst/>
              <a:gdLst/>
              <a:ahLst/>
              <a:cxnLst/>
              <a:rect l="l" t="t" r="r" b="b"/>
              <a:pathLst>
                <a:path w="25" h="25"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0" name="Google Shape;5700;p14"/>
            <p:cNvSpPr/>
            <p:nvPr/>
          </p:nvSpPr>
          <p:spPr>
            <a:xfrm>
              <a:off x="3980300" y="1647800"/>
              <a:ext cx="625" cy="625"/>
            </a:xfrm>
            <a:custGeom>
              <a:avLst/>
              <a:gdLst/>
              <a:ahLst/>
              <a:cxnLst/>
              <a:rect l="l" t="t" r="r" b="b"/>
              <a:pathLst>
                <a:path w="25" h="25" extrusionOk="0">
                  <a:moveTo>
                    <a:pt x="1" y="1"/>
                  </a:moveTo>
                  <a:lnTo>
                    <a:pt x="1"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1" name="Google Shape;5701;p14"/>
            <p:cNvSpPr/>
            <p:nvPr/>
          </p:nvSpPr>
          <p:spPr>
            <a:xfrm>
              <a:off x="3817800" y="1963750"/>
              <a:ext cx="143875" cy="126425"/>
            </a:xfrm>
            <a:custGeom>
              <a:avLst/>
              <a:gdLst/>
              <a:ahLst/>
              <a:cxnLst/>
              <a:rect l="l" t="t" r="r" b="b"/>
              <a:pathLst>
                <a:path w="5755" h="5057" extrusionOk="0">
                  <a:moveTo>
                    <a:pt x="2577" y="410"/>
                  </a:moveTo>
                  <a:lnTo>
                    <a:pt x="2818" y="434"/>
                  </a:lnTo>
                  <a:lnTo>
                    <a:pt x="3058" y="458"/>
                  </a:lnTo>
                  <a:lnTo>
                    <a:pt x="3323" y="531"/>
                  </a:lnTo>
                  <a:lnTo>
                    <a:pt x="3564" y="651"/>
                  </a:lnTo>
                  <a:lnTo>
                    <a:pt x="3901" y="795"/>
                  </a:lnTo>
                  <a:lnTo>
                    <a:pt x="4214" y="964"/>
                  </a:lnTo>
                  <a:lnTo>
                    <a:pt x="4527" y="1156"/>
                  </a:lnTo>
                  <a:lnTo>
                    <a:pt x="4671" y="1277"/>
                  </a:lnTo>
                  <a:lnTo>
                    <a:pt x="4816" y="1397"/>
                  </a:lnTo>
                  <a:lnTo>
                    <a:pt x="4936" y="1518"/>
                  </a:lnTo>
                  <a:lnTo>
                    <a:pt x="5032" y="1662"/>
                  </a:lnTo>
                  <a:lnTo>
                    <a:pt x="5129" y="1782"/>
                  </a:lnTo>
                  <a:lnTo>
                    <a:pt x="5201" y="1927"/>
                  </a:lnTo>
                  <a:lnTo>
                    <a:pt x="5249" y="2071"/>
                  </a:lnTo>
                  <a:lnTo>
                    <a:pt x="5297" y="2240"/>
                  </a:lnTo>
                  <a:lnTo>
                    <a:pt x="5321" y="2384"/>
                  </a:lnTo>
                  <a:lnTo>
                    <a:pt x="5345" y="2529"/>
                  </a:lnTo>
                  <a:lnTo>
                    <a:pt x="5321" y="2673"/>
                  </a:lnTo>
                  <a:lnTo>
                    <a:pt x="5321" y="2842"/>
                  </a:lnTo>
                  <a:lnTo>
                    <a:pt x="5273" y="2986"/>
                  </a:lnTo>
                  <a:lnTo>
                    <a:pt x="5225" y="3130"/>
                  </a:lnTo>
                  <a:lnTo>
                    <a:pt x="5153" y="3275"/>
                  </a:lnTo>
                  <a:lnTo>
                    <a:pt x="5080" y="3419"/>
                  </a:lnTo>
                  <a:lnTo>
                    <a:pt x="4960" y="3540"/>
                  </a:lnTo>
                  <a:lnTo>
                    <a:pt x="4864" y="3684"/>
                  </a:lnTo>
                  <a:lnTo>
                    <a:pt x="4647" y="3877"/>
                  </a:lnTo>
                  <a:lnTo>
                    <a:pt x="4455" y="4045"/>
                  </a:lnTo>
                  <a:lnTo>
                    <a:pt x="4214" y="4214"/>
                  </a:lnTo>
                  <a:lnTo>
                    <a:pt x="3997" y="4358"/>
                  </a:lnTo>
                  <a:lnTo>
                    <a:pt x="3756" y="4479"/>
                  </a:lnTo>
                  <a:lnTo>
                    <a:pt x="3492" y="4551"/>
                  </a:lnTo>
                  <a:lnTo>
                    <a:pt x="3227" y="4623"/>
                  </a:lnTo>
                  <a:lnTo>
                    <a:pt x="2962" y="4647"/>
                  </a:lnTo>
                  <a:lnTo>
                    <a:pt x="2625" y="4671"/>
                  </a:lnTo>
                  <a:lnTo>
                    <a:pt x="2312" y="4623"/>
                  </a:lnTo>
                  <a:lnTo>
                    <a:pt x="2023" y="4575"/>
                  </a:lnTo>
                  <a:lnTo>
                    <a:pt x="1734" y="4479"/>
                  </a:lnTo>
                  <a:lnTo>
                    <a:pt x="1469" y="4334"/>
                  </a:lnTo>
                  <a:lnTo>
                    <a:pt x="1229" y="4166"/>
                  </a:lnTo>
                  <a:lnTo>
                    <a:pt x="988" y="3973"/>
                  </a:lnTo>
                  <a:lnTo>
                    <a:pt x="771" y="3732"/>
                  </a:lnTo>
                  <a:lnTo>
                    <a:pt x="675" y="3612"/>
                  </a:lnTo>
                  <a:lnTo>
                    <a:pt x="603" y="3492"/>
                  </a:lnTo>
                  <a:lnTo>
                    <a:pt x="531" y="3347"/>
                  </a:lnTo>
                  <a:lnTo>
                    <a:pt x="482" y="3203"/>
                  </a:lnTo>
                  <a:lnTo>
                    <a:pt x="434" y="2890"/>
                  </a:lnTo>
                  <a:lnTo>
                    <a:pt x="410" y="2529"/>
                  </a:lnTo>
                  <a:lnTo>
                    <a:pt x="458" y="2264"/>
                  </a:lnTo>
                  <a:lnTo>
                    <a:pt x="531" y="1999"/>
                  </a:lnTo>
                  <a:lnTo>
                    <a:pt x="627" y="1758"/>
                  </a:lnTo>
                  <a:lnTo>
                    <a:pt x="771" y="1518"/>
                  </a:lnTo>
                  <a:lnTo>
                    <a:pt x="916" y="1301"/>
                  </a:lnTo>
                  <a:lnTo>
                    <a:pt x="1132" y="1084"/>
                  </a:lnTo>
                  <a:lnTo>
                    <a:pt x="1349" y="892"/>
                  </a:lnTo>
                  <a:lnTo>
                    <a:pt x="1614" y="723"/>
                  </a:lnTo>
                  <a:lnTo>
                    <a:pt x="1855" y="603"/>
                  </a:lnTo>
                  <a:lnTo>
                    <a:pt x="2095" y="506"/>
                  </a:lnTo>
                  <a:lnTo>
                    <a:pt x="2336" y="434"/>
                  </a:lnTo>
                  <a:lnTo>
                    <a:pt x="2577" y="410"/>
                  </a:lnTo>
                  <a:close/>
                  <a:moveTo>
                    <a:pt x="2168" y="1"/>
                  </a:moveTo>
                  <a:lnTo>
                    <a:pt x="2047" y="49"/>
                  </a:lnTo>
                  <a:lnTo>
                    <a:pt x="1758" y="169"/>
                  </a:lnTo>
                  <a:lnTo>
                    <a:pt x="1469" y="314"/>
                  </a:lnTo>
                  <a:lnTo>
                    <a:pt x="1229" y="482"/>
                  </a:lnTo>
                  <a:lnTo>
                    <a:pt x="988" y="651"/>
                  </a:lnTo>
                  <a:lnTo>
                    <a:pt x="771" y="868"/>
                  </a:lnTo>
                  <a:lnTo>
                    <a:pt x="579" y="1108"/>
                  </a:lnTo>
                  <a:lnTo>
                    <a:pt x="410" y="1373"/>
                  </a:lnTo>
                  <a:lnTo>
                    <a:pt x="242" y="1638"/>
                  </a:lnTo>
                  <a:lnTo>
                    <a:pt x="169" y="1830"/>
                  </a:lnTo>
                  <a:lnTo>
                    <a:pt x="97" y="2047"/>
                  </a:lnTo>
                  <a:lnTo>
                    <a:pt x="49" y="2240"/>
                  </a:lnTo>
                  <a:lnTo>
                    <a:pt x="25" y="2432"/>
                  </a:lnTo>
                  <a:lnTo>
                    <a:pt x="1" y="2649"/>
                  </a:lnTo>
                  <a:lnTo>
                    <a:pt x="1" y="2842"/>
                  </a:lnTo>
                  <a:lnTo>
                    <a:pt x="25" y="3034"/>
                  </a:lnTo>
                  <a:lnTo>
                    <a:pt x="73" y="3203"/>
                  </a:lnTo>
                  <a:lnTo>
                    <a:pt x="121" y="3395"/>
                  </a:lnTo>
                  <a:lnTo>
                    <a:pt x="194" y="3588"/>
                  </a:lnTo>
                  <a:lnTo>
                    <a:pt x="290" y="3756"/>
                  </a:lnTo>
                  <a:lnTo>
                    <a:pt x="410" y="3925"/>
                  </a:lnTo>
                  <a:lnTo>
                    <a:pt x="531" y="4069"/>
                  </a:lnTo>
                  <a:lnTo>
                    <a:pt x="675" y="4238"/>
                  </a:lnTo>
                  <a:lnTo>
                    <a:pt x="819" y="4358"/>
                  </a:lnTo>
                  <a:lnTo>
                    <a:pt x="988" y="4503"/>
                  </a:lnTo>
                  <a:lnTo>
                    <a:pt x="1253" y="4671"/>
                  </a:lnTo>
                  <a:lnTo>
                    <a:pt x="1542" y="4791"/>
                  </a:lnTo>
                  <a:lnTo>
                    <a:pt x="1806" y="4912"/>
                  </a:lnTo>
                  <a:lnTo>
                    <a:pt x="2095" y="4984"/>
                  </a:lnTo>
                  <a:lnTo>
                    <a:pt x="2384" y="5032"/>
                  </a:lnTo>
                  <a:lnTo>
                    <a:pt x="2673" y="5056"/>
                  </a:lnTo>
                  <a:lnTo>
                    <a:pt x="2962" y="5056"/>
                  </a:lnTo>
                  <a:lnTo>
                    <a:pt x="3251" y="5008"/>
                  </a:lnTo>
                  <a:lnTo>
                    <a:pt x="3516" y="4960"/>
                  </a:lnTo>
                  <a:lnTo>
                    <a:pt x="3805" y="4864"/>
                  </a:lnTo>
                  <a:lnTo>
                    <a:pt x="4069" y="4743"/>
                  </a:lnTo>
                  <a:lnTo>
                    <a:pt x="4334" y="4623"/>
                  </a:lnTo>
                  <a:lnTo>
                    <a:pt x="4599" y="4454"/>
                  </a:lnTo>
                  <a:lnTo>
                    <a:pt x="4840" y="4262"/>
                  </a:lnTo>
                  <a:lnTo>
                    <a:pt x="5080" y="4045"/>
                  </a:lnTo>
                  <a:lnTo>
                    <a:pt x="5297" y="3780"/>
                  </a:lnTo>
                  <a:lnTo>
                    <a:pt x="5490" y="3516"/>
                  </a:lnTo>
                  <a:lnTo>
                    <a:pt x="5610" y="3203"/>
                  </a:lnTo>
                  <a:lnTo>
                    <a:pt x="5706" y="2890"/>
                  </a:lnTo>
                  <a:lnTo>
                    <a:pt x="5754" y="2577"/>
                  </a:lnTo>
                  <a:lnTo>
                    <a:pt x="5730" y="2264"/>
                  </a:lnTo>
                  <a:lnTo>
                    <a:pt x="5634" y="1951"/>
                  </a:lnTo>
                  <a:lnTo>
                    <a:pt x="5586" y="1806"/>
                  </a:lnTo>
                  <a:lnTo>
                    <a:pt x="5514" y="1662"/>
                  </a:lnTo>
                  <a:lnTo>
                    <a:pt x="5417" y="1518"/>
                  </a:lnTo>
                  <a:lnTo>
                    <a:pt x="5321" y="1373"/>
                  </a:lnTo>
                  <a:lnTo>
                    <a:pt x="5032" y="1060"/>
                  </a:lnTo>
                  <a:lnTo>
                    <a:pt x="4719" y="795"/>
                  </a:lnTo>
                  <a:lnTo>
                    <a:pt x="4406" y="579"/>
                  </a:lnTo>
                  <a:lnTo>
                    <a:pt x="4045" y="410"/>
                  </a:lnTo>
                  <a:lnTo>
                    <a:pt x="3684" y="266"/>
                  </a:lnTo>
                  <a:lnTo>
                    <a:pt x="3299" y="169"/>
                  </a:lnTo>
                  <a:lnTo>
                    <a:pt x="2914" y="73"/>
                  </a:lnTo>
                  <a:lnTo>
                    <a:pt x="2505" y="25"/>
                  </a:lnTo>
                  <a:lnTo>
                    <a:pt x="23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2" name="Google Shape;5702;p14"/>
            <p:cNvSpPr/>
            <p:nvPr/>
          </p:nvSpPr>
          <p:spPr>
            <a:xfrm>
              <a:off x="3848500" y="1996850"/>
              <a:ext cx="73450" cy="54200"/>
            </a:xfrm>
            <a:custGeom>
              <a:avLst/>
              <a:gdLst/>
              <a:ahLst/>
              <a:cxnLst/>
              <a:rect l="l" t="t" r="r" b="b"/>
              <a:pathLst>
                <a:path w="2938" h="2168" extrusionOk="0">
                  <a:moveTo>
                    <a:pt x="1349" y="1"/>
                  </a:moveTo>
                  <a:lnTo>
                    <a:pt x="1180" y="49"/>
                  </a:lnTo>
                  <a:lnTo>
                    <a:pt x="1036" y="73"/>
                  </a:lnTo>
                  <a:lnTo>
                    <a:pt x="867" y="145"/>
                  </a:lnTo>
                  <a:lnTo>
                    <a:pt x="723" y="218"/>
                  </a:lnTo>
                  <a:lnTo>
                    <a:pt x="578" y="314"/>
                  </a:lnTo>
                  <a:lnTo>
                    <a:pt x="434" y="410"/>
                  </a:lnTo>
                  <a:lnTo>
                    <a:pt x="314" y="531"/>
                  </a:lnTo>
                  <a:lnTo>
                    <a:pt x="193" y="675"/>
                  </a:lnTo>
                  <a:lnTo>
                    <a:pt x="73" y="843"/>
                  </a:lnTo>
                  <a:lnTo>
                    <a:pt x="25" y="1036"/>
                  </a:lnTo>
                  <a:lnTo>
                    <a:pt x="1" y="1229"/>
                  </a:lnTo>
                  <a:lnTo>
                    <a:pt x="25" y="1445"/>
                  </a:lnTo>
                  <a:lnTo>
                    <a:pt x="97" y="1614"/>
                  </a:lnTo>
                  <a:lnTo>
                    <a:pt x="217" y="1782"/>
                  </a:lnTo>
                  <a:lnTo>
                    <a:pt x="362" y="1927"/>
                  </a:lnTo>
                  <a:lnTo>
                    <a:pt x="530" y="2023"/>
                  </a:lnTo>
                  <a:lnTo>
                    <a:pt x="699" y="2071"/>
                  </a:lnTo>
                  <a:lnTo>
                    <a:pt x="867" y="2095"/>
                  </a:lnTo>
                  <a:lnTo>
                    <a:pt x="1108" y="2168"/>
                  </a:lnTo>
                  <a:lnTo>
                    <a:pt x="1349" y="2143"/>
                  </a:lnTo>
                  <a:lnTo>
                    <a:pt x="1590" y="2119"/>
                  </a:lnTo>
                  <a:lnTo>
                    <a:pt x="1806" y="2071"/>
                  </a:lnTo>
                  <a:lnTo>
                    <a:pt x="1999" y="1999"/>
                  </a:lnTo>
                  <a:lnTo>
                    <a:pt x="2167" y="1927"/>
                  </a:lnTo>
                  <a:lnTo>
                    <a:pt x="2336" y="1830"/>
                  </a:lnTo>
                  <a:lnTo>
                    <a:pt x="2504" y="1710"/>
                  </a:lnTo>
                  <a:lnTo>
                    <a:pt x="2649" y="1590"/>
                  </a:lnTo>
                  <a:lnTo>
                    <a:pt x="2793" y="1445"/>
                  </a:lnTo>
                  <a:lnTo>
                    <a:pt x="2889" y="1301"/>
                  </a:lnTo>
                  <a:lnTo>
                    <a:pt x="2938" y="1132"/>
                  </a:lnTo>
                  <a:lnTo>
                    <a:pt x="2938" y="988"/>
                  </a:lnTo>
                  <a:lnTo>
                    <a:pt x="2914" y="819"/>
                  </a:lnTo>
                  <a:lnTo>
                    <a:pt x="2841" y="675"/>
                  </a:lnTo>
                  <a:lnTo>
                    <a:pt x="2745" y="531"/>
                  </a:lnTo>
                  <a:lnTo>
                    <a:pt x="2601" y="386"/>
                  </a:lnTo>
                  <a:lnTo>
                    <a:pt x="2456" y="290"/>
                  </a:lnTo>
                  <a:lnTo>
                    <a:pt x="2312" y="194"/>
                  </a:lnTo>
                  <a:lnTo>
                    <a:pt x="2143" y="121"/>
                  </a:lnTo>
                  <a:lnTo>
                    <a:pt x="1999" y="73"/>
                  </a:lnTo>
                  <a:lnTo>
                    <a:pt x="1830" y="25"/>
                  </a:lnTo>
                  <a:lnTo>
                    <a:pt x="16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3" name="Google Shape;5703;p14"/>
          <p:cNvGrpSpPr/>
          <p:nvPr/>
        </p:nvGrpSpPr>
        <p:grpSpPr>
          <a:xfrm flipH="1">
            <a:off x="6308184" y="-1775789"/>
            <a:ext cx="4231619" cy="3791016"/>
            <a:chOff x="-2029316" y="-2059789"/>
            <a:chExt cx="4231619" cy="3791016"/>
          </a:xfrm>
        </p:grpSpPr>
        <p:sp>
          <p:nvSpPr>
            <p:cNvPr id="5704" name="Google Shape;5704;p14"/>
            <p:cNvSpPr/>
            <p:nvPr/>
          </p:nvSpPr>
          <p:spPr>
            <a:xfrm rot="-1874795">
              <a:off x="-1701239" y="-1296710"/>
              <a:ext cx="3575465" cy="2264857"/>
            </a:xfrm>
            <a:custGeom>
              <a:avLst/>
              <a:gdLst/>
              <a:ahLst/>
              <a:cxnLst/>
              <a:rect l="l" t="t" r="r" b="b"/>
              <a:pathLst>
                <a:path w="43934" h="27829" extrusionOk="0">
                  <a:moveTo>
                    <a:pt x="16852" y="0"/>
                  </a:moveTo>
                  <a:lnTo>
                    <a:pt x="16322" y="49"/>
                  </a:lnTo>
                  <a:lnTo>
                    <a:pt x="15792" y="121"/>
                  </a:lnTo>
                  <a:lnTo>
                    <a:pt x="15263" y="217"/>
                  </a:lnTo>
                  <a:lnTo>
                    <a:pt x="14733" y="362"/>
                  </a:lnTo>
                  <a:lnTo>
                    <a:pt x="13963" y="650"/>
                  </a:lnTo>
                  <a:lnTo>
                    <a:pt x="13168" y="963"/>
                  </a:lnTo>
                  <a:lnTo>
                    <a:pt x="12422" y="1300"/>
                  </a:lnTo>
                  <a:lnTo>
                    <a:pt x="11652" y="1662"/>
                  </a:lnTo>
                  <a:lnTo>
                    <a:pt x="10905" y="2047"/>
                  </a:lnTo>
                  <a:lnTo>
                    <a:pt x="10183" y="2456"/>
                  </a:lnTo>
                  <a:lnTo>
                    <a:pt x="9485" y="2889"/>
                  </a:lnTo>
                  <a:lnTo>
                    <a:pt x="8787" y="3371"/>
                  </a:lnTo>
                  <a:lnTo>
                    <a:pt x="8113" y="3900"/>
                  </a:lnTo>
                  <a:lnTo>
                    <a:pt x="7463" y="4430"/>
                  </a:lnTo>
                  <a:lnTo>
                    <a:pt x="6813" y="4984"/>
                  </a:lnTo>
                  <a:lnTo>
                    <a:pt x="6139" y="5489"/>
                  </a:lnTo>
                  <a:lnTo>
                    <a:pt x="5032" y="6308"/>
                  </a:lnTo>
                  <a:lnTo>
                    <a:pt x="3900" y="7102"/>
                  </a:lnTo>
                  <a:lnTo>
                    <a:pt x="3346" y="7487"/>
                  </a:lnTo>
                  <a:lnTo>
                    <a:pt x="2793" y="7896"/>
                  </a:lnTo>
                  <a:lnTo>
                    <a:pt x="2263" y="8330"/>
                  </a:lnTo>
                  <a:lnTo>
                    <a:pt x="1733" y="8787"/>
                  </a:lnTo>
                  <a:lnTo>
                    <a:pt x="1324" y="9148"/>
                  </a:lnTo>
                  <a:lnTo>
                    <a:pt x="963" y="9558"/>
                  </a:lnTo>
                  <a:lnTo>
                    <a:pt x="771" y="9774"/>
                  </a:lnTo>
                  <a:lnTo>
                    <a:pt x="626" y="9991"/>
                  </a:lnTo>
                  <a:lnTo>
                    <a:pt x="482" y="10207"/>
                  </a:lnTo>
                  <a:lnTo>
                    <a:pt x="337" y="10448"/>
                  </a:lnTo>
                  <a:lnTo>
                    <a:pt x="217" y="10689"/>
                  </a:lnTo>
                  <a:lnTo>
                    <a:pt x="145" y="10930"/>
                  </a:lnTo>
                  <a:lnTo>
                    <a:pt x="72" y="11170"/>
                  </a:lnTo>
                  <a:lnTo>
                    <a:pt x="24" y="11411"/>
                  </a:lnTo>
                  <a:lnTo>
                    <a:pt x="0" y="11652"/>
                  </a:lnTo>
                  <a:lnTo>
                    <a:pt x="24" y="11893"/>
                  </a:lnTo>
                  <a:lnTo>
                    <a:pt x="48" y="12133"/>
                  </a:lnTo>
                  <a:lnTo>
                    <a:pt x="72" y="12374"/>
                  </a:lnTo>
                  <a:lnTo>
                    <a:pt x="145" y="12591"/>
                  </a:lnTo>
                  <a:lnTo>
                    <a:pt x="241" y="12807"/>
                  </a:lnTo>
                  <a:lnTo>
                    <a:pt x="337" y="13000"/>
                  </a:lnTo>
                  <a:lnTo>
                    <a:pt x="458" y="13193"/>
                  </a:lnTo>
                  <a:lnTo>
                    <a:pt x="602" y="13385"/>
                  </a:lnTo>
                  <a:lnTo>
                    <a:pt x="771" y="13530"/>
                  </a:lnTo>
                  <a:lnTo>
                    <a:pt x="963" y="13674"/>
                  </a:lnTo>
                  <a:lnTo>
                    <a:pt x="1156" y="13818"/>
                  </a:lnTo>
                  <a:lnTo>
                    <a:pt x="1493" y="13987"/>
                  </a:lnTo>
                  <a:lnTo>
                    <a:pt x="1854" y="14155"/>
                  </a:lnTo>
                  <a:lnTo>
                    <a:pt x="2215" y="14300"/>
                  </a:lnTo>
                  <a:lnTo>
                    <a:pt x="2576" y="14396"/>
                  </a:lnTo>
                  <a:lnTo>
                    <a:pt x="3154" y="14517"/>
                  </a:lnTo>
                  <a:lnTo>
                    <a:pt x="3732" y="14685"/>
                  </a:lnTo>
                  <a:lnTo>
                    <a:pt x="4285" y="14878"/>
                  </a:lnTo>
                  <a:lnTo>
                    <a:pt x="4839" y="15070"/>
                  </a:lnTo>
                  <a:lnTo>
                    <a:pt x="5369" y="15287"/>
                  </a:lnTo>
                  <a:lnTo>
                    <a:pt x="5898" y="15528"/>
                  </a:lnTo>
                  <a:lnTo>
                    <a:pt x="6428" y="15792"/>
                  </a:lnTo>
                  <a:lnTo>
                    <a:pt x="6957" y="16057"/>
                  </a:lnTo>
                  <a:lnTo>
                    <a:pt x="7607" y="16370"/>
                  </a:lnTo>
                  <a:lnTo>
                    <a:pt x="8281" y="16659"/>
                  </a:lnTo>
                  <a:lnTo>
                    <a:pt x="8955" y="16876"/>
                  </a:lnTo>
                  <a:lnTo>
                    <a:pt x="9630" y="17068"/>
                  </a:lnTo>
                  <a:lnTo>
                    <a:pt x="10328" y="17237"/>
                  </a:lnTo>
                  <a:lnTo>
                    <a:pt x="11050" y="17357"/>
                  </a:lnTo>
                  <a:lnTo>
                    <a:pt x="11748" y="17429"/>
                  </a:lnTo>
                  <a:lnTo>
                    <a:pt x="12470" y="17478"/>
                  </a:lnTo>
                  <a:lnTo>
                    <a:pt x="13048" y="17502"/>
                  </a:lnTo>
                  <a:lnTo>
                    <a:pt x="13602" y="17526"/>
                  </a:lnTo>
                  <a:lnTo>
                    <a:pt x="14155" y="17598"/>
                  </a:lnTo>
                  <a:lnTo>
                    <a:pt x="14709" y="17670"/>
                  </a:lnTo>
                  <a:lnTo>
                    <a:pt x="15239" y="17766"/>
                  </a:lnTo>
                  <a:lnTo>
                    <a:pt x="15792" y="17911"/>
                  </a:lnTo>
                  <a:lnTo>
                    <a:pt x="16322" y="18079"/>
                  </a:lnTo>
                  <a:lnTo>
                    <a:pt x="16852" y="18296"/>
                  </a:lnTo>
                  <a:lnTo>
                    <a:pt x="17453" y="18537"/>
                  </a:lnTo>
                  <a:lnTo>
                    <a:pt x="18079" y="18729"/>
                  </a:lnTo>
                  <a:lnTo>
                    <a:pt x="18705" y="18874"/>
                  </a:lnTo>
                  <a:lnTo>
                    <a:pt x="19379" y="18970"/>
                  </a:lnTo>
                  <a:lnTo>
                    <a:pt x="19813" y="19018"/>
                  </a:lnTo>
                  <a:lnTo>
                    <a:pt x="20246" y="19090"/>
                  </a:lnTo>
                  <a:lnTo>
                    <a:pt x="20655" y="19211"/>
                  </a:lnTo>
                  <a:lnTo>
                    <a:pt x="21040" y="19355"/>
                  </a:lnTo>
                  <a:lnTo>
                    <a:pt x="21401" y="19572"/>
                  </a:lnTo>
                  <a:lnTo>
                    <a:pt x="21762" y="19813"/>
                  </a:lnTo>
                  <a:lnTo>
                    <a:pt x="21931" y="19933"/>
                  </a:lnTo>
                  <a:lnTo>
                    <a:pt x="22099" y="20102"/>
                  </a:lnTo>
                  <a:lnTo>
                    <a:pt x="22244" y="20270"/>
                  </a:lnTo>
                  <a:lnTo>
                    <a:pt x="22388" y="20439"/>
                  </a:lnTo>
                  <a:lnTo>
                    <a:pt x="22798" y="20968"/>
                  </a:lnTo>
                  <a:lnTo>
                    <a:pt x="23207" y="21450"/>
                  </a:lnTo>
                  <a:lnTo>
                    <a:pt x="24073" y="22413"/>
                  </a:lnTo>
                  <a:lnTo>
                    <a:pt x="24964" y="23375"/>
                  </a:lnTo>
                  <a:lnTo>
                    <a:pt x="25855" y="24314"/>
                  </a:lnTo>
                  <a:lnTo>
                    <a:pt x="26336" y="24844"/>
                  </a:lnTo>
                  <a:lnTo>
                    <a:pt x="26842" y="25349"/>
                  </a:lnTo>
                  <a:lnTo>
                    <a:pt x="27372" y="25831"/>
                  </a:lnTo>
                  <a:lnTo>
                    <a:pt x="27901" y="26240"/>
                  </a:lnTo>
                  <a:lnTo>
                    <a:pt x="28190" y="26457"/>
                  </a:lnTo>
                  <a:lnTo>
                    <a:pt x="28479" y="26625"/>
                  </a:lnTo>
                  <a:lnTo>
                    <a:pt x="28792" y="26818"/>
                  </a:lnTo>
                  <a:lnTo>
                    <a:pt x="29105" y="26962"/>
                  </a:lnTo>
                  <a:lnTo>
                    <a:pt x="29418" y="27107"/>
                  </a:lnTo>
                  <a:lnTo>
                    <a:pt x="29755" y="27251"/>
                  </a:lnTo>
                  <a:lnTo>
                    <a:pt x="30092" y="27372"/>
                  </a:lnTo>
                  <a:lnTo>
                    <a:pt x="30453" y="27468"/>
                  </a:lnTo>
                  <a:lnTo>
                    <a:pt x="31079" y="27636"/>
                  </a:lnTo>
                  <a:lnTo>
                    <a:pt x="31705" y="27733"/>
                  </a:lnTo>
                  <a:lnTo>
                    <a:pt x="32307" y="27805"/>
                  </a:lnTo>
                  <a:lnTo>
                    <a:pt x="32620" y="27829"/>
                  </a:lnTo>
                  <a:lnTo>
                    <a:pt x="32908" y="27805"/>
                  </a:lnTo>
                  <a:lnTo>
                    <a:pt x="33221" y="27805"/>
                  </a:lnTo>
                  <a:lnTo>
                    <a:pt x="33510" y="27757"/>
                  </a:lnTo>
                  <a:lnTo>
                    <a:pt x="33823" y="27709"/>
                  </a:lnTo>
                  <a:lnTo>
                    <a:pt x="34112" y="27612"/>
                  </a:lnTo>
                  <a:lnTo>
                    <a:pt x="34401" y="27516"/>
                  </a:lnTo>
                  <a:lnTo>
                    <a:pt x="34714" y="27396"/>
                  </a:lnTo>
                  <a:lnTo>
                    <a:pt x="35003" y="27251"/>
                  </a:lnTo>
                  <a:lnTo>
                    <a:pt x="35292" y="27083"/>
                  </a:lnTo>
                  <a:lnTo>
                    <a:pt x="35653" y="26842"/>
                  </a:lnTo>
                  <a:lnTo>
                    <a:pt x="36038" y="26625"/>
                  </a:lnTo>
                  <a:lnTo>
                    <a:pt x="36423" y="26409"/>
                  </a:lnTo>
                  <a:lnTo>
                    <a:pt x="36832" y="26240"/>
                  </a:lnTo>
                  <a:lnTo>
                    <a:pt x="37218" y="26096"/>
                  </a:lnTo>
                  <a:lnTo>
                    <a:pt x="37627" y="25951"/>
                  </a:lnTo>
                  <a:lnTo>
                    <a:pt x="38012" y="25807"/>
                  </a:lnTo>
                  <a:lnTo>
                    <a:pt x="38180" y="25711"/>
                  </a:lnTo>
                  <a:lnTo>
                    <a:pt x="38373" y="25590"/>
                  </a:lnTo>
                  <a:lnTo>
                    <a:pt x="39577" y="24724"/>
                  </a:lnTo>
                  <a:lnTo>
                    <a:pt x="40804" y="23905"/>
                  </a:lnTo>
                  <a:lnTo>
                    <a:pt x="41117" y="23688"/>
                  </a:lnTo>
                  <a:lnTo>
                    <a:pt x="41406" y="23472"/>
                  </a:lnTo>
                  <a:lnTo>
                    <a:pt x="41695" y="23255"/>
                  </a:lnTo>
                  <a:lnTo>
                    <a:pt x="41960" y="23014"/>
                  </a:lnTo>
                  <a:lnTo>
                    <a:pt x="42201" y="22750"/>
                  </a:lnTo>
                  <a:lnTo>
                    <a:pt x="42441" y="22485"/>
                  </a:lnTo>
                  <a:lnTo>
                    <a:pt x="42658" y="22220"/>
                  </a:lnTo>
                  <a:lnTo>
                    <a:pt x="42875" y="21931"/>
                  </a:lnTo>
                  <a:lnTo>
                    <a:pt x="43043" y="21642"/>
                  </a:lnTo>
                  <a:lnTo>
                    <a:pt x="43212" y="21353"/>
                  </a:lnTo>
                  <a:lnTo>
                    <a:pt x="43380" y="21016"/>
                  </a:lnTo>
                  <a:lnTo>
                    <a:pt x="43501" y="20703"/>
                  </a:lnTo>
                  <a:lnTo>
                    <a:pt x="43621" y="20366"/>
                  </a:lnTo>
                  <a:lnTo>
                    <a:pt x="43717" y="20005"/>
                  </a:lnTo>
                  <a:lnTo>
                    <a:pt x="43790" y="19644"/>
                  </a:lnTo>
                  <a:lnTo>
                    <a:pt x="43862" y="19259"/>
                  </a:lnTo>
                  <a:lnTo>
                    <a:pt x="43910" y="18778"/>
                  </a:lnTo>
                  <a:lnTo>
                    <a:pt x="43934" y="18272"/>
                  </a:lnTo>
                  <a:lnTo>
                    <a:pt x="43934" y="17791"/>
                  </a:lnTo>
                  <a:lnTo>
                    <a:pt x="43886" y="17309"/>
                  </a:lnTo>
                  <a:lnTo>
                    <a:pt x="43765" y="16852"/>
                  </a:lnTo>
                  <a:lnTo>
                    <a:pt x="43693" y="16635"/>
                  </a:lnTo>
                  <a:lnTo>
                    <a:pt x="43621" y="16394"/>
                  </a:lnTo>
                  <a:lnTo>
                    <a:pt x="43525" y="16178"/>
                  </a:lnTo>
                  <a:lnTo>
                    <a:pt x="43404" y="15961"/>
                  </a:lnTo>
                  <a:lnTo>
                    <a:pt x="43260" y="15720"/>
                  </a:lnTo>
                  <a:lnTo>
                    <a:pt x="43115" y="15504"/>
                  </a:lnTo>
                  <a:lnTo>
                    <a:pt x="42610" y="14805"/>
                  </a:lnTo>
                  <a:lnTo>
                    <a:pt x="42104" y="14083"/>
                  </a:lnTo>
                  <a:lnTo>
                    <a:pt x="41647" y="13337"/>
                  </a:lnTo>
                  <a:lnTo>
                    <a:pt x="41214" y="12591"/>
                  </a:lnTo>
                  <a:lnTo>
                    <a:pt x="40756" y="11893"/>
                  </a:lnTo>
                  <a:lnTo>
                    <a:pt x="40275" y="11194"/>
                  </a:lnTo>
                  <a:lnTo>
                    <a:pt x="39769" y="10545"/>
                  </a:lnTo>
                  <a:lnTo>
                    <a:pt x="39216" y="9943"/>
                  </a:lnTo>
                  <a:lnTo>
                    <a:pt x="38638" y="9341"/>
                  </a:lnTo>
                  <a:lnTo>
                    <a:pt x="38036" y="8787"/>
                  </a:lnTo>
                  <a:lnTo>
                    <a:pt x="37386" y="8258"/>
                  </a:lnTo>
                  <a:lnTo>
                    <a:pt x="36712" y="7752"/>
                  </a:lnTo>
                  <a:lnTo>
                    <a:pt x="36206" y="7391"/>
                  </a:lnTo>
                  <a:lnTo>
                    <a:pt x="35653" y="7054"/>
                  </a:lnTo>
                  <a:lnTo>
                    <a:pt x="35099" y="6741"/>
                  </a:lnTo>
                  <a:lnTo>
                    <a:pt x="34545" y="6452"/>
                  </a:lnTo>
                  <a:lnTo>
                    <a:pt x="33438" y="5850"/>
                  </a:lnTo>
                  <a:lnTo>
                    <a:pt x="32884" y="5537"/>
                  </a:lnTo>
                  <a:lnTo>
                    <a:pt x="32331" y="5224"/>
                  </a:lnTo>
                  <a:lnTo>
                    <a:pt x="31079" y="4430"/>
                  </a:lnTo>
                  <a:lnTo>
                    <a:pt x="29803" y="3660"/>
                  </a:lnTo>
                  <a:lnTo>
                    <a:pt x="28527" y="2889"/>
                  </a:lnTo>
                  <a:lnTo>
                    <a:pt x="27901" y="2480"/>
                  </a:lnTo>
                  <a:lnTo>
                    <a:pt x="27275" y="2071"/>
                  </a:lnTo>
                  <a:lnTo>
                    <a:pt x="26649" y="1662"/>
                  </a:lnTo>
                  <a:lnTo>
                    <a:pt x="26023" y="1300"/>
                  </a:lnTo>
                  <a:lnTo>
                    <a:pt x="25349" y="987"/>
                  </a:lnTo>
                  <a:lnTo>
                    <a:pt x="24675" y="723"/>
                  </a:lnTo>
                  <a:lnTo>
                    <a:pt x="24001" y="530"/>
                  </a:lnTo>
                  <a:lnTo>
                    <a:pt x="23303" y="362"/>
                  </a:lnTo>
                  <a:lnTo>
                    <a:pt x="22581" y="265"/>
                  </a:lnTo>
                  <a:lnTo>
                    <a:pt x="21835" y="193"/>
                  </a:lnTo>
                  <a:lnTo>
                    <a:pt x="20414" y="121"/>
                  </a:lnTo>
                  <a:lnTo>
                    <a:pt x="19018" y="49"/>
                  </a:lnTo>
                  <a:lnTo>
                    <a:pt x="184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5" name="Google Shape;5705;p14"/>
            <p:cNvSpPr/>
            <p:nvPr/>
          </p:nvSpPr>
          <p:spPr>
            <a:xfrm rot="-1874795">
              <a:off x="-1074672" y="-823504"/>
              <a:ext cx="2343250" cy="1326409"/>
            </a:xfrm>
            <a:custGeom>
              <a:avLst/>
              <a:gdLst/>
              <a:ahLst/>
              <a:cxnLst/>
              <a:rect l="l" t="t" r="r" b="b"/>
              <a:pathLst>
                <a:path w="28793" h="16298" extrusionOk="0">
                  <a:moveTo>
                    <a:pt x="10400" y="0"/>
                  </a:moveTo>
                  <a:lnTo>
                    <a:pt x="9750" y="48"/>
                  </a:lnTo>
                  <a:lnTo>
                    <a:pt x="9076" y="145"/>
                  </a:lnTo>
                  <a:lnTo>
                    <a:pt x="6910" y="530"/>
                  </a:lnTo>
                  <a:lnTo>
                    <a:pt x="6356" y="626"/>
                  </a:lnTo>
                  <a:lnTo>
                    <a:pt x="5826" y="747"/>
                  </a:lnTo>
                  <a:lnTo>
                    <a:pt x="5273" y="891"/>
                  </a:lnTo>
                  <a:lnTo>
                    <a:pt x="4743" y="1060"/>
                  </a:lnTo>
                  <a:lnTo>
                    <a:pt x="4286" y="1204"/>
                  </a:lnTo>
                  <a:lnTo>
                    <a:pt x="3804" y="1348"/>
                  </a:lnTo>
                  <a:lnTo>
                    <a:pt x="2841" y="1589"/>
                  </a:lnTo>
                  <a:lnTo>
                    <a:pt x="2552" y="1661"/>
                  </a:lnTo>
                  <a:lnTo>
                    <a:pt x="2287" y="1758"/>
                  </a:lnTo>
                  <a:lnTo>
                    <a:pt x="2023" y="1878"/>
                  </a:lnTo>
                  <a:lnTo>
                    <a:pt x="1782" y="1998"/>
                  </a:lnTo>
                  <a:lnTo>
                    <a:pt x="1276" y="2287"/>
                  </a:lnTo>
                  <a:lnTo>
                    <a:pt x="771" y="2600"/>
                  </a:lnTo>
                  <a:lnTo>
                    <a:pt x="650" y="2697"/>
                  </a:lnTo>
                  <a:lnTo>
                    <a:pt x="530" y="2817"/>
                  </a:lnTo>
                  <a:lnTo>
                    <a:pt x="434" y="2961"/>
                  </a:lnTo>
                  <a:lnTo>
                    <a:pt x="362" y="3130"/>
                  </a:lnTo>
                  <a:lnTo>
                    <a:pt x="193" y="3659"/>
                  </a:lnTo>
                  <a:lnTo>
                    <a:pt x="73" y="4213"/>
                  </a:lnTo>
                  <a:lnTo>
                    <a:pt x="25" y="4478"/>
                  </a:lnTo>
                  <a:lnTo>
                    <a:pt x="1" y="4767"/>
                  </a:lnTo>
                  <a:lnTo>
                    <a:pt x="1" y="5032"/>
                  </a:lnTo>
                  <a:lnTo>
                    <a:pt x="25" y="5320"/>
                  </a:lnTo>
                  <a:lnTo>
                    <a:pt x="73" y="5489"/>
                  </a:lnTo>
                  <a:lnTo>
                    <a:pt x="97" y="5658"/>
                  </a:lnTo>
                  <a:lnTo>
                    <a:pt x="169" y="5826"/>
                  </a:lnTo>
                  <a:lnTo>
                    <a:pt x="241" y="5995"/>
                  </a:lnTo>
                  <a:lnTo>
                    <a:pt x="410" y="6283"/>
                  </a:lnTo>
                  <a:lnTo>
                    <a:pt x="626" y="6524"/>
                  </a:lnTo>
                  <a:lnTo>
                    <a:pt x="771" y="6644"/>
                  </a:lnTo>
                  <a:lnTo>
                    <a:pt x="891" y="6741"/>
                  </a:lnTo>
                  <a:lnTo>
                    <a:pt x="1036" y="6813"/>
                  </a:lnTo>
                  <a:lnTo>
                    <a:pt x="1180" y="6885"/>
                  </a:lnTo>
                  <a:lnTo>
                    <a:pt x="1325" y="6933"/>
                  </a:lnTo>
                  <a:lnTo>
                    <a:pt x="1469" y="6982"/>
                  </a:lnTo>
                  <a:lnTo>
                    <a:pt x="1637" y="7006"/>
                  </a:lnTo>
                  <a:lnTo>
                    <a:pt x="1782" y="7006"/>
                  </a:lnTo>
                  <a:lnTo>
                    <a:pt x="3106" y="6933"/>
                  </a:lnTo>
                  <a:lnTo>
                    <a:pt x="4406" y="6861"/>
                  </a:lnTo>
                  <a:lnTo>
                    <a:pt x="6187" y="6717"/>
                  </a:lnTo>
                  <a:lnTo>
                    <a:pt x="7078" y="6644"/>
                  </a:lnTo>
                  <a:lnTo>
                    <a:pt x="7969" y="6596"/>
                  </a:lnTo>
                  <a:lnTo>
                    <a:pt x="8763" y="6596"/>
                  </a:lnTo>
                  <a:lnTo>
                    <a:pt x="9558" y="6644"/>
                  </a:lnTo>
                  <a:lnTo>
                    <a:pt x="10352" y="6765"/>
                  </a:lnTo>
                  <a:lnTo>
                    <a:pt x="11122" y="6909"/>
                  </a:lnTo>
                  <a:lnTo>
                    <a:pt x="11869" y="7126"/>
                  </a:lnTo>
                  <a:lnTo>
                    <a:pt x="12615" y="7391"/>
                  </a:lnTo>
                  <a:lnTo>
                    <a:pt x="13337" y="7704"/>
                  </a:lnTo>
                  <a:lnTo>
                    <a:pt x="14059" y="8065"/>
                  </a:lnTo>
                  <a:lnTo>
                    <a:pt x="14830" y="8474"/>
                  </a:lnTo>
                  <a:lnTo>
                    <a:pt x="15576" y="8907"/>
                  </a:lnTo>
                  <a:lnTo>
                    <a:pt x="16322" y="9365"/>
                  </a:lnTo>
                  <a:lnTo>
                    <a:pt x="17068" y="9822"/>
                  </a:lnTo>
                  <a:lnTo>
                    <a:pt x="17718" y="10255"/>
                  </a:lnTo>
                  <a:lnTo>
                    <a:pt x="18344" y="10737"/>
                  </a:lnTo>
                  <a:lnTo>
                    <a:pt x="18970" y="11218"/>
                  </a:lnTo>
                  <a:lnTo>
                    <a:pt x="19572" y="11748"/>
                  </a:lnTo>
                  <a:lnTo>
                    <a:pt x="20150" y="12278"/>
                  </a:lnTo>
                  <a:lnTo>
                    <a:pt x="20704" y="12831"/>
                  </a:lnTo>
                  <a:lnTo>
                    <a:pt x="21257" y="13385"/>
                  </a:lnTo>
                  <a:lnTo>
                    <a:pt x="21787" y="13987"/>
                  </a:lnTo>
                  <a:lnTo>
                    <a:pt x="22052" y="14300"/>
                  </a:lnTo>
                  <a:lnTo>
                    <a:pt x="22341" y="14589"/>
                  </a:lnTo>
                  <a:lnTo>
                    <a:pt x="22629" y="14853"/>
                  </a:lnTo>
                  <a:lnTo>
                    <a:pt x="22942" y="15094"/>
                  </a:lnTo>
                  <a:lnTo>
                    <a:pt x="23279" y="15311"/>
                  </a:lnTo>
                  <a:lnTo>
                    <a:pt x="23616" y="15503"/>
                  </a:lnTo>
                  <a:lnTo>
                    <a:pt x="23978" y="15648"/>
                  </a:lnTo>
                  <a:lnTo>
                    <a:pt x="24363" y="15768"/>
                  </a:lnTo>
                  <a:lnTo>
                    <a:pt x="24652" y="15865"/>
                  </a:lnTo>
                  <a:lnTo>
                    <a:pt x="24772" y="15913"/>
                  </a:lnTo>
                  <a:lnTo>
                    <a:pt x="24892" y="15961"/>
                  </a:lnTo>
                  <a:lnTo>
                    <a:pt x="25181" y="16129"/>
                  </a:lnTo>
                  <a:lnTo>
                    <a:pt x="25470" y="16226"/>
                  </a:lnTo>
                  <a:lnTo>
                    <a:pt x="25783" y="16274"/>
                  </a:lnTo>
                  <a:lnTo>
                    <a:pt x="26072" y="16298"/>
                  </a:lnTo>
                  <a:lnTo>
                    <a:pt x="26361" y="16274"/>
                  </a:lnTo>
                  <a:lnTo>
                    <a:pt x="26650" y="16226"/>
                  </a:lnTo>
                  <a:lnTo>
                    <a:pt x="26963" y="16129"/>
                  </a:lnTo>
                  <a:lnTo>
                    <a:pt x="27251" y="16033"/>
                  </a:lnTo>
                  <a:lnTo>
                    <a:pt x="27589" y="15913"/>
                  </a:lnTo>
                  <a:lnTo>
                    <a:pt x="27901" y="15720"/>
                  </a:lnTo>
                  <a:lnTo>
                    <a:pt x="28142" y="15527"/>
                  </a:lnTo>
                  <a:lnTo>
                    <a:pt x="28359" y="15287"/>
                  </a:lnTo>
                  <a:lnTo>
                    <a:pt x="28527" y="14998"/>
                  </a:lnTo>
                  <a:lnTo>
                    <a:pt x="28672" y="14685"/>
                  </a:lnTo>
                  <a:lnTo>
                    <a:pt x="28744" y="14348"/>
                  </a:lnTo>
                  <a:lnTo>
                    <a:pt x="28792" y="13987"/>
                  </a:lnTo>
                  <a:lnTo>
                    <a:pt x="28768" y="13722"/>
                  </a:lnTo>
                  <a:lnTo>
                    <a:pt x="28768" y="13433"/>
                  </a:lnTo>
                  <a:lnTo>
                    <a:pt x="28696" y="12904"/>
                  </a:lnTo>
                  <a:lnTo>
                    <a:pt x="28576" y="12374"/>
                  </a:lnTo>
                  <a:lnTo>
                    <a:pt x="28431" y="11844"/>
                  </a:lnTo>
                  <a:lnTo>
                    <a:pt x="28311" y="11435"/>
                  </a:lnTo>
                  <a:lnTo>
                    <a:pt x="28166" y="11050"/>
                  </a:lnTo>
                  <a:lnTo>
                    <a:pt x="27998" y="10665"/>
                  </a:lnTo>
                  <a:lnTo>
                    <a:pt x="27805" y="10304"/>
                  </a:lnTo>
                  <a:lnTo>
                    <a:pt x="26914" y="8956"/>
                  </a:lnTo>
                  <a:lnTo>
                    <a:pt x="26481" y="8306"/>
                  </a:lnTo>
                  <a:lnTo>
                    <a:pt x="26000" y="7680"/>
                  </a:lnTo>
                  <a:lnTo>
                    <a:pt x="25518" y="7054"/>
                  </a:lnTo>
                  <a:lnTo>
                    <a:pt x="25013" y="6428"/>
                  </a:lnTo>
                  <a:lnTo>
                    <a:pt x="24483" y="5826"/>
                  </a:lnTo>
                  <a:lnTo>
                    <a:pt x="23929" y="5272"/>
                  </a:lnTo>
                  <a:lnTo>
                    <a:pt x="23424" y="4767"/>
                  </a:lnTo>
                  <a:lnTo>
                    <a:pt x="22918" y="4309"/>
                  </a:lnTo>
                  <a:lnTo>
                    <a:pt x="22389" y="3876"/>
                  </a:lnTo>
                  <a:lnTo>
                    <a:pt x="21835" y="3467"/>
                  </a:lnTo>
                  <a:lnTo>
                    <a:pt x="21281" y="3082"/>
                  </a:lnTo>
                  <a:lnTo>
                    <a:pt x="20728" y="2721"/>
                  </a:lnTo>
                  <a:lnTo>
                    <a:pt x="20126" y="2384"/>
                  </a:lnTo>
                  <a:lnTo>
                    <a:pt x="19548" y="2071"/>
                  </a:lnTo>
                  <a:lnTo>
                    <a:pt x="18946" y="1758"/>
                  </a:lnTo>
                  <a:lnTo>
                    <a:pt x="18320" y="1493"/>
                  </a:lnTo>
                  <a:lnTo>
                    <a:pt x="17694" y="1252"/>
                  </a:lnTo>
                  <a:lnTo>
                    <a:pt x="17044" y="1035"/>
                  </a:lnTo>
                  <a:lnTo>
                    <a:pt x="16394" y="843"/>
                  </a:lnTo>
                  <a:lnTo>
                    <a:pt x="15720" y="674"/>
                  </a:lnTo>
                  <a:lnTo>
                    <a:pt x="15046" y="506"/>
                  </a:lnTo>
                  <a:lnTo>
                    <a:pt x="14372" y="385"/>
                  </a:lnTo>
                  <a:lnTo>
                    <a:pt x="13048" y="193"/>
                  </a:lnTo>
                  <a:lnTo>
                    <a:pt x="12398" y="97"/>
                  </a:lnTo>
                  <a:lnTo>
                    <a:pt x="11724" y="48"/>
                  </a:lnTo>
                  <a:lnTo>
                    <a:pt x="110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6" name="Google Shape;5706;p14"/>
            <p:cNvSpPr/>
            <p:nvPr/>
          </p:nvSpPr>
          <p:spPr>
            <a:xfrm rot="-1874795">
              <a:off x="-154991" y="-560249"/>
              <a:ext cx="129398" cy="92128"/>
            </a:xfrm>
            <a:custGeom>
              <a:avLst/>
              <a:gdLst/>
              <a:ahLst/>
              <a:cxnLst/>
              <a:rect l="l" t="t" r="r" b="b"/>
              <a:pathLst>
                <a:path w="1590" h="1132" extrusionOk="0">
                  <a:moveTo>
                    <a:pt x="1108" y="0"/>
                  </a:moveTo>
                  <a:lnTo>
                    <a:pt x="1012" y="25"/>
                  </a:lnTo>
                  <a:lnTo>
                    <a:pt x="940" y="49"/>
                  </a:lnTo>
                  <a:lnTo>
                    <a:pt x="771" y="169"/>
                  </a:lnTo>
                  <a:lnTo>
                    <a:pt x="579" y="289"/>
                  </a:lnTo>
                  <a:lnTo>
                    <a:pt x="482" y="313"/>
                  </a:lnTo>
                  <a:lnTo>
                    <a:pt x="386" y="337"/>
                  </a:lnTo>
                  <a:lnTo>
                    <a:pt x="290" y="337"/>
                  </a:lnTo>
                  <a:lnTo>
                    <a:pt x="169" y="313"/>
                  </a:lnTo>
                  <a:lnTo>
                    <a:pt x="121" y="313"/>
                  </a:lnTo>
                  <a:lnTo>
                    <a:pt x="73" y="337"/>
                  </a:lnTo>
                  <a:lnTo>
                    <a:pt x="49" y="386"/>
                  </a:lnTo>
                  <a:lnTo>
                    <a:pt x="25" y="434"/>
                  </a:lnTo>
                  <a:lnTo>
                    <a:pt x="1" y="482"/>
                  </a:lnTo>
                  <a:lnTo>
                    <a:pt x="25" y="530"/>
                  </a:lnTo>
                  <a:lnTo>
                    <a:pt x="49" y="554"/>
                  </a:lnTo>
                  <a:lnTo>
                    <a:pt x="97" y="578"/>
                  </a:lnTo>
                  <a:lnTo>
                    <a:pt x="217" y="578"/>
                  </a:lnTo>
                  <a:lnTo>
                    <a:pt x="314" y="626"/>
                  </a:lnTo>
                  <a:lnTo>
                    <a:pt x="410" y="674"/>
                  </a:lnTo>
                  <a:lnTo>
                    <a:pt x="506" y="747"/>
                  </a:lnTo>
                  <a:lnTo>
                    <a:pt x="843" y="1036"/>
                  </a:lnTo>
                  <a:lnTo>
                    <a:pt x="964" y="1108"/>
                  </a:lnTo>
                  <a:lnTo>
                    <a:pt x="1084" y="1132"/>
                  </a:lnTo>
                  <a:lnTo>
                    <a:pt x="1229" y="1108"/>
                  </a:lnTo>
                  <a:lnTo>
                    <a:pt x="1349" y="1012"/>
                  </a:lnTo>
                  <a:lnTo>
                    <a:pt x="1469" y="915"/>
                  </a:lnTo>
                  <a:lnTo>
                    <a:pt x="1541" y="771"/>
                  </a:lnTo>
                  <a:lnTo>
                    <a:pt x="1590" y="626"/>
                  </a:lnTo>
                  <a:lnTo>
                    <a:pt x="1566" y="458"/>
                  </a:lnTo>
                  <a:lnTo>
                    <a:pt x="1517" y="362"/>
                  </a:lnTo>
                  <a:lnTo>
                    <a:pt x="1445" y="241"/>
                  </a:lnTo>
                  <a:lnTo>
                    <a:pt x="1373" y="169"/>
                  </a:lnTo>
                  <a:lnTo>
                    <a:pt x="1277" y="97"/>
                  </a:lnTo>
                  <a:lnTo>
                    <a:pt x="1204" y="25"/>
                  </a:lnTo>
                  <a:lnTo>
                    <a:pt x="11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7" name="Google Shape;5707;p14"/>
            <p:cNvSpPr/>
            <p:nvPr/>
          </p:nvSpPr>
          <p:spPr>
            <a:xfrm rot="-1874795">
              <a:off x="-527659" y="59908"/>
              <a:ext cx="100019" cy="94162"/>
            </a:xfrm>
            <a:custGeom>
              <a:avLst/>
              <a:gdLst/>
              <a:ahLst/>
              <a:cxnLst/>
              <a:rect l="l" t="t" r="r" b="b"/>
              <a:pathLst>
                <a:path w="1229" h="1157" extrusionOk="0">
                  <a:moveTo>
                    <a:pt x="868" y="1"/>
                  </a:moveTo>
                  <a:lnTo>
                    <a:pt x="771" y="25"/>
                  </a:lnTo>
                  <a:lnTo>
                    <a:pt x="723" y="25"/>
                  </a:lnTo>
                  <a:lnTo>
                    <a:pt x="555" y="97"/>
                  </a:lnTo>
                  <a:lnTo>
                    <a:pt x="386" y="169"/>
                  </a:lnTo>
                  <a:lnTo>
                    <a:pt x="266" y="266"/>
                  </a:lnTo>
                  <a:lnTo>
                    <a:pt x="169" y="338"/>
                  </a:lnTo>
                  <a:lnTo>
                    <a:pt x="97" y="458"/>
                  </a:lnTo>
                  <a:lnTo>
                    <a:pt x="49" y="554"/>
                  </a:lnTo>
                  <a:lnTo>
                    <a:pt x="25" y="675"/>
                  </a:lnTo>
                  <a:lnTo>
                    <a:pt x="1" y="819"/>
                  </a:lnTo>
                  <a:lnTo>
                    <a:pt x="1" y="915"/>
                  </a:lnTo>
                  <a:lnTo>
                    <a:pt x="25" y="988"/>
                  </a:lnTo>
                  <a:lnTo>
                    <a:pt x="73" y="1060"/>
                  </a:lnTo>
                  <a:lnTo>
                    <a:pt x="145" y="1132"/>
                  </a:lnTo>
                  <a:lnTo>
                    <a:pt x="242" y="1156"/>
                  </a:lnTo>
                  <a:lnTo>
                    <a:pt x="314" y="1156"/>
                  </a:lnTo>
                  <a:lnTo>
                    <a:pt x="410" y="1132"/>
                  </a:lnTo>
                  <a:lnTo>
                    <a:pt x="482" y="1084"/>
                  </a:lnTo>
                  <a:lnTo>
                    <a:pt x="1108" y="482"/>
                  </a:lnTo>
                  <a:lnTo>
                    <a:pt x="1180" y="410"/>
                  </a:lnTo>
                  <a:lnTo>
                    <a:pt x="1229" y="338"/>
                  </a:lnTo>
                  <a:lnTo>
                    <a:pt x="1229" y="241"/>
                  </a:lnTo>
                  <a:lnTo>
                    <a:pt x="1205" y="145"/>
                  </a:lnTo>
                  <a:lnTo>
                    <a:pt x="1132" y="73"/>
                  </a:lnTo>
                  <a:lnTo>
                    <a:pt x="1060" y="25"/>
                  </a:lnTo>
                  <a:lnTo>
                    <a:pt x="9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8" name="Google Shape;5708;p14"/>
            <p:cNvSpPr/>
            <p:nvPr/>
          </p:nvSpPr>
          <p:spPr>
            <a:xfrm rot="-1874795">
              <a:off x="-340562" y="-560299"/>
              <a:ext cx="64699" cy="72514"/>
            </a:xfrm>
            <a:custGeom>
              <a:avLst/>
              <a:gdLst/>
              <a:ahLst/>
              <a:cxnLst/>
              <a:rect l="l" t="t" r="r" b="b"/>
              <a:pathLst>
                <a:path w="795" h="891" extrusionOk="0">
                  <a:moveTo>
                    <a:pt x="289" y="0"/>
                  </a:moveTo>
                  <a:lnTo>
                    <a:pt x="169" y="24"/>
                  </a:lnTo>
                  <a:lnTo>
                    <a:pt x="72" y="97"/>
                  </a:lnTo>
                  <a:lnTo>
                    <a:pt x="24" y="193"/>
                  </a:lnTo>
                  <a:lnTo>
                    <a:pt x="0" y="313"/>
                  </a:lnTo>
                  <a:lnTo>
                    <a:pt x="24" y="385"/>
                  </a:lnTo>
                  <a:lnTo>
                    <a:pt x="72" y="482"/>
                  </a:lnTo>
                  <a:lnTo>
                    <a:pt x="169" y="578"/>
                  </a:lnTo>
                  <a:lnTo>
                    <a:pt x="289" y="674"/>
                  </a:lnTo>
                  <a:lnTo>
                    <a:pt x="409" y="771"/>
                  </a:lnTo>
                  <a:lnTo>
                    <a:pt x="530" y="843"/>
                  </a:lnTo>
                  <a:lnTo>
                    <a:pt x="626" y="867"/>
                  </a:lnTo>
                  <a:lnTo>
                    <a:pt x="722" y="891"/>
                  </a:lnTo>
                  <a:lnTo>
                    <a:pt x="746" y="867"/>
                  </a:lnTo>
                  <a:lnTo>
                    <a:pt x="771" y="819"/>
                  </a:lnTo>
                  <a:lnTo>
                    <a:pt x="795" y="674"/>
                  </a:lnTo>
                  <a:lnTo>
                    <a:pt x="795" y="530"/>
                  </a:lnTo>
                  <a:lnTo>
                    <a:pt x="771" y="385"/>
                  </a:lnTo>
                  <a:lnTo>
                    <a:pt x="698" y="265"/>
                  </a:lnTo>
                  <a:lnTo>
                    <a:pt x="626" y="145"/>
                  </a:lnTo>
                  <a:lnTo>
                    <a:pt x="530" y="72"/>
                  </a:lnTo>
                  <a:lnTo>
                    <a:pt x="4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9" name="Google Shape;5709;p14"/>
            <p:cNvSpPr/>
            <p:nvPr/>
          </p:nvSpPr>
          <p:spPr>
            <a:xfrm rot="-1874795">
              <a:off x="-185679" y="-130684"/>
              <a:ext cx="60874" cy="72595"/>
            </a:xfrm>
            <a:custGeom>
              <a:avLst/>
              <a:gdLst/>
              <a:ahLst/>
              <a:cxnLst/>
              <a:rect l="l" t="t" r="r" b="b"/>
              <a:pathLst>
                <a:path w="748" h="892" extrusionOk="0">
                  <a:moveTo>
                    <a:pt x="530" y="1"/>
                  </a:moveTo>
                  <a:lnTo>
                    <a:pt x="482" y="25"/>
                  </a:lnTo>
                  <a:lnTo>
                    <a:pt x="362" y="49"/>
                  </a:lnTo>
                  <a:lnTo>
                    <a:pt x="266" y="121"/>
                  </a:lnTo>
                  <a:lnTo>
                    <a:pt x="193" y="194"/>
                  </a:lnTo>
                  <a:lnTo>
                    <a:pt x="121" y="290"/>
                  </a:lnTo>
                  <a:lnTo>
                    <a:pt x="49" y="362"/>
                  </a:lnTo>
                  <a:lnTo>
                    <a:pt x="25" y="458"/>
                  </a:lnTo>
                  <a:lnTo>
                    <a:pt x="1" y="555"/>
                  </a:lnTo>
                  <a:lnTo>
                    <a:pt x="1" y="627"/>
                  </a:lnTo>
                  <a:lnTo>
                    <a:pt x="49" y="699"/>
                  </a:lnTo>
                  <a:lnTo>
                    <a:pt x="73" y="747"/>
                  </a:lnTo>
                  <a:lnTo>
                    <a:pt x="193" y="843"/>
                  </a:lnTo>
                  <a:lnTo>
                    <a:pt x="338" y="892"/>
                  </a:lnTo>
                  <a:lnTo>
                    <a:pt x="410" y="892"/>
                  </a:lnTo>
                  <a:lnTo>
                    <a:pt x="482" y="868"/>
                  </a:lnTo>
                  <a:lnTo>
                    <a:pt x="555" y="843"/>
                  </a:lnTo>
                  <a:lnTo>
                    <a:pt x="627" y="771"/>
                  </a:lnTo>
                  <a:lnTo>
                    <a:pt x="675" y="699"/>
                  </a:lnTo>
                  <a:lnTo>
                    <a:pt x="699" y="627"/>
                  </a:lnTo>
                  <a:lnTo>
                    <a:pt x="747" y="531"/>
                  </a:lnTo>
                  <a:lnTo>
                    <a:pt x="747" y="434"/>
                  </a:lnTo>
                  <a:lnTo>
                    <a:pt x="747" y="338"/>
                  </a:lnTo>
                  <a:lnTo>
                    <a:pt x="723" y="218"/>
                  </a:lnTo>
                  <a:lnTo>
                    <a:pt x="699" y="145"/>
                  </a:lnTo>
                  <a:lnTo>
                    <a:pt x="651" y="49"/>
                  </a:lnTo>
                  <a:lnTo>
                    <a:pt x="627" y="25"/>
                  </a:lnTo>
                  <a:lnTo>
                    <a:pt x="6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0" name="Google Shape;5710;p14"/>
            <p:cNvSpPr/>
            <p:nvPr/>
          </p:nvSpPr>
          <p:spPr>
            <a:xfrm rot="-1874795">
              <a:off x="-767165" y="-429007"/>
              <a:ext cx="74465" cy="62748"/>
            </a:xfrm>
            <a:custGeom>
              <a:avLst/>
              <a:gdLst/>
              <a:ahLst/>
              <a:cxnLst/>
              <a:rect l="l" t="t" r="r" b="b"/>
              <a:pathLst>
                <a:path w="915" h="771" extrusionOk="0">
                  <a:moveTo>
                    <a:pt x="602" y="0"/>
                  </a:moveTo>
                  <a:lnTo>
                    <a:pt x="457" y="48"/>
                  </a:lnTo>
                  <a:lnTo>
                    <a:pt x="361" y="97"/>
                  </a:lnTo>
                  <a:lnTo>
                    <a:pt x="313" y="145"/>
                  </a:lnTo>
                  <a:lnTo>
                    <a:pt x="289" y="193"/>
                  </a:lnTo>
                  <a:lnTo>
                    <a:pt x="265" y="265"/>
                  </a:lnTo>
                  <a:lnTo>
                    <a:pt x="265" y="337"/>
                  </a:lnTo>
                  <a:lnTo>
                    <a:pt x="241" y="434"/>
                  </a:lnTo>
                  <a:lnTo>
                    <a:pt x="169" y="482"/>
                  </a:lnTo>
                  <a:lnTo>
                    <a:pt x="48" y="554"/>
                  </a:lnTo>
                  <a:lnTo>
                    <a:pt x="0" y="602"/>
                  </a:lnTo>
                  <a:lnTo>
                    <a:pt x="24" y="674"/>
                  </a:lnTo>
                  <a:lnTo>
                    <a:pt x="48" y="747"/>
                  </a:lnTo>
                  <a:lnTo>
                    <a:pt x="120" y="771"/>
                  </a:lnTo>
                  <a:lnTo>
                    <a:pt x="578" y="771"/>
                  </a:lnTo>
                  <a:lnTo>
                    <a:pt x="722" y="674"/>
                  </a:lnTo>
                  <a:lnTo>
                    <a:pt x="819" y="578"/>
                  </a:lnTo>
                  <a:lnTo>
                    <a:pt x="891" y="458"/>
                  </a:lnTo>
                  <a:lnTo>
                    <a:pt x="915" y="337"/>
                  </a:lnTo>
                  <a:lnTo>
                    <a:pt x="891" y="193"/>
                  </a:lnTo>
                  <a:lnTo>
                    <a:pt x="843" y="97"/>
                  </a:lnTo>
                  <a:lnTo>
                    <a:pt x="770" y="24"/>
                  </a:lnTo>
                  <a:lnTo>
                    <a:pt x="6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1" name="Google Shape;5711;p14"/>
            <p:cNvSpPr/>
            <p:nvPr/>
          </p:nvSpPr>
          <p:spPr>
            <a:xfrm rot="-1874795">
              <a:off x="-304284" y="-355216"/>
              <a:ext cx="51027" cy="80408"/>
            </a:xfrm>
            <a:custGeom>
              <a:avLst/>
              <a:gdLst/>
              <a:ahLst/>
              <a:cxnLst/>
              <a:rect l="l" t="t" r="r" b="b"/>
              <a:pathLst>
                <a:path w="627" h="988" extrusionOk="0">
                  <a:moveTo>
                    <a:pt x="241" y="0"/>
                  </a:moveTo>
                  <a:lnTo>
                    <a:pt x="145" y="24"/>
                  </a:lnTo>
                  <a:lnTo>
                    <a:pt x="73" y="73"/>
                  </a:lnTo>
                  <a:lnTo>
                    <a:pt x="24" y="169"/>
                  </a:lnTo>
                  <a:lnTo>
                    <a:pt x="0" y="265"/>
                  </a:lnTo>
                  <a:lnTo>
                    <a:pt x="24" y="361"/>
                  </a:lnTo>
                  <a:lnTo>
                    <a:pt x="97" y="434"/>
                  </a:lnTo>
                  <a:lnTo>
                    <a:pt x="169" y="506"/>
                  </a:lnTo>
                  <a:lnTo>
                    <a:pt x="265" y="602"/>
                  </a:lnTo>
                  <a:lnTo>
                    <a:pt x="361" y="698"/>
                  </a:lnTo>
                  <a:lnTo>
                    <a:pt x="434" y="843"/>
                  </a:lnTo>
                  <a:lnTo>
                    <a:pt x="530" y="987"/>
                  </a:lnTo>
                  <a:lnTo>
                    <a:pt x="626" y="554"/>
                  </a:lnTo>
                  <a:lnTo>
                    <a:pt x="626" y="410"/>
                  </a:lnTo>
                  <a:lnTo>
                    <a:pt x="626" y="289"/>
                  </a:lnTo>
                  <a:lnTo>
                    <a:pt x="578" y="193"/>
                  </a:lnTo>
                  <a:lnTo>
                    <a:pt x="530" y="97"/>
                  </a:lnTo>
                  <a:lnTo>
                    <a:pt x="434" y="24"/>
                  </a:lnTo>
                  <a:lnTo>
                    <a:pt x="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2" name="Google Shape;5712;p14"/>
            <p:cNvSpPr/>
            <p:nvPr/>
          </p:nvSpPr>
          <p:spPr>
            <a:xfrm rot="-1874795">
              <a:off x="-416347" y="-240129"/>
              <a:ext cx="66734" cy="43134"/>
            </a:xfrm>
            <a:custGeom>
              <a:avLst/>
              <a:gdLst/>
              <a:ahLst/>
              <a:cxnLst/>
              <a:rect l="l" t="t" r="r" b="b"/>
              <a:pathLst>
                <a:path w="820" h="530" extrusionOk="0">
                  <a:moveTo>
                    <a:pt x="314" y="0"/>
                  </a:moveTo>
                  <a:lnTo>
                    <a:pt x="218" y="24"/>
                  </a:lnTo>
                  <a:lnTo>
                    <a:pt x="121" y="72"/>
                  </a:lnTo>
                  <a:lnTo>
                    <a:pt x="25" y="145"/>
                  </a:lnTo>
                  <a:lnTo>
                    <a:pt x="1" y="241"/>
                  </a:lnTo>
                  <a:lnTo>
                    <a:pt x="1" y="289"/>
                  </a:lnTo>
                  <a:lnTo>
                    <a:pt x="25" y="337"/>
                  </a:lnTo>
                  <a:lnTo>
                    <a:pt x="73" y="433"/>
                  </a:lnTo>
                  <a:lnTo>
                    <a:pt x="121" y="482"/>
                  </a:lnTo>
                  <a:lnTo>
                    <a:pt x="193" y="506"/>
                  </a:lnTo>
                  <a:lnTo>
                    <a:pt x="266" y="530"/>
                  </a:lnTo>
                  <a:lnTo>
                    <a:pt x="410" y="530"/>
                  </a:lnTo>
                  <a:lnTo>
                    <a:pt x="579" y="506"/>
                  </a:lnTo>
                  <a:lnTo>
                    <a:pt x="675" y="482"/>
                  </a:lnTo>
                  <a:lnTo>
                    <a:pt x="771" y="409"/>
                  </a:lnTo>
                  <a:lnTo>
                    <a:pt x="819" y="337"/>
                  </a:lnTo>
                  <a:lnTo>
                    <a:pt x="819" y="217"/>
                  </a:lnTo>
                  <a:lnTo>
                    <a:pt x="795" y="169"/>
                  </a:lnTo>
                  <a:lnTo>
                    <a:pt x="747" y="120"/>
                  </a:lnTo>
                  <a:lnTo>
                    <a:pt x="579" y="48"/>
                  </a:lnTo>
                  <a:lnTo>
                    <a:pt x="3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3" name="Google Shape;5713;p14"/>
            <p:cNvSpPr/>
            <p:nvPr/>
          </p:nvSpPr>
          <p:spPr>
            <a:xfrm rot="-1874795">
              <a:off x="-20813" y="-488236"/>
              <a:ext cx="58840" cy="54935"/>
            </a:xfrm>
            <a:custGeom>
              <a:avLst/>
              <a:gdLst/>
              <a:ahLst/>
              <a:cxnLst/>
              <a:rect l="l" t="t" r="r" b="b"/>
              <a:pathLst>
                <a:path w="723" h="675" extrusionOk="0">
                  <a:moveTo>
                    <a:pt x="554" y="1"/>
                  </a:moveTo>
                  <a:lnTo>
                    <a:pt x="458" y="25"/>
                  </a:lnTo>
                  <a:lnTo>
                    <a:pt x="337" y="49"/>
                  </a:lnTo>
                  <a:lnTo>
                    <a:pt x="241" y="73"/>
                  </a:lnTo>
                  <a:lnTo>
                    <a:pt x="169" y="121"/>
                  </a:lnTo>
                  <a:lnTo>
                    <a:pt x="97" y="193"/>
                  </a:lnTo>
                  <a:lnTo>
                    <a:pt x="48" y="241"/>
                  </a:lnTo>
                  <a:lnTo>
                    <a:pt x="24" y="314"/>
                  </a:lnTo>
                  <a:lnTo>
                    <a:pt x="0" y="386"/>
                  </a:lnTo>
                  <a:lnTo>
                    <a:pt x="0" y="458"/>
                  </a:lnTo>
                  <a:lnTo>
                    <a:pt x="24" y="554"/>
                  </a:lnTo>
                  <a:lnTo>
                    <a:pt x="72" y="627"/>
                  </a:lnTo>
                  <a:lnTo>
                    <a:pt x="145" y="675"/>
                  </a:lnTo>
                  <a:lnTo>
                    <a:pt x="217" y="675"/>
                  </a:lnTo>
                  <a:lnTo>
                    <a:pt x="313" y="651"/>
                  </a:lnTo>
                  <a:lnTo>
                    <a:pt x="482" y="554"/>
                  </a:lnTo>
                  <a:lnTo>
                    <a:pt x="626" y="434"/>
                  </a:lnTo>
                  <a:lnTo>
                    <a:pt x="674" y="362"/>
                  </a:lnTo>
                  <a:lnTo>
                    <a:pt x="722" y="290"/>
                  </a:lnTo>
                  <a:lnTo>
                    <a:pt x="722" y="217"/>
                  </a:lnTo>
                  <a:lnTo>
                    <a:pt x="722" y="145"/>
                  </a:lnTo>
                  <a:lnTo>
                    <a:pt x="698" y="97"/>
                  </a:lnTo>
                  <a:lnTo>
                    <a:pt x="650" y="49"/>
                  </a:lnTo>
                  <a:lnTo>
                    <a:pt x="602" y="25"/>
                  </a:lnTo>
                  <a:lnTo>
                    <a:pt x="5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4" name="Google Shape;5714;p14"/>
            <p:cNvSpPr/>
            <p:nvPr/>
          </p:nvSpPr>
          <p:spPr>
            <a:xfrm rot="-1874795">
              <a:off x="-466615" y="-99585"/>
              <a:ext cx="47121" cy="54935"/>
            </a:xfrm>
            <a:custGeom>
              <a:avLst/>
              <a:gdLst/>
              <a:ahLst/>
              <a:cxnLst/>
              <a:rect l="l" t="t" r="r" b="b"/>
              <a:pathLst>
                <a:path w="579" h="675" extrusionOk="0">
                  <a:moveTo>
                    <a:pt x="193" y="0"/>
                  </a:moveTo>
                  <a:lnTo>
                    <a:pt x="121" y="24"/>
                  </a:lnTo>
                  <a:lnTo>
                    <a:pt x="73" y="73"/>
                  </a:lnTo>
                  <a:lnTo>
                    <a:pt x="25" y="121"/>
                  </a:lnTo>
                  <a:lnTo>
                    <a:pt x="0" y="193"/>
                  </a:lnTo>
                  <a:lnTo>
                    <a:pt x="0" y="313"/>
                  </a:lnTo>
                  <a:lnTo>
                    <a:pt x="0" y="434"/>
                  </a:lnTo>
                  <a:lnTo>
                    <a:pt x="49" y="578"/>
                  </a:lnTo>
                  <a:lnTo>
                    <a:pt x="145" y="650"/>
                  </a:lnTo>
                  <a:lnTo>
                    <a:pt x="241" y="674"/>
                  </a:lnTo>
                  <a:lnTo>
                    <a:pt x="362" y="674"/>
                  </a:lnTo>
                  <a:lnTo>
                    <a:pt x="434" y="650"/>
                  </a:lnTo>
                  <a:lnTo>
                    <a:pt x="482" y="602"/>
                  </a:lnTo>
                  <a:lnTo>
                    <a:pt x="530" y="554"/>
                  </a:lnTo>
                  <a:lnTo>
                    <a:pt x="554" y="506"/>
                  </a:lnTo>
                  <a:lnTo>
                    <a:pt x="578" y="410"/>
                  </a:lnTo>
                  <a:lnTo>
                    <a:pt x="530" y="265"/>
                  </a:lnTo>
                  <a:lnTo>
                    <a:pt x="482" y="145"/>
                  </a:lnTo>
                  <a:lnTo>
                    <a:pt x="434" y="49"/>
                  </a:lnTo>
                  <a:lnTo>
                    <a:pt x="386" y="24"/>
                  </a:lnTo>
                  <a:lnTo>
                    <a:pt x="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5" name="Google Shape;5715;p14"/>
            <p:cNvSpPr/>
            <p:nvPr/>
          </p:nvSpPr>
          <p:spPr>
            <a:xfrm rot="-1874795">
              <a:off x="-275122" y="-15808"/>
              <a:ext cx="50946" cy="49075"/>
            </a:xfrm>
            <a:custGeom>
              <a:avLst/>
              <a:gdLst/>
              <a:ahLst/>
              <a:cxnLst/>
              <a:rect l="l" t="t" r="r" b="b"/>
              <a:pathLst>
                <a:path w="626" h="603" extrusionOk="0">
                  <a:moveTo>
                    <a:pt x="169" y="1"/>
                  </a:moveTo>
                  <a:lnTo>
                    <a:pt x="72" y="49"/>
                  </a:lnTo>
                  <a:lnTo>
                    <a:pt x="0" y="121"/>
                  </a:lnTo>
                  <a:lnTo>
                    <a:pt x="0" y="217"/>
                  </a:lnTo>
                  <a:lnTo>
                    <a:pt x="0" y="338"/>
                  </a:lnTo>
                  <a:lnTo>
                    <a:pt x="72" y="458"/>
                  </a:lnTo>
                  <a:lnTo>
                    <a:pt x="169" y="555"/>
                  </a:lnTo>
                  <a:lnTo>
                    <a:pt x="289" y="603"/>
                  </a:lnTo>
                  <a:lnTo>
                    <a:pt x="361" y="603"/>
                  </a:lnTo>
                  <a:lnTo>
                    <a:pt x="433" y="579"/>
                  </a:lnTo>
                  <a:lnTo>
                    <a:pt x="554" y="530"/>
                  </a:lnTo>
                  <a:lnTo>
                    <a:pt x="602" y="458"/>
                  </a:lnTo>
                  <a:lnTo>
                    <a:pt x="626" y="338"/>
                  </a:lnTo>
                  <a:lnTo>
                    <a:pt x="602" y="242"/>
                  </a:lnTo>
                  <a:lnTo>
                    <a:pt x="578" y="169"/>
                  </a:lnTo>
                  <a:lnTo>
                    <a:pt x="530" y="97"/>
                  </a:lnTo>
                  <a:lnTo>
                    <a:pt x="481" y="49"/>
                  </a:lnTo>
                  <a:lnTo>
                    <a:pt x="433" y="25"/>
                  </a:lnTo>
                  <a:lnTo>
                    <a:pt x="3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6" name="Google Shape;5716;p14"/>
            <p:cNvSpPr/>
            <p:nvPr/>
          </p:nvSpPr>
          <p:spPr>
            <a:xfrm rot="-1874795">
              <a:off x="-663726" y="-184663"/>
              <a:ext cx="41261" cy="52981"/>
            </a:xfrm>
            <a:custGeom>
              <a:avLst/>
              <a:gdLst/>
              <a:ahLst/>
              <a:cxnLst/>
              <a:rect l="l" t="t" r="r" b="b"/>
              <a:pathLst>
                <a:path w="507" h="651" extrusionOk="0">
                  <a:moveTo>
                    <a:pt x="242" y="1"/>
                  </a:moveTo>
                  <a:lnTo>
                    <a:pt x="169" y="25"/>
                  </a:lnTo>
                  <a:lnTo>
                    <a:pt x="121" y="73"/>
                  </a:lnTo>
                  <a:lnTo>
                    <a:pt x="73" y="121"/>
                  </a:lnTo>
                  <a:lnTo>
                    <a:pt x="49" y="193"/>
                  </a:lnTo>
                  <a:lnTo>
                    <a:pt x="25" y="338"/>
                  </a:lnTo>
                  <a:lnTo>
                    <a:pt x="1" y="482"/>
                  </a:lnTo>
                  <a:lnTo>
                    <a:pt x="73" y="603"/>
                  </a:lnTo>
                  <a:lnTo>
                    <a:pt x="97" y="651"/>
                  </a:lnTo>
                  <a:lnTo>
                    <a:pt x="193" y="651"/>
                  </a:lnTo>
                  <a:lnTo>
                    <a:pt x="266" y="627"/>
                  </a:lnTo>
                  <a:lnTo>
                    <a:pt x="314" y="579"/>
                  </a:lnTo>
                  <a:lnTo>
                    <a:pt x="434" y="458"/>
                  </a:lnTo>
                  <a:lnTo>
                    <a:pt x="506" y="338"/>
                  </a:lnTo>
                  <a:lnTo>
                    <a:pt x="506" y="266"/>
                  </a:lnTo>
                  <a:lnTo>
                    <a:pt x="506" y="217"/>
                  </a:lnTo>
                  <a:lnTo>
                    <a:pt x="482" y="121"/>
                  </a:lnTo>
                  <a:lnTo>
                    <a:pt x="434" y="49"/>
                  </a:lnTo>
                  <a:lnTo>
                    <a:pt x="3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7" name="Google Shape;5717;p14"/>
            <p:cNvSpPr/>
            <p:nvPr/>
          </p:nvSpPr>
          <p:spPr>
            <a:xfrm rot="-1874795">
              <a:off x="-394519" y="-488998"/>
              <a:ext cx="43214" cy="45169"/>
            </a:xfrm>
            <a:custGeom>
              <a:avLst/>
              <a:gdLst/>
              <a:ahLst/>
              <a:cxnLst/>
              <a:rect l="l" t="t" r="r" b="b"/>
              <a:pathLst>
                <a:path w="531" h="555" extrusionOk="0">
                  <a:moveTo>
                    <a:pt x="313" y="0"/>
                  </a:moveTo>
                  <a:lnTo>
                    <a:pt x="193" y="24"/>
                  </a:lnTo>
                  <a:lnTo>
                    <a:pt x="97" y="73"/>
                  </a:lnTo>
                  <a:lnTo>
                    <a:pt x="25" y="145"/>
                  </a:lnTo>
                  <a:lnTo>
                    <a:pt x="0" y="241"/>
                  </a:lnTo>
                  <a:lnTo>
                    <a:pt x="25" y="361"/>
                  </a:lnTo>
                  <a:lnTo>
                    <a:pt x="73" y="458"/>
                  </a:lnTo>
                  <a:lnTo>
                    <a:pt x="145" y="530"/>
                  </a:lnTo>
                  <a:lnTo>
                    <a:pt x="217" y="554"/>
                  </a:lnTo>
                  <a:lnTo>
                    <a:pt x="337" y="554"/>
                  </a:lnTo>
                  <a:lnTo>
                    <a:pt x="458" y="506"/>
                  </a:lnTo>
                  <a:lnTo>
                    <a:pt x="506" y="434"/>
                  </a:lnTo>
                  <a:lnTo>
                    <a:pt x="530" y="337"/>
                  </a:lnTo>
                  <a:lnTo>
                    <a:pt x="530" y="217"/>
                  </a:lnTo>
                  <a:lnTo>
                    <a:pt x="482" y="121"/>
                  </a:lnTo>
                  <a:lnTo>
                    <a:pt x="410" y="24"/>
                  </a:lnTo>
                  <a:lnTo>
                    <a:pt x="3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8" name="Google Shape;5718;p14"/>
            <p:cNvSpPr/>
            <p:nvPr/>
          </p:nvSpPr>
          <p:spPr>
            <a:xfrm rot="-1874795">
              <a:off x="-203026" y="-458212"/>
              <a:ext cx="41180" cy="41181"/>
            </a:xfrm>
            <a:custGeom>
              <a:avLst/>
              <a:gdLst/>
              <a:ahLst/>
              <a:cxnLst/>
              <a:rect l="l" t="t" r="r" b="b"/>
              <a:pathLst>
                <a:path w="506" h="506" extrusionOk="0">
                  <a:moveTo>
                    <a:pt x="289" y="0"/>
                  </a:moveTo>
                  <a:lnTo>
                    <a:pt x="193" y="24"/>
                  </a:lnTo>
                  <a:lnTo>
                    <a:pt x="96" y="72"/>
                  </a:lnTo>
                  <a:lnTo>
                    <a:pt x="24" y="144"/>
                  </a:lnTo>
                  <a:lnTo>
                    <a:pt x="0" y="241"/>
                  </a:lnTo>
                  <a:lnTo>
                    <a:pt x="0" y="337"/>
                  </a:lnTo>
                  <a:lnTo>
                    <a:pt x="72" y="433"/>
                  </a:lnTo>
                  <a:lnTo>
                    <a:pt x="144" y="482"/>
                  </a:lnTo>
                  <a:lnTo>
                    <a:pt x="241" y="506"/>
                  </a:lnTo>
                  <a:lnTo>
                    <a:pt x="337" y="482"/>
                  </a:lnTo>
                  <a:lnTo>
                    <a:pt x="433" y="433"/>
                  </a:lnTo>
                  <a:lnTo>
                    <a:pt x="481" y="361"/>
                  </a:lnTo>
                  <a:lnTo>
                    <a:pt x="506" y="289"/>
                  </a:lnTo>
                  <a:lnTo>
                    <a:pt x="481" y="193"/>
                  </a:lnTo>
                  <a:lnTo>
                    <a:pt x="433" y="96"/>
                  </a:lnTo>
                  <a:lnTo>
                    <a:pt x="361" y="24"/>
                  </a:lnTo>
                  <a:lnTo>
                    <a:pt x="2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9" name="Google Shape;5719;p14"/>
            <p:cNvSpPr/>
            <p:nvPr/>
          </p:nvSpPr>
          <p:spPr>
            <a:xfrm rot="-1874795">
              <a:off x="-592216" y="48846"/>
              <a:ext cx="39308" cy="41262"/>
            </a:xfrm>
            <a:custGeom>
              <a:avLst/>
              <a:gdLst/>
              <a:ahLst/>
              <a:cxnLst/>
              <a:rect l="l" t="t" r="r" b="b"/>
              <a:pathLst>
                <a:path w="483" h="507" extrusionOk="0">
                  <a:moveTo>
                    <a:pt x="169" y="1"/>
                  </a:moveTo>
                  <a:lnTo>
                    <a:pt x="97" y="49"/>
                  </a:lnTo>
                  <a:lnTo>
                    <a:pt x="25" y="121"/>
                  </a:lnTo>
                  <a:lnTo>
                    <a:pt x="1" y="193"/>
                  </a:lnTo>
                  <a:lnTo>
                    <a:pt x="1" y="290"/>
                  </a:lnTo>
                  <a:lnTo>
                    <a:pt x="73" y="410"/>
                  </a:lnTo>
                  <a:lnTo>
                    <a:pt x="145" y="458"/>
                  </a:lnTo>
                  <a:lnTo>
                    <a:pt x="241" y="506"/>
                  </a:lnTo>
                  <a:lnTo>
                    <a:pt x="362" y="482"/>
                  </a:lnTo>
                  <a:lnTo>
                    <a:pt x="434" y="458"/>
                  </a:lnTo>
                  <a:lnTo>
                    <a:pt x="482" y="386"/>
                  </a:lnTo>
                  <a:lnTo>
                    <a:pt x="482" y="290"/>
                  </a:lnTo>
                  <a:lnTo>
                    <a:pt x="482" y="217"/>
                  </a:lnTo>
                  <a:lnTo>
                    <a:pt x="434" y="121"/>
                  </a:lnTo>
                  <a:lnTo>
                    <a:pt x="386" y="49"/>
                  </a:lnTo>
                  <a:lnTo>
                    <a:pt x="29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0" name="Google Shape;5720;p14"/>
            <p:cNvSpPr/>
            <p:nvPr/>
          </p:nvSpPr>
          <p:spPr>
            <a:xfrm rot="-1874795">
              <a:off x="-370183" y="105756"/>
              <a:ext cx="62827" cy="33368"/>
            </a:xfrm>
            <a:custGeom>
              <a:avLst/>
              <a:gdLst/>
              <a:ahLst/>
              <a:cxnLst/>
              <a:rect l="l" t="t" r="r" b="b"/>
              <a:pathLst>
                <a:path w="772" h="410" extrusionOk="0">
                  <a:moveTo>
                    <a:pt x="25" y="0"/>
                  </a:moveTo>
                  <a:lnTo>
                    <a:pt x="1" y="120"/>
                  </a:lnTo>
                  <a:lnTo>
                    <a:pt x="1" y="241"/>
                  </a:lnTo>
                  <a:lnTo>
                    <a:pt x="25" y="265"/>
                  </a:lnTo>
                  <a:lnTo>
                    <a:pt x="73" y="313"/>
                  </a:lnTo>
                  <a:lnTo>
                    <a:pt x="121" y="313"/>
                  </a:lnTo>
                  <a:lnTo>
                    <a:pt x="193" y="337"/>
                  </a:lnTo>
                  <a:lnTo>
                    <a:pt x="362" y="361"/>
                  </a:lnTo>
                  <a:lnTo>
                    <a:pt x="506" y="385"/>
                  </a:lnTo>
                  <a:lnTo>
                    <a:pt x="675" y="409"/>
                  </a:lnTo>
                  <a:lnTo>
                    <a:pt x="747" y="385"/>
                  </a:lnTo>
                  <a:lnTo>
                    <a:pt x="771" y="361"/>
                  </a:lnTo>
                  <a:lnTo>
                    <a:pt x="771" y="313"/>
                  </a:lnTo>
                  <a:lnTo>
                    <a:pt x="771" y="265"/>
                  </a:lnTo>
                  <a:lnTo>
                    <a:pt x="771" y="217"/>
                  </a:lnTo>
                  <a:lnTo>
                    <a:pt x="723" y="144"/>
                  </a:lnTo>
                  <a:lnTo>
                    <a:pt x="627" y="120"/>
                  </a:lnTo>
                  <a:lnTo>
                    <a:pt x="266" y="120"/>
                  </a:lnTo>
                  <a:lnTo>
                    <a:pt x="145" y="72"/>
                  </a:lnTo>
                  <a:lnTo>
                    <a:pt x="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1" name="Google Shape;5721;p14"/>
            <p:cNvSpPr/>
            <p:nvPr/>
          </p:nvSpPr>
          <p:spPr>
            <a:xfrm rot="-1874795">
              <a:off x="-790902" y="-171636"/>
              <a:ext cx="37355" cy="39309"/>
            </a:xfrm>
            <a:custGeom>
              <a:avLst/>
              <a:gdLst/>
              <a:ahLst/>
              <a:cxnLst/>
              <a:rect l="l" t="t" r="r" b="b"/>
              <a:pathLst>
                <a:path w="459" h="483" extrusionOk="0">
                  <a:moveTo>
                    <a:pt x="145" y="1"/>
                  </a:moveTo>
                  <a:lnTo>
                    <a:pt x="73" y="73"/>
                  </a:lnTo>
                  <a:lnTo>
                    <a:pt x="25" y="145"/>
                  </a:lnTo>
                  <a:lnTo>
                    <a:pt x="1" y="217"/>
                  </a:lnTo>
                  <a:lnTo>
                    <a:pt x="1" y="314"/>
                  </a:lnTo>
                  <a:lnTo>
                    <a:pt x="49" y="386"/>
                  </a:lnTo>
                  <a:lnTo>
                    <a:pt x="121" y="458"/>
                  </a:lnTo>
                  <a:lnTo>
                    <a:pt x="193" y="482"/>
                  </a:lnTo>
                  <a:lnTo>
                    <a:pt x="290" y="458"/>
                  </a:lnTo>
                  <a:lnTo>
                    <a:pt x="386" y="410"/>
                  </a:lnTo>
                  <a:lnTo>
                    <a:pt x="434" y="338"/>
                  </a:lnTo>
                  <a:lnTo>
                    <a:pt x="458" y="266"/>
                  </a:lnTo>
                  <a:lnTo>
                    <a:pt x="434" y="169"/>
                  </a:lnTo>
                  <a:lnTo>
                    <a:pt x="386" y="97"/>
                  </a:lnTo>
                  <a:lnTo>
                    <a:pt x="338" y="25"/>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2" name="Google Shape;5722;p14"/>
            <p:cNvSpPr/>
            <p:nvPr/>
          </p:nvSpPr>
          <p:spPr>
            <a:xfrm rot="-1874795">
              <a:off x="-636781" y="-296940"/>
              <a:ext cx="35320" cy="35402"/>
            </a:xfrm>
            <a:custGeom>
              <a:avLst/>
              <a:gdLst/>
              <a:ahLst/>
              <a:cxnLst/>
              <a:rect l="l" t="t" r="r" b="b"/>
              <a:pathLst>
                <a:path w="434" h="435" extrusionOk="0">
                  <a:moveTo>
                    <a:pt x="145" y="1"/>
                  </a:moveTo>
                  <a:lnTo>
                    <a:pt x="72" y="49"/>
                  </a:lnTo>
                  <a:lnTo>
                    <a:pt x="24" y="121"/>
                  </a:lnTo>
                  <a:lnTo>
                    <a:pt x="0" y="193"/>
                  </a:lnTo>
                  <a:lnTo>
                    <a:pt x="0" y="290"/>
                  </a:lnTo>
                  <a:lnTo>
                    <a:pt x="72" y="362"/>
                  </a:lnTo>
                  <a:lnTo>
                    <a:pt x="120" y="410"/>
                  </a:lnTo>
                  <a:lnTo>
                    <a:pt x="217" y="434"/>
                  </a:lnTo>
                  <a:lnTo>
                    <a:pt x="313" y="434"/>
                  </a:lnTo>
                  <a:lnTo>
                    <a:pt x="385" y="386"/>
                  </a:lnTo>
                  <a:lnTo>
                    <a:pt x="433" y="314"/>
                  </a:lnTo>
                  <a:lnTo>
                    <a:pt x="433" y="217"/>
                  </a:lnTo>
                  <a:lnTo>
                    <a:pt x="433" y="145"/>
                  </a:lnTo>
                  <a:lnTo>
                    <a:pt x="385" y="49"/>
                  </a:lnTo>
                  <a:lnTo>
                    <a:pt x="3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3" name="Google Shape;5723;p14"/>
            <p:cNvSpPr/>
            <p:nvPr/>
          </p:nvSpPr>
          <p:spPr>
            <a:xfrm rot="-1874795">
              <a:off x="-243483" y="-412088"/>
              <a:ext cx="31414" cy="45169"/>
            </a:xfrm>
            <a:custGeom>
              <a:avLst/>
              <a:gdLst/>
              <a:ahLst/>
              <a:cxnLst/>
              <a:rect l="l" t="t" r="r" b="b"/>
              <a:pathLst>
                <a:path w="386" h="555" extrusionOk="0">
                  <a:moveTo>
                    <a:pt x="217" y="1"/>
                  </a:moveTo>
                  <a:lnTo>
                    <a:pt x="145" y="25"/>
                  </a:lnTo>
                  <a:lnTo>
                    <a:pt x="97" y="49"/>
                  </a:lnTo>
                  <a:lnTo>
                    <a:pt x="49" y="97"/>
                  </a:lnTo>
                  <a:lnTo>
                    <a:pt x="25" y="193"/>
                  </a:lnTo>
                  <a:lnTo>
                    <a:pt x="1" y="290"/>
                  </a:lnTo>
                  <a:lnTo>
                    <a:pt x="25" y="410"/>
                  </a:lnTo>
                  <a:lnTo>
                    <a:pt x="49" y="482"/>
                  </a:lnTo>
                  <a:lnTo>
                    <a:pt x="97" y="530"/>
                  </a:lnTo>
                  <a:lnTo>
                    <a:pt x="145" y="554"/>
                  </a:lnTo>
                  <a:lnTo>
                    <a:pt x="242" y="530"/>
                  </a:lnTo>
                  <a:lnTo>
                    <a:pt x="338" y="482"/>
                  </a:lnTo>
                  <a:lnTo>
                    <a:pt x="362" y="410"/>
                  </a:lnTo>
                  <a:lnTo>
                    <a:pt x="386" y="314"/>
                  </a:lnTo>
                  <a:lnTo>
                    <a:pt x="362" y="193"/>
                  </a:lnTo>
                  <a:lnTo>
                    <a:pt x="314" y="121"/>
                  </a:lnTo>
                  <a:lnTo>
                    <a:pt x="266" y="49"/>
                  </a:lnTo>
                  <a:lnTo>
                    <a:pt x="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4" name="Google Shape;5724;p14"/>
            <p:cNvSpPr/>
            <p:nvPr/>
          </p:nvSpPr>
          <p:spPr>
            <a:xfrm rot="-1874795">
              <a:off x="-440431" y="-314410"/>
              <a:ext cx="31414" cy="31496"/>
            </a:xfrm>
            <a:custGeom>
              <a:avLst/>
              <a:gdLst/>
              <a:ahLst/>
              <a:cxnLst/>
              <a:rect l="l" t="t" r="r" b="b"/>
              <a:pathLst>
                <a:path w="386" h="387" extrusionOk="0">
                  <a:moveTo>
                    <a:pt x="241" y="1"/>
                  </a:moveTo>
                  <a:lnTo>
                    <a:pt x="145" y="25"/>
                  </a:lnTo>
                  <a:lnTo>
                    <a:pt x="73" y="49"/>
                  </a:lnTo>
                  <a:lnTo>
                    <a:pt x="25" y="97"/>
                  </a:lnTo>
                  <a:lnTo>
                    <a:pt x="1" y="169"/>
                  </a:lnTo>
                  <a:lnTo>
                    <a:pt x="1" y="266"/>
                  </a:lnTo>
                  <a:lnTo>
                    <a:pt x="25" y="338"/>
                  </a:lnTo>
                  <a:lnTo>
                    <a:pt x="97" y="386"/>
                  </a:lnTo>
                  <a:lnTo>
                    <a:pt x="217" y="386"/>
                  </a:lnTo>
                  <a:lnTo>
                    <a:pt x="314" y="362"/>
                  </a:lnTo>
                  <a:lnTo>
                    <a:pt x="362" y="290"/>
                  </a:lnTo>
                  <a:lnTo>
                    <a:pt x="386" y="218"/>
                  </a:lnTo>
                  <a:lnTo>
                    <a:pt x="386" y="145"/>
                  </a:lnTo>
                  <a:lnTo>
                    <a:pt x="338" y="73"/>
                  </a:lnTo>
                  <a:lnTo>
                    <a:pt x="290" y="25"/>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5" name="Google Shape;5725;p14"/>
            <p:cNvSpPr/>
            <p:nvPr/>
          </p:nvSpPr>
          <p:spPr>
            <a:xfrm rot="-1874795">
              <a:off x="-536720" y="-37268"/>
              <a:ext cx="27507" cy="29461"/>
            </a:xfrm>
            <a:custGeom>
              <a:avLst/>
              <a:gdLst/>
              <a:ahLst/>
              <a:cxnLst/>
              <a:rect l="l" t="t" r="r" b="b"/>
              <a:pathLst>
                <a:path w="338" h="362" extrusionOk="0">
                  <a:moveTo>
                    <a:pt x="169" y="1"/>
                  </a:moveTo>
                  <a:lnTo>
                    <a:pt x="97" y="25"/>
                  </a:lnTo>
                  <a:lnTo>
                    <a:pt x="48" y="49"/>
                  </a:lnTo>
                  <a:lnTo>
                    <a:pt x="0" y="97"/>
                  </a:lnTo>
                  <a:lnTo>
                    <a:pt x="0" y="169"/>
                  </a:lnTo>
                  <a:lnTo>
                    <a:pt x="0" y="218"/>
                  </a:lnTo>
                  <a:lnTo>
                    <a:pt x="48" y="290"/>
                  </a:lnTo>
                  <a:lnTo>
                    <a:pt x="97" y="338"/>
                  </a:lnTo>
                  <a:lnTo>
                    <a:pt x="169" y="362"/>
                  </a:lnTo>
                  <a:lnTo>
                    <a:pt x="241" y="338"/>
                  </a:lnTo>
                  <a:lnTo>
                    <a:pt x="289" y="314"/>
                  </a:lnTo>
                  <a:lnTo>
                    <a:pt x="337" y="242"/>
                  </a:lnTo>
                  <a:lnTo>
                    <a:pt x="337" y="194"/>
                  </a:lnTo>
                  <a:lnTo>
                    <a:pt x="337" y="121"/>
                  </a:lnTo>
                  <a:lnTo>
                    <a:pt x="289" y="49"/>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6" name="Google Shape;5726;p14"/>
            <p:cNvSpPr/>
            <p:nvPr/>
          </p:nvSpPr>
          <p:spPr>
            <a:xfrm rot="-1874795">
              <a:off x="67415" y="-506912"/>
              <a:ext cx="27507" cy="29461"/>
            </a:xfrm>
            <a:custGeom>
              <a:avLst/>
              <a:gdLst/>
              <a:ahLst/>
              <a:cxnLst/>
              <a:rect l="l" t="t" r="r" b="b"/>
              <a:pathLst>
                <a:path w="338" h="362" extrusionOk="0">
                  <a:moveTo>
                    <a:pt x="121" y="1"/>
                  </a:moveTo>
                  <a:lnTo>
                    <a:pt x="49" y="25"/>
                  </a:lnTo>
                  <a:lnTo>
                    <a:pt x="1" y="73"/>
                  </a:lnTo>
                  <a:lnTo>
                    <a:pt x="1" y="145"/>
                  </a:lnTo>
                  <a:lnTo>
                    <a:pt x="1" y="217"/>
                  </a:lnTo>
                  <a:lnTo>
                    <a:pt x="25" y="290"/>
                  </a:lnTo>
                  <a:lnTo>
                    <a:pt x="73" y="338"/>
                  </a:lnTo>
                  <a:lnTo>
                    <a:pt x="145" y="362"/>
                  </a:lnTo>
                  <a:lnTo>
                    <a:pt x="217" y="338"/>
                  </a:lnTo>
                  <a:lnTo>
                    <a:pt x="266" y="314"/>
                  </a:lnTo>
                  <a:lnTo>
                    <a:pt x="314" y="265"/>
                  </a:lnTo>
                  <a:lnTo>
                    <a:pt x="338" y="217"/>
                  </a:lnTo>
                  <a:lnTo>
                    <a:pt x="338" y="145"/>
                  </a:lnTo>
                  <a:lnTo>
                    <a:pt x="290" y="73"/>
                  </a:lnTo>
                  <a:lnTo>
                    <a:pt x="241" y="25"/>
                  </a:lnTo>
                  <a:lnTo>
                    <a:pt x="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7" name="Google Shape;5727;p14"/>
            <p:cNvSpPr/>
            <p:nvPr/>
          </p:nvSpPr>
          <p:spPr>
            <a:xfrm rot="-1874795">
              <a:off x="-265193" y="-128785"/>
              <a:ext cx="27507" cy="27508"/>
            </a:xfrm>
            <a:custGeom>
              <a:avLst/>
              <a:gdLst/>
              <a:ahLst/>
              <a:cxnLst/>
              <a:rect l="l" t="t" r="r" b="b"/>
              <a:pathLst>
                <a:path w="338" h="338" extrusionOk="0">
                  <a:moveTo>
                    <a:pt x="217" y="0"/>
                  </a:moveTo>
                  <a:lnTo>
                    <a:pt x="145" y="24"/>
                  </a:lnTo>
                  <a:lnTo>
                    <a:pt x="73" y="48"/>
                  </a:lnTo>
                  <a:lnTo>
                    <a:pt x="25" y="97"/>
                  </a:lnTo>
                  <a:lnTo>
                    <a:pt x="1" y="169"/>
                  </a:lnTo>
                  <a:lnTo>
                    <a:pt x="1" y="241"/>
                  </a:lnTo>
                  <a:lnTo>
                    <a:pt x="25" y="289"/>
                  </a:lnTo>
                  <a:lnTo>
                    <a:pt x="73" y="337"/>
                  </a:lnTo>
                  <a:lnTo>
                    <a:pt x="193" y="337"/>
                  </a:lnTo>
                  <a:lnTo>
                    <a:pt x="266" y="289"/>
                  </a:lnTo>
                  <a:lnTo>
                    <a:pt x="314" y="241"/>
                  </a:lnTo>
                  <a:lnTo>
                    <a:pt x="338" y="193"/>
                  </a:lnTo>
                  <a:lnTo>
                    <a:pt x="338" y="97"/>
                  </a:lnTo>
                  <a:lnTo>
                    <a:pt x="290" y="48"/>
                  </a:lnTo>
                  <a:lnTo>
                    <a:pt x="266" y="24"/>
                  </a:lnTo>
                  <a:lnTo>
                    <a:pt x="2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8" name="Google Shape;5728;p14"/>
            <p:cNvSpPr/>
            <p:nvPr/>
          </p:nvSpPr>
          <p:spPr>
            <a:xfrm rot="-1874795">
              <a:off x="-674391" y="-258191"/>
              <a:ext cx="25554" cy="25555"/>
            </a:xfrm>
            <a:custGeom>
              <a:avLst/>
              <a:gdLst/>
              <a:ahLst/>
              <a:cxnLst/>
              <a:rect l="l" t="t" r="r" b="b"/>
              <a:pathLst>
                <a:path w="314" h="314" extrusionOk="0">
                  <a:moveTo>
                    <a:pt x="121" y="0"/>
                  </a:moveTo>
                  <a:lnTo>
                    <a:pt x="72" y="48"/>
                  </a:lnTo>
                  <a:lnTo>
                    <a:pt x="24" y="72"/>
                  </a:lnTo>
                  <a:lnTo>
                    <a:pt x="0" y="121"/>
                  </a:lnTo>
                  <a:lnTo>
                    <a:pt x="0" y="193"/>
                  </a:lnTo>
                  <a:lnTo>
                    <a:pt x="24" y="241"/>
                  </a:lnTo>
                  <a:lnTo>
                    <a:pt x="72" y="289"/>
                  </a:lnTo>
                  <a:lnTo>
                    <a:pt x="145" y="313"/>
                  </a:lnTo>
                  <a:lnTo>
                    <a:pt x="217" y="313"/>
                  </a:lnTo>
                  <a:lnTo>
                    <a:pt x="265" y="289"/>
                  </a:lnTo>
                  <a:lnTo>
                    <a:pt x="313" y="241"/>
                  </a:lnTo>
                  <a:lnTo>
                    <a:pt x="313" y="193"/>
                  </a:lnTo>
                  <a:lnTo>
                    <a:pt x="313" y="145"/>
                  </a:lnTo>
                  <a:lnTo>
                    <a:pt x="289" y="72"/>
                  </a:lnTo>
                  <a:lnTo>
                    <a:pt x="265" y="24"/>
                  </a:lnTo>
                  <a:lnTo>
                    <a:pt x="1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9" name="Google Shape;5729;p14"/>
            <p:cNvSpPr/>
            <p:nvPr/>
          </p:nvSpPr>
          <p:spPr>
            <a:xfrm rot="-1874795">
              <a:off x="-73795" y="-40320"/>
              <a:ext cx="23601" cy="21648"/>
            </a:xfrm>
            <a:custGeom>
              <a:avLst/>
              <a:gdLst/>
              <a:ahLst/>
              <a:cxnLst/>
              <a:rect l="l" t="t" r="r" b="b"/>
              <a:pathLst>
                <a:path w="290" h="266" extrusionOk="0">
                  <a:moveTo>
                    <a:pt x="72" y="1"/>
                  </a:moveTo>
                  <a:lnTo>
                    <a:pt x="24" y="73"/>
                  </a:lnTo>
                  <a:lnTo>
                    <a:pt x="0" y="97"/>
                  </a:lnTo>
                  <a:lnTo>
                    <a:pt x="0" y="169"/>
                  </a:lnTo>
                  <a:lnTo>
                    <a:pt x="48" y="217"/>
                  </a:lnTo>
                  <a:lnTo>
                    <a:pt x="72" y="241"/>
                  </a:lnTo>
                  <a:lnTo>
                    <a:pt x="121" y="266"/>
                  </a:lnTo>
                  <a:lnTo>
                    <a:pt x="193" y="266"/>
                  </a:lnTo>
                  <a:lnTo>
                    <a:pt x="241" y="217"/>
                  </a:lnTo>
                  <a:lnTo>
                    <a:pt x="289" y="193"/>
                  </a:lnTo>
                  <a:lnTo>
                    <a:pt x="289" y="145"/>
                  </a:lnTo>
                  <a:lnTo>
                    <a:pt x="289" y="73"/>
                  </a:lnTo>
                  <a:lnTo>
                    <a:pt x="241" y="25"/>
                  </a:lnTo>
                  <a:lnTo>
                    <a:pt x="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0" name="Google Shape;5730;p14"/>
            <p:cNvSpPr/>
            <p:nvPr/>
          </p:nvSpPr>
          <p:spPr>
            <a:xfrm rot="-1874795">
              <a:off x="-634059" y="-447300"/>
              <a:ext cx="23601" cy="23602"/>
            </a:xfrm>
            <a:custGeom>
              <a:avLst/>
              <a:gdLst/>
              <a:ahLst/>
              <a:cxnLst/>
              <a:rect l="l" t="t" r="r" b="b"/>
              <a:pathLst>
                <a:path w="290" h="290" extrusionOk="0">
                  <a:moveTo>
                    <a:pt x="145" y="1"/>
                  </a:moveTo>
                  <a:lnTo>
                    <a:pt x="97" y="25"/>
                  </a:lnTo>
                  <a:lnTo>
                    <a:pt x="24" y="49"/>
                  </a:lnTo>
                  <a:lnTo>
                    <a:pt x="0" y="97"/>
                  </a:lnTo>
                  <a:lnTo>
                    <a:pt x="0" y="145"/>
                  </a:lnTo>
                  <a:lnTo>
                    <a:pt x="0" y="194"/>
                  </a:lnTo>
                  <a:lnTo>
                    <a:pt x="48" y="242"/>
                  </a:lnTo>
                  <a:lnTo>
                    <a:pt x="72" y="290"/>
                  </a:lnTo>
                  <a:lnTo>
                    <a:pt x="193" y="290"/>
                  </a:lnTo>
                  <a:lnTo>
                    <a:pt x="241" y="242"/>
                  </a:lnTo>
                  <a:lnTo>
                    <a:pt x="289" y="194"/>
                  </a:lnTo>
                  <a:lnTo>
                    <a:pt x="289" y="145"/>
                  </a:lnTo>
                  <a:lnTo>
                    <a:pt x="289" y="97"/>
                  </a:lnTo>
                  <a:lnTo>
                    <a:pt x="265" y="49"/>
                  </a:lnTo>
                  <a:lnTo>
                    <a:pt x="217" y="25"/>
                  </a:lnTo>
                  <a:lnTo>
                    <a:pt x="1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1" name="Google Shape;5731;p14"/>
            <p:cNvSpPr/>
            <p:nvPr/>
          </p:nvSpPr>
          <p:spPr>
            <a:xfrm rot="-1874795">
              <a:off x="-497580" y="-436909"/>
              <a:ext cx="25554" cy="21648"/>
            </a:xfrm>
            <a:custGeom>
              <a:avLst/>
              <a:gdLst/>
              <a:ahLst/>
              <a:cxnLst/>
              <a:rect l="l" t="t" r="r" b="b"/>
              <a:pathLst>
                <a:path w="314" h="266" extrusionOk="0">
                  <a:moveTo>
                    <a:pt x="97" y="1"/>
                  </a:moveTo>
                  <a:lnTo>
                    <a:pt x="49" y="25"/>
                  </a:lnTo>
                  <a:lnTo>
                    <a:pt x="24" y="49"/>
                  </a:lnTo>
                  <a:lnTo>
                    <a:pt x="0" y="97"/>
                  </a:lnTo>
                  <a:lnTo>
                    <a:pt x="24" y="169"/>
                  </a:lnTo>
                  <a:lnTo>
                    <a:pt x="73" y="218"/>
                  </a:lnTo>
                  <a:lnTo>
                    <a:pt x="121" y="242"/>
                  </a:lnTo>
                  <a:lnTo>
                    <a:pt x="169" y="266"/>
                  </a:lnTo>
                  <a:lnTo>
                    <a:pt x="241" y="242"/>
                  </a:lnTo>
                  <a:lnTo>
                    <a:pt x="265" y="218"/>
                  </a:lnTo>
                  <a:lnTo>
                    <a:pt x="313" y="169"/>
                  </a:lnTo>
                  <a:lnTo>
                    <a:pt x="313" y="121"/>
                  </a:lnTo>
                  <a:lnTo>
                    <a:pt x="289" y="73"/>
                  </a:lnTo>
                  <a:lnTo>
                    <a:pt x="265" y="25"/>
                  </a:lnTo>
                  <a:lnTo>
                    <a:pt x="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2" name="Google Shape;5732;p14"/>
          <p:cNvGrpSpPr/>
          <p:nvPr/>
        </p:nvGrpSpPr>
        <p:grpSpPr>
          <a:xfrm>
            <a:off x="4296226" y="4292736"/>
            <a:ext cx="551525" cy="559295"/>
            <a:chOff x="1308175" y="3327500"/>
            <a:chExt cx="170350" cy="172750"/>
          </a:xfrm>
        </p:grpSpPr>
        <p:sp>
          <p:nvSpPr>
            <p:cNvPr id="5733" name="Google Shape;5733;p14"/>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4" name="Google Shape;5734;p14"/>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35" name="Google Shape;5735;p14"/>
          <p:cNvSpPr/>
          <p:nvPr/>
        </p:nvSpPr>
        <p:spPr>
          <a:xfrm>
            <a:off x="8210988" y="1416924"/>
            <a:ext cx="551518" cy="671941"/>
          </a:xfrm>
          <a:custGeom>
            <a:avLst/>
            <a:gdLst/>
            <a:ahLst/>
            <a:cxnLst/>
            <a:rect l="l" t="t" r="r" b="b"/>
            <a:pathLst>
              <a:path w="10039" h="12231" extrusionOk="0">
                <a:moveTo>
                  <a:pt x="4478" y="675"/>
                </a:moveTo>
                <a:lnTo>
                  <a:pt x="4887" y="699"/>
                </a:lnTo>
                <a:lnTo>
                  <a:pt x="5272" y="795"/>
                </a:lnTo>
                <a:lnTo>
                  <a:pt x="5633" y="916"/>
                </a:lnTo>
                <a:lnTo>
                  <a:pt x="5994" y="1084"/>
                </a:lnTo>
                <a:lnTo>
                  <a:pt x="6355" y="1277"/>
                </a:lnTo>
                <a:lnTo>
                  <a:pt x="6692" y="1517"/>
                </a:lnTo>
                <a:lnTo>
                  <a:pt x="7005" y="1758"/>
                </a:lnTo>
                <a:lnTo>
                  <a:pt x="7270" y="1999"/>
                </a:lnTo>
                <a:lnTo>
                  <a:pt x="7535" y="2264"/>
                </a:lnTo>
                <a:lnTo>
                  <a:pt x="7776" y="2529"/>
                </a:lnTo>
                <a:lnTo>
                  <a:pt x="7992" y="2817"/>
                </a:lnTo>
                <a:lnTo>
                  <a:pt x="8209" y="3130"/>
                </a:lnTo>
                <a:lnTo>
                  <a:pt x="8402" y="3443"/>
                </a:lnTo>
                <a:lnTo>
                  <a:pt x="8570" y="3780"/>
                </a:lnTo>
                <a:lnTo>
                  <a:pt x="8739" y="4117"/>
                </a:lnTo>
                <a:lnTo>
                  <a:pt x="8883" y="4478"/>
                </a:lnTo>
                <a:lnTo>
                  <a:pt x="9027" y="4840"/>
                </a:lnTo>
                <a:lnTo>
                  <a:pt x="9124" y="5201"/>
                </a:lnTo>
                <a:lnTo>
                  <a:pt x="9220" y="5586"/>
                </a:lnTo>
                <a:lnTo>
                  <a:pt x="9292" y="5971"/>
                </a:lnTo>
                <a:lnTo>
                  <a:pt x="9340" y="6356"/>
                </a:lnTo>
                <a:lnTo>
                  <a:pt x="9365" y="6741"/>
                </a:lnTo>
                <a:lnTo>
                  <a:pt x="9389" y="7127"/>
                </a:lnTo>
                <a:lnTo>
                  <a:pt x="9365" y="7488"/>
                </a:lnTo>
                <a:lnTo>
                  <a:pt x="9340" y="7849"/>
                </a:lnTo>
                <a:lnTo>
                  <a:pt x="9268" y="8210"/>
                </a:lnTo>
                <a:lnTo>
                  <a:pt x="9196" y="8571"/>
                </a:lnTo>
                <a:lnTo>
                  <a:pt x="9076" y="8932"/>
                </a:lnTo>
                <a:lnTo>
                  <a:pt x="8955" y="9293"/>
                </a:lnTo>
                <a:lnTo>
                  <a:pt x="8787" y="9630"/>
                </a:lnTo>
                <a:lnTo>
                  <a:pt x="8570" y="9967"/>
                </a:lnTo>
                <a:lnTo>
                  <a:pt x="8402" y="10232"/>
                </a:lnTo>
                <a:lnTo>
                  <a:pt x="8209" y="10449"/>
                </a:lnTo>
                <a:lnTo>
                  <a:pt x="7992" y="10665"/>
                </a:lnTo>
                <a:lnTo>
                  <a:pt x="7776" y="10858"/>
                </a:lnTo>
                <a:lnTo>
                  <a:pt x="7559" y="11026"/>
                </a:lnTo>
                <a:lnTo>
                  <a:pt x="7318" y="11171"/>
                </a:lnTo>
                <a:lnTo>
                  <a:pt x="7078" y="11291"/>
                </a:lnTo>
                <a:lnTo>
                  <a:pt x="6813" y="11387"/>
                </a:lnTo>
                <a:lnTo>
                  <a:pt x="6548" y="11460"/>
                </a:lnTo>
                <a:lnTo>
                  <a:pt x="6283" y="11508"/>
                </a:lnTo>
                <a:lnTo>
                  <a:pt x="6018" y="11556"/>
                </a:lnTo>
                <a:lnTo>
                  <a:pt x="5729" y="11556"/>
                </a:lnTo>
                <a:lnTo>
                  <a:pt x="5441" y="11532"/>
                </a:lnTo>
                <a:lnTo>
                  <a:pt x="5152" y="11484"/>
                </a:lnTo>
                <a:lnTo>
                  <a:pt x="4863" y="11436"/>
                </a:lnTo>
                <a:lnTo>
                  <a:pt x="4574" y="11339"/>
                </a:lnTo>
                <a:lnTo>
                  <a:pt x="4237" y="11195"/>
                </a:lnTo>
                <a:lnTo>
                  <a:pt x="3900" y="11050"/>
                </a:lnTo>
                <a:lnTo>
                  <a:pt x="3587" y="10858"/>
                </a:lnTo>
                <a:lnTo>
                  <a:pt x="3298" y="10665"/>
                </a:lnTo>
                <a:lnTo>
                  <a:pt x="3009" y="10449"/>
                </a:lnTo>
                <a:lnTo>
                  <a:pt x="2768" y="10208"/>
                </a:lnTo>
                <a:lnTo>
                  <a:pt x="2504" y="9943"/>
                </a:lnTo>
                <a:lnTo>
                  <a:pt x="2287" y="9654"/>
                </a:lnTo>
                <a:lnTo>
                  <a:pt x="2022" y="9293"/>
                </a:lnTo>
                <a:lnTo>
                  <a:pt x="1781" y="8932"/>
                </a:lnTo>
                <a:lnTo>
                  <a:pt x="1565" y="8547"/>
                </a:lnTo>
                <a:lnTo>
                  <a:pt x="1348" y="8186"/>
                </a:lnTo>
                <a:lnTo>
                  <a:pt x="1180" y="7801"/>
                </a:lnTo>
                <a:lnTo>
                  <a:pt x="1035" y="7415"/>
                </a:lnTo>
                <a:lnTo>
                  <a:pt x="915" y="7006"/>
                </a:lnTo>
                <a:lnTo>
                  <a:pt x="818" y="6621"/>
                </a:lnTo>
                <a:lnTo>
                  <a:pt x="746" y="6212"/>
                </a:lnTo>
                <a:lnTo>
                  <a:pt x="698" y="5803"/>
                </a:lnTo>
                <a:lnTo>
                  <a:pt x="674" y="5393"/>
                </a:lnTo>
                <a:lnTo>
                  <a:pt x="698" y="4984"/>
                </a:lnTo>
                <a:lnTo>
                  <a:pt x="722" y="4551"/>
                </a:lnTo>
                <a:lnTo>
                  <a:pt x="794" y="4117"/>
                </a:lnTo>
                <a:lnTo>
                  <a:pt x="891" y="3684"/>
                </a:lnTo>
                <a:lnTo>
                  <a:pt x="1011" y="3251"/>
                </a:lnTo>
                <a:lnTo>
                  <a:pt x="1107" y="2986"/>
                </a:lnTo>
                <a:lnTo>
                  <a:pt x="1204" y="2745"/>
                </a:lnTo>
                <a:lnTo>
                  <a:pt x="1324" y="2480"/>
                </a:lnTo>
                <a:lnTo>
                  <a:pt x="1468" y="2264"/>
                </a:lnTo>
                <a:lnTo>
                  <a:pt x="1613" y="2047"/>
                </a:lnTo>
                <a:lnTo>
                  <a:pt x="1757" y="1830"/>
                </a:lnTo>
                <a:lnTo>
                  <a:pt x="1926" y="1662"/>
                </a:lnTo>
                <a:lnTo>
                  <a:pt x="2118" y="1469"/>
                </a:lnTo>
                <a:lnTo>
                  <a:pt x="2311" y="1325"/>
                </a:lnTo>
                <a:lnTo>
                  <a:pt x="2528" y="1180"/>
                </a:lnTo>
                <a:lnTo>
                  <a:pt x="2744" y="1060"/>
                </a:lnTo>
                <a:lnTo>
                  <a:pt x="2985" y="940"/>
                </a:lnTo>
                <a:lnTo>
                  <a:pt x="3226" y="868"/>
                </a:lnTo>
                <a:lnTo>
                  <a:pt x="3491" y="771"/>
                </a:lnTo>
                <a:lnTo>
                  <a:pt x="3755" y="723"/>
                </a:lnTo>
                <a:lnTo>
                  <a:pt x="4044" y="699"/>
                </a:lnTo>
                <a:lnTo>
                  <a:pt x="4478" y="675"/>
                </a:lnTo>
                <a:close/>
                <a:moveTo>
                  <a:pt x="3924" y="1"/>
                </a:moveTo>
                <a:lnTo>
                  <a:pt x="3539" y="49"/>
                </a:lnTo>
                <a:lnTo>
                  <a:pt x="3154" y="145"/>
                </a:lnTo>
                <a:lnTo>
                  <a:pt x="2793" y="290"/>
                </a:lnTo>
                <a:lnTo>
                  <a:pt x="2407" y="482"/>
                </a:lnTo>
                <a:lnTo>
                  <a:pt x="2070" y="699"/>
                </a:lnTo>
                <a:lnTo>
                  <a:pt x="1733" y="940"/>
                </a:lnTo>
                <a:lnTo>
                  <a:pt x="1444" y="1205"/>
                </a:lnTo>
                <a:lnTo>
                  <a:pt x="1180" y="1517"/>
                </a:lnTo>
                <a:lnTo>
                  <a:pt x="939" y="1855"/>
                </a:lnTo>
                <a:lnTo>
                  <a:pt x="746" y="2192"/>
                </a:lnTo>
                <a:lnTo>
                  <a:pt x="554" y="2577"/>
                </a:lnTo>
                <a:lnTo>
                  <a:pt x="409" y="2986"/>
                </a:lnTo>
                <a:lnTo>
                  <a:pt x="289" y="3371"/>
                </a:lnTo>
                <a:lnTo>
                  <a:pt x="169" y="3756"/>
                </a:lnTo>
                <a:lnTo>
                  <a:pt x="96" y="4141"/>
                </a:lnTo>
                <a:lnTo>
                  <a:pt x="48" y="4551"/>
                </a:lnTo>
                <a:lnTo>
                  <a:pt x="24" y="4936"/>
                </a:lnTo>
                <a:lnTo>
                  <a:pt x="0" y="5321"/>
                </a:lnTo>
                <a:lnTo>
                  <a:pt x="24" y="5706"/>
                </a:lnTo>
                <a:lnTo>
                  <a:pt x="48" y="6091"/>
                </a:lnTo>
                <a:lnTo>
                  <a:pt x="120" y="6477"/>
                </a:lnTo>
                <a:lnTo>
                  <a:pt x="193" y="6838"/>
                </a:lnTo>
                <a:lnTo>
                  <a:pt x="289" y="7223"/>
                </a:lnTo>
                <a:lnTo>
                  <a:pt x="409" y="7608"/>
                </a:lnTo>
                <a:lnTo>
                  <a:pt x="554" y="7993"/>
                </a:lnTo>
                <a:lnTo>
                  <a:pt x="722" y="8354"/>
                </a:lnTo>
                <a:lnTo>
                  <a:pt x="891" y="8739"/>
                </a:lnTo>
                <a:lnTo>
                  <a:pt x="1204" y="9269"/>
                </a:lnTo>
                <a:lnTo>
                  <a:pt x="1517" y="9775"/>
                </a:lnTo>
                <a:lnTo>
                  <a:pt x="1878" y="10256"/>
                </a:lnTo>
                <a:lnTo>
                  <a:pt x="2287" y="10689"/>
                </a:lnTo>
                <a:lnTo>
                  <a:pt x="2504" y="10882"/>
                </a:lnTo>
                <a:lnTo>
                  <a:pt x="2744" y="11075"/>
                </a:lnTo>
                <a:lnTo>
                  <a:pt x="2985" y="11243"/>
                </a:lnTo>
                <a:lnTo>
                  <a:pt x="3226" y="11412"/>
                </a:lnTo>
                <a:lnTo>
                  <a:pt x="3491" y="11556"/>
                </a:lnTo>
                <a:lnTo>
                  <a:pt x="3755" y="11700"/>
                </a:lnTo>
                <a:lnTo>
                  <a:pt x="4044" y="11845"/>
                </a:lnTo>
                <a:lnTo>
                  <a:pt x="4333" y="11965"/>
                </a:lnTo>
                <a:lnTo>
                  <a:pt x="4670" y="12062"/>
                </a:lnTo>
                <a:lnTo>
                  <a:pt x="5007" y="12158"/>
                </a:lnTo>
                <a:lnTo>
                  <a:pt x="5344" y="12206"/>
                </a:lnTo>
                <a:lnTo>
                  <a:pt x="5681" y="12230"/>
                </a:lnTo>
                <a:lnTo>
                  <a:pt x="6018" y="12206"/>
                </a:lnTo>
                <a:lnTo>
                  <a:pt x="6331" y="12182"/>
                </a:lnTo>
                <a:lnTo>
                  <a:pt x="6668" y="12134"/>
                </a:lnTo>
                <a:lnTo>
                  <a:pt x="6981" y="12037"/>
                </a:lnTo>
                <a:lnTo>
                  <a:pt x="7270" y="11917"/>
                </a:lnTo>
                <a:lnTo>
                  <a:pt x="7583" y="11773"/>
                </a:lnTo>
                <a:lnTo>
                  <a:pt x="7872" y="11628"/>
                </a:lnTo>
                <a:lnTo>
                  <a:pt x="8137" y="11436"/>
                </a:lnTo>
                <a:lnTo>
                  <a:pt x="8402" y="11219"/>
                </a:lnTo>
                <a:lnTo>
                  <a:pt x="8642" y="10978"/>
                </a:lnTo>
                <a:lnTo>
                  <a:pt x="8859" y="10713"/>
                </a:lnTo>
                <a:lnTo>
                  <a:pt x="9076" y="10425"/>
                </a:lnTo>
                <a:lnTo>
                  <a:pt x="9316" y="10039"/>
                </a:lnTo>
                <a:lnTo>
                  <a:pt x="9509" y="9630"/>
                </a:lnTo>
                <a:lnTo>
                  <a:pt x="9677" y="9221"/>
                </a:lnTo>
                <a:lnTo>
                  <a:pt x="9822" y="8812"/>
                </a:lnTo>
                <a:lnTo>
                  <a:pt x="9918" y="8378"/>
                </a:lnTo>
                <a:lnTo>
                  <a:pt x="9990" y="7921"/>
                </a:lnTo>
                <a:lnTo>
                  <a:pt x="10039" y="7464"/>
                </a:lnTo>
                <a:lnTo>
                  <a:pt x="10039" y="6982"/>
                </a:lnTo>
                <a:lnTo>
                  <a:pt x="10014" y="6428"/>
                </a:lnTo>
                <a:lnTo>
                  <a:pt x="9966" y="5851"/>
                </a:lnTo>
                <a:lnTo>
                  <a:pt x="9846" y="5297"/>
                </a:lnTo>
                <a:lnTo>
                  <a:pt x="9702" y="4743"/>
                </a:lnTo>
                <a:lnTo>
                  <a:pt x="9509" y="4214"/>
                </a:lnTo>
                <a:lnTo>
                  <a:pt x="9268" y="3660"/>
                </a:lnTo>
                <a:lnTo>
                  <a:pt x="9003" y="3154"/>
                </a:lnTo>
                <a:lnTo>
                  <a:pt x="8690" y="2649"/>
                </a:lnTo>
                <a:lnTo>
                  <a:pt x="8402" y="2264"/>
                </a:lnTo>
                <a:lnTo>
                  <a:pt x="8113" y="1903"/>
                </a:lnTo>
                <a:lnTo>
                  <a:pt x="7800" y="1566"/>
                </a:lnTo>
                <a:lnTo>
                  <a:pt x="7463" y="1253"/>
                </a:lnTo>
                <a:lnTo>
                  <a:pt x="7078" y="964"/>
                </a:lnTo>
                <a:lnTo>
                  <a:pt x="6692" y="723"/>
                </a:lnTo>
                <a:lnTo>
                  <a:pt x="6283" y="506"/>
                </a:lnTo>
                <a:lnTo>
                  <a:pt x="5850" y="314"/>
                </a:lnTo>
                <a:lnTo>
                  <a:pt x="5465" y="169"/>
                </a:lnTo>
                <a:lnTo>
                  <a:pt x="5079" y="73"/>
                </a:lnTo>
                <a:lnTo>
                  <a:pt x="4694" y="25"/>
                </a:lnTo>
                <a:lnTo>
                  <a:pt x="4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36" name="Google Shape;5736;p14"/>
          <p:cNvGrpSpPr/>
          <p:nvPr/>
        </p:nvGrpSpPr>
        <p:grpSpPr>
          <a:xfrm rot="3463747" flipH="1">
            <a:off x="-102666" y="-1662027"/>
            <a:ext cx="1782737" cy="4456717"/>
            <a:chOff x="1094525" y="1997475"/>
            <a:chExt cx="357500" cy="893725"/>
          </a:xfrm>
        </p:grpSpPr>
        <p:sp>
          <p:nvSpPr>
            <p:cNvPr id="5737" name="Google Shape;5737;p14"/>
            <p:cNvSpPr/>
            <p:nvPr/>
          </p:nvSpPr>
          <p:spPr>
            <a:xfrm>
              <a:off x="1269650" y="2297175"/>
              <a:ext cx="49975" cy="48775"/>
            </a:xfrm>
            <a:custGeom>
              <a:avLst/>
              <a:gdLst/>
              <a:ahLst/>
              <a:cxnLst/>
              <a:rect l="l" t="t" r="r" b="b"/>
              <a:pathLst>
                <a:path w="1999" h="1951" extrusionOk="0">
                  <a:moveTo>
                    <a:pt x="1565" y="0"/>
                  </a:moveTo>
                  <a:lnTo>
                    <a:pt x="1493" y="24"/>
                  </a:lnTo>
                  <a:lnTo>
                    <a:pt x="1445" y="73"/>
                  </a:lnTo>
                  <a:lnTo>
                    <a:pt x="1349" y="217"/>
                  </a:lnTo>
                  <a:lnTo>
                    <a:pt x="1277" y="362"/>
                  </a:lnTo>
                  <a:lnTo>
                    <a:pt x="1156" y="602"/>
                  </a:lnTo>
                  <a:lnTo>
                    <a:pt x="1036" y="795"/>
                  </a:lnTo>
                  <a:lnTo>
                    <a:pt x="867" y="939"/>
                  </a:lnTo>
                  <a:lnTo>
                    <a:pt x="771" y="1011"/>
                  </a:lnTo>
                  <a:lnTo>
                    <a:pt x="651" y="1084"/>
                  </a:lnTo>
                  <a:lnTo>
                    <a:pt x="434" y="1204"/>
                  </a:lnTo>
                  <a:lnTo>
                    <a:pt x="193" y="1349"/>
                  </a:lnTo>
                  <a:lnTo>
                    <a:pt x="97" y="1445"/>
                  </a:lnTo>
                  <a:lnTo>
                    <a:pt x="25" y="1541"/>
                  </a:lnTo>
                  <a:lnTo>
                    <a:pt x="1" y="1686"/>
                  </a:lnTo>
                  <a:lnTo>
                    <a:pt x="49" y="1806"/>
                  </a:lnTo>
                  <a:lnTo>
                    <a:pt x="97" y="1878"/>
                  </a:lnTo>
                  <a:lnTo>
                    <a:pt x="145" y="1902"/>
                  </a:lnTo>
                  <a:lnTo>
                    <a:pt x="193" y="1926"/>
                  </a:lnTo>
                  <a:lnTo>
                    <a:pt x="241" y="1950"/>
                  </a:lnTo>
                  <a:lnTo>
                    <a:pt x="362" y="1926"/>
                  </a:lnTo>
                  <a:lnTo>
                    <a:pt x="482" y="1878"/>
                  </a:lnTo>
                  <a:lnTo>
                    <a:pt x="554" y="1902"/>
                  </a:lnTo>
                  <a:lnTo>
                    <a:pt x="602" y="1878"/>
                  </a:lnTo>
                  <a:lnTo>
                    <a:pt x="675" y="1854"/>
                  </a:lnTo>
                  <a:lnTo>
                    <a:pt x="699" y="1806"/>
                  </a:lnTo>
                  <a:lnTo>
                    <a:pt x="771" y="1710"/>
                  </a:lnTo>
                  <a:lnTo>
                    <a:pt x="843" y="1589"/>
                  </a:lnTo>
                  <a:lnTo>
                    <a:pt x="891" y="1493"/>
                  </a:lnTo>
                  <a:lnTo>
                    <a:pt x="964" y="1421"/>
                  </a:lnTo>
                  <a:lnTo>
                    <a:pt x="1060" y="1349"/>
                  </a:lnTo>
                  <a:lnTo>
                    <a:pt x="1156" y="1300"/>
                  </a:lnTo>
                  <a:lnTo>
                    <a:pt x="1373" y="1204"/>
                  </a:lnTo>
                  <a:lnTo>
                    <a:pt x="1589" y="1084"/>
                  </a:lnTo>
                  <a:lnTo>
                    <a:pt x="1758" y="939"/>
                  </a:lnTo>
                  <a:lnTo>
                    <a:pt x="1830" y="843"/>
                  </a:lnTo>
                  <a:lnTo>
                    <a:pt x="1902" y="747"/>
                  </a:lnTo>
                  <a:lnTo>
                    <a:pt x="1951" y="650"/>
                  </a:lnTo>
                  <a:lnTo>
                    <a:pt x="1975" y="530"/>
                  </a:lnTo>
                  <a:lnTo>
                    <a:pt x="1999" y="434"/>
                  </a:lnTo>
                  <a:lnTo>
                    <a:pt x="1975" y="313"/>
                  </a:lnTo>
                  <a:lnTo>
                    <a:pt x="1951" y="217"/>
                  </a:lnTo>
                  <a:lnTo>
                    <a:pt x="1902" y="145"/>
                  </a:lnTo>
                  <a:lnTo>
                    <a:pt x="1854" y="73"/>
                  </a:lnTo>
                  <a:lnTo>
                    <a:pt x="1782" y="24"/>
                  </a:lnTo>
                  <a:lnTo>
                    <a:pt x="166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8" name="Google Shape;5738;p14"/>
            <p:cNvSpPr/>
            <p:nvPr/>
          </p:nvSpPr>
          <p:spPr>
            <a:xfrm>
              <a:off x="1213075" y="2269500"/>
              <a:ext cx="25300" cy="25900"/>
            </a:xfrm>
            <a:custGeom>
              <a:avLst/>
              <a:gdLst/>
              <a:ahLst/>
              <a:cxnLst/>
              <a:rect l="l" t="t" r="r" b="b"/>
              <a:pathLst>
                <a:path w="1012" h="1036" extrusionOk="0">
                  <a:moveTo>
                    <a:pt x="578" y="0"/>
                  </a:moveTo>
                  <a:lnTo>
                    <a:pt x="434" y="48"/>
                  </a:lnTo>
                  <a:lnTo>
                    <a:pt x="290" y="120"/>
                  </a:lnTo>
                  <a:lnTo>
                    <a:pt x="193" y="193"/>
                  </a:lnTo>
                  <a:lnTo>
                    <a:pt x="121" y="289"/>
                  </a:lnTo>
                  <a:lnTo>
                    <a:pt x="49" y="385"/>
                  </a:lnTo>
                  <a:lnTo>
                    <a:pt x="25" y="482"/>
                  </a:lnTo>
                  <a:lnTo>
                    <a:pt x="1" y="578"/>
                  </a:lnTo>
                  <a:lnTo>
                    <a:pt x="25" y="698"/>
                  </a:lnTo>
                  <a:lnTo>
                    <a:pt x="49" y="794"/>
                  </a:lnTo>
                  <a:lnTo>
                    <a:pt x="97" y="891"/>
                  </a:lnTo>
                  <a:lnTo>
                    <a:pt x="145" y="963"/>
                  </a:lnTo>
                  <a:lnTo>
                    <a:pt x="217" y="987"/>
                  </a:lnTo>
                  <a:lnTo>
                    <a:pt x="290" y="1011"/>
                  </a:lnTo>
                  <a:lnTo>
                    <a:pt x="362" y="1035"/>
                  </a:lnTo>
                  <a:lnTo>
                    <a:pt x="554" y="1011"/>
                  </a:lnTo>
                  <a:lnTo>
                    <a:pt x="675" y="963"/>
                  </a:lnTo>
                  <a:lnTo>
                    <a:pt x="771" y="915"/>
                  </a:lnTo>
                  <a:lnTo>
                    <a:pt x="843" y="843"/>
                  </a:lnTo>
                  <a:lnTo>
                    <a:pt x="916" y="746"/>
                  </a:lnTo>
                  <a:lnTo>
                    <a:pt x="988" y="650"/>
                  </a:lnTo>
                  <a:lnTo>
                    <a:pt x="1012" y="554"/>
                  </a:lnTo>
                  <a:lnTo>
                    <a:pt x="1012" y="457"/>
                  </a:lnTo>
                  <a:lnTo>
                    <a:pt x="1012" y="337"/>
                  </a:lnTo>
                  <a:lnTo>
                    <a:pt x="964" y="265"/>
                  </a:lnTo>
                  <a:lnTo>
                    <a:pt x="916" y="169"/>
                  </a:lnTo>
                  <a:lnTo>
                    <a:pt x="819" y="72"/>
                  </a:lnTo>
                  <a:lnTo>
                    <a:pt x="69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9" name="Google Shape;5739;p14"/>
            <p:cNvSpPr/>
            <p:nvPr/>
          </p:nvSpPr>
          <p:spPr>
            <a:xfrm>
              <a:off x="1270250" y="2283925"/>
              <a:ext cx="19300" cy="21100"/>
            </a:xfrm>
            <a:custGeom>
              <a:avLst/>
              <a:gdLst/>
              <a:ahLst/>
              <a:cxnLst/>
              <a:rect l="l" t="t" r="r" b="b"/>
              <a:pathLst>
                <a:path w="772" h="844" extrusionOk="0">
                  <a:moveTo>
                    <a:pt x="434" y="1"/>
                  </a:moveTo>
                  <a:lnTo>
                    <a:pt x="241" y="25"/>
                  </a:lnTo>
                  <a:lnTo>
                    <a:pt x="121" y="73"/>
                  </a:lnTo>
                  <a:lnTo>
                    <a:pt x="25" y="145"/>
                  </a:lnTo>
                  <a:lnTo>
                    <a:pt x="1" y="193"/>
                  </a:lnTo>
                  <a:lnTo>
                    <a:pt x="1" y="242"/>
                  </a:lnTo>
                  <a:lnTo>
                    <a:pt x="1" y="314"/>
                  </a:lnTo>
                  <a:lnTo>
                    <a:pt x="25" y="386"/>
                  </a:lnTo>
                  <a:lnTo>
                    <a:pt x="97" y="554"/>
                  </a:lnTo>
                  <a:lnTo>
                    <a:pt x="193" y="723"/>
                  </a:lnTo>
                  <a:lnTo>
                    <a:pt x="266" y="771"/>
                  </a:lnTo>
                  <a:lnTo>
                    <a:pt x="362" y="819"/>
                  </a:lnTo>
                  <a:lnTo>
                    <a:pt x="434" y="843"/>
                  </a:lnTo>
                  <a:lnTo>
                    <a:pt x="554" y="843"/>
                  </a:lnTo>
                  <a:lnTo>
                    <a:pt x="627" y="819"/>
                  </a:lnTo>
                  <a:lnTo>
                    <a:pt x="675" y="771"/>
                  </a:lnTo>
                  <a:lnTo>
                    <a:pt x="723" y="723"/>
                  </a:lnTo>
                  <a:lnTo>
                    <a:pt x="747" y="651"/>
                  </a:lnTo>
                  <a:lnTo>
                    <a:pt x="771" y="506"/>
                  </a:lnTo>
                  <a:lnTo>
                    <a:pt x="747" y="338"/>
                  </a:lnTo>
                  <a:lnTo>
                    <a:pt x="723" y="242"/>
                  </a:lnTo>
                  <a:lnTo>
                    <a:pt x="699" y="169"/>
                  </a:lnTo>
                  <a:lnTo>
                    <a:pt x="651" y="97"/>
                  </a:lnTo>
                  <a:lnTo>
                    <a:pt x="578" y="49"/>
                  </a:lnTo>
                  <a:lnTo>
                    <a:pt x="506" y="25"/>
                  </a:lnTo>
                  <a:lnTo>
                    <a:pt x="43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0" name="Google Shape;5740;p14"/>
            <p:cNvSpPr/>
            <p:nvPr/>
          </p:nvSpPr>
          <p:spPr>
            <a:xfrm>
              <a:off x="1403250" y="2264075"/>
              <a:ext cx="18700" cy="17475"/>
            </a:xfrm>
            <a:custGeom>
              <a:avLst/>
              <a:gdLst/>
              <a:ahLst/>
              <a:cxnLst/>
              <a:rect l="l" t="t" r="r" b="b"/>
              <a:pathLst>
                <a:path w="748" h="699" extrusionOk="0">
                  <a:moveTo>
                    <a:pt x="338" y="0"/>
                  </a:moveTo>
                  <a:lnTo>
                    <a:pt x="193" y="73"/>
                  </a:lnTo>
                  <a:lnTo>
                    <a:pt x="73" y="169"/>
                  </a:lnTo>
                  <a:lnTo>
                    <a:pt x="49" y="217"/>
                  </a:lnTo>
                  <a:lnTo>
                    <a:pt x="25" y="265"/>
                  </a:lnTo>
                  <a:lnTo>
                    <a:pt x="1" y="337"/>
                  </a:lnTo>
                  <a:lnTo>
                    <a:pt x="1" y="434"/>
                  </a:lnTo>
                  <a:lnTo>
                    <a:pt x="49" y="554"/>
                  </a:lnTo>
                  <a:lnTo>
                    <a:pt x="145" y="650"/>
                  </a:lnTo>
                  <a:lnTo>
                    <a:pt x="266" y="699"/>
                  </a:lnTo>
                  <a:lnTo>
                    <a:pt x="410" y="699"/>
                  </a:lnTo>
                  <a:lnTo>
                    <a:pt x="482" y="674"/>
                  </a:lnTo>
                  <a:lnTo>
                    <a:pt x="555" y="650"/>
                  </a:lnTo>
                  <a:lnTo>
                    <a:pt x="627" y="602"/>
                  </a:lnTo>
                  <a:lnTo>
                    <a:pt x="675" y="554"/>
                  </a:lnTo>
                  <a:lnTo>
                    <a:pt x="699" y="482"/>
                  </a:lnTo>
                  <a:lnTo>
                    <a:pt x="723" y="410"/>
                  </a:lnTo>
                  <a:lnTo>
                    <a:pt x="747" y="265"/>
                  </a:lnTo>
                  <a:lnTo>
                    <a:pt x="723" y="193"/>
                  </a:lnTo>
                  <a:lnTo>
                    <a:pt x="699" y="121"/>
                  </a:lnTo>
                  <a:lnTo>
                    <a:pt x="651" y="73"/>
                  </a:lnTo>
                  <a:lnTo>
                    <a:pt x="603" y="49"/>
                  </a:lnTo>
                  <a:lnTo>
                    <a:pt x="482" y="24"/>
                  </a:lnTo>
                  <a:lnTo>
                    <a:pt x="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1" name="Google Shape;5741;p14"/>
            <p:cNvSpPr/>
            <p:nvPr/>
          </p:nvSpPr>
          <p:spPr>
            <a:xfrm>
              <a:off x="1150500" y="2347725"/>
              <a:ext cx="13250" cy="11450"/>
            </a:xfrm>
            <a:custGeom>
              <a:avLst/>
              <a:gdLst/>
              <a:ahLst/>
              <a:cxnLst/>
              <a:rect l="l" t="t" r="r" b="b"/>
              <a:pathLst>
                <a:path w="530" h="458" extrusionOk="0">
                  <a:moveTo>
                    <a:pt x="217" y="1"/>
                  </a:moveTo>
                  <a:lnTo>
                    <a:pt x="120" y="25"/>
                  </a:lnTo>
                  <a:lnTo>
                    <a:pt x="48" y="97"/>
                  </a:lnTo>
                  <a:lnTo>
                    <a:pt x="24" y="169"/>
                  </a:lnTo>
                  <a:lnTo>
                    <a:pt x="0" y="193"/>
                  </a:lnTo>
                  <a:lnTo>
                    <a:pt x="24" y="241"/>
                  </a:lnTo>
                  <a:lnTo>
                    <a:pt x="72" y="338"/>
                  </a:lnTo>
                  <a:lnTo>
                    <a:pt x="169" y="410"/>
                  </a:lnTo>
                  <a:lnTo>
                    <a:pt x="265" y="458"/>
                  </a:lnTo>
                  <a:lnTo>
                    <a:pt x="361" y="458"/>
                  </a:lnTo>
                  <a:lnTo>
                    <a:pt x="433" y="434"/>
                  </a:lnTo>
                  <a:lnTo>
                    <a:pt x="482" y="386"/>
                  </a:lnTo>
                  <a:lnTo>
                    <a:pt x="530" y="289"/>
                  </a:lnTo>
                  <a:lnTo>
                    <a:pt x="530" y="193"/>
                  </a:lnTo>
                  <a:lnTo>
                    <a:pt x="482" y="97"/>
                  </a:lnTo>
                  <a:lnTo>
                    <a:pt x="409" y="25"/>
                  </a:lnTo>
                  <a:lnTo>
                    <a:pt x="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2" name="Google Shape;5742;p14"/>
            <p:cNvSpPr/>
            <p:nvPr/>
          </p:nvSpPr>
          <p:spPr>
            <a:xfrm>
              <a:off x="1094525" y="1997475"/>
              <a:ext cx="357500" cy="893725"/>
            </a:xfrm>
            <a:custGeom>
              <a:avLst/>
              <a:gdLst/>
              <a:ahLst/>
              <a:cxnLst/>
              <a:rect l="l" t="t" r="r" b="b"/>
              <a:pathLst>
                <a:path w="14300" h="35749" extrusionOk="0">
                  <a:moveTo>
                    <a:pt x="7343" y="0"/>
                  </a:moveTo>
                  <a:lnTo>
                    <a:pt x="6982" y="24"/>
                  </a:lnTo>
                  <a:lnTo>
                    <a:pt x="6620" y="72"/>
                  </a:lnTo>
                  <a:lnTo>
                    <a:pt x="6259" y="144"/>
                  </a:lnTo>
                  <a:lnTo>
                    <a:pt x="5922" y="217"/>
                  </a:lnTo>
                  <a:lnTo>
                    <a:pt x="5561" y="313"/>
                  </a:lnTo>
                  <a:lnTo>
                    <a:pt x="5224" y="433"/>
                  </a:lnTo>
                  <a:lnTo>
                    <a:pt x="4863" y="554"/>
                  </a:lnTo>
                  <a:lnTo>
                    <a:pt x="4526" y="698"/>
                  </a:lnTo>
                  <a:lnTo>
                    <a:pt x="4213" y="843"/>
                  </a:lnTo>
                  <a:lnTo>
                    <a:pt x="3876" y="1011"/>
                  </a:lnTo>
                  <a:lnTo>
                    <a:pt x="3563" y="1204"/>
                  </a:lnTo>
                  <a:lnTo>
                    <a:pt x="3250" y="1396"/>
                  </a:lnTo>
                  <a:lnTo>
                    <a:pt x="2937" y="1613"/>
                  </a:lnTo>
                  <a:lnTo>
                    <a:pt x="2648" y="1830"/>
                  </a:lnTo>
                  <a:lnTo>
                    <a:pt x="2359" y="2070"/>
                  </a:lnTo>
                  <a:lnTo>
                    <a:pt x="2095" y="2311"/>
                  </a:lnTo>
                  <a:lnTo>
                    <a:pt x="1830" y="2576"/>
                  </a:lnTo>
                  <a:lnTo>
                    <a:pt x="1589" y="2841"/>
                  </a:lnTo>
                  <a:lnTo>
                    <a:pt x="1348" y="3105"/>
                  </a:lnTo>
                  <a:lnTo>
                    <a:pt x="1132" y="3394"/>
                  </a:lnTo>
                  <a:lnTo>
                    <a:pt x="939" y="3683"/>
                  </a:lnTo>
                  <a:lnTo>
                    <a:pt x="747" y="3972"/>
                  </a:lnTo>
                  <a:lnTo>
                    <a:pt x="554" y="4285"/>
                  </a:lnTo>
                  <a:lnTo>
                    <a:pt x="410" y="4598"/>
                  </a:lnTo>
                  <a:lnTo>
                    <a:pt x="265" y="4935"/>
                  </a:lnTo>
                  <a:lnTo>
                    <a:pt x="169" y="5176"/>
                  </a:lnTo>
                  <a:lnTo>
                    <a:pt x="97" y="5441"/>
                  </a:lnTo>
                  <a:lnTo>
                    <a:pt x="24" y="5705"/>
                  </a:lnTo>
                  <a:lnTo>
                    <a:pt x="0" y="5946"/>
                  </a:lnTo>
                  <a:lnTo>
                    <a:pt x="24" y="6211"/>
                  </a:lnTo>
                  <a:lnTo>
                    <a:pt x="48" y="6452"/>
                  </a:lnTo>
                  <a:lnTo>
                    <a:pt x="121" y="6716"/>
                  </a:lnTo>
                  <a:lnTo>
                    <a:pt x="241" y="6981"/>
                  </a:lnTo>
                  <a:lnTo>
                    <a:pt x="313" y="7174"/>
                  </a:lnTo>
                  <a:lnTo>
                    <a:pt x="385" y="7366"/>
                  </a:lnTo>
                  <a:lnTo>
                    <a:pt x="482" y="7727"/>
                  </a:lnTo>
                  <a:lnTo>
                    <a:pt x="602" y="8065"/>
                  </a:lnTo>
                  <a:lnTo>
                    <a:pt x="747" y="8377"/>
                  </a:lnTo>
                  <a:lnTo>
                    <a:pt x="939" y="8690"/>
                  </a:lnTo>
                  <a:lnTo>
                    <a:pt x="1108" y="9003"/>
                  </a:lnTo>
                  <a:lnTo>
                    <a:pt x="1324" y="9292"/>
                  </a:lnTo>
                  <a:lnTo>
                    <a:pt x="1758" y="9870"/>
                  </a:lnTo>
                  <a:lnTo>
                    <a:pt x="1950" y="10111"/>
                  </a:lnTo>
                  <a:lnTo>
                    <a:pt x="2167" y="10327"/>
                  </a:lnTo>
                  <a:lnTo>
                    <a:pt x="2408" y="10520"/>
                  </a:lnTo>
                  <a:lnTo>
                    <a:pt x="2672" y="10688"/>
                  </a:lnTo>
                  <a:lnTo>
                    <a:pt x="3178" y="11025"/>
                  </a:lnTo>
                  <a:lnTo>
                    <a:pt x="3708" y="11338"/>
                  </a:lnTo>
                  <a:lnTo>
                    <a:pt x="4093" y="11603"/>
                  </a:lnTo>
                  <a:lnTo>
                    <a:pt x="4285" y="11748"/>
                  </a:lnTo>
                  <a:lnTo>
                    <a:pt x="4454" y="11916"/>
                  </a:lnTo>
                  <a:lnTo>
                    <a:pt x="4622" y="12085"/>
                  </a:lnTo>
                  <a:lnTo>
                    <a:pt x="4767" y="12277"/>
                  </a:lnTo>
                  <a:lnTo>
                    <a:pt x="4887" y="12470"/>
                  </a:lnTo>
                  <a:lnTo>
                    <a:pt x="5008" y="12711"/>
                  </a:lnTo>
                  <a:lnTo>
                    <a:pt x="5056" y="12879"/>
                  </a:lnTo>
                  <a:lnTo>
                    <a:pt x="5104" y="13072"/>
                  </a:lnTo>
                  <a:lnTo>
                    <a:pt x="5128" y="13240"/>
                  </a:lnTo>
                  <a:lnTo>
                    <a:pt x="5152" y="13409"/>
                  </a:lnTo>
                  <a:lnTo>
                    <a:pt x="5128" y="13553"/>
                  </a:lnTo>
                  <a:lnTo>
                    <a:pt x="5128" y="13722"/>
                  </a:lnTo>
                  <a:lnTo>
                    <a:pt x="5032" y="14011"/>
                  </a:lnTo>
                  <a:lnTo>
                    <a:pt x="4911" y="14299"/>
                  </a:lnTo>
                  <a:lnTo>
                    <a:pt x="4743" y="14564"/>
                  </a:lnTo>
                  <a:lnTo>
                    <a:pt x="4526" y="14829"/>
                  </a:lnTo>
                  <a:lnTo>
                    <a:pt x="4285" y="15094"/>
                  </a:lnTo>
                  <a:lnTo>
                    <a:pt x="3419" y="15864"/>
                  </a:lnTo>
                  <a:lnTo>
                    <a:pt x="2600" y="16635"/>
                  </a:lnTo>
                  <a:lnTo>
                    <a:pt x="2167" y="17020"/>
                  </a:lnTo>
                  <a:lnTo>
                    <a:pt x="1782" y="17429"/>
                  </a:lnTo>
                  <a:lnTo>
                    <a:pt x="1397" y="17862"/>
                  </a:lnTo>
                  <a:lnTo>
                    <a:pt x="1035" y="18320"/>
                  </a:lnTo>
                  <a:lnTo>
                    <a:pt x="819" y="18609"/>
                  </a:lnTo>
                  <a:lnTo>
                    <a:pt x="650" y="18921"/>
                  </a:lnTo>
                  <a:lnTo>
                    <a:pt x="530" y="19234"/>
                  </a:lnTo>
                  <a:lnTo>
                    <a:pt x="434" y="19571"/>
                  </a:lnTo>
                  <a:lnTo>
                    <a:pt x="385" y="19884"/>
                  </a:lnTo>
                  <a:lnTo>
                    <a:pt x="337" y="20221"/>
                  </a:lnTo>
                  <a:lnTo>
                    <a:pt x="361" y="20534"/>
                  </a:lnTo>
                  <a:lnTo>
                    <a:pt x="385" y="20871"/>
                  </a:lnTo>
                  <a:lnTo>
                    <a:pt x="434" y="21184"/>
                  </a:lnTo>
                  <a:lnTo>
                    <a:pt x="530" y="21497"/>
                  </a:lnTo>
                  <a:lnTo>
                    <a:pt x="626" y="21786"/>
                  </a:lnTo>
                  <a:lnTo>
                    <a:pt x="771" y="22075"/>
                  </a:lnTo>
                  <a:lnTo>
                    <a:pt x="915" y="22340"/>
                  </a:lnTo>
                  <a:lnTo>
                    <a:pt x="1084" y="22581"/>
                  </a:lnTo>
                  <a:lnTo>
                    <a:pt x="1276" y="22797"/>
                  </a:lnTo>
                  <a:lnTo>
                    <a:pt x="1493" y="22990"/>
                  </a:lnTo>
                  <a:lnTo>
                    <a:pt x="1854" y="23351"/>
                  </a:lnTo>
                  <a:lnTo>
                    <a:pt x="2215" y="23712"/>
                  </a:lnTo>
                  <a:lnTo>
                    <a:pt x="2552" y="24097"/>
                  </a:lnTo>
                  <a:lnTo>
                    <a:pt x="2865" y="24506"/>
                  </a:lnTo>
                  <a:lnTo>
                    <a:pt x="3467" y="25325"/>
                  </a:lnTo>
                  <a:lnTo>
                    <a:pt x="4045" y="26167"/>
                  </a:lnTo>
                  <a:lnTo>
                    <a:pt x="4213" y="26408"/>
                  </a:lnTo>
                  <a:lnTo>
                    <a:pt x="4382" y="26697"/>
                  </a:lnTo>
                  <a:lnTo>
                    <a:pt x="4526" y="26962"/>
                  </a:lnTo>
                  <a:lnTo>
                    <a:pt x="4574" y="27130"/>
                  </a:lnTo>
                  <a:lnTo>
                    <a:pt x="4598" y="27275"/>
                  </a:lnTo>
                  <a:lnTo>
                    <a:pt x="4671" y="27829"/>
                  </a:lnTo>
                  <a:lnTo>
                    <a:pt x="4743" y="28358"/>
                  </a:lnTo>
                  <a:lnTo>
                    <a:pt x="4791" y="28912"/>
                  </a:lnTo>
                  <a:lnTo>
                    <a:pt x="4791" y="29466"/>
                  </a:lnTo>
                  <a:lnTo>
                    <a:pt x="4767" y="30067"/>
                  </a:lnTo>
                  <a:lnTo>
                    <a:pt x="4767" y="30645"/>
                  </a:lnTo>
                  <a:lnTo>
                    <a:pt x="4767" y="31223"/>
                  </a:lnTo>
                  <a:lnTo>
                    <a:pt x="4815" y="31801"/>
                  </a:lnTo>
                  <a:lnTo>
                    <a:pt x="4887" y="32378"/>
                  </a:lnTo>
                  <a:lnTo>
                    <a:pt x="4983" y="32932"/>
                  </a:lnTo>
                  <a:lnTo>
                    <a:pt x="5128" y="33510"/>
                  </a:lnTo>
                  <a:lnTo>
                    <a:pt x="5296" y="34063"/>
                  </a:lnTo>
                  <a:lnTo>
                    <a:pt x="5369" y="34232"/>
                  </a:lnTo>
                  <a:lnTo>
                    <a:pt x="5465" y="34401"/>
                  </a:lnTo>
                  <a:lnTo>
                    <a:pt x="5561" y="34545"/>
                  </a:lnTo>
                  <a:lnTo>
                    <a:pt x="5706" y="34713"/>
                  </a:lnTo>
                  <a:lnTo>
                    <a:pt x="5995" y="35002"/>
                  </a:lnTo>
                  <a:lnTo>
                    <a:pt x="6332" y="35267"/>
                  </a:lnTo>
                  <a:lnTo>
                    <a:pt x="6693" y="35484"/>
                  </a:lnTo>
                  <a:lnTo>
                    <a:pt x="6861" y="35580"/>
                  </a:lnTo>
                  <a:lnTo>
                    <a:pt x="7054" y="35652"/>
                  </a:lnTo>
                  <a:lnTo>
                    <a:pt x="7246" y="35700"/>
                  </a:lnTo>
                  <a:lnTo>
                    <a:pt x="7439" y="35725"/>
                  </a:lnTo>
                  <a:lnTo>
                    <a:pt x="7607" y="35749"/>
                  </a:lnTo>
                  <a:lnTo>
                    <a:pt x="7776" y="35725"/>
                  </a:lnTo>
                  <a:lnTo>
                    <a:pt x="8354" y="35628"/>
                  </a:lnTo>
                  <a:lnTo>
                    <a:pt x="8883" y="35484"/>
                  </a:lnTo>
                  <a:lnTo>
                    <a:pt x="9413" y="35291"/>
                  </a:lnTo>
                  <a:lnTo>
                    <a:pt x="9894" y="35050"/>
                  </a:lnTo>
                  <a:lnTo>
                    <a:pt x="10376" y="34786"/>
                  </a:lnTo>
                  <a:lnTo>
                    <a:pt x="10809" y="34449"/>
                  </a:lnTo>
                  <a:lnTo>
                    <a:pt x="11218" y="34063"/>
                  </a:lnTo>
                  <a:lnTo>
                    <a:pt x="11604" y="33654"/>
                  </a:lnTo>
                  <a:lnTo>
                    <a:pt x="11772" y="33414"/>
                  </a:lnTo>
                  <a:lnTo>
                    <a:pt x="11844" y="33293"/>
                  </a:lnTo>
                  <a:lnTo>
                    <a:pt x="11917" y="33149"/>
                  </a:lnTo>
                  <a:lnTo>
                    <a:pt x="11965" y="33004"/>
                  </a:lnTo>
                  <a:lnTo>
                    <a:pt x="11989" y="32836"/>
                  </a:lnTo>
                  <a:lnTo>
                    <a:pt x="12013" y="32499"/>
                  </a:lnTo>
                  <a:lnTo>
                    <a:pt x="12037" y="31849"/>
                  </a:lnTo>
                  <a:lnTo>
                    <a:pt x="12013" y="31247"/>
                  </a:lnTo>
                  <a:lnTo>
                    <a:pt x="11941" y="30693"/>
                  </a:lnTo>
                  <a:lnTo>
                    <a:pt x="11844" y="30164"/>
                  </a:lnTo>
                  <a:lnTo>
                    <a:pt x="11700" y="29634"/>
                  </a:lnTo>
                  <a:lnTo>
                    <a:pt x="11507" y="29104"/>
                  </a:lnTo>
                  <a:lnTo>
                    <a:pt x="11291" y="28551"/>
                  </a:lnTo>
                  <a:lnTo>
                    <a:pt x="11026" y="27949"/>
                  </a:lnTo>
                  <a:lnTo>
                    <a:pt x="10881" y="27636"/>
                  </a:lnTo>
                  <a:lnTo>
                    <a:pt x="10761" y="27323"/>
                  </a:lnTo>
                  <a:lnTo>
                    <a:pt x="10665" y="27034"/>
                  </a:lnTo>
                  <a:lnTo>
                    <a:pt x="10593" y="26721"/>
                  </a:lnTo>
                  <a:lnTo>
                    <a:pt x="10544" y="26432"/>
                  </a:lnTo>
                  <a:lnTo>
                    <a:pt x="10520" y="26143"/>
                  </a:lnTo>
                  <a:lnTo>
                    <a:pt x="10496" y="25855"/>
                  </a:lnTo>
                  <a:lnTo>
                    <a:pt x="10496" y="25566"/>
                  </a:lnTo>
                  <a:lnTo>
                    <a:pt x="10544" y="25277"/>
                  </a:lnTo>
                  <a:lnTo>
                    <a:pt x="10593" y="24988"/>
                  </a:lnTo>
                  <a:lnTo>
                    <a:pt x="10665" y="24723"/>
                  </a:lnTo>
                  <a:lnTo>
                    <a:pt x="10761" y="24434"/>
                  </a:lnTo>
                  <a:lnTo>
                    <a:pt x="10906" y="24169"/>
                  </a:lnTo>
                  <a:lnTo>
                    <a:pt x="11050" y="23881"/>
                  </a:lnTo>
                  <a:lnTo>
                    <a:pt x="11218" y="23616"/>
                  </a:lnTo>
                  <a:lnTo>
                    <a:pt x="11435" y="23351"/>
                  </a:lnTo>
                  <a:lnTo>
                    <a:pt x="12326" y="22220"/>
                  </a:lnTo>
                  <a:lnTo>
                    <a:pt x="13168" y="21064"/>
                  </a:lnTo>
                  <a:lnTo>
                    <a:pt x="13505" y="20607"/>
                  </a:lnTo>
                  <a:lnTo>
                    <a:pt x="13794" y="20149"/>
                  </a:lnTo>
                  <a:lnTo>
                    <a:pt x="13939" y="19908"/>
                  </a:lnTo>
                  <a:lnTo>
                    <a:pt x="14059" y="19668"/>
                  </a:lnTo>
                  <a:lnTo>
                    <a:pt x="14155" y="19403"/>
                  </a:lnTo>
                  <a:lnTo>
                    <a:pt x="14228" y="19138"/>
                  </a:lnTo>
                  <a:lnTo>
                    <a:pt x="14276" y="18777"/>
                  </a:lnTo>
                  <a:lnTo>
                    <a:pt x="14300" y="18416"/>
                  </a:lnTo>
                  <a:lnTo>
                    <a:pt x="14300" y="18055"/>
                  </a:lnTo>
                  <a:lnTo>
                    <a:pt x="14252" y="17694"/>
                  </a:lnTo>
                  <a:lnTo>
                    <a:pt x="14179" y="17357"/>
                  </a:lnTo>
                  <a:lnTo>
                    <a:pt x="14083" y="16996"/>
                  </a:lnTo>
                  <a:lnTo>
                    <a:pt x="13963" y="16659"/>
                  </a:lnTo>
                  <a:lnTo>
                    <a:pt x="13818" y="16322"/>
                  </a:lnTo>
                  <a:lnTo>
                    <a:pt x="13650" y="15985"/>
                  </a:lnTo>
                  <a:lnTo>
                    <a:pt x="13433" y="15672"/>
                  </a:lnTo>
                  <a:lnTo>
                    <a:pt x="13192" y="15383"/>
                  </a:lnTo>
                  <a:lnTo>
                    <a:pt x="12952" y="15118"/>
                  </a:lnTo>
                  <a:lnTo>
                    <a:pt x="12398" y="14588"/>
                  </a:lnTo>
                  <a:lnTo>
                    <a:pt x="11868" y="14083"/>
                  </a:lnTo>
                  <a:lnTo>
                    <a:pt x="11676" y="13914"/>
                  </a:lnTo>
                  <a:lnTo>
                    <a:pt x="11507" y="13722"/>
                  </a:lnTo>
                  <a:lnTo>
                    <a:pt x="11363" y="13529"/>
                  </a:lnTo>
                  <a:lnTo>
                    <a:pt x="11267" y="13288"/>
                  </a:lnTo>
                  <a:lnTo>
                    <a:pt x="11074" y="12783"/>
                  </a:lnTo>
                  <a:lnTo>
                    <a:pt x="10930" y="12277"/>
                  </a:lnTo>
                  <a:lnTo>
                    <a:pt x="10833" y="11796"/>
                  </a:lnTo>
                  <a:lnTo>
                    <a:pt x="10809" y="11290"/>
                  </a:lnTo>
                  <a:lnTo>
                    <a:pt x="10809" y="11025"/>
                  </a:lnTo>
                  <a:lnTo>
                    <a:pt x="10833" y="10785"/>
                  </a:lnTo>
                  <a:lnTo>
                    <a:pt x="10857" y="10520"/>
                  </a:lnTo>
                  <a:lnTo>
                    <a:pt x="10930" y="10279"/>
                  </a:lnTo>
                  <a:lnTo>
                    <a:pt x="11002" y="10038"/>
                  </a:lnTo>
                  <a:lnTo>
                    <a:pt x="11074" y="9774"/>
                  </a:lnTo>
                  <a:lnTo>
                    <a:pt x="11194" y="9533"/>
                  </a:lnTo>
                  <a:lnTo>
                    <a:pt x="11315" y="9268"/>
                  </a:lnTo>
                  <a:lnTo>
                    <a:pt x="11652" y="8618"/>
                  </a:lnTo>
                  <a:lnTo>
                    <a:pt x="11820" y="8281"/>
                  </a:lnTo>
                  <a:lnTo>
                    <a:pt x="11965" y="7944"/>
                  </a:lnTo>
                  <a:lnTo>
                    <a:pt x="12109" y="7583"/>
                  </a:lnTo>
                  <a:lnTo>
                    <a:pt x="12230" y="7222"/>
                  </a:lnTo>
                  <a:lnTo>
                    <a:pt x="12302" y="6861"/>
                  </a:lnTo>
                  <a:lnTo>
                    <a:pt x="12350" y="6476"/>
                  </a:lnTo>
                  <a:lnTo>
                    <a:pt x="12398" y="5994"/>
                  </a:lnTo>
                  <a:lnTo>
                    <a:pt x="12398" y="5489"/>
                  </a:lnTo>
                  <a:lnTo>
                    <a:pt x="12374" y="5007"/>
                  </a:lnTo>
                  <a:lnTo>
                    <a:pt x="12326" y="4502"/>
                  </a:lnTo>
                  <a:lnTo>
                    <a:pt x="12254" y="4020"/>
                  </a:lnTo>
                  <a:lnTo>
                    <a:pt x="12157" y="3539"/>
                  </a:lnTo>
                  <a:lnTo>
                    <a:pt x="12037" y="3057"/>
                  </a:lnTo>
                  <a:lnTo>
                    <a:pt x="11917" y="2576"/>
                  </a:lnTo>
                  <a:lnTo>
                    <a:pt x="11772" y="2167"/>
                  </a:lnTo>
                  <a:lnTo>
                    <a:pt x="11580" y="1781"/>
                  </a:lnTo>
                  <a:lnTo>
                    <a:pt x="11363" y="1444"/>
                  </a:lnTo>
                  <a:lnTo>
                    <a:pt x="11098" y="1156"/>
                  </a:lnTo>
                  <a:lnTo>
                    <a:pt x="10833" y="891"/>
                  </a:lnTo>
                  <a:lnTo>
                    <a:pt x="10520" y="698"/>
                  </a:lnTo>
                  <a:lnTo>
                    <a:pt x="10183" y="506"/>
                  </a:lnTo>
                  <a:lnTo>
                    <a:pt x="9822" y="361"/>
                  </a:lnTo>
                  <a:lnTo>
                    <a:pt x="9485" y="241"/>
                  </a:lnTo>
                  <a:lnTo>
                    <a:pt x="9124" y="169"/>
                  </a:lnTo>
                  <a:lnTo>
                    <a:pt x="8787" y="96"/>
                  </a:lnTo>
                  <a:lnTo>
                    <a:pt x="8426" y="48"/>
                  </a:lnTo>
                  <a:lnTo>
                    <a:pt x="80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3" name="Google Shape;5743;p14"/>
            <p:cNvSpPr/>
            <p:nvPr/>
          </p:nvSpPr>
          <p:spPr>
            <a:xfrm>
              <a:off x="1157700" y="2029950"/>
              <a:ext cx="235350" cy="827550"/>
            </a:xfrm>
            <a:custGeom>
              <a:avLst/>
              <a:gdLst/>
              <a:ahLst/>
              <a:cxnLst/>
              <a:rect l="l" t="t" r="r" b="b"/>
              <a:pathLst>
                <a:path w="9414" h="33102" extrusionOk="0">
                  <a:moveTo>
                    <a:pt x="5177" y="1"/>
                  </a:moveTo>
                  <a:lnTo>
                    <a:pt x="4816" y="25"/>
                  </a:lnTo>
                  <a:lnTo>
                    <a:pt x="4455" y="73"/>
                  </a:lnTo>
                  <a:lnTo>
                    <a:pt x="4069" y="121"/>
                  </a:lnTo>
                  <a:lnTo>
                    <a:pt x="3684" y="218"/>
                  </a:lnTo>
                  <a:lnTo>
                    <a:pt x="3299" y="314"/>
                  </a:lnTo>
                  <a:lnTo>
                    <a:pt x="2938" y="458"/>
                  </a:lnTo>
                  <a:lnTo>
                    <a:pt x="2577" y="603"/>
                  </a:lnTo>
                  <a:lnTo>
                    <a:pt x="2216" y="771"/>
                  </a:lnTo>
                  <a:lnTo>
                    <a:pt x="1903" y="940"/>
                  </a:lnTo>
                  <a:lnTo>
                    <a:pt x="1614" y="1132"/>
                  </a:lnTo>
                  <a:lnTo>
                    <a:pt x="1349" y="1349"/>
                  </a:lnTo>
                  <a:lnTo>
                    <a:pt x="1132" y="1566"/>
                  </a:lnTo>
                  <a:lnTo>
                    <a:pt x="964" y="1782"/>
                  </a:lnTo>
                  <a:lnTo>
                    <a:pt x="723" y="2192"/>
                  </a:lnTo>
                  <a:lnTo>
                    <a:pt x="434" y="2601"/>
                  </a:lnTo>
                  <a:lnTo>
                    <a:pt x="314" y="2793"/>
                  </a:lnTo>
                  <a:lnTo>
                    <a:pt x="218" y="3010"/>
                  </a:lnTo>
                  <a:lnTo>
                    <a:pt x="121" y="3203"/>
                  </a:lnTo>
                  <a:lnTo>
                    <a:pt x="73" y="3419"/>
                  </a:lnTo>
                  <a:lnTo>
                    <a:pt x="25" y="3660"/>
                  </a:lnTo>
                  <a:lnTo>
                    <a:pt x="1" y="3877"/>
                  </a:lnTo>
                  <a:lnTo>
                    <a:pt x="25" y="4093"/>
                  </a:lnTo>
                  <a:lnTo>
                    <a:pt x="25" y="4334"/>
                  </a:lnTo>
                  <a:lnTo>
                    <a:pt x="97" y="4840"/>
                  </a:lnTo>
                  <a:lnTo>
                    <a:pt x="145" y="5321"/>
                  </a:lnTo>
                  <a:lnTo>
                    <a:pt x="194" y="5682"/>
                  </a:lnTo>
                  <a:lnTo>
                    <a:pt x="242" y="6019"/>
                  </a:lnTo>
                  <a:lnTo>
                    <a:pt x="314" y="6356"/>
                  </a:lnTo>
                  <a:lnTo>
                    <a:pt x="434" y="6693"/>
                  </a:lnTo>
                  <a:lnTo>
                    <a:pt x="555" y="7006"/>
                  </a:lnTo>
                  <a:lnTo>
                    <a:pt x="699" y="7319"/>
                  </a:lnTo>
                  <a:lnTo>
                    <a:pt x="868" y="7632"/>
                  </a:lnTo>
                  <a:lnTo>
                    <a:pt x="1060" y="7945"/>
                  </a:lnTo>
                  <a:lnTo>
                    <a:pt x="1205" y="8138"/>
                  </a:lnTo>
                  <a:lnTo>
                    <a:pt x="1373" y="8306"/>
                  </a:lnTo>
                  <a:lnTo>
                    <a:pt x="1710" y="8643"/>
                  </a:lnTo>
                  <a:lnTo>
                    <a:pt x="2047" y="9004"/>
                  </a:lnTo>
                  <a:lnTo>
                    <a:pt x="2216" y="9173"/>
                  </a:lnTo>
                  <a:lnTo>
                    <a:pt x="2360" y="9389"/>
                  </a:lnTo>
                  <a:lnTo>
                    <a:pt x="2577" y="9678"/>
                  </a:lnTo>
                  <a:lnTo>
                    <a:pt x="2818" y="9967"/>
                  </a:lnTo>
                  <a:lnTo>
                    <a:pt x="3058" y="10256"/>
                  </a:lnTo>
                  <a:lnTo>
                    <a:pt x="3275" y="10569"/>
                  </a:lnTo>
                  <a:lnTo>
                    <a:pt x="3419" y="10786"/>
                  </a:lnTo>
                  <a:lnTo>
                    <a:pt x="3540" y="11026"/>
                  </a:lnTo>
                  <a:lnTo>
                    <a:pt x="3636" y="11267"/>
                  </a:lnTo>
                  <a:lnTo>
                    <a:pt x="3708" y="11508"/>
                  </a:lnTo>
                  <a:lnTo>
                    <a:pt x="3756" y="11749"/>
                  </a:lnTo>
                  <a:lnTo>
                    <a:pt x="3805" y="11989"/>
                  </a:lnTo>
                  <a:lnTo>
                    <a:pt x="3829" y="12230"/>
                  </a:lnTo>
                  <a:lnTo>
                    <a:pt x="3853" y="12471"/>
                  </a:lnTo>
                  <a:lnTo>
                    <a:pt x="3829" y="12952"/>
                  </a:lnTo>
                  <a:lnTo>
                    <a:pt x="3756" y="13434"/>
                  </a:lnTo>
                  <a:lnTo>
                    <a:pt x="3636" y="13915"/>
                  </a:lnTo>
                  <a:lnTo>
                    <a:pt x="3492" y="14421"/>
                  </a:lnTo>
                  <a:lnTo>
                    <a:pt x="3443" y="14541"/>
                  </a:lnTo>
                  <a:lnTo>
                    <a:pt x="3371" y="14637"/>
                  </a:lnTo>
                  <a:lnTo>
                    <a:pt x="3299" y="14710"/>
                  </a:lnTo>
                  <a:lnTo>
                    <a:pt x="3203" y="14782"/>
                  </a:lnTo>
                  <a:lnTo>
                    <a:pt x="2914" y="15023"/>
                  </a:lnTo>
                  <a:lnTo>
                    <a:pt x="2649" y="15239"/>
                  </a:lnTo>
                  <a:lnTo>
                    <a:pt x="2144" y="15745"/>
                  </a:lnTo>
                  <a:lnTo>
                    <a:pt x="1686" y="16274"/>
                  </a:lnTo>
                  <a:lnTo>
                    <a:pt x="1205" y="16804"/>
                  </a:lnTo>
                  <a:lnTo>
                    <a:pt x="1084" y="16948"/>
                  </a:lnTo>
                  <a:lnTo>
                    <a:pt x="988" y="17117"/>
                  </a:lnTo>
                  <a:lnTo>
                    <a:pt x="916" y="17285"/>
                  </a:lnTo>
                  <a:lnTo>
                    <a:pt x="844" y="17454"/>
                  </a:lnTo>
                  <a:lnTo>
                    <a:pt x="771" y="17743"/>
                  </a:lnTo>
                  <a:lnTo>
                    <a:pt x="723" y="18032"/>
                  </a:lnTo>
                  <a:lnTo>
                    <a:pt x="699" y="18321"/>
                  </a:lnTo>
                  <a:lnTo>
                    <a:pt x="699" y="18609"/>
                  </a:lnTo>
                  <a:lnTo>
                    <a:pt x="699" y="18874"/>
                  </a:lnTo>
                  <a:lnTo>
                    <a:pt x="723" y="19139"/>
                  </a:lnTo>
                  <a:lnTo>
                    <a:pt x="771" y="19404"/>
                  </a:lnTo>
                  <a:lnTo>
                    <a:pt x="819" y="19669"/>
                  </a:lnTo>
                  <a:lnTo>
                    <a:pt x="892" y="19934"/>
                  </a:lnTo>
                  <a:lnTo>
                    <a:pt x="988" y="20198"/>
                  </a:lnTo>
                  <a:lnTo>
                    <a:pt x="1084" y="20439"/>
                  </a:lnTo>
                  <a:lnTo>
                    <a:pt x="1205" y="20680"/>
                  </a:lnTo>
                  <a:lnTo>
                    <a:pt x="1349" y="20921"/>
                  </a:lnTo>
                  <a:lnTo>
                    <a:pt x="1518" y="21161"/>
                  </a:lnTo>
                  <a:lnTo>
                    <a:pt x="1855" y="21619"/>
                  </a:lnTo>
                  <a:lnTo>
                    <a:pt x="2071" y="21883"/>
                  </a:lnTo>
                  <a:lnTo>
                    <a:pt x="2264" y="22172"/>
                  </a:lnTo>
                  <a:lnTo>
                    <a:pt x="2456" y="22461"/>
                  </a:lnTo>
                  <a:lnTo>
                    <a:pt x="2601" y="22774"/>
                  </a:lnTo>
                  <a:lnTo>
                    <a:pt x="2745" y="23087"/>
                  </a:lnTo>
                  <a:lnTo>
                    <a:pt x="2866" y="23400"/>
                  </a:lnTo>
                  <a:lnTo>
                    <a:pt x="2962" y="23713"/>
                  </a:lnTo>
                  <a:lnTo>
                    <a:pt x="3058" y="24050"/>
                  </a:lnTo>
                  <a:lnTo>
                    <a:pt x="3275" y="24917"/>
                  </a:lnTo>
                  <a:lnTo>
                    <a:pt x="3492" y="25807"/>
                  </a:lnTo>
                  <a:lnTo>
                    <a:pt x="3636" y="26698"/>
                  </a:lnTo>
                  <a:lnTo>
                    <a:pt x="3708" y="27155"/>
                  </a:lnTo>
                  <a:lnTo>
                    <a:pt x="3756" y="27589"/>
                  </a:lnTo>
                  <a:lnTo>
                    <a:pt x="3781" y="27781"/>
                  </a:lnTo>
                  <a:lnTo>
                    <a:pt x="3781" y="27950"/>
                  </a:lnTo>
                  <a:lnTo>
                    <a:pt x="3756" y="28118"/>
                  </a:lnTo>
                  <a:lnTo>
                    <a:pt x="3684" y="28287"/>
                  </a:lnTo>
                  <a:lnTo>
                    <a:pt x="3540" y="28624"/>
                  </a:lnTo>
                  <a:lnTo>
                    <a:pt x="3395" y="28961"/>
                  </a:lnTo>
                  <a:lnTo>
                    <a:pt x="3299" y="29322"/>
                  </a:lnTo>
                  <a:lnTo>
                    <a:pt x="3227" y="29659"/>
                  </a:lnTo>
                  <a:lnTo>
                    <a:pt x="3179" y="30020"/>
                  </a:lnTo>
                  <a:lnTo>
                    <a:pt x="3179" y="30381"/>
                  </a:lnTo>
                  <a:lnTo>
                    <a:pt x="3203" y="30766"/>
                  </a:lnTo>
                  <a:lnTo>
                    <a:pt x="3251" y="31152"/>
                  </a:lnTo>
                  <a:lnTo>
                    <a:pt x="3323" y="31440"/>
                  </a:lnTo>
                  <a:lnTo>
                    <a:pt x="3443" y="31729"/>
                  </a:lnTo>
                  <a:lnTo>
                    <a:pt x="3588" y="31994"/>
                  </a:lnTo>
                  <a:lnTo>
                    <a:pt x="3756" y="32235"/>
                  </a:lnTo>
                  <a:lnTo>
                    <a:pt x="3949" y="32452"/>
                  </a:lnTo>
                  <a:lnTo>
                    <a:pt x="4166" y="32620"/>
                  </a:lnTo>
                  <a:lnTo>
                    <a:pt x="4406" y="32789"/>
                  </a:lnTo>
                  <a:lnTo>
                    <a:pt x="4647" y="32909"/>
                  </a:lnTo>
                  <a:lnTo>
                    <a:pt x="4912" y="33005"/>
                  </a:lnTo>
                  <a:lnTo>
                    <a:pt x="5177" y="33053"/>
                  </a:lnTo>
                  <a:lnTo>
                    <a:pt x="5466" y="33102"/>
                  </a:lnTo>
                  <a:lnTo>
                    <a:pt x="5730" y="33077"/>
                  </a:lnTo>
                  <a:lnTo>
                    <a:pt x="5995" y="33029"/>
                  </a:lnTo>
                  <a:lnTo>
                    <a:pt x="6284" y="32957"/>
                  </a:lnTo>
                  <a:lnTo>
                    <a:pt x="6549" y="32813"/>
                  </a:lnTo>
                  <a:lnTo>
                    <a:pt x="6790" y="32644"/>
                  </a:lnTo>
                  <a:lnTo>
                    <a:pt x="7079" y="32403"/>
                  </a:lnTo>
                  <a:lnTo>
                    <a:pt x="7319" y="32163"/>
                  </a:lnTo>
                  <a:lnTo>
                    <a:pt x="7560" y="31874"/>
                  </a:lnTo>
                  <a:lnTo>
                    <a:pt x="7753" y="31585"/>
                  </a:lnTo>
                  <a:lnTo>
                    <a:pt x="7945" y="31296"/>
                  </a:lnTo>
                  <a:lnTo>
                    <a:pt x="8090" y="30959"/>
                  </a:lnTo>
                  <a:lnTo>
                    <a:pt x="8210" y="30622"/>
                  </a:lnTo>
                  <a:lnTo>
                    <a:pt x="8306" y="30261"/>
                  </a:lnTo>
                  <a:lnTo>
                    <a:pt x="8354" y="29948"/>
                  </a:lnTo>
                  <a:lnTo>
                    <a:pt x="8354" y="29779"/>
                  </a:lnTo>
                  <a:lnTo>
                    <a:pt x="8354" y="29611"/>
                  </a:lnTo>
                  <a:lnTo>
                    <a:pt x="8330" y="29466"/>
                  </a:lnTo>
                  <a:lnTo>
                    <a:pt x="8282" y="29298"/>
                  </a:lnTo>
                  <a:lnTo>
                    <a:pt x="8210" y="29154"/>
                  </a:lnTo>
                  <a:lnTo>
                    <a:pt x="8114" y="29009"/>
                  </a:lnTo>
                  <a:lnTo>
                    <a:pt x="7969" y="28816"/>
                  </a:lnTo>
                  <a:lnTo>
                    <a:pt x="7849" y="28600"/>
                  </a:lnTo>
                  <a:lnTo>
                    <a:pt x="7584" y="28167"/>
                  </a:lnTo>
                  <a:lnTo>
                    <a:pt x="7343" y="27733"/>
                  </a:lnTo>
                  <a:lnTo>
                    <a:pt x="7199" y="27517"/>
                  </a:lnTo>
                  <a:lnTo>
                    <a:pt x="7054" y="27324"/>
                  </a:lnTo>
                  <a:lnTo>
                    <a:pt x="6910" y="27107"/>
                  </a:lnTo>
                  <a:lnTo>
                    <a:pt x="6766" y="26891"/>
                  </a:lnTo>
                  <a:lnTo>
                    <a:pt x="6669" y="26650"/>
                  </a:lnTo>
                  <a:lnTo>
                    <a:pt x="6597" y="26433"/>
                  </a:lnTo>
                  <a:lnTo>
                    <a:pt x="6549" y="26193"/>
                  </a:lnTo>
                  <a:lnTo>
                    <a:pt x="6525" y="25928"/>
                  </a:lnTo>
                  <a:lnTo>
                    <a:pt x="6525" y="25687"/>
                  </a:lnTo>
                  <a:lnTo>
                    <a:pt x="6549" y="25422"/>
                  </a:lnTo>
                  <a:lnTo>
                    <a:pt x="6573" y="25206"/>
                  </a:lnTo>
                  <a:lnTo>
                    <a:pt x="6573" y="24989"/>
                  </a:lnTo>
                  <a:lnTo>
                    <a:pt x="6549" y="24796"/>
                  </a:lnTo>
                  <a:lnTo>
                    <a:pt x="6525" y="24580"/>
                  </a:lnTo>
                  <a:lnTo>
                    <a:pt x="6477" y="24339"/>
                  </a:lnTo>
                  <a:lnTo>
                    <a:pt x="6453" y="24074"/>
                  </a:lnTo>
                  <a:lnTo>
                    <a:pt x="6453" y="23833"/>
                  </a:lnTo>
                  <a:lnTo>
                    <a:pt x="6453" y="23593"/>
                  </a:lnTo>
                  <a:lnTo>
                    <a:pt x="6477" y="23376"/>
                  </a:lnTo>
                  <a:lnTo>
                    <a:pt x="6525" y="23135"/>
                  </a:lnTo>
                  <a:lnTo>
                    <a:pt x="6621" y="22678"/>
                  </a:lnTo>
                  <a:lnTo>
                    <a:pt x="6790" y="22269"/>
                  </a:lnTo>
                  <a:lnTo>
                    <a:pt x="7006" y="21835"/>
                  </a:lnTo>
                  <a:lnTo>
                    <a:pt x="7271" y="21450"/>
                  </a:lnTo>
                  <a:lnTo>
                    <a:pt x="7560" y="21065"/>
                  </a:lnTo>
                  <a:lnTo>
                    <a:pt x="7849" y="20680"/>
                  </a:lnTo>
                  <a:lnTo>
                    <a:pt x="8114" y="20295"/>
                  </a:lnTo>
                  <a:lnTo>
                    <a:pt x="8354" y="19885"/>
                  </a:lnTo>
                  <a:lnTo>
                    <a:pt x="8595" y="19476"/>
                  </a:lnTo>
                  <a:lnTo>
                    <a:pt x="8788" y="19067"/>
                  </a:lnTo>
                  <a:lnTo>
                    <a:pt x="8980" y="18634"/>
                  </a:lnTo>
                  <a:lnTo>
                    <a:pt x="9125" y="18176"/>
                  </a:lnTo>
                  <a:lnTo>
                    <a:pt x="9269" y="17719"/>
                  </a:lnTo>
                  <a:lnTo>
                    <a:pt x="9341" y="17454"/>
                  </a:lnTo>
                  <a:lnTo>
                    <a:pt x="9390" y="17165"/>
                  </a:lnTo>
                  <a:lnTo>
                    <a:pt x="9414" y="16900"/>
                  </a:lnTo>
                  <a:lnTo>
                    <a:pt x="9414" y="16635"/>
                  </a:lnTo>
                  <a:lnTo>
                    <a:pt x="9366" y="16371"/>
                  </a:lnTo>
                  <a:lnTo>
                    <a:pt x="9293" y="16106"/>
                  </a:lnTo>
                  <a:lnTo>
                    <a:pt x="9197" y="15841"/>
                  </a:lnTo>
                  <a:lnTo>
                    <a:pt x="9077" y="15600"/>
                  </a:lnTo>
                  <a:lnTo>
                    <a:pt x="8619" y="14830"/>
                  </a:lnTo>
                  <a:lnTo>
                    <a:pt x="8210" y="14036"/>
                  </a:lnTo>
                  <a:lnTo>
                    <a:pt x="7825" y="13241"/>
                  </a:lnTo>
                  <a:lnTo>
                    <a:pt x="7464" y="12447"/>
                  </a:lnTo>
                  <a:lnTo>
                    <a:pt x="7271" y="11989"/>
                  </a:lnTo>
                  <a:lnTo>
                    <a:pt x="7127" y="11508"/>
                  </a:lnTo>
                  <a:lnTo>
                    <a:pt x="7054" y="11051"/>
                  </a:lnTo>
                  <a:lnTo>
                    <a:pt x="7030" y="10593"/>
                  </a:lnTo>
                  <a:lnTo>
                    <a:pt x="7030" y="10112"/>
                  </a:lnTo>
                  <a:lnTo>
                    <a:pt x="7127" y="9654"/>
                  </a:lnTo>
                  <a:lnTo>
                    <a:pt x="7247" y="9197"/>
                  </a:lnTo>
                  <a:lnTo>
                    <a:pt x="7440" y="8739"/>
                  </a:lnTo>
                  <a:lnTo>
                    <a:pt x="7704" y="8186"/>
                  </a:lnTo>
                  <a:lnTo>
                    <a:pt x="7969" y="7632"/>
                  </a:lnTo>
                  <a:lnTo>
                    <a:pt x="8114" y="7367"/>
                  </a:lnTo>
                  <a:lnTo>
                    <a:pt x="8282" y="7103"/>
                  </a:lnTo>
                  <a:lnTo>
                    <a:pt x="8451" y="6838"/>
                  </a:lnTo>
                  <a:lnTo>
                    <a:pt x="8667" y="6597"/>
                  </a:lnTo>
                  <a:lnTo>
                    <a:pt x="8691" y="6525"/>
                  </a:lnTo>
                  <a:lnTo>
                    <a:pt x="8740" y="6453"/>
                  </a:lnTo>
                  <a:lnTo>
                    <a:pt x="8788" y="6308"/>
                  </a:lnTo>
                  <a:lnTo>
                    <a:pt x="8932" y="5875"/>
                  </a:lnTo>
                  <a:lnTo>
                    <a:pt x="9028" y="5441"/>
                  </a:lnTo>
                  <a:lnTo>
                    <a:pt x="9077" y="5008"/>
                  </a:lnTo>
                  <a:lnTo>
                    <a:pt x="9077" y="4575"/>
                  </a:lnTo>
                  <a:lnTo>
                    <a:pt x="9053" y="4166"/>
                  </a:lnTo>
                  <a:lnTo>
                    <a:pt x="8980" y="3732"/>
                  </a:lnTo>
                  <a:lnTo>
                    <a:pt x="8884" y="3299"/>
                  </a:lnTo>
                  <a:lnTo>
                    <a:pt x="8764" y="2890"/>
                  </a:lnTo>
                  <a:lnTo>
                    <a:pt x="8595" y="2456"/>
                  </a:lnTo>
                  <a:lnTo>
                    <a:pt x="8403" y="2023"/>
                  </a:lnTo>
                  <a:lnTo>
                    <a:pt x="8138" y="1638"/>
                  </a:lnTo>
                  <a:lnTo>
                    <a:pt x="7993" y="1445"/>
                  </a:lnTo>
                  <a:lnTo>
                    <a:pt x="7849" y="1253"/>
                  </a:lnTo>
                  <a:lnTo>
                    <a:pt x="7680" y="1084"/>
                  </a:lnTo>
                  <a:lnTo>
                    <a:pt x="7512" y="940"/>
                  </a:lnTo>
                  <a:lnTo>
                    <a:pt x="7295" y="771"/>
                  </a:lnTo>
                  <a:lnTo>
                    <a:pt x="7103" y="627"/>
                  </a:lnTo>
                  <a:lnTo>
                    <a:pt x="6862" y="482"/>
                  </a:lnTo>
                  <a:lnTo>
                    <a:pt x="6621" y="362"/>
                  </a:lnTo>
                  <a:lnTo>
                    <a:pt x="6356" y="242"/>
                  </a:lnTo>
                  <a:lnTo>
                    <a:pt x="6092" y="145"/>
                  </a:lnTo>
                  <a:lnTo>
                    <a:pt x="5803" y="73"/>
                  </a:lnTo>
                  <a:lnTo>
                    <a:pt x="5514" y="25"/>
                  </a:lnTo>
                  <a:lnTo>
                    <a:pt x="51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4" name="Google Shape;5744;p14"/>
            <p:cNvSpPr/>
            <p:nvPr/>
          </p:nvSpPr>
          <p:spPr>
            <a:xfrm>
              <a:off x="1204650" y="2410925"/>
              <a:ext cx="150500" cy="145050"/>
            </a:xfrm>
            <a:custGeom>
              <a:avLst/>
              <a:gdLst/>
              <a:ahLst/>
              <a:cxnLst/>
              <a:rect l="l" t="t" r="r" b="b"/>
              <a:pathLst>
                <a:path w="6020" h="5802" extrusionOk="0">
                  <a:moveTo>
                    <a:pt x="3130" y="289"/>
                  </a:moveTo>
                  <a:lnTo>
                    <a:pt x="3251" y="313"/>
                  </a:lnTo>
                  <a:lnTo>
                    <a:pt x="3925" y="409"/>
                  </a:lnTo>
                  <a:lnTo>
                    <a:pt x="4093" y="458"/>
                  </a:lnTo>
                  <a:lnTo>
                    <a:pt x="4238" y="506"/>
                  </a:lnTo>
                  <a:lnTo>
                    <a:pt x="4575" y="698"/>
                  </a:lnTo>
                  <a:lnTo>
                    <a:pt x="4888" y="915"/>
                  </a:lnTo>
                  <a:lnTo>
                    <a:pt x="5152" y="1156"/>
                  </a:lnTo>
                  <a:lnTo>
                    <a:pt x="5273" y="1300"/>
                  </a:lnTo>
                  <a:lnTo>
                    <a:pt x="5393" y="1469"/>
                  </a:lnTo>
                  <a:lnTo>
                    <a:pt x="5465" y="1613"/>
                  </a:lnTo>
                  <a:lnTo>
                    <a:pt x="5538" y="1758"/>
                  </a:lnTo>
                  <a:lnTo>
                    <a:pt x="5634" y="2046"/>
                  </a:lnTo>
                  <a:lnTo>
                    <a:pt x="5706" y="2456"/>
                  </a:lnTo>
                  <a:lnTo>
                    <a:pt x="5754" y="2889"/>
                  </a:lnTo>
                  <a:lnTo>
                    <a:pt x="5730" y="3130"/>
                  </a:lnTo>
                  <a:lnTo>
                    <a:pt x="5706" y="3370"/>
                  </a:lnTo>
                  <a:lnTo>
                    <a:pt x="5634" y="3611"/>
                  </a:lnTo>
                  <a:lnTo>
                    <a:pt x="5538" y="3852"/>
                  </a:lnTo>
                  <a:lnTo>
                    <a:pt x="5441" y="3996"/>
                  </a:lnTo>
                  <a:lnTo>
                    <a:pt x="5321" y="4141"/>
                  </a:lnTo>
                  <a:lnTo>
                    <a:pt x="5008" y="4454"/>
                  </a:lnTo>
                  <a:lnTo>
                    <a:pt x="4695" y="4815"/>
                  </a:lnTo>
                  <a:lnTo>
                    <a:pt x="4575" y="4959"/>
                  </a:lnTo>
                  <a:lnTo>
                    <a:pt x="4430" y="5056"/>
                  </a:lnTo>
                  <a:lnTo>
                    <a:pt x="4262" y="5152"/>
                  </a:lnTo>
                  <a:lnTo>
                    <a:pt x="4093" y="5200"/>
                  </a:lnTo>
                  <a:lnTo>
                    <a:pt x="3756" y="5320"/>
                  </a:lnTo>
                  <a:lnTo>
                    <a:pt x="3443" y="5417"/>
                  </a:lnTo>
                  <a:lnTo>
                    <a:pt x="3275" y="5465"/>
                  </a:lnTo>
                  <a:lnTo>
                    <a:pt x="3082" y="5489"/>
                  </a:lnTo>
                  <a:lnTo>
                    <a:pt x="2745" y="5489"/>
                  </a:lnTo>
                  <a:lnTo>
                    <a:pt x="2095" y="5417"/>
                  </a:lnTo>
                  <a:lnTo>
                    <a:pt x="1782" y="5344"/>
                  </a:lnTo>
                  <a:lnTo>
                    <a:pt x="1469" y="5272"/>
                  </a:lnTo>
                  <a:lnTo>
                    <a:pt x="1253" y="5200"/>
                  </a:lnTo>
                  <a:lnTo>
                    <a:pt x="1060" y="5080"/>
                  </a:lnTo>
                  <a:lnTo>
                    <a:pt x="891" y="4935"/>
                  </a:lnTo>
                  <a:lnTo>
                    <a:pt x="747" y="4743"/>
                  </a:lnTo>
                  <a:lnTo>
                    <a:pt x="578" y="4502"/>
                  </a:lnTo>
                  <a:lnTo>
                    <a:pt x="410" y="4261"/>
                  </a:lnTo>
                  <a:lnTo>
                    <a:pt x="314" y="4093"/>
                  </a:lnTo>
                  <a:lnTo>
                    <a:pt x="266" y="3900"/>
                  </a:lnTo>
                  <a:lnTo>
                    <a:pt x="217" y="3708"/>
                  </a:lnTo>
                  <a:lnTo>
                    <a:pt x="217" y="3515"/>
                  </a:lnTo>
                  <a:lnTo>
                    <a:pt x="217" y="3322"/>
                  </a:lnTo>
                  <a:lnTo>
                    <a:pt x="241" y="3106"/>
                  </a:lnTo>
                  <a:lnTo>
                    <a:pt x="338" y="2600"/>
                  </a:lnTo>
                  <a:lnTo>
                    <a:pt x="434" y="2071"/>
                  </a:lnTo>
                  <a:lnTo>
                    <a:pt x="506" y="1806"/>
                  </a:lnTo>
                  <a:lnTo>
                    <a:pt x="603" y="1565"/>
                  </a:lnTo>
                  <a:lnTo>
                    <a:pt x="723" y="1348"/>
                  </a:lnTo>
                  <a:lnTo>
                    <a:pt x="891" y="1132"/>
                  </a:lnTo>
                  <a:lnTo>
                    <a:pt x="988" y="1035"/>
                  </a:lnTo>
                  <a:lnTo>
                    <a:pt x="1060" y="1011"/>
                  </a:lnTo>
                  <a:lnTo>
                    <a:pt x="1132" y="987"/>
                  </a:lnTo>
                  <a:lnTo>
                    <a:pt x="1349" y="939"/>
                  </a:lnTo>
                  <a:lnTo>
                    <a:pt x="1590" y="891"/>
                  </a:lnTo>
                  <a:lnTo>
                    <a:pt x="1710" y="867"/>
                  </a:lnTo>
                  <a:lnTo>
                    <a:pt x="1830" y="819"/>
                  </a:lnTo>
                  <a:lnTo>
                    <a:pt x="1927" y="771"/>
                  </a:lnTo>
                  <a:lnTo>
                    <a:pt x="2047" y="698"/>
                  </a:lnTo>
                  <a:lnTo>
                    <a:pt x="2215" y="578"/>
                  </a:lnTo>
                  <a:lnTo>
                    <a:pt x="2384" y="482"/>
                  </a:lnTo>
                  <a:lnTo>
                    <a:pt x="2745" y="337"/>
                  </a:lnTo>
                  <a:lnTo>
                    <a:pt x="2865" y="313"/>
                  </a:lnTo>
                  <a:lnTo>
                    <a:pt x="2986" y="289"/>
                  </a:lnTo>
                  <a:close/>
                  <a:moveTo>
                    <a:pt x="3082" y="0"/>
                  </a:moveTo>
                  <a:lnTo>
                    <a:pt x="2817" y="24"/>
                  </a:lnTo>
                  <a:lnTo>
                    <a:pt x="2601" y="97"/>
                  </a:lnTo>
                  <a:lnTo>
                    <a:pt x="2360" y="217"/>
                  </a:lnTo>
                  <a:lnTo>
                    <a:pt x="2240" y="265"/>
                  </a:lnTo>
                  <a:lnTo>
                    <a:pt x="2119" y="313"/>
                  </a:lnTo>
                  <a:lnTo>
                    <a:pt x="1999" y="385"/>
                  </a:lnTo>
                  <a:lnTo>
                    <a:pt x="1903" y="434"/>
                  </a:lnTo>
                  <a:lnTo>
                    <a:pt x="1806" y="530"/>
                  </a:lnTo>
                  <a:lnTo>
                    <a:pt x="1686" y="578"/>
                  </a:lnTo>
                  <a:lnTo>
                    <a:pt x="1445" y="626"/>
                  </a:lnTo>
                  <a:lnTo>
                    <a:pt x="1301" y="650"/>
                  </a:lnTo>
                  <a:lnTo>
                    <a:pt x="1180" y="674"/>
                  </a:lnTo>
                  <a:lnTo>
                    <a:pt x="1108" y="698"/>
                  </a:lnTo>
                  <a:lnTo>
                    <a:pt x="1012" y="771"/>
                  </a:lnTo>
                  <a:lnTo>
                    <a:pt x="964" y="867"/>
                  </a:lnTo>
                  <a:lnTo>
                    <a:pt x="915" y="939"/>
                  </a:lnTo>
                  <a:lnTo>
                    <a:pt x="843" y="987"/>
                  </a:lnTo>
                  <a:lnTo>
                    <a:pt x="651" y="1180"/>
                  </a:lnTo>
                  <a:lnTo>
                    <a:pt x="506" y="1396"/>
                  </a:lnTo>
                  <a:lnTo>
                    <a:pt x="386" y="1637"/>
                  </a:lnTo>
                  <a:lnTo>
                    <a:pt x="290" y="1926"/>
                  </a:lnTo>
                  <a:lnTo>
                    <a:pt x="97" y="2769"/>
                  </a:lnTo>
                  <a:lnTo>
                    <a:pt x="25" y="3154"/>
                  </a:lnTo>
                  <a:lnTo>
                    <a:pt x="1" y="3322"/>
                  </a:lnTo>
                  <a:lnTo>
                    <a:pt x="1" y="3515"/>
                  </a:lnTo>
                  <a:lnTo>
                    <a:pt x="1" y="3804"/>
                  </a:lnTo>
                  <a:lnTo>
                    <a:pt x="73" y="4045"/>
                  </a:lnTo>
                  <a:lnTo>
                    <a:pt x="169" y="4285"/>
                  </a:lnTo>
                  <a:lnTo>
                    <a:pt x="290" y="4526"/>
                  </a:lnTo>
                  <a:lnTo>
                    <a:pt x="434" y="4719"/>
                  </a:lnTo>
                  <a:lnTo>
                    <a:pt x="578" y="4935"/>
                  </a:lnTo>
                  <a:lnTo>
                    <a:pt x="747" y="5152"/>
                  </a:lnTo>
                  <a:lnTo>
                    <a:pt x="867" y="5272"/>
                  </a:lnTo>
                  <a:lnTo>
                    <a:pt x="1012" y="5369"/>
                  </a:lnTo>
                  <a:lnTo>
                    <a:pt x="1156" y="5465"/>
                  </a:lnTo>
                  <a:lnTo>
                    <a:pt x="1325" y="5537"/>
                  </a:lnTo>
                  <a:lnTo>
                    <a:pt x="1686" y="5633"/>
                  </a:lnTo>
                  <a:lnTo>
                    <a:pt x="2071" y="5730"/>
                  </a:lnTo>
                  <a:lnTo>
                    <a:pt x="2456" y="5778"/>
                  </a:lnTo>
                  <a:lnTo>
                    <a:pt x="2841" y="5802"/>
                  </a:lnTo>
                  <a:lnTo>
                    <a:pt x="3034" y="5802"/>
                  </a:lnTo>
                  <a:lnTo>
                    <a:pt x="3227" y="5778"/>
                  </a:lnTo>
                  <a:lnTo>
                    <a:pt x="3395" y="5754"/>
                  </a:lnTo>
                  <a:lnTo>
                    <a:pt x="3588" y="5706"/>
                  </a:lnTo>
                  <a:lnTo>
                    <a:pt x="4286" y="5465"/>
                  </a:lnTo>
                  <a:lnTo>
                    <a:pt x="4406" y="5417"/>
                  </a:lnTo>
                  <a:lnTo>
                    <a:pt x="4551" y="5344"/>
                  </a:lnTo>
                  <a:lnTo>
                    <a:pt x="4671" y="5272"/>
                  </a:lnTo>
                  <a:lnTo>
                    <a:pt x="4767" y="5152"/>
                  </a:lnTo>
                  <a:lnTo>
                    <a:pt x="5080" y="4791"/>
                  </a:lnTo>
                  <a:lnTo>
                    <a:pt x="5225" y="4622"/>
                  </a:lnTo>
                  <a:lnTo>
                    <a:pt x="5393" y="4454"/>
                  </a:lnTo>
                  <a:lnTo>
                    <a:pt x="5538" y="4309"/>
                  </a:lnTo>
                  <a:lnTo>
                    <a:pt x="5658" y="4165"/>
                  </a:lnTo>
                  <a:lnTo>
                    <a:pt x="5754" y="4020"/>
                  </a:lnTo>
                  <a:lnTo>
                    <a:pt x="5826" y="3828"/>
                  </a:lnTo>
                  <a:lnTo>
                    <a:pt x="5923" y="3587"/>
                  </a:lnTo>
                  <a:lnTo>
                    <a:pt x="5995" y="3322"/>
                  </a:lnTo>
                  <a:lnTo>
                    <a:pt x="6019" y="3058"/>
                  </a:lnTo>
                  <a:lnTo>
                    <a:pt x="6019" y="2793"/>
                  </a:lnTo>
                  <a:lnTo>
                    <a:pt x="5971" y="2408"/>
                  </a:lnTo>
                  <a:lnTo>
                    <a:pt x="5899" y="2022"/>
                  </a:lnTo>
                  <a:lnTo>
                    <a:pt x="5851" y="1806"/>
                  </a:lnTo>
                  <a:lnTo>
                    <a:pt x="5754" y="1565"/>
                  </a:lnTo>
                  <a:lnTo>
                    <a:pt x="5586" y="1252"/>
                  </a:lnTo>
                  <a:lnTo>
                    <a:pt x="5393" y="987"/>
                  </a:lnTo>
                  <a:lnTo>
                    <a:pt x="5152" y="747"/>
                  </a:lnTo>
                  <a:lnTo>
                    <a:pt x="4864" y="530"/>
                  </a:lnTo>
                  <a:lnTo>
                    <a:pt x="4671" y="409"/>
                  </a:lnTo>
                  <a:lnTo>
                    <a:pt x="4478" y="289"/>
                  </a:lnTo>
                  <a:lnTo>
                    <a:pt x="4286" y="193"/>
                  </a:lnTo>
                  <a:lnTo>
                    <a:pt x="4069" y="145"/>
                  </a:lnTo>
                  <a:lnTo>
                    <a:pt x="3323" y="24"/>
                  </a:lnTo>
                  <a:lnTo>
                    <a:pt x="3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5" name="Google Shape;5745;p14"/>
            <p:cNvSpPr/>
            <p:nvPr/>
          </p:nvSpPr>
          <p:spPr>
            <a:xfrm>
              <a:off x="1252200" y="2451850"/>
              <a:ext cx="58400" cy="61400"/>
            </a:xfrm>
            <a:custGeom>
              <a:avLst/>
              <a:gdLst/>
              <a:ahLst/>
              <a:cxnLst/>
              <a:rect l="l" t="t" r="r" b="b"/>
              <a:pathLst>
                <a:path w="2336" h="2456" extrusionOk="0">
                  <a:moveTo>
                    <a:pt x="1252" y="289"/>
                  </a:moveTo>
                  <a:lnTo>
                    <a:pt x="1421" y="313"/>
                  </a:lnTo>
                  <a:lnTo>
                    <a:pt x="1565" y="361"/>
                  </a:lnTo>
                  <a:lnTo>
                    <a:pt x="1758" y="482"/>
                  </a:lnTo>
                  <a:lnTo>
                    <a:pt x="1926" y="578"/>
                  </a:lnTo>
                  <a:lnTo>
                    <a:pt x="1975" y="626"/>
                  </a:lnTo>
                  <a:lnTo>
                    <a:pt x="2023" y="698"/>
                  </a:lnTo>
                  <a:lnTo>
                    <a:pt x="2047" y="771"/>
                  </a:lnTo>
                  <a:lnTo>
                    <a:pt x="2071" y="843"/>
                  </a:lnTo>
                  <a:lnTo>
                    <a:pt x="2095" y="1228"/>
                  </a:lnTo>
                  <a:lnTo>
                    <a:pt x="2071" y="1421"/>
                  </a:lnTo>
                  <a:lnTo>
                    <a:pt x="2047" y="1613"/>
                  </a:lnTo>
                  <a:lnTo>
                    <a:pt x="1975" y="1758"/>
                  </a:lnTo>
                  <a:lnTo>
                    <a:pt x="1878" y="1878"/>
                  </a:lnTo>
                  <a:lnTo>
                    <a:pt x="1565" y="2143"/>
                  </a:lnTo>
                  <a:lnTo>
                    <a:pt x="1469" y="2215"/>
                  </a:lnTo>
                  <a:lnTo>
                    <a:pt x="1108" y="2215"/>
                  </a:lnTo>
                  <a:lnTo>
                    <a:pt x="843" y="2191"/>
                  </a:lnTo>
                  <a:lnTo>
                    <a:pt x="723" y="2167"/>
                  </a:lnTo>
                  <a:lnTo>
                    <a:pt x="626" y="2119"/>
                  </a:lnTo>
                  <a:lnTo>
                    <a:pt x="410" y="1998"/>
                  </a:lnTo>
                  <a:lnTo>
                    <a:pt x="338" y="1926"/>
                  </a:lnTo>
                  <a:lnTo>
                    <a:pt x="289" y="1854"/>
                  </a:lnTo>
                  <a:lnTo>
                    <a:pt x="241" y="1758"/>
                  </a:lnTo>
                  <a:lnTo>
                    <a:pt x="241" y="1637"/>
                  </a:lnTo>
                  <a:lnTo>
                    <a:pt x="241" y="1541"/>
                  </a:lnTo>
                  <a:lnTo>
                    <a:pt x="241" y="1396"/>
                  </a:lnTo>
                  <a:lnTo>
                    <a:pt x="217" y="1300"/>
                  </a:lnTo>
                  <a:lnTo>
                    <a:pt x="241" y="1180"/>
                  </a:lnTo>
                  <a:lnTo>
                    <a:pt x="289" y="915"/>
                  </a:lnTo>
                  <a:lnTo>
                    <a:pt x="338" y="795"/>
                  </a:lnTo>
                  <a:lnTo>
                    <a:pt x="386" y="698"/>
                  </a:lnTo>
                  <a:lnTo>
                    <a:pt x="458" y="602"/>
                  </a:lnTo>
                  <a:lnTo>
                    <a:pt x="554" y="530"/>
                  </a:lnTo>
                  <a:lnTo>
                    <a:pt x="723" y="434"/>
                  </a:lnTo>
                  <a:lnTo>
                    <a:pt x="891" y="361"/>
                  </a:lnTo>
                  <a:lnTo>
                    <a:pt x="1084" y="313"/>
                  </a:lnTo>
                  <a:lnTo>
                    <a:pt x="1252" y="289"/>
                  </a:lnTo>
                  <a:close/>
                  <a:moveTo>
                    <a:pt x="1300" y="0"/>
                  </a:moveTo>
                  <a:lnTo>
                    <a:pt x="1084" y="24"/>
                  </a:lnTo>
                  <a:lnTo>
                    <a:pt x="867" y="72"/>
                  </a:lnTo>
                  <a:lnTo>
                    <a:pt x="650" y="169"/>
                  </a:lnTo>
                  <a:lnTo>
                    <a:pt x="458" y="265"/>
                  </a:lnTo>
                  <a:lnTo>
                    <a:pt x="338" y="361"/>
                  </a:lnTo>
                  <a:lnTo>
                    <a:pt x="241" y="458"/>
                  </a:lnTo>
                  <a:lnTo>
                    <a:pt x="169" y="554"/>
                  </a:lnTo>
                  <a:lnTo>
                    <a:pt x="121" y="674"/>
                  </a:lnTo>
                  <a:lnTo>
                    <a:pt x="25" y="939"/>
                  </a:lnTo>
                  <a:lnTo>
                    <a:pt x="1" y="1204"/>
                  </a:lnTo>
                  <a:lnTo>
                    <a:pt x="1" y="1421"/>
                  </a:lnTo>
                  <a:lnTo>
                    <a:pt x="25" y="1637"/>
                  </a:lnTo>
                  <a:lnTo>
                    <a:pt x="25" y="1806"/>
                  </a:lnTo>
                  <a:lnTo>
                    <a:pt x="73" y="1926"/>
                  </a:lnTo>
                  <a:lnTo>
                    <a:pt x="169" y="2046"/>
                  </a:lnTo>
                  <a:lnTo>
                    <a:pt x="265" y="2167"/>
                  </a:lnTo>
                  <a:lnTo>
                    <a:pt x="434" y="2287"/>
                  </a:lnTo>
                  <a:lnTo>
                    <a:pt x="530" y="2335"/>
                  </a:lnTo>
                  <a:lnTo>
                    <a:pt x="626" y="2383"/>
                  </a:lnTo>
                  <a:lnTo>
                    <a:pt x="819" y="2432"/>
                  </a:lnTo>
                  <a:lnTo>
                    <a:pt x="1012" y="2456"/>
                  </a:lnTo>
                  <a:lnTo>
                    <a:pt x="1421" y="2456"/>
                  </a:lnTo>
                  <a:lnTo>
                    <a:pt x="1565" y="2432"/>
                  </a:lnTo>
                  <a:lnTo>
                    <a:pt x="1662" y="2359"/>
                  </a:lnTo>
                  <a:lnTo>
                    <a:pt x="2023" y="2071"/>
                  </a:lnTo>
                  <a:lnTo>
                    <a:pt x="2095" y="1998"/>
                  </a:lnTo>
                  <a:lnTo>
                    <a:pt x="2167" y="1902"/>
                  </a:lnTo>
                  <a:lnTo>
                    <a:pt x="2215" y="1806"/>
                  </a:lnTo>
                  <a:lnTo>
                    <a:pt x="2263" y="1685"/>
                  </a:lnTo>
                  <a:lnTo>
                    <a:pt x="2312" y="1445"/>
                  </a:lnTo>
                  <a:lnTo>
                    <a:pt x="2336" y="1180"/>
                  </a:lnTo>
                  <a:lnTo>
                    <a:pt x="2287" y="795"/>
                  </a:lnTo>
                  <a:lnTo>
                    <a:pt x="2263" y="650"/>
                  </a:lnTo>
                  <a:lnTo>
                    <a:pt x="2191" y="530"/>
                  </a:lnTo>
                  <a:lnTo>
                    <a:pt x="2119" y="409"/>
                  </a:lnTo>
                  <a:lnTo>
                    <a:pt x="1999" y="337"/>
                  </a:lnTo>
                  <a:lnTo>
                    <a:pt x="1806" y="193"/>
                  </a:lnTo>
                  <a:lnTo>
                    <a:pt x="1589" y="72"/>
                  </a:lnTo>
                  <a:lnTo>
                    <a:pt x="1445" y="24"/>
                  </a:lnTo>
                  <a:lnTo>
                    <a:pt x="1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6" name="Google Shape;5746;p14"/>
            <p:cNvSpPr/>
            <p:nvPr/>
          </p:nvSpPr>
          <p:spPr>
            <a:xfrm>
              <a:off x="1270850" y="2474700"/>
              <a:ext cx="19900" cy="22300"/>
            </a:xfrm>
            <a:custGeom>
              <a:avLst/>
              <a:gdLst/>
              <a:ahLst/>
              <a:cxnLst/>
              <a:rect l="l" t="t" r="r" b="b"/>
              <a:pathLst>
                <a:path w="796" h="892" extrusionOk="0">
                  <a:moveTo>
                    <a:pt x="506" y="242"/>
                  </a:moveTo>
                  <a:lnTo>
                    <a:pt x="554" y="266"/>
                  </a:lnTo>
                  <a:lnTo>
                    <a:pt x="579" y="290"/>
                  </a:lnTo>
                  <a:lnTo>
                    <a:pt x="603" y="338"/>
                  </a:lnTo>
                  <a:lnTo>
                    <a:pt x="603" y="434"/>
                  </a:lnTo>
                  <a:lnTo>
                    <a:pt x="579" y="507"/>
                  </a:lnTo>
                  <a:lnTo>
                    <a:pt x="530" y="579"/>
                  </a:lnTo>
                  <a:lnTo>
                    <a:pt x="482" y="627"/>
                  </a:lnTo>
                  <a:lnTo>
                    <a:pt x="410" y="675"/>
                  </a:lnTo>
                  <a:lnTo>
                    <a:pt x="362" y="699"/>
                  </a:lnTo>
                  <a:lnTo>
                    <a:pt x="338" y="675"/>
                  </a:lnTo>
                  <a:lnTo>
                    <a:pt x="290" y="651"/>
                  </a:lnTo>
                  <a:lnTo>
                    <a:pt x="266" y="627"/>
                  </a:lnTo>
                  <a:lnTo>
                    <a:pt x="266" y="531"/>
                  </a:lnTo>
                  <a:lnTo>
                    <a:pt x="290" y="410"/>
                  </a:lnTo>
                  <a:lnTo>
                    <a:pt x="338" y="314"/>
                  </a:lnTo>
                  <a:lnTo>
                    <a:pt x="386" y="266"/>
                  </a:lnTo>
                  <a:lnTo>
                    <a:pt x="482" y="242"/>
                  </a:lnTo>
                  <a:close/>
                  <a:moveTo>
                    <a:pt x="434" y="1"/>
                  </a:moveTo>
                  <a:lnTo>
                    <a:pt x="314" y="25"/>
                  </a:lnTo>
                  <a:lnTo>
                    <a:pt x="217" y="73"/>
                  </a:lnTo>
                  <a:lnTo>
                    <a:pt x="25" y="242"/>
                  </a:lnTo>
                  <a:lnTo>
                    <a:pt x="1" y="266"/>
                  </a:lnTo>
                  <a:lnTo>
                    <a:pt x="1" y="314"/>
                  </a:lnTo>
                  <a:lnTo>
                    <a:pt x="1" y="458"/>
                  </a:lnTo>
                  <a:lnTo>
                    <a:pt x="1" y="627"/>
                  </a:lnTo>
                  <a:lnTo>
                    <a:pt x="49" y="723"/>
                  </a:lnTo>
                  <a:lnTo>
                    <a:pt x="121" y="795"/>
                  </a:lnTo>
                  <a:lnTo>
                    <a:pt x="193" y="868"/>
                  </a:lnTo>
                  <a:lnTo>
                    <a:pt x="290" y="892"/>
                  </a:lnTo>
                  <a:lnTo>
                    <a:pt x="410" y="868"/>
                  </a:lnTo>
                  <a:lnTo>
                    <a:pt x="530" y="844"/>
                  </a:lnTo>
                  <a:lnTo>
                    <a:pt x="627" y="771"/>
                  </a:lnTo>
                  <a:lnTo>
                    <a:pt x="699" y="699"/>
                  </a:lnTo>
                  <a:lnTo>
                    <a:pt x="747" y="603"/>
                  </a:lnTo>
                  <a:lnTo>
                    <a:pt x="795" y="507"/>
                  </a:lnTo>
                  <a:lnTo>
                    <a:pt x="795" y="386"/>
                  </a:lnTo>
                  <a:lnTo>
                    <a:pt x="795" y="290"/>
                  </a:lnTo>
                  <a:lnTo>
                    <a:pt x="771" y="170"/>
                  </a:lnTo>
                  <a:lnTo>
                    <a:pt x="699" y="73"/>
                  </a:lnTo>
                  <a:lnTo>
                    <a:pt x="627" y="25"/>
                  </a:lnTo>
                  <a:lnTo>
                    <a:pt x="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7" name="Google Shape;5747;p14"/>
            <p:cNvSpPr/>
            <p:nvPr/>
          </p:nvSpPr>
          <p:spPr>
            <a:xfrm>
              <a:off x="1249200" y="2726875"/>
              <a:ext cx="108350" cy="104750"/>
            </a:xfrm>
            <a:custGeom>
              <a:avLst/>
              <a:gdLst/>
              <a:ahLst/>
              <a:cxnLst/>
              <a:rect l="l" t="t" r="r" b="b"/>
              <a:pathLst>
                <a:path w="4334" h="4190" extrusionOk="0">
                  <a:moveTo>
                    <a:pt x="2335" y="217"/>
                  </a:moveTo>
                  <a:lnTo>
                    <a:pt x="2817" y="314"/>
                  </a:lnTo>
                  <a:lnTo>
                    <a:pt x="2937" y="338"/>
                  </a:lnTo>
                  <a:lnTo>
                    <a:pt x="3057" y="386"/>
                  </a:lnTo>
                  <a:lnTo>
                    <a:pt x="3298" y="506"/>
                  </a:lnTo>
                  <a:lnTo>
                    <a:pt x="3515" y="651"/>
                  </a:lnTo>
                  <a:lnTo>
                    <a:pt x="3707" y="843"/>
                  </a:lnTo>
                  <a:lnTo>
                    <a:pt x="3876" y="1060"/>
                  </a:lnTo>
                  <a:lnTo>
                    <a:pt x="3996" y="1277"/>
                  </a:lnTo>
                  <a:lnTo>
                    <a:pt x="4044" y="1493"/>
                  </a:lnTo>
                  <a:lnTo>
                    <a:pt x="4117" y="1782"/>
                  </a:lnTo>
                  <a:lnTo>
                    <a:pt x="4141" y="2071"/>
                  </a:lnTo>
                  <a:lnTo>
                    <a:pt x="4141" y="2264"/>
                  </a:lnTo>
                  <a:lnTo>
                    <a:pt x="4093" y="2432"/>
                  </a:lnTo>
                  <a:lnTo>
                    <a:pt x="4044" y="2601"/>
                  </a:lnTo>
                  <a:lnTo>
                    <a:pt x="3996" y="2769"/>
                  </a:lnTo>
                  <a:lnTo>
                    <a:pt x="3924" y="2889"/>
                  </a:lnTo>
                  <a:lnTo>
                    <a:pt x="3828" y="2986"/>
                  </a:lnTo>
                  <a:lnTo>
                    <a:pt x="3587" y="3202"/>
                  </a:lnTo>
                  <a:lnTo>
                    <a:pt x="3394" y="3467"/>
                  </a:lnTo>
                  <a:lnTo>
                    <a:pt x="3298" y="3563"/>
                  </a:lnTo>
                  <a:lnTo>
                    <a:pt x="3178" y="3660"/>
                  </a:lnTo>
                  <a:lnTo>
                    <a:pt x="3082" y="3708"/>
                  </a:lnTo>
                  <a:lnTo>
                    <a:pt x="2937" y="3756"/>
                  </a:lnTo>
                  <a:lnTo>
                    <a:pt x="2480" y="3900"/>
                  </a:lnTo>
                  <a:lnTo>
                    <a:pt x="2359" y="3925"/>
                  </a:lnTo>
                  <a:lnTo>
                    <a:pt x="2215" y="3949"/>
                  </a:lnTo>
                  <a:lnTo>
                    <a:pt x="1974" y="3949"/>
                  </a:lnTo>
                  <a:lnTo>
                    <a:pt x="1517" y="3900"/>
                  </a:lnTo>
                  <a:lnTo>
                    <a:pt x="1276" y="3852"/>
                  </a:lnTo>
                  <a:lnTo>
                    <a:pt x="1059" y="3804"/>
                  </a:lnTo>
                  <a:lnTo>
                    <a:pt x="891" y="3732"/>
                  </a:lnTo>
                  <a:lnTo>
                    <a:pt x="770" y="3660"/>
                  </a:lnTo>
                  <a:lnTo>
                    <a:pt x="650" y="3539"/>
                  </a:lnTo>
                  <a:lnTo>
                    <a:pt x="530" y="3419"/>
                  </a:lnTo>
                  <a:lnTo>
                    <a:pt x="313" y="3058"/>
                  </a:lnTo>
                  <a:lnTo>
                    <a:pt x="241" y="2938"/>
                  </a:lnTo>
                  <a:lnTo>
                    <a:pt x="193" y="2817"/>
                  </a:lnTo>
                  <a:lnTo>
                    <a:pt x="169" y="2673"/>
                  </a:lnTo>
                  <a:lnTo>
                    <a:pt x="169" y="2528"/>
                  </a:lnTo>
                  <a:lnTo>
                    <a:pt x="193" y="2239"/>
                  </a:lnTo>
                  <a:lnTo>
                    <a:pt x="241" y="1854"/>
                  </a:lnTo>
                  <a:lnTo>
                    <a:pt x="313" y="1493"/>
                  </a:lnTo>
                  <a:lnTo>
                    <a:pt x="361" y="1301"/>
                  </a:lnTo>
                  <a:lnTo>
                    <a:pt x="433" y="1132"/>
                  </a:lnTo>
                  <a:lnTo>
                    <a:pt x="530" y="964"/>
                  </a:lnTo>
                  <a:lnTo>
                    <a:pt x="650" y="819"/>
                  </a:lnTo>
                  <a:lnTo>
                    <a:pt x="722" y="747"/>
                  </a:lnTo>
                  <a:lnTo>
                    <a:pt x="819" y="723"/>
                  </a:lnTo>
                  <a:lnTo>
                    <a:pt x="987" y="675"/>
                  </a:lnTo>
                  <a:lnTo>
                    <a:pt x="1132" y="651"/>
                  </a:lnTo>
                  <a:lnTo>
                    <a:pt x="1324" y="602"/>
                  </a:lnTo>
                  <a:lnTo>
                    <a:pt x="1469" y="506"/>
                  </a:lnTo>
                  <a:lnTo>
                    <a:pt x="1589" y="410"/>
                  </a:lnTo>
                  <a:lnTo>
                    <a:pt x="1709" y="362"/>
                  </a:lnTo>
                  <a:lnTo>
                    <a:pt x="1974" y="241"/>
                  </a:lnTo>
                  <a:lnTo>
                    <a:pt x="2070" y="217"/>
                  </a:lnTo>
                  <a:close/>
                  <a:moveTo>
                    <a:pt x="2215" y="1"/>
                  </a:moveTo>
                  <a:lnTo>
                    <a:pt x="2046" y="25"/>
                  </a:lnTo>
                  <a:lnTo>
                    <a:pt x="1878" y="73"/>
                  </a:lnTo>
                  <a:lnTo>
                    <a:pt x="1709" y="145"/>
                  </a:lnTo>
                  <a:lnTo>
                    <a:pt x="1517" y="241"/>
                  </a:lnTo>
                  <a:lnTo>
                    <a:pt x="1445" y="265"/>
                  </a:lnTo>
                  <a:lnTo>
                    <a:pt x="1372" y="314"/>
                  </a:lnTo>
                  <a:lnTo>
                    <a:pt x="1300" y="386"/>
                  </a:lnTo>
                  <a:lnTo>
                    <a:pt x="1204" y="410"/>
                  </a:lnTo>
                  <a:lnTo>
                    <a:pt x="1035" y="458"/>
                  </a:lnTo>
                  <a:lnTo>
                    <a:pt x="939" y="458"/>
                  </a:lnTo>
                  <a:lnTo>
                    <a:pt x="867" y="482"/>
                  </a:lnTo>
                  <a:lnTo>
                    <a:pt x="795" y="506"/>
                  </a:lnTo>
                  <a:lnTo>
                    <a:pt x="746" y="554"/>
                  </a:lnTo>
                  <a:lnTo>
                    <a:pt x="698" y="627"/>
                  </a:lnTo>
                  <a:lnTo>
                    <a:pt x="650" y="675"/>
                  </a:lnTo>
                  <a:lnTo>
                    <a:pt x="602" y="723"/>
                  </a:lnTo>
                  <a:lnTo>
                    <a:pt x="482" y="867"/>
                  </a:lnTo>
                  <a:lnTo>
                    <a:pt x="361" y="1012"/>
                  </a:lnTo>
                  <a:lnTo>
                    <a:pt x="265" y="1180"/>
                  </a:lnTo>
                  <a:lnTo>
                    <a:pt x="217" y="1373"/>
                  </a:lnTo>
                  <a:lnTo>
                    <a:pt x="72" y="1999"/>
                  </a:lnTo>
                  <a:lnTo>
                    <a:pt x="24" y="2264"/>
                  </a:lnTo>
                  <a:lnTo>
                    <a:pt x="0" y="2528"/>
                  </a:lnTo>
                  <a:lnTo>
                    <a:pt x="0" y="2745"/>
                  </a:lnTo>
                  <a:lnTo>
                    <a:pt x="48" y="2913"/>
                  </a:lnTo>
                  <a:lnTo>
                    <a:pt x="121" y="3106"/>
                  </a:lnTo>
                  <a:lnTo>
                    <a:pt x="217" y="3251"/>
                  </a:lnTo>
                  <a:lnTo>
                    <a:pt x="313" y="3395"/>
                  </a:lnTo>
                  <a:lnTo>
                    <a:pt x="409" y="3563"/>
                  </a:lnTo>
                  <a:lnTo>
                    <a:pt x="554" y="3708"/>
                  </a:lnTo>
                  <a:lnTo>
                    <a:pt x="626" y="3804"/>
                  </a:lnTo>
                  <a:lnTo>
                    <a:pt x="722" y="3876"/>
                  </a:lnTo>
                  <a:lnTo>
                    <a:pt x="963" y="3973"/>
                  </a:lnTo>
                  <a:lnTo>
                    <a:pt x="1228" y="4069"/>
                  </a:lnTo>
                  <a:lnTo>
                    <a:pt x="1493" y="4117"/>
                  </a:lnTo>
                  <a:lnTo>
                    <a:pt x="1782" y="4165"/>
                  </a:lnTo>
                  <a:lnTo>
                    <a:pt x="2046" y="4189"/>
                  </a:lnTo>
                  <a:lnTo>
                    <a:pt x="2311" y="4165"/>
                  </a:lnTo>
                  <a:lnTo>
                    <a:pt x="2456" y="4141"/>
                  </a:lnTo>
                  <a:lnTo>
                    <a:pt x="2576" y="4117"/>
                  </a:lnTo>
                  <a:lnTo>
                    <a:pt x="3082" y="3925"/>
                  </a:lnTo>
                  <a:lnTo>
                    <a:pt x="3274" y="3852"/>
                  </a:lnTo>
                  <a:lnTo>
                    <a:pt x="3370" y="3780"/>
                  </a:lnTo>
                  <a:lnTo>
                    <a:pt x="3443" y="3708"/>
                  </a:lnTo>
                  <a:lnTo>
                    <a:pt x="3659" y="3467"/>
                  </a:lnTo>
                  <a:lnTo>
                    <a:pt x="3780" y="3323"/>
                  </a:lnTo>
                  <a:lnTo>
                    <a:pt x="3900" y="3202"/>
                  </a:lnTo>
                  <a:lnTo>
                    <a:pt x="3996" y="3106"/>
                  </a:lnTo>
                  <a:lnTo>
                    <a:pt x="4069" y="3010"/>
                  </a:lnTo>
                  <a:lnTo>
                    <a:pt x="4141" y="2889"/>
                  </a:lnTo>
                  <a:lnTo>
                    <a:pt x="4213" y="2769"/>
                  </a:lnTo>
                  <a:lnTo>
                    <a:pt x="4261" y="2576"/>
                  </a:lnTo>
                  <a:lnTo>
                    <a:pt x="4309" y="2408"/>
                  </a:lnTo>
                  <a:lnTo>
                    <a:pt x="4333" y="2215"/>
                  </a:lnTo>
                  <a:lnTo>
                    <a:pt x="4333" y="2023"/>
                  </a:lnTo>
                  <a:lnTo>
                    <a:pt x="4309" y="1734"/>
                  </a:lnTo>
                  <a:lnTo>
                    <a:pt x="4261" y="1469"/>
                  </a:lnTo>
                  <a:lnTo>
                    <a:pt x="4213" y="1301"/>
                  </a:lnTo>
                  <a:lnTo>
                    <a:pt x="4141" y="1132"/>
                  </a:lnTo>
                  <a:lnTo>
                    <a:pt x="4020" y="915"/>
                  </a:lnTo>
                  <a:lnTo>
                    <a:pt x="3876" y="723"/>
                  </a:lnTo>
                  <a:lnTo>
                    <a:pt x="3707" y="530"/>
                  </a:lnTo>
                  <a:lnTo>
                    <a:pt x="3515" y="386"/>
                  </a:lnTo>
                  <a:lnTo>
                    <a:pt x="3226" y="217"/>
                  </a:lnTo>
                  <a:lnTo>
                    <a:pt x="3082" y="145"/>
                  </a:lnTo>
                  <a:lnTo>
                    <a:pt x="2913" y="97"/>
                  </a:lnTo>
                  <a:lnTo>
                    <a:pt x="2383" y="25"/>
                  </a:lnTo>
                  <a:lnTo>
                    <a:pt x="2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8" name="Google Shape;5748;p14"/>
            <p:cNvSpPr/>
            <p:nvPr/>
          </p:nvSpPr>
          <p:spPr>
            <a:xfrm>
              <a:off x="1283500" y="2756375"/>
              <a:ext cx="42150" cy="44550"/>
            </a:xfrm>
            <a:custGeom>
              <a:avLst/>
              <a:gdLst/>
              <a:ahLst/>
              <a:cxnLst/>
              <a:rect l="l" t="t" r="r" b="b"/>
              <a:pathLst>
                <a:path w="1686" h="1782" extrusionOk="0">
                  <a:moveTo>
                    <a:pt x="1011" y="217"/>
                  </a:moveTo>
                  <a:lnTo>
                    <a:pt x="1132" y="265"/>
                  </a:lnTo>
                  <a:lnTo>
                    <a:pt x="1372" y="434"/>
                  </a:lnTo>
                  <a:lnTo>
                    <a:pt x="1445" y="506"/>
                  </a:lnTo>
                  <a:lnTo>
                    <a:pt x="1493" y="602"/>
                  </a:lnTo>
                  <a:lnTo>
                    <a:pt x="1493" y="891"/>
                  </a:lnTo>
                  <a:lnTo>
                    <a:pt x="1493" y="1035"/>
                  </a:lnTo>
                  <a:lnTo>
                    <a:pt x="1469" y="1156"/>
                  </a:lnTo>
                  <a:lnTo>
                    <a:pt x="1421" y="1276"/>
                  </a:lnTo>
                  <a:lnTo>
                    <a:pt x="1348" y="1348"/>
                  </a:lnTo>
                  <a:lnTo>
                    <a:pt x="1132" y="1541"/>
                  </a:lnTo>
                  <a:lnTo>
                    <a:pt x="1060" y="1589"/>
                  </a:lnTo>
                  <a:lnTo>
                    <a:pt x="987" y="1613"/>
                  </a:lnTo>
                  <a:lnTo>
                    <a:pt x="795" y="1589"/>
                  </a:lnTo>
                  <a:lnTo>
                    <a:pt x="602" y="1589"/>
                  </a:lnTo>
                  <a:lnTo>
                    <a:pt x="434" y="1517"/>
                  </a:lnTo>
                  <a:lnTo>
                    <a:pt x="313" y="1445"/>
                  </a:lnTo>
                  <a:lnTo>
                    <a:pt x="241" y="1396"/>
                  </a:lnTo>
                  <a:lnTo>
                    <a:pt x="193" y="1324"/>
                  </a:lnTo>
                  <a:lnTo>
                    <a:pt x="169" y="1252"/>
                  </a:lnTo>
                  <a:lnTo>
                    <a:pt x="169" y="1180"/>
                  </a:lnTo>
                  <a:lnTo>
                    <a:pt x="169" y="1108"/>
                  </a:lnTo>
                  <a:lnTo>
                    <a:pt x="169" y="1011"/>
                  </a:lnTo>
                  <a:lnTo>
                    <a:pt x="169" y="843"/>
                  </a:lnTo>
                  <a:lnTo>
                    <a:pt x="193" y="674"/>
                  </a:lnTo>
                  <a:lnTo>
                    <a:pt x="241" y="578"/>
                  </a:lnTo>
                  <a:lnTo>
                    <a:pt x="289" y="506"/>
                  </a:lnTo>
                  <a:lnTo>
                    <a:pt x="410" y="385"/>
                  </a:lnTo>
                  <a:lnTo>
                    <a:pt x="506" y="313"/>
                  </a:lnTo>
                  <a:lnTo>
                    <a:pt x="650" y="265"/>
                  </a:lnTo>
                  <a:lnTo>
                    <a:pt x="771" y="241"/>
                  </a:lnTo>
                  <a:lnTo>
                    <a:pt x="915" y="217"/>
                  </a:lnTo>
                  <a:close/>
                  <a:moveTo>
                    <a:pt x="939" y="0"/>
                  </a:moveTo>
                  <a:lnTo>
                    <a:pt x="771" y="24"/>
                  </a:lnTo>
                  <a:lnTo>
                    <a:pt x="626" y="48"/>
                  </a:lnTo>
                  <a:lnTo>
                    <a:pt x="482" y="121"/>
                  </a:lnTo>
                  <a:lnTo>
                    <a:pt x="337" y="193"/>
                  </a:lnTo>
                  <a:lnTo>
                    <a:pt x="241" y="265"/>
                  </a:lnTo>
                  <a:lnTo>
                    <a:pt x="169" y="337"/>
                  </a:lnTo>
                  <a:lnTo>
                    <a:pt x="73" y="482"/>
                  </a:lnTo>
                  <a:lnTo>
                    <a:pt x="24" y="674"/>
                  </a:lnTo>
                  <a:lnTo>
                    <a:pt x="0" y="867"/>
                  </a:lnTo>
                  <a:lnTo>
                    <a:pt x="0" y="1035"/>
                  </a:lnTo>
                  <a:lnTo>
                    <a:pt x="0" y="1180"/>
                  </a:lnTo>
                  <a:lnTo>
                    <a:pt x="24" y="1300"/>
                  </a:lnTo>
                  <a:lnTo>
                    <a:pt x="48" y="1396"/>
                  </a:lnTo>
                  <a:lnTo>
                    <a:pt x="121" y="1469"/>
                  </a:lnTo>
                  <a:lnTo>
                    <a:pt x="193" y="1565"/>
                  </a:lnTo>
                  <a:lnTo>
                    <a:pt x="313" y="1637"/>
                  </a:lnTo>
                  <a:lnTo>
                    <a:pt x="434" y="1709"/>
                  </a:lnTo>
                  <a:lnTo>
                    <a:pt x="578" y="1733"/>
                  </a:lnTo>
                  <a:lnTo>
                    <a:pt x="723" y="1758"/>
                  </a:lnTo>
                  <a:lnTo>
                    <a:pt x="1035" y="1782"/>
                  </a:lnTo>
                  <a:lnTo>
                    <a:pt x="1132" y="1758"/>
                  </a:lnTo>
                  <a:lnTo>
                    <a:pt x="1204" y="1685"/>
                  </a:lnTo>
                  <a:lnTo>
                    <a:pt x="1445" y="1493"/>
                  </a:lnTo>
                  <a:lnTo>
                    <a:pt x="1565" y="1372"/>
                  </a:lnTo>
                  <a:lnTo>
                    <a:pt x="1613" y="1228"/>
                  </a:lnTo>
                  <a:lnTo>
                    <a:pt x="1661" y="1035"/>
                  </a:lnTo>
                  <a:lnTo>
                    <a:pt x="1685" y="843"/>
                  </a:lnTo>
                  <a:lnTo>
                    <a:pt x="1637" y="578"/>
                  </a:lnTo>
                  <a:lnTo>
                    <a:pt x="1613" y="458"/>
                  </a:lnTo>
                  <a:lnTo>
                    <a:pt x="1589" y="385"/>
                  </a:lnTo>
                  <a:lnTo>
                    <a:pt x="1517" y="313"/>
                  </a:lnTo>
                  <a:lnTo>
                    <a:pt x="1445" y="241"/>
                  </a:lnTo>
                  <a:lnTo>
                    <a:pt x="1300" y="145"/>
                  </a:lnTo>
                  <a:lnTo>
                    <a:pt x="1132" y="48"/>
                  </a:lnTo>
                  <a:lnTo>
                    <a:pt x="1035" y="24"/>
                  </a:lnTo>
                  <a:lnTo>
                    <a:pt x="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9" name="Google Shape;5749;p14"/>
            <p:cNvSpPr/>
            <p:nvPr/>
          </p:nvSpPr>
          <p:spPr>
            <a:xfrm>
              <a:off x="1296725" y="2772625"/>
              <a:ext cx="14475" cy="16275"/>
            </a:xfrm>
            <a:custGeom>
              <a:avLst/>
              <a:gdLst/>
              <a:ahLst/>
              <a:cxnLst/>
              <a:rect l="l" t="t" r="r" b="b"/>
              <a:pathLst>
                <a:path w="579" h="651" extrusionOk="0">
                  <a:moveTo>
                    <a:pt x="410" y="193"/>
                  </a:moveTo>
                  <a:lnTo>
                    <a:pt x="434" y="265"/>
                  </a:lnTo>
                  <a:lnTo>
                    <a:pt x="434" y="313"/>
                  </a:lnTo>
                  <a:lnTo>
                    <a:pt x="410" y="385"/>
                  </a:lnTo>
                  <a:lnTo>
                    <a:pt x="362" y="458"/>
                  </a:lnTo>
                  <a:lnTo>
                    <a:pt x="290" y="506"/>
                  </a:lnTo>
                  <a:lnTo>
                    <a:pt x="242" y="506"/>
                  </a:lnTo>
                  <a:lnTo>
                    <a:pt x="218" y="482"/>
                  </a:lnTo>
                  <a:lnTo>
                    <a:pt x="194" y="458"/>
                  </a:lnTo>
                  <a:lnTo>
                    <a:pt x="194" y="385"/>
                  </a:lnTo>
                  <a:lnTo>
                    <a:pt x="218" y="313"/>
                  </a:lnTo>
                  <a:lnTo>
                    <a:pt x="242" y="241"/>
                  </a:lnTo>
                  <a:lnTo>
                    <a:pt x="290" y="193"/>
                  </a:lnTo>
                  <a:close/>
                  <a:moveTo>
                    <a:pt x="314" y="0"/>
                  </a:moveTo>
                  <a:lnTo>
                    <a:pt x="242" y="24"/>
                  </a:lnTo>
                  <a:lnTo>
                    <a:pt x="169" y="48"/>
                  </a:lnTo>
                  <a:lnTo>
                    <a:pt x="25" y="193"/>
                  </a:lnTo>
                  <a:lnTo>
                    <a:pt x="1" y="241"/>
                  </a:lnTo>
                  <a:lnTo>
                    <a:pt x="1" y="337"/>
                  </a:lnTo>
                  <a:lnTo>
                    <a:pt x="25" y="458"/>
                  </a:lnTo>
                  <a:lnTo>
                    <a:pt x="49" y="530"/>
                  </a:lnTo>
                  <a:lnTo>
                    <a:pt x="97" y="578"/>
                  </a:lnTo>
                  <a:lnTo>
                    <a:pt x="145" y="626"/>
                  </a:lnTo>
                  <a:lnTo>
                    <a:pt x="218" y="650"/>
                  </a:lnTo>
                  <a:lnTo>
                    <a:pt x="314" y="650"/>
                  </a:lnTo>
                  <a:lnTo>
                    <a:pt x="386" y="602"/>
                  </a:lnTo>
                  <a:lnTo>
                    <a:pt x="458" y="578"/>
                  </a:lnTo>
                  <a:lnTo>
                    <a:pt x="506" y="506"/>
                  </a:lnTo>
                  <a:lnTo>
                    <a:pt x="555" y="458"/>
                  </a:lnTo>
                  <a:lnTo>
                    <a:pt x="579" y="385"/>
                  </a:lnTo>
                  <a:lnTo>
                    <a:pt x="579" y="289"/>
                  </a:lnTo>
                  <a:lnTo>
                    <a:pt x="579" y="217"/>
                  </a:lnTo>
                  <a:lnTo>
                    <a:pt x="555" y="121"/>
                  </a:lnTo>
                  <a:lnTo>
                    <a:pt x="506" y="72"/>
                  </a:lnTo>
                  <a:lnTo>
                    <a:pt x="458" y="24"/>
                  </a:lnTo>
                  <a:lnTo>
                    <a:pt x="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0" name="Google Shape;5750;p14"/>
            <p:cNvSpPr/>
            <p:nvPr/>
          </p:nvSpPr>
          <p:spPr>
            <a:xfrm>
              <a:off x="1207675" y="2091350"/>
              <a:ext cx="145050" cy="155300"/>
            </a:xfrm>
            <a:custGeom>
              <a:avLst/>
              <a:gdLst/>
              <a:ahLst/>
              <a:cxnLst/>
              <a:rect l="l" t="t" r="r" b="b"/>
              <a:pathLst>
                <a:path w="5802" h="6212" extrusionOk="0">
                  <a:moveTo>
                    <a:pt x="3178" y="265"/>
                  </a:moveTo>
                  <a:lnTo>
                    <a:pt x="3394" y="289"/>
                  </a:lnTo>
                  <a:lnTo>
                    <a:pt x="3635" y="362"/>
                  </a:lnTo>
                  <a:lnTo>
                    <a:pt x="3900" y="482"/>
                  </a:lnTo>
                  <a:lnTo>
                    <a:pt x="4189" y="554"/>
                  </a:lnTo>
                  <a:lnTo>
                    <a:pt x="4357" y="650"/>
                  </a:lnTo>
                  <a:lnTo>
                    <a:pt x="4502" y="747"/>
                  </a:lnTo>
                  <a:lnTo>
                    <a:pt x="4646" y="891"/>
                  </a:lnTo>
                  <a:lnTo>
                    <a:pt x="4767" y="1036"/>
                  </a:lnTo>
                  <a:lnTo>
                    <a:pt x="4887" y="1204"/>
                  </a:lnTo>
                  <a:lnTo>
                    <a:pt x="4983" y="1397"/>
                  </a:lnTo>
                  <a:lnTo>
                    <a:pt x="5248" y="1854"/>
                  </a:lnTo>
                  <a:lnTo>
                    <a:pt x="5465" y="2336"/>
                  </a:lnTo>
                  <a:lnTo>
                    <a:pt x="5561" y="2576"/>
                  </a:lnTo>
                  <a:lnTo>
                    <a:pt x="5609" y="2841"/>
                  </a:lnTo>
                  <a:lnTo>
                    <a:pt x="5657" y="3082"/>
                  </a:lnTo>
                  <a:lnTo>
                    <a:pt x="5657" y="3347"/>
                  </a:lnTo>
                  <a:lnTo>
                    <a:pt x="5609" y="3491"/>
                  </a:lnTo>
                  <a:lnTo>
                    <a:pt x="5585" y="3563"/>
                  </a:lnTo>
                  <a:lnTo>
                    <a:pt x="5537" y="3611"/>
                  </a:lnTo>
                  <a:lnTo>
                    <a:pt x="5392" y="3804"/>
                  </a:lnTo>
                  <a:lnTo>
                    <a:pt x="5224" y="3972"/>
                  </a:lnTo>
                  <a:lnTo>
                    <a:pt x="5152" y="4045"/>
                  </a:lnTo>
                  <a:lnTo>
                    <a:pt x="5080" y="4165"/>
                  </a:lnTo>
                  <a:lnTo>
                    <a:pt x="5007" y="4261"/>
                  </a:lnTo>
                  <a:lnTo>
                    <a:pt x="4983" y="4406"/>
                  </a:lnTo>
                  <a:lnTo>
                    <a:pt x="4911" y="4598"/>
                  </a:lnTo>
                  <a:lnTo>
                    <a:pt x="4839" y="4767"/>
                  </a:lnTo>
                  <a:lnTo>
                    <a:pt x="4622" y="5080"/>
                  </a:lnTo>
                  <a:lnTo>
                    <a:pt x="4550" y="5200"/>
                  </a:lnTo>
                  <a:lnTo>
                    <a:pt x="4454" y="5272"/>
                  </a:lnTo>
                  <a:lnTo>
                    <a:pt x="4357" y="5345"/>
                  </a:lnTo>
                  <a:lnTo>
                    <a:pt x="4237" y="5417"/>
                  </a:lnTo>
                  <a:lnTo>
                    <a:pt x="3635" y="5730"/>
                  </a:lnTo>
                  <a:lnTo>
                    <a:pt x="3467" y="5802"/>
                  </a:lnTo>
                  <a:lnTo>
                    <a:pt x="3322" y="5850"/>
                  </a:lnTo>
                  <a:lnTo>
                    <a:pt x="2937" y="5898"/>
                  </a:lnTo>
                  <a:lnTo>
                    <a:pt x="2576" y="5898"/>
                  </a:lnTo>
                  <a:lnTo>
                    <a:pt x="2191" y="5850"/>
                  </a:lnTo>
                  <a:lnTo>
                    <a:pt x="1998" y="5826"/>
                  </a:lnTo>
                  <a:lnTo>
                    <a:pt x="1830" y="5754"/>
                  </a:lnTo>
                  <a:lnTo>
                    <a:pt x="1661" y="5706"/>
                  </a:lnTo>
                  <a:lnTo>
                    <a:pt x="1541" y="5609"/>
                  </a:lnTo>
                  <a:lnTo>
                    <a:pt x="1276" y="5417"/>
                  </a:lnTo>
                  <a:lnTo>
                    <a:pt x="987" y="5152"/>
                  </a:lnTo>
                  <a:lnTo>
                    <a:pt x="698" y="4839"/>
                  </a:lnTo>
                  <a:lnTo>
                    <a:pt x="554" y="4622"/>
                  </a:lnTo>
                  <a:lnTo>
                    <a:pt x="433" y="4406"/>
                  </a:lnTo>
                  <a:lnTo>
                    <a:pt x="361" y="4165"/>
                  </a:lnTo>
                  <a:lnTo>
                    <a:pt x="289" y="3924"/>
                  </a:lnTo>
                  <a:lnTo>
                    <a:pt x="265" y="3756"/>
                  </a:lnTo>
                  <a:lnTo>
                    <a:pt x="289" y="3563"/>
                  </a:lnTo>
                  <a:lnTo>
                    <a:pt x="361" y="3106"/>
                  </a:lnTo>
                  <a:lnTo>
                    <a:pt x="409" y="2648"/>
                  </a:lnTo>
                  <a:lnTo>
                    <a:pt x="409" y="2456"/>
                  </a:lnTo>
                  <a:lnTo>
                    <a:pt x="457" y="2287"/>
                  </a:lnTo>
                  <a:lnTo>
                    <a:pt x="554" y="2119"/>
                  </a:lnTo>
                  <a:lnTo>
                    <a:pt x="650" y="1974"/>
                  </a:lnTo>
                  <a:lnTo>
                    <a:pt x="867" y="1710"/>
                  </a:lnTo>
                  <a:lnTo>
                    <a:pt x="1059" y="1421"/>
                  </a:lnTo>
                  <a:lnTo>
                    <a:pt x="1180" y="1276"/>
                  </a:lnTo>
                  <a:lnTo>
                    <a:pt x="1300" y="1156"/>
                  </a:lnTo>
                  <a:lnTo>
                    <a:pt x="1565" y="939"/>
                  </a:lnTo>
                  <a:lnTo>
                    <a:pt x="2143" y="626"/>
                  </a:lnTo>
                  <a:lnTo>
                    <a:pt x="2431" y="482"/>
                  </a:lnTo>
                  <a:lnTo>
                    <a:pt x="2744" y="362"/>
                  </a:lnTo>
                  <a:lnTo>
                    <a:pt x="2961" y="289"/>
                  </a:lnTo>
                  <a:lnTo>
                    <a:pt x="3178" y="265"/>
                  </a:lnTo>
                  <a:close/>
                  <a:moveTo>
                    <a:pt x="3033" y="0"/>
                  </a:moveTo>
                  <a:lnTo>
                    <a:pt x="2865" y="24"/>
                  </a:lnTo>
                  <a:lnTo>
                    <a:pt x="2696" y="73"/>
                  </a:lnTo>
                  <a:lnTo>
                    <a:pt x="2335" y="217"/>
                  </a:lnTo>
                  <a:lnTo>
                    <a:pt x="1974" y="362"/>
                  </a:lnTo>
                  <a:lnTo>
                    <a:pt x="1637" y="554"/>
                  </a:lnTo>
                  <a:lnTo>
                    <a:pt x="1300" y="747"/>
                  </a:lnTo>
                  <a:lnTo>
                    <a:pt x="1156" y="867"/>
                  </a:lnTo>
                  <a:lnTo>
                    <a:pt x="1011" y="987"/>
                  </a:lnTo>
                  <a:lnTo>
                    <a:pt x="891" y="1132"/>
                  </a:lnTo>
                  <a:lnTo>
                    <a:pt x="770" y="1276"/>
                  </a:lnTo>
                  <a:lnTo>
                    <a:pt x="361" y="1878"/>
                  </a:lnTo>
                  <a:lnTo>
                    <a:pt x="265" y="1998"/>
                  </a:lnTo>
                  <a:lnTo>
                    <a:pt x="217" y="2119"/>
                  </a:lnTo>
                  <a:lnTo>
                    <a:pt x="169" y="2263"/>
                  </a:lnTo>
                  <a:lnTo>
                    <a:pt x="120" y="2408"/>
                  </a:lnTo>
                  <a:lnTo>
                    <a:pt x="96" y="2889"/>
                  </a:lnTo>
                  <a:lnTo>
                    <a:pt x="96" y="3130"/>
                  </a:lnTo>
                  <a:lnTo>
                    <a:pt x="48" y="3371"/>
                  </a:lnTo>
                  <a:lnTo>
                    <a:pt x="24" y="3563"/>
                  </a:lnTo>
                  <a:lnTo>
                    <a:pt x="0" y="3732"/>
                  </a:lnTo>
                  <a:lnTo>
                    <a:pt x="24" y="3924"/>
                  </a:lnTo>
                  <a:lnTo>
                    <a:pt x="72" y="4117"/>
                  </a:lnTo>
                  <a:lnTo>
                    <a:pt x="145" y="4358"/>
                  </a:lnTo>
                  <a:lnTo>
                    <a:pt x="241" y="4622"/>
                  </a:lnTo>
                  <a:lnTo>
                    <a:pt x="361" y="4839"/>
                  </a:lnTo>
                  <a:lnTo>
                    <a:pt x="530" y="5056"/>
                  </a:lnTo>
                  <a:lnTo>
                    <a:pt x="794" y="5345"/>
                  </a:lnTo>
                  <a:lnTo>
                    <a:pt x="1059" y="5609"/>
                  </a:lnTo>
                  <a:lnTo>
                    <a:pt x="1252" y="5754"/>
                  </a:lnTo>
                  <a:lnTo>
                    <a:pt x="1469" y="5898"/>
                  </a:lnTo>
                  <a:lnTo>
                    <a:pt x="1782" y="6043"/>
                  </a:lnTo>
                  <a:lnTo>
                    <a:pt x="2119" y="6139"/>
                  </a:lnTo>
                  <a:lnTo>
                    <a:pt x="2456" y="6187"/>
                  </a:lnTo>
                  <a:lnTo>
                    <a:pt x="2793" y="6211"/>
                  </a:lnTo>
                  <a:lnTo>
                    <a:pt x="3033" y="6187"/>
                  </a:lnTo>
                  <a:lnTo>
                    <a:pt x="3250" y="6163"/>
                  </a:lnTo>
                  <a:lnTo>
                    <a:pt x="3467" y="6115"/>
                  </a:lnTo>
                  <a:lnTo>
                    <a:pt x="3683" y="6043"/>
                  </a:lnTo>
                  <a:lnTo>
                    <a:pt x="4333" y="5682"/>
                  </a:lnTo>
                  <a:lnTo>
                    <a:pt x="4550" y="5561"/>
                  </a:lnTo>
                  <a:lnTo>
                    <a:pt x="4743" y="5393"/>
                  </a:lnTo>
                  <a:lnTo>
                    <a:pt x="4887" y="5200"/>
                  </a:lnTo>
                  <a:lnTo>
                    <a:pt x="5007" y="4984"/>
                  </a:lnTo>
                  <a:lnTo>
                    <a:pt x="5080" y="4863"/>
                  </a:lnTo>
                  <a:lnTo>
                    <a:pt x="5128" y="4743"/>
                  </a:lnTo>
                  <a:lnTo>
                    <a:pt x="5200" y="4622"/>
                  </a:lnTo>
                  <a:lnTo>
                    <a:pt x="5224" y="4526"/>
                  </a:lnTo>
                  <a:lnTo>
                    <a:pt x="5272" y="4382"/>
                  </a:lnTo>
                  <a:lnTo>
                    <a:pt x="5344" y="4285"/>
                  </a:lnTo>
                  <a:lnTo>
                    <a:pt x="5513" y="4093"/>
                  </a:lnTo>
                  <a:lnTo>
                    <a:pt x="5609" y="3997"/>
                  </a:lnTo>
                  <a:lnTo>
                    <a:pt x="5681" y="3924"/>
                  </a:lnTo>
                  <a:lnTo>
                    <a:pt x="5730" y="3828"/>
                  </a:lnTo>
                  <a:lnTo>
                    <a:pt x="5754" y="3732"/>
                  </a:lnTo>
                  <a:lnTo>
                    <a:pt x="5754" y="3611"/>
                  </a:lnTo>
                  <a:lnTo>
                    <a:pt x="5754" y="3539"/>
                  </a:lnTo>
                  <a:lnTo>
                    <a:pt x="5778" y="3443"/>
                  </a:lnTo>
                  <a:lnTo>
                    <a:pt x="5802" y="3178"/>
                  </a:lnTo>
                  <a:lnTo>
                    <a:pt x="5802" y="2913"/>
                  </a:lnTo>
                  <a:lnTo>
                    <a:pt x="5754" y="2648"/>
                  </a:lnTo>
                  <a:lnTo>
                    <a:pt x="5657" y="2384"/>
                  </a:lnTo>
                  <a:lnTo>
                    <a:pt x="5320" y="1565"/>
                  </a:lnTo>
                  <a:lnTo>
                    <a:pt x="5152" y="1228"/>
                  </a:lnTo>
                  <a:lnTo>
                    <a:pt x="5055" y="1060"/>
                  </a:lnTo>
                  <a:lnTo>
                    <a:pt x="4959" y="915"/>
                  </a:lnTo>
                  <a:lnTo>
                    <a:pt x="4791" y="699"/>
                  </a:lnTo>
                  <a:lnTo>
                    <a:pt x="4574" y="506"/>
                  </a:lnTo>
                  <a:lnTo>
                    <a:pt x="4357" y="386"/>
                  </a:lnTo>
                  <a:lnTo>
                    <a:pt x="4117" y="289"/>
                  </a:lnTo>
                  <a:lnTo>
                    <a:pt x="3900" y="193"/>
                  </a:lnTo>
                  <a:lnTo>
                    <a:pt x="3635" y="97"/>
                  </a:lnTo>
                  <a:lnTo>
                    <a:pt x="3370" y="24"/>
                  </a:lnTo>
                  <a:lnTo>
                    <a:pt x="3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1" name="Google Shape;5751;p14"/>
            <p:cNvSpPr/>
            <p:nvPr/>
          </p:nvSpPr>
          <p:spPr>
            <a:xfrm>
              <a:off x="1249200" y="2140700"/>
              <a:ext cx="60200" cy="62625"/>
            </a:xfrm>
            <a:custGeom>
              <a:avLst/>
              <a:gdLst/>
              <a:ahLst/>
              <a:cxnLst/>
              <a:rect l="l" t="t" r="r" b="b"/>
              <a:pathLst>
                <a:path w="2408" h="2505" extrusionOk="0">
                  <a:moveTo>
                    <a:pt x="1469" y="217"/>
                  </a:moveTo>
                  <a:lnTo>
                    <a:pt x="1565" y="265"/>
                  </a:lnTo>
                  <a:lnTo>
                    <a:pt x="1637" y="313"/>
                  </a:lnTo>
                  <a:lnTo>
                    <a:pt x="1709" y="410"/>
                  </a:lnTo>
                  <a:lnTo>
                    <a:pt x="1757" y="482"/>
                  </a:lnTo>
                  <a:lnTo>
                    <a:pt x="1854" y="602"/>
                  </a:lnTo>
                  <a:lnTo>
                    <a:pt x="1926" y="674"/>
                  </a:lnTo>
                  <a:lnTo>
                    <a:pt x="1998" y="771"/>
                  </a:lnTo>
                  <a:lnTo>
                    <a:pt x="2095" y="1011"/>
                  </a:lnTo>
                  <a:lnTo>
                    <a:pt x="2143" y="1132"/>
                  </a:lnTo>
                  <a:lnTo>
                    <a:pt x="2143" y="1252"/>
                  </a:lnTo>
                  <a:lnTo>
                    <a:pt x="2143" y="1373"/>
                  </a:lnTo>
                  <a:lnTo>
                    <a:pt x="2095" y="1469"/>
                  </a:lnTo>
                  <a:lnTo>
                    <a:pt x="2022" y="1661"/>
                  </a:lnTo>
                  <a:lnTo>
                    <a:pt x="1926" y="1806"/>
                  </a:lnTo>
                  <a:lnTo>
                    <a:pt x="1806" y="1950"/>
                  </a:lnTo>
                  <a:lnTo>
                    <a:pt x="1685" y="2095"/>
                  </a:lnTo>
                  <a:lnTo>
                    <a:pt x="1541" y="2167"/>
                  </a:lnTo>
                  <a:lnTo>
                    <a:pt x="1396" y="2215"/>
                  </a:lnTo>
                  <a:lnTo>
                    <a:pt x="1180" y="2239"/>
                  </a:lnTo>
                  <a:lnTo>
                    <a:pt x="891" y="2239"/>
                  </a:lnTo>
                  <a:lnTo>
                    <a:pt x="843" y="2215"/>
                  </a:lnTo>
                  <a:lnTo>
                    <a:pt x="770" y="2191"/>
                  </a:lnTo>
                  <a:lnTo>
                    <a:pt x="698" y="2119"/>
                  </a:lnTo>
                  <a:lnTo>
                    <a:pt x="458" y="1830"/>
                  </a:lnTo>
                  <a:lnTo>
                    <a:pt x="361" y="1661"/>
                  </a:lnTo>
                  <a:lnTo>
                    <a:pt x="265" y="1493"/>
                  </a:lnTo>
                  <a:lnTo>
                    <a:pt x="241" y="1349"/>
                  </a:lnTo>
                  <a:lnTo>
                    <a:pt x="241" y="1180"/>
                  </a:lnTo>
                  <a:lnTo>
                    <a:pt x="337" y="771"/>
                  </a:lnTo>
                  <a:lnTo>
                    <a:pt x="385" y="674"/>
                  </a:lnTo>
                  <a:lnTo>
                    <a:pt x="458" y="602"/>
                  </a:lnTo>
                  <a:lnTo>
                    <a:pt x="674" y="458"/>
                  </a:lnTo>
                  <a:lnTo>
                    <a:pt x="891" y="313"/>
                  </a:lnTo>
                  <a:lnTo>
                    <a:pt x="1011" y="265"/>
                  </a:lnTo>
                  <a:lnTo>
                    <a:pt x="1108" y="241"/>
                  </a:lnTo>
                  <a:lnTo>
                    <a:pt x="1348" y="217"/>
                  </a:lnTo>
                  <a:close/>
                  <a:moveTo>
                    <a:pt x="1083" y="0"/>
                  </a:moveTo>
                  <a:lnTo>
                    <a:pt x="963" y="24"/>
                  </a:lnTo>
                  <a:lnTo>
                    <a:pt x="770" y="121"/>
                  </a:lnTo>
                  <a:lnTo>
                    <a:pt x="602" y="217"/>
                  </a:lnTo>
                  <a:lnTo>
                    <a:pt x="433" y="313"/>
                  </a:lnTo>
                  <a:lnTo>
                    <a:pt x="265" y="434"/>
                  </a:lnTo>
                  <a:lnTo>
                    <a:pt x="169" y="554"/>
                  </a:lnTo>
                  <a:lnTo>
                    <a:pt x="121" y="674"/>
                  </a:lnTo>
                  <a:lnTo>
                    <a:pt x="24" y="1108"/>
                  </a:lnTo>
                  <a:lnTo>
                    <a:pt x="0" y="1228"/>
                  </a:lnTo>
                  <a:lnTo>
                    <a:pt x="0" y="1324"/>
                  </a:lnTo>
                  <a:lnTo>
                    <a:pt x="24" y="1445"/>
                  </a:lnTo>
                  <a:lnTo>
                    <a:pt x="48" y="1541"/>
                  </a:lnTo>
                  <a:lnTo>
                    <a:pt x="169" y="1782"/>
                  </a:lnTo>
                  <a:lnTo>
                    <a:pt x="289" y="1998"/>
                  </a:lnTo>
                  <a:lnTo>
                    <a:pt x="554" y="2287"/>
                  </a:lnTo>
                  <a:lnTo>
                    <a:pt x="674" y="2384"/>
                  </a:lnTo>
                  <a:lnTo>
                    <a:pt x="795" y="2456"/>
                  </a:lnTo>
                  <a:lnTo>
                    <a:pt x="915" y="2504"/>
                  </a:lnTo>
                  <a:lnTo>
                    <a:pt x="1059" y="2504"/>
                  </a:lnTo>
                  <a:lnTo>
                    <a:pt x="1300" y="2480"/>
                  </a:lnTo>
                  <a:lnTo>
                    <a:pt x="1541" y="2456"/>
                  </a:lnTo>
                  <a:lnTo>
                    <a:pt x="1685" y="2408"/>
                  </a:lnTo>
                  <a:lnTo>
                    <a:pt x="1806" y="2336"/>
                  </a:lnTo>
                  <a:lnTo>
                    <a:pt x="1974" y="2191"/>
                  </a:lnTo>
                  <a:lnTo>
                    <a:pt x="2119" y="2023"/>
                  </a:lnTo>
                  <a:lnTo>
                    <a:pt x="2239" y="1854"/>
                  </a:lnTo>
                  <a:lnTo>
                    <a:pt x="2335" y="1637"/>
                  </a:lnTo>
                  <a:lnTo>
                    <a:pt x="2383" y="1493"/>
                  </a:lnTo>
                  <a:lnTo>
                    <a:pt x="2407" y="1349"/>
                  </a:lnTo>
                  <a:lnTo>
                    <a:pt x="2407" y="1228"/>
                  </a:lnTo>
                  <a:lnTo>
                    <a:pt x="2383" y="1108"/>
                  </a:lnTo>
                  <a:lnTo>
                    <a:pt x="2287" y="843"/>
                  </a:lnTo>
                  <a:lnTo>
                    <a:pt x="2167" y="602"/>
                  </a:lnTo>
                  <a:lnTo>
                    <a:pt x="2046" y="434"/>
                  </a:lnTo>
                  <a:lnTo>
                    <a:pt x="1878" y="265"/>
                  </a:lnTo>
                  <a:lnTo>
                    <a:pt x="1782" y="145"/>
                  </a:lnTo>
                  <a:lnTo>
                    <a:pt x="1661" y="73"/>
                  </a:lnTo>
                  <a:lnTo>
                    <a:pt x="1541" y="24"/>
                  </a:lnTo>
                  <a:lnTo>
                    <a:pt x="13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2" name="Google Shape;5752;p14"/>
            <p:cNvSpPr/>
            <p:nvPr/>
          </p:nvSpPr>
          <p:spPr>
            <a:xfrm>
              <a:off x="1267850" y="2158150"/>
              <a:ext cx="20475" cy="23500"/>
            </a:xfrm>
            <a:custGeom>
              <a:avLst/>
              <a:gdLst/>
              <a:ahLst/>
              <a:cxnLst/>
              <a:rect l="l" t="t" r="r" b="b"/>
              <a:pathLst>
                <a:path w="819" h="940" extrusionOk="0">
                  <a:moveTo>
                    <a:pt x="410" y="241"/>
                  </a:moveTo>
                  <a:lnTo>
                    <a:pt x="458" y="313"/>
                  </a:lnTo>
                  <a:lnTo>
                    <a:pt x="506" y="410"/>
                  </a:lnTo>
                  <a:lnTo>
                    <a:pt x="530" y="530"/>
                  </a:lnTo>
                  <a:lnTo>
                    <a:pt x="506" y="602"/>
                  </a:lnTo>
                  <a:lnTo>
                    <a:pt x="458" y="675"/>
                  </a:lnTo>
                  <a:lnTo>
                    <a:pt x="434" y="699"/>
                  </a:lnTo>
                  <a:lnTo>
                    <a:pt x="386" y="699"/>
                  </a:lnTo>
                  <a:lnTo>
                    <a:pt x="337" y="675"/>
                  </a:lnTo>
                  <a:lnTo>
                    <a:pt x="313" y="651"/>
                  </a:lnTo>
                  <a:lnTo>
                    <a:pt x="241" y="602"/>
                  </a:lnTo>
                  <a:lnTo>
                    <a:pt x="217" y="506"/>
                  </a:lnTo>
                  <a:lnTo>
                    <a:pt x="217" y="434"/>
                  </a:lnTo>
                  <a:lnTo>
                    <a:pt x="217" y="362"/>
                  </a:lnTo>
                  <a:lnTo>
                    <a:pt x="241" y="289"/>
                  </a:lnTo>
                  <a:lnTo>
                    <a:pt x="289" y="241"/>
                  </a:lnTo>
                  <a:close/>
                  <a:moveTo>
                    <a:pt x="313" y="1"/>
                  </a:moveTo>
                  <a:lnTo>
                    <a:pt x="241" y="49"/>
                  </a:lnTo>
                  <a:lnTo>
                    <a:pt x="145" y="121"/>
                  </a:lnTo>
                  <a:lnTo>
                    <a:pt x="73" y="217"/>
                  </a:lnTo>
                  <a:lnTo>
                    <a:pt x="24" y="338"/>
                  </a:lnTo>
                  <a:lnTo>
                    <a:pt x="0" y="434"/>
                  </a:lnTo>
                  <a:lnTo>
                    <a:pt x="24" y="554"/>
                  </a:lnTo>
                  <a:lnTo>
                    <a:pt x="49" y="651"/>
                  </a:lnTo>
                  <a:lnTo>
                    <a:pt x="97" y="747"/>
                  </a:lnTo>
                  <a:lnTo>
                    <a:pt x="169" y="819"/>
                  </a:lnTo>
                  <a:lnTo>
                    <a:pt x="265" y="915"/>
                  </a:lnTo>
                  <a:lnTo>
                    <a:pt x="362" y="939"/>
                  </a:lnTo>
                  <a:lnTo>
                    <a:pt x="482" y="939"/>
                  </a:lnTo>
                  <a:lnTo>
                    <a:pt x="578" y="891"/>
                  </a:lnTo>
                  <a:lnTo>
                    <a:pt x="626" y="843"/>
                  </a:lnTo>
                  <a:lnTo>
                    <a:pt x="723" y="771"/>
                  </a:lnTo>
                  <a:lnTo>
                    <a:pt x="771" y="651"/>
                  </a:lnTo>
                  <a:lnTo>
                    <a:pt x="819" y="410"/>
                  </a:lnTo>
                  <a:lnTo>
                    <a:pt x="819" y="362"/>
                  </a:lnTo>
                  <a:lnTo>
                    <a:pt x="795" y="338"/>
                  </a:lnTo>
                  <a:lnTo>
                    <a:pt x="723" y="193"/>
                  </a:lnTo>
                  <a:lnTo>
                    <a:pt x="602" y="97"/>
                  </a:lnTo>
                  <a:lnTo>
                    <a:pt x="530" y="25"/>
                  </a:lnTo>
                  <a:lnTo>
                    <a:pt x="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8453"/>
        <p:cNvGrpSpPr/>
        <p:nvPr/>
      </p:nvGrpSpPr>
      <p:grpSpPr>
        <a:xfrm>
          <a:off x="0" y="0"/>
          <a:ext cx="0" cy="0"/>
          <a:chOff x="0" y="0"/>
          <a:chExt cx="0" cy="0"/>
        </a:xfrm>
      </p:grpSpPr>
      <p:sp>
        <p:nvSpPr>
          <p:cNvPr id="8454" name="Google Shape;8454;p20"/>
          <p:cNvSpPr/>
          <p:nvPr/>
        </p:nvSpPr>
        <p:spPr>
          <a:xfrm>
            <a:off x="145650" y="119725"/>
            <a:ext cx="8852700" cy="490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5" name="Google Shape;8455;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grpSp>
        <p:nvGrpSpPr>
          <p:cNvPr id="8456" name="Google Shape;8456;p20"/>
          <p:cNvGrpSpPr/>
          <p:nvPr/>
        </p:nvGrpSpPr>
        <p:grpSpPr>
          <a:xfrm rot="10800000">
            <a:off x="8797919" y="1865943"/>
            <a:ext cx="551525" cy="559295"/>
            <a:chOff x="1308175" y="3327500"/>
            <a:chExt cx="170350" cy="172750"/>
          </a:xfrm>
        </p:grpSpPr>
        <p:sp>
          <p:nvSpPr>
            <p:cNvPr id="8457" name="Google Shape;8457;p20"/>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8" name="Google Shape;8458;p20"/>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59" name="Google Shape;8459;p20"/>
          <p:cNvSpPr/>
          <p:nvPr/>
        </p:nvSpPr>
        <p:spPr>
          <a:xfrm rot="10800000">
            <a:off x="-291897" y="2620111"/>
            <a:ext cx="551518" cy="671941"/>
          </a:xfrm>
          <a:custGeom>
            <a:avLst/>
            <a:gdLst/>
            <a:ahLst/>
            <a:cxnLst/>
            <a:rect l="l" t="t" r="r" b="b"/>
            <a:pathLst>
              <a:path w="10039" h="12231" extrusionOk="0">
                <a:moveTo>
                  <a:pt x="4478" y="675"/>
                </a:moveTo>
                <a:lnTo>
                  <a:pt x="4887" y="699"/>
                </a:lnTo>
                <a:lnTo>
                  <a:pt x="5272" y="795"/>
                </a:lnTo>
                <a:lnTo>
                  <a:pt x="5633" y="916"/>
                </a:lnTo>
                <a:lnTo>
                  <a:pt x="5994" y="1084"/>
                </a:lnTo>
                <a:lnTo>
                  <a:pt x="6355" y="1277"/>
                </a:lnTo>
                <a:lnTo>
                  <a:pt x="6692" y="1517"/>
                </a:lnTo>
                <a:lnTo>
                  <a:pt x="7005" y="1758"/>
                </a:lnTo>
                <a:lnTo>
                  <a:pt x="7270" y="1999"/>
                </a:lnTo>
                <a:lnTo>
                  <a:pt x="7535" y="2264"/>
                </a:lnTo>
                <a:lnTo>
                  <a:pt x="7776" y="2529"/>
                </a:lnTo>
                <a:lnTo>
                  <a:pt x="7992" y="2817"/>
                </a:lnTo>
                <a:lnTo>
                  <a:pt x="8209" y="3130"/>
                </a:lnTo>
                <a:lnTo>
                  <a:pt x="8402" y="3443"/>
                </a:lnTo>
                <a:lnTo>
                  <a:pt x="8570" y="3780"/>
                </a:lnTo>
                <a:lnTo>
                  <a:pt x="8739" y="4117"/>
                </a:lnTo>
                <a:lnTo>
                  <a:pt x="8883" y="4478"/>
                </a:lnTo>
                <a:lnTo>
                  <a:pt x="9027" y="4840"/>
                </a:lnTo>
                <a:lnTo>
                  <a:pt x="9124" y="5201"/>
                </a:lnTo>
                <a:lnTo>
                  <a:pt x="9220" y="5586"/>
                </a:lnTo>
                <a:lnTo>
                  <a:pt x="9292" y="5971"/>
                </a:lnTo>
                <a:lnTo>
                  <a:pt x="9340" y="6356"/>
                </a:lnTo>
                <a:lnTo>
                  <a:pt x="9365" y="6741"/>
                </a:lnTo>
                <a:lnTo>
                  <a:pt x="9389" y="7127"/>
                </a:lnTo>
                <a:lnTo>
                  <a:pt x="9365" y="7488"/>
                </a:lnTo>
                <a:lnTo>
                  <a:pt x="9340" y="7849"/>
                </a:lnTo>
                <a:lnTo>
                  <a:pt x="9268" y="8210"/>
                </a:lnTo>
                <a:lnTo>
                  <a:pt x="9196" y="8571"/>
                </a:lnTo>
                <a:lnTo>
                  <a:pt x="9076" y="8932"/>
                </a:lnTo>
                <a:lnTo>
                  <a:pt x="8955" y="9293"/>
                </a:lnTo>
                <a:lnTo>
                  <a:pt x="8787" y="9630"/>
                </a:lnTo>
                <a:lnTo>
                  <a:pt x="8570" y="9967"/>
                </a:lnTo>
                <a:lnTo>
                  <a:pt x="8402" y="10232"/>
                </a:lnTo>
                <a:lnTo>
                  <a:pt x="8209" y="10449"/>
                </a:lnTo>
                <a:lnTo>
                  <a:pt x="7992" y="10665"/>
                </a:lnTo>
                <a:lnTo>
                  <a:pt x="7776" y="10858"/>
                </a:lnTo>
                <a:lnTo>
                  <a:pt x="7559" y="11026"/>
                </a:lnTo>
                <a:lnTo>
                  <a:pt x="7318" y="11171"/>
                </a:lnTo>
                <a:lnTo>
                  <a:pt x="7078" y="11291"/>
                </a:lnTo>
                <a:lnTo>
                  <a:pt x="6813" y="11387"/>
                </a:lnTo>
                <a:lnTo>
                  <a:pt x="6548" y="11460"/>
                </a:lnTo>
                <a:lnTo>
                  <a:pt x="6283" y="11508"/>
                </a:lnTo>
                <a:lnTo>
                  <a:pt x="6018" y="11556"/>
                </a:lnTo>
                <a:lnTo>
                  <a:pt x="5729" y="11556"/>
                </a:lnTo>
                <a:lnTo>
                  <a:pt x="5441" y="11532"/>
                </a:lnTo>
                <a:lnTo>
                  <a:pt x="5152" y="11484"/>
                </a:lnTo>
                <a:lnTo>
                  <a:pt x="4863" y="11436"/>
                </a:lnTo>
                <a:lnTo>
                  <a:pt x="4574" y="11339"/>
                </a:lnTo>
                <a:lnTo>
                  <a:pt x="4237" y="11195"/>
                </a:lnTo>
                <a:lnTo>
                  <a:pt x="3900" y="11050"/>
                </a:lnTo>
                <a:lnTo>
                  <a:pt x="3587" y="10858"/>
                </a:lnTo>
                <a:lnTo>
                  <a:pt x="3298" y="10665"/>
                </a:lnTo>
                <a:lnTo>
                  <a:pt x="3009" y="10449"/>
                </a:lnTo>
                <a:lnTo>
                  <a:pt x="2768" y="10208"/>
                </a:lnTo>
                <a:lnTo>
                  <a:pt x="2504" y="9943"/>
                </a:lnTo>
                <a:lnTo>
                  <a:pt x="2287" y="9654"/>
                </a:lnTo>
                <a:lnTo>
                  <a:pt x="2022" y="9293"/>
                </a:lnTo>
                <a:lnTo>
                  <a:pt x="1781" y="8932"/>
                </a:lnTo>
                <a:lnTo>
                  <a:pt x="1565" y="8547"/>
                </a:lnTo>
                <a:lnTo>
                  <a:pt x="1348" y="8186"/>
                </a:lnTo>
                <a:lnTo>
                  <a:pt x="1180" y="7801"/>
                </a:lnTo>
                <a:lnTo>
                  <a:pt x="1035" y="7415"/>
                </a:lnTo>
                <a:lnTo>
                  <a:pt x="915" y="7006"/>
                </a:lnTo>
                <a:lnTo>
                  <a:pt x="818" y="6621"/>
                </a:lnTo>
                <a:lnTo>
                  <a:pt x="746" y="6212"/>
                </a:lnTo>
                <a:lnTo>
                  <a:pt x="698" y="5803"/>
                </a:lnTo>
                <a:lnTo>
                  <a:pt x="674" y="5393"/>
                </a:lnTo>
                <a:lnTo>
                  <a:pt x="698" y="4984"/>
                </a:lnTo>
                <a:lnTo>
                  <a:pt x="722" y="4551"/>
                </a:lnTo>
                <a:lnTo>
                  <a:pt x="794" y="4117"/>
                </a:lnTo>
                <a:lnTo>
                  <a:pt x="891" y="3684"/>
                </a:lnTo>
                <a:lnTo>
                  <a:pt x="1011" y="3251"/>
                </a:lnTo>
                <a:lnTo>
                  <a:pt x="1107" y="2986"/>
                </a:lnTo>
                <a:lnTo>
                  <a:pt x="1204" y="2745"/>
                </a:lnTo>
                <a:lnTo>
                  <a:pt x="1324" y="2480"/>
                </a:lnTo>
                <a:lnTo>
                  <a:pt x="1468" y="2264"/>
                </a:lnTo>
                <a:lnTo>
                  <a:pt x="1613" y="2047"/>
                </a:lnTo>
                <a:lnTo>
                  <a:pt x="1757" y="1830"/>
                </a:lnTo>
                <a:lnTo>
                  <a:pt x="1926" y="1662"/>
                </a:lnTo>
                <a:lnTo>
                  <a:pt x="2118" y="1469"/>
                </a:lnTo>
                <a:lnTo>
                  <a:pt x="2311" y="1325"/>
                </a:lnTo>
                <a:lnTo>
                  <a:pt x="2528" y="1180"/>
                </a:lnTo>
                <a:lnTo>
                  <a:pt x="2744" y="1060"/>
                </a:lnTo>
                <a:lnTo>
                  <a:pt x="2985" y="940"/>
                </a:lnTo>
                <a:lnTo>
                  <a:pt x="3226" y="868"/>
                </a:lnTo>
                <a:lnTo>
                  <a:pt x="3491" y="771"/>
                </a:lnTo>
                <a:lnTo>
                  <a:pt x="3755" y="723"/>
                </a:lnTo>
                <a:lnTo>
                  <a:pt x="4044" y="699"/>
                </a:lnTo>
                <a:lnTo>
                  <a:pt x="4478" y="675"/>
                </a:lnTo>
                <a:close/>
                <a:moveTo>
                  <a:pt x="3924" y="1"/>
                </a:moveTo>
                <a:lnTo>
                  <a:pt x="3539" y="49"/>
                </a:lnTo>
                <a:lnTo>
                  <a:pt x="3154" y="145"/>
                </a:lnTo>
                <a:lnTo>
                  <a:pt x="2793" y="290"/>
                </a:lnTo>
                <a:lnTo>
                  <a:pt x="2407" y="482"/>
                </a:lnTo>
                <a:lnTo>
                  <a:pt x="2070" y="699"/>
                </a:lnTo>
                <a:lnTo>
                  <a:pt x="1733" y="940"/>
                </a:lnTo>
                <a:lnTo>
                  <a:pt x="1444" y="1205"/>
                </a:lnTo>
                <a:lnTo>
                  <a:pt x="1180" y="1517"/>
                </a:lnTo>
                <a:lnTo>
                  <a:pt x="939" y="1855"/>
                </a:lnTo>
                <a:lnTo>
                  <a:pt x="746" y="2192"/>
                </a:lnTo>
                <a:lnTo>
                  <a:pt x="554" y="2577"/>
                </a:lnTo>
                <a:lnTo>
                  <a:pt x="409" y="2986"/>
                </a:lnTo>
                <a:lnTo>
                  <a:pt x="289" y="3371"/>
                </a:lnTo>
                <a:lnTo>
                  <a:pt x="169" y="3756"/>
                </a:lnTo>
                <a:lnTo>
                  <a:pt x="96" y="4141"/>
                </a:lnTo>
                <a:lnTo>
                  <a:pt x="48" y="4551"/>
                </a:lnTo>
                <a:lnTo>
                  <a:pt x="24" y="4936"/>
                </a:lnTo>
                <a:lnTo>
                  <a:pt x="0" y="5321"/>
                </a:lnTo>
                <a:lnTo>
                  <a:pt x="24" y="5706"/>
                </a:lnTo>
                <a:lnTo>
                  <a:pt x="48" y="6091"/>
                </a:lnTo>
                <a:lnTo>
                  <a:pt x="120" y="6477"/>
                </a:lnTo>
                <a:lnTo>
                  <a:pt x="193" y="6838"/>
                </a:lnTo>
                <a:lnTo>
                  <a:pt x="289" y="7223"/>
                </a:lnTo>
                <a:lnTo>
                  <a:pt x="409" y="7608"/>
                </a:lnTo>
                <a:lnTo>
                  <a:pt x="554" y="7993"/>
                </a:lnTo>
                <a:lnTo>
                  <a:pt x="722" y="8354"/>
                </a:lnTo>
                <a:lnTo>
                  <a:pt x="891" y="8739"/>
                </a:lnTo>
                <a:lnTo>
                  <a:pt x="1204" y="9269"/>
                </a:lnTo>
                <a:lnTo>
                  <a:pt x="1517" y="9775"/>
                </a:lnTo>
                <a:lnTo>
                  <a:pt x="1878" y="10256"/>
                </a:lnTo>
                <a:lnTo>
                  <a:pt x="2287" y="10689"/>
                </a:lnTo>
                <a:lnTo>
                  <a:pt x="2504" y="10882"/>
                </a:lnTo>
                <a:lnTo>
                  <a:pt x="2744" y="11075"/>
                </a:lnTo>
                <a:lnTo>
                  <a:pt x="2985" y="11243"/>
                </a:lnTo>
                <a:lnTo>
                  <a:pt x="3226" y="11412"/>
                </a:lnTo>
                <a:lnTo>
                  <a:pt x="3491" y="11556"/>
                </a:lnTo>
                <a:lnTo>
                  <a:pt x="3755" y="11700"/>
                </a:lnTo>
                <a:lnTo>
                  <a:pt x="4044" y="11845"/>
                </a:lnTo>
                <a:lnTo>
                  <a:pt x="4333" y="11965"/>
                </a:lnTo>
                <a:lnTo>
                  <a:pt x="4670" y="12062"/>
                </a:lnTo>
                <a:lnTo>
                  <a:pt x="5007" y="12158"/>
                </a:lnTo>
                <a:lnTo>
                  <a:pt x="5344" y="12206"/>
                </a:lnTo>
                <a:lnTo>
                  <a:pt x="5681" y="12230"/>
                </a:lnTo>
                <a:lnTo>
                  <a:pt x="6018" y="12206"/>
                </a:lnTo>
                <a:lnTo>
                  <a:pt x="6331" y="12182"/>
                </a:lnTo>
                <a:lnTo>
                  <a:pt x="6668" y="12134"/>
                </a:lnTo>
                <a:lnTo>
                  <a:pt x="6981" y="12037"/>
                </a:lnTo>
                <a:lnTo>
                  <a:pt x="7270" y="11917"/>
                </a:lnTo>
                <a:lnTo>
                  <a:pt x="7583" y="11773"/>
                </a:lnTo>
                <a:lnTo>
                  <a:pt x="7872" y="11628"/>
                </a:lnTo>
                <a:lnTo>
                  <a:pt x="8137" y="11436"/>
                </a:lnTo>
                <a:lnTo>
                  <a:pt x="8402" y="11219"/>
                </a:lnTo>
                <a:lnTo>
                  <a:pt x="8642" y="10978"/>
                </a:lnTo>
                <a:lnTo>
                  <a:pt x="8859" y="10713"/>
                </a:lnTo>
                <a:lnTo>
                  <a:pt x="9076" y="10425"/>
                </a:lnTo>
                <a:lnTo>
                  <a:pt x="9316" y="10039"/>
                </a:lnTo>
                <a:lnTo>
                  <a:pt x="9509" y="9630"/>
                </a:lnTo>
                <a:lnTo>
                  <a:pt x="9677" y="9221"/>
                </a:lnTo>
                <a:lnTo>
                  <a:pt x="9822" y="8812"/>
                </a:lnTo>
                <a:lnTo>
                  <a:pt x="9918" y="8378"/>
                </a:lnTo>
                <a:lnTo>
                  <a:pt x="9990" y="7921"/>
                </a:lnTo>
                <a:lnTo>
                  <a:pt x="10039" y="7464"/>
                </a:lnTo>
                <a:lnTo>
                  <a:pt x="10039" y="6982"/>
                </a:lnTo>
                <a:lnTo>
                  <a:pt x="10014" y="6428"/>
                </a:lnTo>
                <a:lnTo>
                  <a:pt x="9966" y="5851"/>
                </a:lnTo>
                <a:lnTo>
                  <a:pt x="9846" y="5297"/>
                </a:lnTo>
                <a:lnTo>
                  <a:pt x="9702" y="4743"/>
                </a:lnTo>
                <a:lnTo>
                  <a:pt x="9509" y="4214"/>
                </a:lnTo>
                <a:lnTo>
                  <a:pt x="9268" y="3660"/>
                </a:lnTo>
                <a:lnTo>
                  <a:pt x="9003" y="3154"/>
                </a:lnTo>
                <a:lnTo>
                  <a:pt x="8690" y="2649"/>
                </a:lnTo>
                <a:lnTo>
                  <a:pt x="8402" y="2264"/>
                </a:lnTo>
                <a:lnTo>
                  <a:pt x="8113" y="1903"/>
                </a:lnTo>
                <a:lnTo>
                  <a:pt x="7800" y="1566"/>
                </a:lnTo>
                <a:lnTo>
                  <a:pt x="7463" y="1253"/>
                </a:lnTo>
                <a:lnTo>
                  <a:pt x="7078" y="964"/>
                </a:lnTo>
                <a:lnTo>
                  <a:pt x="6692" y="723"/>
                </a:lnTo>
                <a:lnTo>
                  <a:pt x="6283" y="506"/>
                </a:lnTo>
                <a:lnTo>
                  <a:pt x="5850" y="314"/>
                </a:lnTo>
                <a:lnTo>
                  <a:pt x="5465" y="169"/>
                </a:lnTo>
                <a:lnTo>
                  <a:pt x="5079" y="73"/>
                </a:lnTo>
                <a:lnTo>
                  <a:pt x="4694" y="25"/>
                </a:lnTo>
                <a:lnTo>
                  <a:pt x="4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60" name="Google Shape;8460;p20"/>
          <p:cNvGrpSpPr/>
          <p:nvPr/>
        </p:nvGrpSpPr>
        <p:grpSpPr>
          <a:xfrm rot="-7336253" flipH="1">
            <a:off x="8315737" y="2686923"/>
            <a:ext cx="1782737" cy="4456717"/>
            <a:chOff x="1094525" y="1997475"/>
            <a:chExt cx="357500" cy="893725"/>
          </a:xfrm>
        </p:grpSpPr>
        <p:sp>
          <p:nvSpPr>
            <p:cNvPr id="8461" name="Google Shape;8461;p20"/>
            <p:cNvSpPr/>
            <p:nvPr/>
          </p:nvSpPr>
          <p:spPr>
            <a:xfrm>
              <a:off x="1249200" y="2726875"/>
              <a:ext cx="108350" cy="104750"/>
            </a:xfrm>
            <a:custGeom>
              <a:avLst/>
              <a:gdLst/>
              <a:ahLst/>
              <a:cxnLst/>
              <a:rect l="l" t="t" r="r" b="b"/>
              <a:pathLst>
                <a:path w="4334" h="4190" extrusionOk="0">
                  <a:moveTo>
                    <a:pt x="2335" y="217"/>
                  </a:moveTo>
                  <a:lnTo>
                    <a:pt x="2817" y="314"/>
                  </a:lnTo>
                  <a:lnTo>
                    <a:pt x="2937" y="338"/>
                  </a:lnTo>
                  <a:lnTo>
                    <a:pt x="3057" y="386"/>
                  </a:lnTo>
                  <a:lnTo>
                    <a:pt x="3298" y="506"/>
                  </a:lnTo>
                  <a:lnTo>
                    <a:pt x="3515" y="651"/>
                  </a:lnTo>
                  <a:lnTo>
                    <a:pt x="3707" y="843"/>
                  </a:lnTo>
                  <a:lnTo>
                    <a:pt x="3876" y="1060"/>
                  </a:lnTo>
                  <a:lnTo>
                    <a:pt x="3996" y="1277"/>
                  </a:lnTo>
                  <a:lnTo>
                    <a:pt x="4044" y="1493"/>
                  </a:lnTo>
                  <a:lnTo>
                    <a:pt x="4117" y="1782"/>
                  </a:lnTo>
                  <a:lnTo>
                    <a:pt x="4141" y="2071"/>
                  </a:lnTo>
                  <a:lnTo>
                    <a:pt x="4141" y="2264"/>
                  </a:lnTo>
                  <a:lnTo>
                    <a:pt x="4093" y="2432"/>
                  </a:lnTo>
                  <a:lnTo>
                    <a:pt x="4044" y="2601"/>
                  </a:lnTo>
                  <a:lnTo>
                    <a:pt x="3996" y="2769"/>
                  </a:lnTo>
                  <a:lnTo>
                    <a:pt x="3924" y="2889"/>
                  </a:lnTo>
                  <a:lnTo>
                    <a:pt x="3828" y="2986"/>
                  </a:lnTo>
                  <a:lnTo>
                    <a:pt x="3587" y="3202"/>
                  </a:lnTo>
                  <a:lnTo>
                    <a:pt x="3394" y="3467"/>
                  </a:lnTo>
                  <a:lnTo>
                    <a:pt x="3298" y="3563"/>
                  </a:lnTo>
                  <a:lnTo>
                    <a:pt x="3178" y="3660"/>
                  </a:lnTo>
                  <a:lnTo>
                    <a:pt x="3082" y="3708"/>
                  </a:lnTo>
                  <a:lnTo>
                    <a:pt x="2937" y="3756"/>
                  </a:lnTo>
                  <a:lnTo>
                    <a:pt x="2480" y="3900"/>
                  </a:lnTo>
                  <a:lnTo>
                    <a:pt x="2359" y="3925"/>
                  </a:lnTo>
                  <a:lnTo>
                    <a:pt x="2215" y="3949"/>
                  </a:lnTo>
                  <a:lnTo>
                    <a:pt x="1974" y="3949"/>
                  </a:lnTo>
                  <a:lnTo>
                    <a:pt x="1517" y="3900"/>
                  </a:lnTo>
                  <a:lnTo>
                    <a:pt x="1276" y="3852"/>
                  </a:lnTo>
                  <a:lnTo>
                    <a:pt x="1059" y="3804"/>
                  </a:lnTo>
                  <a:lnTo>
                    <a:pt x="891" y="3732"/>
                  </a:lnTo>
                  <a:lnTo>
                    <a:pt x="770" y="3660"/>
                  </a:lnTo>
                  <a:lnTo>
                    <a:pt x="650" y="3539"/>
                  </a:lnTo>
                  <a:lnTo>
                    <a:pt x="530" y="3419"/>
                  </a:lnTo>
                  <a:lnTo>
                    <a:pt x="313" y="3058"/>
                  </a:lnTo>
                  <a:lnTo>
                    <a:pt x="241" y="2938"/>
                  </a:lnTo>
                  <a:lnTo>
                    <a:pt x="193" y="2817"/>
                  </a:lnTo>
                  <a:lnTo>
                    <a:pt x="169" y="2673"/>
                  </a:lnTo>
                  <a:lnTo>
                    <a:pt x="169" y="2528"/>
                  </a:lnTo>
                  <a:lnTo>
                    <a:pt x="193" y="2239"/>
                  </a:lnTo>
                  <a:lnTo>
                    <a:pt x="241" y="1854"/>
                  </a:lnTo>
                  <a:lnTo>
                    <a:pt x="313" y="1493"/>
                  </a:lnTo>
                  <a:lnTo>
                    <a:pt x="361" y="1301"/>
                  </a:lnTo>
                  <a:lnTo>
                    <a:pt x="433" y="1132"/>
                  </a:lnTo>
                  <a:lnTo>
                    <a:pt x="530" y="964"/>
                  </a:lnTo>
                  <a:lnTo>
                    <a:pt x="650" y="819"/>
                  </a:lnTo>
                  <a:lnTo>
                    <a:pt x="722" y="747"/>
                  </a:lnTo>
                  <a:lnTo>
                    <a:pt x="819" y="723"/>
                  </a:lnTo>
                  <a:lnTo>
                    <a:pt x="987" y="675"/>
                  </a:lnTo>
                  <a:lnTo>
                    <a:pt x="1132" y="651"/>
                  </a:lnTo>
                  <a:lnTo>
                    <a:pt x="1324" y="602"/>
                  </a:lnTo>
                  <a:lnTo>
                    <a:pt x="1469" y="506"/>
                  </a:lnTo>
                  <a:lnTo>
                    <a:pt x="1589" y="410"/>
                  </a:lnTo>
                  <a:lnTo>
                    <a:pt x="1709" y="362"/>
                  </a:lnTo>
                  <a:lnTo>
                    <a:pt x="1974" y="241"/>
                  </a:lnTo>
                  <a:lnTo>
                    <a:pt x="2070" y="217"/>
                  </a:lnTo>
                  <a:close/>
                  <a:moveTo>
                    <a:pt x="2215" y="1"/>
                  </a:moveTo>
                  <a:lnTo>
                    <a:pt x="2046" y="25"/>
                  </a:lnTo>
                  <a:lnTo>
                    <a:pt x="1878" y="73"/>
                  </a:lnTo>
                  <a:lnTo>
                    <a:pt x="1709" y="145"/>
                  </a:lnTo>
                  <a:lnTo>
                    <a:pt x="1517" y="241"/>
                  </a:lnTo>
                  <a:lnTo>
                    <a:pt x="1445" y="265"/>
                  </a:lnTo>
                  <a:lnTo>
                    <a:pt x="1372" y="314"/>
                  </a:lnTo>
                  <a:lnTo>
                    <a:pt x="1300" y="386"/>
                  </a:lnTo>
                  <a:lnTo>
                    <a:pt x="1204" y="410"/>
                  </a:lnTo>
                  <a:lnTo>
                    <a:pt x="1035" y="458"/>
                  </a:lnTo>
                  <a:lnTo>
                    <a:pt x="939" y="458"/>
                  </a:lnTo>
                  <a:lnTo>
                    <a:pt x="867" y="482"/>
                  </a:lnTo>
                  <a:lnTo>
                    <a:pt x="795" y="506"/>
                  </a:lnTo>
                  <a:lnTo>
                    <a:pt x="746" y="554"/>
                  </a:lnTo>
                  <a:lnTo>
                    <a:pt x="698" y="627"/>
                  </a:lnTo>
                  <a:lnTo>
                    <a:pt x="650" y="675"/>
                  </a:lnTo>
                  <a:lnTo>
                    <a:pt x="602" y="723"/>
                  </a:lnTo>
                  <a:lnTo>
                    <a:pt x="482" y="867"/>
                  </a:lnTo>
                  <a:lnTo>
                    <a:pt x="361" y="1012"/>
                  </a:lnTo>
                  <a:lnTo>
                    <a:pt x="265" y="1180"/>
                  </a:lnTo>
                  <a:lnTo>
                    <a:pt x="217" y="1373"/>
                  </a:lnTo>
                  <a:lnTo>
                    <a:pt x="72" y="1999"/>
                  </a:lnTo>
                  <a:lnTo>
                    <a:pt x="24" y="2264"/>
                  </a:lnTo>
                  <a:lnTo>
                    <a:pt x="0" y="2528"/>
                  </a:lnTo>
                  <a:lnTo>
                    <a:pt x="0" y="2745"/>
                  </a:lnTo>
                  <a:lnTo>
                    <a:pt x="48" y="2913"/>
                  </a:lnTo>
                  <a:lnTo>
                    <a:pt x="121" y="3106"/>
                  </a:lnTo>
                  <a:lnTo>
                    <a:pt x="217" y="3251"/>
                  </a:lnTo>
                  <a:lnTo>
                    <a:pt x="313" y="3395"/>
                  </a:lnTo>
                  <a:lnTo>
                    <a:pt x="409" y="3563"/>
                  </a:lnTo>
                  <a:lnTo>
                    <a:pt x="554" y="3708"/>
                  </a:lnTo>
                  <a:lnTo>
                    <a:pt x="626" y="3804"/>
                  </a:lnTo>
                  <a:lnTo>
                    <a:pt x="722" y="3876"/>
                  </a:lnTo>
                  <a:lnTo>
                    <a:pt x="963" y="3973"/>
                  </a:lnTo>
                  <a:lnTo>
                    <a:pt x="1228" y="4069"/>
                  </a:lnTo>
                  <a:lnTo>
                    <a:pt x="1493" y="4117"/>
                  </a:lnTo>
                  <a:lnTo>
                    <a:pt x="1782" y="4165"/>
                  </a:lnTo>
                  <a:lnTo>
                    <a:pt x="2046" y="4189"/>
                  </a:lnTo>
                  <a:lnTo>
                    <a:pt x="2311" y="4165"/>
                  </a:lnTo>
                  <a:lnTo>
                    <a:pt x="2456" y="4141"/>
                  </a:lnTo>
                  <a:lnTo>
                    <a:pt x="2576" y="4117"/>
                  </a:lnTo>
                  <a:lnTo>
                    <a:pt x="3082" y="3925"/>
                  </a:lnTo>
                  <a:lnTo>
                    <a:pt x="3274" y="3852"/>
                  </a:lnTo>
                  <a:lnTo>
                    <a:pt x="3370" y="3780"/>
                  </a:lnTo>
                  <a:lnTo>
                    <a:pt x="3443" y="3708"/>
                  </a:lnTo>
                  <a:lnTo>
                    <a:pt x="3659" y="3467"/>
                  </a:lnTo>
                  <a:lnTo>
                    <a:pt x="3780" y="3323"/>
                  </a:lnTo>
                  <a:lnTo>
                    <a:pt x="3900" y="3202"/>
                  </a:lnTo>
                  <a:lnTo>
                    <a:pt x="3996" y="3106"/>
                  </a:lnTo>
                  <a:lnTo>
                    <a:pt x="4069" y="3010"/>
                  </a:lnTo>
                  <a:lnTo>
                    <a:pt x="4141" y="2889"/>
                  </a:lnTo>
                  <a:lnTo>
                    <a:pt x="4213" y="2769"/>
                  </a:lnTo>
                  <a:lnTo>
                    <a:pt x="4261" y="2576"/>
                  </a:lnTo>
                  <a:lnTo>
                    <a:pt x="4309" y="2408"/>
                  </a:lnTo>
                  <a:lnTo>
                    <a:pt x="4333" y="2215"/>
                  </a:lnTo>
                  <a:lnTo>
                    <a:pt x="4333" y="2023"/>
                  </a:lnTo>
                  <a:lnTo>
                    <a:pt x="4309" y="1734"/>
                  </a:lnTo>
                  <a:lnTo>
                    <a:pt x="4261" y="1469"/>
                  </a:lnTo>
                  <a:lnTo>
                    <a:pt x="4213" y="1301"/>
                  </a:lnTo>
                  <a:lnTo>
                    <a:pt x="4141" y="1132"/>
                  </a:lnTo>
                  <a:lnTo>
                    <a:pt x="4020" y="915"/>
                  </a:lnTo>
                  <a:lnTo>
                    <a:pt x="3876" y="723"/>
                  </a:lnTo>
                  <a:lnTo>
                    <a:pt x="3707" y="530"/>
                  </a:lnTo>
                  <a:lnTo>
                    <a:pt x="3515" y="386"/>
                  </a:lnTo>
                  <a:lnTo>
                    <a:pt x="3226" y="217"/>
                  </a:lnTo>
                  <a:lnTo>
                    <a:pt x="3082" y="145"/>
                  </a:lnTo>
                  <a:lnTo>
                    <a:pt x="2913" y="97"/>
                  </a:lnTo>
                  <a:lnTo>
                    <a:pt x="2383" y="25"/>
                  </a:lnTo>
                  <a:lnTo>
                    <a:pt x="2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2" name="Google Shape;8462;p20"/>
            <p:cNvSpPr/>
            <p:nvPr/>
          </p:nvSpPr>
          <p:spPr>
            <a:xfrm>
              <a:off x="1283500" y="2756375"/>
              <a:ext cx="42150" cy="44550"/>
            </a:xfrm>
            <a:custGeom>
              <a:avLst/>
              <a:gdLst/>
              <a:ahLst/>
              <a:cxnLst/>
              <a:rect l="l" t="t" r="r" b="b"/>
              <a:pathLst>
                <a:path w="1686" h="1782" extrusionOk="0">
                  <a:moveTo>
                    <a:pt x="1011" y="217"/>
                  </a:moveTo>
                  <a:lnTo>
                    <a:pt x="1132" y="265"/>
                  </a:lnTo>
                  <a:lnTo>
                    <a:pt x="1372" y="434"/>
                  </a:lnTo>
                  <a:lnTo>
                    <a:pt x="1445" y="506"/>
                  </a:lnTo>
                  <a:lnTo>
                    <a:pt x="1493" y="602"/>
                  </a:lnTo>
                  <a:lnTo>
                    <a:pt x="1493" y="891"/>
                  </a:lnTo>
                  <a:lnTo>
                    <a:pt x="1493" y="1035"/>
                  </a:lnTo>
                  <a:lnTo>
                    <a:pt x="1469" y="1156"/>
                  </a:lnTo>
                  <a:lnTo>
                    <a:pt x="1421" y="1276"/>
                  </a:lnTo>
                  <a:lnTo>
                    <a:pt x="1348" y="1348"/>
                  </a:lnTo>
                  <a:lnTo>
                    <a:pt x="1132" y="1541"/>
                  </a:lnTo>
                  <a:lnTo>
                    <a:pt x="1060" y="1589"/>
                  </a:lnTo>
                  <a:lnTo>
                    <a:pt x="987" y="1613"/>
                  </a:lnTo>
                  <a:lnTo>
                    <a:pt x="795" y="1589"/>
                  </a:lnTo>
                  <a:lnTo>
                    <a:pt x="602" y="1589"/>
                  </a:lnTo>
                  <a:lnTo>
                    <a:pt x="434" y="1517"/>
                  </a:lnTo>
                  <a:lnTo>
                    <a:pt x="313" y="1445"/>
                  </a:lnTo>
                  <a:lnTo>
                    <a:pt x="241" y="1396"/>
                  </a:lnTo>
                  <a:lnTo>
                    <a:pt x="193" y="1324"/>
                  </a:lnTo>
                  <a:lnTo>
                    <a:pt x="169" y="1252"/>
                  </a:lnTo>
                  <a:lnTo>
                    <a:pt x="169" y="1180"/>
                  </a:lnTo>
                  <a:lnTo>
                    <a:pt x="169" y="1108"/>
                  </a:lnTo>
                  <a:lnTo>
                    <a:pt x="169" y="1011"/>
                  </a:lnTo>
                  <a:lnTo>
                    <a:pt x="169" y="843"/>
                  </a:lnTo>
                  <a:lnTo>
                    <a:pt x="193" y="674"/>
                  </a:lnTo>
                  <a:lnTo>
                    <a:pt x="241" y="578"/>
                  </a:lnTo>
                  <a:lnTo>
                    <a:pt x="289" y="506"/>
                  </a:lnTo>
                  <a:lnTo>
                    <a:pt x="410" y="385"/>
                  </a:lnTo>
                  <a:lnTo>
                    <a:pt x="506" y="313"/>
                  </a:lnTo>
                  <a:lnTo>
                    <a:pt x="650" y="265"/>
                  </a:lnTo>
                  <a:lnTo>
                    <a:pt x="771" y="241"/>
                  </a:lnTo>
                  <a:lnTo>
                    <a:pt x="915" y="217"/>
                  </a:lnTo>
                  <a:close/>
                  <a:moveTo>
                    <a:pt x="939" y="0"/>
                  </a:moveTo>
                  <a:lnTo>
                    <a:pt x="771" y="24"/>
                  </a:lnTo>
                  <a:lnTo>
                    <a:pt x="626" y="48"/>
                  </a:lnTo>
                  <a:lnTo>
                    <a:pt x="482" y="121"/>
                  </a:lnTo>
                  <a:lnTo>
                    <a:pt x="337" y="193"/>
                  </a:lnTo>
                  <a:lnTo>
                    <a:pt x="241" y="265"/>
                  </a:lnTo>
                  <a:lnTo>
                    <a:pt x="169" y="337"/>
                  </a:lnTo>
                  <a:lnTo>
                    <a:pt x="73" y="482"/>
                  </a:lnTo>
                  <a:lnTo>
                    <a:pt x="24" y="674"/>
                  </a:lnTo>
                  <a:lnTo>
                    <a:pt x="0" y="867"/>
                  </a:lnTo>
                  <a:lnTo>
                    <a:pt x="0" y="1035"/>
                  </a:lnTo>
                  <a:lnTo>
                    <a:pt x="0" y="1180"/>
                  </a:lnTo>
                  <a:lnTo>
                    <a:pt x="24" y="1300"/>
                  </a:lnTo>
                  <a:lnTo>
                    <a:pt x="48" y="1396"/>
                  </a:lnTo>
                  <a:lnTo>
                    <a:pt x="121" y="1469"/>
                  </a:lnTo>
                  <a:lnTo>
                    <a:pt x="193" y="1565"/>
                  </a:lnTo>
                  <a:lnTo>
                    <a:pt x="313" y="1637"/>
                  </a:lnTo>
                  <a:lnTo>
                    <a:pt x="434" y="1709"/>
                  </a:lnTo>
                  <a:lnTo>
                    <a:pt x="578" y="1733"/>
                  </a:lnTo>
                  <a:lnTo>
                    <a:pt x="723" y="1758"/>
                  </a:lnTo>
                  <a:lnTo>
                    <a:pt x="1035" y="1782"/>
                  </a:lnTo>
                  <a:lnTo>
                    <a:pt x="1132" y="1758"/>
                  </a:lnTo>
                  <a:lnTo>
                    <a:pt x="1204" y="1685"/>
                  </a:lnTo>
                  <a:lnTo>
                    <a:pt x="1445" y="1493"/>
                  </a:lnTo>
                  <a:lnTo>
                    <a:pt x="1565" y="1372"/>
                  </a:lnTo>
                  <a:lnTo>
                    <a:pt x="1613" y="1228"/>
                  </a:lnTo>
                  <a:lnTo>
                    <a:pt x="1661" y="1035"/>
                  </a:lnTo>
                  <a:lnTo>
                    <a:pt x="1685" y="843"/>
                  </a:lnTo>
                  <a:lnTo>
                    <a:pt x="1637" y="578"/>
                  </a:lnTo>
                  <a:lnTo>
                    <a:pt x="1613" y="458"/>
                  </a:lnTo>
                  <a:lnTo>
                    <a:pt x="1589" y="385"/>
                  </a:lnTo>
                  <a:lnTo>
                    <a:pt x="1517" y="313"/>
                  </a:lnTo>
                  <a:lnTo>
                    <a:pt x="1445" y="241"/>
                  </a:lnTo>
                  <a:lnTo>
                    <a:pt x="1300" y="145"/>
                  </a:lnTo>
                  <a:lnTo>
                    <a:pt x="1132" y="48"/>
                  </a:lnTo>
                  <a:lnTo>
                    <a:pt x="1035" y="24"/>
                  </a:lnTo>
                  <a:lnTo>
                    <a:pt x="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3" name="Google Shape;8463;p20"/>
            <p:cNvSpPr/>
            <p:nvPr/>
          </p:nvSpPr>
          <p:spPr>
            <a:xfrm>
              <a:off x="1296725" y="2772625"/>
              <a:ext cx="14475" cy="16275"/>
            </a:xfrm>
            <a:custGeom>
              <a:avLst/>
              <a:gdLst/>
              <a:ahLst/>
              <a:cxnLst/>
              <a:rect l="l" t="t" r="r" b="b"/>
              <a:pathLst>
                <a:path w="579" h="651" extrusionOk="0">
                  <a:moveTo>
                    <a:pt x="410" y="193"/>
                  </a:moveTo>
                  <a:lnTo>
                    <a:pt x="434" y="265"/>
                  </a:lnTo>
                  <a:lnTo>
                    <a:pt x="434" y="313"/>
                  </a:lnTo>
                  <a:lnTo>
                    <a:pt x="410" y="385"/>
                  </a:lnTo>
                  <a:lnTo>
                    <a:pt x="362" y="458"/>
                  </a:lnTo>
                  <a:lnTo>
                    <a:pt x="290" y="506"/>
                  </a:lnTo>
                  <a:lnTo>
                    <a:pt x="242" y="506"/>
                  </a:lnTo>
                  <a:lnTo>
                    <a:pt x="218" y="482"/>
                  </a:lnTo>
                  <a:lnTo>
                    <a:pt x="194" y="458"/>
                  </a:lnTo>
                  <a:lnTo>
                    <a:pt x="194" y="385"/>
                  </a:lnTo>
                  <a:lnTo>
                    <a:pt x="218" y="313"/>
                  </a:lnTo>
                  <a:lnTo>
                    <a:pt x="242" y="241"/>
                  </a:lnTo>
                  <a:lnTo>
                    <a:pt x="290" y="193"/>
                  </a:lnTo>
                  <a:close/>
                  <a:moveTo>
                    <a:pt x="314" y="0"/>
                  </a:moveTo>
                  <a:lnTo>
                    <a:pt x="242" y="24"/>
                  </a:lnTo>
                  <a:lnTo>
                    <a:pt x="169" y="48"/>
                  </a:lnTo>
                  <a:lnTo>
                    <a:pt x="25" y="193"/>
                  </a:lnTo>
                  <a:lnTo>
                    <a:pt x="1" y="241"/>
                  </a:lnTo>
                  <a:lnTo>
                    <a:pt x="1" y="337"/>
                  </a:lnTo>
                  <a:lnTo>
                    <a:pt x="25" y="458"/>
                  </a:lnTo>
                  <a:lnTo>
                    <a:pt x="49" y="530"/>
                  </a:lnTo>
                  <a:lnTo>
                    <a:pt x="97" y="578"/>
                  </a:lnTo>
                  <a:lnTo>
                    <a:pt x="145" y="626"/>
                  </a:lnTo>
                  <a:lnTo>
                    <a:pt x="218" y="650"/>
                  </a:lnTo>
                  <a:lnTo>
                    <a:pt x="314" y="650"/>
                  </a:lnTo>
                  <a:lnTo>
                    <a:pt x="386" y="602"/>
                  </a:lnTo>
                  <a:lnTo>
                    <a:pt x="458" y="578"/>
                  </a:lnTo>
                  <a:lnTo>
                    <a:pt x="506" y="506"/>
                  </a:lnTo>
                  <a:lnTo>
                    <a:pt x="555" y="458"/>
                  </a:lnTo>
                  <a:lnTo>
                    <a:pt x="579" y="385"/>
                  </a:lnTo>
                  <a:lnTo>
                    <a:pt x="579" y="289"/>
                  </a:lnTo>
                  <a:lnTo>
                    <a:pt x="579" y="217"/>
                  </a:lnTo>
                  <a:lnTo>
                    <a:pt x="555" y="121"/>
                  </a:lnTo>
                  <a:lnTo>
                    <a:pt x="506" y="72"/>
                  </a:lnTo>
                  <a:lnTo>
                    <a:pt x="458" y="24"/>
                  </a:lnTo>
                  <a:lnTo>
                    <a:pt x="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4" name="Google Shape;8464;p20"/>
            <p:cNvSpPr/>
            <p:nvPr/>
          </p:nvSpPr>
          <p:spPr>
            <a:xfrm>
              <a:off x="1150500" y="2347725"/>
              <a:ext cx="13250" cy="11450"/>
            </a:xfrm>
            <a:custGeom>
              <a:avLst/>
              <a:gdLst/>
              <a:ahLst/>
              <a:cxnLst/>
              <a:rect l="l" t="t" r="r" b="b"/>
              <a:pathLst>
                <a:path w="530" h="458" extrusionOk="0">
                  <a:moveTo>
                    <a:pt x="217" y="1"/>
                  </a:moveTo>
                  <a:lnTo>
                    <a:pt x="120" y="25"/>
                  </a:lnTo>
                  <a:lnTo>
                    <a:pt x="48" y="97"/>
                  </a:lnTo>
                  <a:lnTo>
                    <a:pt x="24" y="169"/>
                  </a:lnTo>
                  <a:lnTo>
                    <a:pt x="0" y="193"/>
                  </a:lnTo>
                  <a:lnTo>
                    <a:pt x="24" y="241"/>
                  </a:lnTo>
                  <a:lnTo>
                    <a:pt x="72" y="338"/>
                  </a:lnTo>
                  <a:lnTo>
                    <a:pt x="169" y="410"/>
                  </a:lnTo>
                  <a:lnTo>
                    <a:pt x="265" y="458"/>
                  </a:lnTo>
                  <a:lnTo>
                    <a:pt x="361" y="458"/>
                  </a:lnTo>
                  <a:lnTo>
                    <a:pt x="433" y="434"/>
                  </a:lnTo>
                  <a:lnTo>
                    <a:pt x="482" y="386"/>
                  </a:lnTo>
                  <a:lnTo>
                    <a:pt x="530" y="289"/>
                  </a:lnTo>
                  <a:lnTo>
                    <a:pt x="530" y="193"/>
                  </a:lnTo>
                  <a:lnTo>
                    <a:pt x="482" y="97"/>
                  </a:lnTo>
                  <a:lnTo>
                    <a:pt x="409" y="25"/>
                  </a:lnTo>
                  <a:lnTo>
                    <a:pt x="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5" name="Google Shape;8465;p20"/>
            <p:cNvSpPr/>
            <p:nvPr/>
          </p:nvSpPr>
          <p:spPr>
            <a:xfrm>
              <a:off x="1204650" y="2410925"/>
              <a:ext cx="150500" cy="145050"/>
            </a:xfrm>
            <a:custGeom>
              <a:avLst/>
              <a:gdLst/>
              <a:ahLst/>
              <a:cxnLst/>
              <a:rect l="l" t="t" r="r" b="b"/>
              <a:pathLst>
                <a:path w="6020" h="5802" extrusionOk="0">
                  <a:moveTo>
                    <a:pt x="3130" y="289"/>
                  </a:moveTo>
                  <a:lnTo>
                    <a:pt x="3251" y="313"/>
                  </a:lnTo>
                  <a:lnTo>
                    <a:pt x="3925" y="409"/>
                  </a:lnTo>
                  <a:lnTo>
                    <a:pt x="4093" y="458"/>
                  </a:lnTo>
                  <a:lnTo>
                    <a:pt x="4238" y="506"/>
                  </a:lnTo>
                  <a:lnTo>
                    <a:pt x="4575" y="698"/>
                  </a:lnTo>
                  <a:lnTo>
                    <a:pt x="4888" y="915"/>
                  </a:lnTo>
                  <a:lnTo>
                    <a:pt x="5152" y="1156"/>
                  </a:lnTo>
                  <a:lnTo>
                    <a:pt x="5273" y="1300"/>
                  </a:lnTo>
                  <a:lnTo>
                    <a:pt x="5393" y="1469"/>
                  </a:lnTo>
                  <a:lnTo>
                    <a:pt x="5465" y="1613"/>
                  </a:lnTo>
                  <a:lnTo>
                    <a:pt x="5538" y="1758"/>
                  </a:lnTo>
                  <a:lnTo>
                    <a:pt x="5634" y="2046"/>
                  </a:lnTo>
                  <a:lnTo>
                    <a:pt x="5706" y="2456"/>
                  </a:lnTo>
                  <a:lnTo>
                    <a:pt x="5754" y="2889"/>
                  </a:lnTo>
                  <a:lnTo>
                    <a:pt x="5730" y="3130"/>
                  </a:lnTo>
                  <a:lnTo>
                    <a:pt x="5706" y="3370"/>
                  </a:lnTo>
                  <a:lnTo>
                    <a:pt x="5634" y="3611"/>
                  </a:lnTo>
                  <a:lnTo>
                    <a:pt x="5538" y="3852"/>
                  </a:lnTo>
                  <a:lnTo>
                    <a:pt x="5441" y="3996"/>
                  </a:lnTo>
                  <a:lnTo>
                    <a:pt x="5321" y="4141"/>
                  </a:lnTo>
                  <a:lnTo>
                    <a:pt x="5008" y="4454"/>
                  </a:lnTo>
                  <a:lnTo>
                    <a:pt x="4695" y="4815"/>
                  </a:lnTo>
                  <a:lnTo>
                    <a:pt x="4575" y="4959"/>
                  </a:lnTo>
                  <a:lnTo>
                    <a:pt x="4430" y="5056"/>
                  </a:lnTo>
                  <a:lnTo>
                    <a:pt x="4262" y="5152"/>
                  </a:lnTo>
                  <a:lnTo>
                    <a:pt x="4093" y="5200"/>
                  </a:lnTo>
                  <a:lnTo>
                    <a:pt x="3756" y="5320"/>
                  </a:lnTo>
                  <a:lnTo>
                    <a:pt x="3443" y="5417"/>
                  </a:lnTo>
                  <a:lnTo>
                    <a:pt x="3275" y="5465"/>
                  </a:lnTo>
                  <a:lnTo>
                    <a:pt x="3082" y="5489"/>
                  </a:lnTo>
                  <a:lnTo>
                    <a:pt x="2745" y="5489"/>
                  </a:lnTo>
                  <a:lnTo>
                    <a:pt x="2095" y="5417"/>
                  </a:lnTo>
                  <a:lnTo>
                    <a:pt x="1782" y="5344"/>
                  </a:lnTo>
                  <a:lnTo>
                    <a:pt x="1469" y="5272"/>
                  </a:lnTo>
                  <a:lnTo>
                    <a:pt x="1253" y="5200"/>
                  </a:lnTo>
                  <a:lnTo>
                    <a:pt x="1060" y="5080"/>
                  </a:lnTo>
                  <a:lnTo>
                    <a:pt x="891" y="4935"/>
                  </a:lnTo>
                  <a:lnTo>
                    <a:pt x="747" y="4743"/>
                  </a:lnTo>
                  <a:lnTo>
                    <a:pt x="578" y="4502"/>
                  </a:lnTo>
                  <a:lnTo>
                    <a:pt x="410" y="4261"/>
                  </a:lnTo>
                  <a:lnTo>
                    <a:pt x="314" y="4093"/>
                  </a:lnTo>
                  <a:lnTo>
                    <a:pt x="266" y="3900"/>
                  </a:lnTo>
                  <a:lnTo>
                    <a:pt x="217" y="3708"/>
                  </a:lnTo>
                  <a:lnTo>
                    <a:pt x="217" y="3515"/>
                  </a:lnTo>
                  <a:lnTo>
                    <a:pt x="217" y="3322"/>
                  </a:lnTo>
                  <a:lnTo>
                    <a:pt x="241" y="3106"/>
                  </a:lnTo>
                  <a:lnTo>
                    <a:pt x="338" y="2600"/>
                  </a:lnTo>
                  <a:lnTo>
                    <a:pt x="434" y="2071"/>
                  </a:lnTo>
                  <a:lnTo>
                    <a:pt x="506" y="1806"/>
                  </a:lnTo>
                  <a:lnTo>
                    <a:pt x="603" y="1565"/>
                  </a:lnTo>
                  <a:lnTo>
                    <a:pt x="723" y="1348"/>
                  </a:lnTo>
                  <a:lnTo>
                    <a:pt x="891" y="1132"/>
                  </a:lnTo>
                  <a:lnTo>
                    <a:pt x="988" y="1035"/>
                  </a:lnTo>
                  <a:lnTo>
                    <a:pt x="1060" y="1011"/>
                  </a:lnTo>
                  <a:lnTo>
                    <a:pt x="1132" y="987"/>
                  </a:lnTo>
                  <a:lnTo>
                    <a:pt x="1349" y="939"/>
                  </a:lnTo>
                  <a:lnTo>
                    <a:pt x="1590" y="891"/>
                  </a:lnTo>
                  <a:lnTo>
                    <a:pt x="1710" y="867"/>
                  </a:lnTo>
                  <a:lnTo>
                    <a:pt x="1830" y="819"/>
                  </a:lnTo>
                  <a:lnTo>
                    <a:pt x="1927" y="771"/>
                  </a:lnTo>
                  <a:lnTo>
                    <a:pt x="2047" y="698"/>
                  </a:lnTo>
                  <a:lnTo>
                    <a:pt x="2215" y="578"/>
                  </a:lnTo>
                  <a:lnTo>
                    <a:pt x="2384" y="482"/>
                  </a:lnTo>
                  <a:lnTo>
                    <a:pt x="2745" y="337"/>
                  </a:lnTo>
                  <a:lnTo>
                    <a:pt x="2865" y="313"/>
                  </a:lnTo>
                  <a:lnTo>
                    <a:pt x="2986" y="289"/>
                  </a:lnTo>
                  <a:close/>
                  <a:moveTo>
                    <a:pt x="3082" y="0"/>
                  </a:moveTo>
                  <a:lnTo>
                    <a:pt x="2817" y="24"/>
                  </a:lnTo>
                  <a:lnTo>
                    <a:pt x="2601" y="97"/>
                  </a:lnTo>
                  <a:lnTo>
                    <a:pt x="2360" y="217"/>
                  </a:lnTo>
                  <a:lnTo>
                    <a:pt x="2240" y="265"/>
                  </a:lnTo>
                  <a:lnTo>
                    <a:pt x="2119" y="313"/>
                  </a:lnTo>
                  <a:lnTo>
                    <a:pt x="1999" y="385"/>
                  </a:lnTo>
                  <a:lnTo>
                    <a:pt x="1903" y="434"/>
                  </a:lnTo>
                  <a:lnTo>
                    <a:pt x="1806" y="530"/>
                  </a:lnTo>
                  <a:lnTo>
                    <a:pt x="1686" y="578"/>
                  </a:lnTo>
                  <a:lnTo>
                    <a:pt x="1445" y="626"/>
                  </a:lnTo>
                  <a:lnTo>
                    <a:pt x="1301" y="650"/>
                  </a:lnTo>
                  <a:lnTo>
                    <a:pt x="1180" y="674"/>
                  </a:lnTo>
                  <a:lnTo>
                    <a:pt x="1108" y="698"/>
                  </a:lnTo>
                  <a:lnTo>
                    <a:pt x="1012" y="771"/>
                  </a:lnTo>
                  <a:lnTo>
                    <a:pt x="964" y="867"/>
                  </a:lnTo>
                  <a:lnTo>
                    <a:pt x="915" y="939"/>
                  </a:lnTo>
                  <a:lnTo>
                    <a:pt x="843" y="987"/>
                  </a:lnTo>
                  <a:lnTo>
                    <a:pt x="651" y="1180"/>
                  </a:lnTo>
                  <a:lnTo>
                    <a:pt x="506" y="1396"/>
                  </a:lnTo>
                  <a:lnTo>
                    <a:pt x="386" y="1637"/>
                  </a:lnTo>
                  <a:lnTo>
                    <a:pt x="290" y="1926"/>
                  </a:lnTo>
                  <a:lnTo>
                    <a:pt x="97" y="2769"/>
                  </a:lnTo>
                  <a:lnTo>
                    <a:pt x="25" y="3154"/>
                  </a:lnTo>
                  <a:lnTo>
                    <a:pt x="1" y="3322"/>
                  </a:lnTo>
                  <a:lnTo>
                    <a:pt x="1" y="3515"/>
                  </a:lnTo>
                  <a:lnTo>
                    <a:pt x="1" y="3804"/>
                  </a:lnTo>
                  <a:lnTo>
                    <a:pt x="73" y="4045"/>
                  </a:lnTo>
                  <a:lnTo>
                    <a:pt x="169" y="4285"/>
                  </a:lnTo>
                  <a:lnTo>
                    <a:pt x="290" y="4526"/>
                  </a:lnTo>
                  <a:lnTo>
                    <a:pt x="434" y="4719"/>
                  </a:lnTo>
                  <a:lnTo>
                    <a:pt x="578" y="4935"/>
                  </a:lnTo>
                  <a:lnTo>
                    <a:pt x="747" y="5152"/>
                  </a:lnTo>
                  <a:lnTo>
                    <a:pt x="867" y="5272"/>
                  </a:lnTo>
                  <a:lnTo>
                    <a:pt x="1012" y="5369"/>
                  </a:lnTo>
                  <a:lnTo>
                    <a:pt x="1156" y="5465"/>
                  </a:lnTo>
                  <a:lnTo>
                    <a:pt x="1325" y="5537"/>
                  </a:lnTo>
                  <a:lnTo>
                    <a:pt x="1686" y="5633"/>
                  </a:lnTo>
                  <a:lnTo>
                    <a:pt x="2071" y="5730"/>
                  </a:lnTo>
                  <a:lnTo>
                    <a:pt x="2456" y="5778"/>
                  </a:lnTo>
                  <a:lnTo>
                    <a:pt x="2841" y="5802"/>
                  </a:lnTo>
                  <a:lnTo>
                    <a:pt x="3034" y="5802"/>
                  </a:lnTo>
                  <a:lnTo>
                    <a:pt x="3227" y="5778"/>
                  </a:lnTo>
                  <a:lnTo>
                    <a:pt x="3395" y="5754"/>
                  </a:lnTo>
                  <a:lnTo>
                    <a:pt x="3588" y="5706"/>
                  </a:lnTo>
                  <a:lnTo>
                    <a:pt x="4286" y="5465"/>
                  </a:lnTo>
                  <a:lnTo>
                    <a:pt x="4406" y="5417"/>
                  </a:lnTo>
                  <a:lnTo>
                    <a:pt x="4551" y="5344"/>
                  </a:lnTo>
                  <a:lnTo>
                    <a:pt x="4671" y="5272"/>
                  </a:lnTo>
                  <a:lnTo>
                    <a:pt x="4767" y="5152"/>
                  </a:lnTo>
                  <a:lnTo>
                    <a:pt x="5080" y="4791"/>
                  </a:lnTo>
                  <a:lnTo>
                    <a:pt x="5225" y="4622"/>
                  </a:lnTo>
                  <a:lnTo>
                    <a:pt x="5393" y="4454"/>
                  </a:lnTo>
                  <a:lnTo>
                    <a:pt x="5538" y="4309"/>
                  </a:lnTo>
                  <a:lnTo>
                    <a:pt x="5658" y="4165"/>
                  </a:lnTo>
                  <a:lnTo>
                    <a:pt x="5754" y="4020"/>
                  </a:lnTo>
                  <a:lnTo>
                    <a:pt x="5826" y="3828"/>
                  </a:lnTo>
                  <a:lnTo>
                    <a:pt x="5923" y="3587"/>
                  </a:lnTo>
                  <a:lnTo>
                    <a:pt x="5995" y="3322"/>
                  </a:lnTo>
                  <a:lnTo>
                    <a:pt x="6019" y="3058"/>
                  </a:lnTo>
                  <a:lnTo>
                    <a:pt x="6019" y="2793"/>
                  </a:lnTo>
                  <a:lnTo>
                    <a:pt x="5971" y="2408"/>
                  </a:lnTo>
                  <a:lnTo>
                    <a:pt x="5899" y="2022"/>
                  </a:lnTo>
                  <a:lnTo>
                    <a:pt x="5851" y="1806"/>
                  </a:lnTo>
                  <a:lnTo>
                    <a:pt x="5754" y="1565"/>
                  </a:lnTo>
                  <a:lnTo>
                    <a:pt x="5586" y="1252"/>
                  </a:lnTo>
                  <a:lnTo>
                    <a:pt x="5393" y="987"/>
                  </a:lnTo>
                  <a:lnTo>
                    <a:pt x="5152" y="747"/>
                  </a:lnTo>
                  <a:lnTo>
                    <a:pt x="4864" y="530"/>
                  </a:lnTo>
                  <a:lnTo>
                    <a:pt x="4671" y="409"/>
                  </a:lnTo>
                  <a:lnTo>
                    <a:pt x="4478" y="289"/>
                  </a:lnTo>
                  <a:lnTo>
                    <a:pt x="4286" y="193"/>
                  </a:lnTo>
                  <a:lnTo>
                    <a:pt x="4069" y="145"/>
                  </a:lnTo>
                  <a:lnTo>
                    <a:pt x="3323" y="24"/>
                  </a:lnTo>
                  <a:lnTo>
                    <a:pt x="3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6" name="Google Shape;8466;p20"/>
            <p:cNvSpPr/>
            <p:nvPr/>
          </p:nvSpPr>
          <p:spPr>
            <a:xfrm>
              <a:off x="1252200" y="2451850"/>
              <a:ext cx="58400" cy="61400"/>
            </a:xfrm>
            <a:custGeom>
              <a:avLst/>
              <a:gdLst/>
              <a:ahLst/>
              <a:cxnLst/>
              <a:rect l="l" t="t" r="r" b="b"/>
              <a:pathLst>
                <a:path w="2336" h="2456" extrusionOk="0">
                  <a:moveTo>
                    <a:pt x="1252" y="289"/>
                  </a:moveTo>
                  <a:lnTo>
                    <a:pt x="1421" y="313"/>
                  </a:lnTo>
                  <a:lnTo>
                    <a:pt x="1565" y="361"/>
                  </a:lnTo>
                  <a:lnTo>
                    <a:pt x="1758" y="482"/>
                  </a:lnTo>
                  <a:lnTo>
                    <a:pt x="1926" y="578"/>
                  </a:lnTo>
                  <a:lnTo>
                    <a:pt x="1975" y="626"/>
                  </a:lnTo>
                  <a:lnTo>
                    <a:pt x="2023" y="698"/>
                  </a:lnTo>
                  <a:lnTo>
                    <a:pt x="2047" y="771"/>
                  </a:lnTo>
                  <a:lnTo>
                    <a:pt x="2071" y="843"/>
                  </a:lnTo>
                  <a:lnTo>
                    <a:pt x="2095" y="1228"/>
                  </a:lnTo>
                  <a:lnTo>
                    <a:pt x="2071" y="1421"/>
                  </a:lnTo>
                  <a:lnTo>
                    <a:pt x="2047" y="1613"/>
                  </a:lnTo>
                  <a:lnTo>
                    <a:pt x="1975" y="1758"/>
                  </a:lnTo>
                  <a:lnTo>
                    <a:pt x="1878" y="1878"/>
                  </a:lnTo>
                  <a:lnTo>
                    <a:pt x="1565" y="2143"/>
                  </a:lnTo>
                  <a:lnTo>
                    <a:pt x="1469" y="2215"/>
                  </a:lnTo>
                  <a:lnTo>
                    <a:pt x="1108" y="2215"/>
                  </a:lnTo>
                  <a:lnTo>
                    <a:pt x="843" y="2191"/>
                  </a:lnTo>
                  <a:lnTo>
                    <a:pt x="723" y="2167"/>
                  </a:lnTo>
                  <a:lnTo>
                    <a:pt x="626" y="2119"/>
                  </a:lnTo>
                  <a:lnTo>
                    <a:pt x="410" y="1998"/>
                  </a:lnTo>
                  <a:lnTo>
                    <a:pt x="338" y="1926"/>
                  </a:lnTo>
                  <a:lnTo>
                    <a:pt x="289" y="1854"/>
                  </a:lnTo>
                  <a:lnTo>
                    <a:pt x="241" y="1758"/>
                  </a:lnTo>
                  <a:lnTo>
                    <a:pt x="241" y="1637"/>
                  </a:lnTo>
                  <a:lnTo>
                    <a:pt x="241" y="1541"/>
                  </a:lnTo>
                  <a:lnTo>
                    <a:pt x="241" y="1396"/>
                  </a:lnTo>
                  <a:lnTo>
                    <a:pt x="217" y="1300"/>
                  </a:lnTo>
                  <a:lnTo>
                    <a:pt x="241" y="1180"/>
                  </a:lnTo>
                  <a:lnTo>
                    <a:pt x="289" y="915"/>
                  </a:lnTo>
                  <a:lnTo>
                    <a:pt x="338" y="795"/>
                  </a:lnTo>
                  <a:lnTo>
                    <a:pt x="386" y="698"/>
                  </a:lnTo>
                  <a:lnTo>
                    <a:pt x="458" y="602"/>
                  </a:lnTo>
                  <a:lnTo>
                    <a:pt x="554" y="530"/>
                  </a:lnTo>
                  <a:lnTo>
                    <a:pt x="723" y="434"/>
                  </a:lnTo>
                  <a:lnTo>
                    <a:pt x="891" y="361"/>
                  </a:lnTo>
                  <a:lnTo>
                    <a:pt x="1084" y="313"/>
                  </a:lnTo>
                  <a:lnTo>
                    <a:pt x="1252" y="289"/>
                  </a:lnTo>
                  <a:close/>
                  <a:moveTo>
                    <a:pt x="1300" y="0"/>
                  </a:moveTo>
                  <a:lnTo>
                    <a:pt x="1084" y="24"/>
                  </a:lnTo>
                  <a:lnTo>
                    <a:pt x="867" y="72"/>
                  </a:lnTo>
                  <a:lnTo>
                    <a:pt x="650" y="169"/>
                  </a:lnTo>
                  <a:lnTo>
                    <a:pt x="458" y="265"/>
                  </a:lnTo>
                  <a:lnTo>
                    <a:pt x="338" y="361"/>
                  </a:lnTo>
                  <a:lnTo>
                    <a:pt x="241" y="458"/>
                  </a:lnTo>
                  <a:lnTo>
                    <a:pt x="169" y="554"/>
                  </a:lnTo>
                  <a:lnTo>
                    <a:pt x="121" y="674"/>
                  </a:lnTo>
                  <a:lnTo>
                    <a:pt x="25" y="939"/>
                  </a:lnTo>
                  <a:lnTo>
                    <a:pt x="1" y="1204"/>
                  </a:lnTo>
                  <a:lnTo>
                    <a:pt x="1" y="1421"/>
                  </a:lnTo>
                  <a:lnTo>
                    <a:pt x="25" y="1637"/>
                  </a:lnTo>
                  <a:lnTo>
                    <a:pt x="25" y="1806"/>
                  </a:lnTo>
                  <a:lnTo>
                    <a:pt x="73" y="1926"/>
                  </a:lnTo>
                  <a:lnTo>
                    <a:pt x="169" y="2046"/>
                  </a:lnTo>
                  <a:lnTo>
                    <a:pt x="265" y="2167"/>
                  </a:lnTo>
                  <a:lnTo>
                    <a:pt x="434" y="2287"/>
                  </a:lnTo>
                  <a:lnTo>
                    <a:pt x="530" y="2335"/>
                  </a:lnTo>
                  <a:lnTo>
                    <a:pt x="626" y="2383"/>
                  </a:lnTo>
                  <a:lnTo>
                    <a:pt x="819" y="2432"/>
                  </a:lnTo>
                  <a:lnTo>
                    <a:pt x="1012" y="2456"/>
                  </a:lnTo>
                  <a:lnTo>
                    <a:pt x="1421" y="2456"/>
                  </a:lnTo>
                  <a:lnTo>
                    <a:pt x="1565" y="2432"/>
                  </a:lnTo>
                  <a:lnTo>
                    <a:pt x="1662" y="2359"/>
                  </a:lnTo>
                  <a:lnTo>
                    <a:pt x="2023" y="2071"/>
                  </a:lnTo>
                  <a:lnTo>
                    <a:pt x="2095" y="1998"/>
                  </a:lnTo>
                  <a:lnTo>
                    <a:pt x="2167" y="1902"/>
                  </a:lnTo>
                  <a:lnTo>
                    <a:pt x="2215" y="1806"/>
                  </a:lnTo>
                  <a:lnTo>
                    <a:pt x="2263" y="1685"/>
                  </a:lnTo>
                  <a:lnTo>
                    <a:pt x="2312" y="1445"/>
                  </a:lnTo>
                  <a:lnTo>
                    <a:pt x="2336" y="1180"/>
                  </a:lnTo>
                  <a:lnTo>
                    <a:pt x="2287" y="795"/>
                  </a:lnTo>
                  <a:lnTo>
                    <a:pt x="2263" y="650"/>
                  </a:lnTo>
                  <a:lnTo>
                    <a:pt x="2191" y="530"/>
                  </a:lnTo>
                  <a:lnTo>
                    <a:pt x="2119" y="409"/>
                  </a:lnTo>
                  <a:lnTo>
                    <a:pt x="1999" y="337"/>
                  </a:lnTo>
                  <a:lnTo>
                    <a:pt x="1806" y="193"/>
                  </a:lnTo>
                  <a:lnTo>
                    <a:pt x="1589" y="72"/>
                  </a:lnTo>
                  <a:lnTo>
                    <a:pt x="1445" y="24"/>
                  </a:lnTo>
                  <a:lnTo>
                    <a:pt x="1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7" name="Google Shape;8467;p20"/>
            <p:cNvSpPr/>
            <p:nvPr/>
          </p:nvSpPr>
          <p:spPr>
            <a:xfrm>
              <a:off x="1270850" y="2474700"/>
              <a:ext cx="19900" cy="22300"/>
            </a:xfrm>
            <a:custGeom>
              <a:avLst/>
              <a:gdLst/>
              <a:ahLst/>
              <a:cxnLst/>
              <a:rect l="l" t="t" r="r" b="b"/>
              <a:pathLst>
                <a:path w="796" h="892" extrusionOk="0">
                  <a:moveTo>
                    <a:pt x="506" y="242"/>
                  </a:moveTo>
                  <a:lnTo>
                    <a:pt x="554" y="266"/>
                  </a:lnTo>
                  <a:lnTo>
                    <a:pt x="579" y="290"/>
                  </a:lnTo>
                  <a:lnTo>
                    <a:pt x="603" y="338"/>
                  </a:lnTo>
                  <a:lnTo>
                    <a:pt x="603" y="434"/>
                  </a:lnTo>
                  <a:lnTo>
                    <a:pt x="579" y="507"/>
                  </a:lnTo>
                  <a:lnTo>
                    <a:pt x="530" y="579"/>
                  </a:lnTo>
                  <a:lnTo>
                    <a:pt x="482" y="627"/>
                  </a:lnTo>
                  <a:lnTo>
                    <a:pt x="410" y="675"/>
                  </a:lnTo>
                  <a:lnTo>
                    <a:pt x="362" y="699"/>
                  </a:lnTo>
                  <a:lnTo>
                    <a:pt x="338" y="675"/>
                  </a:lnTo>
                  <a:lnTo>
                    <a:pt x="290" y="651"/>
                  </a:lnTo>
                  <a:lnTo>
                    <a:pt x="266" y="627"/>
                  </a:lnTo>
                  <a:lnTo>
                    <a:pt x="266" y="531"/>
                  </a:lnTo>
                  <a:lnTo>
                    <a:pt x="290" y="410"/>
                  </a:lnTo>
                  <a:lnTo>
                    <a:pt x="338" y="314"/>
                  </a:lnTo>
                  <a:lnTo>
                    <a:pt x="386" y="266"/>
                  </a:lnTo>
                  <a:lnTo>
                    <a:pt x="482" y="242"/>
                  </a:lnTo>
                  <a:close/>
                  <a:moveTo>
                    <a:pt x="434" y="1"/>
                  </a:moveTo>
                  <a:lnTo>
                    <a:pt x="314" y="25"/>
                  </a:lnTo>
                  <a:lnTo>
                    <a:pt x="217" y="73"/>
                  </a:lnTo>
                  <a:lnTo>
                    <a:pt x="25" y="242"/>
                  </a:lnTo>
                  <a:lnTo>
                    <a:pt x="1" y="266"/>
                  </a:lnTo>
                  <a:lnTo>
                    <a:pt x="1" y="314"/>
                  </a:lnTo>
                  <a:lnTo>
                    <a:pt x="1" y="458"/>
                  </a:lnTo>
                  <a:lnTo>
                    <a:pt x="1" y="627"/>
                  </a:lnTo>
                  <a:lnTo>
                    <a:pt x="49" y="723"/>
                  </a:lnTo>
                  <a:lnTo>
                    <a:pt x="121" y="795"/>
                  </a:lnTo>
                  <a:lnTo>
                    <a:pt x="193" y="868"/>
                  </a:lnTo>
                  <a:lnTo>
                    <a:pt x="290" y="892"/>
                  </a:lnTo>
                  <a:lnTo>
                    <a:pt x="410" y="868"/>
                  </a:lnTo>
                  <a:lnTo>
                    <a:pt x="530" y="844"/>
                  </a:lnTo>
                  <a:lnTo>
                    <a:pt x="627" y="771"/>
                  </a:lnTo>
                  <a:lnTo>
                    <a:pt x="699" y="699"/>
                  </a:lnTo>
                  <a:lnTo>
                    <a:pt x="747" y="603"/>
                  </a:lnTo>
                  <a:lnTo>
                    <a:pt x="795" y="507"/>
                  </a:lnTo>
                  <a:lnTo>
                    <a:pt x="795" y="386"/>
                  </a:lnTo>
                  <a:lnTo>
                    <a:pt x="795" y="290"/>
                  </a:lnTo>
                  <a:lnTo>
                    <a:pt x="771" y="170"/>
                  </a:lnTo>
                  <a:lnTo>
                    <a:pt x="699" y="73"/>
                  </a:lnTo>
                  <a:lnTo>
                    <a:pt x="627" y="25"/>
                  </a:lnTo>
                  <a:lnTo>
                    <a:pt x="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8" name="Google Shape;8468;p20"/>
            <p:cNvSpPr/>
            <p:nvPr/>
          </p:nvSpPr>
          <p:spPr>
            <a:xfrm>
              <a:off x="1213075" y="2269500"/>
              <a:ext cx="25300" cy="25900"/>
            </a:xfrm>
            <a:custGeom>
              <a:avLst/>
              <a:gdLst/>
              <a:ahLst/>
              <a:cxnLst/>
              <a:rect l="l" t="t" r="r" b="b"/>
              <a:pathLst>
                <a:path w="1012" h="1036" extrusionOk="0">
                  <a:moveTo>
                    <a:pt x="578" y="0"/>
                  </a:moveTo>
                  <a:lnTo>
                    <a:pt x="434" y="48"/>
                  </a:lnTo>
                  <a:lnTo>
                    <a:pt x="290" y="120"/>
                  </a:lnTo>
                  <a:lnTo>
                    <a:pt x="193" y="193"/>
                  </a:lnTo>
                  <a:lnTo>
                    <a:pt x="121" y="289"/>
                  </a:lnTo>
                  <a:lnTo>
                    <a:pt x="49" y="385"/>
                  </a:lnTo>
                  <a:lnTo>
                    <a:pt x="25" y="482"/>
                  </a:lnTo>
                  <a:lnTo>
                    <a:pt x="1" y="578"/>
                  </a:lnTo>
                  <a:lnTo>
                    <a:pt x="25" y="698"/>
                  </a:lnTo>
                  <a:lnTo>
                    <a:pt x="49" y="794"/>
                  </a:lnTo>
                  <a:lnTo>
                    <a:pt x="97" y="891"/>
                  </a:lnTo>
                  <a:lnTo>
                    <a:pt x="145" y="963"/>
                  </a:lnTo>
                  <a:lnTo>
                    <a:pt x="217" y="987"/>
                  </a:lnTo>
                  <a:lnTo>
                    <a:pt x="290" y="1011"/>
                  </a:lnTo>
                  <a:lnTo>
                    <a:pt x="362" y="1035"/>
                  </a:lnTo>
                  <a:lnTo>
                    <a:pt x="554" y="1011"/>
                  </a:lnTo>
                  <a:lnTo>
                    <a:pt x="675" y="963"/>
                  </a:lnTo>
                  <a:lnTo>
                    <a:pt x="771" y="915"/>
                  </a:lnTo>
                  <a:lnTo>
                    <a:pt x="843" y="843"/>
                  </a:lnTo>
                  <a:lnTo>
                    <a:pt x="916" y="746"/>
                  </a:lnTo>
                  <a:lnTo>
                    <a:pt x="988" y="650"/>
                  </a:lnTo>
                  <a:lnTo>
                    <a:pt x="1012" y="554"/>
                  </a:lnTo>
                  <a:lnTo>
                    <a:pt x="1012" y="457"/>
                  </a:lnTo>
                  <a:lnTo>
                    <a:pt x="1012" y="337"/>
                  </a:lnTo>
                  <a:lnTo>
                    <a:pt x="964" y="265"/>
                  </a:lnTo>
                  <a:lnTo>
                    <a:pt x="916" y="169"/>
                  </a:lnTo>
                  <a:lnTo>
                    <a:pt x="819" y="72"/>
                  </a:lnTo>
                  <a:lnTo>
                    <a:pt x="69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9" name="Google Shape;8469;p20"/>
            <p:cNvSpPr/>
            <p:nvPr/>
          </p:nvSpPr>
          <p:spPr>
            <a:xfrm>
              <a:off x="1269650" y="2297175"/>
              <a:ext cx="49975" cy="48775"/>
            </a:xfrm>
            <a:custGeom>
              <a:avLst/>
              <a:gdLst/>
              <a:ahLst/>
              <a:cxnLst/>
              <a:rect l="l" t="t" r="r" b="b"/>
              <a:pathLst>
                <a:path w="1999" h="1951" extrusionOk="0">
                  <a:moveTo>
                    <a:pt x="1565" y="0"/>
                  </a:moveTo>
                  <a:lnTo>
                    <a:pt x="1493" y="24"/>
                  </a:lnTo>
                  <a:lnTo>
                    <a:pt x="1445" y="73"/>
                  </a:lnTo>
                  <a:lnTo>
                    <a:pt x="1349" y="217"/>
                  </a:lnTo>
                  <a:lnTo>
                    <a:pt x="1277" y="362"/>
                  </a:lnTo>
                  <a:lnTo>
                    <a:pt x="1156" y="602"/>
                  </a:lnTo>
                  <a:lnTo>
                    <a:pt x="1036" y="795"/>
                  </a:lnTo>
                  <a:lnTo>
                    <a:pt x="867" y="939"/>
                  </a:lnTo>
                  <a:lnTo>
                    <a:pt x="771" y="1011"/>
                  </a:lnTo>
                  <a:lnTo>
                    <a:pt x="651" y="1084"/>
                  </a:lnTo>
                  <a:lnTo>
                    <a:pt x="434" y="1204"/>
                  </a:lnTo>
                  <a:lnTo>
                    <a:pt x="193" y="1349"/>
                  </a:lnTo>
                  <a:lnTo>
                    <a:pt x="97" y="1445"/>
                  </a:lnTo>
                  <a:lnTo>
                    <a:pt x="25" y="1541"/>
                  </a:lnTo>
                  <a:lnTo>
                    <a:pt x="1" y="1686"/>
                  </a:lnTo>
                  <a:lnTo>
                    <a:pt x="49" y="1806"/>
                  </a:lnTo>
                  <a:lnTo>
                    <a:pt x="97" y="1878"/>
                  </a:lnTo>
                  <a:lnTo>
                    <a:pt x="145" y="1902"/>
                  </a:lnTo>
                  <a:lnTo>
                    <a:pt x="193" y="1926"/>
                  </a:lnTo>
                  <a:lnTo>
                    <a:pt x="241" y="1950"/>
                  </a:lnTo>
                  <a:lnTo>
                    <a:pt x="362" y="1926"/>
                  </a:lnTo>
                  <a:lnTo>
                    <a:pt x="482" y="1878"/>
                  </a:lnTo>
                  <a:lnTo>
                    <a:pt x="554" y="1902"/>
                  </a:lnTo>
                  <a:lnTo>
                    <a:pt x="602" y="1878"/>
                  </a:lnTo>
                  <a:lnTo>
                    <a:pt x="675" y="1854"/>
                  </a:lnTo>
                  <a:lnTo>
                    <a:pt x="699" y="1806"/>
                  </a:lnTo>
                  <a:lnTo>
                    <a:pt x="771" y="1710"/>
                  </a:lnTo>
                  <a:lnTo>
                    <a:pt x="843" y="1589"/>
                  </a:lnTo>
                  <a:lnTo>
                    <a:pt x="891" y="1493"/>
                  </a:lnTo>
                  <a:lnTo>
                    <a:pt x="964" y="1421"/>
                  </a:lnTo>
                  <a:lnTo>
                    <a:pt x="1060" y="1349"/>
                  </a:lnTo>
                  <a:lnTo>
                    <a:pt x="1156" y="1300"/>
                  </a:lnTo>
                  <a:lnTo>
                    <a:pt x="1373" y="1204"/>
                  </a:lnTo>
                  <a:lnTo>
                    <a:pt x="1589" y="1084"/>
                  </a:lnTo>
                  <a:lnTo>
                    <a:pt x="1758" y="939"/>
                  </a:lnTo>
                  <a:lnTo>
                    <a:pt x="1830" y="843"/>
                  </a:lnTo>
                  <a:lnTo>
                    <a:pt x="1902" y="747"/>
                  </a:lnTo>
                  <a:lnTo>
                    <a:pt x="1951" y="650"/>
                  </a:lnTo>
                  <a:lnTo>
                    <a:pt x="1975" y="530"/>
                  </a:lnTo>
                  <a:lnTo>
                    <a:pt x="1999" y="434"/>
                  </a:lnTo>
                  <a:lnTo>
                    <a:pt x="1975" y="313"/>
                  </a:lnTo>
                  <a:lnTo>
                    <a:pt x="1951" y="217"/>
                  </a:lnTo>
                  <a:lnTo>
                    <a:pt x="1902" y="145"/>
                  </a:lnTo>
                  <a:lnTo>
                    <a:pt x="1854" y="73"/>
                  </a:lnTo>
                  <a:lnTo>
                    <a:pt x="1782" y="24"/>
                  </a:lnTo>
                  <a:lnTo>
                    <a:pt x="166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0" name="Google Shape;8470;p20"/>
            <p:cNvSpPr/>
            <p:nvPr/>
          </p:nvSpPr>
          <p:spPr>
            <a:xfrm>
              <a:off x="1270250" y="2283925"/>
              <a:ext cx="19300" cy="21100"/>
            </a:xfrm>
            <a:custGeom>
              <a:avLst/>
              <a:gdLst/>
              <a:ahLst/>
              <a:cxnLst/>
              <a:rect l="l" t="t" r="r" b="b"/>
              <a:pathLst>
                <a:path w="772" h="844" extrusionOk="0">
                  <a:moveTo>
                    <a:pt x="434" y="1"/>
                  </a:moveTo>
                  <a:lnTo>
                    <a:pt x="241" y="25"/>
                  </a:lnTo>
                  <a:lnTo>
                    <a:pt x="121" y="73"/>
                  </a:lnTo>
                  <a:lnTo>
                    <a:pt x="25" y="145"/>
                  </a:lnTo>
                  <a:lnTo>
                    <a:pt x="1" y="193"/>
                  </a:lnTo>
                  <a:lnTo>
                    <a:pt x="1" y="242"/>
                  </a:lnTo>
                  <a:lnTo>
                    <a:pt x="1" y="314"/>
                  </a:lnTo>
                  <a:lnTo>
                    <a:pt x="25" y="386"/>
                  </a:lnTo>
                  <a:lnTo>
                    <a:pt x="97" y="554"/>
                  </a:lnTo>
                  <a:lnTo>
                    <a:pt x="193" y="723"/>
                  </a:lnTo>
                  <a:lnTo>
                    <a:pt x="266" y="771"/>
                  </a:lnTo>
                  <a:lnTo>
                    <a:pt x="362" y="819"/>
                  </a:lnTo>
                  <a:lnTo>
                    <a:pt x="434" y="843"/>
                  </a:lnTo>
                  <a:lnTo>
                    <a:pt x="554" y="843"/>
                  </a:lnTo>
                  <a:lnTo>
                    <a:pt x="627" y="819"/>
                  </a:lnTo>
                  <a:lnTo>
                    <a:pt x="675" y="771"/>
                  </a:lnTo>
                  <a:lnTo>
                    <a:pt x="723" y="723"/>
                  </a:lnTo>
                  <a:lnTo>
                    <a:pt x="747" y="651"/>
                  </a:lnTo>
                  <a:lnTo>
                    <a:pt x="771" y="506"/>
                  </a:lnTo>
                  <a:lnTo>
                    <a:pt x="747" y="338"/>
                  </a:lnTo>
                  <a:lnTo>
                    <a:pt x="723" y="242"/>
                  </a:lnTo>
                  <a:lnTo>
                    <a:pt x="699" y="169"/>
                  </a:lnTo>
                  <a:lnTo>
                    <a:pt x="651" y="97"/>
                  </a:lnTo>
                  <a:lnTo>
                    <a:pt x="578" y="49"/>
                  </a:lnTo>
                  <a:lnTo>
                    <a:pt x="506" y="25"/>
                  </a:lnTo>
                  <a:lnTo>
                    <a:pt x="43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1" name="Google Shape;8471;p20"/>
            <p:cNvSpPr/>
            <p:nvPr/>
          </p:nvSpPr>
          <p:spPr>
            <a:xfrm>
              <a:off x="1094525" y="1997475"/>
              <a:ext cx="357500" cy="893725"/>
            </a:xfrm>
            <a:custGeom>
              <a:avLst/>
              <a:gdLst/>
              <a:ahLst/>
              <a:cxnLst/>
              <a:rect l="l" t="t" r="r" b="b"/>
              <a:pathLst>
                <a:path w="14300" h="35749" extrusionOk="0">
                  <a:moveTo>
                    <a:pt x="7343" y="0"/>
                  </a:moveTo>
                  <a:lnTo>
                    <a:pt x="6982" y="24"/>
                  </a:lnTo>
                  <a:lnTo>
                    <a:pt x="6620" y="72"/>
                  </a:lnTo>
                  <a:lnTo>
                    <a:pt x="6259" y="144"/>
                  </a:lnTo>
                  <a:lnTo>
                    <a:pt x="5922" y="217"/>
                  </a:lnTo>
                  <a:lnTo>
                    <a:pt x="5561" y="313"/>
                  </a:lnTo>
                  <a:lnTo>
                    <a:pt x="5224" y="433"/>
                  </a:lnTo>
                  <a:lnTo>
                    <a:pt x="4863" y="554"/>
                  </a:lnTo>
                  <a:lnTo>
                    <a:pt x="4526" y="698"/>
                  </a:lnTo>
                  <a:lnTo>
                    <a:pt x="4213" y="843"/>
                  </a:lnTo>
                  <a:lnTo>
                    <a:pt x="3876" y="1011"/>
                  </a:lnTo>
                  <a:lnTo>
                    <a:pt x="3563" y="1204"/>
                  </a:lnTo>
                  <a:lnTo>
                    <a:pt x="3250" y="1396"/>
                  </a:lnTo>
                  <a:lnTo>
                    <a:pt x="2937" y="1613"/>
                  </a:lnTo>
                  <a:lnTo>
                    <a:pt x="2648" y="1830"/>
                  </a:lnTo>
                  <a:lnTo>
                    <a:pt x="2359" y="2070"/>
                  </a:lnTo>
                  <a:lnTo>
                    <a:pt x="2095" y="2311"/>
                  </a:lnTo>
                  <a:lnTo>
                    <a:pt x="1830" y="2576"/>
                  </a:lnTo>
                  <a:lnTo>
                    <a:pt x="1589" y="2841"/>
                  </a:lnTo>
                  <a:lnTo>
                    <a:pt x="1348" y="3105"/>
                  </a:lnTo>
                  <a:lnTo>
                    <a:pt x="1132" y="3394"/>
                  </a:lnTo>
                  <a:lnTo>
                    <a:pt x="939" y="3683"/>
                  </a:lnTo>
                  <a:lnTo>
                    <a:pt x="747" y="3972"/>
                  </a:lnTo>
                  <a:lnTo>
                    <a:pt x="554" y="4285"/>
                  </a:lnTo>
                  <a:lnTo>
                    <a:pt x="410" y="4598"/>
                  </a:lnTo>
                  <a:lnTo>
                    <a:pt x="265" y="4935"/>
                  </a:lnTo>
                  <a:lnTo>
                    <a:pt x="169" y="5176"/>
                  </a:lnTo>
                  <a:lnTo>
                    <a:pt x="97" y="5441"/>
                  </a:lnTo>
                  <a:lnTo>
                    <a:pt x="24" y="5705"/>
                  </a:lnTo>
                  <a:lnTo>
                    <a:pt x="0" y="5946"/>
                  </a:lnTo>
                  <a:lnTo>
                    <a:pt x="24" y="6211"/>
                  </a:lnTo>
                  <a:lnTo>
                    <a:pt x="48" y="6452"/>
                  </a:lnTo>
                  <a:lnTo>
                    <a:pt x="121" y="6716"/>
                  </a:lnTo>
                  <a:lnTo>
                    <a:pt x="241" y="6981"/>
                  </a:lnTo>
                  <a:lnTo>
                    <a:pt x="313" y="7174"/>
                  </a:lnTo>
                  <a:lnTo>
                    <a:pt x="385" y="7366"/>
                  </a:lnTo>
                  <a:lnTo>
                    <a:pt x="482" y="7727"/>
                  </a:lnTo>
                  <a:lnTo>
                    <a:pt x="602" y="8065"/>
                  </a:lnTo>
                  <a:lnTo>
                    <a:pt x="747" y="8377"/>
                  </a:lnTo>
                  <a:lnTo>
                    <a:pt x="939" y="8690"/>
                  </a:lnTo>
                  <a:lnTo>
                    <a:pt x="1108" y="9003"/>
                  </a:lnTo>
                  <a:lnTo>
                    <a:pt x="1324" y="9292"/>
                  </a:lnTo>
                  <a:lnTo>
                    <a:pt x="1758" y="9870"/>
                  </a:lnTo>
                  <a:lnTo>
                    <a:pt x="1950" y="10111"/>
                  </a:lnTo>
                  <a:lnTo>
                    <a:pt x="2167" y="10327"/>
                  </a:lnTo>
                  <a:lnTo>
                    <a:pt x="2408" y="10520"/>
                  </a:lnTo>
                  <a:lnTo>
                    <a:pt x="2672" y="10688"/>
                  </a:lnTo>
                  <a:lnTo>
                    <a:pt x="3178" y="11025"/>
                  </a:lnTo>
                  <a:lnTo>
                    <a:pt x="3708" y="11338"/>
                  </a:lnTo>
                  <a:lnTo>
                    <a:pt x="4093" y="11603"/>
                  </a:lnTo>
                  <a:lnTo>
                    <a:pt x="4285" y="11748"/>
                  </a:lnTo>
                  <a:lnTo>
                    <a:pt x="4454" y="11916"/>
                  </a:lnTo>
                  <a:lnTo>
                    <a:pt x="4622" y="12085"/>
                  </a:lnTo>
                  <a:lnTo>
                    <a:pt x="4767" y="12277"/>
                  </a:lnTo>
                  <a:lnTo>
                    <a:pt x="4887" y="12470"/>
                  </a:lnTo>
                  <a:lnTo>
                    <a:pt x="5008" y="12711"/>
                  </a:lnTo>
                  <a:lnTo>
                    <a:pt x="5056" y="12879"/>
                  </a:lnTo>
                  <a:lnTo>
                    <a:pt x="5104" y="13072"/>
                  </a:lnTo>
                  <a:lnTo>
                    <a:pt x="5128" y="13240"/>
                  </a:lnTo>
                  <a:lnTo>
                    <a:pt x="5152" y="13409"/>
                  </a:lnTo>
                  <a:lnTo>
                    <a:pt x="5128" y="13553"/>
                  </a:lnTo>
                  <a:lnTo>
                    <a:pt x="5128" y="13722"/>
                  </a:lnTo>
                  <a:lnTo>
                    <a:pt x="5032" y="14011"/>
                  </a:lnTo>
                  <a:lnTo>
                    <a:pt x="4911" y="14299"/>
                  </a:lnTo>
                  <a:lnTo>
                    <a:pt x="4743" y="14564"/>
                  </a:lnTo>
                  <a:lnTo>
                    <a:pt x="4526" y="14829"/>
                  </a:lnTo>
                  <a:lnTo>
                    <a:pt x="4285" y="15094"/>
                  </a:lnTo>
                  <a:lnTo>
                    <a:pt x="3419" y="15864"/>
                  </a:lnTo>
                  <a:lnTo>
                    <a:pt x="2600" y="16635"/>
                  </a:lnTo>
                  <a:lnTo>
                    <a:pt x="2167" y="17020"/>
                  </a:lnTo>
                  <a:lnTo>
                    <a:pt x="1782" y="17429"/>
                  </a:lnTo>
                  <a:lnTo>
                    <a:pt x="1397" y="17862"/>
                  </a:lnTo>
                  <a:lnTo>
                    <a:pt x="1035" y="18320"/>
                  </a:lnTo>
                  <a:lnTo>
                    <a:pt x="819" y="18609"/>
                  </a:lnTo>
                  <a:lnTo>
                    <a:pt x="650" y="18921"/>
                  </a:lnTo>
                  <a:lnTo>
                    <a:pt x="530" y="19234"/>
                  </a:lnTo>
                  <a:lnTo>
                    <a:pt x="434" y="19571"/>
                  </a:lnTo>
                  <a:lnTo>
                    <a:pt x="385" y="19884"/>
                  </a:lnTo>
                  <a:lnTo>
                    <a:pt x="337" y="20221"/>
                  </a:lnTo>
                  <a:lnTo>
                    <a:pt x="361" y="20534"/>
                  </a:lnTo>
                  <a:lnTo>
                    <a:pt x="385" y="20871"/>
                  </a:lnTo>
                  <a:lnTo>
                    <a:pt x="434" y="21184"/>
                  </a:lnTo>
                  <a:lnTo>
                    <a:pt x="530" y="21497"/>
                  </a:lnTo>
                  <a:lnTo>
                    <a:pt x="626" y="21786"/>
                  </a:lnTo>
                  <a:lnTo>
                    <a:pt x="771" y="22075"/>
                  </a:lnTo>
                  <a:lnTo>
                    <a:pt x="915" y="22340"/>
                  </a:lnTo>
                  <a:lnTo>
                    <a:pt x="1084" y="22581"/>
                  </a:lnTo>
                  <a:lnTo>
                    <a:pt x="1276" y="22797"/>
                  </a:lnTo>
                  <a:lnTo>
                    <a:pt x="1493" y="22990"/>
                  </a:lnTo>
                  <a:lnTo>
                    <a:pt x="1854" y="23351"/>
                  </a:lnTo>
                  <a:lnTo>
                    <a:pt x="2215" y="23712"/>
                  </a:lnTo>
                  <a:lnTo>
                    <a:pt x="2552" y="24097"/>
                  </a:lnTo>
                  <a:lnTo>
                    <a:pt x="2865" y="24506"/>
                  </a:lnTo>
                  <a:lnTo>
                    <a:pt x="3467" y="25325"/>
                  </a:lnTo>
                  <a:lnTo>
                    <a:pt x="4045" y="26167"/>
                  </a:lnTo>
                  <a:lnTo>
                    <a:pt x="4213" y="26408"/>
                  </a:lnTo>
                  <a:lnTo>
                    <a:pt x="4382" y="26697"/>
                  </a:lnTo>
                  <a:lnTo>
                    <a:pt x="4526" y="26962"/>
                  </a:lnTo>
                  <a:lnTo>
                    <a:pt x="4574" y="27130"/>
                  </a:lnTo>
                  <a:lnTo>
                    <a:pt x="4598" y="27275"/>
                  </a:lnTo>
                  <a:lnTo>
                    <a:pt x="4671" y="27829"/>
                  </a:lnTo>
                  <a:lnTo>
                    <a:pt x="4743" y="28358"/>
                  </a:lnTo>
                  <a:lnTo>
                    <a:pt x="4791" y="28912"/>
                  </a:lnTo>
                  <a:lnTo>
                    <a:pt x="4791" y="29466"/>
                  </a:lnTo>
                  <a:lnTo>
                    <a:pt x="4767" y="30067"/>
                  </a:lnTo>
                  <a:lnTo>
                    <a:pt x="4767" y="30645"/>
                  </a:lnTo>
                  <a:lnTo>
                    <a:pt x="4767" y="31223"/>
                  </a:lnTo>
                  <a:lnTo>
                    <a:pt x="4815" y="31801"/>
                  </a:lnTo>
                  <a:lnTo>
                    <a:pt x="4887" y="32378"/>
                  </a:lnTo>
                  <a:lnTo>
                    <a:pt x="4983" y="32932"/>
                  </a:lnTo>
                  <a:lnTo>
                    <a:pt x="5128" y="33510"/>
                  </a:lnTo>
                  <a:lnTo>
                    <a:pt x="5296" y="34063"/>
                  </a:lnTo>
                  <a:lnTo>
                    <a:pt x="5369" y="34232"/>
                  </a:lnTo>
                  <a:lnTo>
                    <a:pt x="5465" y="34401"/>
                  </a:lnTo>
                  <a:lnTo>
                    <a:pt x="5561" y="34545"/>
                  </a:lnTo>
                  <a:lnTo>
                    <a:pt x="5706" y="34713"/>
                  </a:lnTo>
                  <a:lnTo>
                    <a:pt x="5995" y="35002"/>
                  </a:lnTo>
                  <a:lnTo>
                    <a:pt x="6332" y="35267"/>
                  </a:lnTo>
                  <a:lnTo>
                    <a:pt x="6693" y="35484"/>
                  </a:lnTo>
                  <a:lnTo>
                    <a:pt x="6861" y="35580"/>
                  </a:lnTo>
                  <a:lnTo>
                    <a:pt x="7054" y="35652"/>
                  </a:lnTo>
                  <a:lnTo>
                    <a:pt x="7246" y="35700"/>
                  </a:lnTo>
                  <a:lnTo>
                    <a:pt x="7439" y="35725"/>
                  </a:lnTo>
                  <a:lnTo>
                    <a:pt x="7607" y="35749"/>
                  </a:lnTo>
                  <a:lnTo>
                    <a:pt x="7776" y="35725"/>
                  </a:lnTo>
                  <a:lnTo>
                    <a:pt x="8354" y="35628"/>
                  </a:lnTo>
                  <a:lnTo>
                    <a:pt x="8883" y="35484"/>
                  </a:lnTo>
                  <a:lnTo>
                    <a:pt x="9413" y="35291"/>
                  </a:lnTo>
                  <a:lnTo>
                    <a:pt x="9894" y="35050"/>
                  </a:lnTo>
                  <a:lnTo>
                    <a:pt x="10376" y="34786"/>
                  </a:lnTo>
                  <a:lnTo>
                    <a:pt x="10809" y="34449"/>
                  </a:lnTo>
                  <a:lnTo>
                    <a:pt x="11218" y="34063"/>
                  </a:lnTo>
                  <a:lnTo>
                    <a:pt x="11604" y="33654"/>
                  </a:lnTo>
                  <a:lnTo>
                    <a:pt x="11772" y="33414"/>
                  </a:lnTo>
                  <a:lnTo>
                    <a:pt x="11844" y="33293"/>
                  </a:lnTo>
                  <a:lnTo>
                    <a:pt x="11917" y="33149"/>
                  </a:lnTo>
                  <a:lnTo>
                    <a:pt x="11965" y="33004"/>
                  </a:lnTo>
                  <a:lnTo>
                    <a:pt x="11989" y="32836"/>
                  </a:lnTo>
                  <a:lnTo>
                    <a:pt x="12013" y="32499"/>
                  </a:lnTo>
                  <a:lnTo>
                    <a:pt x="12037" y="31849"/>
                  </a:lnTo>
                  <a:lnTo>
                    <a:pt x="12013" y="31247"/>
                  </a:lnTo>
                  <a:lnTo>
                    <a:pt x="11941" y="30693"/>
                  </a:lnTo>
                  <a:lnTo>
                    <a:pt x="11844" y="30164"/>
                  </a:lnTo>
                  <a:lnTo>
                    <a:pt x="11700" y="29634"/>
                  </a:lnTo>
                  <a:lnTo>
                    <a:pt x="11507" y="29104"/>
                  </a:lnTo>
                  <a:lnTo>
                    <a:pt x="11291" y="28551"/>
                  </a:lnTo>
                  <a:lnTo>
                    <a:pt x="11026" y="27949"/>
                  </a:lnTo>
                  <a:lnTo>
                    <a:pt x="10881" y="27636"/>
                  </a:lnTo>
                  <a:lnTo>
                    <a:pt x="10761" y="27323"/>
                  </a:lnTo>
                  <a:lnTo>
                    <a:pt x="10665" y="27034"/>
                  </a:lnTo>
                  <a:lnTo>
                    <a:pt x="10593" y="26721"/>
                  </a:lnTo>
                  <a:lnTo>
                    <a:pt x="10544" y="26432"/>
                  </a:lnTo>
                  <a:lnTo>
                    <a:pt x="10520" y="26143"/>
                  </a:lnTo>
                  <a:lnTo>
                    <a:pt x="10496" y="25855"/>
                  </a:lnTo>
                  <a:lnTo>
                    <a:pt x="10496" y="25566"/>
                  </a:lnTo>
                  <a:lnTo>
                    <a:pt x="10544" y="25277"/>
                  </a:lnTo>
                  <a:lnTo>
                    <a:pt x="10593" y="24988"/>
                  </a:lnTo>
                  <a:lnTo>
                    <a:pt x="10665" y="24723"/>
                  </a:lnTo>
                  <a:lnTo>
                    <a:pt x="10761" y="24434"/>
                  </a:lnTo>
                  <a:lnTo>
                    <a:pt x="10906" y="24169"/>
                  </a:lnTo>
                  <a:lnTo>
                    <a:pt x="11050" y="23881"/>
                  </a:lnTo>
                  <a:lnTo>
                    <a:pt x="11218" y="23616"/>
                  </a:lnTo>
                  <a:lnTo>
                    <a:pt x="11435" y="23351"/>
                  </a:lnTo>
                  <a:lnTo>
                    <a:pt x="12326" y="22220"/>
                  </a:lnTo>
                  <a:lnTo>
                    <a:pt x="13168" y="21064"/>
                  </a:lnTo>
                  <a:lnTo>
                    <a:pt x="13505" y="20607"/>
                  </a:lnTo>
                  <a:lnTo>
                    <a:pt x="13794" y="20149"/>
                  </a:lnTo>
                  <a:lnTo>
                    <a:pt x="13939" y="19908"/>
                  </a:lnTo>
                  <a:lnTo>
                    <a:pt x="14059" y="19668"/>
                  </a:lnTo>
                  <a:lnTo>
                    <a:pt x="14155" y="19403"/>
                  </a:lnTo>
                  <a:lnTo>
                    <a:pt x="14228" y="19138"/>
                  </a:lnTo>
                  <a:lnTo>
                    <a:pt x="14276" y="18777"/>
                  </a:lnTo>
                  <a:lnTo>
                    <a:pt x="14300" y="18416"/>
                  </a:lnTo>
                  <a:lnTo>
                    <a:pt x="14300" y="18055"/>
                  </a:lnTo>
                  <a:lnTo>
                    <a:pt x="14252" y="17694"/>
                  </a:lnTo>
                  <a:lnTo>
                    <a:pt x="14179" y="17357"/>
                  </a:lnTo>
                  <a:lnTo>
                    <a:pt x="14083" y="16996"/>
                  </a:lnTo>
                  <a:lnTo>
                    <a:pt x="13963" y="16659"/>
                  </a:lnTo>
                  <a:lnTo>
                    <a:pt x="13818" y="16322"/>
                  </a:lnTo>
                  <a:lnTo>
                    <a:pt x="13650" y="15985"/>
                  </a:lnTo>
                  <a:lnTo>
                    <a:pt x="13433" y="15672"/>
                  </a:lnTo>
                  <a:lnTo>
                    <a:pt x="13192" y="15383"/>
                  </a:lnTo>
                  <a:lnTo>
                    <a:pt x="12952" y="15118"/>
                  </a:lnTo>
                  <a:lnTo>
                    <a:pt x="12398" y="14588"/>
                  </a:lnTo>
                  <a:lnTo>
                    <a:pt x="11868" y="14083"/>
                  </a:lnTo>
                  <a:lnTo>
                    <a:pt x="11676" y="13914"/>
                  </a:lnTo>
                  <a:lnTo>
                    <a:pt x="11507" y="13722"/>
                  </a:lnTo>
                  <a:lnTo>
                    <a:pt x="11363" y="13529"/>
                  </a:lnTo>
                  <a:lnTo>
                    <a:pt x="11267" y="13288"/>
                  </a:lnTo>
                  <a:lnTo>
                    <a:pt x="11074" y="12783"/>
                  </a:lnTo>
                  <a:lnTo>
                    <a:pt x="10930" y="12277"/>
                  </a:lnTo>
                  <a:lnTo>
                    <a:pt x="10833" y="11796"/>
                  </a:lnTo>
                  <a:lnTo>
                    <a:pt x="10809" y="11290"/>
                  </a:lnTo>
                  <a:lnTo>
                    <a:pt x="10809" y="11025"/>
                  </a:lnTo>
                  <a:lnTo>
                    <a:pt x="10833" y="10785"/>
                  </a:lnTo>
                  <a:lnTo>
                    <a:pt x="10857" y="10520"/>
                  </a:lnTo>
                  <a:lnTo>
                    <a:pt x="10930" y="10279"/>
                  </a:lnTo>
                  <a:lnTo>
                    <a:pt x="11002" y="10038"/>
                  </a:lnTo>
                  <a:lnTo>
                    <a:pt x="11074" y="9774"/>
                  </a:lnTo>
                  <a:lnTo>
                    <a:pt x="11194" y="9533"/>
                  </a:lnTo>
                  <a:lnTo>
                    <a:pt x="11315" y="9268"/>
                  </a:lnTo>
                  <a:lnTo>
                    <a:pt x="11652" y="8618"/>
                  </a:lnTo>
                  <a:lnTo>
                    <a:pt x="11820" y="8281"/>
                  </a:lnTo>
                  <a:lnTo>
                    <a:pt x="11965" y="7944"/>
                  </a:lnTo>
                  <a:lnTo>
                    <a:pt x="12109" y="7583"/>
                  </a:lnTo>
                  <a:lnTo>
                    <a:pt x="12230" y="7222"/>
                  </a:lnTo>
                  <a:lnTo>
                    <a:pt x="12302" y="6861"/>
                  </a:lnTo>
                  <a:lnTo>
                    <a:pt x="12350" y="6476"/>
                  </a:lnTo>
                  <a:lnTo>
                    <a:pt x="12398" y="5994"/>
                  </a:lnTo>
                  <a:lnTo>
                    <a:pt x="12398" y="5489"/>
                  </a:lnTo>
                  <a:lnTo>
                    <a:pt x="12374" y="5007"/>
                  </a:lnTo>
                  <a:lnTo>
                    <a:pt x="12326" y="4502"/>
                  </a:lnTo>
                  <a:lnTo>
                    <a:pt x="12254" y="4020"/>
                  </a:lnTo>
                  <a:lnTo>
                    <a:pt x="12157" y="3539"/>
                  </a:lnTo>
                  <a:lnTo>
                    <a:pt x="12037" y="3057"/>
                  </a:lnTo>
                  <a:lnTo>
                    <a:pt x="11917" y="2576"/>
                  </a:lnTo>
                  <a:lnTo>
                    <a:pt x="11772" y="2167"/>
                  </a:lnTo>
                  <a:lnTo>
                    <a:pt x="11580" y="1781"/>
                  </a:lnTo>
                  <a:lnTo>
                    <a:pt x="11363" y="1444"/>
                  </a:lnTo>
                  <a:lnTo>
                    <a:pt x="11098" y="1156"/>
                  </a:lnTo>
                  <a:lnTo>
                    <a:pt x="10833" y="891"/>
                  </a:lnTo>
                  <a:lnTo>
                    <a:pt x="10520" y="698"/>
                  </a:lnTo>
                  <a:lnTo>
                    <a:pt x="10183" y="506"/>
                  </a:lnTo>
                  <a:lnTo>
                    <a:pt x="9822" y="361"/>
                  </a:lnTo>
                  <a:lnTo>
                    <a:pt x="9485" y="241"/>
                  </a:lnTo>
                  <a:lnTo>
                    <a:pt x="9124" y="169"/>
                  </a:lnTo>
                  <a:lnTo>
                    <a:pt x="8787" y="96"/>
                  </a:lnTo>
                  <a:lnTo>
                    <a:pt x="8426" y="48"/>
                  </a:lnTo>
                  <a:lnTo>
                    <a:pt x="80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2" name="Google Shape;8472;p20"/>
            <p:cNvSpPr/>
            <p:nvPr/>
          </p:nvSpPr>
          <p:spPr>
            <a:xfrm>
              <a:off x="1157700" y="2029950"/>
              <a:ext cx="235350" cy="827550"/>
            </a:xfrm>
            <a:custGeom>
              <a:avLst/>
              <a:gdLst/>
              <a:ahLst/>
              <a:cxnLst/>
              <a:rect l="l" t="t" r="r" b="b"/>
              <a:pathLst>
                <a:path w="9414" h="33102" extrusionOk="0">
                  <a:moveTo>
                    <a:pt x="5177" y="1"/>
                  </a:moveTo>
                  <a:lnTo>
                    <a:pt x="4816" y="25"/>
                  </a:lnTo>
                  <a:lnTo>
                    <a:pt x="4455" y="73"/>
                  </a:lnTo>
                  <a:lnTo>
                    <a:pt x="4069" y="121"/>
                  </a:lnTo>
                  <a:lnTo>
                    <a:pt x="3684" y="218"/>
                  </a:lnTo>
                  <a:lnTo>
                    <a:pt x="3299" y="314"/>
                  </a:lnTo>
                  <a:lnTo>
                    <a:pt x="2938" y="458"/>
                  </a:lnTo>
                  <a:lnTo>
                    <a:pt x="2577" y="603"/>
                  </a:lnTo>
                  <a:lnTo>
                    <a:pt x="2216" y="771"/>
                  </a:lnTo>
                  <a:lnTo>
                    <a:pt x="1903" y="940"/>
                  </a:lnTo>
                  <a:lnTo>
                    <a:pt x="1614" y="1132"/>
                  </a:lnTo>
                  <a:lnTo>
                    <a:pt x="1349" y="1349"/>
                  </a:lnTo>
                  <a:lnTo>
                    <a:pt x="1132" y="1566"/>
                  </a:lnTo>
                  <a:lnTo>
                    <a:pt x="964" y="1782"/>
                  </a:lnTo>
                  <a:lnTo>
                    <a:pt x="723" y="2192"/>
                  </a:lnTo>
                  <a:lnTo>
                    <a:pt x="434" y="2601"/>
                  </a:lnTo>
                  <a:lnTo>
                    <a:pt x="314" y="2793"/>
                  </a:lnTo>
                  <a:lnTo>
                    <a:pt x="218" y="3010"/>
                  </a:lnTo>
                  <a:lnTo>
                    <a:pt x="121" y="3203"/>
                  </a:lnTo>
                  <a:lnTo>
                    <a:pt x="73" y="3419"/>
                  </a:lnTo>
                  <a:lnTo>
                    <a:pt x="25" y="3660"/>
                  </a:lnTo>
                  <a:lnTo>
                    <a:pt x="1" y="3877"/>
                  </a:lnTo>
                  <a:lnTo>
                    <a:pt x="25" y="4093"/>
                  </a:lnTo>
                  <a:lnTo>
                    <a:pt x="25" y="4334"/>
                  </a:lnTo>
                  <a:lnTo>
                    <a:pt x="97" y="4840"/>
                  </a:lnTo>
                  <a:lnTo>
                    <a:pt x="145" y="5321"/>
                  </a:lnTo>
                  <a:lnTo>
                    <a:pt x="194" y="5682"/>
                  </a:lnTo>
                  <a:lnTo>
                    <a:pt x="242" y="6019"/>
                  </a:lnTo>
                  <a:lnTo>
                    <a:pt x="314" y="6356"/>
                  </a:lnTo>
                  <a:lnTo>
                    <a:pt x="434" y="6693"/>
                  </a:lnTo>
                  <a:lnTo>
                    <a:pt x="555" y="7006"/>
                  </a:lnTo>
                  <a:lnTo>
                    <a:pt x="699" y="7319"/>
                  </a:lnTo>
                  <a:lnTo>
                    <a:pt x="868" y="7632"/>
                  </a:lnTo>
                  <a:lnTo>
                    <a:pt x="1060" y="7945"/>
                  </a:lnTo>
                  <a:lnTo>
                    <a:pt x="1205" y="8138"/>
                  </a:lnTo>
                  <a:lnTo>
                    <a:pt x="1373" y="8306"/>
                  </a:lnTo>
                  <a:lnTo>
                    <a:pt x="1710" y="8643"/>
                  </a:lnTo>
                  <a:lnTo>
                    <a:pt x="2047" y="9004"/>
                  </a:lnTo>
                  <a:lnTo>
                    <a:pt x="2216" y="9173"/>
                  </a:lnTo>
                  <a:lnTo>
                    <a:pt x="2360" y="9389"/>
                  </a:lnTo>
                  <a:lnTo>
                    <a:pt x="2577" y="9678"/>
                  </a:lnTo>
                  <a:lnTo>
                    <a:pt x="2818" y="9967"/>
                  </a:lnTo>
                  <a:lnTo>
                    <a:pt x="3058" y="10256"/>
                  </a:lnTo>
                  <a:lnTo>
                    <a:pt x="3275" y="10569"/>
                  </a:lnTo>
                  <a:lnTo>
                    <a:pt x="3419" y="10786"/>
                  </a:lnTo>
                  <a:lnTo>
                    <a:pt x="3540" y="11026"/>
                  </a:lnTo>
                  <a:lnTo>
                    <a:pt x="3636" y="11267"/>
                  </a:lnTo>
                  <a:lnTo>
                    <a:pt x="3708" y="11508"/>
                  </a:lnTo>
                  <a:lnTo>
                    <a:pt x="3756" y="11749"/>
                  </a:lnTo>
                  <a:lnTo>
                    <a:pt x="3805" y="11989"/>
                  </a:lnTo>
                  <a:lnTo>
                    <a:pt x="3829" y="12230"/>
                  </a:lnTo>
                  <a:lnTo>
                    <a:pt x="3853" y="12471"/>
                  </a:lnTo>
                  <a:lnTo>
                    <a:pt x="3829" y="12952"/>
                  </a:lnTo>
                  <a:lnTo>
                    <a:pt x="3756" y="13434"/>
                  </a:lnTo>
                  <a:lnTo>
                    <a:pt x="3636" y="13915"/>
                  </a:lnTo>
                  <a:lnTo>
                    <a:pt x="3492" y="14421"/>
                  </a:lnTo>
                  <a:lnTo>
                    <a:pt x="3443" y="14541"/>
                  </a:lnTo>
                  <a:lnTo>
                    <a:pt x="3371" y="14637"/>
                  </a:lnTo>
                  <a:lnTo>
                    <a:pt x="3299" y="14710"/>
                  </a:lnTo>
                  <a:lnTo>
                    <a:pt x="3203" y="14782"/>
                  </a:lnTo>
                  <a:lnTo>
                    <a:pt x="2914" y="15023"/>
                  </a:lnTo>
                  <a:lnTo>
                    <a:pt x="2649" y="15239"/>
                  </a:lnTo>
                  <a:lnTo>
                    <a:pt x="2144" y="15745"/>
                  </a:lnTo>
                  <a:lnTo>
                    <a:pt x="1686" y="16274"/>
                  </a:lnTo>
                  <a:lnTo>
                    <a:pt x="1205" y="16804"/>
                  </a:lnTo>
                  <a:lnTo>
                    <a:pt x="1084" y="16948"/>
                  </a:lnTo>
                  <a:lnTo>
                    <a:pt x="988" y="17117"/>
                  </a:lnTo>
                  <a:lnTo>
                    <a:pt x="916" y="17285"/>
                  </a:lnTo>
                  <a:lnTo>
                    <a:pt x="844" y="17454"/>
                  </a:lnTo>
                  <a:lnTo>
                    <a:pt x="771" y="17743"/>
                  </a:lnTo>
                  <a:lnTo>
                    <a:pt x="723" y="18032"/>
                  </a:lnTo>
                  <a:lnTo>
                    <a:pt x="699" y="18321"/>
                  </a:lnTo>
                  <a:lnTo>
                    <a:pt x="699" y="18609"/>
                  </a:lnTo>
                  <a:lnTo>
                    <a:pt x="699" y="18874"/>
                  </a:lnTo>
                  <a:lnTo>
                    <a:pt x="723" y="19139"/>
                  </a:lnTo>
                  <a:lnTo>
                    <a:pt x="771" y="19404"/>
                  </a:lnTo>
                  <a:lnTo>
                    <a:pt x="819" y="19669"/>
                  </a:lnTo>
                  <a:lnTo>
                    <a:pt x="892" y="19934"/>
                  </a:lnTo>
                  <a:lnTo>
                    <a:pt x="988" y="20198"/>
                  </a:lnTo>
                  <a:lnTo>
                    <a:pt x="1084" y="20439"/>
                  </a:lnTo>
                  <a:lnTo>
                    <a:pt x="1205" y="20680"/>
                  </a:lnTo>
                  <a:lnTo>
                    <a:pt x="1349" y="20921"/>
                  </a:lnTo>
                  <a:lnTo>
                    <a:pt x="1518" y="21161"/>
                  </a:lnTo>
                  <a:lnTo>
                    <a:pt x="1855" y="21619"/>
                  </a:lnTo>
                  <a:lnTo>
                    <a:pt x="2071" y="21883"/>
                  </a:lnTo>
                  <a:lnTo>
                    <a:pt x="2264" y="22172"/>
                  </a:lnTo>
                  <a:lnTo>
                    <a:pt x="2456" y="22461"/>
                  </a:lnTo>
                  <a:lnTo>
                    <a:pt x="2601" y="22774"/>
                  </a:lnTo>
                  <a:lnTo>
                    <a:pt x="2745" y="23087"/>
                  </a:lnTo>
                  <a:lnTo>
                    <a:pt x="2866" y="23400"/>
                  </a:lnTo>
                  <a:lnTo>
                    <a:pt x="2962" y="23713"/>
                  </a:lnTo>
                  <a:lnTo>
                    <a:pt x="3058" y="24050"/>
                  </a:lnTo>
                  <a:lnTo>
                    <a:pt x="3275" y="24917"/>
                  </a:lnTo>
                  <a:lnTo>
                    <a:pt x="3492" y="25807"/>
                  </a:lnTo>
                  <a:lnTo>
                    <a:pt x="3636" y="26698"/>
                  </a:lnTo>
                  <a:lnTo>
                    <a:pt x="3708" y="27155"/>
                  </a:lnTo>
                  <a:lnTo>
                    <a:pt x="3756" y="27589"/>
                  </a:lnTo>
                  <a:lnTo>
                    <a:pt x="3781" y="27781"/>
                  </a:lnTo>
                  <a:lnTo>
                    <a:pt x="3781" y="27950"/>
                  </a:lnTo>
                  <a:lnTo>
                    <a:pt x="3756" y="28118"/>
                  </a:lnTo>
                  <a:lnTo>
                    <a:pt x="3684" y="28287"/>
                  </a:lnTo>
                  <a:lnTo>
                    <a:pt x="3540" y="28624"/>
                  </a:lnTo>
                  <a:lnTo>
                    <a:pt x="3395" y="28961"/>
                  </a:lnTo>
                  <a:lnTo>
                    <a:pt x="3299" y="29322"/>
                  </a:lnTo>
                  <a:lnTo>
                    <a:pt x="3227" y="29659"/>
                  </a:lnTo>
                  <a:lnTo>
                    <a:pt x="3179" y="30020"/>
                  </a:lnTo>
                  <a:lnTo>
                    <a:pt x="3179" y="30381"/>
                  </a:lnTo>
                  <a:lnTo>
                    <a:pt x="3203" y="30766"/>
                  </a:lnTo>
                  <a:lnTo>
                    <a:pt x="3251" y="31152"/>
                  </a:lnTo>
                  <a:lnTo>
                    <a:pt x="3323" y="31440"/>
                  </a:lnTo>
                  <a:lnTo>
                    <a:pt x="3443" y="31729"/>
                  </a:lnTo>
                  <a:lnTo>
                    <a:pt x="3588" y="31994"/>
                  </a:lnTo>
                  <a:lnTo>
                    <a:pt x="3756" y="32235"/>
                  </a:lnTo>
                  <a:lnTo>
                    <a:pt x="3949" y="32452"/>
                  </a:lnTo>
                  <a:lnTo>
                    <a:pt x="4166" y="32620"/>
                  </a:lnTo>
                  <a:lnTo>
                    <a:pt x="4406" y="32789"/>
                  </a:lnTo>
                  <a:lnTo>
                    <a:pt x="4647" y="32909"/>
                  </a:lnTo>
                  <a:lnTo>
                    <a:pt x="4912" y="33005"/>
                  </a:lnTo>
                  <a:lnTo>
                    <a:pt x="5177" y="33053"/>
                  </a:lnTo>
                  <a:lnTo>
                    <a:pt x="5466" y="33102"/>
                  </a:lnTo>
                  <a:lnTo>
                    <a:pt x="5730" y="33077"/>
                  </a:lnTo>
                  <a:lnTo>
                    <a:pt x="5995" y="33029"/>
                  </a:lnTo>
                  <a:lnTo>
                    <a:pt x="6284" y="32957"/>
                  </a:lnTo>
                  <a:lnTo>
                    <a:pt x="6549" y="32813"/>
                  </a:lnTo>
                  <a:lnTo>
                    <a:pt x="6790" y="32644"/>
                  </a:lnTo>
                  <a:lnTo>
                    <a:pt x="7079" y="32403"/>
                  </a:lnTo>
                  <a:lnTo>
                    <a:pt x="7319" y="32163"/>
                  </a:lnTo>
                  <a:lnTo>
                    <a:pt x="7560" y="31874"/>
                  </a:lnTo>
                  <a:lnTo>
                    <a:pt x="7753" y="31585"/>
                  </a:lnTo>
                  <a:lnTo>
                    <a:pt x="7945" y="31296"/>
                  </a:lnTo>
                  <a:lnTo>
                    <a:pt x="8090" y="30959"/>
                  </a:lnTo>
                  <a:lnTo>
                    <a:pt x="8210" y="30622"/>
                  </a:lnTo>
                  <a:lnTo>
                    <a:pt x="8306" y="30261"/>
                  </a:lnTo>
                  <a:lnTo>
                    <a:pt x="8354" y="29948"/>
                  </a:lnTo>
                  <a:lnTo>
                    <a:pt x="8354" y="29779"/>
                  </a:lnTo>
                  <a:lnTo>
                    <a:pt x="8354" y="29611"/>
                  </a:lnTo>
                  <a:lnTo>
                    <a:pt x="8330" y="29466"/>
                  </a:lnTo>
                  <a:lnTo>
                    <a:pt x="8282" y="29298"/>
                  </a:lnTo>
                  <a:lnTo>
                    <a:pt x="8210" y="29154"/>
                  </a:lnTo>
                  <a:lnTo>
                    <a:pt x="8114" y="29009"/>
                  </a:lnTo>
                  <a:lnTo>
                    <a:pt x="7969" y="28816"/>
                  </a:lnTo>
                  <a:lnTo>
                    <a:pt x="7849" y="28600"/>
                  </a:lnTo>
                  <a:lnTo>
                    <a:pt x="7584" y="28167"/>
                  </a:lnTo>
                  <a:lnTo>
                    <a:pt x="7343" y="27733"/>
                  </a:lnTo>
                  <a:lnTo>
                    <a:pt x="7199" y="27517"/>
                  </a:lnTo>
                  <a:lnTo>
                    <a:pt x="7054" y="27324"/>
                  </a:lnTo>
                  <a:lnTo>
                    <a:pt x="6910" y="27107"/>
                  </a:lnTo>
                  <a:lnTo>
                    <a:pt x="6766" y="26891"/>
                  </a:lnTo>
                  <a:lnTo>
                    <a:pt x="6669" y="26650"/>
                  </a:lnTo>
                  <a:lnTo>
                    <a:pt x="6597" y="26433"/>
                  </a:lnTo>
                  <a:lnTo>
                    <a:pt x="6549" y="26193"/>
                  </a:lnTo>
                  <a:lnTo>
                    <a:pt x="6525" y="25928"/>
                  </a:lnTo>
                  <a:lnTo>
                    <a:pt x="6525" y="25687"/>
                  </a:lnTo>
                  <a:lnTo>
                    <a:pt x="6549" y="25422"/>
                  </a:lnTo>
                  <a:lnTo>
                    <a:pt x="6573" y="25206"/>
                  </a:lnTo>
                  <a:lnTo>
                    <a:pt x="6573" y="24989"/>
                  </a:lnTo>
                  <a:lnTo>
                    <a:pt x="6549" y="24796"/>
                  </a:lnTo>
                  <a:lnTo>
                    <a:pt x="6525" y="24580"/>
                  </a:lnTo>
                  <a:lnTo>
                    <a:pt x="6477" y="24339"/>
                  </a:lnTo>
                  <a:lnTo>
                    <a:pt x="6453" y="24074"/>
                  </a:lnTo>
                  <a:lnTo>
                    <a:pt x="6453" y="23833"/>
                  </a:lnTo>
                  <a:lnTo>
                    <a:pt x="6453" y="23593"/>
                  </a:lnTo>
                  <a:lnTo>
                    <a:pt x="6477" y="23376"/>
                  </a:lnTo>
                  <a:lnTo>
                    <a:pt x="6525" y="23135"/>
                  </a:lnTo>
                  <a:lnTo>
                    <a:pt x="6621" y="22678"/>
                  </a:lnTo>
                  <a:lnTo>
                    <a:pt x="6790" y="22269"/>
                  </a:lnTo>
                  <a:lnTo>
                    <a:pt x="7006" y="21835"/>
                  </a:lnTo>
                  <a:lnTo>
                    <a:pt x="7271" y="21450"/>
                  </a:lnTo>
                  <a:lnTo>
                    <a:pt x="7560" y="21065"/>
                  </a:lnTo>
                  <a:lnTo>
                    <a:pt x="7849" y="20680"/>
                  </a:lnTo>
                  <a:lnTo>
                    <a:pt x="8114" y="20295"/>
                  </a:lnTo>
                  <a:lnTo>
                    <a:pt x="8354" y="19885"/>
                  </a:lnTo>
                  <a:lnTo>
                    <a:pt x="8595" y="19476"/>
                  </a:lnTo>
                  <a:lnTo>
                    <a:pt x="8788" y="19067"/>
                  </a:lnTo>
                  <a:lnTo>
                    <a:pt x="8980" y="18634"/>
                  </a:lnTo>
                  <a:lnTo>
                    <a:pt x="9125" y="18176"/>
                  </a:lnTo>
                  <a:lnTo>
                    <a:pt x="9269" y="17719"/>
                  </a:lnTo>
                  <a:lnTo>
                    <a:pt x="9341" y="17454"/>
                  </a:lnTo>
                  <a:lnTo>
                    <a:pt x="9390" y="17165"/>
                  </a:lnTo>
                  <a:lnTo>
                    <a:pt x="9414" y="16900"/>
                  </a:lnTo>
                  <a:lnTo>
                    <a:pt x="9414" y="16635"/>
                  </a:lnTo>
                  <a:lnTo>
                    <a:pt x="9366" y="16371"/>
                  </a:lnTo>
                  <a:lnTo>
                    <a:pt x="9293" y="16106"/>
                  </a:lnTo>
                  <a:lnTo>
                    <a:pt x="9197" y="15841"/>
                  </a:lnTo>
                  <a:lnTo>
                    <a:pt x="9077" y="15600"/>
                  </a:lnTo>
                  <a:lnTo>
                    <a:pt x="8619" y="14830"/>
                  </a:lnTo>
                  <a:lnTo>
                    <a:pt x="8210" y="14036"/>
                  </a:lnTo>
                  <a:lnTo>
                    <a:pt x="7825" y="13241"/>
                  </a:lnTo>
                  <a:lnTo>
                    <a:pt x="7464" y="12447"/>
                  </a:lnTo>
                  <a:lnTo>
                    <a:pt x="7271" y="11989"/>
                  </a:lnTo>
                  <a:lnTo>
                    <a:pt x="7127" y="11508"/>
                  </a:lnTo>
                  <a:lnTo>
                    <a:pt x="7054" y="11051"/>
                  </a:lnTo>
                  <a:lnTo>
                    <a:pt x="7030" y="10593"/>
                  </a:lnTo>
                  <a:lnTo>
                    <a:pt x="7030" y="10112"/>
                  </a:lnTo>
                  <a:lnTo>
                    <a:pt x="7127" y="9654"/>
                  </a:lnTo>
                  <a:lnTo>
                    <a:pt x="7247" y="9197"/>
                  </a:lnTo>
                  <a:lnTo>
                    <a:pt x="7440" y="8739"/>
                  </a:lnTo>
                  <a:lnTo>
                    <a:pt x="7704" y="8186"/>
                  </a:lnTo>
                  <a:lnTo>
                    <a:pt x="7969" y="7632"/>
                  </a:lnTo>
                  <a:lnTo>
                    <a:pt x="8114" y="7367"/>
                  </a:lnTo>
                  <a:lnTo>
                    <a:pt x="8282" y="7103"/>
                  </a:lnTo>
                  <a:lnTo>
                    <a:pt x="8451" y="6838"/>
                  </a:lnTo>
                  <a:lnTo>
                    <a:pt x="8667" y="6597"/>
                  </a:lnTo>
                  <a:lnTo>
                    <a:pt x="8691" y="6525"/>
                  </a:lnTo>
                  <a:lnTo>
                    <a:pt x="8740" y="6453"/>
                  </a:lnTo>
                  <a:lnTo>
                    <a:pt x="8788" y="6308"/>
                  </a:lnTo>
                  <a:lnTo>
                    <a:pt x="8932" y="5875"/>
                  </a:lnTo>
                  <a:lnTo>
                    <a:pt x="9028" y="5441"/>
                  </a:lnTo>
                  <a:lnTo>
                    <a:pt x="9077" y="5008"/>
                  </a:lnTo>
                  <a:lnTo>
                    <a:pt x="9077" y="4575"/>
                  </a:lnTo>
                  <a:lnTo>
                    <a:pt x="9053" y="4166"/>
                  </a:lnTo>
                  <a:lnTo>
                    <a:pt x="8980" y="3732"/>
                  </a:lnTo>
                  <a:lnTo>
                    <a:pt x="8884" y="3299"/>
                  </a:lnTo>
                  <a:lnTo>
                    <a:pt x="8764" y="2890"/>
                  </a:lnTo>
                  <a:lnTo>
                    <a:pt x="8595" y="2456"/>
                  </a:lnTo>
                  <a:lnTo>
                    <a:pt x="8403" y="2023"/>
                  </a:lnTo>
                  <a:lnTo>
                    <a:pt x="8138" y="1638"/>
                  </a:lnTo>
                  <a:lnTo>
                    <a:pt x="7993" y="1445"/>
                  </a:lnTo>
                  <a:lnTo>
                    <a:pt x="7849" y="1253"/>
                  </a:lnTo>
                  <a:lnTo>
                    <a:pt x="7680" y="1084"/>
                  </a:lnTo>
                  <a:lnTo>
                    <a:pt x="7512" y="940"/>
                  </a:lnTo>
                  <a:lnTo>
                    <a:pt x="7295" y="771"/>
                  </a:lnTo>
                  <a:lnTo>
                    <a:pt x="7103" y="627"/>
                  </a:lnTo>
                  <a:lnTo>
                    <a:pt x="6862" y="482"/>
                  </a:lnTo>
                  <a:lnTo>
                    <a:pt x="6621" y="362"/>
                  </a:lnTo>
                  <a:lnTo>
                    <a:pt x="6356" y="242"/>
                  </a:lnTo>
                  <a:lnTo>
                    <a:pt x="6092" y="145"/>
                  </a:lnTo>
                  <a:lnTo>
                    <a:pt x="5803" y="73"/>
                  </a:lnTo>
                  <a:lnTo>
                    <a:pt x="5514" y="25"/>
                  </a:lnTo>
                  <a:lnTo>
                    <a:pt x="51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3" name="Google Shape;8473;p20"/>
            <p:cNvSpPr/>
            <p:nvPr/>
          </p:nvSpPr>
          <p:spPr>
            <a:xfrm>
              <a:off x="1207675" y="2091350"/>
              <a:ext cx="145050" cy="155300"/>
            </a:xfrm>
            <a:custGeom>
              <a:avLst/>
              <a:gdLst/>
              <a:ahLst/>
              <a:cxnLst/>
              <a:rect l="l" t="t" r="r" b="b"/>
              <a:pathLst>
                <a:path w="5802" h="6212" extrusionOk="0">
                  <a:moveTo>
                    <a:pt x="3178" y="265"/>
                  </a:moveTo>
                  <a:lnTo>
                    <a:pt x="3394" y="289"/>
                  </a:lnTo>
                  <a:lnTo>
                    <a:pt x="3635" y="362"/>
                  </a:lnTo>
                  <a:lnTo>
                    <a:pt x="3900" y="482"/>
                  </a:lnTo>
                  <a:lnTo>
                    <a:pt x="4189" y="554"/>
                  </a:lnTo>
                  <a:lnTo>
                    <a:pt x="4357" y="650"/>
                  </a:lnTo>
                  <a:lnTo>
                    <a:pt x="4502" y="747"/>
                  </a:lnTo>
                  <a:lnTo>
                    <a:pt x="4646" y="891"/>
                  </a:lnTo>
                  <a:lnTo>
                    <a:pt x="4767" y="1036"/>
                  </a:lnTo>
                  <a:lnTo>
                    <a:pt x="4887" y="1204"/>
                  </a:lnTo>
                  <a:lnTo>
                    <a:pt x="4983" y="1397"/>
                  </a:lnTo>
                  <a:lnTo>
                    <a:pt x="5248" y="1854"/>
                  </a:lnTo>
                  <a:lnTo>
                    <a:pt x="5465" y="2336"/>
                  </a:lnTo>
                  <a:lnTo>
                    <a:pt x="5561" y="2576"/>
                  </a:lnTo>
                  <a:lnTo>
                    <a:pt x="5609" y="2841"/>
                  </a:lnTo>
                  <a:lnTo>
                    <a:pt x="5657" y="3082"/>
                  </a:lnTo>
                  <a:lnTo>
                    <a:pt x="5657" y="3347"/>
                  </a:lnTo>
                  <a:lnTo>
                    <a:pt x="5609" y="3491"/>
                  </a:lnTo>
                  <a:lnTo>
                    <a:pt x="5585" y="3563"/>
                  </a:lnTo>
                  <a:lnTo>
                    <a:pt x="5537" y="3611"/>
                  </a:lnTo>
                  <a:lnTo>
                    <a:pt x="5392" y="3804"/>
                  </a:lnTo>
                  <a:lnTo>
                    <a:pt x="5224" y="3972"/>
                  </a:lnTo>
                  <a:lnTo>
                    <a:pt x="5152" y="4045"/>
                  </a:lnTo>
                  <a:lnTo>
                    <a:pt x="5080" y="4165"/>
                  </a:lnTo>
                  <a:lnTo>
                    <a:pt x="5007" y="4261"/>
                  </a:lnTo>
                  <a:lnTo>
                    <a:pt x="4983" y="4406"/>
                  </a:lnTo>
                  <a:lnTo>
                    <a:pt x="4911" y="4598"/>
                  </a:lnTo>
                  <a:lnTo>
                    <a:pt x="4839" y="4767"/>
                  </a:lnTo>
                  <a:lnTo>
                    <a:pt x="4622" y="5080"/>
                  </a:lnTo>
                  <a:lnTo>
                    <a:pt x="4550" y="5200"/>
                  </a:lnTo>
                  <a:lnTo>
                    <a:pt x="4454" y="5272"/>
                  </a:lnTo>
                  <a:lnTo>
                    <a:pt x="4357" y="5345"/>
                  </a:lnTo>
                  <a:lnTo>
                    <a:pt x="4237" y="5417"/>
                  </a:lnTo>
                  <a:lnTo>
                    <a:pt x="3635" y="5730"/>
                  </a:lnTo>
                  <a:lnTo>
                    <a:pt x="3467" y="5802"/>
                  </a:lnTo>
                  <a:lnTo>
                    <a:pt x="3322" y="5850"/>
                  </a:lnTo>
                  <a:lnTo>
                    <a:pt x="2937" y="5898"/>
                  </a:lnTo>
                  <a:lnTo>
                    <a:pt x="2576" y="5898"/>
                  </a:lnTo>
                  <a:lnTo>
                    <a:pt x="2191" y="5850"/>
                  </a:lnTo>
                  <a:lnTo>
                    <a:pt x="1998" y="5826"/>
                  </a:lnTo>
                  <a:lnTo>
                    <a:pt x="1830" y="5754"/>
                  </a:lnTo>
                  <a:lnTo>
                    <a:pt x="1661" y="5706"/>
                  </a:lnTo>
                  <a:lnTo>
                    <a:pt x="1541" y="5609"/>
                  </a:lnTo>
                  <a:lnTo>
                    <a:pt x="1276" y="5417"/>
                  </a:lnTo>
                  <a:lnTo>
                    <a:pt x="987" y="5152"/>
                  </a:lnTo>
                  <a:lnTo>
                    <a:pt x="698" y="4839"/>
                  </a:lnTo>
                  <a:lnTo>
                    <a:pt x="554" y="4622"/>
                  </a:lnTo>
                  <a:lnTo>
                    <a:pt x="433" y="4406"/>
                  </a:lnTo>
                  <a:lnTo>
                    <a:pt x="361" y="4165"/>
                  </a:lnTo>
                  <a:lnTo>
                    <a:pt x="289" y="3924"/>
                  </a:lnTo>
                  <a:lnTo>
                    <a:pt x="265" y="3756"/>
                  </a:lnTo>
                  <a:lnTo>
                    <a:pt x="289" y="3563"/>
                  </a:lnTo>
                  <a:lnTo>
                    <a:pt x="361" y="3106"/>
                  </a:lnTo>
                  <a:lnTo>
                    <a:pt x="409" y="2648"/>
                  </a:lnTo>
                  <a:lnTo>
                    <a:pt x="409" y="2456"/>
                  </a:lnTo>
                  <a:lnTo>
                    <a:pt x="457" y="2287"/>
                  </a:lnTo>
                  <a:lnTo>
                    <a:pt x="554" y="2119"/>
                  </a:lnTo>
                  <a:lnTo>
                    <a:pt x="650" y="1974"/>
                  </a:lnTo>
                  <a:lnTo>
                    <a:pt x="867" y="1710"/>
                  </a:lnTo>
                  <a:lnTo>
                    <a:pt x="1059" y="1421"/>
                  </a:lnTo>
                  <a:lnTo>
                    <a:pt x="1180" y="1276"/>
                  </a:lnTo>
                  <a:lnTo>
                    <a:pt x="1300" y="1156"/>
                  </a:lnTo>
                  <a:lnTo>
                    <a:pt x="1565" y="939"/>
                  </a:lnTo>
                  <a:lnTo>
                    <a:pt x="2143" y="626"/>
                  </a:lnTo>
                  <a:lnTo>
                    <a:pt x="2431" y="482"/>
                  </a:lnTo>
                  <a:lnTo>
                    <a:pt x="2744" y="362"/>
                  </a:lnTo>
                  <a:lnTo>
                    <a:pt x="2961" y="289"/>
                  </a:lnTo>
                  <a:lnTo>
                    <a:pt x="3178" y="265"/>
                  </a:lnTo>
                  <a:close/>
                  <a:moveTo>
                    <a:pt x="3033" y="0"/>
                  </a:moveTo>
                  <a:lnTo>
                    <a:pt x="2865" y="24"/>
                  </a:lnTo>
                  <a:lnTo>
                    <a:pt x="2696" y="73"/>
                  </a:lnTo>
                  <a:lnTo>
                    <a:pt x="2335" y="217"/>
                  </a:lnTo>
                  <a:lnTo>
                    <a:pt x="1974" y="362"/>
                  </a:lnTo>
                  <a:lnTo>
                    <a:pt x="1637" y="554"/>
                  </a:lnTo>
                  <a:lnTo>
                    <a:pt x="1300" y="747"/>
                  </a:lnTo>
                  <a:lnTo>
                    <a:pt x="1156" y="867"/>
                  </a:lnTo>
                  <a:lnTo>
                    <a:pt x="1011" y="987"/>
                  </a:lnTo>
                  <a:lnTo>
                    <a:pt x="891" y="1132"/>
                  </a:lnTo>
                  <a:lnTo>
                    <a:pt x="770" y="1276"/>
                  </a:lnTo>
                  <a:lnTo>
                    <a:pt x="361" y="1878"/>
                  </a:lnTo>
                  <a:lnTo>
                    <a:pt x="265" y="1998"/>
                  </a:lnTo>
                  <a:lnTo>
                    <a:pt x="217" y="2119"/>
                  </a:lnTo>
                  <a:lnTo>
                    <a:pt x="169" y="2263"/>
                  </a:lnTo>
                  <a:lnTo>
                    <a:pt x="120" y="2408"/>
                  </a:lnTo>
                  <a:lnTo>
                    <a:pt x="96" y="2889"/>
                  </a:lnTo>
                  <a:lnTo>
                    <a:pt x="96" y="3130"/>
                  </a:lnTo>
                  <a:lnTo>
                    <a:pt x="48" y="3371"/>
                  </a:lnTo>
                  <a:lnTo>
                    <a:pt x="24" y="3563"/>
                  </a:lnTo>
                  <a:lnTo>
                    <a:pt x="0" y="3732"/>
                  </a:lnTo>
                  <a:lnTo>
                    <a:pt x="24" y="3924"/>
                  </a:lnTo>
                  <a:lnTo>
                    <a:pt x="72" y="4117"/>
                  </a:lnTo>
                  <a:lnTo>
                    <a:pt x="145" y="4358"/>
                  </a:lnTo>
                  <a:lnTo>
                    <a:pt x="241" y="4622"/>
                  </a:lnTo>
                  <a:lnTo>
                    <a:pt x="361" y="4839"/>
                  </a:lnTo>
                  <a:lnTo>
                    <a:pt x="530" y="5056"/>
                  </a:lnTo>
                  <a:lnTo>
                    <a:pt x="794" y="5345"/>
                  </a:lnTo>
                  <a:lnTo>
                    <a:pt x="1059" y="5609"/>
                  </a:lnTo>
                  <a:lnTo>
                    <a:pt x="1252" y="5754"/>
                  </a:lnTo>
                  <a:lnTo>
                    <a:pt x="1469" y="5898"/>
                  </a:lnTo>
                  <a:lnTo>
                    <a:pt x="1782" y="6043"/>
                  </a:lnTo>
                  <a:lnTo>
                    <a:pt x="2119" y="6139"/>
                  </a:lnTo>
                  <a:lnTo>
                    <a:pt x="2456" y="6187"/>
                  </a:lnTo>
                  <a:lnTo>
                    <a:pt x="2793" y="6211"/>
                  </a:lnTo>
                  <a:lnTo>
                    <a:pt x="3033" y="6187"/>
                  </a:lnTo>
                  <a:lnTo>
                    <a:pt x="3250" y="6163"/>
                  </a:lnTo>
                  <a:lnTo>
                    <a:pt x="3467" y="6115"/>
                  </a:lnTo>
                  <a:lnTo>
                    <a:pt x="3683" y="6043"/>
                  </a:lnTo>
                  <a:lnTo>
                    <a:pt x="4333" y="5682"/>
                  </a:lnTo>
                  <a:lnTo>
                    <a:pt x="4550" y="5561"/>
                  </a:lnTo>
                  <a:lnTo>
                    <a:pt x="4743" y="5393"/>
                  </a:lnTo>
                  <a:lnTo>
                    <a:pt x="4887" y="5200"/>
                  </a:lnTo>
                  <a:lnTo>
                    <a:pt x="5007" y="4984"/>
                  </a:lnTo>
                  <a:lnTo>
                    <a:pt x="5080" y="4863"/>
                  </a:lnTo>
                  <a:lnTo>
                    <a:pt x="5128" y="4743"/>
                  </a:lnTo>
                  <a:lnTo>
                    <a:pt x="5200" y="4622"/>
                  </a:lnTo>
                  <a:lnTo>
                    <a:pt x="5224" y="4526"/>
                  </a:lnTo>
                  <a:lnTo>
                    <a:pt x="5272" y="4382"/>
                  </a:lnTo>
                  <a:lnTo>
                    <a:pt x="5344" y="4285"/>
                  </a:lnTo>
                  <a:lnTo>
                    <a:pt x="5513" y="4093"/>
                  </a:lnTo>
                  <a:lnTo>
                    <a:pt x="5609" y="3997"/>
                  </a:lnTo>
                  <a:lnTo>
                    <a:pt x="5681" y="3924"/>
                  </a:lnTo>
                  <a:lnTo>
                    <a:pt x="5730" y="3828"/>
                  </a:lnTo>
                  <a:lnTo>
                    <a:pt x="5754" y="3732"/>
                  </a:lnTo>
                  <a:lnTo>
                    <a:pt x="5754" y="3611"/>
                  </a:lnTo>
                  <a:lnTo>
                    <a:pt x="5754" y="3539"/>
                  </a:lnTo>
                  <a:lnTo>
                    <a:pt x="5778" y="3443"/>
                  </a:lnTo>
                  <a:lnTo>
                    <a:pt x="5802" y="3178"/>
                  </a:lnTo>
                  <a:lnTo>
                    <a:pt x="5802" y="2913"/>
                  </a:lnTo>
                  <a:lnTo>
                    <a:pt x="5754" y="2648"/>
                  </a:lnTo>
                  <a:lnTo>
                    <a:pt x="5657" y="2384"/>
                  </a:lnTo>
                  <a:lnTo>
                    <a:pt x="5320" y="1565"/>
                  </a:lnTo>
                  <a:lnTo>
                    <a:pt x="5152" y="1228"/>
                  </a:lnTo>
                  <a:lnTo>
                    <a:pt x="5055" y="1060"/>
                  </a:lnTo>
                  <a:lnTo>
                    <a:pt x="4959" y="915"/>
                  </a:lnTo>
                  <a:lnTo>
                    <a:pt x="4791" y="699"/>
                  </a:lnTo>
                  <a:lnTo>
                    <a:pt x="4574" y="506"/>
                  </a:lnTo>
                  <a:lnTo>
                    <a:pt x="4357" y="386"/>
                  </a:lnTo>
                  <a:lnTo>
                    <a:pt x="4117" y="289"/>
                  </a:lnTo>
                  <a:lnTo>
                    <a:pt x="3900" y="193"/>
                  </a:lnTo>
                  <a:lnTo>
                    <a:pt x="3635" y="97"/>
                  </a:lnTo>
                  <a:lnTo>
                    <a:pt x="3370" y="24"/>
                  </a:lnTo>
                  <a:lnTo>
                    <a:pt x="3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4" name="Google Shape;8474;p20"/>
            <p:cNvSpPr/>
            <p:nvPr/>
          </p:nvSpPr>
          <p:spPr>
            <a:xfrm>
              <a:off x="1249200" y="2140700"/>
              <a:ext cx="60200" cy="62625"/>
            </a:xfrm>
            <a:custGeom>
              <a:avLst/>
              <a:gdLst/>
              <a:ahLst/>
              <a:cxnLst/>
              <a:rect l="l" t="t" r="r" b="b"/>
              <a:pathLst>
                <a:path w="2408" h="2505" extrusionOk="0">
                  <a:moveTo>
                    <a:pt x="1469" y="217"/>
                  </a:moveTo>
                  <a:lnTo>
                    <a:pt x="1565" y="265"/>
                  </a:lnTo>
                  <a:lnTo>
                    <a:pt x="1637" y="313"/>
                  </a:lnTo>
                  <a:lnTo>
                    <a:pt x="1709" y="410"/>
                  </a:lnTo>
                  <a:lnTo>
                    <a:pt x="1757" y="482"/>
                  </a:lnTo>
                  <a:lnTo>
                    <a:pt x="1854" y="602"/>
                  </a:lnTo>
                  <a:lnTo>
                    <a:pt x="1926" y="674"/>
                  </a:lnTo>
                  <a:lnTo>
                    <a:pt x="1998" y="771"/>
                  </a:lnTo>
                  <a:lnTo>
                    <a:pt x="2095" y="1011"/>
                  </a:lnTo>
                  <a:lnTo>
                    <a:pt x="2143" y="1132"/>
                  </a:lnTo>
                  <a:lnTo>
                    <a:pt x="2143" y="1252"/>
                  </a:lnTo>
                  <a:lnTo>
                    <a:pt x="2143" y="1373"/>
                  </a:lnTo>
                  <a:lnTo>
                    <a:pt x="2095" y="1469"/>
                  </a:lnTo>
                  <a:lnTo>
                    <a:pt x="2022" y="1661"/>
                  </a:lnTo>
                  <a:lnTo>
                    <a:pt x="1926" y="1806"/>
                  </a:lnTo>
                  <a:lnTo>
                    <a:pt x="1806" y="1950"/>
                  </a:lnTo>
                  <a:lnTo>
                    <a:pt x="1685" y="2095"/>
                  </a:lnTo>
                  <a:lnTo>
                    <a:pt x="1541" y="2167"/>
                  </a:lnTo>
                  <a:lnTo>
                    <a:pt x="1396" y="2215"/>
                  </a:lnTo>
                  <a:lnTo>
                    <a:pt x="1180" y="2239"/>
                  </a:lnTo>
                  <a:lnTo>
                    <a:pt x="891" y="2239"/>
                  </a:lnTo>
                  <a:lnTo>
                    <a:pt x="843" y="2215"/>
                  </a:lnTo>
                  <a:lnTo>
                    <a:pt x="770" y="2191"/>
                  </a:lnTo>
                  <a:lnTo>
                    <a:pt x="698" y="2119"/>
                  </a:lnTo>
                  <a:lnTo>
                    <a:pt x="458" y="1830"/>
                  </a:lnTo>
                  <a:lnTo>
                    <a:pt x="361" y="1661"/>
                  </a:lnTo>
                  <a:lnTo>
                    <a:pt x="265" y="1493"/>
                  </a:lnTo>
                  <a:lnTo>
                    <a:pt x="241" y="1349"/>
                  </a:lnTo>
                  <a:lnTo>
                    <a:pt x="241" y="1180"/>
                  </a:lnTo>
                  <a:lnTo>
                    <a:pt x="337" y="771"/>
                  </a:lnTo>
                  <a:lnTo>
                    <a:pt x="385" y="674"/>
                  </a:lnTo>
                  <a:lnTo>
                    <a:pt x="458" y="602"/>
                  </a:lnTo>
                  <a:lnTo>
                    <a:pt x="674" y="458"/>
                  </a:lnTo>
                  <a:lnTo>
                    <a:pt x="891" y="313"/>
                  </a:lnTo>
                  <a:lnTo>
                    <a:pt x="1011" y="265"/>
                  </a:lnTo>
                  <a:lnTo>
                    <a:pt x="1108" y="241"/>
                  </a:lnTo>
                  <a:lnTo>
                    <a:pt x="1348" y="217"/>
                  </a:lnTo>
                  <a:close/>
                  <a:moveTo>
                    <a:pt x="1083" y="0"/>
                  </a:moveTo>
                  <a:lnTo>
                    <a:pt x="963" y="24"/>
                  </a:lnTo>
                  <a:lnTo>
                    <a:pt x="770" y="121"/>
                  </a:lnTo>
                  <a:lnTo>
                    <a:pt x="602" y="217"/>
                  </a:lnTo>
                  <a:lnTo>
                    <a:pt x="433" y="313"/>
                  </a:lnTo>
                  <a:lnTo>
                    <a:pt x="265" y="434"/>
                  </a:lnTo>
                  <a:lnTo>
                    <a:pt x="169" y="554"/>
                  </a:lnTo>
                  <a:lnTo>
                    <a:pt x="121" y="674"/>
                  </a:lnTo>
                  <a:lnTo>
                    <a:pt x="24" y="1108"/>
                  </a:lnTo>
                  <a:lnTo>
                    <a:pt x="0" y="1228"/>
                  </a:lnTo>
                  <a:lnTo>
                    <a:pt x="0" y="1324"/>
                  </a:lnTo>
                  <a:lnTo>
                    <a:pt x="24" y="1445"/>
                  </a:lnTo>
                  <a:lnTo>
                    <a:pt x="48" y="1541"/>
                  </a:lnTo>
                  <a:lnTo>
                    <a:pt x="169" y="1782"/>
                  </a:lnTo>
                  <a:lnTo>
                    <a:pt x="289" y="1998"/>
                  </a:lnTo>
                  <a:lnTo>
                    <a:pt x="554" y="2287"/>
                  </a:lnTo>
                  <a:lnTo>
                    <a:pt x="674" y="2384"/>
                  </a:lnTo>
                  <a:lnTo>
                    <a:pt x="795" y="2456"/>
                  </a:lnTo>
                  <a:lnTo>
                    <a:pt x="915" y="2504"/>
                  </a:lnTo>
                  <a:lnTo>
                    <a:pt x="1059" y="2504"/>
                  </a:lnTo>
                  <a:lnTo>
                    <a:pt x="1300" y="2480"/>
                  </a:lnTo>
                  <a:lnTo>
                    <a:pt x="1541" y="2456"/>
                  </a:lnTo>
                  <a:lnTo>
                    <a:pt x="1685" y="2408"/>
                  </a:lnTo>
                  <a:lnTo>
                    <a:pt x="1806" y="2336"/>
                  </a:lnTo>
                  <a:lnTo>
                    <a:pt x="1974" y="2191"/>
                  </a:lnTo>
                  <a:lnTo>
                    <a:pt x="2119" y="2023"/>
                  </a:lnTo>
                  <a:lnTo>
                    <a:pt x="2239" y="1854"/>
                  </a:lnTo>
                  <a:lnTo>
                    <a:pt x="2335" y="1637"/>
                  </a:lnTo>
                  <a:lnTo>
                    <a:pt x="2383" y="1493"/>
                  </a:lnTo>
                  <a:lnTo>
                    <a:pt x="2407" y="1349"/>
                  </a:lnTo>
                  <a:lnTo>
                    <a:pt x="2407" y="1228"/>
                  </a:lnTo>
                  <a:lnTo>
                    <a:pt x="2383" y="1108"/>
                  </a:lnTo>
                  <a:lnTo>
                    <a:pt x="2287" y="843"/>
                  </a:lnTo>
                  <a:lnTo>
                    <a:pt x="2167" y="602"/>
                  </a:lnTo>
                  <a:lnTo>
                    <a:pt x="2046" y="434"/>
                  </a:lnTo>
                  <a:lnTo>
                    <a:pt x="1878" y="265"/>
                  </a:lnTo>
                  <a:lnTo>
                    <a:pt x="1782" y="145"/>
                  </a:lnTo>
                  <a:lnTo>
                    <a:pt x="1661" y="73"/>
                  </a:lnTo>
                  <a:lnTo>
                    <a:pt x="1541" y="24"/>
                  </a:lnTo>
                  <a:lnTo>
                    <a:pt x="13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5" name="Google Shape;8475;p20"/>
            <p:cNvSpPr/>
            <p:nvPr/>
          </p:nvSpPr>
          <p:spPr>
            <a:xfrm>
              <a:off x="1267850" y="2158150"/>
              <a:ext cx="20475" cy="23500"/>
            </a:xfrm>
            <a:custGeom>
              <a:avLst/>
              <a:gdLst/>
              <a:ahLst/>
              <a:cxnLst/>
              <a:rect l="l" t="t" r="r" b="b"/>
              <a:pathLst>
                <a:path w="819" h="940" extrusionOk="0">
                  <a:moveTo>
                    <a:pt x="410" y="241"/>
                  </a:moveTo>
                  <a:lnTo>
                    <a:pt x="458" y="313"/>
                  </a:lnTo>
                  <a:lnTo>
                    <a:pt x="506" y="410"/>
                  </a:lnTo>
                  <a:lnTo>
                    <a:pt x="530" y="530"/>
                  </a:lnTo>
                  <a:lnTo>
                    <a:pt x="506" y="602"/>
                  </a:lnTo>
                  <a:lnTo>
                    <a:pt x="458" y="675"/>
                  </a:lnTo>
                  <a:lnTo>
                    <a:pt x="434" y="699"/>
                  </a:lnTo>
                  <a:lnTo>
                    <a:pt x="386" y="699"/>
                  </a:lnTo>
                  <a:lnTo>
                    <a:pt x="337" y="675"/>
                  </a:lnTo>
                  <a:lnTo>
                    <a:pt x="313" y="651"/>
                  </a:lnTo>
                  <a:lnTo>
                    <a:pt x="241" y="602"/>
                  </a:lnTo>
                  <a:lnTo>
                    <a:pt x="217" y="506"/>
                  </a:lnTo>
                  <a:lnTo>
                    <a:pt x="217" y="434"/>
                  </a:lnTo>
                  <a:lnTo>
                    <a:pt x="217" y="362"/>
                  </a:lnTo>
                  <a:lnTo>
                    <a:pt x="241" y="289"/>
                  </a:lnTo>
                  <a:lnTo>
                    <a:pt x="289" y="241"/>
                  </a:lnTo>
                  <a:close/>
                  <a:moveTo>
                    <a:pt x="313" y="1"/>
                  </a:moveTo>
                  <a:lnTo>
                    <a:pt x="241" y="49"/>
                  </a:lnTo>
                  <a:lnTo>
                    <a:pt x="145" y="121"/>
                  </a:lnTo>
                  <a:lnTo>
                    <a:pt x="73" y="217"/>
                  </a:lnTo>
                  <a:lnTo>
                    <a:pt x="24" y="338"/>
                  </a:lnTo>
                  <a:lnTo>
                    <a:pt x="0" y="434"/>
                  </a:lnTo>
                  <a:lnTo>
                    <a:pt x="24" y="554"/>
                  </a:lnTo>
                  <a:lnTo>
                    <a:pt x="49" y="651"/>
                  </a:lnTo>
                  <a:lnTo>
                    <a:pt x="97" y="747"/>
                  </a:lnTo>
                  <a:lnTo>
                    <a:pt x="169" y="819"/>
                  </a:lnTo>
                  <a:lnTo>
                    <a:pt x="265" y="915"/>
                  </a:lnTo>
                  <a:lnTo>
                    <a:pt x="362" y="939"/>
                  </a:lnTo>
                  <a:lnTo>
                    <a:pt x="482" y="939"/>
                  </a:lnTo>
                  <a:lnTo>
                    <a:pt x="578" y="891"/>
                  </a:lnTo>
                  <a:lnTo>
                    <a:pt x="626" y="843"/>
                  </a:lnTo>
                  <a:lnTo>
                    <a:pt x="723" y="771"/>
                  </a:lnTo>
                  <a:lnTo>
                    <a:pt x="771" y="651"/>
                  </a:lnTo>
                  <a:lnTo>
                    <a:pt x="819" y="410"/>
                  </a:lnTo>
                  <a:lnTo>
                    <a:pt x="819" y="362"/>
                  </a:lnTo>
                  <a:lnTo>
                    <a:pt x="795" y="338"/>
                  </a:lnTo>
                  <a:lnTo>
                    <a:pt x="723" y="193"/>
                  </a:lnTo>
                  <a:lnTo>
                    <a:pt x="602" y="97"/>
                  </a:lnTo>
                  <a:lnTo>
                    <a:pt x="530" y="25"/>
                  </a:lnTo>
                  <a:lnTo>
                    <a:pt x="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6" name="Google Shape;8476;p20"/>
            <p:cNvSpPr/>
            <p:nvPr/>
          </p:nvSpPr>
          <p:spPr>
            <a:xfrm>
              <a:off x="1403250" y="2264075"/>
              <a:ext cx="18700" cy="17475"/>
            </a:xfrm>
            <a:custGeom>
              <a:avLst/>
              <a:gdLst/>
              <a:ahLst/>
              <a:cxnLst/>
              <a:rect l="l" t="t" r="r" b="b"/>
              <a:pathLst>
                <a:path w="748" h="699" extrusionOk="0">
                  <a:moveTo>
                    <a:pt x="338" y="0"/>
                  </a:moveTo>
                  <a:lnTo>
                    <a:pt x="193" y="73"/>
                  </a:lnTo>
                  <a:lnTo>
                    <a:pt x="73" y="169"/>
                  </a:lnTo>
                  <a:lnTo>
                    <a:pt x="49" y="217"/>
                  </a:lnTo>
                  <a:lnTo>
                    <a:pt x="25" y="265"/>
                  </a:lnTo>
                  <a:lnTo>
                    <a:pt x="1" y="337"/>
                  </a:lnTo>
                  <a:lnTo>
                    <a:pt x="1" y="434"/>
                  </a:lnTo>
                  <a:lnTo>
                    <a:pt x="49" y="554"/>
                  </a:lnTo>
                  <a:lnTo>
                    <a:pt x="145" y="650"/>
                  </a:lnTo>
                  <a:lnTo>
                    <a:pt x="266" y="699"/>
                  </a:lnTo>
                  <a:lnTo>
                    <a:pt x="410" y="699"/>
                  </a:lnTo>
                  <a:lnTo>
                    <a:pt x="482" y="674"/>
                  </a:lnTo>
                  <a:lnTo>
                    <a:pt x="555" y="650"/>
                  </a:lnTo>
                  <a:lnTo>
                    <a:pt x="627" y="602"/>
                  </a:lnTo>
                  <a:lnTo>
                    <a:pt x="675" y="554"/>
                  </a:lnTo>
                  <a:lnTo>
                    <a:pt x="699" y="482"/>
                  </a:lnTo>
                  <a:lnTo>
                    <a:pt x="723" y="410"/>
                  </a:lnTo>
                  <a:lnTo>
                    <a:pt x="747" y="265"/>
                  </a:lnTo>
                  <a:lnTo>
                    <a:pt x="723" y="193"/>
                  </a:lnTo>
                  <a:lnTo>
                    <a:pt x="699" y="121"/>
                  </a:lnTo>
                  <a:lnTo>
                    <a:pt x="651" y="73"/>
                  </a:lnTo>
                  <a:lnTo>
                    <a:pt x="603" y="49"/>
                  </a:lnTo>
                  <a:lnTo>
                    <a:pt x="482" y="24"/>
                  </a:lnTo>
                  <a:lnTo>
                    <a:pt x="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7" name="Google Shape;8477;p20"/>
          <p:cNvGrpSpPr/>
          <p:nvPr/>
        </p:nvGrpSpPr>
        <p:grpSpPr>
          <a:xfrm flipH="1">
            <a:off x="-1417970" y="3609486"/>
            <a:ext cx="4231619" cy="3791016"/>
            <a:chOff x="-2029316" y="-2059789"/>
            <a:chExt cx="4231619" cy="3791016"/>
          </a:xfrm>
        </p:grpSpPr>
        <p:sp>
          <p:nvSpPr>
            <p:cNvPr id="8478" name="Google Shape;8478;p20"/>
            <p:cNvSpPr/>
            <p:nvPr/>
          </p:nvSpPr>
          <p:spPr>
            <a:xfrm rot="-1874795">
              <a:off x="-370183" y="105756"/>
              <a:ext cx="62827" cy="33368"/>
            </a:xfrm>
            <a:custGeom>
              <a:avLst/>
              <a:gdLst/>
              <a:ahLst/>
              <a:cxnLst/>
              <a:rect l="l" t="t" r="r" b="b"/>
              <a:pathLst>
                <a:path w="772" h="410" extrusionOk="0">
                  <a:moveTo>
                    <a:pt x="25" y="0"/>
                  </a:moveTo>
                  <a:lnTo>
                    <a:pt x="1" y="120"/>
                  </a:lnTo>
                  <a:lnTo>
                    <a:pt x="1" y="241"/>
                  </a:lnTo>
                  <a:lnTo>
                    <a:pt x="25" y="265"/>
                  </a:lnTo>
                  <a:lnTo>
                    <a:pt x="73" y="313"/>
                  </a:lnTo>
                  <a:lnTo>
                    <a:pt x="121" y="313"/>
                  </a:lnTo>
                  <a:lnTo>
                    <a:pt x="193" y="337"/>
                  </a:lnTo>
                  <a:lnTo>
                    <a:pt x="362" y="361"/>
                  </a:lnTo>
                  <a:lnTo>
                    <a:pt x="506" y="385"/>
                  </a:lnTo>
                  <a:lnTo>
                    <a:pt x="675" y="409"/>
                  </a:lnTo>
                  <a:lnTo>
                    <a:pt x="747" y="385"/>
                  </a:lnTo>
                  <a:lnTo>
                    <a:pt x="771" y="361"/>
                  </a:lnTo>
                  <a:lnTo>
                    <a:pt x="771" y="313"/>
                  </a:lnTo>
                  <a:lnTo>
                    <a:pt x="771" y="265"/>
                  </a:lnTo>
                  <a:lnTo>
                    <a:pt x="771" y="217"/>
                  </a:lnTo>
                  <a:lnTo>
                    <a:pt x="723" y="144"/>
                  </a:lnTo>
                  <a:lnTo>
                    <a:pt x="627" y="120"/>
                  </a:lnTo>
                  <a:lnTo>
                    <a:pt x="266" y="120"/>
                  </a:lnTo>
                  <a:lnTo>
                    <a:pt x="145" y="72"/>
                  </a:lnTo>
                  <a:lnTo>
                    <a:pt x="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9" name="Google Shape;8479;p20"/>
            <p:cNvSpPr/>
            <p:nvPr/>
          </p:nvSpPr>
          <p:spPr>
            <a:xfrm rot="-1874795">
              <a:off x="-527659" y="59908"/>
              <a:ext cx="100019" cy="94162"/>
            </a:xfrm>
            <a:custGeom>
              <a:avLst/>
              <a:gdLst/>
              <a:ahLst/>
              <a:cxnLst/>
              <a:rect l="l" t="t" r="r" b="b"/>
              <a:pathLst>
                <a:path w="1229" h="1157" extrusionOk="0">
                  <a:moveTo>
                    <a:pt x="868" y="1"/>
                  </a:moveTo>
                  <a:lnTo>
                    <a:pt x="771" y="25"/>
                  </a:lnTo>
                  <a:lnTo>
                    <a:pt x="723" y="25"/>
                  </a:lnTo>
                  <a:lnTo>
                    <a:pt x="555" y="97"/>
                  </a:lnTo>
                  <a:lnTo>
                    <a:pt x="386" y="169"/>
                  </a:lnTo>
                  <a:lnTo>
                    <a:pt x="266" y="266"/>
                  </a:lnTo>
                  <a:lnTo>
                    <a:pt x="169" y="338"/>
                  </a:lnTo>
                  <a:lnTo>
                    <a:pt x="97" y="458"/>
                  </a:lnTo>
                  <a:lnTo>
                    <a:pt x="49" y="554"/>
                  </a:lnTo>
                  <a:lnTo>
                    <a:pt x="25" y="675"/>
                  </a:lnTo>
                  <a:lnTo>
                    <a:pt x="1" y="819"/>
                  </a:lnTo>
                  <a:lnTo>
                    <a:pt x="1" y="915"/>
                  </a:lnTo>
                  <a:lnTo>
                    <a:pt x="25" y="988"/>
                  </a:lnTo>
                  <a:lnTo>
                    <a:pt x="73" y="1060"/>
                  </a:lnTo>
                  <a:lnTo>
                    <a:pt x="145" y="1132"/>
                  </a:lnTo>
                  <a:lnTo>
                    <a:pt x="242" y="1156"/>
                  </a:lnTo>
                  <a:lnTo>
                    <a:pt x="314" y="1156"/>
                  </a:lnTo>
                  <a:lnTo>
                    <a:pt x="410" y="1132"/>
                  </a:lnTo>
                  <a:lnTo>
                    <a:pt x="482" y="1084"/>
                  </a:lnTo>
                  <a:lnTo>
                    <a:pt x="1108" y="482"/>
                  </a:lnTo>
                  <a:lnTo>
                    <a:pt x="1180" y="410"/>
                  </a:lnTo>
                  <a:lnTo>
                    <a:pt x="1229" y="338"/>
                  </a:lnTo>
                  <a:lnTo>
                    <a:pt x="1229" y="241"/>
                  </a:lnTo>
                  <a:lnTo>
                    <a:pt x="1205" y="145"/>
                  </a:lnTo>
                  <a:lnTo>
                    <a:pt x="1132" y="73"/>
                  </a:lnTo>
                  <a:lnTo>
                    <a:pt x="1060" y="25"/>
                  </a:lnTo>
                  <a:lnTo>
                    <a:pt x="9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0" name="Google Shape;8480;p20"/>
            <p:cNvSpPr/>
            <p:nvPr/>
          </p:nvSpPr>
          <p:spPr>
            <a:xfrm rot="-1874795">
              <a:off x="-592216" y="48846"/>
              <a:ext cx="39308" cy="41262"/>
            </a:xfrm>
            <a:custGeom>
              <a:avLst/>
              <a:gdLst/>
              <a:ahLst/>
              <a:cxnLst/>
              <a:rect l="l" t="t" r="r" b="b"/>
              <a:pathLst>
                <a:path w="483" h="507" extrusionOk="0">
                  <a:moveTo>
                    <a:pt x="169" y="1"/>
                  </a:moveTo>
                  <a:lnTo>
                    <a:pt x="97" y="49"/>
                  </a:lnTo>
                  <a:lnTo>
                    <a:pt x="25" y="121"/>
                  </a:lnTo>
                  <a:lnTo>
                    <a:pt x="1" y="193"/>
                  </a:lnTo>
                  <a:lnTo>
                    <a:pt x="1" y="290"/>
                  </a:lnTo>
                  <a:lnTo>
                    <a:pt x="73" y="410"/>
                  </a:lnTo>
                  <a:lnTo>
                    <a:pt x="145" y="458"/>
                  </a:lnTo>
                  <a:lnTo>
                    <a:pt x="241" y="506"/>
                  </a:lnTo>
                  <a:lnTo>
                    <a:pt x="362" y="482"/>
                  </a:lnTo>
                  <a:lnTo>
                    <a:pt x="434" y="458"/>
                  </a:lnTo>
                  <a:lnTo>
                    <a:pt x="482" y="386"/>
                  </a:lnTo>
                  <a:lnTo>
                    <a:pt x="482" y="290"/>
                  </a:lnTo>
                  <a:lnTo>
                    <a:pt x="482" y="217"/>
                  </a:lnTo>
                  <a:lnTo>
                    <a:pt x="434" y="121"/>
                  </a:lnTo>
                  <a:lnTo>
                    <a:pt x="386" y="49"/>
                  </a:lnTo>
                  <a:lnTo>
                    <a:pt x="29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1" name="Google Shape;8481;p20"/>
            <p:cNvSpPr/>
            <p:nvPr/>
          </p:nvSpPr>
          <p:spPr>
            <a:xfrm rot="-1874795">
              <a:off x="-275122" y="-15808"/>
              <a:ext cx="50946" cy="49075"/>
            </a:xfrm>
            <a:custGeom>
              <a:avLst/>
              <a:gdLst/>
              <a:ahLst/>
              <a:cxnLst/>
              <a:rect l="l" t="t" r="r" b="b"/>
              <a:pathLst>
                <a:path w="626" h="603" extrusionOk="0">
                  <a:moveTo>
                    <a:pt x="169" y="1"/>
                  </a:moveTo>
                  <a:lnTo>
                    <a:pt x="72" y="49"/>
                  </a:lnTo>
                  <a:lnTo>
                    <a:pt x="0" y="121"/>
                  </a:lnTo>
                  <a:lnTo>
                    <a:pt x="0" y="217"/>
                  </a:lnTo>
                  <a:lnTo>
                    <a:pt x="0" y="338"/>
                  </a:lnTo>
                  <a:lnTo>
                    <a:pt x="72" y="458"/>
                  </a:lnTo>
                  <a:lnTo>
                    <a:pt x="169" y="555"/>
                  </a:lnTo>
                  <a:lnTo>
                    <a:pt x="289" y="603"/>
                  </a:lnTo>
                  <a:lnTo>
                    <a:pt x="361" y="603"/>
                  </a:lnTo>
                  <a:lnTo>
                    <a:pt x="433" y="579"/>
                  </a:lnTo>
                  <a:lnTo>
                    <a:pt x="554" y="530"/>
                  </a:lnTo>
                  <a:lnTo>
                    <a:pt x="602" y="458"/>
                  </a:lnTo>
                  <a:lnTo>
                    <a:pt x="626" y="338"/>
                  </a:lnTo>
                  <a:lnTo>
                    <a:pt x="602" y="242"/>
                  </a:lnTo>
                  <a:lnTo>
                    <a:pt x="578" y="169"/>
                  </a:lnTo>
                  <a:lnTo>
                    <a:pt x="530" y="97"/>
                  </a:lnTo>
                  <a:lnTo>
                    <a:pt x="481" y="49"/>
                  </a:lnTo>
                  <a:lnTo>
                    <a:pt x="433" y="25"/>
                  </a:lnTo>
                  <a:lnTo>
                    <a:pt x="3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2" name="Google Shape;8482;p20"/>
            <p:cNvSpPr/>
            <p:nvPr/>
          </p:nvSpPr>
          <p:spPr>
            <a:xfrm rot="-1874795">
              <a:off x="-536720" y="-37268"/>
              <a:ext cx="27507" cy="29461"/>
            </a:xfrm>
            <a:custGeom>
              <a:avLst/>
              <a:gdLst/>
              <a:ahLst/>
              <a:cxnLst/>
              <a:rect l="l" t="t" r="r" b="b"/>
              <a:pathLst>
                <a:path w="338" h="362" extrusionOk="0">
                  <a:moveTo>
                    <a:pt x="169" y="1"/>
                  </a:moveTo>
                  <a:lnTo>
                    <a:pt x="97" y="25"/>
                  </a:lnTo>
                  <a:lnTo>
                    <a:pt x="48" y="49"/>
                  </a:lnTo>
                  <a:lnTo>
                    <a:pt x="0" y="97"/>
                  </a:lnTo>
                  <a:lnTo>
                    <a:pt x="0" y="169"/>
                  </a:lnTo>
                  <a:lnTo>
                    <a:pt x="0" y="218"/>
                  </a:lnTo>
                  <a:lnTo>
                    <a:pt x="48" y="290"/>
                  </a:lnTo>
                  <a:lnTo>
                    <a:pt x="97" y="338"/>
                  </a:lnTo>
                  <a:lnTo>
                    <a:pt x="169" y="362"/>
                  </a:lnTo>
                  <a:lnTo>
                    <a:pt x="241" y="338"/>
                  </a:lnTo>
                  <a:lnTo>
                    <a:pt x="289" y="314"/>
                  </a:lnTo>
                  <a:lnTo>
                    <a:pt x="337" y="242"/>
                  </a:lnTo>
                  <a:lnTo>
                    <a:pt x="337" y="194"/>
                  </a:lnTo>
                  <a:lnTo>
                    <a:pt x="337" y="121"/>
                  </a:lnTo>
                  <a:lnTo>
                    <a:pt x="289" y="49"/>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3" name="Google Shape;8483;p20"/>
            <p:cNvSpPr/>
            <p:nvPr/>
          </p:nvSpPr>
          <p:spPr>
            <a:xfrm rot="-1874795">
              <a:off x="-73795" y="-40320"/>
              <a:ext cx="23601" cy="21648"/>
            </a:xfrm>
            <a:custGeom>
              <a:avLst/>
              <a:gdLst/>
              <a:ahLst/>
              <a:cxnLst/>
              <a:rect l="l" t="t" r="r" b="b"/>
              <a:pathLst>
                <a:path w="290" h="266" extrusionOk="0">
                  <a:moveTo>
                    <a:pt x="72" y="1"/>
                  </a:moveTo>
                  <a:lnTo>
                    <a:pt x="24" y="73"/>
                  </a:lnTo>
                  <a:lnTo>
                    <a:pt x="0" y="97"/>
                  </a:lnTo>
                  <a:lnTo>
                    <a:pt x="0" y="169"/>
                  </a:lnTo>
                  <a:lnTo>
                    <a:pt x="48" y="217"/>
                  </a:lnTo>
                  <a:lnTo>
                    <a:pt x="72" y="241"/>
                  </a:lnTo>
                  <a:lnTo>
                    <a:pt x="121" y="266"/>
                  </a:lnTo>
                  <a:lnTo>
                    <a:pt x="193" y="266"/>
                  </a:lnTo>
                  <a:lnTo>
                    <a:pt x="241" y="217"/>
                  </a:lnTo>
                  <a:lnTo>
                    <a:pt x="289" y="193"/>
                  </a:lnTo>
                  <a:lnTo>
                    <a:pt x="289" y="145"/>
                  </a:lnTo>
                  <a:lnTo>
                    <a:pt x="289" y="73"/>
                  </a:lnTo>
                  <a:lnTo>
                    <a:pt x="241" y="25"/>
                  </a:lnTo>
                  <a:lnTo>
                    <a:pt x="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4" name="Google Shape;8484;p20"/>
            <p:cNvSpPr/>
            <p:nvPr/>
          </p:nvSpPr>
          <p:spPr>
            <a:xfrm rot="-1874795">
              <a:off x="-466615" y="-99585"/>
              <a:ext cx="47121" cy="54935"/>
            </a:xfrm>
            <a:custGeom>
              <a:avLst/>
              <a:gdLst/>
              <a:ahLst/>
              <a:cxnLst/>
              <a:rect l="l" t="t" r="r" b="b"/>
              <a:pathLst>
                <a:path w="579" h="675" extrusionOk="0">
                  <a:moveTo>
                    <a:pt x="193" y="0"/>
                  </a:moveTo>
                  <a:lnTo>
                    <a:pt x="121" y="24"/>
                  </a:lnTo>
                  <a:lnTo>
                    <a:pt x="73" y="73"/>
                  </a:lnTo>
                  <a:lnTo>
                    <a:pt x="25" y="121"/>
                  </a:lnTo>
                  <a:lnTo>
                    <a:pt x="0" y="193"/>
                  </a:lnTo>
                  <a:lnTo>
                    <a:pt x="0" y="313"/>
                  </a:lnTo>
                  <a:lnTo>
                    <a:pt x="0" y="434"/>
                  </a:lnTo>
                  <a:lnTo>
                    <a:pt x="49" y="578"/>
                  </a:lnTo>
                  <a:lnTo>
                    <a:pt x="145" y="650"/>
                  </a:lnTo>
                  <a:lnTo>
                    <a:pt x="241" y="674"/>
                  </a:lnTo>
                  <a:lnTo>
                    <a:pt x="362" y="674"/>
                  </a:lnTo>
                  <a:lnTo>
                    <a:pt x="434" y="650"/>
                  </a:lnTo>
                  <a:lnTo>
                    <a:pt x="482" y="602"/>
                  </a:lnTo>
                  <a:lnTo>
                    <a:pt x="530" y="554"/>
                  </a:lnTo>
                  <a:lnTo>
                    <a:pt x="554" y="506"/>
                  </a:lnTo>
                  <a:lnTo>
                    <a:pt x="578" y="410"/>
                  </a:lnTo>
                  <a:lnTo>
                    <a:pt x="530" y="265"/>
                  </a:lnTo>
                  <a:lnTo>
                    <a:pt x="482" y="145"/>
                  </a:lnTo>
                  <a:lnTo>
                    <a:pt x="434" y="49"/>
                  </a:lnTo>
                  <a:lnTo>
                    <a:pt x="386" y="24"/>
                  </a:lnTo>
                  <a:lnTo>
                    <a:pt x="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5" name="Google Shape;8485;p20"/>
            <p:cNvSpPr/>
            <p:nvPr/>
          </p:nvSpPr>
          <p:spPr>
            <a:xfrm rot="-1874795">
              <a:off x="-185679" y="-130684"/>
              <a:ext cx="60874" cy="72595"/>
            </a:xfrm>
            <a:custGeom>
              <a:avLst/>
              <a:gdLst/>
              <a:ahLst/>
              <a:cxnLst/>
              <a:rect l="l" t="t" r="r" b="b"/>
              <a:pathLst>
                <a:path w="748" h="892" extrusionOk="0">
                  <a:moveTo>
                    <a:pt x="530" y="1"/>
                  </a:moveTo>
                  <a:lnTo>
                    <a:pt x="482" y="25"/>
                  </a:lnTo>
                  <a:lnTo>
                    <a:pt x="362" y="49"/>
                  </a:lnTo>
                  <a:lnTo>
                    <a:pt x="266" y="121"/>
                  </a:lnTo>
                  <a:lnTo>
                    <a:pt x="193" y="194"/>
                  </a:lnTo>
                  <a:lnTo>
                    <a:pt x="121" y="290"/>
                  </a:lnTo>
                  <a:lnTo>
                    <a:pt x="49" y="362"/>
                  </a:lnTo>
                  <a:lnTo>
                    <a:pt x="25" y="458"/>
                  </a:lnTo>
                  <a:lnTo>
                    <a:pt x="1" y="555"/>
                  </a:lnTo>
                  <a:lnTo>
                    <a:pt x="1" y="627"/>
                  </a:lnTo>
                  <a:lnTo>
                    <a:pt x="49" y="699"/>
                  </a:lnTo>
                  <a:lnTo>
                    <a:pt x="73" y="747"/>
                  </a:lnTo>
                  <a:lnTo>
                    <a:pt x="193" y="843"/>
                  </a:lnTo>
                  <a:lnTo>
                    <a:pt x="338" y="892"/>
                  </a:lnTo>
                  <a:lnTo>
                    <a:pt x="410" y="892"/>
                  </a:lnTo>
                  <a:lnTo>
                    <a:pt x="482" y="868"/>
                  </a:lnTo>
                  <a:lnTo>
                    <a:pt x="555" y="843"/>
                  </a:lnTo>
                  <a:lnTo>
                    <a:pt x="627" y="771"/>
                  </a:lnTo>
                  <a:lnTo>
                    <a:pt x="675" y="699"/>
                  </a:lnTo>
                  <a:lnTo>
                    <a:pt x="699" y="627"/>
                  </a:lnTo>
                  <a:lnTo>
                    <a:pt x="747" y="531"/>
                  </a:lnTo>
                  <a:lnTo>
                    <a:pt x="747" y="434"/>
                  </a:lnTo>
                  <a:lnTo>
                    <a:pt x="747" y="338"/>
                  </a:lnTo>
                  <a:lnTo>
                    <a:pt x="723" y="218"/>
                  </a:lnTo>
                  <a:lnTo>
                    <a:pt x="699" y="145"/>
                  </a:lnTo>
                  <a:lnTo>
                    <a:pt x="651" y="49"/>
                  </a:lnTo>
                  <a:lnTo>
                    <a:pt x="627" y="25"/>
                  </a:lnTo>
                  <a:lnTo>
                    <a:pt x="6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6" name="Google Shape;8486;p20"/>
            <p:cNvSpPr/>
            <p:nvPr/>
          </p:nvSpPr>
          <p:spPr>
            <a:xfrm rot="-1874795">
              <a:off x="-1074672" y="-823504"/>
              <a:ext cx="2343250" cy="1326409"/>
            </a:xfrm>
            <a:custGeom>
              <a:avLst/>
              <a:gdLst/>
              <a:ahLst/>
              <a:cxnLst/>
              <a:rect l="l" t="t" r="r" b="b"/>
              <a:pathLst>
                <a:path w="28793" h="16298" extrusionOk="0">
                  <a:moveTo>
                    <a:pt x="10400" y="0"/>
                  </a:moveTo>
                  <a:lnTo>
                    <a:pt x="9750" y="48"/>
                  </a:lnTo>
                  <a:lnTo>
                    <a:pt x="9076" y="145"/>
                  </a:lnTo>
                  <a:lnTo>
                    <a:pt x="6910" y="530"/>
                  </a:lnTo>
                  <a:lnTo>
                    <a:pt x="6356" y="626"/>
                  </a:lnTo>
                  <a:lnTo>
                    <a:pt x="5826" y="747"/>
                  </a:lnTo>
                  <a:lnTo>
                    <a:pt x="5273" y="891"/>
                  </a:lnTo>
                  <a:lnTo>
                    <a:pt x="4743" y="1060"/>
                  </a:lnTo>
                  <a:lnTo>
                    <a:pt x="4286" y="1204"/>
                  </a:lnTo>
                  <a:lnTo>
                    <a:pt x="3804" y="1348"/>
                  </a:lnTo>
                  <a:lnTo>
                    <a:pt x="2841" y="1589"/>
                  </a:lnTo>
                  <a:lnTo>
                    <a:pt x="2552" y="1661"/>
                  </a:lnTo>
                  <a:lnTo>
                    <a:pt x="2287" y="1758"/>
                  </a:lnTo>
                  <a:lnTo>
                    <a:pt x="2023" y="1878"/>
                  </a:lnTo>
                  <a:lnTo>
                    <a:pt x="1782" y="1998"/>
                  </a:lnTo>
                  <a:lnTo>
                    <a:pt x="1276" y="2287"/>
                  </a:lnTo>
                  <a:lnTo>
                    <a:pt x="771" y="2600"/>
                  </a:lnTo>
                  <a:lnTo>
                    <a:pt x="650" y="2697"/>
                  </a:lnTo>
                  <a:lnTo>
                    <a:pt x="530" y="2817"/>
                  </a:lnTo>
                  <a:lnTo>
                    <a:pt x="434" y="2961"/>
                  </a:lnTo>
                  <a:lnTo>
                    <a:pt x="362" y="3130"/>
                  </a:lnTo>
                  <a:lnTo>
                    <a:pt x="193" y="3659"/>
                  </a:lnTo>
                  <a:lnTo>
                    <a:pt x="73" y="4213"/>
                  </a:lnTo>
                  <a:lnTo>
                    <a:pt x="25" y="4478"/>
                  </a:lnTo>
                  <a:lnTo>
                    <a:pt x="1" y="4767"/>
                  </a:lnTo>
                  <a:lnTo>
                    <a:pt x="1" y="5032"/>
                  </a:lnTo>
                  <a:lnTo>
                    <a:pt x="25" y="5320"/>
                  </a:lnTo>
                  <a:lnTo>
                    <a:pt x="73" y="5489"/>
                  </a:lnTo>
                  <a:lnTo>
                    <a:pt x="97" y="5658"/>
                  </a:lnTo>
                  <a:lnTo>
                    <a:pt x="169" y="5826"/>
                  </a:lnTo>
                  <a:lnTo>
                    <a:pt x="241" y="5995"/>
                  </a:lnTo>
                  <a:lnTo>
                    <a:pt x="410" y="6283"/>
                  </a:lnTo>
                  <a:lnTo>
                    <a:pt x="626" y="6524"/>
                  </a:lnTo>
                  <a:lnTo>
                    <a:pt x="771" y="6644"/>
                  </a:lnTo>
                  <a:lnTo>
                    <a:pt x="891" y="6741"/>
                  </a:lnTo>
                  <a:lnTo>
                    <a:pt x="1036" y="6813"/>
                  </a:lnTo>
                  <a:lnTo>
                    <a:pt x="1180" y="6885"/>
                  </a:lnTo>
                  <a:lnTo>
                    <a:pt x="1325" y="6933"/>
                  </a:lnTo>
                  <a:lnTo>
                    <a:pt x="1469" y="6982"/>
                  </a:lnTo>
                  <a:lnTo>
                    <a:pt x="1637" y="7006"/>
                  </a:lnTo>
                  <a:lnTo>
                    <a:pt x="1782" y="7006"/>
                  </a:lnTo>
                  <a:lnTo>
                    <a:pt x="3106" y="6933"/>
                  </a:lnTo>
                  <a:lnTo>
                    <a:pt x="4406" y="6861"/>
                  </a:lnTo>
                  <a:lnTo>
                    <a:pt x="6187" y="6717"/>
                  </a:lnTo>
                  <a:lnTo>
                    <a:pt x="7078" y="6644"/>
                  </a:lnTo>
                  <a:lnTo>
                    <a:pt x="7969" y="6596"/>
                  </a:lnTo>
                  <a:lnTo>
                    <a:pt x="8763" y="6596"/>
                  </a:lnTo>
                  <a:lnTo>
                    <a:pt x="9558" y="6644"/>
                  </a:lnTo>
                  <a:lnTo>
                    <a:pt x="10352" y="6765"/>
                  </a:lnTo>
                  <a:lnTo>
                    <a:pt x="11122" y="6909"/>
                  </a:lnTo>
                  <a:lnTo>
                    <a:pt x="11869" y="7126"/>
                  </a:lnTo>
                  <a:lnTo>
                    <a:pt x="12615" y="7391"/>
                  </a:lnTo>
                  <a:lnTo>
                    <a:pt x="13337" y="7704"/>
                  </a:lnTo>
                  <a:lnTo>
                    <a:pt x="14059" y="8065"/>
                  </a:lnTo>
                  <a:lnTo>
                    <a:pt x="14830" y="8474"/>
                  </a:lnTo>
                  <a:lnTo>
                    <a:pt x="15576" y="8907"/>
                  </a:lnTo>
                  <a:lnTo>
                    <a:pt x="16322" y="9365"/>
                  </a:lnTo>
                  <a:lnTo>
                    <a:pt x="17068" y="9822"/>
                  </a:lnTo>
                  <a:lnTo>
                    <a:pt x="17718" y="10255"/>
                  </a:lnTo>
                  <a:lnTo>
                    <a:pt x="18344" y="10737"/>
                  </a:lnTo>
                  <a:lnTo>
                    <a:pt x="18970" y="11218"/>
                  </a:lnTo>
                  <a:lnTo>
                    <a:pt x="19572" y="11748"/>
                  </a:lnTo>
                  <a:lnTo>
                    <a:pt x="20150" y="12278"/>
                  </a:lnTo>
                  <a:lnTo>
                    <a:pt x="20704" y="12831"/>
                  </a:lnTo>
                  <a:lnTo>
                    <a:pt x="21257" y="13385"/>
                  </a:lnTo>
                  <a:lnTo>
                    <a:pt x="21787" y="13987"/>
                  </a:lnTo>
                  <a:lnTo>
                    <a:pt x="22052" y="14300"/>
                  </a:lnTo>
                  <a:lnTo>
                    <a:pt x="22341" y="14589"/>
                  </a:lnTo>
                  <a:lnTo>
                    <a:pt x="22629" y="14853"/>
                  </a:lnTo>
                  <a:lnTo>
                    <a:pt x="22942" y="15094"/>
                  </a:lnTo>
                  <a:lnTo>
                    <a:pt x="23279" y="15311"/>
                  </a:lnTo>
                  <a:lnTo>
                    <a:pt x="23616" y="15503"/>
                  </a:lnTo>
                  <a:lnTo>
                    <a:pt x="23978" y="15648"/>
                  </a:lnTo>
                  <a:lnTo>
                    <a:pt x="24363" y="15768"/>
                  </a:lnTo>
                  <a:lnTo>
                    <a:pt x="24652" y="15865"/>
                  </a:lnTo>
                  <a:lnTo>
                    <a:pt x="24772" y="15913"/>
                  </a:lnTo>
                  <a:lnTo>
                    <a:pt x="24892" y="15961"/>
                  </a:lnTo>
                  <a:lnTo>
                    <a:pt x="25181" y="16129"/>
                  </a:lnTo>
                  <a:lnTo>
                    <a:pt x="25470" y="16226"/>
                  </a:lnTo>
                  <a:lnTo>
                    <a:pt x="25783" y="16274"/>
                  </a:lnTo>
                  <a:lnTo>
                    <a:pt x="26072" y="16298"/>
                  </a:lnTo>
                  <a:lnTo>
                    <a:pt x="26361" y="16274"/>
                  </a:lnTo>
                  <a:lnTo>
                    <a:pt x="26650" y="16226"/>
                  </a:lnTo>
                  <a:lnTo>
                    <a:pt x="26963" y="16129"/>
                  </a:lnTo>
                  <a:lnTo>
                    <a:pt x="27251" y="16033"/>
                  </a:lnTo>
                  <a:lnTo>
                    <a:pt x="27589" y="15913"/>
                  </a:lnTo>
                  <a:lnTo>
                    <a:pt x="27901" y="15720"/>
                  </a:lnTo>
                  <a:lnTo>
                    <a:pt x="28142" y="15527"/>
                  </a:lnTo>
                  <a:lnTo>
                    <a:pt x="28359" y="15287"/>
                  </a:lnTo>
                  <a:lnTo>
                    <a:pt x="28527" y="14998"/>
                  </a:lnTo>
                  <a:lnTo>
                    <a:pt x="28672" y="14685"/>
                  </a:lnTo>
                  <a:lnTo>
                    <a:pt x="28744" y="14348"/>
                  </a:lnTo>
                  <a:lnTo>
                    <a:pt x="28792" y="13987"/>
                  </a:lnTo>
                  <a:lnTo>
                    <a:pt x="28768" y="13722"/>
                  </a:lnTo>
                  <a:lnTo>
                    <a:pt x="28768" y="13433"/>
                  </a:lnTo>
                  <a:lnTo>
                    <a:pt x="28696" y="12904"/>
                  </a:lnTo>
                  <a:lnTo>
                    <a:pt x="28576" y="12374"/>
                  </a:lnTo>
                  <a:lnTo>
                    <a:pt x="28431" y="11844"/>
                  </a:lnTo>
                  <a:lnTo>
                    <a:pt x="28311" y="11435"/>
                  </a:lnTo>
                  <a:lnTo>
                    <a:pt x="28166" y="11050"/>
                  </a:lnTo>
                  <a:lnTo>
                    <a:pt x="27998" y="10665"/>
                  </a:lnTo>
                  <a:lnTo>
                    <a:pt x="27805" y="10304"/>
                  </a:lnTo>
                  <a:lnTo>
                    <a:pt x="26914" y="8956"/>
                  </a:lnTo>
                  <a:lnTo>
                    <a:pt x="26481" y="8306"/>
                  </a:lnTo>
                  <a:lnTo>
                    <a:pt x="26000" y="7680"/>
                  </a:lnTo>
                  <a:lnTo>
                    <a:pt x="25518" y="7054"/>
                  </a:lnTo>
                  <a:lnTo>
                    <a:pt x="25013" y="6428"/>
                  </a:lnTo>
                  <a:lnTo>
                    <a:pt x="24483" y="5826"/>
                  </a:lnTo>
                  <a:lnTo>
                    <a:pt x="23929" y="5272"/>
                  </a:lnTo>
                  <a:lnTo>
                    <a:pt x="23424" y="4767"/>
                  </a:lnTo>
                  <a:lnTo>
                    <a:pt x="22918" y="4309"/>
                  </a:lnTo>
                  <a:lnTo>
                    <a:pt x="22389" y="3876"/>
                  </a:lnTo>
                  <a:lnTo>
                    <a:pt x="21835" y="3467"/>
                  </a:lnTo>
                  <a:lnTo>
                    <a:pt x="21281" y="3082"/>
                  </a:lnTo>
                  <a:lnTo>
                    <a:pt x="20728" y="2721"/>
                  </a:lnTo>
                  <a:lnTo>
                    <a:pt x="20126" y="2384"/>
                  </a:lnTo>
                  <a:lnTo>
                    <a:pt x="19548" y="2071"/>
                  </a:lnTo>
                  <a:lnTo>
                    <a:pt x="18946" y="1758"/>
                  </a:lnTo>
                  <a:lnTo>
                    <a:pt x="18320" y="1493"/>
                  </a:lnTo>
                  <a:lnTo>
                    <a:pt x="17694" y="1252"/>
                  </a:lnTo>
                  <a:lnTo>
                    <a:pt x="17044" y="1035"/>
                  </a:lnTo>
                  <a:lnTo>
                    <a:pt x="16394" y="843"/>
                  </a:lnTo>
                  <a:lnTo>
                    <a:pt x="15720" y="674"/>
                  </a:lnTo>
                  <a:lnTo>
                    <a:pt x="15046" y="506"/>
                  </a:lnTo>
                  <a:lnTo>
                    <a:pt x="14372" y="385"/>
                  </a:lnTo>
                  <a:lnTo>
                    <a:pt x="13048" y="193"/>
                  </a:lnTo>
                  <a:lnTo>
                    <a:pt x="12398" y="97"/>
                  </a:lnTo>
                  <a:lnTo>
                    <a:pt x="11724" y="48"/>
                  </a:lnTo>
                  <a:lnTo>
                    <a:pt x="110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7" name="Google Shape;8487;p20"/>
            <p:cNvSpPr/>
            <p:nvPr/>
          </p:nvSpPr>
          <p:spPr>
            <a:xfrm rot="-1874795">
              <a:off x="-265193" y="-128785"/>
              <a:ext cx="27507" cy="27508"/>
            </a:xfrm>
            <a:custGeom>
              <a:avLst/>
              <a:gdLst/>
              <a:ahLst/>
              <a:cxnLst/>
              <a:rect l="l" t="t" r="r" b="b"/>
              <a:pathLst>
                <a:path w="338" h="338" extrusionOk="0">
                  <a:moveTo>
                    <a:pt x="217" y="0"/>
                  </a:moveTo>
                  <a:lnTo>
                    <a:pt x="145" y="24"/>
                  </a:lnTo>
                  <a:lnTo>
                    <a:pt x="73" y="48"/>
                  </a:lnTo>
                  <a:lnTo>
                    <a:pt x="25" y="97"/>
                  </a:lnTo>
                  <a:lnTo>
                    <a:pt x="1" y="169"/>
                  </a:lnTo>
                  <a:lnTo>
                    <a:pt x="1" y="241"/>
                  </a:lnTo>
                  <a:lnTo>
                    <a:pt x="25" y="289"/>
                  </a:lnTo>
                  <a:lnTo>
                    <a:pt x="73" y="337"/>
                  </a:lnTo>
                  <a:lnTo>
                    <a:pt x="193" y="337"/>
                  </a:lnTo>
                  <a:lnTo>
                    <a:pt x="266" y="289"/>
                  </a:lnTo>
                  <a:lnTo>
                    <a:pt x="314" y="241"/>
                  </a:lnTo>
                  <a:lnTo>
                    <a:pt x="338" y="193"/>
                  </a:lnTo>
                  <a:lnTo>
                    <a:pt x="338" y="97"/>
                  </a:lnTo>
                  <a:lnTo>
                    <a:pt x="290" y="48"/>
                  </a:lnTo>
                  <a:lnTo>
                    <a:pt x="266" y="24"/>
                  </a:lnTo>
                  <a:lnTo>
                    <a:pt x="2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8" name="Google Shape;8488;p20"/>
            <p:cNvSpPr/>
            <p:nvPr/>
          </p:nvSpPr>
          <p:spPr>
            <a:xfrm rot="-1874795">
              <a:off x="-790902" y="-171636"/>
              <a:ext cx="37355" cy="39309"/>
            </a:xfrm>
            <a:custGeom>
              <a:avLst/>
              <a:gdLst/>
              <a:ahLst/>
              <a:cxnLst/>
              <a:rect l="l" t="t" r="r" b="b"/>
              <a:pathLst>
                <a:path w="459" h="483" extrusionOk="0">
                  <a:moveTo>
                    <a:pt x="145" y="1"/>
                  </a:moveTo>
                  <a:lnTo>
                    <a:pt x="73" y="73"/>
                  </a:lnTo>
                  <a:lnTo>
                    <a:pt x="25" y="145"/>
                  </a:lnTo>
                  <a:lnTo>
                    <a:pt x="1" y="217"/>
                  </a:lnTo>
                  <a:lnTo>
                    <a:pt x="1" y="314"/>
                  </a:lnTo>
                  <a:lnTo>
                    <a:pt x="49" y="386"/>
                  </a:lnTo>
                  <a:lnTo>
                    <a:pt x="121" y="458"/>
                  </a:lnTo>
                  <a:lnTo>
                    <a:pt x="193" y="482"/>
                  </a:lnTo>
                  <a:lnTo>
                    <a:pt x="290" y="458"/>
                  </a:lnTo>
                  <a:lnTo>
                    <a:pt x="386" y="410"/>
                  </a:lnTo>
                  <a:lnTo>
                    <a:pt x="434" y="338"/>
                  </a:lnTo>
                  <a:lnTo>
                    <a:pt x="458" y="266"/>
                  </a:lnTo>
                  <a:lnTo>
                    <a:pt x="434" y="169"/>
                  </a:lnTo>
                  <a:lnTo>
                    <a:pt x="386" y="97"/>
                  </a:lnTo>
                  <a:lnTo>
                    <a:pt x="338" y="25"/>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9" name="Google Shape;8489;p20"/>
            <p:cNvSpPr/>
            <p:nvPr/>
          </p:nvSpPr>
          <p:spPr>
            <a:xfrm rot="-1874795">
              <a:off x="-663726" y="-184663"/>
              <a:ext cx="41261" cy="52981"/>
            </a:xfrm>
            <a:custGeom>
              <a:avLst/>
              <a:gdLst/>
              <a:ahLst/>
              <a:cxnLst/>
              <a:rect l="l" t="t" r="r" b="b"/>
              <a:pathLst>
                <a:path w="507" h="651" extrusionOk="0">
                  <a:moveTo>
                    <a:pt x="242" y="1"/>
                  </a:moveTo>
                  <a:lnTo>
                    <a:pt x="169" y="25"/>
                  </a:lnTo>
                  <a:lnTo>
                    <a:pt x="121" y="73"/>
                  </a:lnTo>
                  <a:lnTo>
                    <a:pt x="73" y="121"/>
                  </a:lnTo>
                  <a:lnTo>
                    <a:pt x="49" y="193"/>
                  </a:lnTo>
                  <a:lnTo>
                    <a:pt x="25" y="338"/>
                  </a:lnTo>
                  <a:lnTo>
                    <a:pt x="1" y="482"/>
                  </a:lnTo>
                  <a:lnTo>
                    <a:pt x="73" y="603"/>
                  </a:lnTo>
                  <a:lnTo>
                    <a:pt x="97" y="651"/>
                  </a:lnTo>
                  <a:lnTo>
                    <a:pt x="193" y="651"/>
                  </a:lnTo>
                  <a:lnTo>
                    <a:pt x="266" y="627"/>
                  </a:lnTo>
                  <a:lnTo>
                    <a:pt x="314" y="579"/>
                  </a:lnTo>
                  <a:lnTo>
                    <a:pt x="434" y="458"/>
                  </a:lnTo>
                  <a:lnTo>
                    <a:pt x="506" y="338"/>
                  </a:lnTo>
                  <a:lnTo>
                    <a:pt x="506" y="266"/>
                  </a:lnTo>
                  <a:lnTo>
                    <a:pt x="506" y="217"/>
                  </a:lnTo>
                  <a:lnTo>
                    <a:pt x="482" y="121"/>
                  </a:lnTo>
                  <a:lnTo>
                    <a:pt x="434" y="49"/>
                  </a:lnTo>
                  <a:lnTo>
                    <a:pt x="3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0" name="Google Shape;8490;p20"/>
            <p:cNvSpPr/>
            <p:nvPr/>
          </p:nvSpPr>
          <p:spPr>
            <a:xfrm rot="-1874795">
              <a:off x="-1701239" y="-1296710"/>
              <a:ext cx="3575465" cy="2264857"/>
            </a:xfrm>
            <a:custGeom>
              <a:avLst/>
              <a:gdLst/>
              <a:ahLst/>
              <a:cxnLst/>
              <a:rect l="l" t="t" r="r" b="b"/>
              <a:pathLst>
                <a:path w="43934" h="27829" extrusionOk="0">
                  <a:moveTo>
                    <a:pt x="16852" y="0"/>
                  </a:moveTo>
                  <a:lnTo>
                    <a:pt x="16322" y="49"/>
                  </a:lnTo>
                  <a:lnTo>
                    <a:pt x="15792" y="121"/>
                  </a:lnTo>
                  <a:lnTo>
                    <a:pt x="15263" y="217"/>
                  </a:lnTo>
                  <a:lnTo>
                    <a:pt x="14733" y="362"/>
                  </a:lnTo>
                  <a:lnTo>
                    <a:pt x="13963" y="650"/>
                  </a:lnTo>
                  <a:lnTo>
                    <a:pt x="13168" y="963"/>
                  </a:lnTo>
                  <a:lnTo>
                    <a:pt x="12422" y="1300"/>
                  </a:lnTo>
                  <a:lnTo>
                    <a:pt x="11652" y="1662"/>
                  </a:lnTo>
                  <a:lnTo>
                    <a:pt x="10905" y="2047"/>
                  </a:lnTo>
                  <a:lnTo>
                    <a:pt x="10183" y="2456"/>
                  </a:lnTo>
                  <a:lnTo>
                    <a:pt x="9485" y="2889"/>
                  </a:lnTo>
                  <a:lnTo>
                    <a:pt x="8787" y="3371"/>
                  </a:lnTo>
                  <a:lnTo>
                    <a:pt x="8113" y="3900"/>
                  </a:lnTo>
                  <a:lnTo>
                    <a:pt x="7463" y="4430"/>
                  </a:lnTo>
                  <a:lnTo>
                    <a:pt x="6813" y="4984"/>
                  </a:lnTo>
                  <a:lnTo>
                    <a:pt x="6139" y="5489"/>
                  </a:lnTo>
                  <a:lnTo>
                    <a:pt x="5032" y="6308"/>
                  </a:lnTo>
                  <a:lnTo>
                    <a:pt x="3900" y="7102"/>
                  </a:lnTo>
                  <a:lnTo>
                    <a:pt x="3346" y="7487"/>
                  </a:lnTo>
                  <a:lnTo>
                    <a:pt x="2793" y="7896"/>
                  </a:lnTo>
                  <a:lnTo>
                    <a:pt x="2263" y="8330"/>
                  </a:lnTo>
                  <a:lnTo>
                    <a:pt x="1733" y="8787"/>
                  </a:lnTo>
                  <a:lnTo>
                    <a:pt x="1324" y="9148"/>
                  </a:lnTo>
                  <a:lnTo>
                    <a:pt x="963" y="9558"/>
                  </a:lnTo>
                  <a:lnTo>
                    <a:pt x="771" y="9774"/>
                  </a:lnTo>
                  <a:lnTo>
                    <a:pt x="626" y="9991"/>
                  </a:lnTo>
                  <a:lnTo>
                    <a:pt x="482" y="10207"/>
                  </a:lnTo>
                  <a:lnTo>
                    <a:pt x="337" y="10448"/>
                  </a:lnTo>
                  <a:lnTo>
                    <a:pt x="217" y="10689"/>
                  </a:lnTo>
                  <a:lnTo>
                    <a:pt x="145" y="10930"/>
                  </a:lnTo>
                  <a:lnTo>
                    <a:pt x="72" y="11170"/>
                  </a:lnTo>
                  <a:lnTo>
                    <a:pt x="24" y="11411"/>
                  </a:lnTo>
                  <a:lnTo>
                    <a:pt x="0" y="11652"/>
                  </a:lnTo>
                  <a:lnTo>
                    <a:pt x="24" y="11893"/>
                  </a:lnTo>
                  <a:lnTo>
                    <a:pt x="48" y="12133"/>
                  </a:lnTo>
                  <a:lnTo>
                    <a:pt x="72" y="12374"/>
                  </a:lnTo>
                  <a:lnTo>
                    <a:pt x="145" y="12591"/>
                  </a:lnTo>
                  <a:lnTo>
                    <a:pt x="241" y="12807"/>
                  </a:lnTo>
                  <a:lnTo>
                    <a:pt x="337" y="13000"/>
                  </a:lnTo>
                  <a:lnTo>
                    <a:pt x="458" y="13193"/>
                  </a:lnTo>
                  <a:lnTo>
                    <a:pt x="602" y="13385"/>
                  </a:lnTo>
                  <a:lnTo>
                    <a:pt x="771" y="13530"/>
                  </a:lnTo>
                  <a:lnTo>
                    <a:pt x="963" y="13674"/>
                  </a:lnTo>
                  <a:lnTo>
                    <a:pt x="1156" y="13818"/>
                  </a:lnTo>
                  <a:lnTo>
                    <a:pt x="1493" y="13987"/>
                  </a:lnTo>
                  <a:lnTo>
                    <a:pt x="1854" y="14155"/>
                  </a:lnTo>
                  <a:lnTo>
                    <a:pt x="2215" y="14300"/>
                  </a:lnTo>
                  <a:lnTo>
                    <a:pt x="2576" y="14396"/>
                  </a:lnTo>
                  <a:lnTo>
                    <a:pt x="3154" y="14517"/>
                  </a:lnTo>
                  <a:lnTo>
                    <a:pt x="3732" y="14685"/>
                  </a:lnTo>
                  <a:lnTo>
                    <a:pt x="4285" y="14878"/>
                  </a:lnTo>
                  <a:lnTo>
                    <a:pt x="4839" y="15070"/>
                  </a:lnTo>
                  <a:lnTo>
                    <a:pt x="5369" y="15287"/>
                  </a:lnTo>
                  <a:lnTo>
                    <a:pt x="5898" y="15528"/>
                  </a:lnTo>
                  <a:lnTo>
                    <a:pt x="6428" y="15792"/>
                  </a:lnTo>
                  <a:lnTo>
                    <a:pt x="6957" y="16057"/>
                  </a:lnTo>
                  <a:lnTo>
                    <a:pt x="7607" y="16370"/>
                  </a:lnTo>
                  <a:lnTo>
                    <a:pt x="8281" y="16659"/>
                  </a:lnTo>
                  <a:lnTo>
                    <a:pt x="8955" y="16876"/>
                  </a:lnTo>
                  <a:lnTo>
                    <a:pt x="9630" y="17068"/>
                  </a:lnTo>
                  <a:lnTo>
                    <a:pt x="10328" y="17237"/>
                  </a:lnTo>
                  <a:lnTo>
                    <a:pt x="11050" y="17357"/>
                  </a:lnTo>
                  <a:lnTo>
                    <a:pt x="11748" y="17429"/>
                  </a:lnTo>
                  <a:lnTo>
                    <a:pt x="12470" y="17478"/>
                  </a:lnTo>
                  <a:lnTo>
                    <a:pt x="13048" y="17502"/>
                  </a:lnTo>
                  <a:lnTo>
                    <a:pt x="13602" y="17526"/>
                  </a:lnTo>
                  <a:lnTo>
                    <a:pt x="14155" y="17598"/>
                  </a:lnTo>
                  <a:lnTo>
                    <a:pt x="14709" y="17670"/>
                  </a:lnTo>
                  <a:lnTo>
                    <a:pt x="15239" y="17766"/>
                  </a:lnTo>
                  <a:lnTo>
                    <a:pt x="15792" y="17911"/>
                  </a:lnTo>
                  <a:lnTo>
                    <a:pt x="16322" y="18079"/>
                  </a:lnTo>
                  <a:lnTo>
                    <a:pt x="16852" y="18296"/>
                  </a:lnTo>
                  <a:lnTo>
                    <a:pt x="17453" y="18537"/>
                  </a:lnTo>
                  <a:lnTo>
                    <a:pt x="18079" y="18729"/>
                  </a:lnTo>
                  <a:lnTo>
                    <a:pt x="18705" y="18874"/>
                  </a:lnTo>
                  <a:lnTo>
                    <a:pt x="19379" y="18970"/>
                  </a:lnTo>
                  <a:lnTo>
                    <a:pt x="19813" y="19018"/>
                  </a:lnTo>
                  <a:lnTo>
                    <a:pt x="20246" y="19090"/>
                  </a:lnTo>
                  <a:lnTo>
                    <a:pt x="20655" y="19211"/>
                  </a:lnTo>
                  <a:lnTo>
                    <a:pt x="21040" y="19355"/>
                  </a:lnTo>
                  <a:lnTo>
                    <a:pt x="21401" y="19572"/>
                  </a:lnTo>
                  <a:lnTo>
                    <a:pt x="21762" y="19813"/>
                  </a:lnTo>
                  <a:lnTo>
                    <a:pt x="21931" y="19933"/>
                  </a:lnTo>
                  <a:lnTo>
                    <a:pt x="22099" y="20102"/>
                  </a:lnTo>
                  <a:lnTo>
                    <a:pt x="22244" y="20270"/>
                  </a:lnTo>
                  <a:lnTo>
                    <a:pt x="22388" y="20439"/>
                  </a:lnTo>
                  <a:lnTo>
                    <a:pt x="22798" y="20968"/>
                  </a:lnTo>
                  <a:lnTo>
                    <a:pt x="23207" y="21450"/>
                  </a:lnTo>
                  <a:lnTo>
                    <a:pt x="24073" y="22413"/>
                  </a:lnTo>
                  <a:lnTo>
                    <a:pt x="24964" y="23375"/>
                  </a:lnTo>
                  <a:lnTo>
                    <a:pt x="25855" y="24314"/>
                  </a:lnTo>
                  <a:lnTo>
                    <a:pt x="26336" y="24844"/>
                  </a:lnTo>
                  <a:lnTo>
                    <a:pt x="26842" y="25349"/>
                  </a:lnTo>
                  <a:lnTo>
                    <a:pt x="27372" y="25831"/>
                  </a:lnTo>
                  <a:lnTo>
                    <a:pt x="27901" y="26240"/>
                  </a:lnTo>
                  <a:lnTo>
                    <a:pt x="28190" y="26457"/>
                  </a:lnTo>
                  <a:lnTo>
                    <a:pt x="28479" y="26625"/>
                  </a:lnTo>
                  <a:lnTo>
                    <a:pt x="28792" y="26818"/>
                  </a:lnTo>
                  <a:lnTo>
                    <a:pt x="29105" y="26962"/>
                  </a:lnTo>
                  <a:lnTo>
                    <a:pt x="29418" y="27107"/>
                  </a:lnTo>
                  <a:lnTo>
                    <a:pt x="29755" y="27251"/>
                  </a:lnTo>
                  <a:lnTo>
                    <a:pt x="30092" y="27372"/>
                  </a:lnTo>
                  <a:lnTo>
                    <a:pt x="30453" y="27468"/>
                  </a:lnTo>
                  <a:lnTo>
                    <a:pt x="31079" y="27636"/>
                  </a:lnTo>
                  <a:lnTo>
                    <a:pt x="31705" y="27733"/>
                  </a:lnTo>
                  <a:lnTo>
                    <a:pt x="32307" y="27805"/>
                  </a:lnTo>
                  <a:lnTo>
                    <a:pt x="32620" y="27829"/>
                  </a:lnTo>
                  <a:lnTo>
                    <a:pt x="32908" y="27805"/>
                  </a:lnTo>
                  <a:lnTo>
                    <a:pt x="33221" y="27805"/>
                  </a:lnTo>
                  <a:lnTo>
                    <a:pt x="33510" y="27757"/>
                  </a:lnTo>
                  <a:lnTo>
                    <a:pt x="33823" y="27709"/>
                  </a:lnTo>
                  <a:lnTo>
                    <a:pt x="34112" y="27612"/>
                  </a:lnTo>
                  <a:lnTo>
                    <a:pt x="34401" y="27516"/>
                  </a:lnTo>
                  <a:lnTo>
                    <a:pt x="34714" y="27396"/>
                  </a:lnTo>
                  <a:lnTo>
                    <a:pt x="35003" y="27251"/>
                  </a:lnTo>
                  <a:lnTo>
                    <a:pt x="35292" y="27083"/>
                  </a:lnTo>
                  <a:lnTo>
                    <a:pt x="35653" y="26842"/>
                  </a:lnTo>
                  <a:lnTo>
                    <a:pt x="36038" y="26625"/>
                  </a:lnTo>
                  <a:lnTo>
                    <a:pt x="36423" y="26409"/>
                  </a:lnTo>
                  <a:lnTo>
                    <a:pt x="36832" y="26240"/>
                  </a:lnTo>
                  <a:lnTo>
                    <a:pt x="37218" y="26096"/>
                  </a:lnTo>
                  <a:lnTo>
                    <a:pt x="37627" y="25951"/>
                  </a:lnTo>
                  <a:lnTo>
                    <a:pt x="38012" y="25807"/>
                  </a:lnTo>
                  <a:lnTo>
                    <a:pt x="38180" y="25711"/>
                  </a:lnTo>
                  <a:lnTo>
                    <a:pt x="38373" y="25590"/>
                  </a:lnTo>
                  <a:lnTo>
                    <a:pt x="39577" y="24724"/>
                  </a:lnTo>
                  <a:lnTo>
                    <a:pt x="40804" y="23905"/>
                  </a:lnTo>
                  <a:lnTo>
                    <a:pt x="41117" y="23688"/>
                  </a:lnTo>
                  <a:lnTo>
                    <a:pt x="41406" y="23472"/>
                  </a:lnTo>
                  <a:lnTo>
                    <a:pt x="41695" y="23255"/>
                  </a:lnTo>
                  <a:lnTo>
                    <a:pt x="41960" y="23014"/>
                  </a:lnTo>
                  <a:lnTo>
                    <a:pt x="42201" y="22750"/>
                  </a:lnTo>
                  <a:lnTo>
                    <a:pt x="42441" y="22485"/>
                  </a:lnTo>
                  <a:lnTo>
                    <a:pt x="42658" y="22220"/>
                  </a:lnTo>
                  <a:lnTo>
                    <a:pt x="42875" y="21931"/>
                  </a:lnTo>
                  <a:lnTo>
                    <a:pt x="43043" y="21642"/>
                  </a:lnTo>
                  <a:lnTo>
                    <a:pt x="43212" y="21353"/>
                  </a:lnTo>
                  <a:lnTo>
                    <a:pt x="43380" y="21016"/>
                  </a:lnTo>
                  <a:lnTo>
                    <a:pt x="43501" y="20703"/>
                  </a:lnTo>
                  <a:lnTo>
                    <a:pt x="43621" y="20366"/>
                  </a:lnTo>
                  <a:lnTo>
                    <a:pt x="43717" y="20005"/>
                  </a:lnTo>
                  <a:lnTo>
                    <a:pt x="43790" y="19644"/>
                  </a:lnTo>
                  <a:lnTo>
                    <a:pt x="43862" y="19259"/>
                  </a:lnTo>
                  <a:lnTo>
                    <a:pt x="43910" y="18778"/>
                  </a:lnTo>
                  <a:lnTo>
                    <a:pt x="43934" y="18272"/>
                  </a:lnTo>
                  <a:lnTo>
                    <a:pt x="43934" y="17791"/>
                  </a:lnTo>
                  <a:lnTo>
                    <a:pt x="43886" y="17309"/>
                  </a:lnTo>
                  <a:lnTo>
                    <a:pt x="43765" y="16852"/>
                  </a:lnTo>
                  <a:lnTo>
                    <a:pt x="43693" y="16635"/>
                  </a:lnTo>
                  <a:lnTo>
                    <a:pt x="43621" y="16394"/>
                  </a:lnTo>
                  <a:lnTo>
                    <a:pt x="43525" y="16178"/>
                  </a:lnTo>
                  <a:lnTo>
                    <a:pt x="43404" y="15961"/>
                  </a:lnTo>
                  <a:lnTo>
                    <a:pt x="43260" y="15720"/>
                  </a:lnTo>
                  <a:lnTo>
                    <a:pt x="43115" y="15504"/>
                  </a:lnTo>
                  <a:lnTo>
                    <a:pt x="42610" y="14805"/>
                  </a:lnTo>
                  <a:lnTo>
                    <a:pt x="42104" y="14083"/>
                  </a:lnTo>
                  <a:lnTo>
                    <a:pt x="41647" y="13337"/>
                  </a:lnTo>
                  <a:lnTo>
                    <a:pt x="41214" y="12591"/>
                  </a:lnTo>
                  <a:lnTo>
                    <a:pt x="40756" y="11893"/>
                  </a:lnTo>
                  <a:lnTo>
                    <a:pt x="40275" y="11194"/>
                  </a:lnTo>
                  <a:lnTo>
                    <a:pt x="39769" y="10545"/>
                  </a:lnTo>
                  <a:lnTo>
                    <a:pt x="39216" y="9943"/>
                  </a:lnTo>
                  <a:lnTo>
                    <a:pt x="38638" y="9341"/>
                  </a:lnTo>
                  <a:lnTo>
                    <a:pt x="38036" y="8787"/>
                  </a:lnTo>
                  <a:lnTo>
                    <a:pt x="37386" y="8258"/>
                  </a:lnTo>
                  <a:lnTo>
                    <a:pt x="36712" y="7752"/>
                  </a:lnTo>
                  <a:lnTo>
                    <a:pt x="36206" y="7391"/>
                  </a:lnTo>
                  <a:lnTo>
                    <a:pt x="35653" y="7054"/>
                  </a:lnTo>
                  <a:lnTo>
                    <a:pt x="35099" y="6741"/>
                  </a:lnTo>
                  <a:lnTo>
                    <a:pt x="34545" y="6452"/>
                  </a:lnTo>
                  <a:lnTo>
                    <a:pt x="33438" y="5850"/>
                  </a:lnTo>
                  <a:lnTo>
                    <a:pt x="32884" y="5537"/>
                  </a:lnTo>
                  <a:lnTo>
                    <a:pt x="32331" y="5224"/>
                  </a:lnTo>
                  <a:lnTo>
                    <a:pt x="31079" y="4430"/>
                  </a:lnTo>
                  <a:lnTo>
                    <a:pt x="29803" y="3660"/>
                  </a:lnTo>
                  <a:lnTo>
                    <a:pt x="28527" y="2889"/>
                  </a:lnTo>
                  <a:lnTo>
                    <a:pt x="27901" y="2480"/>
                  </a:lnTo>
                  <a:lnTo>
                    <a:pt x="27275" y="2071"/>
                  </a:lnTo>
                  <a:lnTo>
                    <a:pt x="26649" y="1662"/>
                  </a:lnTo>
                  <a:lnTo>
                    <a:pt x="26023" y="1300"/>
                  </a:lnTo>
                  <a:lnTo>
                    <a:pt x="25349" y="987"/>
                  </a:lnTo>
                  <a:lnTo>
                    <a:pt x="24675" y="723"/>
                  </a:lnTo>
                  <a:lnTo>
                    <a:pt x="24001" y="530"/>
                  </a:lnTo>
                  <a:lnTo>
                    <a:pt x="23303" y="362"/>
                  </a:lnTo>
                  <a:lnTo>
                    <a:pt x="22581" y="265"/>
                  </a:lnTo>
                  <a:lnTo>
                    <a:pt x="21835" y="193"/>
                  </a:lnTo>
                  <a:lnTo>
                    <a:pt x="20414" y="121"/>
                  </a:lnTo>
                  <a:lnTo>
                    <a:pt x="19018" y="49"/>
                  </a:lnTo>
                  <a:lnTo>
                    <a:pt x="184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1" name="Google Shape;8491;p20"/>
            <p:cNvSpPr/>
            <p:nvPr/>
          </p:nvSpPr>
          <p:spPr>
            <a:xfrm rot="-1874795">
              <a:off x="-416347" y="-240129"/>
              <a:ext cx="66734" cy="43134"/>
            </a:xfrm>
            <a:custGeom>
              <a:avLst/>
              <a:gdLst/>
              <a:ahLst/>
              <a:cxnLst/>
              <a:rect l="l" t="t" r="r" b="b"/>
              <a:pathLst>
                <a:path w="820" h="530" extrusionOk="0">
                  <a:moveTo>
                    <a:pt x="314" y="0"/>
                  </a:moveTo>
                  <a:lnTo>
                    <a:pt x="218" y="24"/>
                  </a:lnTo>
                  <a:lnTo>
                    <a:pt x="121" y="72"/>
                  </a:lnTo>
                  <a:lnTo>
                    <a:pt x="25" y="145"/>
                  </a:lnTo>
                  <a:lnTo>
                    <a:pt x="1" y="241"/>
                  </a:lnTo>
                  <a:lnTo>
                    <a:pt x="1" y="289"/>
                  </a:lnTo>
                  <a:lnTo>
                    <a:pt x="25" y="337"/>
                  </a:lnTo>
                  <a:lnTo>
                    <a:pt x="73" y="433"/>
                  </a:lnTo>
                  <a:lnTo>
                    <a:pt x="121" y="482"/>
                  </a:lnTo>
                  <a:lnTo>
                    <a:pt x="193" y="506"/>
                  </a:lnTo>
                  <a:lnTo>
                    <a:pt x="266" y="530"/>
                  </a:lnTo>
                  <a:lnTo>
                    <a:pt x="410" y="530"/>
                  </a:lnTo>
                  <a:lnTo>
                    <a:pt x="579" y="506"/>
                  </a:lnTo>
                  <a:lnTo>
                    <a:pt x="675" y="482"/>
                  </a:lnTo>
                  <a:lnTo>
                    <a:pt x="771" y="409"/>
                  </a:lnTo>
                  <a:lnTo>
                    <a:pt x="819" y="337"/>
                  </a:lnTo>
                  <a:lnTo>
                    <a:pt x="819" y="217"/>
                  </a:lnTo>
                  <a:lnTo>
                    <a:pt x="795" y="169"/>
                  </a:lnTo>
                  <a:lnTo>
                    <a:pt x="747" y="120"/>
                  </a:lnTo>
                  <a:lnTo>
                    <a:pt x="579" y="48"/>
                  </a:lnTo>
                  <a:lnTo>
                    <a:pt x="3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2" name="Google Shape;8492;p20"/>
            <p:cNvSpPr/>
            <p:nvPr/>
          </p:nvSpPr>
          <p:spPr>
            <a:xfrm rot="-1874795">
              <a:off x="-674391" y="-258191"/>
              <a:ext cx="25554" cy="25555"/>
            </a:xfrm>
            <a:custGeom>
              <a:avLst/>
              <a:gdLst/>
              <a:ahLst/>
              <a:cxnLst/>
              <a:rect l="l" t="t" r="r" b="b"/>
              <a:pathLst>
                <a:path w="314" h="314" extrusionOk="0">
                  <a:moveTo>
                    <a:pt x="121" y="0"/>
                  </a:moveTo>
                  <a:lnTo>
                    <a:pt x="72" y="48"/>
                  </a:lnTo>
                  <a:lnTo>
                    <a:pt x="24" y="72"/>
                  </a:lnTo>
                  <a:lnTo>
                    <a:pt x="0" y="121"/>
                  </a:lnTo>
                  <a:lnTo>
                    <a:pt x="0" y="193"/>
                  </a:lnTo>
                  <a:lnTo>
                    <a:pt x="24" y="241"/>
                  </a:lnTo>
                  <a:lnTo>
                    <a:pt x="72" y="289"/>
                  </a:lnTo>
                  <a:lnTo>
                    <a:pt x="145" y="313"/>
                  </a:lnTo>
                  <a:lnTo>
                    <a:pt x="217" y="313"/>
                  </a:lnTo>
                  <a:lnTo>
                    <a:pt x="265" y="289"/>
                  </a:lnTo>
                  <a:lnTo>
                    <a:pt x="313" y="241"/>
                  </a:lnTo>
                  <a:lnTo>
                    <a:pt x="313" y="193"/>
                  </a:lnTo>
                  <a:lnTo>
                    <a:pt x="313" y="145"/>
                  </a:lnTo>
                  <a:lnTo>
                    <a:pt x="289" y="72"/>
                  </a:lnTo>
                  <a:lnTo>
                    <a:pt x="265" y="24"/>
                  </a:lnTo>
                  <a:lnTo>
                    <a:pt x="1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3" name="Google Shape;8493;p20"/>
            <p:cNvSpPr/>
            <p:nvPr/>
          </p:nvSpPr>
          <p:spPr>
            <a:xfrm rot="-1874795">
              <a:off x="-636781" y="-296940"/>
              <a:ext cx="35320" cy="35402"/>
            </a:xfrm>
            <a:custGeom>
              <a:avLst/>
              <a:gdLst/>
              <a:ahLst/>
              <a:cxnLst/>
              <a:rect l="l" t="t" r="r" b="b"/>
              <a:pathLst>
                <a:path w="434" h="435" extrusionOk="0">
                  <a:moveTo>
                    <a:pt x="145" y="1"/>
                  </a:moveTo>
                  <a:lnTo>
                    <a:pt x="72" y="49"/>
                  </a:lnTo>
                  <a:lnTo>
                    <a:pt x="24" y="121"/>
                  </a:lnTo>
                  <a:lnTo>
                    <a:pt x="0" y="193"/>
                  </a:lnTo>
                  <a:lnTo>
                    <a:pt x="0" y="290"/>
                  </a:lnTo>
                  <a:lnTo>
                    <a:pt x="72" y="362"/>
                  </a:lnTo>
                  <a:lnTo>
                    <a:pt x="120" y="410"/>
                  </a:lnTo>
                  <a:lnTo>
                    <a:pt x="217" y="434"/>
                  </a:lnTo>
                  <a:lnTo>
                    <a:pt x="313" y="434"/>
                  </a:lnTo>
                  <a:lnTo>
                    <a:pt x="385" y="386"/>
                  </a:lnTo>
                  <a:lnTo>
                    <a:pt x="433" y="314"/>
                  </a:lnTo>
                  <a:lnTo>
                    <a:pt x="433" y="217"/>
                  </a:lnTo>
                  <a:lnTo>
                    <a:pt x="433" y="145"/>
                  </a:lnTo>
                  <a:lnTo>
                    <a:pt x="385" y="49"/>
                  </a:lnTo>
                  <a:lnTo>
                    <a:pt x="3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4" name="Google Shape;8494;p20"/>
            <p:cNvSpPr/>
            <p:nvPr/>
          </p:nvSpPr>
          <p:spPr>
            <a:xfrm rot="-1874795">
              <a:off x="-440431" y="-314410"/>
              <a:ext cx="31414" cy="31496"/>
            </a:xfrm>
            <a:custGeom>
              <a:avLst/>
              <a:gdLst/>
              <a:ahLst/>
              <a:cxnLst/>
              <a:rect l="l" t="t" r="r" b="b"/>
              <a:pathLst>
                <a:path w="386" h="387" extrusionOk="0">
                  <a:moveTo>
                    <a:pt x="241" y="1"/>
                  </a:moveTo>
                  <a:lnTo>
                    <a:pt x="145" y="25"/>
                  </a:lnTo>
                  <a:lnTo>
                    <a:pt x="73" y="49"/>
                  </a:lnTo>
                  <a:lnTo>
                    <a:pt x="25" y="97"/>
                  </a:lnTo>
                  <a:lnTo>
                    <a:pt x="1" y="169"/>
                  </a:lnTo>
                  <a:lnTo>
                    <a:pt x="1" y="266"/>
                  </a:lnTo>
                  <a:lnTo>
                    <a:pt x="25" y="338"/>
                  </a:lnTo>
                  <a:lnTo>
                    <a:pt x="97" y="386"/>
                  </a:lnTo>
                  <a:lnTo>
                    <a:pt x="217" y="386"/>
                  </a:lnTo>
                  <a:lnTo>
                    <a:pt x="314" y="362"/>
                  </a:lnTo>
                  <a:lnTo>
                    <a:pt x="362" y="290"/>
                  </a:lnTo>
                  <a:lnTo>
                    <a:pt x="386" y="218"/>
                  </a:lnTo>
                  <a:lnTo>
                    <a:pt x="386" y="145"/>
                  </a:lnTo>
                  <a:lnTo>
                    <a:pt x="338" y="73"/>
                  </a:lnTo>
                  <a:lnTo>
                    <a:pt x="290" y="25"/>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5" name="Google Shape;8495;p20"/>
            <p:cNvSpPr/>
            <p:nvPr/>
          </p:nvSpPr>
          <p:spPr>
            <a:xfrm rot="-1874795">
              <a:off x="-304284" y="-355216"/>
              <a:ext cx="51027" cy="80408"/>
            </a:xfrm>
            <a:custGeom>
              <a:avLst/>
              <a:gdLst/>
              <a:ahLst/>
              <a:cxnLst/>
              <a:rect l="l" t="t" r="r" b="b"/>
              <a:pathLst>
                <a:path w="627" h="988" extrusionOk="0">
                  <a:moveTo>
                    <a:pt x="241" y="0"/>
                  </a:moveTo>
                  <a:lnTo>
                    <a:pt x="145" y="24"/>
                  </a:lnTo>
                  <a:lnTo>
                    <a:pt x="73" y="73"/>
                  </a:lnTo>
                  <a:lnTo>
                    <a:pt x="24" y="169"/>
                  </a:lnTo>
                  <a:lnTo>
                    <a:pt x="0" y="265"/>
                  </a:lnTo>
                  <a:lnTo>
                    <a:pt x="24" y="361"/>
                  </a:lnTo>
                  <a:lnTo>
                    <a:pt x="97" y="434"/>
                  </a:lnTo>
                  <a:lnTo>
                    <a:pt x="169" y="506"/>
                  </a:lnTo>
                  <a:lnTo>
                    <a:pt x="265" y="602"/>
                  </a:lnTo>
                  <a:lnTo>
                    <a:pt x="361" y="698"/>
                  </a:lnTo>
                  <a:lnTo>
                    <a:pt x="434" y="843"/>
                  </a:lnTo>
                  <a:lnTo>
                    <a:pt x="530" y="987"/>
                  </a:lnTo>
                  <a:lnTo>
                    <a:pt x="626" y="554"/>
                  </a:lnTo>
                  <a:lnTo>
                    <a:pt x="626" y="410"/>
                  </a:lnTo>
                  <a:lnTo>
                    <a:pt x="626" y="289"/>
                  </a:lnTo>
                  <a:lnTo>
                    <a:pt x="578" y="193"/>
                  </a:lnTo>
                  <a:lnTo>
                    <a:pt x="530" y="97"/>
                  </a:lnTo>
                  <a:lnTo>
                    <a:pt x="434" y="24"/>
                  </a:lnTo>
                  <a:lnTo>
                    <a:pt x="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6" name="Google Shape;8496;p20"/>
            <p:cNvSpPr/>
            <p:nvPr/>
          </p:nvSpPr>
          <p:spPr>
            <a:xfrm rot="-1874795">
              <a:off x="-243483" y="-412088"/>
              <a:ext cx="31414" cy="45169"/>
            </a:xfrm>
            <a:custGeom>
              <a:avLst/>
              <a:gdLst/>
              <a:ahLst/>
              <a:cxnLst/>
              <a:rect l="l" t="t" r="r" b="b"/>
              <a:pathLst>
                <a:path w="386" h="555" extrusionOk="0">
                  <a:moveTo>
                    <a:pt x="217" y="1"/>
                  </a:moveTo>
                  <a:lnTo>
                    <a:pt x="145" y="25"/>
                  </a:lnTo>
                  <a:lnTo>
                    <a:pt x="97" y="49"/>
                  </a:lnTo>
                  <a:lnTo>
                    <a:pt x="49" y="97"/>
                  </a:lnTo>
                  <a:lnTo>
                    <a:pt x="25" y="193"/>
                  </a:lnTo>
                  <a:lnTo>
                    <a:pt x="1" y="290"/>
                  </a:lnTo>
                  <a:lnTo>
                    <a:pt x="25" y="410"/>
                  </a:lnTo>
                  <a:lnTo>
                    <a:pt x="49" y="482"/>
                  </a:lnTo>
                  <a:lnTo>
                    <a:pt x="97" y="530"/>
                  </a:lnTo>
                  <a:lnTo>
                    <a:pt x="145" y="554"/>
                  </a:lnTo>
                  <a:lnTo>
                    <a:pt x="242" y="530"/>
                  </a:lnTo>
                  <a:lnTo>
                    <a:pt x="338" y="482"/>
                  </a:lnTo>
                  <a:lnTo>
                    <a:pt x="362" y="410"/>
                  </a:lnTo>
                  <a:lnTo>
                    <a:pt x="386" y="314"/>
                  </a:lnTo>
                  <a:lnTo>
                    <a:pt x="362" y="193"/>
                  </a:lnTo>
                  <a:lnTo>
                    <a:pt x="314" y="121"/>
                  </a:lnTo>
                  <a:lnTo>
                    <a:pt x="266" y="49"/>
                  </a:lnTo>
                  <a:lnTo>
                    <a:pt x="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7" name="Google Shape;8497;p20"/>
            <p:cNvSpPr/>
            <p:nvPr/>
          </p:nvSpPr>
          <p:spPr>
            <a:xfrm rot="-1874795">
              <a:off x="-767165" y="-429007"/>
              <a:ext cx="74465" cy="62748"/>
            </a:xfrm>
            <a:custGeom>
              <a:avLst/>
              <a:gdLst/>
              <a:ahLst/>
              <a:cxnLst/>
              <a:rect l="l" t="t" r="r" b="b"/>
              <a:pathLst>
                <a:path w="915" h="771" extrusionOk="0">
                  <a:moveTo>
                    <a:pt x="602" y="0"/>
                  </a:moveTo>
                  <a:lnTo>
                    <a:pt x="457" y="48"/>
                  </a:lnTo>
                  <a:lnTo>
                    <a:pt x="361" y="97"/>
                  </a:lnTo>
                  <a:lnTo>
                    <a:pt x="313" y="145"/>
                  </a:lnTo>
                  <a:lnTo>
                    <a:pt x="289" y="193"/>
                  </a:lnTo>
                  <a:lnTo>
                    <a:pt x="265" y="265"/>
                  </a:lnTo>
                  <a:lnTo>
                    <a:pt x="265" y="337"/>
                  </a:lnTo>
                  <a:lnTo>
                    <a:pt x="241" y="434"/>
                  </a:lnTo>
                  <a:lnTo>
                    <a:pt x="169" y="482"/>
                  </a:lnTo>
                  <a:lnTo>
                    <a:pt x="48" y="554"/>
                  </a:lnTo>
                  <a:lnTo>
                    <a:pt x="0" y="602"/>
                  </a:lnTo>
                  <a:lnTo>
                    <a:pt x="24" y="674"/>
                  </a:lnTo>
                  <a:lnTo>
                    <a:pt x="48" y="747"/>
                  </a:lnTo>
                  <a:lnTo>
                    <a:pt x="120" y="771"/>
                  </a:lnTo>
                  <a:lnTo>
                    <a:pt x="578" y="771"/>
                  </a:lnTo>
                  <a:lnTo>
                    <a:pt x="722" y="674"/>
                  </a:lnTo>
                  <a:lnTo>
                    <a:pt x="819" y="578"/>
                  </a:lnTo>
                  <a:lnTo>
                    <a:pt x="891" y="458"/>
                  </a:lnTo>
                  <a:lnTo>
                    <a:pt x="915" y="337"/>
                  </a:lnTo>
                  <a:lnTo>
                    <a:pt x="891" y="193"/>
                  </a:lnTo>
                  <a:lnTo>
                    <a:pt x="843" y="97"/>
                  </a:lnTo>
                  <a:lnTo>
                    <a:pt x="770" y="24"/>
                  </a:lnTo>
                  <a:lnTo>
                    <a:pt x="6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8" name="Google Shape;8498;p20"/>
            <p:cNvSpPr/>
            <p:nvPr/>
          </p:nvSpPr>
          <p:spPr>
            <a:xfrm rot="-1874795">
              <a:off x="-497580" y="-436909"/>
              <a:ext cx="25554" cy="21648"/>
            </a:xfrm>
            <a:custGeom>
              <a:avLst/>
              <a:gdLst/>
              <a:ahLst/>
              <a:cxnLst/>
              <a:rect l="l" t="t" r="r" b="b"/>
              <a:pathLst>
                <a:path w="314" h="266" extrusionOk="0">
                  <a:moveTo>
                    <a:pt x="97" y="1"/>
                  </a:moveTo>
                  <a:lnTo>
                    <a:pt x="49" y="25"/>
                  </a:lnTo>
                  <a:lnTo>
                    <a:pt x="24" y="49"/>
                  </a:lnTo>
                  <a:lnTo>
                    <a:pt x="0" y="97"/>
                  </a:lnTo>
                  <a:lnTo>
                    <a:pt x="24" y="169"/>
                  </a:lnTo>
                  <a:lnTo>
                    <a:pt x="73" y="218"/>
                  </a:lnTo>
                  <a:lnTo>
                    <a:pt x="121" y="242"/>
                  </a:lnTo>
                  <a:lnTo>
                    <a:pt x="169" y="266"/>
                  </a:lnTo>
                  <a:lnTo>
                    <a:pt x="241" y="242"/>
                  </a:lnTo>
                  <a:lnTo>
                    <a:pt x="265" y="218"/>
                  </a:lnTo>
                  <a:lnTo>
                    <a:pt x="313" y="169"/>
                  </a:lnTo>
                  <a:lnTo>
                    <a:pt x="313" y="121"/>
                  </a:lnTo>
                  <a:lnTo>
                    <a:pt x="289" y="73"/>
                  </a:lnTo>
                  <a:lnTo>
                    <a:pt x="265" y="25"/>
                  </a:lnTo>
                  <a:lnTo>
                    <a:pt x="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9" name="Google Shape;8499;p20"/>
            <p:cNvSpPr/>
            <p:nvPr/>
          </p:nvSpPr>
          <p:spPr>
            <a:xfrm rot="-1874795">
              <a:off x="-634059" y="-447300"/>
              <a:ext cx="23601" cy="23602"/>
            </a:xfrm>
            <a:custGeom>
              <a:avLst/>
              <a:gdLst/>
              <a:ahLst/>
              <a:cxnLst/>
              <a:rect l="l" t="t" r="r" b="b"/>
              <a:pathLst>
                <a:path w="290" h="290" extrusionOk="0">
                  <a:moveTo>
                    <a:pt x="145" y="1"/>
                  </a:moveTo>
                  <a:lnTo>
                    <a:pt x="97" y="25"/>
                  </a:lnTo>
                  <a:lnTo>
                    <a:pt x="24" y="49"/>
                  </a:lnTo>
                  <a:lnTo>
                    <a:pt x="0" y="97"/>
                  </a:lnTo>
                  <a:lnTo>
                    <a:pt x="0" y="145"/>
                  </a:lnTo>
                  <a:lnTo>
                    <a:pt x="0" y="194"/>
                  </a:lnTo>
                  <a:lnTo>
                    <a:pt x="48" y="242"/>
                  </a:lnTo>
                  <a:lnTo>
                    <a:pt x="72" y="290"/>
                  </a:lnTo>
                  <a:lnTo>
                    <a:pt x="193" y="290"/>
                  </a:lnTo>
                  <a:lnTo>
                    <a:pt x="241" y="242"/>
                  </a:lnTo>
                  <a:lnTo>
                    <a:pt x="289" y="194"/>
                  </a:lnTo>
                  <a:lnTo>
                    <a:pt x="289" y="145"/>
                  </a:lnTo>
                  <a:lnTo>
                    <a:pt x="289" y="97"/>
                  </a:lnTo>
                  <a:lnTo>
                    <a:pt x="265" y="49"/>
                  </a:lnTo>
                  <a:lnTo>
                    <a:pt x="217" y="25"/>
                  </a:lnTo>
                  <a:lnTo>
                    <a:pt x="1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0" name="Google Shape;8500;p20"/>
            <p:cNvSpPr/>
            <p:nvPr/>
          </p:nvSpPr>
          <p:spPr>
            <a:xfrm rot="-1874795">
              <a:off x="-203026" y="-458212"/>
              <a:ext cx="41180" cy="41181"/>
            </a:xfrm>
            <a:custGeom>
              <a:avLst/>
              <a:gdLst/>
              <a:ahLst/>
              <a:cxnLst/>
              <a:rect l="l" t="t" r="r" b="b"/>
              <a:pathLst>
                <a:path w="506" h="506" extrusionOk="0">
                  <a:moveTo>
                    <a:pt x="289" y="0"/>
                  </a:moveTo>
                  <a:lnTo>
                    <a:pt x="193" y="24"/>
                  </a:lnTo>
                  <a:lnTo>
                    <a:pt x="96" y="72"/>
                  </a:lnTo>
                  <a:lnTo>
                    <a:pt x="24" y="144"/>
                  </a:lnTo>
                  <a:lnTo>
                    <a:pt x="0" y="241"/>
                  </a:lnTo>
                  <a:lnTo>
                    <a:pt x="0" y="337"/>
                  </a:lnTo>
                  <a:lnTo>
                    <a:pt x="72" y="433"/>
                  </a:lnTo>
                  <a:lnTo>
                    <a:pt x="144" y="482"/>
                  </a:lnTo>
                  <a:lnTo>
                    <a:pt x="241" y="506"/>
                  </a:lnTo>
                  <a:lnTo>
                    <a:pt x="337" y="482"/>
                  </a:lnTo>
                  <a:lnTo>
                    <a:pt x="433" y="433"/>
                  </a:lnTo>
                  <a:lnTo>
                    <a:pt x="481" y="361"/>
                  </a:lnTo>
                  <a:lnTo>
                    <a:pt x="506" y="289"/>
                  </a:lnTo>
                  <a:lnTo>
                    <a:pt x="481" y="193"/>
                  </a:lnTo>
                  <a:lnTo>
                    <a:pt x="433" y="96"/>
                  </a:lnTo>
                  <a:lnTo>
                    <a:pt x="361" y="24"/>
                  </a:lnTo>
                  <a:lnTo>
                    <a:pt x="2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1" name="Google Shape;8501;p20"/>
            <p:cNvSpPr/>
            <p:nvPr/>
          </p:nvSpPr>
          <p:spPr>
            <a:xfrm rot="-1874795">
              <a:off x="-20813" y="-488236"/>
              <a:ext cx="58840" cy="54935"/>
            </a:xfrm>
            <a:custGeom>
              <a:avLst/>
              <a:gdLst/>
              <a:ahLst/>
              <a:cxnLst/>
              <a:rect l="l" t="t" r="r" b="b"/>
              <a:pathLst>
                <a:path w="723" h="675" extrusionOk="0">
                  <a:moveTo>
                    <a:pt x="554" y="1"/>
                  </a:moveTo>
                  <a:lnTo>
                    <a:pt x="458" y="25"/>
                  </a:lnTo>
                  <a:lnTo>
                    <a:pt x="337" y="49"/>
                  </a:lnTo>
                  <a:lnTo>
                    <a:pt x="241" y="73"/>
                  </a:lnTo>
                  <a:lnTo>
                    <a:pt x="169" y="121"/>
                  </a:lnTo>
                  <a:lnTo>
                    <a:pt x="97" y="193"/>
                  </a:lnTo>
                  <a:lnTo>
                    <a:pt x="48" y="241"/>
                  </a:lnTo>
                  <a:lnTo>
                    <a:pt x="24" y="314"/>
                  </a:lnTo>
                  <a:lnTo>
                    <a:pt x="0" y="386"/>
                  </a:lnTo>
                  <a:lnTo>
                    <a:pt x="0" y="458"/>
                  </a:lnTo>
                  <a:lnTo>
                    <a:pt x="24" y="554"/>
                  </a:lnTo>
                  <a:lnTo>
                    <a:pt x="72" y="627"/>
                  </a:lnTo>
                  <a:lnTo>
                    <a:pt x="145" y="675"/>
                  </a:lnTo>
                  <a:lnTo>
                    <a:pt x="217" y="675"/>
                  </a:lnTo>
                  <a:lnTo>
                    <a:pt x="313" y="651"/>
                  </a:lnTo>
                  <a:lnTo>
                    <a:pt x="482" y="554"/>
                  </a:lnTo>
                  <a:lnTo>
                    <a:pt x="626" y="434"/>
                  </a:lnTo>
                  <a:lnTo>
                    <a:pt x="674" y="362"/>
                  </a:lnTo>
                  <a:lnTo>
                    <a:pt x="722" y="290"/>
                  </a:lnTo>
                  <a:lnTo>
                    <a:pt x="722" y="217"/>
                  </a:lnTo>
                  <a:lnTo>
                    <a:pt x="722" y="145"/>
                  </a:lnTo>
                  <a:lnTo>
                    <a:pt x="698" y="97"/>
                  </a:lnTo>
                  <a:lnTo>
                    <a:pt x="650" y="49"/>
                  </a:lnTo>
                  <a:lnTo>
                    <a:pt x="602" y="25"/>
                  </a:lnTo>
                  <a:lnTo>
                    <a:pt x="5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2" name="Google Shape;8502;p20"/>
            <p:cNvSpPr/>
            <p:nvPr/>
          </p:nvSpPr>
          <p:spPr>
            <a:xfrm rot="-1874795">
              <a:off x="-394519" y="-488998"/>
              <a:ext cx="43214" cy="45169"/>
            </a:xfrm>
            <a:custGeom>
              <a:avLst/>
              <a:gdLst/>
              <a:ahLst/>
              <a:cxnLst/>
              <a:rect l="l" t="t" r="r" b="b"/>
              <a:pathLst>
                <a:path w="531" h="555" extrusionOk="0">
                  <a:moveTo>
                    <a:pt x="313" y="0"/>
                  </a:moveTo>
                  <a:lnTo>
                    <a:pt x="193" y="24"/>
                  </a:lnTo>
                  <a:lnTo>
                    <a:pt x="97" y="73"/>
                  </a:lnTo>
                  <a:lnTo>
                    <a:pt x="25" y="145"/>
                  </a:lnTo>
                  <a:lnTo>
                    <a:pt x="0" y="241"/>
                  </a:lnTo>
                  <a:lnTo>
                    <a:pt x="25" y="361"/>
                  </a:lnTo>
                  <a:lnTo>
                    <a:pt x="73" y="458"/>
                  </a:lnTo>
                  <a:lnTo>
                    <a:pt x="145" y="530"/>
                  </a:lnTo>
                  <a:lnTo>
                    <a:pt x="217" y="554"/>
                  </a:lnTo>
                  <a:lnTo>
                    <a:pt x="337" y="554"/>
                  </a:lnTo>
                  <a:lnTo>
                    <a:pt x="458" y="506"/>
                  </a:lnTo>
                  <a:lnTo>
                    <a:pt x="506" y="434"/>
                  </a:lnTo>
                  <a:lnTo>
                    <a:pt x="530" y="337"/>
                  </a:lnTo>
                  <a:lnTo>
                    <a:pt x="530" y="217"/>
                  </a:lnTo>
                  <a:lnTo>
                    <a:pt x="482" y="121"/>
                  </a:lnTo>
                  <a:lnTo>
                    <a:pt x="410" y="24"/>
                  </a:lnTo>
                  <a:lnTo>
                    <a:pt x="3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3" name="Google Shape;8503;p20"/>
            <p:cNvSpPr/>
            <p:nvPr/>
          </p:nvSpPr>
          <p:spPr>
            <a:xfrm rot="-1874795">
              <a:off x="67415" y="-506912"/>
              <a:ext cx="27507" cy="29461"/>
            </a:xfrm>
            <a:custGeom>
              <a:avLst/>
              <a:gdLst/>
              <a:ahLst/>
              <a:cxnLst/>
              <a:rect l="l" t="t" r="r" b="b"/>
              <a:pathLst>
                <a:path w="338" h="362" extrusionOk="0">
                  <a:moveTo>
                    <a:pt x="121" y="1"/>
                  </a:moveTo>
                  <a:lnTo>
                    <a:pt x="49" y="25"/>
                  </a:lnTo>
                  <a:lnTo>
                    <a:pt x="1" y="73"/>
                  </a:lnTo>
                  <a:lnTo>
                    <a:pt x="1" y="145"/>
                  </a:lnTo>
                  <a:lnTo>
                    <a:pt x="1" y="217"/>
                  </a:lnTo>
                  <a:lnTo>
                    <a:pt x="25" y="290"/>
                  </a:lnTo>
                  <a:lnTo>
                    <a:pt x="73" y="338"/>
                  </a:lnTo>
                  <a:lnTo>
                    <a:pt x="145" y="362"/>
                  </a:lnTo>
                  <a:lnTo>
                    <a:pt x="217" y="338"/>
                  </a:lnTo>
                  <a:lnTo>
                    <a:pt x="266" y="314"/>
                  </a:lnTo>
                  <a:lnTo>
                    <a:pt x="314" y="265"/>
                  </a:lnTo>
                  <a:lnTo>
                    <a:pt x="338" y="217"/>
                  </a:lnTo>
                  <a:lnTo>
                    <a:pt x="338" y="145"/>
                  </a:lnTo>
                  <a:lnTo>
                    <a:pt x="290" y="73"/>
                  </a:lnTo>
                  <a:lnTo>
                    <a:pt x="241" y="25"/>
                  </a:lnTo>
                  <a:lnTo>
                    <a:pt x="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4" name="Google Shape;8504;p20"/>
            <p:cNvSpPr/>
            <p:nvPr/>
          </p:nvSpPr>
          <p:spPr>
            <a:xfrm rot="-1874795">
              <a:off x="-154991" y="-560249"/>
              <a:ext cx="129398" cy="92128"/>
            </a:xfrm>
            <a:custGeom>
              <a:avLst/>
              <a:gdLst/>
              <a:ahLst/>
              <a:cxnLst/>
              <a:rect l="l" t="t" r="r" b="b"/>
              <a:pathLst>
                <a:path w="1590" h="1132" extrusionOk="0">
                  <a:moveTo>
                    <a:pt x="1108" y="0"/>
                  </a:moveTo>
                  <a:lnTo>
                    <a:pt x="1012" y="25"/>
                  </a:lnTo>
                  <a:lnTo>
                    <a:pt x="940" y="49"/>
                  </a:lnTo>
                  <a:lnTo>
                    <a:pt x="771" y="169"/>
                  </a:lnTo>
                  <a:lnTo>
                    <a:pt x="579" y="289"/>
                  </a:lnTo>
                  <a:lnTo>
                    <a:pt x="482" y="313"/>
                  </a:lnTo>
                  <a:lnTo>
                    <a:pt x="386" y="337"/>
                  </a:lnTo>
                  <a:lnTo>
                    <a:pt x="290" y="337"/>
                  </a:lnTo>
                  <a:lnTo>
                    <a:pt x="169" y="313"/>
                  </a:lnTo>
                  <a:lnTo>
                    <a:pt x="121" y="313"/>
                  </a:lnTo>
                  <a:lnTo>
                    <a:pt x="73" y="337"/>
                  </a:lnTo>
                  <a:lnTo>
                    <a:pt x="49" y="386"/>
                  </a:lnTo>
                  <a:lnTo>
                    <a:pt x="25" y="434"/>
                  </a:lnTo>
                  <a:lnTo>
                    <a:pt x="1" y="482"/>
                  </a:lnTo>
                  <a:lnTo>
                    <a:pt x="25" y="530"/>
                  </a:lnTo>
                  <a:lnTo>
                    <a:pt x="49" y="554"/>
                  </a:lnTo>
                  <a:lnTo>
                    <a:pt x="97" y="578"/>
                  </a:lnTo>
                  <a:lnTo>
                    <a:pt x="217" y="578"/>
                  </a:lnTo>
                  <a:lnTo>
                    <a:pt x="314" y="626"/>
                  </a:lnTo>
                  <a:lnTo>
                    <a:pt x="410" y="674"/>
                  </a:lnTo>
                  <a:lnTo>
                    <a:pt x="506" y="747"/>
                  </a:lnTo>
                  <a:lnTo>
                    <a:pt x="843" y="1036"/>
                  </a:lnTo>
                  <a:lnTo>
                    <a:pt x="964" y="1108"/>
                  </a:lnTo>
                  <a:lnTo>
                    <a:pt x="1084" y="1132"/>
                  </a:lnTo>
                  <a:lnTo>
                    <a:pt x="1229" y="1108"/>
                  </a:lnTo>
                  <a:lnTo>
                    <a:pt x="1349" y="1012"/>
                  </a:lnTo>
                  <a:lnTo>
                    <a:pt x="1469" y="915"/>
                  </a:lnTo>
                  <a:lnTo>
                    <a:pt x="1541" y="771"/>
                  </a:lnTo>
                  <a:lnTo>
                    <a:pt x="1590" y="626"/>
                  </a:lnTo>
                  <a:lnTo>
                    <a:pt x="1566" y="458"/>
                  </a:lnTo>
                  <a:lnTo>
                    <a:pt x="1517" y="362"/>
                  </a:lnTo>
                  <a:lnTo>
                    <a:pt x="1445" y="241"/>
                  </a:lnTo>
                  <a:lnTo>
                    <a:pt x="1373" y="169"/>
                  </a:lnTo>
                  <a:lnTo>
                    <a:pt x="1277" y="97"/>
                  </a:lnTo>
                  <a:lnTo>
                    <a:pt x="1204" y="25"/>
                  </a:lnTo>
                  <a:lnTo>
                    <a:pt x="11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5" name="Google Shape;8505;p20"/>
            <p:cNvSpPr/>
            <p:nvPr/>
          </p:nvSpPr>
          <p:spPr>
            <a:xfrm rot="-1874795">
              <a:off x="-340562" y="-560299"/>
              <a:ext cx="64699" cy="72514"/>
            </a:xfrm>
            <a:custGeom>
              <a:avLst/>
              <a:gdLst/>
              <a:ahLst/>
              <a:cxnLst/>
              <a:rect l="l" t="t" r="r" b="b"/>
              <a:pathLst>
                <a:path w="795" h="891" extrusionOk="0">
                  <a:moveTo>
                    <a:pt x="289" y="0"/>
                  </a:moveTo>
                  <a:lnTo>
                    <a:pt x="169" y="24"/>
                  </a:lnTo>
                  <a:lnTo>
                    <a:pt x="72" y="97"/>
                  </a:lnTo>
                  <a:lnTo>
                    <a:pt x="24" y="193"/>
                  </a:lnTo>
                  <a:lnTo>
                    <a:pt x="0" y="313"/>
                  </a:lnTo>
                  <a:lnTo>
                    <a:pt x="24" y="385"/>
                  </a:lnTo>
                  <a:lnTo>
                    <a:pt x="72" y="482"/>
                  </a:lnTo>
                  <a:lnTo>
                    <a:pt x="169" y="578"/>
                  </a:lnTo>
                  <a:lnTo>
                    <a:pt x="289" y="674"/>
                  </a:lnTo>
                  <a:lnTo>
                    <a:pt x="409" y="771"/>
                  </a:lnTo>
                  <a:lnTo>
                    <a:pt x="530" y="843"/>
                  </a:lnTo>
                  <a:lnTo>
                    <a:pt x="626" y="867"/>
                  </a:lnTo>
                  <a:lnTo>
                    <a:pt x="722" y="891"/>
                  </a:lnTo>
                  <a:lnTo>
                    <a:pt x="746" y="867"/>
                  </a:lnTo>
                  <a:lnTo>
                    <a:pt x="771" y="819"/>
                  </a:lnTo>
                  <a:lnTo>
                    <a:pt x="795" y="674"/>
                  </a:lnTo>
                  <a:lnTo>
                    <a:pt x="795" y="530"/>
                  </a:lnTo>
                  <a:lnTo>
                    <a:pt x="771" y="385"/>
                  </a:lnTo>
                  <a:lnTo>
                    <a:pt x="698" y="265"/>
                  </a:lnTo>
                  <a:lnTo>
                    <a:pt x="626" y="145"/>
                  </a:lnTo>
                  <a:lnTo>
                    <a:pt x="530" y="72"/>
                  </a:lnTo>
                  <a:lnTo>
                    <a:pt x="4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CUSTOM_1_1_1_1_1_1_1">
    <p:spTree>
      <p:nvGrpSpPr>
        <p:cNvPr id="1" name="Shape 10336"/>
        <p:cNvGrpSpPr/>
        <p:nvPr/>
      </p:nvGrpSpPr>
      <p:grpSpPr>
        <a:xfrm>
          <a:off x="0" y="0"/>
          <a:ext cx="0" cy="0"/>
          <a:chOff x="0" y="0"/>
          <a:chExt cx="0" cy="0"/>
        </a:xfrm>
      </p:grpSpPr>
      <p:sp>
        <p:nvSpPr>
          <p:cNvPr id="10337" name="Google Shape;10337;p25"/>
          <p:cNvSpPr/>
          <p:nvPr/>
        </p:nvSpPr>
        <p:spPr>
          <a:xfrm>
            <a:off x="145650" y="119725"/>
            <a:ext cx="8852700" cy="490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8" name="Google Shape;10338;p25"/>
          <p:cNvSpPr txBox="1">
            <a:spLocks noGrp="1"/>
          </p:cNvSpPr>
          <p:nvPr>
            <p:ph type="subTitle" idx="1"/>
          </p:nvPr>
        </p:nvSpPr>
        <p:spPr>
          <a:xfrm>
            <a:off x="1175375" y="2744050"/>
            <a:ext cx="3112800" cy="1653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rtl="0">
              <a:lnSpc>
                <a:spcPct val="100000"/>
              </a:lnSpc>
              <a:spcBef>
                <a:spcPts val="60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a:endParaRPr/>
          </a:p>
        </p:txBody>
      </p:sp>
      <p:sp>
        <p:nvSpPr>
          <p:cNvPr id="10339" name="Google Shape;10339;p25"/>
          <p:cNvSpPr txBox="1">
            <a:spLocks noGrp="1"/>
          </p:cNvSpPr>
          <p:nvPr>
            <p:ph type="subTitle" idx="2"/>
          </p:nvPr>
        </p:nvSpPr>
        <p:spPr>
          <a:xfrm>
            <a:off x="4855849" y="2744050"/>
            <a:ext cx="3112800" cy="1653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rtl="0">
              <a:lnSpc>
                <a:spcPct val="100000"/>
              </a:lnSpc>
              <a:spcBef>
                <a:spcPts val="600"/>
              </a:spcBef>
              <a:spcAft>
                <a:spcPts val="0"/>
              </a:spcAft>
              <a:buSzPts val="2800"/>
              <a:buChar char="○"/>
              <a:defRPr sz="2800"/>
            </a:lvl2pPr>
            <a:lvl3pPr lvl="2" rtl="0">
              <a:lnSpc>
                <a:spcPct val="100000"/>
              </a:lnSpc>
              <a:spcBef>
                <a:spcPts val="0"/>
              </a:spcBef>
              <a:spcAft>
                <a:spcPts val="0"/>
              </a:spcAft>
              <a:buSzPts val="2800"/>
              <a:buChar char="■"/>
              <a:defRPr sz="2800"/>
            </a:lvl3pPr>
            <a:lvl4pPr lvl="3" rtl="0">
              <a:lnSpc>
                <a:spcPct val="100000"/>
              </a:lnSpc>
              <a:spcBef>
                <a:spcPts val="0"/>
              </a:spcBef>
              <a:spcAft>
                <a:spcPts val="0"/>
              </a:spcAft>
              <a:buSzPts val="2800"/>
              <a:buChar char="●"/>
              <a:defRPr sz="2800"/>
            </a:lvl4pPr>
            <a:lvl5pPr lvl="4" rtl="0">
              <a:lnSpc>
                <a:spcPct val="100000"/>
              </a:lnSpc>
              <a:spcBef>
                <a:spcPts val="0"/>
              </a:spcBef>
              <a:spcAft>
                <a:spcPts val="0"/>
              </a:spcAft>
              <a:buSzPts val="2800"/>
              <a:buChar char="○"/>
              <a:defRPr sz="2800"/>
            </a:lvl5pPr>
            <a:lvl6pPr lvl="5" rtl="0">
              <a:lnSpc>
                <a:spcPct val="100000"/>
              </a:lnSpc>
              <a:spcBef>
                <a:spcPts val="0"/>
              </a:spcBef>
              <a:spcAft>
                <a:spcPts val="0"/>
              </a:spcAft>
              <a:buSzPts val="2800"/>
              <a:buChar char="■"/>
              <a:defRPr sz="2800"/>
            </a:lvl6pPr>
            <a:lvl7pPr lvl="6" rtl="0">
              <a:lnSpc>
                <a:spcPct val="100000"/>
              </a:lnSpc>
              <a:spcBef>
                <a:spcPts val="0"/>
              </a:spcBef>
              <a:spcAft>
                <a:spcPts val="0"/>
              </a:spcAft>
              <a:buSzPts val="2800"/>
              <a:buChar char="●"/>
              <a:defRPr sz="2800"/>
            </a:lvl7pPr>
            <a:lvl8pPr lvl="7" rtl="0">
              <a:lnSpc>
                <a:spcPct val="100000"/>
              </a:lnSpc>
              <a:spcBef>
                <a:spcPts val="0"/>
              </a:spcBef>
              <a:spcAft>
                <a:spcPts val="0"/>
              </a:spcAft>
              <a:buSzPts val="2800"/>
              <a:buChar char="○"/>
              <a:defRPr sz="2800"/>
            </a:lvl8pPr>
            <a:lvl9pPr lvl="8" rtl="0">
              <a:lnSpc>
                <a:spcPct val="100000"/>
              </a:lnSpc>
              <a:spcBef>
                <a:spcPts val="0"/>
              </a:spcBef>
              <a:spcAft>
                <a:spcPts val="0"/>
              </a:spcAft>
              <a:buSzPts val="2800"/>
              <a:buChar char="■"/>
              <a:defRPr sz="2800"/>
            </a:lvl9pPr>
          </a:lstStyle>
          <a:p>
            <a:endParaRPr/>
          </a:p>
        </p:txBody>
      </p:sp>
      <p:sp>
        <p:nvSpPr>
          <p:cNvPr id="10340" name="Google Shape;10340;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grpSp>
        <p:nvGrpSpPr>
          <p:cNvPr id="10341" name="Google Shape;10341;p25"/>
          <p:cNvGrpSpPr/>
          <p:nvPr/>
        </p:nvGrpSpPr>
        <p:grpSpPr>
          <a:xfrm rot="-6929834">
            <a:off x="8182476" y="2597298"/>
            <a:ext cx="1782735" cy="4456713"/>
            <a:chOff x="1094525" y="1997475"/>
            <a:chExt cx="357500" cy="893725"/>
          </a:xfrm>
        </p:grpSpPr>
        <p:sp>
          <p:nvSpPr>
            <p:cNvPr id="10342" name="Google Shape;10342;p25"/>
            <p:cNvSpPr/>
            <p:nvPr/>
          </p:nvSpPr>
          <p:spPr>
            <a:xfrm>
              <a:off x="1269650" y="2297175"/>
              <a:ext cx="49975" cy="48775"/>
            </a:xfrm>
            <a:custGeom>
              <a:avLst/>
              <a:gdLst/>
              <a:ahLst/>
              <a:cxnLst/>
              <a:rect l="l" t="t" r="r" b="b"/>
              <a:pathLst>
                <a:path w="1999" h="1951" extrusionOk="0">
                  <a:moveTo>
                    <a:pt x="1565" y="0"/>
                  </a:moveTo>
                  <a:lnTo>
                    <a:pt x="1493" y="24"/>
                  </a:lnTo>
                  <a:lnTo>
                    <a:pt x="1445" y="73"/>
                  </a:lnTo>
                  <a:lnTo>
                    <a:pt x="1349" y="217"/>
                  </a:lnTo>
                  <a:lnTo>
                    <a:pt x="1277" y="362"/>
                  </a:lnTo>
                  <a:lnTo>
                    <a:pt x="1156" y="602"/>
                  </a:lnTo>
                  <a:lnTo>
                    <a:pt x="1036" y="795"/>
                  </a:lnTo>
                  <a:lnTo>
                    <a:pt x="867" y="939"/>
                  </a:lnTo>
                  <a:lnTo>
                    <a:pt x="771" y="1011"/>
                  </a:lnTo>
                  <a:lnTo>
                    <a:pt x="651" y="1084"/>
                  </a:lnTo>
                  <a:lnTo>
                    <a:pt x="434" y="1204"/>
                  </a:lnTo>
                  <a:lnTo>
                    <a:pt x="193" y="1349"/>
                  </a:lnTo>
                  <a:lnTo>
                    <a:pt x="97" y="1445"/>
                  </a:lnTo>
                  <a:lnTo>
                    <a:pt x="25" y="1541"/>
                  </a:lnTo>
                  <a:lnTo>
                    <a:pt x="1" y="1686"/>
                  </a:lnTo>
                  <a:lnTo>
                    <a:pt x="49" y="1806"/>
                  </a:lnTo>
                  <a:lnTo>
                    <a:pt x="97" y="1878"/>
                  </a:lnTo>
                  <a:lnTo>
                    <a:pt x="145" y="1902"/>
                  </a:lnTo>
                  <a:lnTo>
                    <a:pt x="193" y="1926"/>
                  </a:lnTo>
                  <a:lnTo>
                    <a:pt x="241" y="1950"/>
                  </a:lnTo>
                  <a:lnTo>
                    <a:pt x="362" y="1926"/>
                  </a:lnTo>
                  <a:lnTo>
                    <a:pt x="482" y="1878"/>
                  </a:lnTo>
                  <a:lnTo>
                    <a:pt x="554" y="1902"/>
                  </a:lnTo>
                  <a:lnTo>
                    <a:pt x="602" y="1878"/>
                  </a:lnTo>
                  <a:lnTo>
                    <a:pt x="675" y="1854"/>
                  </a:lnTo>
                  <a:lnTo>
                    <a:pt x="699" y="1806"/>
                  </a:lnTo>
                  <a:lnTo>
                    <a:pt x="771" y="1710"/>
                  </a:lnTo>
                  <a:lnTo>
                    <a:pt x="843" y="1589"/>
                  </a:lnTo>
                  <a:lnTo>
                    <a:pt x="891" y="1493"/>
                  </a:lnTo>
                  <a:lnTo>
                    <a:pt x="964" y="1421"/>
                  </a:lnTo>
                  <a:lnTo>
                    <a:pt x="1060" y="1349"/>
                  </a:lnTo>
                  <a:lnTo>
                    <a:pt x="1156" y="1300"/>
                  </a:lnTo>
                  <a:lnTo>
                    <a:pt x="1373" y="1204"/>
                  </a:lnTo>
                  <a:lnTo>
                    <a:pt x="1589" y="1084"/>
                  </a:lnTo>
                  <a:lnTo>
                    <a:pt x="1758" y="939"/>
                  </a:lnTo>
                  <a:lnTo>
                    <a:pt x="1830" y="843"/>
                  </a:lnTo>
                  <a:lnTo>
                    <a:pt x="1902" y="747"/>
                  </a:lnTo>
                  <a:lnTo>
                    <a:pt x="1951" y="650"/>
                  </a:lnTo>
                  <a:lnTo>
                    <a:pt x="1975" y="530"/>
                  </a:lnTo>
                  <a:lnTo>
                    <a:pt x="1999" y="434"/>
                  </a:lnTo>
                  <a:lnTo>
                    <a:pt x="1975" y="313"/>
                  </a:lnTo>
                  <a:lnTo>
                    <a:pt x="1951" y="217"/>
                  </a:lnTo>
                  <a:lnTo>
                    <a:pt x="1902" y="145"/>
                  </a:lnTo>
                  <a:lnTo>
                    <a:pt x="1854" y="73"/>
                  </a:lnTo>
                  <a:lnTo>
                    <a:pt x="1782" y="24"/>
                  </a:lnTo>
                  <a:lnTo>
                    <a:pt x="166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3" name="Google Shape;10343;p25"/>
            <p:cNvSpPr/>
            <p:nvPr/>
          </p:nvSpPr>
          <p:spPr>
            <a:xfrm>
              <a:off x="1213075" y="2269500"/>
              <a:ext cx="25300" cy="25900"/>
            </a:xfrm>
            <a:custGeom>
              <a:avLst/>
              <a:gdLst/>
              <a:ahLst/>
              <a:cxnLst/>
              <a:rect l="l" t="t" r="r" b="b"/>
              <a:pathLst>
                <a:path w="1012" h="1036" extrusionOk="0">
                  <a:moveTo>
                    <a:pt x="578" y="0"/>
                  </a:moveTo>
                  <a:lnTo>
                    <a:pt x="434" y="48"/>
                  </a:lnTo>
                  <a:lnTo>
                    <a:pt x="290" y="120"/>
                  </a:lnTo>
                  <a:lnTo>
                    <a:pt x="193" y="193"/>
                  </a:lnTo>
                  <a:lnTo>
                    <a:pt x="121" y="289"/>
                  </a:lnTo>
                  <a:lnTo>
                    <a:pt x="49" y="385"/>
                  </a:lnTo>
                  <a:lnTo>
                    <a:pt x="25" y="482"/>
                  </a:lnTo>
                  <a:lnTo>
                    <a:pt x="1" y="578"/>
                  </a:lnTo>
                  <a:lnTo>
                    <a:pt x="25" y="698"/>
                  </a:lnTo>
                  <a:lnTo>
                    <a:pt x="49" y="794"/>
                  </a:lnTo>
                  <a:lnTo>
                    <a:pt x="97" y="891"/>
                  </a:lnTo>
                  <a:lnTo>
                    <a:pt x="145" y="963"/>
                  </a:lnTo>
                  <a:lnTo>
                    <a:pt x="217" y="987"/>
                  </a:lnTo>
                  <a:lnTo>
                    <a:pt x="290" y="1011"/>
                  </a:lnTo>
                  <a:lnTo>
                    <a:pt x="362" y="1035"/>
                  </a:lnTo>
                  <a:lnTo>
                    <a:pt x="554" y="1011"/>
                  </a:lnTo>
                  <a:lnTo>
                    <a:pt x="675" y="963"/>
                  </a:lnTo>
                  <a:lnTo>
                    <a:pt x="771" y="915"/>
                  </a:lnTo>
                  <a:lnTo>
                    <a:pt x="843" y="843"/>
                  </a:lnTo>
                  <a:lnTo>
                    <a:pt x="916" y="746"/>
                  </a:lnTo>
                  <a:lnTo>
                    <a:pt x="988" y="650"/>
                  </a:lnTo>
                  <a:lnTo>
                    <a:pt x="1012" y="554"/>
                  </a:lnTo>
                  <a:lnTo>
                    <a:pt x="1012" y="457"/>
                  </a:lnTo>
                  <a:lnTo>
                    <a:pt x="1012" y="337"/>
                  </a:lnTo>
                  <a:lnTo>
                    <a:pt x="964" y="265"/>
                  </a:lnTo>
                  <a:lnTo>
                    <a:pt x="916" y="169"/>
                  </a:lnTo>
                  <a:lnTo>
                    <a:pt x="819" y="72"/>
                  </a:lnTo>
                  <a:lnTo>
                    <a:pt x="69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4" name="Google Shape;10344;p25"/>
            <p:cNvSpPr/>
            <p:nvPr/>
          </p:nvSpPr>
          <p:spPr>
            <a:xfrm>
              <a:off x="1270250" y="2283925"/>
              <a:ext cx="19300" cy="21100"/>
            </a:xfrm>
            <a:custGeom>
              <a:avLst/>
              <a:gdLst/>
              <a:ahLst/>
              <a:cxnLst/>
              <a:rect l="l" t="t" r="r" b="b"/>
              <a:pathLst>
                <a:path w="772" h="844" extrusionOk="0">
                  <a:moveTo>
                    <a:pt x="434" y="1"/>
                  </a:moveTo>
                  <a:lnTo>
                    <a:pt x="241" y="25"/>
                  </a:lnTo>
                  <a:lnTo>
                    <a:pt x="121" y="73"/>
                  </a:lnTo>
                  <a:lnTo>
                    <a:pt x="25" y="145"/>
                  </a:lnTo>
                  <a:lnTo>
                    <a:pt x="1" y="193"/>
                  </a:lnTo>
                  <a:lnTo>
                    <a:pt x="1" y="242"/>
                  </a:lnTo>
                  <a:lnTo>
                    <a:pt x="1" y="314"/>
                  </a:lnTo>
                  <a:lnTo>
                    <a:pt x="25" y="386"/>
                  </a:lnTo>
                  <a:lnTo>
                    <a:pt x="97" y="554"/>
                  </a:lnTo>
                  <a:lnTo>
                    <a:pt x="193" y="723"/>
                  </a:lnTo>
                  <a:lnTo>
                    <a:pt x="266" y="771"/>
                  </a:lnTo>
                  <a:lnTo>
                    <a:pt x="362" y="819"/>
                  </a:lnTo>
                  <a:lnTo>
                    <a:pt x="434" y="843"/>
                  </a:lnTo>
                  <a:lnTo>
                    <a:pt x="554" y="843"/>
                  </a:lnTo>
                  <a:lnTo>
                    <a:pt x="627" y="819"/>
                  </a:lnTo>
                  <a:lnTo>
                    <a:pt x="675" y="771"/>
                  </a:lnTo>
                  <a:lnTo>
                    <a:pt x="723" y="723"/>
                  </a:lnTo>
                  <a:lnTo>
                    <a:pt x="747" y="651"/>
                  </a:lnTo>
                  <a:lnTo>
                    <a:pt x="771" y="506"/>
                  </a:lnTo>
                  <a:lnTo>
                    <a:pt x="747" y="338"/>
                  </a:lnTo>
                  <a:lnTo>
                    <a:pt x="723" y="242"/>
                  </a:lnTo>
                  <a:lnTo>
                    <a:pt x="699" y="169"/>
                  </a:lnTo>
                  <a:lnTo>
                    <a:pt x="651" y="97"/>
                  </a:lnTo>
                  <a:lnTo>
                    <a:pt x="578" y="49"/>
                  </a:lnTo>
                  <a:lnTo>
                    <a:pt x="506" y="25"/>
                  </a:lnTo>
                  <a:lnTo>
                    <a:pt x="43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5" name="Google Shape;10345;p25"/>
            <p:cNvSpPr/>
            <p:nvPr/>
          </p:nvSpPr>
          <p:spPr>
            <a:xfrm>
              <a:off x="1403250" y="2264075"/>
              <a:ext cx="18700" cy="17475"/>
            </a:xfrm>
            <a:custGeom>
              <a:avLst/>
              <a:gdLst/>
              <a:ahLst/>
              <a:cxnLst/>
              <a:rect l="l" t="t" r="r" b="b"/>
              <a:pathLst>
                <a:path w="748" h="699" extrusionOk="0">
                  <a:moveTo>
                    <a:pt x="338" y="0"/>
                  </a:moveTo>
                  <a:lnTo>
                    <a:pt x="193" y="73"/>
                  </a:lnTo>
                  <a:lnTo>
                    <a:pt x="73" y="169"/>
                  </a:lnTo>
                  <a:lnTo>
                    <a:pt x="49" y="217"/>
                  </a:lnTo>
                  <a:lnTo>
                    <a:pt x="25" y="265"/>
                  </a:lnTo>
                  <a:lnTo>
                    <a:pt x="1" y="337"/>
                  </a:lnTo>
                  <a:lnTo>
                    <a:pt x="1" y="434"/>
                  </a:lnTo>
                  <a:lnTo>
                    <a:pt x="49" y="554"/>
                  </a:lnTo>
                  <a:lnTo>
                    <a:pt x="145" y="650"/>
                  </a:lnTo>
                  <a:lnTo>
                    <a:pt x="266" y="699"/>
                  </a:lnTo>
                  <a:lnTo>
                    <a:pt x="410" y="699"/>
                  </a:lnTo>
                  <a:lnTo>
                    <a:pt x="482" y="674"/>
                  </a:lnTo>
                  <a:lnTo>
                    <a:pt x="555" y="650"/>
                  </a:lnTo>
                  <a:lnTo>
                    <a:pt x="627" y="602"/>
                  </a:lnTo>
                  <a:lnTo>
                    <a:pt x="675" y="554"/>
                  </a:lnTo>
                  <a:lnTo>
                    <a:pt x="699" y="482"/>
                  </a:lnTo>
                  <a:lnTo>
                    <a:pt x="723" y="410"/>
                  </a:lnTo>
                  <a:lnTo>
                    <a:pt x="747" y="265"/>
                  </a:lnTo>
                  <a:lnTo>
                    <a:pt x="723" y="193"/>
                  </a:lnTo>
                  <a:lnTo>
                    <a:pt x="699" y="121"/>
                  </a:lnTo>
                  <a:lnTo>
                    <a:pt x="651" y="73"/>
                  </a:lnTo>
                  <a:lnTo>
                    <a:pt x="603" y="49"/>
                  </a:lnTo>
                  <a:lnTo>
                    <a:pt x="482" y="24"/>
                  </a:lnTo>
                  <a:lnTo>
                    <a:pt x="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6" name="Google Shape;10346;p25"/>
            <p:cNvSpPr/>
            <p:nvPr/>
          </p:nvSpPr>
          <p:spPr>
            <a:xfrm>
              <a:off x="1150500" y="2347725"/>
              <a:ext cx="13250" cy="11450"/>
            </a:xfrm>
            <a:custGeom>
              <a:avLst/>
              <a:gdLst/>
              <a:ahLst/>
              <a:cxnLst/>
              <a:rect l="l" t="t" r="r" b="b"/>
              <a:pathLst>
                <a:path w="530" h="458" extrusionOk="0">
                  <a:moveTo>
                    <a:pt x="217" y="1"/>
                  </a:moveTo>
                  <a:lnTo>
                    <a:pt x="120" y="25"/>
                  </a:lnTo>
                  <a:lnTo>
                    <a:pt x="48" y="97"/>
                  </a:lnTo>
                  <a:lnTo>
                    <a:pt x="24" y="169"/>
                  </a:lnTo>
                  <a:lnTo>
                    <a:pt x="0" y="193"/>
                  </a:lnTo>
                  <a:lnTo>
                    <a:pt x="24" y="241"/>
                  </a:lnTo>
                  <a:lnTo>
                    <a:pt x="72" y="338"/>
                  </a:lnTo>
                  <a:lnTo>
                    <a:pt x="169" y="410"/>
                  </a:lnTo>
                  <a:lnTo>
                    <a:pt x="265" y="458"/>
                  </a:lnTo>
                  <a:lnTo>
                    <a:pt x="361" y="458"/>
                  </a:lnTo>
                  <a:lnTo>
                    <a:pt x="433" y="434"/>
                  </a:lnTo>
                  <a:lnTo>
                    <a:pt x="482" y="386"/>
                  </a:lnTo>
                  <a:lnTo>
                    <a:pt x="530" y="289"/>
                  </a:lnTo>
                  <a:lnTo>
                    <a:pt x="530" y="193"/>
                  </a:lnTo>
                  <a:lnTo>
                    <a:pt x="482" y="97"/>
                  </a:lnTo>
                  <a:lnTo>
                    <a:pt x="409" y="25"/>
                  </a:lnTo>
                  <a:lnTo>
                    <a:pt x="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7" name="Google Shape;10347;p25"/>
            <p:cNvSpPr/>
            <p:nvPr/>
          </p:nvSpPr>
          <p:spPr>
            <a:xfrm>
              <a:off x="1094525" y="1997475"/>
              <a:ext cx="357500" cy="893725"/>
            </a:xfrm>
            <a:custGeom>
              <a:avLst/>
              <a:gdLst/>
              <a:ahLst/>
              <a:cxnLst/>
              <a:rect l="l" t="t" r="r" b="b"/>
              <a:pathLst>
                <a:path w="14300" h="35749" extrusionOk="0">
                  <a:moveTo>
                    <a:pt x="7343" y="0"/>
                  </a:moveTo>
                  <a:lnTo>
                    <a:pt x="6982" y="24"/>
                  </a:lnTo>
                  <a:lnTo>
                    <a:pt x="6620" y="72"/>
                  </a:lnTo>
                  <a:lnTo>
                    <a:pt x="6259" y="144"/>
                  </a:lnTo>
                  <a:lnTo>
                    <a:pt x="5922" y="217"/>
                  </a:lnTo>
                  <a:lnTo>
                    <a:pt x="5561" y="313"/>
                  </a:lnTo>
                  <a:lnTo>
                    <a:pt x="5224" y="433"/>
                  </a:lnTo>
                  <a:lnTo>
                    <a:pt x="4863" y="554"/>
                  </a:lnTo>
                  <a:lnTo>
                    <a:pt x="4526" y="698"/>
                  </a:lnTo>
                  <a:lnTo>
                    <a:pt x="4213" y="843"/>
                  </a:lnTo>
                  <a:lnTo>
                    <a:pt x="3876" y="1011"/>
                  </a:lnTo>
                  <a:lnTo>
                    <a:pt x="3563" y="1204"/>
                  </a:lnTo>
                  <a:lnTo>
                    <a:pt x="3250" y="1396"/>
                  </a:lnTo>
                  <a:lnTo>
                    <a:pt x="2937" y="1613"/>
                  </a:lnTo>
                  <a:lnTo>
                    <a:pt x="2648" y="1830"/>
                  </a:lnTo>
                  <a:lnTo>
                    <a:pt x="2359" y="2070"/>
                  </a:lnTo>
                  <a:lnTo>
                    <a:pt x="2095" y="2311"/>
                  </a:lnTo>
                  <a:lnTo>
                    <a:pt x="1830" y="2576"/>
                  </a:lnTo>
                  <a:lnTo>
                    <a:pt x="1589" y="2841"/>
                  </a:lnTo>
                  <a:lnTo>
                    <a:pt x="1348" y="3105"/>
                  </a:lnTo>
                  <a:lnTo>
                    <a:pt x="1132" y="3394"/>
                  </a:lnTo>
                  <a:lnTo>
                    <a:pt x="939" y="3683"/>
                  </a:lnTo>
                  <a:lnTo>
                    <a:pt x="747" y="3972"/>
                  </a:lnTo>
                  <a:lnTo>
                    <a:pt x="554" y="4285"/>
                  </a:lnTo>
                  <a:lnTo>
                    <a:pt x="410" y="4598"/>
                  </a:lnTo>
                  <a:lnTo>
                    <a:pt x="265" y="4935"/>
                  </a:lnTo>
                  <a:lnTo>
                    <a:pt x="169" y="5176"/>
                  </a:lnTo>
                  <a:lnTo>
                    <a:pt x="97" y="5441"/>
                  </a:lnTo>
                  <a:lnTo>
                    <a:pt x="24" y="5705"/>
                  </a:lnTo>
                  <a:lnTo>
                    <a:pt x="0" y="5946"/>
                  </a:lnTo>
                  <a:lnTo>
                    <a:pt x="24" y="6211"/>
                  </a:lnTo>
                  <a:lnTo>
                    <a:pt x="48" y="6452"/>
                  </a:lnTo>
                  <a:lnTo>
                    <a:pt x="121" y="6716"/>
                  </a:lnTo>
                  <a:lnTo>
                    <a:pt x="241" y="6981"/>
                  </a:lnTo>
                  <a:lnTo>
                    <a:pt x="313" y="7174"/>
                  </a:lnTo>
                  <a:lnTo>
                    <a:pt x="385" y="7366"/>
                  </a:lnTo>
                  <a:lnTo>
                    <a:pt x="482" y="7727"/>
                  </a:lnTo>
                  <a:lnTo>
                    <a:pt x="602" y="8065"/>
                  </a:lnTo>
                  <a:lnTo>
                    <a:pt x="747" y="8377"/>
                  </a:lnTo>
                  <a:lnTo>
                    <a:pt x="939" y="8690"/>
                  </a:lnTo>
                  <a:lnTo>
                    <a:pt x="1108" y="9003"/>
                  </a:lnTo>
                  <a:lnTo>
                    <a:pt x="1324" y="9292"/>
                  </a:lnTo>
                  <a:lnTo>
                    <a:pt x="1758" y="9870"/>
                  </a:lnTo>
                  <a:lnTo>
                    <a:pt x="1950" y="10111"/>
                  </a:lnTo>
                  <a:lnTo>
                    <a:pt x="2167" y="10327"/>
                  </a:lnTo>
                  <a:lnTo>
                    <a:pt x="2408" y="10520"/>
                  </a:lnTo>
                  <a:lnTo>
                    <a:pt x="2672" y="10688"/>
                  </a:lnTo>
                  <a:lnTo>
                    <a:pt x="3178" y="11025"/>
                  </a:lnTo>
                  <a:lnTo>
                    <a:pt x="3708" y="11338"/>
                  </a:lnTo>
                  <a:lnTo>
                    <a:pt x="4093" y="11603"/>
                  </a:lnTo>
                  <a:lnTo>
                    <a:pt x="4285" y="11748"/>
                  </a:lnTo>
                  <a:lnTo>
                    <a:pt x="4454" y="11916"/>
                  </a:lnTo>
                  <a:lnTo>
                    <a:pt x="4622" y="12085"/>
                  </a:lnTo>
                  <a:lnTo>
                    <a:pt x="4767" y="12277"/>
                  </a:lnTo>
                  <a:lnTo>
                    <a:pt x="4887" y="12470"/>
                  </a:lnTo>
                  <a:lnTo>
                    <a:pt x="5008" y="12711"/>
                  </a:lnTo>
                  <a:lnTo>
                    <a:pt x="5056" y="12879"/>
                  </a:lnTo>
                  <a:lnTo>
                    <a:pt x="5104" y="13072"/>
                  </a:lnTo>
                  <a:lnTo>
                    <a:pt x="5128" y="13240"/>
                  </a:lnTo>
                  <a:lnTo>
                    <a:pt x="5152" y="13409"/>
                  </a:lnTo>
                  <a:lnTo>
                    <a:pt x="5128" y="13553"/>
                  </a:lnTo>
                  <a:lnTo>
                    <a:pt x="5128" y="13722"/>
                  </a:lnTo>
                  <a:lnTo>
                    <a:pt x="5032" y="14011"/>
                  </a:lnTo>
                  <a:lnTo>
                    <a:pt x="4911" y="14299"/>
                  </a:lnTo>
                  <a:lnTo>
                    <a:pt x="4743" y="14564"/>
                  </a:lnTo>
                  <a:lnTo>
                    <a:pt x="4526" y="14829"/>
                  </a:lnTo>
                  <a:lnTo>
                    <a:pt x="4285" y="15094"/>
                  </a:lnTo>
                  <a:lnTo>
                    <a:pt x="3419" y="15864"/>
                  </a:lnTo>
                  <a:lnTo>
                    <a:pt x="2600" y="16635"/>
                  </a:lnTo>
                  <a:lnTo>
                    <a:pt x="2167" y="17020"/>
                  </a:lnTo>
                  <a:lnTo>
                    <a:pt x="1782" y="17429"/>
                  </a:lnTo>
                  <a:lnTo>
                    <a:pt x="1397" y="17862"/>
                  </a:lnTo>
                  <a:lnTo>
                    <a:pt x="1035" y="18320"/>
                  </a:lnTo>
                  <a:lnTo>
                    <a:pt x="819" y="18609"/>
                  </a:lnTo>
                  <a:lnTo>
                    <a:pt x="650" y="18921"/>
                  </a:lnTo>
                  <a:lnTo>
                    <a:pt x="530" y="19234"/>
                  </a:lnTo>
                  <a:lnTo>
                    <a:pt x="434" y="19571"/>
                  </a:lnTo>
                  <a:lnTo>
                    <a:pt x="385" y="19884"/>
                  </a:lnTo>
                  <a:lnTo>
                    <a:pt x="337" y="20221"/>
                  </a:lnTo>
                  <a:lnTo>
                    <a:pt x="361" y="20534"/>
                  </a:lnTo>
                  <a:lnTo>
                    <a:pt x="385" y="20871"/>
                  </a:lnTo>
                  <a:lnTo>
                    <a:pt x="434" y="21184"/>
                  </a:lnTo>
                  <a:lnTo>
                    <a:pt x="530" y="21497"/>
                  </a:lnTo>
                  <a:lnTo>
                    <a:pt x="626" y="21786"/>
                  </a:lnTo>
                  <a:lnTo>
                    <a:pt x="771" y="22075"/>
                  </a:lnTo>
                  <a:lnTo>
                    <a:pt x="915" y="22340"/>
                  </a:lnTo>
                  <a:lnTo>
                    <a:pt x="1084" y="22581"/>
                  </a:lnTo>
                  <a:lnTo>
                    <a:pt x="1276" y="22797"/>
                  </a:lnTo>
                  <a:lnTo>
                    <a:pt x="1493" y="22990"/>
                  </a:lnTo>
                  <a:lnTo>
                    <a:pt x="1854" y="23351"/>
                  </a:lnTo>
                  <a:lnTo>
                    <a:pt x="2215" y="23712"/>
                  </a:lnTo>
                  <a:lnTo>
                    <a:pt x="2552" y="24097"/>
                  </a:lnTo>
                  <a:lnTo>
                    <a:pt x="2865" y="24506"/>
                  </a:lnTo>
                  <a:lnTo>
                    <a:pt x="3467" y="25325"/>
                  </a:lnTo>
                  <a:lnTo>
                    <a:pt x="4045" y="26167"/>
                  </a:lnTo>
                  <a:lnTo>
                    <a:pt x="4213" y="26408"/>
                  </a:lnTo>
                  <a:lnTo>
                    <a:pt x="4382" y="26697"/>
                  </a:lnTo>
                  <a:lnTo>
                    <a:pt x="4526" y="26962"/>
                  </a:lnTo>
                  <a:lnTo>
                    <a:pt x="4574" y="27130"/>
                  </a:lnTo>
                  <a:lnTo>
                    <a:pt x="4598" y="27275"/>
                  </a:lnTo>
                  <a:lnTo>
                    <a:pt x="4671" y="27829"/>
                  </a:lnTo>
                  <a:lnTo>
                    <a:pt x="4743" y="28358"/>
                  </a:lnTo>
                  <a:lnTo>
                    <a:pt x="4791" y="28912"/>
                  </a:lnTo>
                  <a:lnTo>
                    <a:pt x="4791" y="29466"/>
                  </a:lnTo>
                  <a:lnTo>
                    <a:pt x="4767" y="30067"/>
                  </a:lnTo>
                  <a:lnTo>
                    <a:pt x="4767" y="30645"/>
                  </a:lnTo>
                  <a:lnTo>
                    <a:pt x="4767" y="31223"/>
                  </a:lnTo>
                  <a:lnTo>
                    <a:pt x="4815" y="31801"/>
                  </a:lnTo>
                  <a:lnTo>
                    <a:pt x="4887" y="32378"/>
                  </a:lnTo>
                  <a:lnTo>
                    <a:pt x="4983" y="32932"/>
                  </a:lnTo>
                  <a:lnTo>
                    <a:pt x="5128" y="33510"/>
                  </a:lnTo>
                  <a:lnTo>
                    <a:pt x="5296" y="34063"/>
                  </a:lnTo>
                  <a:lnTo>
                    <a:pt x="5369" y="34232"/>
                  </a:lnTo>
                  <a:lnTo>
                    <a:pt x="5465" y="34401"/>
                  </a:lnTo>
                  <a:lnTo>
                    <a:pt x="5561" y="34545"/>
                  </a:lnTo>
                  <a:lnTo>
                    <a:pt x="5706" y="34713"/>
                  </a:lnTo>
                  <a:lnTo>
                    <a:pt x="5995" y="35002"/>
                  </a:lnTo>
                  <a:lnTo>
                    <a:pt x="6332" y="35267"/>
                  </a:lnTo>
                  <a:lnTo>
                    <a:pt x="6693" y="35484"/>
                  </a:lnTo>
                  <a:lnTo>
                    <a:pt x="6861" y="35580"/>
                  </a:lnTo>
                  <a:lnTo>
                    <a:pt x="7054" y="35652"/>
                  </a:lnTo>
                  <a:lnTo>
                    <a:pt x="7246" y="35700"/>
                  </a:lnTo>
                  <a:lnTo>
                    <a:pt x="7439" y="35725"/>
                  </a:lnTo>
                  <a:lnTo>
                    <a:pt x="7607" y="35749"/>
                  </a:lnTo>
                  <a:lnTo>
                    <a:pt x="7776" y="35725"/>
                  </a:lnTo>
                  <a:lnTo>
                    <a:pt x="8354" y="35628"/>
                  </a:lnTo>
                  <a:lnTo>
                    <a:pt x="8883" y="35484"/>
                  </a:lnTo>
                  <a:lnTo>
                    <a:pt x="9413" y="35291"/>
                  </a:lnTo>
                  <a:lnTo>
                    <a:pt x="9894" y="35050"/>
                  </a:lnTo>
                  <a:lnTo>
                    <a:pt x="10376" y="34786"/>
                  </a:lnTo>
                  <a:lnTo>
                    <a:pt x="10809" y="34449"/>
                  </a:lnTo>
                  <a:lnTo>
                    <a:pt x="11218" y="34063"/>
                  </a:lnTo>
                  <a:lnTo>
                    <a:pt x="11604" y="33654"/>
                  </a:lnTo>
                  <a:lnTo>
                    <a:pt x="11772" y="33414"/>
                  </a:lnTo>
                  <a:lnTo>
                    <a:pt x="11844" y="33293"/>
                  </a:lnTo>
                  <a:lnTo>
                    <a:pt x="11917" y="33149"/>
                  </a:lnTo>
                  <a:lnTo>
                    <a:pt x="11965" y="33004"/>
                  </a:lnTo>
                  <a:lnTo>
                    <a:pt x="11989" y="32836"/>
                  </a:lnTo>
                  <a:lnTo>
                    <a:pt x="12013" y="32499"/>
                  </a:lnTo>
                  <a:lnTo>
                    <a:pt x="12037" y="31849"/>
                  </a:lnTo>
                  <a:lnTo>
                    <a:pt x="12013" y="31247"/>
                  </a:lnTo>
                  <a:lnTo>
                    <a:pt x="11941" y="30693"/>
                  </a:lnTo>
                  <a:lnTo>
                    <a:pt x="11844" y="30164"/>
                  </a:lnTo>
                  <a:lnTo>
                    <a:pt x="11700" y="29634"/>
                  </a:lnTo>
                  <a:lnTo>
                    <a:pt x="11507" y="29104"/>
                  </a:lnTo>
                  <a:lnTo>
                    <a:pt x="11291" y="28551"/>
                  </a:lnTo>
                  <a:lnTo>
                    <a:pt x="11026" y="27949"/>
                  </a:lnTo>
                  <a:lnTo>
                    <a:pt x="10881" y="27636"/>
                  </a:lnTo>
                  <a:lnTo>
                    <a:pt x="10761" y="27323"/>
                  </a:lnTo>
                  <a:lnTo>
                    <a:pt x="10665" y="27034"/>
                  </a:lnTo>
                  <a:lnTo>
                    <a:pt x="10593" y="26721"/>
                  </a:lnTo>
                  <a:lnTo>
                    <a:pt x="10544" y="26432"/>
                  </a:lnTo>
                  <a:lnTo>
                    <a:pt x="10520" y="26143"/>
                  </a:lnTo>
                  <a:lnTo>
                    <a:pt x="10496" y="25855"/>
                  </a:lnTo>
                  <a:lnTo>
                    <a:pt x="10496" y="25566"/>
                  </a:lnTo>
                  <a:lnTo>
                    <a:pt x="10544" y="25277"/>
                  </a:lnTo>
                  <a:lnTo>
                    <a:pt x="10593" y="24988"/>
                  </a:lnTo>
                  <a:lnTo>
                    <a:pt x="10665" y="24723"/>
                  </a:lnTo>
                  <a:lnTo>
                    <a:pt x="10761" y="24434"/>
                  </a:lnTo>
                  <a:lnTo>
                    <a:pt x="10906" y="24169"/>
                  </a:lnTo>
                  <a:lnTo>
                    <a:pt x="11050" y="23881"/>
                  </a:lnTo>
                  <a:lnTo>
                    <a:pt x="11218" y="23616"/>
                  </a:lnTo>
                  <a:lnTo>
                    <a:pt x="11435" y="23351"/>
                  </a:lnTo>
                  <a:lnTo>
                    <a:pt x="12326" y="22220"/>
                  </a:lnTo>
                  <a:lnTo>
                    <a:pt x="13168" y="21064"/>
                  </a:lnTo>
                  <a:lnTo>
                    <a:pt x="13505" y="20607"/>
                  </a:lnTo>
                  <a:lnTo>
                    <a:pt x="13794" y="20149"/>
                  </a:lnTo>
                  <a:lnTo>
                    <a:pt x="13939" y="19908"/>
                  </a:lnTo>
                  <a:lnTo>
                    <a:pt x="14059" y="19668"/>
                  </a:lnTo>
                  <a:lnTo>
                    <a:pt x="14155" y="19403"/>
                  </a:lnTo>
                  <a:lnTo>
                    <a:pt x="14228" y="19138"/>
                  </a:lnTo>
                  <a:lnTo>
                    <a:pt x="14276" y="18777"/>
                  </a:lnTo>
                  <a:lnTo>
                    <a:pt x="14300" y="18416"/>
                  </a:lnTo>
                  <a:lnTo>
                    <a:pt x="14300" y="18055"/>
                  </a:lnTo>
                  <a:lnTo>
                    <a:pt x="14252" y="17694"/>
                  </a:lnTo>
                  <a:lnTo>
                    <a:pt x="14179" y="17357"/>
                  </a:lnTo>
                  <a:lnTo>
                    <a:pt x="14083" y="16996"/>
                  </a:lnTo>
                  <a:lnTo>
                    <a:pt x="13963" y="16659"/>
                  </a:lnTo>
                  <a:lnTo>
                    <a:pt x="13818" y="16322"/>
                  </a:lnTo>
                  <a:lnTo>
                    <a:pt x="13650" y="15985"/>
                  </a:lnTo>
                  <a:lnTo>
                    <a:pt x="13433" y="15672"/>
                  </a:lnTo>
                  <a:lnTo>
                    <a:pt x="13192" y="15383"/>
                  </a:lnTo>
                  <a:lnTo>
                    <a:pt x="12952" y="15118"/>
                  </a:lnTo>
                  <a:lnTo>
                    <a:pt x="12398" y="14588"/>
                  </a:lnTo>
                  <a:lnTo>
                    <a:pt x="11868" y="14083"/>
                  </a:lnTo>
                  <a:lnTo>
                    <a:pt x="11676" y="13914"/>
                  </a:lnTo>
                  <a:lnTo>
                    <a:pt x="11507" y="13722"/>
                  </a:lnTo>
                  <a:lnTo>
                    <a:pt x="11363" y="13529"/>
                  </a:lnTo>
                  <a:lnTo>
                    <a:pt x="11267" y="13288"/>
                  </a:lnTo>
                  <a:lnTo>
                    <a:pt x="11074" y="12783"/>
                  </a:lnTo>
                  <a:lnTo>
                    <a:pt x="10930" y="12277"/>
                  </a:lnTo>
                  <a:lnTo>
                    <a:pt x="10833" y="11796"/>
                  </a:lnTo>
                  <a:lnTo>
                    <a:pt x="10809" y="11290"/>
                  </a:lnTo>
                  <a:lnTo>
                    <a:pt x="10809" y="11025"/>
                  </a:lnTo>
                  <a:lnTo>
                    <a:pt x="10833" y="10785"/>
                  </a:lnTo>
                  <a:lnTo>
                    <a:pt x="10857" y="10520"/>
                  </a:lnTo>
                  <a:lnTo>
                    <a:pt x="10930" y="10279"/>
                  </a:lnTo>
                  <a:lnTo>
                    <a:pt x="11002" y="10038"/>
                  </a:lnTo>
                  <a:lnTo>
                    <a:pt x="11074" y="9774"/>
                  </a:lnTo>
                  <a:lnTo>
                    <a:pt x="11194" y="9533"/>
                  </a:lnTo>
                  <a:lnTo>
                    <a:pt x="11315" y="9268"/>
                  </a:lnTo>
                  <a:lnTo>
                    <a:pt x="11652" y="8618"/>
                  </a:lnTo>
                  <a:lnTo>
                    <a:pt x="11820" y="8281"/>
                  </a:lnTo>
                  <a:lnTo>
                    <a:pt x="11965" y="7944"/>
                  </a:lnTo>
                  <a:lnTo>
                    <a:pt x="12109" y="7583"/>
                  </a:lnTo>
                  <a:lnTo>
                    <a:pt x="12230" y="7222"/>
                  </a:lnTo>
                  <a:lnTo>
                    <a:pt x="12302" y="6861"/>
                  </a:lnTo>
                  <a:lnTo>
                    <a:pt x="12350" y="6476"/>
                  </a:lnTo>
                  <a:lnTo>
                    <a:pt x="12398" y="5994"/>
                  </a:lnTo>
                  <a:lnTo>
                    <a:pt x="12398" y="5489"/>
                  </a:lnTo>
                  <a:lnTo>
                    <a:pt x="12374" y="5007"/>
                  </a:lnTo>
                  <a:lnTo>
                    <a:pt x="12326" y="4502"/>
                  </a:lnTo>
                  <a:lnTo>
                    <a:pt x="12254" y="4020"/>
                  </a:lnTo>
                  <a:lnTo>
                    <a:pt x="12157" y="3539"/>
                  </a:lnTo>
                  <a:lnTo>
                    <a:pt x="12037" y="3057"/>
                  </a:lnTo>
                  <a:lnTo>
                    <a:pt x="11917" y="2576"/>
                  </a:lnTo>
                  <a:lnTo>
                    <a:pt x="11772" y="2167"/>
                  </a:lnTo>
                  <a:lnTo>
                    <a:pt x="11580" y="1781"/>
                  </a:lnTo>
                  <a:lnTo>
                    <a:pt x="11363" y="1444"/>
                  </a:lnTo>
                  <a:lnTo>
                    <a:pt x="11098" y="1156"/>
                  </a:lnTo>
                  <a:lnTo>
                    <a:pt x="10833" y="891"/>
                  </a:lnTo>
                  <a:lnTo>
                    <a:pt x="10520" y="698"/>
                  </a:lnTo>
                  <a:lnTo>
                    <a:pt x="10183" y="506"/>
                  </a:lnTo>
                  <a:lnTo>
                    <a:pt x="9822" y="361"/>
                  </a:lnTo>
                  <a:lnTo>
                    <a:pt x="9485" y="241"/>
                  </a:lnTo>
                  <a:lnTo>
                    <a:pt x="9124" y="169"/>
                  </a:lnTo>
                  <a:lnTo>
                    <a:pt x="8787" y="96"/>
                  </a:lnTo>
                  <a:lnTo>
                    <a:pt x="8426" y="48"/>
                  </a:lnTo>
                  <a:lnTo>
                    <a:pt x="80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8" name="Google Shape;10348;p25"/>
            <p:cNvSpPr/>
            <p:nvPr/>
          </p:nvSpPr>
          <p:spPr>
            <a:xfrm>
              <a:off x="1157700" y="2029950"/>
              <a:ext cx="235350" cy="827550"/>
            </a:xfrm>
            <a:custGeom>
              <a:avLst/>
              <a:gdLst/>
              <a:ahLst/>
              <a:cxnLst/>
              <a:rect l="l" t="t" r="r" b="b"/>
              <a:pathLst>
                <a:path w="9414" h="33102" extrusionOk="0">
                  <a:moveTo>
                    <a:pt x="5177" y="1"/>
                  </a:moveTo>
                  <a:lnTo>
                    <a:pt x="4816" y="25"/>
                  </a:lnTo>
                  <a:lnTo>
                    <a:pt x="4455" y="73"/>
                  </a:lnTo>
                  <a:lnTo>
                    <a:pt x="4069" y="121"/>
                  </a:lnTo>
                  <a:lnTo>
                    <a:pt x="3684" y="218"/>
                  </a:lnTo>
                  <a:lnTo>
                    <a:pt x="3299" y="314"/>
                  </a:lnTo>
                  <a:lnTo>
                    <a:pt x="2938" y="458"/>
                  </a:lnTo>
                  <a:lnTo>
                    <a:pt x="2577" y="603"/>
                  </a:lnTo>
                  <a:lnTo>
                    <a:pt x="2216" y="771"/>
                  </a:lnTo>
                  <a:lnTo>
                    <a:pt x="1903" y="940"/>
                  </a:lnTo>
                  <a:lnTo>
                    <a:pt x="1614" y="1132"/>
                  </a:lnTo>
                  <a:lnTo>
                    <a:pt x="1349" y="1349"/>
                  </a:lnTo>
                  <a:lnTo>
                    <a:pt x="1132" y="1566"/>
                  </a:lnTo>
                  <a:lnTo>
                    <a:pt x="964" y="1782"/>
                  </a:lnTo>
                  <a:lnTo>
                    <a:pt x="723" y="2192"/>
                  </a:lnTo>
                  <a:lnTo>
                    <a:pt x="434" y="2601"/>
                  </a:lnTo>
                  <a:lnTo>
                    <a:pt x="314" y="2793"/>
                  </a:lnTo>
                  <a:lnTo>
                    <a:pt x="218" y="3010"/>
                  </a:lnTo>
                  <a:lnTo>
                    <a:pt x="121" y="3203"/>
                  </a:lnTo>
                  <a:lnTo>
                    <a:pt x="73" y="3419"/>
                  </a:lnTo>
                  <a:lnTo>
                    <a:pt x="25" y="3660"/>
                  </a:lnTo>
                  <a:lnTo>
                    <a:pt x="1" y="3877"/>
                  </a:lnTo>
                  <a:lnTo>
                    <a:pt x="25" y="4093"/>
                  </a:lnTo>
                  <a:lnTo>
                    <a:pt x="25" y="4334"/>
                  </a:lnTo>
                  <a:lnTo>
                    <a:pt x="97" y="4840"/>
                  </a:lnTo>
                  <a:lnTo>
                    <a:pt x="145" y="5321"/>
                  </a:lnTo>
                  <a:lnTo>
                    <a:pt x="194" y="5682"/>
                  </a:lnTo>
                  <a:lnTo>
                    <a:pt x="242" y="6019"/>
                  </a:lnTo>
                  <a:lnTo>
                    <a:pt x="314" y="6356"/>
                  </a:lnTo>
                  <a:lnTo>
                    <a:pt x="434" y="6693"/>
                  </a:lnTo>
                  <a:lnTo>
                    <a:pt x="555" y="7006"/>
                  </a:lnTo>
                  <a:lnTo>
                    <a:pt x="699" y="7319"/>
                  </a:lnTo>
                  <a:lnTo>
                    <a:pt x="868" y="7632"/>
                  </a:lnTo>
                  <a:lnTo>
                    <a:pt x="1060" y="7945"/>
                  </a:lnTo>
                  <a:lnTo>
                    <a:pt x="1205" y="8138"/>
                  </a:lnTo>
                  <a:lnTo>
                    <a:pt x="1373" y="8306"/>
                  </a:lnTo>
                  <a:lnTo>
                    <a:pt x="1710" y="8643"/>
                  </a:lnTo>
                  <a:lnTo>
                    <a:pt x="2047" y="9004"/>
                  </a:lnTo>
                  <a:lnTo>
                    <a:pt x="2216" y="9173"/>
                  </a:lnTo>
                  <a:lnTo>
                    <a:pt x="2360" y="9389"/>
                  </a:lnTo>
                  <a:lnTo>
                    <a:pt x="2577" y="9678"/>
                  </a:lnTo>
                  <a:lnTo>
                    <a:pt x="2818" y="9967"/>
                  </a:lnTo>
                  <a:lnTo>
                    <a:pt x="3058" y="10256"/>
                  </a:lnTo>
                  <a:lnTo>
                    <a:pt x="3275" y="10569"/>
                  </a:lnTo>
                  <a:lnTo>
                    <a:pt x="3419" y="10786"/>
                  </a:lnTo>
                  <a:lnTo>
                    <a:pt x="3540" y="11026"/>
                  </a:lnTo>
                  <a:lnTo>
                    <a:pt x="3636" y="11267"/>
                  </a:lnTo>
                  <a:lnTo>
                    <a:pt x="3708" y="11508"/>
                  </a:lnTo>
                  <a:lnTo>
                    <a:pt x="3756" y="11749"/>
                  </a:lnTo>
                  <a:lnTo>
                    <a:pt x="3805" y="11989"/>
                  </a:lnTo>
                  <a:lnTo>
                    <a:pt x="3829" y="12230"/>
                  </a:lnTo>
                  <a:lnTo>
                    <a:pt x="3853" y="12471"/>
                  </a:lnTo>
                  <a:lnTo>
                    <a:pt x="3829" y="12952"/>
                  </a:lnTo>
                  <a:lnTo>
                    <a:pt x="3756" y="13434"/>
                  </a:lnTo>
                  <a:lnTo>
                    <a:pt x="3636" y="13915"/>
                  </a:lnTo>
                  <a:lnTo>
                    <a:pt x="3492" y="14421"/>
                  </a:lnTo>
                  <a:lnTo>
                    <a:pt x="3443" y="14541"/>
                  </a:lnTo>
                  <a:lnTo>
                    <a:pt x="3371" y="14637"/>
                  </a:lnTo>
                  <a:lnTo>
                    <a:pt x="3299" y="14710"/>
                  </a:lnTo>
                  <a:lnTo>
                    <a:pt x="3203" y="14782"/>
                  </a:lnTo>
                  <a:lnTo>
                    <a:pt x="2914" y="15023"/>
                  </a:lnTo>
                  <a:lnTo>
                    <a:pt x="2649" y="15239"/>
                  </a:lnTo>
                  <a:lnTo>
                    <a:pt x="2144" y="15745"/>
                  </a:lnTo>
                  <a:lnTo>
                    <a:pt x="1686" y="16274"/>
                  </a:lnTo>
                  <a:lnTo>
                    <a:pt x="1205" y="16804"/>
                  </a:lnTo>
                  <a:lnTo>
                    <a:pt x="1084" y="16948"/>
                  </a:lnTo>
                  <a:lnTo>
                    <a:pt x="988" y="17117"/>
                  </a:lnTo>
                  <a:lnTo>
                    <a:pt x="916" y="17285"/>
                  </a:lnTo>
                  <a:lnTo>
                    <a:pt x="844" y="17454"/>
                  </a:lnTo>
                  <a:lnTo>
                    <a:pt x="771" y="17743"/>
                  </a:lnTo>
                  <a:lnTo>
                    <a:pt x="723" y="18032"/>
                  </a:lnTo>
                  <a:lnTo>
                    <a:pt x="699" y="18321"/>
                  </a:lnTo>
                  <a:lnTo>
                    <a:pt x="699" y="18609"/>
                  </a:lnTo>
                  <a:lnTo>
                    <a:pt x="699" y="18874"/>
                  </a:lnTo>
                  <a:lnTo>
                    <a:pt x="723" y="19139"/>
                  </a:lnTo>
                  <a:lnTo>
                    <a:pt x="771" y="19404"/>
                  </a:lnTo>
                  <a:lnTo>
                    <a:pt x="819" y="19669"/>
                  </a:lnTo>
                  <a:lnTo>
                    <a:pt x="892" y="19934"/>
                  </a:lnTo>
                  <a:lnTo>
                    <a:pt x="988" y="20198"/>
                  </a:lnTo>
                  <a:lnTo>
                    <a:pt x="1084" y="20439"/>
                  </a:lnTo>
                  <a:lnTo>
                    <a:pt x="1205" y="20680"/>
                  </a:lnTo>
                  <a:lnTo>
                    <a:pt x="1349" y="20921"/>
                  </a:lnTo>
                  <a:lnTo>
                    <a:pt x="1518" y="21161"/>
                  </a:lnTo>
                  <a:lnTo>
                    <a:pt x="1855" y="21619"/>
                  </a:lnTo>
                  <a:lnTo>
                    <a:pt x="2071" y="21883"/>
                  </a:lnTo>
                  <a:lnTo>
                    <a:pt x="2264" y="22172"/>
                  </a:lnTo>
                  <a:lnTo>
                    <a:pt x="2456" y="22461"/>
                  </a:lnTo>
                  <a:lnTo>
                    <a:pt x="2601" y="22774"/>
                  </a:lnTo>
                  <a:lnTo>
                    <a:pt x="2745" y="23087"/>
                  </a:lnTo>
                  <a:lnTo>
                    <a:pt x="2866" y="23400"/>
                  </a:lnTo>
                  <a:lnTo>
                    <a:pt x="2962" y="23713"/>
                  </a:lnTo>
                  <a:lnTo>
                    <a:pt x="3058" y="24050"/>
                  </a:lnTo>
                  <a:lnTo>
                    <a:pt x="3275" y="24917"/>
                  </a:lnTo>
                  <a:lnTo>
                    <a:pt x="3492" y="25807"/>
                  </a:lnTo>
                  <a:lnTo>
                    <a:pt x="3636" y="26698"/>
                  </a:lnTo>
                  <a:lnTo>
                    <a:pt x="3708" y="27155"/>
                  </a:lnTo>
                  <a:lnTo>
                    <a:pt x="3756" y="27589"/>
                  </a:lnTo>
                  <a:lnTo>
                    <a:pt x="3781" y="27781"/>
                  </a:lnTo>
                  <a:lnTo>
                    <a:pt x="3781" y="27950"/>
                  </a:lnTo>
                  <a:lnTo>
                    <a:pt x="3756" y="28118"/>
                  </a:lnTo>
                  <a:lnTo>
                    <a:pt x="3684" y="28287"/>
                  </a:lnTo>
                  <a:lnTo>
                    <a:pt x="3540" y="28624"/>
                  </a:lnTo>
                  <a:lnTo>
                    <a:pt x="3395" y="28961"/>
                  </a:lnTo>
                  <a:lnTo>
                    <a:pt x="3299" y="29322"/>
                  </a:lnTo>
                  <a:lnTo>
                    <a:pt x="3227" y="29659"/>
                  </a:lnTo>
                  <a:lnTo>
                    <a:pt x="3179" y="30020"/>
                  </a:lnTo>
                  <a:lnTo>
                    <a:pt x="3179" y="30381"/>
                  </a:lnTo>
                  <a:lnTo>
                    <a:pt x="3203" y="30766"/>
                  </a:lnTo>
                  <a:lnTo>
                    <a:pt x="3251" y="31152"/>
                  </a:lnTo>
                  <a:lnTo>
                    <a:pt x="3323" y="31440"/>
                  </a:lnTo>
                  <a:lnTo>
                    <a:pt x="3443" y="31729"/>
                  </a:lnTo>
                  <a:lnTo>
                    <a:pt x="3588" y="31994"/>
                  </a:lnTo>
                  <a:lnTo>
                    <a:pt x="3756" y="32235"/>
                  </a:lnTo>
                  <a:lnTo>
                    <a:pt x="3949" y="32452"/>
                  </a:lnTo>
                  <a:lnTo>
                    <a:pt x="4166" y="32620"/>
                  </a:lnTo>
                  <a:lnTo>
                    <a:pt x="4406" y="32789"/>
                  </a:lnTo>
                  <a:lnTo>
                    <a:pt x="4647" y="32909"/>
                  </a:lnTo>
                  <a:lnTo>
                    <a:pt x="4912" y="33005"/>
                  </a:lnTo>
                  <a:lnTo>
                    <a:pt x="5177" y="33053"/>
                  </a:lnTo>
                  <a:lnTo>
                    <a:pt x="5466" y="33102"/>
                  </a:lnTo>
                  <a:lnTo>
                    <a:pt x="5730" y="33077"/>
                  </a:lnTo>
                  <a:lnTo>
                    <a:pt x="5995" y="33029"/>
                  </a:lnTo>
                  <a:lnTo>
                    <a:pt x="6284" y="32957"/>
                  </a:lnTo>
                  <a:lnTo>
                    <a:pt x="6549" y="32813"/>
                  </a:lnTo>
                  <a:lnTo>
                    <a:pt x="6790" y="32644"/>
                  </a:lnTo>
                  <a:lnTo>
                    <a:pt x="7079" y="32403"/>
                  </a:lnTo>
                  <a:lnTo>
                    <a:pt x="7319" y="32163"/>
                  </a:lnTo>
                  <a:lnTo>
                    <a:pt x="7560" y="31874"/>
                  </a:lnTo>
                  <a:lnTo>
                    <a:pt x="7753" y="31585"/>
                  </a:lnTo>
                  <a:lnTo>
                    <a:pt x="7945" y="31296"/>
                  </a:lnTo>
                  <a:lnTo>
                    <a:pt x="8090" y="30959"/>
                  </a:lnTo>
                  <a:lnTo>
                    <a:pt x="8210" y="30622"/>
                  </a:lnTo>
                  <a:lnTo>
                    <a:pt x="8306" y="30261"/>
                  </a:lnTo>
                  <a:lnTo>
                    <a:pt x="8354" y="29948"/>
                  </a:lnTo>
                  <a:lnTo>
                    <a:pt x="8354" y="29779"/>
                  </a:lnTo>
                  <a:lnTo>
                    <a:pt x="8354" y="29611"/>
                  </a:lnTo>
                  <a:lnTo>
                    <a:pt x="8330" y="29466"/>
                  </a:lnTo>
                  <a:lnTo>
                    <a:pt x="8282" y="29298"/>
                  </a:lnTo>
                  <a:lnTo>
                    <a:pt x="8210" y="29154"/>
                  </a:lnTo>
                  <a:lnTo>
                    <a:pt x="8114" y="29009"/>
                  </a:lnTo>
                  <a:lnTo>
                    <a:pt x="7969" y="28816"/>
                  </a:lnTo>
                  <a:lnTo>
                    <a:pt x="7849" y="28600"/>
                  </a:lnTo>
                  <a:lnTo>
                    <a:pt x="7584" y="28167"/>
                  </a:lnTo>
                  <a:lnTo>
                    <a:pt x="7343" y="27733"/>
                  </a:lnTo>
                  <a:lnTo>
                    <a:pt x="7199" y="27517"/>
                  </a:lnTo>
                  <a:lnTo>
                    <a:pt x="7054" y="27324"/>
                  </a:lnTo>
                  <a:lnTo>
                    <a:pt x="6910" y="27107"/>
                  </a:lnTo>
                  <a:lnTo>
                    <a:pt x="6766" y="26891"/>
                  </a:lnTo>
                  <a:lnTo>
                    <a:pt x="6669" y="26650"/>
                  </a:lnTo>
                  <a:lnTo>
                    <a:pt x="6597" y="26433"/>
                  </a:lnTo>
                  <a:lnTo>
                    <a:pt x="6549" y="26193"/>
                  </a:lnTo>
                  <a:lnTo>
                    <a:pt x="6525" y="25928"/>
                  </a:lnTo>
                  <a:lnTo>
                    <a:pt x="6525" y="25687"/>
                  </a:lnTo>
                  <a:lnTo>
                    <a:pt x="6549" y="25422"/>
                  </a:lnTo>
                  <a:lnTo>
                    <a:pt x="6573" y="25206"/>
                  </a:lnTo>
                  <a:lnTo>
                    <a:pt x="6573" y="24989"/>
                  </a:lnTo>
                  <a:lnTo>
                    <a:pt x="6549" y="24796"/>
                  </a:lnTo>
                  <a:lnTo>
                    <a:pt x="6525" y="24580"/>
                  </a:lnTo>
                  <a:lnTo>
                    <a:pt x="6477" y="24339"/>
                  </a:lnTo>
                  <a:lnTo>
                    <a:pt x="6453" y="24074"/>
                  </a:lnTo>
                  <a:lnTo>
                    <a:pt x="6453" y="23833"/>
                  </a:lnTo>
                  <a:lnTo>
                    <a:pt x="6453" y="23593"/>
                  </a:lnTo>
                  <a:lnTo>
                    <a:pt x="6477" y="23376"/>
                  </a:lnTo>
                  <a:lnTo>
                    <a:pt x="6525" y="23135"/>
                  </a:lnTo>
                  <a:lnTo>
                    <a:pt x="6621" y="22678"/>
                  </a:lnTo>
                  <a:lnTo>
                    <a:pt x="6790" y="22269"/>
                  </a:lnTo>
                  <a:lnTo>
                    <a:pt x="7006" y="21835"/>
                  </a:lnTo>
                  <a:lnTo>
                    <a:pt x="7271" y="21450"/>
                  </a:lnTo>
                  <a:lnTo>
                    <a:pt x="7560" y="21065"/>
                  </a:lnTo>
                  <a:lnTo>
                    <a:pt x="7849" y="20680"/>
                  </a:lnTo>
                  <a:lnTo>
                    <a:pt x="8114" y="20295"/>
                  </a:lnTo>
                  <a:lnTo>
                    <a:pt x="8354" y="19885"/>
                  </a:lnTo>
                  <a:lnTo>
                    <a:pt x="8595" y="19476"/>
                  </a:lnTo>
                  <a:lnTo>
                    <a:pt x="8788" y="19067"/>
                  </a:lnTo>
                  <a:lnTo>
                    <a:pt x="8980" y="18634"/>
                  </a:lnTo>
                  <a:lnTo>
                    <a:pt x="9125" y="18176"/>
                  </a:lnTo>
                  <a:lnTo>
                    <a:pt x="9269" y="17719"/>
                  </a:lnTo>
                  <a:lnTo>
                    <a:pt x="9341" y="17454"/>
                  </a:lnTo>
                  <a:lnTo>
                    <a:pt x="9390" y="17165"/>
                  </a:lnTo>
                  <a:lnTo>
                    <a:pt x="9414" y="16900"/>
                  </a:lnTo>
                  <a:lnTo>
                    <a:pt x="9414" y="16635"/>
                  </a:lnTo>
                  <a:lnTo>
                    <a:pt x="9366" y="16371"/>
                  </a:lnTo>
                  <a:lnTo>
                    <a:pt x="9293" y="16106"/>
                  </a:lnTo>
                  <a:lnTo>
                    <a:pt x="9197" y="15841"/>
                  </a:lnTo>
                  <a:lnTo>
                    <a:pt x="9077" y="15600"/>
                  </a:lnTo>
                  <a:lnTo>
                    <a:pt x="8619" y="14830"/>
                  </a:lnTo>
                  <a:lnTo>
                    <a:pt x="8210" y="14036"/>
                  </a:lnTo>
                  <a:lnTo>
                    <a:pt x="7825" y="13241"/>
                  </a:lnTo>
                  <a:lnTo>
                    <a:pt x="7464" y="12447"/>
                  </a:lnTo>
                  <a:lnTo>
                    <a:pt x="7271" y="11989"/>
                  </a:lnTo>
                  <a:lnTo>
                    <a:pt x="7127" y="11508"/>
                  </a:lnTo>
                  <a:lnTo>
                    <a:pt x="7054" y="11051"/>
                  </a:lnTo>
                  <a:lnTo>
                    <a:pt x="7030" y="10593"/>
                  </a:lnTo>
                  <a:lnTo>
                    <a:pt x="7030" y="10112"/>
                  </a:lnTo>
                  <a:lnTo>
                    <a:pt x="7127" y="9654"/>
                  </a:lnTo>
                  <a:lnTo>
                    <a:pt x="7247" y="9197"/>
                  </a:lnTo>
                  <a:lnTo>
                    <a:pt x="7440" y="8739"/>
                  </a:lnTo>
                  <a:lnTo>
                    <a:pt x="7704" y="8186"/>
                  </a:lnTo>
                  <a:lnTo>
                    <a:pt x="7969" y="7632"/>
                  </a:lnTo>
                  <a:lnTo>
                    <a:pt x="8114" y="7367"/>
                  </a:lnTo>
                  <a:lnTo>
                    <a:pt x="8282" y="7103"/>
                  </a:lnTo>
                  <a:lnTo>
                    <a:pt x="8451" y="6838"/>
                  </a:lnTo>
                  <a:lnTo>
                    <a:pt x="8667" y="6597"/>
                  </a:lnTo>
                  <a:lnTo>
                    <a:pt x="8691" y="6525"/>
                  </a:lnTo>
                  <a:lnTo>
                    <a:pt x="8740" y="6453"/>
                  </a:lnTo>
                  <a:lnTo>
                    <a:pt x="8788" y="6308"/>
                  </a:lnTo>
                  <a:lnTo>
                    <a:pt x="8932" y="5875"/>
                  </a:lnTo>
                  <a:lnTo>
                    <a:pt x="9028" y="5441"/>
                  </a:lnTo>
                  <a:lnTo>
                    <a:pt x="9077" y="5008"/>
                  </a:lnTo>
                  <a:lnTo>
                    <a:pt x="9077" y="4575"/>
                  </a:lnTo>
                  <a:lnTo>
                    <a:pt x="9053" y="4166"/>
                  </a:lnTo>
                  <a:lnTo>
                    <a:pt x="8980" y="3732"/>
                  </a:lnTo>
                  <a:lnTo>
                    <a:pt x="8884" y="3299"/>
                  </a:lnTo>
                  <a:lnTo>
                    <a:pt x="8764" y="2890"/>
                  </a:lnTo>
                  <a:lnTo>
                    <a:pt x="8595" y="2456"/>
                  </a:lnTo>
                  <a:lnTo>
                    <a:pt x="8403" y="2023"/>
                  </a:lnTo>
                  <a:lnTo>
                    <a:pt x="8138" y="1638"/>
                  </a:lnTo>
                  <a:lnTo>
                    <a:pt x="7993" y="1445"/>
                  </a:lnTo>
                  <a:lnTo>
                    <a:pt x="7849" y="1253"/>
                  </a:lnTo>
                  <a:lnTo>
                    <a:pt x="7680" y="1084"/>
                  </a:lnTo>
                  <a:lnTo>
                    <a:pt x="7512" y="940"/>
                  </a:lnTo>
                  <a:lnTo>
                    <a:pt x="7295" y="771"/>
                  </a:lnTo>
                  <a:lnTo>
                    <a:pt x="7103" y="627"/>
                  </a:lnTo>
                  <a:lnTo>
                    <a:pt x="6862" y="482"/>
                  </a:lnTo>
                  <a:lnTo>
                    <a:pt x="6621" y="362"/>
                  </a:lnTo>
                  <a:lnTo>
                    <a:pt x="6356" y="242"/>
                  </a:lnTo>
                  <a:lnTo>
                    <a:pt x="6092" y="145"/>
                  </a:lnTo>
                  <a:lnTo>
                    <a:pt x="5803" y="73"/>
                  </a:lnTo>
                  <a:lnTo>
                    <a:pt x="5514" y="25"/>
                  </a:lnTo>
                  <a:lnTo>
                    <a:pt x="51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9" name="Google Shape;10349;p25"/>
            <p:cNvSpPr/>
            <p:nvPr/>
          </p:nvSpPr>
          <p:spPr>
            <a:xfrm>
              <a:off x="1204650" y="2410925"/>
              <a:ext cx="150500" cy="145050"/>
            </a:xfrm>
            <a:custGeom>
              <a:avLst/>
              <a:gdLst/>
              <a:ahLst/>
              <a:cxnLst/>
              <a:rect l="l" t="t" r="r" b="b"/>
              <a:pathLst>
                <a:path w="6020" h="5802" extrusionOk="0">
                  <a:moveTo>
                    <a:pt x="3130" y="289"/>
                  </a:moveTo>
                  <a:lnTo>
                    <a:pt x="3251" y="313"/>
                  </a:lnTo>
                  <a:lnTo>
                    <a:pt x="3925" y="409"/>
                  </a:lnTo>
                  <a:lnTo>
                    <a:pt x="4093" y="458"/>
                  </a:lnTo>
                  <a:lnTo>
                    <a:pt x="4238" y="506"/>
                  </a:lnTo>
                  <a:lnTo>
                    <a:pt x="4575" y="698"/>
                  </a:lnTo>
                  <a:lnTo>
                    <a:pt x="4888" y="915"/>
                  </a:lnTo>
                  <a:lnTo>
                    <a:pt x="5152" y="1156"/>
                  </a:lnTo>
                  <a:lnTo>
                    <a:pt x="5273" y="1300"/>
                  </a:lnTo>
                  <a:lnTo>
                    <a:pt x="5393" y="1469"/>
                  </a:lnTo>
                  <a:lnTo>
                    <a:pt x="5465" y="1613"/>
                  </a:lnTo>
                  <a:lnTo>
                    <a:pt x="5538" y="1758"/>
                  </a:lnTo>
                  <a:lnTo>
                    <a:pt x="5634" y="2046"/>
                  </a:lnTo>
                  <a:lnTo>
                    <a:pt x="5706" y="2456"/>
                  </a:lnTo>
                  <a:lnTo>
                    <a:pt x="5754" y="2889"/>
                  </a:lnTo>
                  <a:lnTo>
                    <a:pt x="5730" y="3130"/>
                  </a:lnTo>
                  <a:lnTo>
                    <a:pt x="5706" y="3370"/>
                  </a:lnTo>
                  <a:lnTo>
                    <a:pt x="5634" y="3611"/>
                  </a:lnTo>
                  <a:lnTo>
                    <a:pt x="5538" y="3852"/>
                  </a:lnTo>
                  <a:lnTo>
                    <a:pt x="5441" y="3996"/>
                  </a:lnTo>
                  <a:lnTo>
                    <a:pt x="5321" y="4141"/>
                  </a:lnTo>
                  <a:lnTo>
                    <a:pt x="5008" y="4454"/>
                  </a:lnTo>
                  <a:lnTo>
                    <a:pt x="4695" y="4815"/>
                  </a:lnTo>
                  <a:lnTo>
                    <a:pt x="4575" y="4959"/>
                  </a:lnTo>
                  <a:lnTo>
                    <a:pt x="4430" y="5056"/>
                  </a:lnTo>
                  <a:lnTo>
                    <a:pt x="4262" y="5152"/>
                  </a:lnTo>
                  <a:lnTo>
                    <a:pt x="4093" y="5200"/>
                  </a:lnTo>
                  <a:lnTo>
                    <a:pt x="3756" y="5320"/>
                  </a:lnTo>
                  <a:lnTo>
                    <a:pt x="3443" y="5417"/>
                  </a:lnTo>
                  <a:lnTo>
                    <a:pt x="3275" y="5465"/>
                  </a:lnTo>
                  <a:lnTo>
                    <a:pt x="3082" y="5489"/>
                  </a:lnTo>
                  <a:lnTo>
                    <a:pt x="2745" y="5489"/>
                  </a:lnTo>
                  <a:lnTo>
                    <a:pt x="2095" y="5417"/>
                  </a:lnTo>
                  <a:lnTo>
                    <a:pt x="1782" y="5344"/>
                  </a:lnTo>
                  <a:lnTo>
                    <a:pt x="1469" y="5272"/>
                  </a:lnTo>
                  <a:lnTo>
                    <a:pt x="1253" y="5200"/>
                  </a:lnTo>
                  <a:lnTo>
                    <a:pt x="1060" y="5080"/>
                  </a:lnTo>
                  <a:lnTo>
                    <a:pt x="891" y="4935"/>
                  </a:lnTo>
                  <a:lnTo>
                    <a:pt x="747" y="4743"/>
                  </a:lnTo>
                  <a:lnTo>
                    <a:pt x="578" y="4502"/>
                  </a:lnTo>
                  <a:lnTo>
                    <a:pt x="410" y="4261"/>
                  </a:lnTo>
                  <a:lnTo>
                    <a:pt x="314" y="4093"/>
                  </a:lnTo>
                  <a:lnTo>
                    <a:pt x="266" y="3900"/>
                  </a:lnTo>
                  <a:lnTo>
                    <a:pt x="217" y="3708"/>
                  </a:lnTo>
                  <a:lnTo>
                    <a:pt x="217" y="3515"/>
                  </a:lnTo>
                  <a:lnTo>
                    <a:pt x="217" y="3322"/>
                  </a:lnTo>
                  <a:lnTo>
                    <a:pt x="241" y="3106"/>
                  </a:lnTo>
                  <a:lnTo>
                    <a:pt x="338" y="2600"/>
                  </a:lnTo>
                  <a:lnTo>
                    <a:pt x="434" y="2071"/>
                  </a:lnTo>
                  <a:lnTo>
                    <a:pt x="506" y="1806"/>
                  </a:lnTo>
                  <a:lnTo>
                    <a:pt x="603" y="1565"/>
                  </a:lnTo>
                  <a:lnTo>
                    <a:pt x="723" y="1348"/>
                  </a:lnTo>
                  <a:lnTo>
                    <a:pt x="891" y="1132"/>
                  </a:lnTo>
                  <a:lnTo>
                    <a:pt x="988" y="1035"/>
                  </a:lnTo>
                  <a:lnTo>
                    <a:pt x="1060" y="1011"/>
                  </a:lnTo>
                  <a:lnTo>
                    <a:pt x="1132" y="987"/>
                  </a:lnTo>
                  <a:lnTo>
                    <a:pt x="1349" y="939"/>
                  </a:lnTo>
                  <a:lnTo>
                    <a:pt x="1590" y="891"/>
                  </a:lnTo>
                  <a:lnTo>
                    <a:pt x="1710" y="867"/>
                  </a:lnTo>
                  <a:lnTo>
                    <a:pt x="1830" y="819"/>
                  </a:lnTo>
                  <a:lnTo>
                    <a:pt x="1927" y="771"/>
                  </a:lnTo>
                  <a:lnTo>
                    <a:pt x="2047" y="698"/>
                  </a:lnTo>
                  <a:lnTo>
                    <a:pt x="2215" y="578"/>
                  </a:lnTo>
                  <a:lnTo>
                    <a:pt x="2384" y="482"/>
                  </a:lnTo>
                  <a:lnTo>
                    <a:pt x="2745" y="337"/>
                  </a:lnTo>
                  <a:lnTo>
                    <a:pt x="2865" y="313"/>
                  </a:lnTo>
                  <a:lnTo>
                    <a:pt x="2986" y="289"/>
                  </a:lnTo>
                  <a:close/>
                  <a:moveTo>
                    <a:pt x="3082" y="0"/>
                  </a:moveTo>
                  <a:lnTo>
                    <a:pt x="2817" y="24"/>
                  </a:lnTo>
                  <a:lnTo>
                    <a:pt x="2601" y="97"/>
                  </a:lnTo>
                  <a:lnTo>
                    <a:pt x="2360" y="217"/>
                  </a:lnTo>
                  <a:lnTo>
                    <a:pt x="2240" y="265"/>
                  </a:lnTo>
                  <a:lnTo>
                    <a:pt x="2119" y="313"/>
                  </a:lnTo>
                  <a:lnTo>
                    <a:pt x="1999" y="385"/>
                  </a:lnTo>
                  <a:lnTo>
                    <a:pt x="1903" y="434"/>
                  </a:lnTo>
                  <a:lnTo>
                    <a:pt x="1806" y="530"/>
                  </a:lnTo>
                  <a:lnTo>
                    <a:pt x="1686" y="578"/>
                  </a:lnTo>
                  <a:lnTo>
                    <a:pt x="1445" y="626"/>
                  </a:lnTo>
                  <a:lnTo>
                    <a:pt x="1301" y="650"/>
                  </a:lnTo>
                  <a:lnTo>
                    <a:pt x="1180" y="674"/>
                  </a:lnTo>
                  <a:lnTo>
                    <a:pt x="1108" y="698"/>
                  </a:lnTo>
                  <a:lnTo>
                    <a:pt x="1012" y="771"/>
                  </a:lnTo>
                  <a:lnTo>
                    <a:pt x="964" y="867"/>
                  </a:lnTo>
                  <a:lnTo>
                    <a:pt x="915" y="939"/>
                  </a:lnTo>
                  <a:lnTo>
                    <a:pt x="843" y="987"/>
                  </a:lnTo>
                  <a:lnTo>
                    <a:pt x="651" y="1180"/>
                  </a:lnTo>
                  <a:lnTo>
                    <a:pt x="506" y="1396"/>
                  </a:lnTo>
                  <a:lnTo>
                    <a:pt x="386" y="1637"/>
                  </a:lnTo>
                  <a:lnTo>
                    <a:pt x="290" y="1926"/>
                  </a:lnTo>
                  <a:lnTo>
                    <a:pt x="97" y="2769"/>
                  </a:lnTo>
                  <a:lnTo>
                    <a:pt x="25" y="3154"/>
                  </a:lnTo>
                  <a:lnTo>
                    <a:pt x="1" y="3322"/>
                  </a:lnTo>
                  <a:lnTo>
                    <a:pt x="1" y="3515"/>
                  </a:lnTo>
                  <a:lnTo>
                    <a:pt x="1" y="3804"/>
                  </a:lnTo>
                  <a:lnTo>
                    <a:pt x="73" y="4045"/>
                  </a:lnTo>
                  <a:lnTo>
                    <a:pt x="169" y="4285"/>
                  </a:lnTo>
                  <a:lnTo>
                    <a:pt x="290" y="4526"/>
                  </a:lnTo>
                  <a:lnTo>
                    <a:pt x="434" y="4719"/>
                  </a:lnTo>
                  <a:lnTo>
                    <a:pt x="578" y="4935"/>
                  </a:lnTo>
                  <a:lnTo>
                    <a:pt x="747" y="5152"/>
                  </a:lnTo>
                  <a:lnTo>
                    <a:pt x="867" y="5272"/>
                  </a:lnTo>
                  <a:lnTo>
                    <a:pt x="1012" y="5369"/>
                  </a:lnTo>
                  <a:lnTo>
                    <a:pt x="1156" y="5465"/>
                  </a:lnTo>
                  <a:lnTo>
                    <a:pt x="1325" y="5537"/>
                  </a:lnTo>
                  <a:lnTo>
                    <a:pt x="1686" y="5633"/>
                  </a:lnTo>
                  <a:lnTo>
                    <a:pt x="2071" y="5730"/>
                  </a:lnTo>
                  <a:lnTo>
                    <a:pt x="2456" y="5778"/>
                  </a:lnTo>
                  <a:lnTo>
                    <a:pt x="2841" y="5802"/>
                  </a:lnTo>
                  <a:lnTo>
                    <a:pt x="3034" y="5802"/>
                  </a:lnTo>
                  <a:lnTo>
                    <a:pt x="3227" y="5778"/>
                  </a:lnTo>
                  <a:lnTo>
                    <a:pt x="3395" y="5754"/>
                  </a:lnTo>
                  <a:lnTo>
                    <a:pt x="3588" y="5706"/>
                  </a:lnTo>
                  <a:lnTo>
                    <a:pt x="4286" y="5465"/>
                  </a:lnTo>
                  <a:lnTo>
                    <a:pt x="4406" y="5417"/>
                  </a:lnTo>
                  <a:lnTo>
                    <a:pt x="4551" y="5344"/>
                  </a:lnTo>
                  <a:lnTo>
                    <a:pt x="4671" y="5272"/>
                  </a:lnTo>
                  <a:lnTo>
                    <a:pt x="4767" y="5152"/>
                  </a:lnTo>
                  <a:lnTo>
                    <a:pt x="5080" y="4791"/>
                  </a:lnTo>
                  <a:lnTo>
                    <a:pt x="5225" y="4622"/>
                  </a:lnTo>
                  <a:lnTo>
                    <a:pt x="5393" y="4454"/>
                  </a:lnTo>
                  <a:lnTo>
                    <a:pt x="5538" y="4309"/>
                  </a:lnTo>
                  <a:lnTo>
                    <a:pt x="5658" y="4165"/>
                  </a:lnTo>
                  <a:lnTo>
                    <a:pt x="5754" y="4020"/>
                  </a:lnTo>
                  <a:lnTo>
                    <a:pt x="5826" y="3828"/>
                  </a:lnTo>
                  <a:lnTo>
                    <a:pt x="5923" y="3587"/>
                  </a:lnTo>
                  <a:lnTo>
                    <a:pt x="5995" y="3322"/>
                  </a:lnTo>
                  <a:lnTo>
                    <a:pt x="6019" y="3058"/>
                  </a:lnTo>
                  <a:lnTo>
                    <a:pt x="6019" y="2793"/>
                  </a:lnTo>
                  <a:lnTo>
                    <a:pt x="5971" y="2408"/>
                  </a:lnTo>
                  <a:lnTo>
                    <a:pt x="5899" y="2022"/>
                  </a:lnTo>
                  <a:lnTo>
                    <a:pt x="5851" y="1806"/>
                  </a:lnTo>
                  <a:lnTo>
                    <a:pt x="5754" y="1565"/>
                  </a:lnTo>
                  <a:lnTo>
                    <a:pt x="5586" y="1252"/>
                  </a:lnTo>
                  <a:lnTo>
                    <a:pt x="5393" y="987"/>
                  </a:lnTo>
                  <a:lnTo>
                    <a:pt x="5152" y="747"/>
                  </a:lnTo>
                  <a:lnTo>
                    <a:pt x="4864" y="530"/>
                  </a:lnTo>
                  <a:lnTo>
                    <a:pt x="4671" y="409"/>
                  </a:lnTo>
                  <a:lnTo>
                    <a:pt x="4478" y="289"/>
                  </a:lnTo>
                  <a:lnTo>
                    <a:pt x="4286" y="193"/>
                  </a:lnTo>
                  <a:lnTo>
                    <a:pt x="4069" y="145"/>
                  </a:lnTo>
                  <a:lnTo>
                    <a:pt x="3323" y="24"/>
                  </a:lnTo>
                  <a:lnTo>
                    <a:pt x="3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0" name="Google Shape;10350;p25"/>
            <p:cNvSpPr/>
            <p:nvPr/>
          </p:nvSpPr>
          <p:spPr>
            <a:xfrm>
              <a:off x="1252200" y="2451850"/>
              <a:ext cx="58400" cy="61400"/>
            </a:xfrm>
            <a:custGeom>
              <a:avLst/>
              <a:gdLst/>
              <a:ahLst/>
              <a:cxnLst/>
              <a:rect l="l" t="t" r="r" b="b"/>
              <a:pathLst>
                <a:path w="2336" h="2456" extrusionOk="0">
                  <a:moveTo>
                    <a:pt x="1252" y="289"/>
                  </a:moveTo>
                  <a:lnTo>
                    <a:pt x="1421" y="313"/>
                  </a:lnTo>
                  <a:lnTo>
                    <a:pt x="1565" y="361"/>
                  </a:lnTo>
                  <a:lnTo>
                    <a:pt x="1758" y="482"/>
                  </a:lnTo>
                  <a:lnTo>
                    <a:pt x="1926" y="578"/>
                  </a:lnTo>
                  <a:lnTo>
                    <a:pt x="1975" y="626"/>
                  </a:lnTo>
                  <a:lnTo>
                    <a:pt x="2023" y="698"/>
                  </a:lnTo>
                  <a:lnTo>
                    <a:pt x="2047" y="771"/>
                  </a:lnTo>
                  <a:lnTo>
                    <a:pt x="2071" y="843"/>
                  </a:lnTo>
                  <a:lnTo>
                    <a:pt x="2095" y="1228"/>
                  </a:lnTo>
                  <a:lnTo>
                    <a:pt x="2071" y="1421"/>
                  </a:lnTo>
                  <a:lnTo>
                    <a:pt x="2047" y="1613"/>
                  </a:lnTo>
                  <a:lnTo>
                    <a:pt x="1975" y="1758"/>
                  </a:lnTo>
                  <a:lnTo>
                    <a:pt x="1878" y="1878"/>
                  </a:lnTo>
                  <a:lnTo>
                    <a:pt x="1565" y="2143"/>
                  </a:lnTo>
                  <a:lnTo>
                    <a:pt x="1469" y="2215"/>
                  </a:lnTo>
                  <a:lnTo>
                    <a:pt x="1108" y="2215"/>
                  </a:lnTo>
                  <a:lnTo>
                    <a:pt x="843" y="2191"/>
                  </a:lnTo>
                  <a:lnTo>
                    <a:pt x="723" y="2167"/>
                  </a:lnTo>
                  <a:lnTo>
                    <a:pt x="626" y="2119"/>
                  </a:lnTo>
                  <a:lnTo>
                    <a:pt x="410" y="1998"/>
                  </a:lnTo>
                  <a:lnTo>
                    <a:pt x="338" y="1926"/>
                  </a:lnTo>
                  <a:lnTo>
                    <a:pt x="289" y="1854"/>
                  </a:lnTo>
                  <a:lnTo>
                    <a:pt x="241" y="1758"/>
                  </a:lnTo>
                  <a:lnTo>
                    <a:pt x="241" y="1637"/>
                  </a:lnTo>
                  <a:lnTo>
                    <a:pt x="241" y="1541"/>
                  </a:lnTo>
                  <a:lnTo>
                    <a:pt x="241" y="1396"/>
                  </a:lnTo>
                  <a:lnTo>
                    <a:pt x="217" y="1300"/>
                  </a:lnTo>
                  <a:lnTo>
                    <a:pt x="241" y="1180"/>
                  </a:lnTo>
                  <a:lnTo>
                    <a:pt x="289" y="915"/>
                  </a:lnTo>
                  <a:lnTo>
                    <a:pt x="338" y="795"/>
                  </a:lnTo>
                  <a:lnTo>
                    <a:pt x="386" y="698"/>
                  </a:lnTo>
                  <a:lnTo>
                    <a:pt x="458" y="602"/>
                  </a:lnTo>
                  <a:lnTo>
                    <a:pt x="554" y="530"/>
                  </a:lnTo>
                  <a:lnTo>
                    <a:pt x="723" y="434"/>
                  </a:lnTo>
                  <a:lnTo>
                    <a:pt x="891" y="361"/>
                  </a:lnTo>
                  <a:lnTo>
                    <a:pt x="1084" y="313"/>
                  </a:lnTo>
                  <a:lnTo>
                    <a:pt x="1252" y="289"/>
                  </a:lnTo>
                  <a:close/>
                  <a:moveTo>
                    <a:pt x="1300" y="0"/>
                  </a:moveTo>
                  <a:lnTo>
                    <a:pt x="1084" y="24"/>
                  </a:lnTo>
                  <a:lnTo>
                    <a:pt x="867" y="72"/>
                  </a:lnTo>
                  <a:lnTo>
                    <a:pt x="650" y="169"/>
                  </a:lnTo>
                  <a:lnTo>
                    <a:pt x="458" y="265"/>
                  </a:lnTo>
                  <a:lnTo>
                    <a:pt x="338" y="361"/>
                  </a:lnTo>
                  <a:lnTo>
                    <a:pt x="241" y="458"/>
                  </a:lnTo>
                  <a:lnTo>
                    <a:pt x="169" y="554"/>
                  </a:lnTo>
                  <a:lnTo>
                    <a:pt x="121" y="674"/>
                  </a:lnTo>
                  <a:lnTo>
                    <a:pt x="25" y="939"/>
                  </a:lnTo>
                  <a:lnTo>
                    <a:pt x="1" y="1204"/>
                  </a:lnTo>
                  <a:lnTo>
                    <a:pt x="1" y="1421"/>
                  </a:lnTo>
                  <a:lnTo>
                    <a:pt x="25" y="1637"/>
                  </a:lnTo>
                  <a:lnTo>
                    <a:pt x="25" y="1806"/>
                  </a:lnTo>
                  <a:lnTo>
                    <a:pt x="73" y="1926"/>
                  </a:lnTo>
                  <a:lnTo>
                    <a:pt x="169" y="2046"/>
                  </a:lnTo>
                  <a:lnTo>
                    <a:pt x="265" y="2167"/>
                  </a:lnTo>
                  <a:lnTo>
                    <a:pt x="434" y="2287"/>
                  </a:lnTo>
                  <a:lnTo>
                    <a:pt x="530" y="2335"/>
                  </a:lnTo>
                  <a:lnTo>
                    <a:pt x="626" y="2383"/>
                  </a:lnTo>
                  <a:lnTo>
                    <a:pt x="819" y="2432"/>
                  </a:lnTo>
                  <a:lnTo>
                    <a:pt x="1012" y="2456"/>
                  </a:lnTo>
                  <a:lnTo>
                    <a:pt x="1421" y="2456"/>
                  </a:lnTo>
                  <a:lnTo>
                    <a:pt x="1565" y="2432"/>
                  </a:lnTo>
                  <a:lnTo>
                    <a:pt x="1662" y="2359"/>
                  </a:lnTo>
                  <a:lnTo>
                    <a:pt x="2023" y="2071"/>
                  </a:lnTo>
                  <a:lnTo>
                    <a:pt x="2095" y="1998"/>
                  </a:lnTo>
                  <a:lnTo>
                    <a:pt x="2167" y="1902"/>
                  </a:lnTo>
                  <a:lnTo>
                    <a:pt x="2215" y="1806"/>
                  </a:lnTo>
                  <a:lnTo>
                    <a:pt x="2263" y="1685"/>
                  </a:lnTo>
                  <a:lnTo>
                    <a:pt x="2312" y="1445"/>
                  </a:lnTo>
                  <a:lnTo>
                    <a:pt x="2336" y="1180"/>
                  </a:lnTo>
                  <a:lnTo>
                    <a:pt x="2287" y="795"/>
                  </a:lnTo>
                  <a:lnTo>
                    <a:pt x="2263" y="650"/>
                  </a:lnTo>
                  <a:lnTo>
                    <a:pt x="2191" y="530"/>
                  </a:lnTo>
                  <a:lnTo>
                    <a:pt x="2119" y="409"/>
                  </a:lnTo>
                  <a:lnTo>
                    <a:pt x="1999" y="337"/>
                  </a:lnTo>
                  <a:lnTo>
                    <a:pt x="1806" y="193"/>
                  </a:lnTo>
                  <a:lnTo>
                    <a:pt x="1589" y="72"/>
                  </a:lnTo>
                  <a:lnTo>
                    <a:pt x="1445" y="24"/>
                  </a:lnTo>
                  <a:lnTo>
                    <a:pt x="1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1" name="Google Shape;10351;p25"/>
            <p:cNvSpPr/>
            <p:nvPr/>
          </p:nvSpPr>
          <p:spPr>
            <a:xfrm>
              <a:off x="1270850" y="2474700"/>
              <a:ext cx="19900" cy="22300"/>
            </a:xfrm>
            <a:custGeom>
              <a:avLst/>
              <a:gdLst/>
              <a:ahLst/>
              <a:cxnLst/>
              <a:rect l="l" t="t" r="r" b="b"/>
              <a:pathLst>
                <a:path w="796" h="892" extrusionOk="0">
                  <a:moveTo>
                    <a:pt x="506" y="242"/>
                  </a:moveTo>
                  <a:lnTo>
                    <a:pt x="554" y="266"/>
                  </a:lnTo>
                  <a:lnTo>
                    <a:pt x="579" y="290"/>
                  </a:lnTo>
                  <a:lnTo>
                    <a:pt x="603" y="338"/>
                  </a:lnTo>
                  <a:lnTo>
                    <a:pt x="603" y="434"/>
                  </a:lnTo>
                  <a:lnTo>
                    <a:pt x="579" y="507"/>
                  </a:lnTo>
                  <a:lnTo>
                    <a:pt x="530" y="579"/>
                  </a:lnTo>
                  <a:lnTo>
                    <a:pt x="482" y="627"/>
                  </a:lnTo>
                  <a:lnTo>
                    <a:pt x="410" y="675"/>
                  </a:lnTo>
                  <a:lnTo>
                    <a:pt x="362" y="699"/>
                  </a:lnTo>
                  <a:lnTo>
                    <a:pt x="338" y="675"/>
                  </a:lnTo>
                  <a:lnTo>
                    <a:pt x="290" y="651"/>
                  </a:lnTo>
                  <a:lnTo>
                    <a:pt x="266" y="627"/>
                  </a:lnTo>
                  <a:lnTo>
                    <a:pt x="266" y="531"/>
                  </a:lnTo>
                  <a:lnTo>
                    <a:pt x="290" y="410"/>
                  </a:lnTo>
                  <a:lnTo>
                    <a:pt x="338" y="314"/>
                  </a:lnTo>
                  <a:lnTo>
                    <a:pt x="386" y="266"/>
                  </a:lnTo>
                  <a:lnTo>
                    <a:pt x="482" y="242"/>
                  </a:lnTo>
                  <a:close/>
                  <a:moveTo>
                    <a:pt x="434" y="1"/>
                  </a:moveTo>
                  <a:lnTo>
                    <a:pt x="314" y="25"/>
                  </a:lnTo>
                  <a:lnTo>
                    <a:pt x="217" y="73"/>
                  </a:lnTo>
                  <a:lnTo>
                    <a:pt x="25" y="242"/>
                  </a:lnTo>
                  <a:lnTo>
                    <a:pt x="1" y="266"/>
                  </a:lnTo>
                  <a:lnTo>
                    <a:pt x="1" y="314"/>
                  </a:lnTo>
                  <a:lnTo>
                    <a:pt x="1" y="458"/>
                  </a:lnTo>
                  <a:lnTo>
                    <a:pt x="1" y="627"/>
                  </a:lnTo>
                  <a:lnTo>
                    <a:pt x="49" y="723"/>
                  </a:lnTo>
                  <a:lnTo>
                    <a:pt x="121" y="795"/>
                  </a:lnTo>
                  <a:lnTo>
                    <a:pt x="193" y="868"/>
                  </a:lnTo>
                  <a:lnTo>
                    <a:pt x="290" y="892"/>
                  </a:lnTo>
                  <a:lnTo>
                    <a:pt x="410" y="868"/>
                  </a:lnTo>
                  <a:lnTo>
                    <a:pt x="530" y="844"/>
                  </a:lnTo>
                  <a:lnTo>
                    <a:pt x="627" y="771"/>
                  </a:lnTo>
                  <a:lnTo>
                    <a:pt x="699" y="699"/>
                  </a:lnTo>
                  <a:lnTo>
                    <a:pt x="747" y="603"/>
                  </a:lnTo>
                  <a:lnTo>
                    <a:pt x="795" y="507"/>
                  </a:lnTo>
                  <a:lnTo>
                    <a:pt x="795" y="386"/>
                  </a:lnTo>
                  <a:lnTo>
                    <a:pt x="795" y="290"/>
                  </a:lnTo>
                  <a:lnTo>
                    <a:pt x="771" y="170"/>
                  </a:lnTo>
                  <a:lnTo>
                    <a:pt x="699" y="73"/>
                  </a:lnTo>
                  <a:lnTo>
                    <a:pt x="627" y="25"/>
                  </a:lnTo>
                  <a:lnTo>
                    <a:pt x="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2" name="Google Shape;10352;p25"/>
            <p:cNvSpPr/>
            <p:nvPr/>
          </p:nvSpPr>
          <p:spPr>
            <a:xfrm>
              <a:off x="1249200" y="2726875"/>
              <a:ext cx="108350" cy="104750"/>
            </a:xfrm>
            <a:custGeom>
              <a:avLst/>
              <a:gdLst/>
              <a:ahLst/>
              <a:cxnLst/>
              <a:rect l="l" t="t" r="r" b="b"/>
              <a:pathLst>
                <a:path w="4334" h="4190" extrusionOk="0">
                  <a:moveTo>
                    <a:pt x="2335" y="217"/>
                  </a:moveTo>
                  <a:lnTo>
                    <a:pt x="2817" y="314"/>
                  </a:lnTo>
                  <a:lnTo>
                    <a:pt x="2937" y="338"/>
                  </a:lnTo>
                  <a:lnTo>
                    <a:pt x="3057" y="386"/>
                  </a:lnTo>
                  <a:lnTo>
                    <a:pt x="3298" y="506"/>
                  </a:lnTo>
                  <a:lnTo>
                    <a:pt x="3515" y="651"/>
                  </a:lnTo>
                  <a:lnTo>
                    <a:pt x="3707" y="843"/>
                  </a:lnTo>
                  <a:lnTo>
                    <a:pt x="3876" y="1060"/>
                  </a:lnTo>
                  <a:lnTo>
                    <a:pt x="3996" y="1277"/>
                  </a:lnTo>
                  <a:lnTo>
                    <a:pt x="4044" y="1493"/>
                  </a:lnTo>
                  <a:lnTo>
                    <a:pt x="4117" y="1782"/>
                  </a:lnTo>
                  <a:lnTo>
                    <a:pt x="4141" y="2071"/>
                  </a:lnTo>
                  <a:lnTo>
                    <a:pt x="4141" y="2264"/>
                  </a:lnTo>
                  <a:lnTo>
                    <a:pt x="4093" y="2432"/>
                  </a:lnTo>
                  <a:lnTo>
                    <a:pt x="4044" y="2601"/>
                  </a:lnTo>
                  <a:lnTo>
                    <a:pt x="3996" y="2769"/>
                  </a:lnTo>
                  <a:lnTo>
                    <a:pt x="3924" y="2889"/>
                  </a:lnTo>
                  <a:lnTo>
                    <a:pt x="3828" y="2986"/>
                  </a:lnTo>
                  <a:lnTo>
                    <a:pt x="3587" y="3202"/>
                  </a:lnTo>
                  <a:lnTo>
                    <a:pt x="3394" y="3467"/>
                  </a:lnTo>
                  <a:lnTo>
                    <a:pt x="3298" y="3563"/>
                  </a:lnTo>
                  <a:lnTo>
                    <a:pt x="3178" y="3660"/>
                  </a:lnTo>
                  <a:lnTo>
                    <a:pt x="3082" y="3708"/>
                  </a:lnTo>
                  <a:lnTo>
                    <a:pt x="2937" y="3756"/>
                  </a:lnTo>
                  <a:lnTo>
                    <a:pt x="2480" y="3900"/>
                  </a:lnTo>
                  <a:lnTo>
                    <a:pt x="2359" y="3925"/>
                  </a:lnTo>
                  <a:lnTo>
                    <a:pt x="2215" y="3949"/>
                  </a:lnTo>
                  <a:lnTo>
                    <a:pt x="1974" y="3949"/>
                  </a:lnTo>
                  <a:lnTo>
                    <a:pt x="1517" y="3900"/>
                  </a:lnTo>
                  <a:lnTo>
                    <a:pt x="1276" y="3852"/>
                  </a:lnTo>
                  <a:lnTo>
                    <a:pt x="1059" y="3804"/>
                  </a:lnTo>
                  <a:lnTo>
                    <a:pt x="891" y="3732"/>
                  </a:lnTo>
                  <a:lnTo>
                    <a:pt x="770" y="3660"/>
                  </a:lnTo>
                  <a:lnTo>
                    <a:pt x="650" y="3539"/>
                  </a:lnTo>
                  <a:lnTo>
                    <a:pt x="530" y="3419"/>
                  </a:lnTo>
                  <a:lnTo>
                    <a:pt x="313" y="3058"/>
                  </a:lnTo>
                  <a:lnTo>
                    <a:pt x="241" y="2938"/>
                  </a:lnTo>
                  <a:lnTo>
                    <a:pt x="193" y="2817"/>
                  </a:lnTo>
                  <a:lnTo>
                    <a:pt x="169" y="2673"/>
                  </a:lnTo>
                  <a:lnTo>
                    <a:pt x="169" y="2528"/>
                  </a:lnTo>
                  <a:lnTo>
                    <a:pt x="193" y="2239"/>
                  </a:lnTo>
                  <a:lnTo>
                    <a:pt x="241" y="1854"/>
                  </a:lnTo>
                  <a:lnTo>
                    <a:pt x="313" y="1493"/>
                  </a:lnTo>
                  <a:lnTo>
                    <a:pt x="361" y="1301"/>
                  </a:lnTo>
                  <a:lnTo>
                    <a:pt x="433" y="1132"/>
                  </a:lnTo>
                  <a:lnTo>
                    <a:pt x="530" y="964"/>
                  </a:lnTo>
                  <a:lnTo>
                    <a:pt x="650" y="819"/>
                  </a:lnTo>
                  <a:lnTo>
                    <a:pt x="722" y="747"/>
                  </a:lnTo>
                  <a:lnTo>
                    <a:pt x="819" y="723"/>
                  </a:lnTo>
                  <a:lnTo>
                    <a:pt x="987" y="675"/>
                  </a:lnTo>
                  <a:lnTo>
                    <a:pt x="1132" y="651"/>
                  </a:lnTo>
                  <a:lnTo>
                    <a:pt x="1324" y="602"/>
                  </a:lnTo>
                  <a:lnTo>
                    <a:pt x="1469" y="506"/>
                  </a:lnTo>
                  <a:lnTo>
                    <a:pt x="1589" y="410"/>
                  </a:lnTo>
                  <a:lnTo>
                    <a:pt x="1709" y="362"/>
                  </a:lnTo>
                  <a:lnTo>
                    <a:pt x="1974" y="241"/>
                  </a:lnTo>
                  <a:lnTo>
                    <a:pt x="2070" y="217"/>
                  </a:lnTo>
                  <a:close/>
                  <a:moveTo>
                    <a:pt x="2215" y="1"/>
                  </a:moveTo>
                  <a:lnTo>
                    <a:pt x="2046" y="25"/>
                  </a:lnTo>
                  <a:lnTo>
                    <a:pt x="1878" y="73"/>
                  </a:lnTo>
                  <a:lnTo>
                    <a:pt x="1709" y="145"/>
                  </a:lnTo>
                  <a:lnTo>
                    <a:pt x="1517" y="241"/>
                  </a:lnTo>
                  <a:lnTo>
                    <a:pt x="1445" y="265"/>
                  </a:lnTo>
                  <a:lnTo>
                    <a:pt x="1372" y="314"/>
                  </a:lnTo>
                  <a:lnTo>
                    <a:pt x="1300" y="386"/>
                  </a:lnTo>
                  <a:lnTo>
                    <a:pt x="1204" y="410"/>
                  </a:lnTo>
                  <a:lnTo>
                    <a:pt x="1035" y="458"/>
                  </a:lnTo>
                  <a:lnTo>
                    <a:pt x="939" y="458"/>
                  </a:lnTo>
                  <a:lnTo>
                    <a:pt x="867" y="482"/>
                  </a:lnTo>
                  <a:lnTo>
                    <a:pt x="795" y="506"/>
                  </a:lnTo>
                  <a:lnTo>
                    <a:pt x="746" y="554"/>
                  </a:lnTo>
                  <a:lnTo>
                    <a:pt x="698" y="627"/>
                  </a:lnTo>
                  <a:lnTo>
                    <a:pt x="650" y="675"/>
                  </a:lnTo>
                  <a:lnTo>
                    <a:pt x="602" y="723"/>
                  </a:lnTo>
                  <a:lnTo>
                    <a:pt x="482" y="867"/>
                  </a:lnTo>
                  <a:lnTo>
                    <a:pt x="361" y="1012"/>
                  </a:lnTo>
                  <a:lnTo>
                    <a:pt x="265" y="1180"/>
                  </a:lnTo>
                  <a:lnTo>
                    <a:pt x="217" y="1373"/>
                  </a:lnTo>
                  <a:lnTo>
                    <a:pt x="72" y="1999"/>
                  </a:lnTo>
                  <a:lnTo>
                    <a:pt x="24" y="2264"/>
                  </a:lnTo>
                  <a:lnTo>
                    <a:pt x="0" y="2528"/>
                  </a:lnTo>
                  <a:lnTo>
                    <a:pt x="0" y="2745"/>
                  </a:lnTo>
                  <a:lnTo>
                    <a:pt x="48" y="2913"/>
                  </a:lnTo>
                  <a:lnTo>
                    <a:pt x="121" y="3106"/>
                  </a:lnTo>
                  <a:lnTo>
                    <a:pt x="217" y="3251"/>
                  </a:lnTo>
                  <a:lnTo>
                    <a:pt x="313" y="3395"/>
                  </a:lnTo>
                  <a:lnTo>
                    <a:pt x="409" y="3563"/>
                  </a:lnTo>
                  <a:lnTo>
                    <a:pt x="554" y="3708"/>
                  </a:lnTo>
                  <a:lnTo>
                    <a:pt x="626" y="3804"/>
                  </a:lnTo>
                  <a:lnTo>
                    <a:pt x="722" y="3876"/>
                  </a:lnTo>
                  <a:lnTo>
                    <a:pt x="963" y="3973"/>
                  </a:lnTo>
                  <a:lnTo>
                    <a:pt x="1228" y="4069"/>
                  </a:lnTo>
                  <a:lnTo>
                    <a:pt x="1493" y="4117"/>
                  </a:lnTo>
                  <a:lnTo>
                    <a:pt x="1782" y="4165"/>
                  </a:lnTo>
                  <a:lnTo>
                    <a:pt x="2046" y="4189"/>
                  </a:lnTo>
                  <a:lnTo>
                    <a:pt x="2311" y="4165"/>
                  </a:lnTo>
                  <a:lnTo>
                    <a:pt x="2456" y="4141"/>
                  </a:lnTo>
                  <a:lnTo>
                    <a:pt x="2576" y="4117"/>
                  </a:lnTo>
                  <a:lnTo>
                    <a:pt x="3082" y="3925"/>
                  </a:lnTo>
                  <a:lnTo>
                    <a:pt x="3274" y="3852"/>
                  </a:lnTo>
                  <a:lnTo>
                    <a:pt x="3370" y="3780"/>
                  </a:lnTo>
                  <a:lnTo>
                    <a:pt x="3443" y="3708"/>
                  </a:lnTo>
                  <a:lnTo>
                    <a:pt x="3659" y="3467"/>
                  </a:lnTo>
                  <a:lnTo>
                    <a:pt x="3780" y="3323"/>
                  </a:lnTo>
                  <a:lnTo>
                    <a:pt x="3900" y="3202"/>
                  </a:lnTo>
                  <a:lnTo>
                    <a:pt x="3996" y="3106"/>
                  </a:lnTo>
                  <a:lnTo>
                    <a:pt x="4069" y="3010"/>
                  </a:lnTo>
                  <a:lnTo>
                    <a:pt x="4141" y="2889"/>
                  </a:lnTo>
                  <a:lnTo>
                    <a:pt x="4213" y="2769"/>
                  </a:lnTo>
                  <a:lnTo>
                    <a:pt x="4261" y="2576"/>
                  </a:lnTo>
                  <a:lnTo>
                    <a:pt x="4309" y="2408"/>
                  </a:lnTo>
                  <a:lnTo>
                    <a:pt x="4333" y="2215"/>
                  </a:lnTo>
                  <a:lnTo>
                    <a:pt x="4333" y="2023"/>
                  </a:lnTo>
                  <a:lnTo>
                    <a:pt x="4309" y="1734"/>
                  </a:lnTo>
                  <a:lnTo>
                    <a:pt x="4261" y="1469"/>
                  </a:lnTo>
                  <a:lnTo>
                    <a:pt x="4213" y="1301"/>
                  </a:lnTo>
                  <a:lnTo>
                    <a:pt x="4141" y="1132"/>
                  </a:lnTo>
                  <a:lnTo>
                    <a:pt x="4020" y="915"/>
                  </a:lnTo>
                  <a:lnTo>
                    <a:pt x="3876" y="723"/>
                  </a:lnTo>
                  <a:lnTo>
                    <a:pt x="3707" y="530"/>
                  </a:lnTo>
                  <a:lnTo>
                    <a:pt x="3515" y="386"/>
                  </a:lnTo>
                  <a:lnTo>
                    <a:pt x="3226" y="217"/>
                  </a:lnTo>
                  <a:lnTo>
                    <a:pt x="3082" y="145"/>
                  </a:lnTo>
                  <a:lnTo>
                    <a:pt x="2913" y="97"/>
                  </a:lnTo>
                  <a:lnTo>
                    <a:pt x="2383" y="25"/>
                  </a:lnTo>
                  <a:lnTo>
                    <a:pt x="2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3" name="Google Shape;10353;p25"/>
            <p:cNvSpPr/>
            <p:nvPr/>
          </p:nvSpPr>
          <p:spPr>
            <a:xfrm>
              <a:off x="1283500" y="2756375"/>
              <a:ext cx="42150" cy="44550"/>
            </a:xfrm>
            <a:custGeom>
              <a:avLst/>
              <a:gdLst/>
              <a:ahLst/>
              <a:cxnLst/>
              <a:rect l="l" t="t" r="r" b="b"/>
              <a:pathLst>
                <a:path w="1686" h="1782" extrusionOk="0">
                  <a:moveTo>
                    <a:pt x="1011" y="217"/>
                  </a:moveTo>
                  <a:lnTo>
                    <a:pt x="1132" y="265"/>
                  </a:lnTo>
                  <a:lnTo>
                    <a:pt x="1372" y="434"/>
                  </a:lnTo>
                  <a:lnTo>
                    <a:pt x="1445" y="506"/>
                  </a:lnTo>
                  <a:lnTo>
                    <a:pt x="1493" y="602"/>
                  </a:lnTo>
                  <a:lnTo>
                    <a:pt x="1493" y="891"/>
                  </a:lnTo>
                  <a:lnTo>
                    <a:pt x="1493" y="1035"/>
                  </a:lnTo>
                  <a:lnTo>
                    <a:pt x="1469" y="1156"/>
                  </a:lnTo>
                  <a:lnTo>
                    <a:pt x="1421" y="1276"/>
                  </a:lnTo>
                  <a:lnTo>
                    <a:pt x="1348" y="1348"/>
                  </a:lnTo>
                  <a:lnTo>
                    <a:pt x="1132" y="1541"/>
                  </a:lnTo>
                  <a:lnTo>
                    <a:pt x="1060" y="1589"/>
                  </a:lnTo>
                  <a:lnTo>
                    <a:pt x="987" y="1613"/>
                  </a:lnTo>
                  <a:lnTo>
                    <a:pt x="795" y="1589"/>
                  </a:lnTo>
                  <a:lnTo>
                    <a:pt x="602" y="1589"/>
                  </a:lnTo>
                  <a:lnTo>
                    <a:pt x="434" y="1517"/>
                  </a:lnTo>
                  <a:lnTo>
                    <a:pt x="313" y="1445"/>
                  </a:lnTo>
                  <a:lnTo>
                    <a:pt x="241" y="1396"/>
                  </a:lnTo>
                  <a:lnTo>
                    <a:pt x="193" y="1324"/>
                  </a:lnTo>
                  <a:lnTo>
                    <a:pt x="169" y="1252"/>
                  </a:lnTo>
                  <a:lnTo>
                    <a:pt x="169" y="1180"/>
                  </a:lnTo>
                  <a:lnTo>
                    <a:pt x="169" y="1108"/>
                  </a:lnTo>
                  <a:lnTo>
                    <a:pt x="169" y="1011"/>
                  </a:lnTo>
                  <a:lnTo>
                    <a:pt x="169" y="843"/>
                  </a:lnTo>
                  <a:lnTo>
                    <a:pt x="193" y="674"/>
                  </a:lnTo>
                  <a:lnTo>
                    <a:pt x="241" y="578"/>
                  </a:lnTo>
                  <a:lnTo>
                    <a:pt x="289" y="506"/>
                  </a:lnTo>
                  <a:lnTo>
                    <a:pt x="410" y="385"/>
                  </a:lnTo>
                  <a:lnTo>
                    <a:pt x="506" y="313"/>
                  </a:lnTo>
                  <a:lnTo>
                    <a:pt x="650" y="265"/>
                  </a:lnTo>
                  <a:lnTo>
                    <a:pt x="771" y="241"/>
                  </a:lnTo>
                  <a:lnTo>
                    <a:pt x="915" y="217"/>
                  </a:lnTo>
                  <a:close/>
                  <a:moveTo>
                    <a:pt x="939" y="0"/>
                  </a:moveTo>
                  <a:lnTo>
                    <a:pt x="771" y="24"/>
                  </a:lnTo>
                  <a:lnTo>
                    <a:pt x="626" y="48"/>
                  </a:lnTo>
                  <a:lnTo>
                    <a:pt x="482" y="121"/>
                  </a:lnTo>
                  <a:lnTo>
                    <a:pt x="337" y="193"/>
                  </a:lnTo>
                  <a:lnTo>
                    <a:pt x="241" y="265"/>
                  </a:lnTo>
                  <a:lnTo>
                    <a:pt x="169" y="337"/>
                  </a:lnTo>
                  <a:lnTo>
                    <a:pt x="73" y="482"/>
                  </a:lnTo>
                  <a:lnTo>
                    <a:pt x="24" y="674"/>
                  </a:lnTo>
                  <a:lnTo>
                    <a:pt x="0" y="867"/>
                  </a:lnTo>
                  <a:lnTo>
                    <a:pt x="0" y="1035"/>
                  </a:lnTo>
                  <a:lnTo>
                    <a:pt x="0" y="1180"/>
                  </a:lnTo>
                  <a:lnTo>
                    <a:pt x="24" y="1300"/>
                  </a:lnTo>
                  <a:lnTo>
                    <a:pt x="48" y="1396"/>
                  </a:lnTo>
                  <a:lnTo>
                    <a:pt x="121" y="1469"/>
                  </a:lnTo>
                  <a:lnTo>
                    <a:pt x="193" y="1565"/>
                  </a:lnTo>
                  <a:lnTo>
                    <a:pt x="313" y="1637"/>
                  </a:lnTo>
                  <a:lnTo>
                    <a:pt x="434" y="1709"/>
                  </a:lnTo>
                  <a:lnTo>
                    <a:pt x="578" y="1733"/>
                  </a:lnTo>
                  <a:lnTo>
                    <a:pt x="723" y="1758"/>
                  </a:lnTo>
                  <a:lnTo>
                    <a:pt x="1035" y="1782"/>
                  </a:lnTo>
                  <a:lnTo>
                    <a:pt x="1132" y="1758"/>
                  </a:lnTo>
                  <a:lnTo>
                    <a:pt x="1204" y="1685"/>
                  </a:lnTo>
                  <a:lnTo>
                    <a:pt x="1445" y="1493"/>
                  </a:lnTo>
                  <a:lnTo>
                    <a:pt x="1565" y="1372"/>
                  </a:lnTo>
                  <a:lnTo>
                    <a:pt x="1613" y="1228"/>
                  </a:lnTo>
                  <a:lnTo>
                    <a:pt x="1661" y="1035"/>
                  </a:lnTo>
                  <a:lnTo>
                    <a:pt x="1685" y="843"/>
                  </a:lnTo>
                  <a:lnTo>
                    <a:pt x="1637" y="578"/>
                  </a:lnTo>
                  <a:lnTo>
                    <a:pt x="1613" y="458"/>
                  </a:lnTo>
                  <a:lnTo>
                    <a:pt x="1589" y="385"/>
                  </a:lnTo>
                  <a:lnTo>
                    <a:pt x="1517" y="313"/>
                  </a:lnTo>
                  <a:lnTo>
                    <a:pt x="1445" y="241"/>
                  </a:lnTo>
                  <a:lnTo>
                    <a:pt x="1300" y="145"/>
                  </a:lnTo>
                  <a:lnTo>
                    <a:pt x="1132" y="48"/>
                  </a:lnTo>
                  <a:lnTo>
                    <a:pt x="1035" y="24"/>
                  </a:lnTo>
                  <a:lnTo>
                    <a:pt x="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4" name="Google Shape;10354;p25"/>
            <p:cNvSpPr/>
            <p:nvPr/>
          </p:nvSpPr>
          <p:spPr>
            <a:xfrm>
              <a:off x="1296725" y="2772625"/>
              <a:ext cx="14475" cy="16275"/>
            </a:xfrm>
            <a:custGeom>
              <a:avLst/>
              <a:gdLst/>
              <a:ahLst/>
              <a:cxnLst/>
              <a:rect l="l" t="t" r="r" b="b"/>
              <a:pathLst>
                <a:path w="579" h="651" extrusionOk="0">
                  <a:moveTo>
                    <a:pt x="410" y="193"/>
                  </a:moveTo>
                  <a:lnTo>
                    <a:pt x="434" y="265"/>
                  </a:lnTo>
                  <a:lnTo>
                    <a:pt x="434" y="313"/>
                  </a:lnTo>
                  <a:lnTo>
                    <a:pt x="410" y="385"/>
                  </a:lnTo>
                  <a:lnTo>
                    <a:pt x="362" y="458"/>
                  </a:lnTo>
                  <a:lnTo>
                    <a:pt x="290" y="506"/>
                  </a:lnTo>
                  <a:lnTo>
                    <a:pt x="242" y="506"/>
                  </a:lnTo>
                  <a:lnTo>
                    <a:pt x="218" y="482"/>
                  </a:lnTo>
                  <a:lnTo>
                    <a:pt x="194" y="458"/>
                  </a:lnTo>
                  <a:lnTo>
                    <a:pt x="194" y="385"/>
                  </a:lnTo>
                  <a:lnTo>
                    <a:pt x="218" y="313"/>
                  </a:lnTo>
                  <a:lnTo>
                    <a:pt x="242" y="241"/>
                  </a:lnTo>
                  <a:lnTo>
                    <a:pt x="290" y="193"/>
                  </a:lnTo>
                  <a:close/>
                  <a:moveTo>
                    <a:pt x="314" y="0"/>
                  </a:moveTo>
                  <a:lnTo>
                    <a:pt x="242" y="24"/>
                  </a:lnTo>
                  <a:lnTo>
                    <a:pt x="169" y="48"/>
                  </a:lnTo>
                  <a:lnTo>
                    <a:pt x="25" y="193"/>
                  </a:lnTo>
                  <a:lnTo>
                    <a:pt x="1" y="241"/>
                  </a:lnTo>
                  <a:lnTo>
                    <a:pt x="1" y="337"/>
                  </a:lnTo>
                  <a:lnTo>
                    <a:pt x="25" y="458"/>
                  </a:lnTo>
                  <a:lnTo>
                    <a:pt x="49" y="530"/>
                  </a:lnTo>
                  <a:lnTo>
                    <a:pt x="97" y="578"/>
                  </a:lnTo>
                  <a:lnTo>
                    <a:pt x="145" y="626"/>
                  </a:lnTo>
                  <a:lnTo>
                    <a:pt x="218" y="650"/>
                  </a:lnTo>
                  <a:lnTo>
                    <a:pt x="314" y="650"/>
                  </a:lnTo>
                  <a:lnTo>
                    <a:pt x="386" y="602"/>
                  </a:lnTo>
                  <a:lnTo>
                    <a:pt x="458" y="578"/>
                  </a:lnTo>
                  <a:lnTo>
                    <a:pt x="506" y="506"/>
                  </a:lnTo>
                  <a:lnTo>
                    <a:pt x="555" y="458"/>
                  </a:lnTo>
                  <a:lnTo>
                    <a:pt x="579" y="385"/>
                  </a:lnTo>
                  <a:lnTo>
                    <a:pt x="579" y="289"/>
                  </a:lnTo>
                  <a:lnTo>
                    <a:pt x="579" y="217"/>
                  </a:lnTo>
                  <a:lnTo>
                    <a:pt x="555" y="121"/>
                  </a:lnTo>
                  <a:lnTo>
                    <a:pt x="506" y="72"/>
                  </a:lnTo>
                  <a:lnTo>
                    <a:pt x="458" y="24"/>
                  </a:lnTo>
                  <a:lnTo>
                    <a:pt x="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5" name="Google Shape;10355;p25"/>
            <p:cNvSpPr/>
            <p:nvPr/>
          </p:nvSpPr>
          <p:spPr>
            <a:xfrm>
              <a:off x="1207675" y="2091350"/>
              <a:ext cx="145050" cy="155300"/>
            </a:xfrm>
            <a:custGeom>
              <a:avLst/>
              <a:gdLst/>
              <a:ahLst/>
              <a:cxnLst/>
              <a:rect l="l" t="t" r="r" b="b"/>
              <a:pathLst>
                <a:path w="5802" h="6212" extrusionOk="0">
                  <a:moveTo>
                    <a:pt x="3178" y="265"/>
                  </a:moveTo>
                  <a:lnTo>
                    <a:pt x="3394" y="289"/>
                  </a:lnTo>
                  <a:lnTo>
                    <a:pt x="3635" y="362"/>
                  </a:lnTo>
                  <a:lnTo>
                    <a:pt x="3900" y="482"/>
                  </a:lnTo>
                  <a:lnTo>
                    <a:pt x="4189" y="554"/>
                  </a:lnTo>
                  <a:lnTo>
                    <a:pt x="4357" y="650"/>
                  </a:lnTo>
                  <a:lnTo>
                    <a:pt x="4502" y="747"/>
                  </a:lnTo>
                  <a:lnTo>
                    <a:pt x="4646" y="891"/>
                  </a:lnTo>
                  <a:lnTo>
                    <a:pt x="4767" y="1036"/>
                  </a:lnTo>
                  <a:lnTo>
                    <a:pt x="4887" y="1204"/>
                  </a:lnTo>
                  <a:lnTo>
                    <a:pt x="4983" y="1397"/>
                  </a:lnTo>
                  <a:lnTo>
                    <a:pt x="5248" y="1854"/>
                  </a:lnTo>
                  <a:lnTo>
                    <a:pt x="5465" y="2336"/>
                  </a:lnTo>
                  <a:lnTo>
                    <a:pt x="5561" y="2576"/>
                  </a:lnTo>
                  <a:lnTo>
                    <a:pt x="5609" y="2841"/>
                  </a:lnTo>
                  <a:lnTo>
                    <a:pt x="5657" y="3082"/>
                  </a:lnTo>
                  <a:lnTo>
                    <a:pt x="5657" y="3347"/>
                  </a:lnTo>
                  <a:lnTo>
                    <a:pt x="5609" y="3491"/>
                  </a:lnTo>
                  <a:lnTo>
                    <a:pt x="5585" y="3563"/>
                  </a:lnTo>
                  <a:lnTo>
                    <a:pt x="5537" y="3611"/>
                  </a:lnTo>
                  <a:lnTo>
                    <a:pt x="5392" y="3804"/>
                  </a:lnTo>
                  <a:lnTo>
                    <a:pt x="5224" y="3972"/>
                  </a:lnTo>
                  <a:lnTo>
                    <a:pt x="5152" y="4045"/>
                  </a:lnTo>
                  <a:lnTo>
                    <a:pt x="5080" y="4165"/>
                  </a:lnTo>
                  <a:lnTo>
                    <a:pt x="5007" y="4261"/>
                  </a:lnTo>
                  <a:lnTo>
                    <a:pt x="4983" y="4406"/>
                  </a:lnTo>
                  <a:lnTo>
                    <a:pt x="4911" y="4598"/>
                  </a:lnTo>
                  <a:lnTo>
                    <a:pt x="4839" y="4767"/>
                  </a:lnTo>
                  <a:lnTo>
                    <a:pt x="4622" y="5080"/>
                  </a:lnTo>
                  <a:lnTo>
                    <a:pt x="4550" y="5200"/>
                  </a:lnTo>
                  <a:lnTo>
                    <a:pt x="4454" y="5272"/>
                  </a:lnTo>
                  <a:lnTo>
                    <a:pt x="4357" y="5345"/>
                  </a:lnTo>
                  <a:lnTo>
                    <a:pt x="4237" y="5417"/>
                  </a:lnTo>
                  <a:lnTo>
                    <a:pt x="3635" y="5730"/>
                  </a:lnTo>
                  <a:lnTo>
                    <a:pt x="3467" y="5802"/>
                  </a:lnTo>
                  <a:lnTo>
                    <a:pt x="3322" y="5850"/>
                  </a:lnTo>
                  <a:lnTo>
                    <a:pt x="2937" y="5898"/>
                  </a:lnTo>
                  <a:lnTo>
                    <a:pt x="2576" y="5898"/>
                  </a:lnTo>
                  <a:lnTo>
                    <a:pt x="2191" y="5850"/>
                  </a:lnTo>
                  <a:lnTo>
                    <a:pt x="1998" y="5826"/>
                  </a:lnTo>
                  <a:lnTo>
                    <a:pt x="1830" y="5754"/>
                  </a:lnTo>
                  <a:lnTo>
                    <a:pt x="1661" y="5706"/>
                  </a:lnTo>
                  <a:lnTo>
                    <a:pt x="1541" y="5609"/>
                  </a:lnTo>
                  <a:lnTo>
                    <a:pt x="1276" y="5417"/>
                  </a:lnTo>
                  <a:lnTo>
                    <a:pt x="987" y="5152"/>
                  </a:lnTo>
                  <a:lnTo>
                    <a:pt x="698" y="4839"/>
                  </a:lnTo>
                  <a:lnTo>
                    <a:pt x="554" y="4622"/>
                  </a:lnTo>
                  <a:lnTo>
                    <a:pt x="433" y="4406"/>
                  </a:lnTo>
                  <a:lnTo>
                    <a:pt x="361" y="4165"/>
                  </a:lnTo>
                  <a:lnTo>
                    <a:pt x="289" y="3924"/>
                  </a:lnTo>
                  <a:lnTo>
                    <a:pt x="265" y="3756"/>
                  </a:lnTo>
                  <a:lnTo>
                    <a:pt x="289" y="3563"/>
                  </a:lnTo>
                  <a:lnTo>
                    <a:pt x="361" y="3106"/>
                  </a:lnTo>
                  <a:lnTo>
                    <a:pt x="409" y="2648"/>
                  </a:lnTo>
                  <a:lnTo>
                    <a:pt x="409" y="2456"/>
                  </a:lnTo>
                  <a:lnTo>
                    <a:pt x="457" y="2287"/>
                  </a:lnTo>
                  <a:lnTo>
                    <a:pt x="554" y="2119"/>
                  </a:lnTo>
                  <a:lnTo>
                    <a:pt x="650" y="1974"/>
                  </a:lnTo>
                  <a:lnTo>
                    <a:pt x="867" y="1710"/>
                  </a:lnTo>
                  <a:lnTo>
                    <a:pt x="1059" y="1421"/>
                  </a:lnTo>
                  <a:lnTo>
                    <a:pt x="1180" y="1276"/>
                  </a:lnTo>
                  <a:lnTo>
                    <a:pt x="1300" y="1156"/>
                  </a:lnTo>
                  <a:lnTo>
                    <a:pt x="1565" y="939"/>
                  </a:lnTo>
                  <a:lnTo>
                    <a:pt x="2143" y="626"/>
                  </a:lnTo>
                  <a:lnTo>
                    <a:pt x="2431" y="482"/>
                  </a:lnTo>
                  <a:lnTo>
                    <a:pt x="2744" y="362"/>
                  </a:lnTo>
                  <a:lnTo>
                    <a:pt x="2961" y="289"/>
                  </a:lnTo>
                  <a:lnTo>
                    <a:pt x="3178" y="265"/>
                  </a:lnTo>
                  <a:close/>
                  <a:moveTo>
                    <a:pt x="3033" y="0"/>
                  </a:moveTo>
                  <a:lnTo>
                    <a:pt x="2865" y="24"/>
                  </a:lnTo>
                  <a:lnTo>
                    <a:pt x="2696" y="73"/>
                  </a:lnTo>
                  <a:lnTo>
                    <a:pt x="2335" y="217"/>
                  </a:lnTo>
                  <a:lnTo>
                    <a:pt x="1974" y="362"/>
                  </a:lnTo>
                  <a:lnTo>
                    <a:pt x="1637" y="554"/>
                  </a:lnTo>
                  <a:lnTo>
                    <a:pt x="1300" y="747"/>
                  </a:lnTo>
                  <a:lnTo>
                    <a:pt x="1156" y="867"/>
                  </a:lnTo>
                  <a:lnTo>
                    <a:pt x="1011" y="987"/>
                  </a:lnTo>
                  <a:lnTo>
                    <a:pt x="891" y="1132"/>
                  </a:lnTo>
                  <a:lnTo>
                    <a:pt x="770" y="1276"/>
                  </a:lnTo>
                  <a:lnTo>
                    <a:pt x="361" y="1878"/>
                  </a:lnTo>
                  <a:lnTo>
                    <a:pt x="265" y="1998"/>
                  </a:lnTo>
                  <a:lnTo>
                    <a:pt x="217" y="2119"/>
                  </a:lnTo>
                  <a:lnTo>
                    <a:pt x="169" y="2263"/>
                  </a:lnTo>
                  <a:lnTo>
                    <a:pt x="120" y="2408"/>
                  </a:lnTo>
                  <a:lnTo>
                    <a:pt x="96" y="2889"/>
                  </a:lnTo>
                  <a:lnTo>
                    <a:pt x="96" y="3130"/>
                  </a:lnTo>
                  <a:lnTo>
                    <a:pt x="48" y="3371"/>
                  </a:lnTo>
                  <a:lnTo>
                    <a:pt x="24" y="3563"/>
                  </a:lnTo>
                  <a:lnTo>
                    <a:pt x="0" y="3732"/>
                  </a:lnTo>
                  <a:lnTo>
                    <a:pt x="24" y="3924"/>
                  </a:lnTo>
                  <a:lnTo>
                    <a:pt x="72" y="4117"/>
                  </a:lnTo>
                  <a:lnTo>
                    <a:pt x="145" y="4358"/>
                  </a:lnTo>
                  <a:lnTo>
                    <a:pt x="241" y="4622"/>
                  </a:lnTo>
                  <a:lnTo>
                    <a:pt x="361" y="4839"/>
                  </a:lnTo>
                  <a:lnTo>
                    <a:pt x="530" y="5056"/>
                  </a:lnTo>
                  <a:lnTo>
                    <a:pt x="794" y="5345"/>
                  </a:lnTo>
                  <a:lnTo>
                    <a:pt x="1059" y="5609"/>
                  </a:lnTo>
                  <a:lnTo>
                    <a:pt x="1252" y="5754"/>
                  </a:lnTo>
                  <a:lnTo>
                    <a:pt x="1469" y="5898"/>
                  </a:lnTo>
                  <a:lnTo>
                    <a:pt x="1782" y="6043"/>
                  </a:lnTo>
                  <a:lnTo>
                    <a:pt x="2119" y="6139"/>
                  </a:lnTo>
                  <a:lnTo>
                    <a:pt x="2456" y="6187"/>
                  </a:lnTo>
                  <a:lnTo>
                    <a:pt x="2793" y="6211"/>
                  </a:lnTo>
                  <a:lnTo>
                    <a:pt x="3033" y="6187"/>
                  </a:lnTo>
                  <a:lnTo>
                    <a:pt x="3250" y="6163"/>
                  </a:lnTo>
                  <a:lnTo>
                    <a:pt x="3467" y="6115"/>
                  </a:lnTo>
                  <a:lnTo>
                    <a:pt x="3683" y="6043"/>
                  </a:lnTo>
                  <a:lnTo>
                    <a:pt x="4333" y="5682"/>
                  </a:lnTo>
                  <a:lnTo>
                    <a:pt x="4550" y="5561"/>
                  </a:lnTo>
                  <a:lnTo>
                    <a:pt x="4743" y="5393"/>
                  </a:lnTo>
                  <a:lnTo>
                    <a:pt x="4887" y="5200"/>
                  </a:lnTo>
                  <a:lnTo>
                    <a:pt x="5007" y="4984"/>
                  </a:lnTo>
                  <a:lnTo>
                    <a:pt x="5080" y="4863"/>
                  </a:lnTo>
                  <a:lnTo>
                    <a:pt x="5128" y="4743"/>
                  </a:lnTo>
                  <a:lnTo>
                    <a:pt x="5200" y="4622"/>
                  </a:lnTo>
                  <a:lnTo>
                    <a:pt x="5224" y="4526"/>
                  </a:lnTo>
                  <a:lnTo>
                    <a:pt x="5272" y="4382"/>
                  </a:lnTo>
                  <a:lnTo>
                    <a:pt x="5344" y="4285"/>
                  </a:lnTo>
                  <a:lnTo>
                    <a:pt x="5513" y="4093"/>
                  </a:lnTo>
                  <a:lnTo>
                    <a:pt x="5609" y="3997"/>
                  </a:lnTo>
                  <a:lnTo>
                    <a:pt x="5681" y="3924"/>
                  </a:lnTo>
                  <a:lnTo>
                    <a:pt x="5730" y="3828"/>
                  </a:lnTo>
                  <a:lnTo>
                    <a:pt x="5754" y="3732"/>
                  </a:lnTo>
                  <a:lnTo>
                    <a:pt x="5754" y="3611"/>
                  </a:lnTo>
                  <a:lnTo>
                    <a:pt x="5754" y="3539"/>
                  </a:lnTo>
                  <a:lnTo>
                    <a:pt x="5778" y="3443"/>
                  </a:lnTo>
                  <a:lnTo>
                    <a:pt x="5802" y="3178"/>
                  </a:lnTo>
                  <a:lnTo>
                    <a:pt x="5802" y="2913"/>
                  </a:lnTo>
                  <a:lnTo>
                    <a:pt x="5754" y="2648"/>
                  </a:lnTo>
                  <a:lnTo>
                    <a:pt x="5657" y="2384"/>
                  </a:lnTo>
                  <a:lnTo>
                    <a:pt x="5320" y="1565"/>
                  </a:lnTo>
                  <a:lnTo>
                    <a:pt x="5152" y="1228"/>
                  </a:lnTo>
                  <a:lnTo>
                    <a:pt x="5055" y="1060"/>
                  </a:lnTo>
                  <a:lnTo>
                    <a:pt x="4959" y="915"/>
                  </a:lnTo>
                  <a:lnTo>
                    <a:pt x="4791" y="699"/>
                  </a:lnTo>
                  <a:lnTo>
                    <a:pt x="4574" y="506"/>
                  </a:lnTo>
                  <a:lnTo>
                    <a:pt x="4357" y="386"/>
                  </a:lnTo>
                  <a:lnTo>
                    <a:pt x="4117" y="289"/>
                  </a:lnTo>
                  <a:lnTo>
                    <a:pt x="3900" y="193"/>
                  </a:lnTo>
                  <a:lnTo>
                    <a:pt x="3635" y="97"/>
                  </a:lnTo>
                  <a:lnTo>
                    <a:pt x="3370" y="24"/>
                  </a:lnTo>
                  <a:lnTo>
                    <a:pt x="3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6" name="Google Shape;10356;p25"/>
            <p:cNvSpPr/>
            <p:nvPr/>
          </p:nvSpPr>
          <p:spPr>
            <a:xfrm>
              <a:off x="1249200" y="2140700"/>
              <a:ext cx="60200" cy="62625"/>
            </a:xfrm>
            <a:custGeom>
              <a:avLst/>
              <a:gdLst/>
              <a:ahLst/>
              <a:cxnLst/>
              <a:rect l="l" t="t" r="r" b="b"/>
              <a:pathLst>
                <a:path w="2408" h="2505" extrusionOk="0">
                  <a:moveTo>
                    <a:pt x="1469" y="217"/>
                  </a:moveTo>
                  <a:lnTo>
                    <a:pt x="1565" y="265"/>
                  </a:lnTo>
                  <a:lnTo>
                    <a:pt x="1637" y="313"/>
                  </a:lnTo>
                  <a:lnTo>
                    <a:pt x="1709" y="410"/>
                  </a:lnTo>
                  <a:lnTo>
                    <a:pt x="1757" y="482"/>
                  </a:lnTo>
                  <a:lnTo>
                    <a:pt x="1854" y="602"/>
                  </a:lnTo>
                  <a:lnTo>
                    <a:pt x="1926" y="674"/>
                  </a:lnTo>
                  <a:lnTo>
                    <a:pt x="1998" y="771"/>
                  </a:lnTo>
                  <a:lnTo>
                    <a:pt x="2095" y="1011"/>
                  </a:lnTo>
                  <a:lnTo>
                    <a:pt x="2143" y="1132"/>
                  </a:lnTo>
                  <a:lnTo>
                    <a:pt x="2143" y="1252"/>
                  </a:lnTo>
                  <a:lnTo>
                    <a:pt x="2143" y="1373"/>
                  </a:lnTo>
                  <a:lnTo>
                    <a:pt x="2095" y="1469"/>
                  </a:lnTo>
                  <a:lnTo>
                    <a:pt x="2022" y="1661"/>
                  </a:lnTo>
                  <a:lnTo>
                    <a:pt x="1926" y="1806"/>
                  </a:lnTo>
                  <a:lnTo>
                    <a:pt x="1806" y="1950"/>
                  </a:lnTo>
                  <a:lnTo>
                    <a:pt x="1685" y="2095"/>
                  </a:lnTo>
                  <a:lnTo>
                    <a:pt x="1541" y="2167"/>
                  </a:lnTo>
                  <a:lnTo>
                    <a:pt x="1396" y="2215"/>
                  </a:lnTo>
                  <a:lnTo>
                    <a:pt x="1180" y="2239"/>
                  </a:lnTo>
                  <a:lnTo>
                    <a:pt x="891" y="2239"/>
                  </a:lnTo>
                  <a:lnTo>
                    <a:pt x="843" y="2215"/>
                  </a:lnTo>
                  <a:lnTo>
                    <a:pt x="770" y="2191"/>
                  </a:lnTo>
                  <a:lnTo>
                    <a:pt x="698" y="2119"/>
                  </a:lnTo>
                  <a:lnTo>
                    <a:pt x="458" y="1830"/>
                  </a:lnTo>
                  <a:lnTo>
                    <a:pt x="361" y="1661"/>
                  </a:lnTo>
                  <a:lnTo>
                    <a:pt x="265" y="1493"/>
                  </a:lnTo>
                  <a:lnTo>
                    <a:pt x="241" y="1349"/>
                  </a:lnTo>
                  <a:lnTo>
                    <a:pt x="241" y="1180"/>
                  </a:lnTo>
                  <a:lnTo>
                    <a:pt x="337" y="771"/>
                  </a:lnTo>
                  <a:lnTo>
                    <a:pt x="385" y="674"/>
                  </a:lnTo>
                  <a:lnTo>
                    <a:pt x="458" y="602"/>
                  </a:lnTo>
                  <a:lnTo>
                    <a:pt x="674" y="458"/>
                  </a:lnTo>
                  <a:lnTo>
                    <a:pt x="891" y="313"/>
                  </a:lnTo>
                  <a:lnTo>
                    <a:pt x="1011" y="265"/>
                  </a:lnTo>
                  <a:lnTo>
                    <a:pt x="1108" y="241"/>
                  </a:lnTo>
                  <a:lnTo>
                    <a:pt x="1348" y="217"/>
                  </a:lnTo>
                  <a:close/>
                  <a:moveTo>
                    <a:pt x="1083" y="0"/>
                  </a:moveTo>
                  <a:lnTo>
                    <a:pt x="963" y="24"/>
                  </a:lnTo>
                  <a:lnTo>
                    <a:pt x="770" y="121"/>
                  </a:lnTo>
                  <a:lnTo>
                    <a:pt x="602" y="217"/>
                  </a:lnTo>
                  <a:lnTo>
                    <a:pt x="433" y="313"/>
                  </a:lnTo>
                  <a:lnTo>
                    <a:pt x="265" y="434"/>
                  </a:lnTo>
                  <a:lnTo>
                    <a:pt x="169" y="554"/>
                  </a:lnTo>
                  <a:lnTo>
                    <a:pt x="121" y="674"/>
                  </a:lnTo>
                  <a:lnTo>
                    <a:pt x="24" y="1108"/>
                  </a:lnTo>
                  <a:lnTo>
                    <a:pt x="0" y="1228"/>
                  </a:lnTo>
                  <a:lnTo>
                    <a:pt x="0" y="1324"/>
                  </a:lnTo>
                  <a:lnTo>
                    <a:pt x="24" y="1445"/>
                  </a:lnTo>
                  <a:lnTo>
                    <a:pt x="48" y="1541"/>
                  </a:lnTo>
                  <a:lnTo>
                    <a:pt x="169" y="1782"/>
                  </a:lnTo>
                  <a:lnTo>
                    <a:pt x="289" y="1998"/>
                  </a:lnTo>
                  <a:lnTo>
                    <a:pt x="554" y="2287"/>
                  </a:lnTo>
                  <a:lnTo>
                    <a:pt x="674" y="2384"/>
                  </a:lnTo>
                  <a:lnTo>
                    <a:pt x="795" y="2456"/>
                  </a:lnTo>
                  <a:lnTo>
                    <a:pt x="915" y="2504"/>
                  </a:lnTo>
                  <a:lnTo>
                    <a:pt x="1059" y="2504"/>
                  </a:lnTo>
                  <a:lnTo>
                    <a:pt x="1300" y="2480"/>
                  </a:lnTo>
                  <a:lnTo>
                    <a:pt x="1541" y="2456"/>
                  </a:lnTo>
                  <a:lnTo>
                    <a:pt x="1685" y="2408"/>
                  </a:lnTo>
                  <a:lnTo>
                    <a:pt x="1806" y="2336"/>
                  </a:lnTo>
                  <a:lnTo>
                    <a:pt x="1974" y="2191"/>
                  </a:lnTo>
                  <a:lnTo>
                    <a:pt x="2119" y="2023"/>
                  </a:lnTo>
                  <a:lnTo>
                    <a:pt x="2239" y="1854"/>
                  </a:lnTo>
                  <a:lnTo>
                    <a:pt x="2335" y="1637"/>
                  </a:lnTo>
                  <a:lnTo>
                    <a:pt x="2383" y="1493"/>
                  </a:lnTo>
                  <a:lnTo>
                    <a:pt x="2407" y="1349"/>
                  </a:lnTo>
                  <a:lnTo>
                    <a:pt x="2407" y="1228"/>
                  </a:lnTo>
                  <a:lnTo>
                    <a:pt x="2383" y="1108"/>
                  </a:lnTo>
                  <a:lnTo>
                    <a:pt x="2287" y="843"/>
                  </a:lnTo>
                  <a:lnTo>
                    <a:pt x="2167" y="602"/>
                  </a:lnTo>
                  <a:lnTo>
                    <a:pt x="2046" y="434"/>
                  </a:lnTo>
                  <a:lnTo>
                    <a:pt x="1878" y="265"/>
                  </a:lnTo>
                  <a:lnTo>
                    <a:pt x="1782" y="145"/>
                  </a:lnTo>
                  <a:lnTo>
                    <a:pt x="1661" y="73"/>
                  </a:lnTo>
                  <a:lnTo>
                    <a:pt x="1541" y="24"/>
                  </a:lnTo>
                  <a:lnTo>
                    <a:pt x="13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7" name="Google Shape;10357;p25"/>
            <p:cNvSpPr/>
            <p:nvPr/>
          </p:nvSpPr>
          <p:spPr>
            <a:xfrm>
              <a:off x="1267850" y="2158150"/>
              <a:ext cx="20475" cy="23500"/>
            </a:xfrm>
            <a:custGeom>
              <a:avLst/>
              <a:gdLst/>
              <a:ahLst/>
              <a:cxnLst/>
              <a:rect l="l" t="t" r="r" b="b"/>
              <a:pathLst>
                <a:path w="819" h="940" extrusionOk="0">
                  <a:moveTo>
                    <a:pt x="410" y="241"/>
                  </a:moveTo>
                  <a:lnTo>
                    <a:pt x="458" y="313"/>
                  </a:lnTo>
                  <a:lnTo>
                    <a:pt x="506" y="410"/>
                  </a:lnTo>
                  <a:lnTo>
                    <a:pt x="530" y="530"/>
                  </a:lnTo>
                  <a:lnTo>
                    <a:pt x="506" y="602"/>
                  </a:lnTo>
                  <a:lnTo>
                    <a:pt x="458" y="675"/>
                  </a:lnTo>
                  <a:lnTo>
                    <a:pt x="434" y="699"/>
                  </a:lnTo>
                  <a:lnTo>
                    <a:pt x="386" y="699"/>
                  </a:lnTo>
                  <a:lnTo>
                    <a:pt x="337" y="675"/>
                  </a:lnTo>
                  <a:lnTo>
                    <a:pt x="313" y="651"/>
                  </a:lnTo>
                  <a:lnTo>
                    <a:pt x="241" y="602"/>
                  </a:lnTo>
                  <a:lnTo>
                    <a:pt x="217" y="506"/>
                  </a:lnTo>
                  <a:lnTo>
                    <a:pt x="217" y="434"/>
                  </a:lnTo>
                  <a:lnTo>
                    <a:pt x="217" y="362"/>
                  </a:lnTo>
                  <a:lnTo>
                    <a:pt x="241" y="289"/>
                  </a:lnTo>
                  <a:lnTo>
                    <a:pt x="289" y="241"/>
                  </a:lnTo>
                  <a:close/>
                  <a:moveTo>
                    <a:pt x="313" y="1"/>
                  </a:moveTo>
                  <a:lnTo>
                    <a:pt x="241" y="49"/>
                  </a:lnTo>
                  <a:lnTo>
                    <a:pt x="145" y="121"/>
                  </a:lnTo>
                  <a:lnTo>
                    <a:pt x="73" y="217"/>
                  </a:lnTo>
                  <a:lnTo>
                    <a:pt x="24" y="338"/>
                  </a:lnTo>
                  <a:lnTo>
                    <a:pt x="0" y="434"/>
                  </a:lnTo>
                  <a:lnTo>
                    <a:pt x="24" y="554"/>
                  </a:lnTo>
                  <a:lnTo>
                    <a:pt x="49" y="651"/>
                  </a:lnTo>
                  <a:lnTo>
                    <a:pt x="97" y="747"/>
                  </a:lnTo>
                  <a:lnTo>
                    <a:pt x="169" y="819"/>
                  </a:lnTo>
                  <a:lnTo>
                    <a:pt x="265" y="915"/>
                  </a:lnTo>
                  <a:lnTo>
                    <a:pt x="362" y="939"/>
                  </a:lnTo>
                  <a:lnTo>
                    <a:pt x="482" y="939"/>
                  </a:lnTo>
                  <a:lnTo>
                    <a:pt x="578" y="891"/>
                  </a:lnTo>
                  <a:lnTo>
                    <a:pt x="626" y="843"/>
                  </a:lnTo>
                  <a:lnTo>
                    <a:pt x="723" y="771"/>
                  </a:lnTo>
                  <a:lnTo>
                    <a:pt x="771" y="651"/>
                  </a:lnTo>
                  <a:lnTo>
                    <a:pt x="819" y="410"/>
                  </a:lnTo>
                  <a:lnTo>
                    <a:pt x="819" y="362"/>
                  </a:lnTo>
                  <a:lnTo>
                    <a:pt x="795" y="338"/>
                  </a:lnTo>
                  <a:lnTo>
                    <a:pt x="723" y="193"/>
                  </a:lnTo>
                  <a:lnTo>
                    <a:pt x="602" y="97"/>
                  </a:lnTo>
                  <a:lnTo>
                    <a:pt x="530" y="25"/>
                  </a:lnTo>
                  <a:lnTo>
                    <a:pt x="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58" name="Google Shape;10358;p25"/>
          <p:cNvGrpSpPr/>
          <p:nvPr/>
        </p:nvGrpSpPr>
        <p:grpSpPr>
          <a:xfrm rot="-2841141">
            <a:off x="-2078917" y="3414347"/>
            <a:ext cx="3605651" cy="3438384"/>
            <a:chOff x="1781825" y="1787425"/>
            <a:chExt cx="804050" cy="766750"/>
          </a:xfrm>
        </p:grpSpPr>
        <p:sp>
          <p:nvSpPr>
            <p:cNvPr id="10359" name="Google Shape;10359;p25"/>
            <p:cNvSpPr/>
            <p:nvPr/>
          </p:nvSpPr>
          <p:spPr>
            <a:xfrm>
              <a:off x="1797450" y="2122050"/>
              <a:ext cx="356325" cy="331625"/>
            </a:xfrm>
            <a:custGeom>
              <a:avLst/>
              <a:gdLst/>
              <a:ahLst/>
              <a:cxnLst/>
              <a:rect l="l" t="t" r="r" b="b"/>
              <a:pathLst>
                <a:path w="14253" h="13265" extrusionOk="0">
                  <a:moveTo>
                    <a:pt x="9799" y="0"/>
                  </a:moveTo>
                  <a:lnTo>
                    <a:pt x="9197" y="72"/>
                  </a:lnTo>
                  <a:lnTo>
                    <a:pt x="8547" y="169"/>
                  </a:lnTo>
                  <a:lnTo>
                    <a:pt x="7993" y="313"/>
                  </a:lnTo>
                  <a:lnTo>
                    <a:pt x="7464" y="482"/>
                  </a:lnTo>
                  <a:lnTo>
                    <a:pt x="6934" y="674"/>
                  </a:lnTo>
                  <a:lnTo>
                    <a:pt x="6428" y="891"/>
                  </a:lnTo>
                  <a:lnTo>
                    <a:pt x="5923" y="1132"/>
                  </a:lnTo>
                  <a:lnTo>
                    <a:pt x="5441" y="1420"/>
                  </a:lnTo>
                  <a:lnTo>
                    <a:pt x="4960" y="1709"/>
                  </a:lnTo>
                  <a:lnTo>
                    <a:pt x="4503" y="2022"/>
                  </a:lnTo>
                  <a:lnTo>
                    <a:pt x="4045" y="2359"/>
                  </a:lnTo>
                  <a:lnTo>
                    <a:pt x="3636" y="2720"/>
                  </a:lnTo>
                  <a:lnTo>
                    <a:pt x="3203" y="3082"/>
                  </a:lnTo>
                  <a:lnTo>
                    <a:pt x="2817" y="3491"/>
                  </a:lnTo>
                  <a:lnTo>
                    <a:pt x="2432" y="3900"/>
                  </a:lnTo>
                  <a:lnTo>
                    <a:pt x="2071" y="4333"/>
                  </a:lnTo>
                  <a:lnTo>
                    <a:pt x="1734" y="4767"/>
                  </a:lnTo>
                  <a:lnTo>
                    <a:pt x="1397" y="5224"/>
                  </a:lnTo>
                  <a:lnTo>
                    <a:pt x="1181" y="5513"/>
                  </a:lnTo>
                  <a:lnTo>
                    <a:pt x="988" y="5826"/>
                  </a:lnTo>
                  <a:lnTo>
                    <a:pt x="819" y="6139"/>
                  </a:lnTo>
                  <a:lnTo>
                    <a:pt x="651" y="6452"/>
                  </a:lnTo>
                  <a:lnTo>
                    <a:pt x="506" y="6789"/>
                  </a:lnTo>
                  <a:lnTo>
                    <a:pt x="386" y="7126"/>
                  </a:lnTo>
                  <a:lnTo>
                    <a:pt x="266" y="7463"/>
                  </a:lnTo>
                  <a:lnTo>
                    <a:pt x="169" y="7800"/>
                  </a:lnTo>
                  <a:lnTo>
                    <a:pt x="97" y="8137"/>
                  </a:lnTo>
                  <a:lnTo>
                    <a:pt x="49" y="8498"/>
                  </a:lnTo>
                  <a:lnTo>
                    <a:pt x="25" y="8835"/>
                  </a:lnTo>
                  <a:lnTo>
                    <a:pt x="1" y="9172"/>
                  </a:lnTo>
                  <a:lnTo>
                    <a:pt x="1" y="9509"/>
                  </a:lnTo>
                  <a:lnTo>
                    <a:pt x="25" y="9822"/>
                  </a:lnTo>
                  <a:lnTo>
                    <a:pt x="73" y="10159"/>
                  </a:lnTo>
                  <a:lnTo>
                    <a:pt x="145" y="10472"/>
                  </a:lnTo>
                  <a:lnTo>
                    <a:pt x="218" y="10761"/>
                  </a:lnTo>
                  <a:lnTo>
                    <a:pt x="338" y="11050"/>
                  </a:lnTo>
                  <a:lnTo>
                    <a:pt x="458" y="11339"/>
                  </a:lnTo>
                  <a:lnTo>
                    <a:pt x="627" y="11603"/>
                  </a:lnTo>
                  <a:lnTo>
                    <a:pt x="795" y="11868"/>
                  </a:lnTo>
                  <a:lnTo>
                    <a:pt x="988" y="12085"/>
                  </a:lnTo>
                  <a:lnTo>
                    <a:pt x="1205" y="12302"/>
                  </a:lnTo>
                  <a:lnTo>
                    <a:pt x="1445" y="12518"/>
                  </a:lnTo>
                  <a:lnTo>
                    <a:pt x="1710" y="12687"/>
                  </a:lnTo>
                  <a:lnTo>
                    <a:pt x="1999" y="12855"/>
                  </a:lnTo>
                  <a:lnTo>
                    <a:pt x="2312" y="12976"/>
                  </a:lnTo>
                  <a:lnTo>
                    <a:pt x="2649" y="13096"/>
                  </a:lnTo>
                  <a:lnTo>
                    <a:pt x="3010" y="13168"/>
                  </a:lnTo>
                  <a:lnTo>
                    <a:pt x="3395" y="13240"/>
                  </a:lnTo>
                  <a:lnTo>
                    <a:pt x="3804" y="13264"/>
                  </a:lnTo>
                  <a:lnTo>
                    <a:pt x="4238" y="13264"/>
                  </a:lnTo>
                  <a:lnTo>
                    <a:pt x="4743" y="13240"/>
                  </a:lnTo>
                  <a:lnTo>
                    <a:pt x="5249" y="13168"/>
                  </a:lnTo>
                  <a:lnTo>
                    <a:pt x="5730" y="13072"/>
                  </a:lnTo>
                  <a:lnTo>
                    <a:pt x="6212" y="12951"/>
                  </a:lnTo>
                  <a:lnTo>
                    <a:pt x="6693" y="12807"/>
                  </a:lnTo>
                  <a:lnTo>
                    <a:pt x="7151" y="12639"/>
                  </a:lnTo>
                  <a:lnTo>
                    <a:pt x="7608" y="12446"/>
                  </a:lnTo>
                  <a:lnTo>
                    <a:pt x="8065" y="12253"/>
                  </a:lnTo>
                  <a:lnTo>
                    <a:pt x="8523" y="12013"/>
                  </a:lnTo>
                  <a:lnTo>
                    <a:pt x="8956" y="11748"/>
                  </a:lnTo>
                  <a:lnTo>
                    <a:pt x="9365" y="11483"/>
                  </a:lnTo>
                  <a:lnTo>
                    <a:pt x="9775" y="11194"/>
                  </a:lnTo>
                  <a:lnTo>
                    <a:pt x="10184" y="10905"/>
                  </a:lnTo>
                  <a:lnTo>
                    <a:pt x="10569" y="10592"/>
                  </a:lnTo>
                  <a:lnTo>
                    <a:pt x="10954" y="10255"/>
                  </a:lnTo>
                  <a:lnTo>
                    <a:pt x="11315" y="9918"/>
                  </a:lnTo>
                  <a:lnTo>
                    <a:pt x="11676" y="9557"/>
                  </a:lnTo>
                  <a:lnTo>
                    <a:pt x="12038" y="9196"/>
                  </a:lnTo>
                  <a:lnTo>
                    <a:pt x="12375" y="8787"/>
                  </a:lnTo>
                  <a:lnTo>
                    <a:pt x="12688" y="8378"/>
                  </a:lnTo>
                  <a:lnTo>
                    <a:pt x="12952" y="7968"/>
                  </a:lnTo>
                  <a:lnTo>
                    <a:pt x="13217" y="7535"/>
                  </a:lnTo>
                  <a:lnTo>
                    <a:pt x="13434" y="7102"/>
                  </a:lnTo>
                  <a:lnTo>
                    <a:pt x="13650" y="6644"/>
                  </a:lnTo>
                  <a:lnTo>
                    <a:pt x="13819" y="6211"/>
                  </a:lnTo>
                  <a:lnTo>
                    <a:pt x="13963" y="5754"/>
                  </a:lnTo>
                  <a:lnTo>
                    <a:pt x="14084" y="5296"/>
                  </a:lnTo>
                  <a:lnTo>
                    <a:pt x="14156" y="4863"/>
                  </a:lnTo>
                  <a:lnTo>
                    <a:pt x="14228" y="4406"/>
                  </a:lnTo>
                  <a:lnTo>
                    <a:pt x="14252" y="3972"/>
                  </a:lnTo>
                  <a:lnTo>
                    <a:pt x="14228" y="3563"/>
                  </a:lnTo>
                  <a:lnTo>
                    <a:pt x="14204" y="3154"/>
                  </a:lnTo>
                  <a:lnTo>
                    <a:pt x="14132" y="2744"/>
                  </a:lnTo>
                  <a:lnTo>
                    <a:pt x="14012" y="2359"/>
                  </a:lnTo>
                  <a:lnTo>
                    <a:pt x="13867" y="1998"/>
                  </a:lnTo>
                  <a:lnTo>
                    <a:pt x="13699" y="1661"/>
                  </a:lnTo>
                  <a:lnTo>
                    <a:pt x="13482" y="1348"/>
                  </a:lnTo>
                  <a:lnTo>
                    <a:pt x="13217" y="1059"/>
                  </a:lnTo>
                  <a:lnTo>
                    <a:pt x="12928" y="819"/>
                  </a:lnTo>
                  <a:lnTo>
                    <a:pt x="12615" y="578"/>
                  </a:lnTo>
                  <a:lnTo>
                    <a:pt x="12254" y="385"/>
                  </a:lnTo>
                  <a:lnTo>
                    <a:pt x="11845" y="241"/>
                  </a:lnTo>
                  <a:lnTo>
                    <a:pt x="11388" y="121"/>
                  </a:lnTo>
                  <a:lnTo>
                    <a:pt x="10906" y="24"/>
                  </a:lnTo>
                  <a:lnTo>
                    <a:pt x="103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0" name="Google Shape;10360;p25"/>
            <p:cNvSpPr/>
            <p:nvPr/>
          </p:nvSpPr>
          <p:spPr>
            <a:xfrm>
              <a:off x="2080925" y="2161150"/>
              <a:ext cx="9050" cy="15675"/>
            </a:xfrm>
            <a:custGeom>
              <a:avLst/>
              <a:gdLst/>
              <a:ahLst/>
              <a:cxnLst/>
              <a:rect l="l" t="t" r="r" b="b"/>
              <a:pathLst>
                <a:path w="362" h="627" extrusionOk="0">
                  <a:moveTo>
                    <a:pt x="289" y="1"/>
                  </a:moveTo>
                  <a:lnTo>
                    <a:pt x="241" y="25"/>
                  </a:lnTo>
                  <a:lnTo>
                    <a:pt x="193" y="97"/>
                  </a:lnTo>
                  <a:lnTo>
                    <a:pt x="73" y="266"/>
                  </a:lnTo>
                  <a:lnTo>
                    <a:pt x="0" y="386"/>
                  </a:lnTo>
                  <a:lnTo>
                    <a:pt x="25" y="482"/>
                  </a:lnTo>
                  <a:lnTo>
                    <a:pt x="73" y="579"/>
                  </a:lnTo>
                  <a:lnTo>
                    <a:pt x="97" y="627"/>
                  </a:lnTo>
                  <a:lnTo>
                    <a:pt x="145" y="627"/>
                  </a:lnTo>
                  <a:lnTo>
                    <a:pt x="169" y="579"/>
                  </a:lnTo>
                  <a:lnTo>
                    <a:pt x="145" y="506"/>
                  </a:lnTo>
                  <a:lnTo>
                    <a:pt x="169" y="458"/>
                  </a:lnTo>
                  <a:lnTo>
                    <a:pt x="193" y="386"/>
                  </a:lnTo>
                  <a:lnTo>
                    <a:pt x="217" y="338"/>
                  </a:lnTo>
                  <a:lnTo>
                    <a:pt x="313" y="242"/>
                  </a:lnTo>
                  <a:lnTo>
                    <a:pt x="362" y="169"/>
                  </a:lnTo>
                  <a:lnTo>
                    <a:pt x="362" y="121"/>
                  </a:lnTo>
                  <a:lnTo>
                    <a:pt x="337" y="25"/>
                  </a:lnTo>
                  <a:lnTo>
                    <a:pt x="28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1" name="Google Shape;10361;p25"/>
            <p:cNvSpPr/>
            <p:nvPr/>
          </p:nvSpPr>
          <p:spPr>
            <a:xfrm>
              <a:off x="2144125" y="2205700"/>
              <a:ext cx="7225" cy="8450"/>
            </a:xfrm>
            <a:custGeom>
              <a:avLst/>
              <a:gdLst/>
              <a:ahLst/>
              <a:cxnLst/>
              <a:rect l="l" t="t" r="r" b="b"/>
              <a:pathLst>
                <a:path w="289" h="338" extrusionOk="0">
                  <a:moveTo>
                    <a:pt x="72" y="0"/>
                  </a:moveTo>
                  <a:lnTo>
                    <a:pt x="24" y="24"/>
                  </a:lnTo>
                  <a:lnTo>
                    <a:pt x="0" y="73"/>
                  </a:lnTo>
                  <a:lnTo>
                    <a:pt x="0" y="145"/>
                  </a:lnTo>
                  <a:lnTo>
                    <a:pt x="0" y="241"/>
                  </a:lnTo>
                  <a:lnTo>
                    <a:pt x="48" y="313"/>
                  </a:lnTo>
                  <a:lnTo>
                    <a:pt x="120" y="337"/>
                  </a:lnTo>
                  <a:lnTo>
                    <a:pt x="193" y="337"/>
                  </a:lnTo>
                  <a:lnTo>
                    <a:pt x="265" y="313"/>
                  </a:lnTo>
                  <a:lnTo>
                    <a:pt x="289" y="289"/>
                  </a:lnTo>
                  <a:lnTo>
                    <a:pt x="265" y="241"/>
                  </a:lnTo>
                  <a:lnTo>
                    <a:pt x="169" y="169"/>
                  </a:lnTo>
                  <a:lnTo>
                    <a:pt x="145" y="145"/>
                  </a:lnTo>
                  <a:lnTo>
                    <a:pt x="145" y="121"/>
                  </a:lnTo>
                  <a:lnTo>
                    <a:pt x="193" y="97"/>
                  </a:lnTo>
                  <a:lnTo>
                    <a:pt x="217" y="48"/>
                  </a:lnTo>
                  <a:lnTo>
                    <a:pt x="217" y="24"/>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2" name="Google Shape;10362;p25"/>
            <p:cNvSpPr/>
            <p:nvPr/>
          </p:nvSpPr>
          <p:spPr>
            <a:xfrm>
              <a:off x="2092950" y="2144900"/>
              <a:ext cx="8450" cy="9075"/>
            </a:xfrm>
            <a:custGeom>
              <a:avLst/>
              <a:gdLst/>
              <a:ahLst/>
              <a:cxnLst/>
              <a:rect l="l" t="t" r="r" b="b"/>
              <a:pathLst>
                <a:path w="338" h="363" extrusionOk="0">
                  <a:moveTo>
                    <a:pt x="218" y="1"/>
                  </a:moveTo>
                  <a:lnTo>
                    <a:pt x="169" y="25"/>
                  </a:lnTo>
                  <a:lnTo>
                    <a:pt x="25" y="25"/>
                  </a:lnTo>
                  <a:lnTo>
                    <a:pt x="1" y="73"/>
                  </a:lnTo>
                  <a:lnTo>
                    <a:pt x="49" y="145"/>
                  </a:lnTo>
                  <a:lnTo>
                    <a:pt x="73" y="194"/>
                  </a:lnTo>
                  <a:lnTo>
                    <a:pt x="49" y="266"/>
                  </a:lnTo>
                  <a:lnTo>
                    <a:pt x="73" y="314"/>
                  </a:lnTo>
                  <a:lnTo>
                    <a:pt x="97" y="338"/>
                  </a:lnTo>
                  <a:lnTo>
                    <a:pt x="145" y="362"/>
                  </a:lnTo>
                  <a:lnTo>
                    <a:pt x="169" y="338"/>
                  </a:lnTo>
                  <a:lnTo>
                    <a:pt x="193" y="290"/>
                  </a:lnTo>
                  <a:lnTo>
                    <a:pt x="218" y="218"/>
                  </a:lnTo>
                  <a:lnTo>
                    <a:pt x="242" y="194"/>
                  </a:lnTo>
                  <a:lnTo>
                    <a:pt x="290" y="194"/>
                  </a:lnTo>
                  <a:lnTo>
                    <a:pt x="314" y="169"/>
                  </a:lnTo>
                  <a:lnTo>
                    <a:pt x="338" y="145"/>
                  </a:lnTo>
                  <a:lnTo>
                    <a:pt x="338" y="97"/>
                  </a:lnTo>
                  <a:lnTo>
                    <a:pt x="314" y="73"/>
                  </a:lnTo>
                  <a:lnTo>
                    <a:pt x="242" y="25"/>
                  </a:lnTo>
                  <a:lnTo>
                    <a:pt x="21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3" name="Google Shape;10363;p25"/>
            <p:cNvSpPr/>
            <p:nvPr/>
          </p:nvSpPr>
          <p:spPr>
            <a:xfrm>
              <a:off x="2068275" y="2297175"/>
              <a:ext cx="9050" cy="6050"/>
            </a:xfrm>
            <a:custGeom>
              <a:avLst/>
              <a:gdLst/>
              <a:ahLst/>
              <a:cxnLst/>
              <a:rect l="l" t="t" r="r" b="b"/>
              <a:pathLst>
                <a:path w="362" h="242" extrusionOk="0">
                  <a:moveTo>
                    <a:pt x="266" y="0"/>
                  </a:moveTo>
                  <a:lnTo>
                    <a:pt x="193" y="24"/>
                  </a:lnTo>
                  <a:lnTo>
                    <a:pt x="25" y="24"/>
                  </a:lnTo>
                  <a:lnTo>
                    <a:pt x="1" y="73"/>
                  </a:lnTo>
                  <a:lnTo>
                    <a:pt x="1" y="97"/>
                  </a:lnTo>
                  <a:lnTo>
                    <a:pt x="49" y="145"/>
                  </a:lnTo>
                  <a:lnTo>
                    <a:pt x="97" y="193"/>
                  </a:lnTo>
                  <a:lnTo>
                    <a:pt x="145" y="217"/>
                  </a:lnTo>
                  <a:lnTo>
                    <a:pt x="218" y="241"/>
                  </a:lnTo>
                  <a:lnTo>
                    <a:pt x="290" y="217"/>
                  </a:lnTo>
                  <a:lnTo>
                    <a:pt x="338" y="169"/>
                  </a:lnTo>
                  <a:lnTo>
                    <a:pt x="362" y="121"/>
                  </a:lnTo>
                  <a:lnTo>
                    <a:pt x="362" y="73"/>
                  </a:lnTo>
                  <a:lnTo>
                    <a:pt x="338" y="49"/>
                  </a:lnTo>
                  <a:lnTo>
                    <a:pt x="31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4" name="Google Shape;10364;p25"/>
            <p:cNvSpPr/>
            <p:nvPr/>
          </p:nvSpPr>
          <p:spPr>
            <a:xfrm>
              <a:off x="2001475" y="2168975"/>
              <a:ext cx="7850" cy="6050"/>
            </a:xfrm>
            <a:custGeom>
              <a:avLst/>
              <a:gdLst/>
              <a:ahLst/>
              <a:cxnLst/>
              <a:rect l="l" t="t" r="r" b="b"/>
              <a:pathLst>
                <a:path w="314" h="242" extrusionOk="0">
                  <a:moveTo>
                    <a:pt x="169" y="1"/>
                  </a:moveTo>
                  <a:lnTo>
                    <a:pt x="121" y="25"/>
                  </a:lnTo>
                  <a:lnTo>
                    <a:pt x="49" y="49"/>
                  </a:lnTo>
                  <a:lnTo>
                    <a:pt x="25" y="97"/>
                  </a:lnTo>
                  <a:lnTo>
                    <a:pt x="1" y="145"/>
                  </a:lnTo>
                  <a:lnTo>
                    <a:pt x="25" y="193"/>
                  </a:lnTo>
                  <a:lnTo>
                    <a:pt x="49" y="242"/>
                  </a:lnTo>
                  <a:lnTo>
                    <a:pt x="217" y="242"/>
                  </a:lnTo>
                  <a:lnTo>
                    <a:pt x="290" y="169"/>
                  </a:lnTo>
                  <a:lnTo>
                    <a:pt x="314" y="145"/>
                  </a:lnTo>
                  <a:lnTo>
                    <a:pt x="290" y="97"/>
                  </a:lnTo>
                  <a:lnTo>
                    <a:pt x="290" y="73"/>
                  </a:lnTo>
                  <a:lnTo>
                    <a:pt x="241"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5" name="Google Shape;10365;p25"/>
            <p:cNvSpPr/>
            <p:nvPr/>
          </p:nvSpPr>
          <p:spPr>
            <a:xfrm>
              <a:off x="2065875" y="2247225"/>
              <a:ext cx="7250" cy="7250"/>
            </a:xfrm>
            <a:custGeom>
              <a:avLst/>
              <a:gdLst/>
              <a:ahLst/>
              <a:cxnLst/>
              <a:rect l="l" t="t" r="r" b="b"/>
              <a:pathLst>
                <a:path w="290" h="290" extrusionOk="0">
                  <a:moveTo>
                    <a:pt x="145" y="0"/>
                  </a:moveTo>
                  <a:lnTo>
                    <a:pt x="97" y="24"/>
                  </a:lnTo>
                  <a:lnTo>
                    <a:pt x="25" y="97"/>
                  </a:lnTo>
                  <a:lnTo>
                    <a:pt x="1" y="145"/>
                  </a:lnTo>
                  <a:lnTo>
                    <a:pt x="1" y="193"/>
                  </a:lnTo>
                  <a:lnTo>
                    <a:pt x="25" y="265"/>
                  </a:lnTo>
                  <a:lnTo>
                    <a:pt x="73" y="289"/>
                  </a:lnTo>
                  <a:lnTo>
                    <a:pt x="121" y="265"/>
                  </a:lnTo>
                  <a:lnTo>
                    <a:pt x="169" y="241"/>
                  </a:lnTo>
                  <a:lnTo>
                    <a:pt x="241" y="145"/>
                  </a:lnTo>
                  <a:lnTo>
                    <a:pt x="289" y="48"/>
                  </a:lnTo>
                  <a:lnTo>
                    <a:pt x="24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6" name="Google Shape;10366;p25"/>
            <p:cNvSpPr/>
            <p:nvPr/>
          </p:nvSpPr>
          <p:spPr>
            <a:xfrm>
              <a:off x="2032175" y="2327875"/>
              <a:ext cx="5450" cy="6025"/>
            </a:xfrm>
            <a:custGeom>
              <a:avLst/>
              <a:gdLst/>
              <a:ahLst/>
              <a:cxnLst/>
              <a:rect l="l" t="t" r="r" b="b"/>
              <a:pathLst>
                <a:path w="218" h="241" extrusionOk="0">
                  <a:moveTo>
                    <a:pt x="97" y="0"/>
                  </a:moveTo>
                  <a:lnTo>
                    <a:pt x="49" y="24"/>
                  </a:lnTo>
                  <a:lnTo>
                    <a:pt x="25" y="48"/>
                  </a:lnTo>
                  <a:lnTo>
                    <a:pt x="0" y="72"/>
                  </a:lnTo>
                  <a:lnTo>
                    <a:pt x="0" y="121"/>
                  </a:lnTo>
                  <a:lnTo>
                    <a:pt x="49" y="193"/>
                  </a:lnTo>
                  <a:lnTo>
                    <a:pt x="73" y="217"/>
                  </a:lnTo>
                  <a:lnTo>
                    <a:pt x="121" y="241"/>
                  </a:lnTo>
                  <a:lnTo>
                    <a:pt x="169" y="217"/>
                  </a:lnTo>
                  <a:lnTo>
                    <a:pt x="217" y="193"/>
                  </a:lnTo>
                  <a:lnTo>
                    <a:pt x="217" y="145"/>
                  </a:lnTo>
                  <a:lnTo>
                    <a:pt x="217" y="96"/>
                  </a:lnTo>
                  <a:lnTo>
                    <a:pt x="217" y="72"/>
                  </a:lnTo>
                  <a:lnTo>
                    <a:pt x="193"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7" name="Google Shape;10367;p25"/>
            <p:cNvSpPr/>
            <p:nvPr/>
          </p:nvSpPr>
          <p:spPr>
            <a:xfrm>
              <a:off x="2041200" y="2200275"/>
              <a:ext cx="6650" cy="5450"/>
            </a:xfrm>
            <a:custGeom>
              <a:avLst/>
              <a:gdLst/>
              <a:ahLst/>
              <a:cxnLst/>
              <a:rect l="l" t="t" r="r" b="b"/>
              <a:pathLst>
                <a:path w="266" h="218" extrusionOk="0">
                  <a:moveTo>
                    <a:pt x="97" y="1"/>
                  </a:moveTo>
                  <a:lnTo>
                    <a:pt x="73" y="49"/>
                  </a:lnTo>
                  <a:lnTo>
                    <a:pt x="1" y="193"/>
                  </a:lnTo>
                  <a:lnTo>
                    <a:pt x="97" y="217"/>
                  </a:lnTo>
                  <a:lnTo>
                    <a:pt x="193" y="217"/>
                  </a:lnTo>
                  <a:lnTo>
                    <a:pt x="241" y="193"/>
                  </a:lnTo>
                  <a:lnTo>
                    <a:pt x="265" y="145"/>
                  </a:lnTo>
                  <a:lnTo>
                    <a:pt x="241"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8" name="Google Shape;10368;p25"/>
            <p:cNvSpPr/>
            <p:nvPr/>
          </p:nvSpPr>
          <p:spPr>
            <a:xfrm>
              <a:off x="2105000" y="2178625"/>
              <a:ext cx="5450" cy="6025"/>
            </a:xfrm>
            <a:custGeom>
              <a:avLst/>
              <a:gdLst/>
              <a:ahLst/>
              <a:cxnLst/>
              <a:rect l="l" t="t" r="r" b="b"/>
              <a:pathLst>
                <a:path w="218" h="241" extrusionOk="0">
                  <a:moveTo>
                    <a:pt x="97" y="0"/>
                  </a:moveTo>
                  <a:lnTo>
                    <a:pt x="24" y="48"/>
                  </a:lnTo>
                  <a:lnTo>
                    <a:pt x="0" y="96"/>
                  </a:lnTo>
                  <a:lnTo>
                    <a:pt x="0" y="144"/>
                  </a:lnTo>
                  <a:lnTo>
                    <a:pt x="49" y="193"/>
                  </a:lnTo>
                  <a:lnTo>
                    <a:pt x="97" y="241"/>
                  </a:lnTo>
                  <a:lnTo>
                    <a:pt x="145" y="241"/>
                  </a:lnTo>
                  <a:lnTo>
                    <a:pt x="193" y="217"/>
                  </a:lnTo>
                  <a:lnTo>
                    <a:pt x="217" y="144"/>
                  </a:lnTo>
                  <a:lnTo>
                    <a:pt x="217" y="96"/>
                  </a:lnTo>
                  <a:lnTo>
                    <a:pt x="193" y="48"/>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9" name="Google Shape;10369;p25"/>
            <p:cNvSpPr/>
            <p:nvPr/>
          </p:nvSpPr>
          <p:spPr>
            <a:xfrm>
              <a:off x="2069500" y="2214725"/>
              <a:ext cx="7225" cy="6050"/>
            </a:xfrm>
            <a:custGeom>
              <a:avLst/>
              <a:gdLst/>
              <a:ahLst/>
              <a:cxnLst/>
              <a:rect l="l" t="t" r="r" b="b"/>
              <a:pathLst>
                <a:path w="289" h="242" extrusionOk="0">
                  <a:moveTo>
                    <a:pt x="24" y="0"/>
                  </a:moveTo>
                  <a:lnTo>
                    <a:pt x="0" y="24"/>
                  </a:lnTo>
                  <a:lnTo>
                    <a:pt x="0" y="73"/>
                  </a:lnTo>
                  <a:lnTo>
                    <a:pt x="48" y="121"/>
                  </a:lnTo>
                  <a:lnTo>
                    <a:pt x="120" y="217"/>
                  </a:lnTo>
                  <a:lnTo>
                    <a:pt x="169" y="241"/>
                  </a:lnTo>
                  <a:lnTo>
                    <a:pt x="217" y="241"/>
                  </a:lnTo>
                  <a:lnTo>
                    <a:pt x="265" y="217"/>
                  </a:lnTo>
                  <a:lnTo>
                    <a:pt x="289" y="169"/>
                  </a:lnTo>
                  <a:lnTo>
                    <a:pt x="289" y="121"/>
                  </a:lnTo>
                  <a:lnTo>
                    <a:pt x="241" y="97"/>
                  </a:lnTo>
                  <a:lnTo>
                    <a:pt x="169"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0" name="Google Shape;10370;p25"/>
            <p:cNvSpPr/>
            <p:nvPr/>
          </p:nvSpPr>
          <p:spPr>
            <a:xfrm>
              <a:off x="2126675" y="2214725"/>
              <a:ext cx="5425" cy="6050"/>
            </a:xfrm>
            <a:custGeom>
              <a:avLst/>
              <a:gdLst/>
              <a:ahLst/>
              <a:cxnLst/>
              <a:rect l="l" t="t" r="r" b="b"/>
              <a:pathLst>
                <a:path w="217" h="242" extrusionOk="0">
                  <a:moveTo>
                    <a:pt x="72" y="0"/>
                  </a:moveTo>
                  <a:lnTo>
                    <a:pt x="24" y="24"/>
                  </a:lnTo>
                  <a:lnTo>
                    <a:pt x="0" y="97"/>
                  </a:lnTo>
                  <a:lnTo>
                    <a:pt x="0" y="169"/>
                  </a:lnTo>
                  <a:lnTo>
                    <a:pt x="48" y="217"/>
                  </a:lnTo>
                  <a:lnTo>
                    <a:pt x="120" y="241"/>
                  </a:lnTo>
                  <a:lnTo>
                    <a:pt x="193" y="241"/>
                  </a:lnTo>
                  <a:lnTo>
                    <a:pt x="217" y="217"/>
                  </a:lnTo>
                  <a:lnTo>
                    <a:pt x="217" y="193"/>
                  </a:lnTo>
                  <a:lnTo>
                    <a:pt x="217" y="121"/>
                  </a:lnTo>
                  <a:lnTo>
                    <a:pt x="193" y="49"/>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1" name="Google Shape;10371;p25"/>
            <p:cNvSpPr/>
            <p:nvPr/>
          </p:nvSpPr>
          <p:spPr>
            <a:xfrm>
              <a:off x="2055650" y="2222550"/>
              <a:ext cx="6050" cy="5450"/>
            </a:xfrm>
            <a:custGeom>
              <a:avLst/>
              <a:gdLst/>
              <a:ahLst/>
              <a:cxnLst/>
              <a:rect l="l" t="t" r="r" b="b"/>
              <a:pathLst>
                <a:path w="242" h="218" extrusionOk="0">
                  <a:moveTo>
                    <a:pt x="145" y="0"/>
                  </a:moveTo>
                  <a:lnTo>
                    <a:pt x="73" y="24"/>
                  </a:lnTo>
                  <a:lnTo>
                    <a:pt x="24" y="48"/>
                  </a:lnTo>
                  <a:lnTo>
                    <a:pt x="0" y="97"/>
                  </a:lnTo>
                  <a:lnTo>
                    <a:pt x="0" y="121"/>
                  </a:lnTo>
                  <a:lnTo>
                    <a:pt x="24" y="145"/>
                  </a:lnTo>
                  <a:lnTo>
                    <a:pt x="48" y="169"/>
                  </a:lnTo>
                  <a:lnTo>
                    <a:pt x="217" y="217"/>
                  </a:lnTo>
                  <a:lnTo>
                    <a:pt x="241" y="121"/>
                  </a:lnTo>
                  <a:lnTo>
                    <a:pt x="241" y="73"/>
                  </a:lnTo>
                  <a:lnTo>
                    <a:pt x="241"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2" name="Google Shape;10372;p25"/>
            <p:cNvSpPr/>
            <p:nvPr/>
          </p:nvSpPr>
          <p:spPr>
            <a:xfrm>
              <a:off x="2034575" y="2168975"/>
              <a:ext cx="4850" cy="8450"/>
            </a:xfrm>
            <a:custGeom>
              <a:avLst/>
              <a:gdLst/>
              <a:ahLst/>
              <a:cxnLst/>
              <a:rect l="l" t="t" r="r" b="b"/>
              <a:pathLst>
                <a:path w="194" h="338" extrusionOk="0">
                  <a:moveTo>
                    <a:pt x="145" y="1"/>
                  </a:moveTo>
                  <a:lnTo>
                    <a:pt x="97" y="25"/>
                  </a:lnTo>
                  <a:lnTo>
                    <a:pt x="73" y="49"/>
                  </a:lnTo>
                  <a:lnTo>
                    <a:pt x="25" y="145"/>
                  </a:lnTo>
                  <a:lnTo>
                    <a:pt x="1" y="266"/>
                  </a:lnTo>
                  <a:lnTo>
                    <a:pt x="25" y="314"/>
                  </a:lnTo>
                  <a:lnTo>
                    <a:pt x="73" y="338"/>
                  </a:lnTo>
                  <a:lnTo>
                    <a:pt x="97" y="338"/>
                  </a:lnTo>
                  <a:lnTo>
                    <a:pt x="121" y="290"/>
                  </a:lnTo>
                  <a:lnTo>
                    <a:pt x="169" y="218"/>
                  </a:lnTo>
                  <a:lnTo>
                    <a:pt x="193" y="97"/>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3" name="Google Shape;10373;p25"/>
            <p:cNvSpPr/>
            <p:nvPr/>
          </p:nvSpPr>
          <p:spPr>
            <a:xfrm>
              <a:off x="2048425" y="2149725"/>
              <a:ext cx="7250" cy="5450"/>
            </a:xfrm>
            <a:custGeom>
              <a:avLst/>
              <a:gdLst/>
              <a:ahLst/>
              <a:cxnLst/>
              <a:rect l="l" t="t" r="r" b="b"/>
              <a:pathLst>
                <a:path w="290" h="218" extrusionOk="0">
                  <a:moveTo>
                    <a:pt x="193" y="1"/>
                  </a:moveTo>
                  <a:lnTo>
                    <a:pt x="49" y="49"/>
                  </a:lnTo>
                  <a:lnTo>
                    <a:pt x="25" y="73"/>
                  </a:lnTo>
                  <a:lnTo>
                    <a:pt x="0" y="97"/>
                  </a:lnTo>
                  <a:lnTo>
                    <a:pt x="25" y="121"/>
                  </a:lnTo>
                  <a:lnTo>
                    <a:pt x="49" y="145"/>
                  </a:lnTo>
                  <a:lnTo>
                    <a:pt x="169" y="217"/>
                  </a:lnTo>
                  <a:lnTo>
                    <a:pt x="217" y="217"/>
                  </a:lnTo>
                  <a:lnTo>
                    <a:pt x="265" y="193"/>
                  </a:lnTo>
                  <a:lnTo>
                    <a:pt x="289" y="169"/>
                  </a:lnTo>
                  <a:lnTo>
                    <a:pt x="289" y="121"/>
                  </a:lnTo>
                  <a:lnTo>
                    <a:pt x="289" y="97"/>
                  </a:lnTo>
                  <a:lnTo>
                    <a:pt x="265" y="49"/>
                  </a:lnTo>
                  <a:lnTo>
                    <a:pt x="241"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4" name="Google Shape;10374;p25"/>
            <p:cNvSpPr/>
            <p:nvPr/>
          </p:nvSpPr>
          <p:spPr>
            <a:xfrm>
              <a:off x="2105000" y="2233375"/>
              <a:ext cx="5450" cy="5450"/>
            </a:xfrm>
            <a:custGeom>
              <a:avLst/>
              <a:gdLst/>
              <a:ahLst/>
              <a:cxnLst/>
              <a:rect l="l" t="t" r="r" b="b"/>
              <a:pathLst>
                <a:path w="218" h="218" extrusionOk="0">
                  <a:moveTo>
                    <a:pt x="97" y="1"/>
                  </a:moveTo>
                  <a:lnTo>
                    <a:pt x="49" y="25"/>
                  </a:lnTo>
                  <a:lnTo>
                    <a:pt x="24" y="49"/>
                  </a:lnTo>
                  <a:lnTo>
                    <a:pt x="0" y="97"/>
                  </a:lnTo>
                  <a:lnTo>
                    <a:pt x="0" y="145"/>
                  </a:lnTo>
                  <a:lnTo>
                    <a:pt x="0" y="193"/>
                  </a:lnTo>
                  <a:lnTo>
                    <a:pt x="49" y="217"/>
                  </a:lnTo>
                  <a:lnTo>
                    <a:pt x="121" y="217"/>
                  </a:lnTo>
                  <a:lnTo>
                    <a:pt x="193" y="193"/>
                  </a:lnTo>
                  <a:lnTo>
                    <a:pt x="217" y="145"/>
                  </a:lnTo>
                  <a:lnTo>
                    <a:pt x="217" y="97"/>
                  </a:lnTo>
                  <a:lnTo>
                    <a:pt x="193" y="49"/>
                  </a:lnTo>
                  <a:lnTo>
                    <a:pt x="169" y="25"/>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5" name="Google Shape;10375;p25"/>
            <p:cNvSpPr/>
            <p:nvPr/>
          </p:nvSpPr>
          <p:spPr>
            <a:xfrm>
              <a:off x="1972600" y="2158150"/>
              <a:ext cx="5425" cy="5450"/>
            </a:xfrm>
            <a:custGeom>
              <a:avLst/>
              <a:gdLst/>
              <a:ahLst/>
              <a:cxnLst/>
              <a:rect l="l" t="t" r="r" b="b"/>
              <a:pathLst>
                <a:path w="217" h="218" extrusionOk="0">
                  <a:moveTo>
                    <a:pt x="121" y="1"/>
                  </a:moveTo>
                  <a:lnTo>
                    <a:pt x="48" y="25"/>
                  </a:lnTo>
                  <a:lnTo>
                    <a:pt x="0" y="97"/>
                  </a:lnTo>
                  <a:lnTo>
                    <a:pt x="0" y="145"/>
                  </a:lnTo>
                  <a:lnTo>
                    <a:pt x="24" y="193"/>
                  </a:lnTo>
                  <a:lnTo>
                    <a:pt x="72" y="217"/>
                  </a:lnTo>
                  <a:lnTo>
                    <a:pt x="97" y="217"/>
                  </a:lnTo>
                  <a:lnTo>
                    <a:pt x="145" y="193"/>
                  </a:lnTo>
                  <a:lnTo>
                    <a:pt x="193" y="169"/>
                  </a:lnTo>
                  <a:lnTo>
                    <a:pt x="217" y="121"/>
                  </a:lnTo>
                  <a:lnTo>
                    <a:pt x="217" y="73"/>
                  </a:lnTo>
                  <a:lnTo>
                    <a:pt x="193" y="25"/>
                  </a:lnTo>
                  <a:lnTo>
                    <a:pt x="1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6" name="Google Shape;10376;p25"/>
            <p:cNvSpPr/>
            <p:nvPr/>
          </p:nvSpPr>
          <p:spPr>
            <a:xfrm>
              <a:off x="2029175" y="2258050"/>
              <a:ext cx="4825" cy="6050"/>
            </a:xfrm>
            <a:custGeom>
              <a:avLst/>
              <a:gdLst/>
              <a:ahLst/>
              <a:cxnLst/>
              <a:rect l="l" t="t" r="r" b="b"/>
              <a:pathLst>
                <a:path w="193" h="242" extrusionOk="0">
                  <a:moveTo>
                    <a:pt x="48" y="1"/>
                  </a:moveTo>
                  <a:lnTo>
                    <a:pt x="0" y="25"/>
                  </a:lnTo>
                  <a:lnTo>
                    <a:pt x="0" y="73"/>
                  </a:lnTo>
                  <a:lnTo>
                    <a:pt x="24" y="145"/>
                  </a:lnTo>
                  <a:lnTo>
                    <a:pt x="72" y="217"/>
                  </a:lnTo>
                  <a:lnTo>
                    <a:pt x="96" y="241"/>
                  </a:lnTo>
                  <a:lnTo>
                    <a:pt x="169" y="241"/>
                  </a:lnTo>
                  <a:lnTo>
                    <a:pt x="193" y="193"/>
                  </a:lnTo>
                  <a:lnTo>
                    <a:pt x="145" y="121"/>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7" name="Google Shape;10377;p25"/>
            <p:cNvSpPr/>
            <p:nvPr/>
          </p:nvSpPr>
          <p:spPr>
            <a:xfrm>
              <a:off x="2118225" y="2156350"/>
              <a:ext cx="5450" cy="5425"/>
            </a:xfrm>
            <a:custGeom>
              <a:avLst/>
              <a:gdLst/>
              <a:ahLst/>
              <a:cxnLst/>
              <a:rect l="l" t="t" r="r" b="b"/>
              <a:pathLst>
                <a:path w="218" h="217" extrusionOk="0">
                  <a:moveTo>
                    <a:pt x="49" y="0"/>
                  </a:moveTo>
                  <a:lnTo>
                    <a:pt x="25" y="48"/>
                  </a:lnTo>
                  <a:lnTo>
                    <a:pt x="1" y="97"/>
                  </a:lnTo>
                  <a:lnTo>
                    <a:pt x="25" y="145"/>
                  </a:lnTo>
                  <a:lnTo>
                    <a:pt x="73" y="193"/>
                  </a:lnTo>
                  <a:lnTo>
                    <a:pt x="97" y="217"/>
                  </a:lnTo>
                  <a:lnTo>
                    <a:pt x="145" y="217"/>
                  </a:lnTo>
                  <a:lnTo>
                    <a:pt x="194" y="193"/>
                  </a:lnTo>
                  <a:lnTo>
                    <a:pt x="218" y="145"/>
                  </a:lnTo>
                  <a:lnTo>
                    <a:pt x="218" y="73"/>
                  </a:lnTo>
                  <a:lnTo>
                    <a:pt x="169" y="48"/>
                  </a:lnTo>
                  <a:lnTo>
                    <a:pt x="121"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8" name="Google Shape;10378;p25"/>
            <p:cNvSpPr/>
            <p:nvPr/>
          </p:nvSpPr>
          <p:spPr>
            <a:xfrm>
              <a:off x="2052625" y="2174400"/>
              <a:ext cx="4850" cy="6050"/>
            </a:xfrm>
            <a:custGeom>
              <a:avLst/>
              <a:gdLst/>
              <a:ahLst/>
              <a:cxnLst/>
              <a:rect l="l" t="t" r="r" b="b"/>
              <a:pathLst>
                <a:path w="194" h="242" extrusionOk="0">
                  <a:moveTo>
                    <a:pt x="49" y="1"/>
                  </a:moveTo>
                  <a:lnTo>
                    <a:pt x="25" y="49"/>
                  </a:lnTo>
                  <a:lnTo>
                    <a:pt x="1" y="97"/>
                  </a:lnTo>
                  <a:lnTo>
                    <a:pt x="25" y="145"/>
                  </a:lnTo>
                  <a:lnTo>
                    <a:pt x="25" y="193"/>
                  </a:lnTo>
                  <a:lnTo>
                    <a:pt x="73" y="217"/>
                  </a:lnTo>
                  <a:lnTo>
                    <a:pt x="97" y="241"/>
                  </a:lnTo>
                  <a:lnTo>
                    <a:pt x="145" y="241"/>
                  </a:lnTo>
                  <a:lnTo>
                    <a:pt x="169" y="217"/>
                  </a:lnTo>
                  <a:lnTo>
                    <a:pt x="194" y="169"/>
                  </a:lnTo>
                  <a:lnTo>
                    <a:pt x="194" y="121"/>
                  </a:lnTo>
                  <a:lnTo>
                    <a:pt x="194" y="73"/>
                  </a:lnTo>
                  <a:lnTo>
                    <a:pt x="169"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9" name="Google Shape;10379;p25"/>
            <p:cNvSpPr/>
            <p:nvPr/>
          </p:nvSpPr>
          <p:spPr>
            <a:xfrm>
              <a:off x="1964175" y="2181625"/>
              <a:ext cx="5425" cy="4825"/>
            </a:xfrm>
            <a:custGeom>
              <a:avLst/>
              <a:gdLst/>
              <a:ahLst/>
              <a:cxnLst/>
              <a:rect l="l" t="t" r="r" b="b"/>
              <a:pathLst>
                <a:path w="217" h="193" extrusionOk="0">
                  <a:moveTo>
                    <a:pt x="97" y="0"/>
                  </a:moveTo>
                  <a:lnTo>
                    <a:pt x="72" y="24"/>
                  </a:lnTo>
                  <a:lnTo>
                    <a:pt x="24" y="49"/>
                  </a:lnTo>
                  <a:lnTo>
                    <a:pt x="0" y="73"/>
                  </a:lnTo>
                  <a:lnTo>
                    <a:pt x="0" y="121"/>
                  </a:lnTo>
                  <a:lnTo>
                    <a:pt x="24" y="169"/>
                  </a:lnTo>
                  <a:lnTo>
                    <a:pt x="48" y="193"/>
                  </a:lnTo>
                  <a:lnTo>
                    <a:pt x="97" y="193"/>
                  </a:lnTo>
                  <a:lnTo>
                    <a:pt x="145" y="169"/>
                  </a:lnTo>
                  <a:lnTo>
                    <a:pt x="217" y="121"/>
                  </a:lnTo>
                  <a:lnTo>
                    <a:pt x="217" y="49"/>
                  </a:lnTo>
                  <a:lnTo>
                    <a:pt x="19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0" name="Google Shape;10380;p25"/>
            <p:cNvSpPr/>
            <p:nvPr/>
          </p:nvSpPr>
          <p:spPr>
            <a:xfrm>
              <a:off x="2088150" y="2133475"/>
              <a:ext cx="4825" cy="6050"/>
            </a:xfrm>
            <a:custGeom>
              <a:avLst/>
              <a:gdLst/>
              <a:ahLst/>
              <a:cxnLst/>
              <a:rect l="l" t="t" r="r" b="b"/>
              <a:pathLst>
                <a:path w="193" h="242" extrusionOk="0">
                  <a:moveTo>
                    <a:pt x="97" y="1"/>
                  </a:moveTo>
                  <a:lnTo>
                    <a:pt x="48" y="49"/>
                  </a:lnTo>
                  <a:lnTo>
                    <a:pt x="24" y="97"/>
                  </a:lnTo>
                  <a:lnTo>
                    <a:pt x="0" y="169"/>
                  </a:lnTo>
                  <a:lnTo>
                    <a:pt x="24" y="217"/>
                  </a:lnTo>
                  <a:lnTo>
                    <a:pt x="48" y="241"/>
                  </a:lnTo>
                  <a:lnTo>
                    <a:pt x="121" y="241"/>
                  </a:lnTo>
                  <a:lnTo>
                    <a:pt x="169" y="145"/>
                  </a:lnTo>
                  <a:lnTo>
                    <a:pt x="193" y="73"/>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1" name="Google Shape;10381;p25"/>
            <p:cNvSpPr/>
            <p:nvPr/>
          </p:nvSpPr>
          <p:spPr>
            <a:xfrm>
              <a:off x="2026750" y="2295375"/>
              <a:ext cx="6050" cy="3625"/>
            </a:xfrm>
            <a:custGeom>
              <a:avLst/>
              <a:gdLst/>
              <a:ahLst/>
              <a:cxnLst/>
              <a:rect l="l" t="t" r="r" b="b"/>
              <a:pathLst>
                <a:path w="242" h="145" extrusionOk="0">
                  <a:moveTo>
                    <a:pt x="73" y="0"/>
                  </a:moveTo>
                  <a:lnTo>
                    <a:pt x="25" y="24"/>
                  </a:lnTo>
                  <a:lnTo>
                    <a:pt x="1" y="72"/>
                  </a:lnTo>
                  <a:lnTo>
                    <a:pt x="1" y="96"/>
                  </a:lnTo>
                  <a:lnTo>
                    <a:pt x="1" y="145"/>
                  </a:lnTo>
                  <a:lnTo>
                    <a:pt x="193" y="145"/>
                  </a:lnTo>
                  <a:lnTo>
                    <a:pt x="217" y="121"/>
                  </a:lnTo>
                  <a:lnTo>
                    <a:pt x="242" y="72"/>
                  </a:lnTo>
                  <a:lnTo>
                    <a:pt x="242" y="24"/>
                  </a:lnTo>
                  <a:lnTo>
                    <a:pt x="2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2" name="Google Shape;10382;p25"/>
            <p:cNvSpPr/>
            <p:nvPr/>
          </p:nvSpPr>
          <p:spPr>
            <a:xfrm>
              <a:off x="2105600" y="2168375"/>
              <a:ext cx="4850" cy="5450"/>
            </a:xfrm>
            <a:custGeom>
              <a:avLst/>
              <a:gdLst/>
              <a:ahLst/>
              <a:cxnLst/>
              <a:rect l="l" t="t" r="r" b="b"/>
              <a:pathLst>
                <a:path w="194" h="218" extrusionOk="0">
                  <a:moveTo>
                    <a:pt x="97" y="1"/>
                  </a:moveTo>
                  <a:lnTo>
                    <a:pt x="49" y="25"/>
                  </a:lnTo>
                  <a:lnTo>
                    <a:pt x="25" y="49"/>
                  </a:lnTo>
                  <a:lnTo>
                    <a:pt x="0" y="73"/>
                  </a:lnTo>
                  <a:lnTo>
                    <a:pt x="0" y="121"/>
                  </a:lnTo>
                  <a:lnTo>
                    <a:pt x="49" y="193"/>
                  </a:lnTo>
                  <a:lnTo>
                    <a:pt x="73" y="217"/>
                  </a:lnTo>
                  <a:lnTo>
                    <a:pt x="97" y="217"/>
                  </a:lnTo>
                  <a:lnTo>
                    <a:pt x="145" y="193"/>
                  </a:lnTo>
                  <a:lnTo>
                    <a:pt x="169" y="169"/>
                  </a:lnTo>
                  <a:lnTo>
                    <a:pt x="193" y="97"/>
                  </a:lnTo>
                  <a:lnTo>
                    <a:pt x="193" y="73"/>
                  </a:lnTo>
                  <a:lnTo>
                    <a:pt x="169" y="49"/>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3" name="Google Shape;10383;p25"/>
            <p:cNvSpPr/>
            <p:nvPr/>
          </p:nvSpPr>
          <p:spPr>
            <a:xfrm>
              <a:off x="2027350" y="2199075"/>
              <a:ext cx="3650" cy="5450"/>
            </a:xfrm>
            <a:custGeom>
              <a:avLst/>
              <a:gdLst/>
              <a:ahLst/>
              <a:cxnLst/>
              <a:rect l="l" t="t" r="r" b="b"/>
              <a:pathLst>
                <a:path w="146" h="218" extrusionOk="0">
                  <a:moveTo>
                    <a:pt x="49" y="1"/>
                  </a:moveTo>
                  <a:lnTo>
                    <a:pt x="25" y="25"/>
                  </a:lnTo>
                  <a:lnTo>
                    <a:pt x="1" y="49"/>
                  </a:lnTo>
                  <a:lnTo>
                    <a:pt x="1" y="121"/>
                  </a:lnTo>
                  <a:lnTo>
                    <a:pt x="49" y="193"/>
                  </a:lnTo>
                  <a:lnTo>
                    <a:pt x="97" y="217"/>
                  </a:lnTo>
                  <a:lnTo>
                    <a:pt x="145" y="193"/>
                  </a:lnTo>
                  <a:lnTo>
                    <a:pt x="145" y="169"/>
                  </a:lnTo>
                  <a:lnTo>
                    <a:pt x="145" y="97"/>
                  </a:lnTo>
                  <a:lnTo>
                    <a:pt x="121"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4" name="Google Shape;10384;p25"/>
            <p:cNvSpPr/>
            <p:nvPr/>
          </p:nvSpPr>
          <p:spPr>
            <a:xfrm>
              <a:off x="1991850" y="2257450"/>
              <a:ext cx="4250" cy="4250"/>
            </a:xfrm>
            <a:custGeom>
              <a:avLst/>
              <a:gdLst/>
              <a:ahLst/>
              <a:cxnLst/>
              <a:rect l="l" t="t" r="r" b="b"/>
              <a:pathLst>
                <a:path w="170" h="170" extrusionOk="0">
                  <a:moveTo>
                    <a:pt x="25" y="1"/>
                  </a:moveTo>
                  <a:lnTo>
                    <a:pt x="1" y="25"/>
                  </a:lnTo>
                  <a:lnTo>
                    <a:pt x="1" y="73"/>
                  </a:lnTo>
                  <a:lnTo>
                    <a:pt x="1" y="97"/>
                  </a:lnTo>
                  <a:lnTo>
                    <a:pt x="25" y="145"/>
                  </a:lnTo>
                  <a:lnTo>
                    <a:pt x="73" y="169"/>
                  </a:lnTo>
                  <a:lnTo>
                    <a:pt x="145" y="145"/>
                  </a:lnTo>
                  <a:lnTo>
                    <a:pt x="169" y="121"/>
                  </a:lnTo>
                  <a:lnTo>
                    <a:pt x="169" y="73"/>
                  </a:lnTo>
                  <a:lnTo>
                    <a:pt x="169" y="49"/>
                  </a:lnTo>
                  <a:lnTo>
                    <a:pt x="14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5" name="Google Shape;10385;p25"/>
            <p:cNvSpPr/>
            <p:nvPr/>
          </p:nvSpPr>
          <p:spPr>
            <a:xfrm>
              <a:off x="2012325" y="2309200"/>
              <a:ext cx="6025" cy="4250"/>
            </a:xfrm>
            <a:custGeom>
              <a:avLst/>
              <a:gdLst/>
              <a:ahLst/>
              <a:cxnLst/>
              <a:rect l="l" t="t" r="r" b="b"/>
              <a:pathLst>
                <a:path w="241" h="170" extrusionOk="0">
                  <a:moveTo>
                    <a:pt x="120" y="1"/>
                  </a:moveTo>
                  <a:lnTo>
                    <a:pt x="48" y="49"/>
                  </a:lnTo>
                  <a:lnTo>
                    <a:pt x="0" y="97"/>
                  </a:lnTo>
                  <a:lnTo>
                    <a:pt x="0" y="121"/>
                  </a:lnTo>
                  <a:lnTo>
                    <a:pt x="24" y="145"/>
                  </a:lnTo>
                  <a:lnTo>
                    <a:pt x="96" y="169"/>
                  </a:lnTo>
                  <a:lnTo>
                    <a:pt x="193" y="121"/>
                  </a:lnTo>
                  <a:lnTo>
                    <a:pt x="241" y="73"/>
                  </a:lnTo>
                  <a:lnTo>
                    <a:pt x="217" y="25"/>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6" name="Google Shape;10386;p25"/>
            <p:cNvSpPr/>
            <p:nvPr/>
          </p:nvSpPr>
          <p:spPr>
            <a:xfrm>
              <a:off x="2104400" y="2210500"/>
              <a:ext cx="4825" cy="4850"/>
            </a:xfrm>
            <a:custGeom>
              <a:avLst/>
              <a:gdLst/>
              <a:ahLst/>
              <a:cxnLst/>
              <a:rect l="l" t="t" r="r" b="b"/>
              <a:pathLst>
                <a:path w="193" h="194" extrusionOk="0">
                  <a:moveTo>
                    <a:pt x="24" y="1"/>
                  </a:moveTo>
                  <a:lnTo>
                    <a:pt x="0" y="121"/>
                  </a:lnTo>
                  <a:lnTo>
                    <a:pt x="0" y="145"/>
                  </a:lnTo>
                  <a:lnTo>
                    <a:pt x="0" y="169"/>
                  </a:lnTo>
                  <a:lnTo>
                    <a:pt x="48" y="193"/>
                  </a:lnTo>
                  <a:lnTo>
                    <a:pt x="121" y="169"/>
                  </a:lnTo>
                  <a:lnTo>
                    <a:pt x="169" y="121"/>
                  </a:lnTo>
                  <a:lnTo>
                    <a:pt x="193" y="73"/>
                  </a:lnTo>
                  <a:lnTo>
                    <a:pt x="169" y="49"/>
                  </a:lnTo>
                  <a:lnTo>
                    <a:pt x="145"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7" name="Google Shape;10387;p25"/>
            <p:cNvSpPr/>
            <p:nvPr/>
          </p:nvSpPr>
          <p:spPr>
            <a:xfrm>
              <a:off x="2048425" y="2229175"/>
              <a:ext cx="4225" cy="5425"/>
            </a:xfrm>
            <a:custGeom>
              <a:avLst/>
              <a:gdLst/>
              <a:ahLst/>
              <a:cxnLst/>
              <a:rect l="l" t="t" r="r" b="b"/>
              <a:pathLst>
                <a:path w="169" h="217" extrusionOk="0">
                  <a:moveTo>
                    <a:pt x="97" y="0"/>
                  </a:moveTo>
                  <a:lnTo>
                    <a:pt x="25" y="48"/>
                  </a:lnTo>
                  <a:lnTo>
                    <a:pt x="0" y="96"/>
                  </a:lnTo>
                  <a:lnTo>
                    <a:pt x="0" y="145"/>
                  </a:lnTo>
                  <a:lnTo>
                    <a:pt x="0" y="193"/>
                  </a:lnTo>
                  <a:lnTo>
                    <a:pt x="25" y="217"/>
                  </a:lnTo>
                  <a:lnTo>
                    <a:pt x="73" y="193"/>
                  </a:lnTo>
                  <a:lnTo>
                    <a:pt x="145" y="145"/>
                  </a:lnTo>
                  <a:lnTo>
                    <a:pt x="169" y="121"/>
                  </a:lnTo>
                  <a:lnTo>
                    <a:pt x="169" y="72"/>
                  </a:lnTo>
                  <a:lnTo>
                    <a:pt x="145"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8" name="Google Shape;10388;p25"/>
            <p:cNvSpPr/>
            <p:nvPr/>
          </p:nvSpPr>
          <p:spPr>
            <a:xfrm>
              <a:off x="1961750" y="2191850"/>
              <a:ext cx="4850" cy="4250"/>
            </a:xfrm>
            <a:custGeom>
              <a:avLst/>
              <a:gdLst/>
              <a:ahLst/>
              <a:cxnLst/>
              <a:rect l="l" t="t" r="r" b="b"/>
              <a:pathLst>
                <a:path w="194" h="170" extrusionOk="0">
                  <a:moveTo>
                    <a:pt x="49" y="1"/>
                  </a:moveTo>
                  <a:lnTo>
                    <a:pt x="1" y="49"/>
                  </a:lnTo>
                  <a:lnTo>
                    <a:pt x="1" y="73"/>
                  </a:lnTo>
                  <a:lnTo>
                    <a:pt x="25" y="97"/>
                  </a:lnTo>
                  <a:lnTo>
                    <a:pt x="49" y="145"/>
                  </a:lnTo>
                  <a:lnTo>
                    <a:pt x="145" y="169"/>
                  </a:lnTo>
                  <a:lnTo>
                    <a:pt x="169" y="169"/>
                  </a:lnTo>
                  <a:lnTo>
                    <a:pt x="194" y="145"/>
                  </a:lnTo>
                  <a:lnTo>
                    <a:pt x="194" y="97"/>
                  </a:lnTo>
                  <a:lnTo>
                    <a:pt x="145"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9" name="Google Shape;10389;p25"/>
            <p:cNvSpPr/>
            <p:nvPr/>
          </p:nvSpPr>
          <p:spPr>
            <a:xfrm>
              <a:off x="2033975" y="2217125"/>
              <a:ext cx="5450" cy="3650"/>
            </a:xfrm>
            <a:custGeom>
              <a:avLst/>
              <a:gdLst/>
              <a:ahLst/>
              <a:cxnLst/>
              <a:rect l="l" t="t" r="r" b="b"/>
              <a:pathLst>
                <a:path w="218" h="146" extrusionOk="0">
                  <a:moveTo>
                    <a:pt x="121" y="1"/>
                  </a:moveTo>
                  <a:lnTo>
                    <a:pt x="49" y="25"/>
                  </a:lnTo>
                  <a:lnTo>
                    <a:pt x="1" y="73"/>
                  </a:lnTo>
                  <a:lnTo>
                    <a:pt x="25" y="121"/>
                  </a:lnTo>
                  <a:lnTo>
                    <a:pt x="73" y="145"/>
                  </a:lnTo>
                  <a:lnTo>
                    <a:pt x="169" y="145"/>
                  </a:lnTo>
                  <a:lnTo>
                    <a:pt x="217" y="121"/>
                  </a:lnTo>
                  <a:lnTo>
                    <a:pt x="217" y="73"/>
                  </a:lnTo>
                  <a:lnTo>
                    <a:pt x="193" y="1"/>
                  </a:lnTo>
                  <a:lnTo>
                    <a:pt x="193"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0" name="Google Shape;10390;p25"/>
            <p:cNvSpPr/>
            <p:nvPr/>
          </p:nvSpPr>
          <p:spPr>
            <a:xfrm>
              <a:off x="2079725" y="2348925"/>
              <a:ext cx="4225" cy="4250"/>
            </a:xfrm>
            <a:custGeom>
              <a:avLst/>
              <a:gdLst/>
              <a:ahLst/>
              <a:cxnLst/>
              <a:rect l="l" t="t" r="r" b="b"/>
              <a:pathLst>
                <a:path w="169" h="170" extrusionOk="0">
                  <a:moveTo>
                    <a:pt x="73" y="1"/>
                  </a:moveTo>
                  <a:lnTo>
                    <a:pt x="24" y="25"/>
                  </a:lnTo>
                  <a:lnTo>
                    <a:pt x="0" y="49"/>
                  </a:lnTo>
                  <a:lnTo>
                    <a:pt x="0" y="97"/>
                  </a:lnTo>
                  <a:lnTo>
                    <a:pt x="24" y="145"/>
                  </a:lnTo>
                  <a:lnTo>
                    <a:pt x="97" y="169"/>
                  </a:lnTo>
                  <a:lnTo>
                    <a:pt x="145" y="145"/>
                  </a:lnTo>
                  <a:lnTo>
                    <a:pt x="169" y="121"/>
                  </a:lnTo>
                  <a:lnTo>
                    <a:pt x="169" y="73"/>
                  </a:lnTo>
                  <a:lnTo>
                    <a:pt x="169" y="49"/>
                  </a:lnTo>
                  <a:lnTo>
                    <a:pt x="145"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1" name="Google Shape;10391;p25"/>
            <p:cNvSpPr/>
            <p:nvPr/>
          </p:nvSpPr>
          <p:spPr>
            <a:xfrm>
              <a:off x="2009300" y="2385650"/>
              <a:ext cx="3650" cy="4825"/>
            </a:xfrm>
            <a:custGeom>
              <a:avLst/>
              <a:gdLst/>
              <a:ahLst/>
              <a:cxnLst/>
              <a:rect l="l" t="t" r="r" b="b"/>
              <a:pathLst>
                <a:path w="146" h="193" extrusionOk="0">
                  <a:moveTo>
                    <a:pt x="49" y="0"/>
                  </a:moveTo>
                  <a:lnTo>
                    <a:pt x="1" y="48"/>
                  </a:lnTo>
                  <a:lnTo>
                    <a:pt x="1" y="72"/>
                  </a:lnTo>
                  <a:lnTo>
                    <a:pt x="1" y="121"/>
                  </a:lnTo>
                  <a:lnTo>
                    <a:pt x="25" y="169"/>
                  </a:lnTo>
                  <a:lnTo>
                    <a:pt x="49" y="193"/>
                  </a:lnTo>
                  <a:lnTo>
                    <a:pt x="121" y="193"/>
                  </a:lnTo>
                  <a:lnTo>
                    <a:pt x="145" y="145"/>
                  </a:lnTo>
                  <a:lnTo>
                    <a:pt x="145" y="96"/>
                  </a:lnTo>
                  <a:lnTo>
                    <a:pt x="121"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2" name="Google Shape;10392;p25"/>
            <p:cNvSpPr/>
            <p:nvPr/>
          </p:nvSpPr>
          <p:spPr>
            <a:xfrm>
              <a:off x="2085125" y="2254450"/>
              <a:ext cx="4850" cy="4825"/>
            </a:xfrm>
            <a:custGeom>
              <a:avLst/>
              <a:gdLst/>
              <a:ahLst/>
              <a:cxnLst/>
              <a:rect l="l" t="t" r="r" b="b"/>
              <a:pathLst>
                <a:path w="194" h="193" extrusionOk="0">
                  <a:moveTo>
                    <a:pt x="97" y="0"/>
                  </a:moveTo>
                  <a:lnTo>
                    <a:pt x="49" y="48"/>
                  </a:lnTo>
                  <a:lnTo>
                    <a:pt x="1" y="121"/>
                  </a:lnTo>
                  <a:lnTo>
                    <a:pt x="1" y="169"/>
                  </a:lnTo>
                  <a:lnTo>
                    <a:pt x="25" y="193"/>
                  </a:lnTo>
                  <a:lnTo>
                    <a:pt x="73" y="193"/>
                  </a:lnTo>
                  <a:lnTo>
                    <a:pt x="145" y="145"/>
                  </a:lnTo>
                  <a:lnTo>
                    <a:pt x="169" y="97"/>
                  </a:lnTo>
                  <a:lnTo>
                    <a:pt x="194" y="48"/>
                  </a:lnTo>
                  <a:lnTo>
                    <a:pt x="16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3" name="Google Shape;10393;p25"/>
            <p:cNvSpPr/>
            <p:nvPr/>
          </p:nvSpPr>
          <p:spPr>
            <a:xfrm>
              <a:off x="2091750" y="2185225"/>
              <a:ext cx="4250" cy="4250"/>
            </a:xfrm>
            <a:custGeom>
              <a:avLst/>
              <a:gdLst/>
              <a:ahLst/>
              <a:cxnLst/>
              <a:rect l="l" t="t" r="r" b="b"/>
              <a:pathLst>
                <a:path w="170" h="170" extrusionOk="0">
                  <a:moveTo>
                    <a:pt x="49" y="1"/>
                  </a:moveTo>
                  <a:lnTo>
                    <a:pt x="25" y="25"/>
                  </a:lnTo>
                  <a:lnTo>
                    <a:pt x="1" y="73"/>
                  </a:lnTo>
                  <a:lnTo>
                    <a:pt x="25" y="145"/>
                  </a:lnTo>
                  <a:lnTo>
                    <a:pt x="97" y="169"/>
                  </a:lnTo>
                  <a:lnTo>
                    <a:pt x="121" y="169"/>
                  </a:lnTo>
                  <a:lnTo>
                    <a:pt x="145" y="145"/>
                  </a:lnTo>
                  <a:lnTo>
                    <a:pt x="169" y="73"/>
                  </a:lnTo>
                  <a:lnTo>
                    <a:pt x="145"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4" name="Google Shape;10394;p25"/>
            <p:cNvSpPr/>
            <p:nvPr/>
          </p:nvSpPr>
          <p:spPr>
            <a:xfrm>
              <a:off x="1978600" y="2162375"/>
              <a:ext cx="3650" cy="4825"/>
            </a:xfrm>
            <a:custGeom>
              <a:avLst/>
              <a:gdLst/>
              <a:ahLst/>
              <a:cxnLst/>
              <a:rect l="l" t="t" r="r" b="b"/>
              <a:pathLst>
                <a:path w="146" h="193" extrusionOk="0">
                  <a:moveTo>
                    <a:pt x="25" y="0"/>
                  </a:moveTo>
                  <a:lnTo>
                    <a:pt x="1" y="48"/>
                  </a:lnTo>
                  <a:lnTo>
                    <a:pt x="1" y="120"/>
                  </a:lnTo>
                  <a:lnTo>
                    <a:pt x="25" y="169"/>
                  </a:lnTo>
                  <a:lnTo>
                    <a:pt x="73" y="193"/>
                  </a:lnTo>
                  <a:lnTo>
                    <a:pt x="121" y="193"/>
                  </a:lnTo>
                  <a:lnTo>
                    <a:pt x="145" y="169"/>
                  </a:lnTo>
                  <a:lnTo>
                    <a:pt x="145" y="144"/>
                  </a:lnTo>
                  <a:lnTo>
                    <a:pt x="145"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5" name="Google Shape;10395;p25"/>
            <p:cNvSpPr/>
            <p:nvPr/>
          </p:nvSpPr>
          <p:spPr>
            <a:xfrm>
              <a:off x="2012325" y="2155750"/>
              <a:ext cx="5425" cy="4225"/>
            </a:xfrm>
            <a:custGeom>
              <a:avLst/>
              <a:gdLst/>
              <a:ahLst/>
              <a:cxnLst/>
              <a:rect l="l" t="t" r="r" b="b"/>
              <a:pathLst>
                <a:path w="217" h="169" extrusionOk="0">
                  <a:moveTo>
                    <a:pt x="72" y="0"/>
                  </a:moveTo>
                  <a:lnTo>
                    <a:pt x="24" y="24"/>
                  </a:lnTo>
                  <a:lnTo>
                    <a:pt x="0" y="72"/>
                  </a:lnTo>
                  <a:lnTo>
                    <a:pt x="24" y="97"/>
                  </a:lnTo>
                  <a:lnTo>
                    <a:pt x="96" y="169"/>
                  </a:lnTo>
                  <a:lnTo>
                    <a:pt x="169" y="145"/>
                  </a:lnTo>
                  <a:lnTo>
                    <a:pt x="217" y="145"/>
                  </a:lnTo>
                  <a:lnTo>
                    <a:pt x="217" y="97"/>
                  </a:lnTo>
                  <a:lnTo>
                    <a:pt x="217" y="72"/>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6" name="Google Shape;10396;p25"/>
            <p:cNvSpPr/>
            <p:nvPr/>
          </p:nvSpPr>
          <p:spPr>
            <a:xfrm>
              <a:off x="2147125" y="2233975"/>
              <a:ext cx="3625" cy="4850"/>
            </a:xfrm>
            <a:custGeom>
              <a:avLst/>
              <a:gdLst/>
              <a:ahLst/>
              <a:cxnLst/>
              <a:rect l="l" t="t" r="r" b="b"/>
              <a:pathLst>
                <a:path w="145" h="194" extrusionOk="0">
                  <a:moveTo>
                    <a:pt x="97" y="1"/>
                  </a:moveTo>
                  <a:lnTo>
                    <a:pt x="49" y="25"/>
                  </a:lnTo>
                  <a:lnTo>
                    <a:pt x="0" y="97"/>
                  </a:lnTo>
                  <a:lnTo>
                    <a:pt x="0" y="121"/>
                  </a:lnTo>
                  <a:lnTo>
                    <a:pt x="25" y="169"/>
                  </a:lnTo>
                  <a:lnTo>
                    <a:pt x="49" y="193"/>
                  </a:lnTo>
                  <a:lnTo>
                    <a:pt x="73" y="193"/>
                  </a:lnTo>
                  <a:lnTo>
                    <a:pt x="121" y="169"/>
                  </a:lnTo>
                  <a:lnTo>
                    <a:pt x="145" y="97"/>
                  </a:lnTo>
                  <a:lnTo>
                    <a:pt x="145" y="49"/>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7" name="Google Shape;10397;p25"/>
            <p:cNvSpPr/>
            <p:nvPr/>
          </p:nvSpPr>
          <p:spPr>
            <a:xfrm>
              <a:off x="2052025" y="2302000"/>
              <a:ext cx="4850" cy="4825"/>
            </a:xfrm>
            <a:custGeom>
              <a:avLst/>
              <a:gdLst/>
              <a:ahLst/>
              <a:cxnLst/>
              <a:rect l="l" t="t" r="r" b="b"/>
              <a:pathLst>
                <a:path w="194" h="193" extrusionOk="0">
                  <a:moveTo>
                    <a:pt x="121" y="0"/>
                  </a:moveTo>
                  <a:lnTo>
                    <a:pt x="73" y="24"/>
                  </a:lnTo>
                  <a:lnTo>
                    <a:pt x="1" y="96"/>
                  </a:lnTo>
                  <a:lnTo>
                    <a:pt x="1" y="120"/>
                  </a:lnTo>
                  <a:lnTo>
                    <a:pt x="25" y="144"/>
                  </a:lnTo>
                  <a:lnTo>
                    <a:pt x="73" y="193"/>
                  </a:lnTo>
                  <a:lnTo>
                    <a:pt x="145" y="169"/>
                  </a:lnTo>
                  <a:lnTo>
                    <a:pt x="193" y="144"/>
                  </a:lnTo>
                  <a:lnTo>
                    <a:pt x="193" y="48"/>
                  </a:lnTo>
                  <a:lnTo>
                    <a:pt x="169" y="24"/>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8" name="Google Shape;10398;p25"/>
            <p:cNvSpPr/>
            <p:nvPr/>
          </p:nvSpPr>
          <p:spPr>
            <a:xfrm>
              <a:off x="1984625" y="2252650"/>
              <a:ext cx="4250" cy="4225"/>
            </a:xfrm>
            <a:custGeom>
              <a:avLst/>
              <a:gdLst/>
              <a:ahLst/>
              <a:cxnLst/>
              <a:rect l="l" t="t" r="r" b="b"/>
              <a:pathLst>
                <a:path w="170" h="169" extrusionOk="0">
                  <a:moveTo>
                    <a:pt x="49" y="0"/>
                  </a:moveTo>
                  <a:lnTo>
                    <a:pt x="1" y="24"/>
                  </a:lnTo>
                  <a:lnTo>
                    <a:pt x="1" y="48"/>
                  </a:lnTo>
                  <a:lnTo>
                    <a:pt x="1" y="72"/>
                  </a:lnTo>
                  <a:lnTo>
                    <a:pt x="25" y="120"/>
                  </a:lnTo>
                  <a:lnTo>
                    <a:pt x="97" y="169"/>
                  </a:lnTo>
                  <a:lnTo>
                    <a:pt x="121" y="169"/>
                  </a:lnTo>
                  <a:lnTo>
                    <a:pt x="145" y="144"/>
                  </a:lnTo>
                  <a:lnTo>
                    <a:pt x="169" y="96"/>
                  </a:lnTo>
                  <a:lnTo>
                    <a:pt x="145" y="48"/>
                  </a:lnTo>
                  <a:lnTo>
                    <a:pt x="97"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9" name="Google Shape;10399;p25"/>
            <p:cNvSpPr/>
            <p:nvPr/>
          </p:nvSpPr>
          <p:spPr>
            <a:xfrm>
              <a:off x="2003275" y="2291750"/>
              <a:ext cx="3650" cy="3650"/>
            </a:xfrm>
            <a:custGeom>
              <a:avLst/>
              <a:gdLst/>
              <a:ahLst/>
              <a:cxnLst/>
              <a:rect l="l" t="t" r="r" b="b"/>
              <a:pathLst>
                <a:path w="146" h="146" extrusionOk="0">
                  <a:moveTo>
                    <a:pt x="97" y="1"/>
                  </a:moveTo>
                  <a:lnTo>
                    <a:pt x="49" y="25"/>
                  </a:lnTo>
                  <a:lnTo>
                    <a:pt x="25" y="25"/>
                  </a:lnTo>
                  <a:lnTo>
                    <a:pt x="1" y="73"/>
                  </a:lnTo>
                  <a:lnTo>
                    <a:pt x="1" y="145"/>
                  </a:lnTo>
                  <a:lnTo>
                    <a:pt x="121" y="145"/>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0" name="Google Shape;10400;p25"/>
            <p:cNvSpPr/>
            <p:nvPr/>
          </p:nvSpPr>
          <p:spPr>
            <a:xfrm>
              <a:off x="1987650" y="2293550"/>
              <a:ext cx="3625" cy="3650"/>
            </a:xfrm>
            <a:custGeom>
              <a:avLst/>
              <a:gdLst/>
              <a:ahLst/>
              <a:cxnLst/>
              <a:rect l="l" t="t" r="r" b="b"/>
              <a:pathLst>
                <a:path w="145" h="146" extrusionOk="0">
                  <a:moveTo>
                    <a:pt x="24" y="1"/>
                  </a:moveTo>
                  <a:lnTo>
                    <a:pt x="0" y="49"/>
                  </a:lnTo>
                  <a:lnTo>
                    <a:pt x="24" y="121"/>
                  </a:lnTo>
                  <a:lnTo>
                    <a:pt x="48" y="145"/>
                  </a:lnTo>
                  <a:lnTo>
                    <a:pt x="96" y="145"/>
                  </a:lnTo>
                  <a:lnTo>
                    <a:pt x="120" y="121"/>
                  </a:lnTo>
                  <a:lnTo>
                    <a:pt x="145" y="73"/>
                  </a:lnTo>
                  <a:lnTo>
                    <a:pt x="120"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1" name="Google Shape;10401;p25"/>
            <p:cNvSpPr/>
            <p:nvPr/>
          </p:nvSpPr>
          <p:spPr>
            <a:xfrm>
              <a:off x="2033975" y="2124450"/>
              <a:ext cx="3050" cy="4225"/>
            </a:xfrm>
            <a:custGeom>
              <a:avLst/>
              <a:gdLst/>
              <a:ahLst/>
              <a:cxnLst/>
              <a:rect l="l" t="t" r="r" b="b"/>
              <a:pathLst>
                <a:path w="122" h="169" extrusionOk="0">
                  <a:moveTo>
                    <a:pt x="25" y="0"/>
                  </a:moveTo>
                  <a:lnTo>
                    <a:pt x="1" y="73"/>
                  </a:lnTo>
                  <a:lnTo>
                    <a:pt x="1" y="121"/>
                  </a:lnTo>
                  <a:lnTo>
                    <a:pt x="25" y="145"/>
                  </a:lnTo>
                  <a:lnTo>
                    <a:pt x="49" y="169"/>
                  </a:lnTo>
                  <a:lnTo>
                    <a:pt x="97"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2" name="Google Shape;10402;p25"/>
            <p:cNvSpPr/>
            <p:nvPr/>
          </p:nvSpPr>
          <p:spPr>
            <a:xfrm>
              <a:off x="2029775" y="2144300"/>
              <a:ext cx="4225" cy="4250"/>
            </a:xfrm>
            <a:custGeom>
              <a:avLst/>
              <a:gdLst/>
              <a:ahLst/>
              <a:cxnLst/>
              <a:rect l="l" t="t" r="r" b="b"/>
              <a:pathLst>
                <a:path w="169" h="170" extrusionOk="0">
                  <a:moveTo>
                    <a:pt x="72" y="1"/>
                  </a:moveTo>
                  <a:lnTo>
                    <a:pt x="24" y="25"/>
                  </a:lnTo>
                  <a:lnTo>
                    <a:pt x="0" y="49"/>
                  </a:lnTo>
                  <a:lnTo>
                    <a:pt x="0" y="97"/>
                  </a:lnTo>
                  <a:lnTo>
                    <a:pt x="24" y="121"/>
                  </a:lnTo>
                  <a:lnTo>
                    <a:pt x="24" y="145"/>
                  </a:lnTo>
                  <a:lnTo>
                    <a:pt x="96" y="169"/>
                  </a:lnTo>
                  <a:lnTo>
                    <a:pt x="145" y="145"/>
                  </a:lnTo>
                  <a:lnTo>
                    <a:pt x="169" y="121"/>
                  </a:lnTo>
                  <a:lnTo>
                    <a:pt x="169" y="97"/>
                  </a:lnTo>
                  <a:lnTo>
                    <a:pt x="145" y="49"/>
                  </a:lnTo>
                  <a:lnTo>
                    <a:pt x="145"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3" name="Google Shape;10403;p25"/>
            <p:cNvSpPr/>
            <p:nvPr/>
          </p:nvSpPr>
          <p:spPr>
            <a:xfrm>
              <a:off x="2000875" y="2179825"/>
              <a:ext cx="4250" cy="4225"/>
            </a:xfrm>
            <a:custGeom>
              <a:avLst/>
              <a:gdLst/>
              <a:ahLst/>
              <a:cxnLst/>
              <a:rect l="l" t="t" r="r" b="b"/>
              <a:pathLst>
                <a:path w="170" h="169" extrusionOk="0">
                  <a:moveTo>
                    <a:pt x="73" y="0"/>
                  </a:moveTo>
                  <a:lnTo>
                    <a:pt x="25" y="48"/>
                  </a:lnTo>
                  <a:lnTo>
                    <a:pt x="1" y="96"/>
                  </a:lnTo>
                  <a:lnTo>
                    <a:pt x="25" y="145"/>
                  </a:lnTo>
                  <a:lnTo>
                    <a:pt x="49" y="169"/>
                  </a:lnTo>
                  <a:lnTo>
                    <a:pt x="97" y="169"/>
                  </a:lnTo>
                  <a:lnTo>
                    <a:pt x="145" y="121"/>
                  </a:lnTo>
                  <a:lnTo>
                    <a:pt x="169" y="48"/>
                  </a:lnTo>
                  <a:lnTo>
                    <a:pt x="145" y="24"/>
                  </a:lnTo>
                  <a:lnTo>
                    <a:pt x="12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4" name="Google Shape;10404;p25"/>
            <p:cNvSpPr/>
            <p:nvPr/>
          </p:nvSpPr>
          <p:spPr>
            <a:xfrm>
              <a:off x="2037600" y="2181625"/>
              <a:ext cx="3625" cy="4225"/>
            </a:xfrm>
            <a:custGeom>
              <a:avLst/>
              <a:gdLst/>
              <a:ahLst/>
              <a:cxnLst/>
              <a:rect l="l" t="t" r="r" b="b"/>
              <a:pathLst>
                <a:path w="145" h="169" extrusionOk="0">
                  <a:moveTo>
                    <a:pt x="72" y="0"/>
                  </a:moveTo>
                  <a:lnTo>
                    <a:pt x="24" y="49"/>
                  </a:lnTo>
                  <a:lnTo>
                    <a:pt x="0" y="73"/>
                  </a:lnTo>
                  <a:lnTo>
                    <a:pt x="24" y="121"/>
                  </a:lnTo>
                  <a:lnTo>
                    <a:pt x="48" y="145"/>
                  </a:lnTo>
                  <a:lnTo>
                    <a:pt x="72" y="169"/>
                  </a:lnTo>
                  <a:lnTo>
                    <a:pt x="121" y="169"/>
                  </a:lnTo>
                  <a:lnTo>
                    <a:pt x="145" y="121"/>
                  </a:lnTo>
                  <a:lnTo>
                    <a:pt x="145" y="73"/>
                  </a:lnTo>
                  <a:lnTo>
                    <a:pt x="121" y="49"/>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5" name="Google Shape;10405;p25"/>
            <p:cNvSpPr/>
            <p:nvPr/>
          </p:nvSpPr>
          <p:spPr>
            <a:xfrm>
              <a:off x="2096575" y="2193050"/>
              <a:ext cx="5425" cy="4250"/>
            </a:xfrm>
            <a:custGeom>
              <a:avLst/>
              <a:gdLst/>
              <a:ahLst/>
              <a:cxnLst/>
              <a:rect l="l" t="t" r="r" b="b"/>
              <a:pathLst>
                <a:path w="217" h="170" extrusionOk="0">
                  <a:moveTo>
                    <a:pt x="193" y="1"/>
                  </a:moveTo>
                  <a:lnTo>
                    <a:pt x="121" y="25"/>
                  </a:lnTo>
                  <a:lnTo>
                    <a:pt x="73" y="49"/>
                  </a:lnTo>
                  <a:lnTo>
                    <a:pt x="0" y="169"/>
                  </a:lnTo>
                  <a:lnTo>
                    <a:pt x="73" y="145"/>
                  </a:lnTo>
                  <a:lnTo>
                    <a:pt x="145" y="121"/>
                  </a:lnTo>
                  <a:lnTo>
                    <a:pt x="193" y="73"/>
                  </a:lnTo>
                  <a:lnTo>
                    <a:pt x="217" y="49"/>
                  </a:lnTo>
                  <a:lnTo>
                    <a:pt x="19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6" name="Google Shape;10406;p25"/>
            <p:cNvSpPr/>
            <p:nvPr/>
          </p:nvSpPr>
          <p:spPr>
            <a:xfrm>
              <a:off x="1988250" y="2172000"/>
              <a:ext cx="4225" cy="4225"/>
            </a:xfrm>
            <a:custGeom>
              <a:avLst/>
              <a:gdLst/>
              <a:ahLst/>
              <a:cxnLst/>
              <a:rect l="l" t="t" r="r" b="b"/>
              <a:pathLst>
                <a:path w="169" h="169" extrusionOk="0">
                  <a:moveTo>
                    <a:pt x="0" y="0"/>
                  </a:moveTo>
                  <a:lnTo>
                    <a:pt x="0" y="24"/>
                  </a:lnTo>
                  <a:lnTo>
                    <a:pt x="0" y="48"/>
                  </a:lnTo>
                  <a:lnTo>
                    <a:pt x="48" y="121"/>
                  </a:lnTo>
                  <a:lnTo>
                    <a:pt x="121" y="169"/>
                  </a:lnTo>
                  <a:lnTo>
                    <a:pt x="145" y="169"/>
                  </a:lnTo>
                  <a:lnTo>
                    <a:pt x="169" y="121"/>
                  </a:lnTo>
                  <a:lnTo>
                    <a:pt x="121"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7" name="Google Shape;10407;p25"/>
            <p:cNvSpPr/>
            <p:nvPr/>
          </p:nvSpPr>
          <p:spPr>
            <a:xfrm>
              <a:off x="1999675" y="2244825"/>
              <a:ext cx="3025" cy="3625"/>
            </a:xfrm>
            <a:custGeom>
              <a:avLst/>
              <a:gdLst/>
              <a:ahLst/>
              <a:cxnLst/>
              <a:rect l="l" t="t" r="r" b="b"/>
              <a:pathLst>
                <a:path w="121" h="145" extrusionOk="0">
                  <a:moveTo>
                    <a:pt x="97" y="0"/>
                  </a:moveTo>
                  <a:lnTo>
                    <a:pt x="25" y="24"/>
                  </a:lnTo>
                  <a:lnTo>
                    <a:pt x="1" y="72"/>
                  </a:lnTo>
                  <a:lnTo>
                    <a:pt x="25" y="96"/>
                  </a:lnTo>
                  <a:lnTo>
                    <a:pt x="49" y="144"/>
                  </a:lnTo>
                  <a:lnTo>
                    <a:pt x="121" y="144"/>
                  </a:lnTo>
                  <a:lnTo>
                    <a:pt x="121" y="96"/>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8" name="Google Shape;10408;p25"/>
            <p:cNvSpPr/>
            <p:nvPr/>
          </p:nvSpPr>
          <p:spPr>
            <a:xfrm>
              <a:off x="2074300" y="2235175"/>
              <a:ext cx="3025" cy="4850"/>
            </a:xfrm>
            <a:custGeom>
              <a:avLst/>
              <a:gdLst/>
              <a:ahLst/>
              <a:cxnLst/>
              <a:rect l="l" t="t" r="r" b="b"/>
              <a:pathLst>
                <a:path w="121" h="194" extrusionOk="0">
                  <a:moveTo>
                    <a:pt x="25" y="1"/>
                  </a:moveTo>
                  <a:lnTo>
                    <a:pt x="1" y="49"/>
                  </a:lnTo>
                  <a:lnTo>
                    <a:pt x="1" y="121"/>
                  </a:lnTo>
                  <a:lnTo>
                    <a:pt x="49" y="169"/>
                  </a:lnTo>
                  <a:lnTo>
                    <a:pt x="73" y="193"/>
                  </a:lnTo>
                  <a:lnTo>
                    <a:pt x="121" y="169"/>
                  </a:lnTo>
                  <a:lnTo>
                    <a:pt x="121" y="145"/>
                  </a:lnTo>
                  <a:lnTo>
                    <a:pt x="121" y="73"/>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9" name="Google Shape;10409;p25"/>
            <p:cNvSpPr/>
            <p:nvPr/>
          </p:nvSpPr>
          <p:spPr>
            <a:xfrm>
              <a:off x="2051425" y="2137700"/>
              <a:ext cx="3650" cy="3625"/>
            </a:xfrm>
            <a:custGeom>
              <a:avLst/>
              <a:gdLst/>
              <a:ahLst/>
              <a:cxnLst/>
              <a:rect l="l" t="t" r="r" b="b"/>
              <a:pathLst>
                <a:path w="146" h="145" extrusionOk="0">
                  <a:moveTo>
                    <a:pt x="49" y="0"/>
                  </a:moveTo>
                  <a:lnTo>
                    <a:pt x="1" y="48"/>
                  </a:lnTo>
                  <a:lnTo>
                    <a:pt x="1" y="72"/>
                  </a:lnTo>
                  <a:lnTo>
                    <a:pt x="1" y="96"/>
                  </a:lnTo>
                  <a:lnTo>
                    <a:pt x="49" y="144"/>
                  </a:lnTo>
                  <a:lnTo>
                    <a:pt x="121" y="120"/>
                  </a:lnTo>
                  <a:lnTo>
                    <a:pt x="145" y="72"/>
                  </a:lnTo>
                  <a:lnTo>
                    <a:pt x="121" y="24"/>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0" name="Google Shape;10410;p25"/>
            <p:cNvSpPr/>
            <p:nvPr/>
          </p:nvSpPr>
          <p:spPr>
            <a:xfrm>
              <a:off x="2019525" y="2223750"/>
              <a:ext cx="3050" cy="4250"/>
            </a:xfrm>
            <a:custGeom>
              <a:avLst/>
              <a:gdLst/>
              <a:ahLst/>
              <a:cxnLst/>
              <a:rect l="l" t="t" r="r" b="b"/>
              <a:pathLst>
                <a:path w="122" h="170" extrusionOk="0">
                  <a:moveTo>
                    <a:pt x="73" y="0"/>
                  </a:moveTo>
                  <a:lnTo>
                    <a:pt x="25" y="25"/>
                  </a:lnTo>
                  <a:lnTo>
                    <a:pt x="1" y="49"/>
                  </a:lnTo>
                  <a:lnTo>
                    <a:pt x="1" y="121"/>
                  </a:lnTo>
                  <a:lnTo>
                    <a:pt x="49" y="145"/>
                  </a:lnTo>
                  <a:lnTo>
                    <a:pt x="73" y="169"/>
                  </a:lnTo>
                  <a:lnTo>
                    <a:pt x="73" y="145"/>
                  </a:lnTo>
                  <a:lnTo>
                    <a:pt x="121" y="97"/>
                  </a:lnTo>
                  <a:lnTo>
                    <a:pt x="121" y="25"/>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1" name="Google Shape;10411;p25"/>
            <p:cNvSpPr/>
            <p:nvPr/>
          </p:nvSpPr>
          <p:spPr>
            <a:xfrm>
              <a:off x="2043000" y="2252025"/>
              <a:ext cx="4250" cy="3650"/>
            </a:xfrm>
            <a:custGeom>
              <a:avLst/>
              <a:gdLst/>
              <a:ahLst/>
              <a:cxnLst/>
              <a:rect l="l" t="t" r="r" b="b"/>
              <a:pathLst>
                <a:path w="170" h="146" extrusionOk="0">
                  <a:moveTo>
                    <a:pt x="73" y="1"/>
                  </a:moveTo>
                  <a:lnTo>
                    <a:pt x="25" y="49"/>
                  </a:lnTo>
                  <a:lnTo>
                    <a:pt x="1" y="97"/>
                  </a:lnTo>
                  <a:lnTo>
                    <a:pt x="25" y="121"/>
                  </a:lnTo>
                  <a:lnTo>
                    <a:pt x="49" y="145"/>
                  </a:lnTo>
                  <a:lnTo>
                    <a:pt x="97" y="145"/>
                  </a:lnTo>
                  <a:lnTo>
                    <a:pt x="145" y="97"/>
                  </a:lnTo>
                  <a:lnTo>
                    <a:pt x="169" y="25"/>
                  </a:lnTo>
                  <a:lnTo>
                    <a:pt x="12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2" name="Google Shape;10412;p25"/>
            <p:cNvSpPr/>
            <p:nvPr/>
          </p:nvSpPr>
          <p:spPr>
            <a:xfrm>
              <a:off x="2012925" y="2342900"/>
              <a:ext cx="3625" cy="3650"/>
            </a:xfrm>
            <a:custGeom>
              <a:avLst/>
              <a:gdLst/>
              <a:ahLst/>
              <a:cxnLst/>
              <a:rect l="l" t="t" r="r" b="b"/>
              <a:pathLst>
                <a:path w="145" h="146" extrusionOk="0">
                  <a:moveTo>
                    <a:pt x="72" y="1"/>
                  </a:moveTo>
                  <a:lnTo>
                    <a:pt x="24" y="25"/>
                  </a:lnTo>
                  <a:lnTo>
                    <a:pt x="24" y="49"/>
                  </a:lnTo>
                  <a:lnTo>
                    <a:pt x="0" y="97"/>
                  </a:lnTo>
                  <a:lnTo>
                    <a:pt x="24" y="145"/>
                  </a:lnTo>
                  <a:lnTo>
                    <a:pt x="96" y="145"/>
                  </a:lnTo>
                  <a:lnTo>
                    <a:pt x="145" y="121"/>
                  </a:lnTo>
                  <a:lnTo>
                    <a:pt x="145" y="73"/>
                  </a:lnTo>
                  <a:lnTo>
                    <a:pt x="121"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3" name="Google Shape;10413;p25"/>
            <p:cNvSpPr/>
            <p:nvPr/>
          </p:nvSpPr>
          <p:spPr>
            <a:xfrm>
              <a:off x="2083325" y="2210500"/>
              <a:ext cx="3050" cy="3650"/>
            </a:xfrm>
            <a:custGeom>
              <a:avLst/>
              <a:gdLst/>
              <a:ahLst/>
              <a:cxnLst/>
              <a:rect l="l" t="t" r="r" b="b"/>
              <a:pathLst>
                <a:path w="122" h="146" extrusionOk="0">
                  <a:moveTo>
                    <a:pt x="25" y="1"/>
                  </a:moveTo>
                  <a:lnTo>
                    <a:pt x="1" y="49"/>
                  </a:lnTo>
                  <a:lnTo>
                    <a:pt x="1" y="73"/>
                  </a:lnTo>
                  <a:lnTo>
                    <a:pt x="1" y="121"/>
                  </a:lnTo>
                  <a:lnTo>
                    <a:pt x="25" y="145"/>
                  </a:lnTo>
                  <a:lnTo>
                    <a:pt x="97" y="145"/>
                  </a:lnTo>
                  <a:lnTo>
                    <a:pt x="121"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4" name="Google Shape;10414;p25"/>
            <p:cNvSpPr/>
            <p:nvPr/>
          </p:nvSpPr>
          <p:spPr>
            <a:xfrm>
              <a:off x="1940700" y="2197875"/>
              <a:ext cx="3025" cy="3625"/>
            </a:xfrm>
            <a:custGeom>
              <a:avLst/>
              <a:gdLst/>
              <a:ahLst/>
              <a:cxnLst/>
              <a:rect l="l" t="t" r="r" b="b"/>
              <a:pathLst>
                <a:path w="121" h="145" extrusionOk="0">
                  <a:moveTo>
                    <a:pt x="73" y="0"/>
                  </a:moveTo>
                  <a:lnTo>
                    <a:pt x="24" y="24"/>
                  </a:lnTo>
                  <a:lnTo>
                    <a:pt x="0" y="73"/>
                  </a:lnTo>
                  <a:lnTo>
                    <a:pt x="0" y="97"/>
                  </a:lnTo>
                  <a:lnTo>
                    <a:pt x="0" y="121"/>
                  </a:lnTo>
                  <a:lnTo>
                    <a:pt x="48" y="145"/>
                  </a:lnTo>
                  <a:lnTo>
                    <a:pt x="97" y="145"/>
                  </a:lnTo>
                  <a:lnTo>
                    <a:pt x="121" y="121"/>
                  </a:lnTo>
                  <a:lnTo>
                    <a:pt x="121" y="73"/>
                  </a:lnTo>
                  <a:lnTo>
                    <a:pt x="121"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5" name="Google Shape;10415;p25"/>
            <p:cNvSpPr/>
            <p:nvPr/>
          </p:nvSpPr>
          <p:spPr>
            <a:xfrm>
              <a:off x="2000275" y="2276700"/>
              <a:ext cx="4850" cy="3050"/>
            </a:xfrm>
            <a:custGeom>
              <a:avLst/>
              <a:gdLst/>
              <a:ahLst/>
              <a:cxnLst/>
              <a:rect l="l" t="t" r="r" b="b"/>
              <a:pathLst>
                <a:path w="194" h="122" extrusionOk="0">
                  <a:moveTo>
                    <a:pt x="49" y="1"/>
                  </a:moveTo>
                  <a:lnTo>
                    <a:pt x="1" y="49"/>
                  </a:lnTo>
                  <a:lnTo>
                    <a:pt x="1" y="73"/>
                  </a:lnTo>
                  <a:lnTo>
                    <a:pt x="25" y="97"/>
                  </a:lnTo>
                  <a:lnTo>
                    <a:pt x="97" y="121"/>
                  </a:lnTo>
                  <a:lnTo>
                    <a:pt x="193" y="97"/>
                  </a:lnTo>
                  <a:lnTo>
                    <a:pt x="145"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6" name="Google Shape;10416;p25"/>
            <p:cNvSpPr/>
            <p:nvPr/>
          </p:nvSpPr>
          <p:spPr>
            <a:xfrm>
              <a:off x="2120050" y="2191250"/>
              <a:ext cx="3025" cy="4250"/>
            </a:xfrm>
            <a:custGeom>
              <a:avLst/>
              <a:gdLst/>
              <a:ahLst/>
              <a:cxnLst/>
              <a:rect l="l" t="t" r="r" b="b"/>
              <a:pathLst>
                <a:path w="121" h="170" extrusionOk="0">
                  <a:moveTo>
                    <a:pt x="72" y="1"/>
                  </a:moveTo>
                  <a:lnTo>
                    <a:pt x="24" y="25"/>
                  </a:lnTo>
                  <a:lnTo>
                    <a:pt x="0" y="49"/>
                  </a:lnTo>
                  <a:lnTo>
                    <a:pt x="0" y="97"/>
                  </a:lnTo>
                  <a:lnTo>
                    <a:pt x="0" y="145"/>
                  </a:lnTo>
                  <a:lnTo>
                    <a:pt x="24" y="169"/>
                  </a:lnTo>
                  <a:lnTo>
                    <a:pt x="96" y="169"/>
                  </a:lnTo>
                  <a:lnTo>
                    <a:pt x="96" y="121"/>
                  </a:lnTo>
                  <a:lnTo>
                    <a:pt x="121" y="73"/>
                  </a:lnTo>
                  <a:lnTo>
                    <a:pt x="96"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7" name="Google Shape;10417;p25"/>
            <p:cNvSpPr/>
            <p:nvPr/>
          </p:nvSpPr>
          <p:spPr>
            <a:xfrm>
              <a:off x="2014125" y="2188250"/>
              <a:ext cx="3025" cy="4225"/>
            </a:xfrm>
            <a:custGeom>
              <a:avLst/>
              <a:gdLst/>
              <a:ahLst/>
              <a:cxnLst/>
              <a:rect l="l" t="t" r="r" b="b"/>
              <a:pathLst>
                <a:path w="121" h="169" extrusionOk="0">
                  <a:moveTo>
                    <a:pt x="48" y="0"/>
                  </a:moveTo>
                  <a:lnTo>
                    <a:pt x="24" y="24"/>
                  </a:lnTo>
                  <a:lnTo>
                    <a:pt x="0" y="72"/>
                  </a:lnTo>
                  <a:lnTo>
                    <a:pt x="0" y="121"/>
                  </a:lnTo>
                  <a:lnTo>
                    <a:pt x="24" y="169"/>
                  </a:lnTo>
                  <a:lnTo>
                    <a:pt x="73" y="169"/>
                  </a:lnTo>
                  <a:lnTo>
                    <a:pt x="97" y="145"/>
                  </a:lnTo>
                  <a:lnTo>
                    <a:pt x="121" y="96"/>
                  </a:lnTo>
                  <a:lnTo>
                    <a:pt x="97" y="24"/>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8" name="Google Shape;10418;p25"/>
            <p:cNvSpPr/>
            <p:nvPr/>
          </p:nvSpPr>
          <p:spPr>
            <a:xfrm>
              <a:off x="2094175" y="2245425"/>
              <a:ext cx="3025" cy="4225"/>
            </a:xfrm>
            <a:custGeom>
              <a:avLst/>
              <a:gdLst/>
              <a:ahLst/>
              <a:cxnLst/>
              <a:rect l="l" t="t" r="r" b="b"/>
              <a:pathLst>
                <a:path w="121" h="169" extrusionOk="0">
                  <a:moveTo>
                    <a:pt x="72" y="0"/>
                  </a:moveTo>
                  <a:lnTo>
                    <a:pt x="24" y="24"/>
                  </a:lnTo>
                  <a:lnTo>
                    <a:pt x="0" y="72"/>
                  </a:lnTo>
                  <a:lnTo>
                    <a:pt x="24" y="145"/>
                  </a:lnTo>
                  <a:lnTo>
                    <a:pt x="48" y="169"/>
                  </a:lnTo>
                  <a:lnTo>
                    <a:pt x="96" y="145"/>
                  </a:lnTo>
                  <a:lnTo>
                    <a:pt x="120" y="96"/>
                  </a:lnTo>
                  <a:lnTo>
                    <a:pt x="120" y="48"/>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9" name="Google Shape;10419;p25"/>
            <p:cNvSpPr/>
            <p:nvPr/>
          </p:nvSpPr>
          <p:spPr>
            <a:xfrm>
              <a:off x="2052625" y="2259850"/>
              <a:ext cx="3650" cy="3050"/>
            </a:xfrm>
            <a:custGeom>
              <a:avLst/>
              <a:gdLst/>
              <a:ahLst/>
              <a:cxnLst/>
              <a:rect l="l" t="t" r="r" b="b"/>
              <a:pathLst>
                <a:path w="146" h="122" extrusionOk="0">
                  <a:moveTo>
                    <a:pt x="73" y="1"/>
                  </a:moveTo>
                  <a:lnTo>
                    <a:pt x="49" y="25"/>
                  </a:lnTo>
                  <a:lnTo>
                    <a:pt x="1" y="49"/>
                  </a:lnTo>
                  <a:lnTo>
                    <a:pt x="1" y="73"/>
                  </a:lnTo>
                  <a:lnTo>
                    <a:pt x="25" y="97"/>
                  </a:lnTo>
                  <a:lnTo>
                    <a:pt x="73" y="121"/>
                  </a:lnTo>
                  <a:lnTo>
                    <a:pt x="121" y="97"/>
                  </a:lnTo>
                  <a:lnTo>
                    <a:pt x="145" y="49"/>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0" name="Google Shape;10420;p25"/>
            <p:cNvSpPr/>
            <p:nvPr/>
          </p:nvSpPr>
          <p:spPr>
            <a:xfrm>
              <a:off x="2051425" y="2373600"/>
              <a:ext cx="3050" cy="2425"/>
            </a:xfrm>
            <a:custGeom>
              <a:avLst/>
              <a:gdLst/>
              <a:ahLst/>
              <a:cxnLst/>
              <a:rect l="l" t="t" r="r" b="b"/>
              <a:pathLst>
                <a:path w="122" h="97" extrusionOk="0">
                  <a:moveTo>
                    <a:pt x="73" y="1"/>
                  </a:moveTo>
                  <a:lnTo>
                    <a:pt x="25" y="25"/>
                  </a:lnTo>
                  <a:lnTo>
                    <a:pt x="1" y="49"/>
                  </a:lnTo>
                  <a:lnTo>
                    <a:pt x="25" y="97"/>
                  </a:lnTo>
                  <a:lnTo>
                    <a:pt x="97" y="97"/>
                  </a:lnTo>
                  <a:lnTo>
                    <a:pt x="121"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1" name="Google Shape;10421;p25"/>
            <p:cNvSpPr/>
            <p:nvPr/>
          </p:nvSpPr>
          <p:spPr>
            <a:xfrm>
              <a:off x="1994250" y="2134675"/>
              <a:ext cx="3050" cy="2425"/>
            </a:xfrm>
            <a:custGeom>
              <a:avLst/>
              <a:gdLst/>
              <a:ahLst/>
              <a:cxnLst/>
              <a:rect l="l" t="t" r="r" b="b"/>
              <a:pathLst>
                <a:path w="122" h="97" extrusionOk="0">
                  <a:moveTo>
                    <a:pt x="1" y="1"/>
                  </a:moveTo>
                  <a:lnTo>
                    <a:pt x="1" y="49"/>
                  </a:lnTo>
                  <a:lnTo>
                    <a:pt x="25" y="97"/>
                  </a:lnTo>
                  <a:lnTo>
                    <a:pt x="121" y="97"/>
                  </a:lnTo>
                  <a:lnTo>
                    <a:pt x="121" y="73"/>
                  </a:lnTo>
                  <a:lnTo>
                    <a:pt x="97"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2" name="Google Shape;10422;p25"/>
            <p:cNvSpPr/>
            <p:nvPr/>
          </p:nvSpPr>
          <p:spPr>
            <a:xfrm>
              <a:off x="2033975" y="2134675"/>
              <a:ext cx="3650" cy="3050"/>
            </a:xfrm>
            <a:custGeom>
              <a:avLst/>
              <a:gdLst/>
              <a:ahLst/>
              <a:cxnLst/>
              <a:rect l="l" t="t" r="r" b="b"/>
              <a:pathLst>
                <a:path w="146" h="122" extrusionOk="0">
                  <a:moveTo>
                    <a:pt x="49" y="1"/>
                  </a:moveTo>
                  <a:lnTo>
                    <a:pt x="1" y="25"/>
                  </a:lnTo>
                  <a:lnTo>
                    <a:pt x="1" y="73"/>
                  </a:lnTo>
                  <a:lnTo>
                    <a:pt x="25" y="97"/>
                  </a:lnTo>
                  <a:lnTo>
                    <a:pt x="49" y="121"/>
                  </a:lnTo>
                  <a:lnTo>
                    <a:pt x="121" y="121"/>
                  </a:lnTo>
                  <a:lnTo>
                    <a:pt x="145" y="97"/>
                  </a:lnTo>
                  <a:lnTo>
                    <a:pt x="145" y="49"/>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3" name="Google Shape;10423;p25"/>
            <p:cNvSpPr/>
            <p:nvPr/>
          </p:nvSpPr>
          <p:spPr>
            <a:xfrm>
              <a:off x="2005100" y="2137700"/>
              <a:ext cx="3025" cy="3625"/>
            </a:xfrm>
            <a:custGeom>
              <a:avLst/>
              <a:gdLst/>
              <a:ahLst/>
              <a:cxnLst/>
              <a:rect l="l" t="t" r="r" b="b"/>
              <a:pathLst>
                <a:path w="121" h="145" extrusionOk="0">
                  <a:moveTo>
                    <a:pt x="48" y="0"/>
                  </a:moveTo>
                  <a:lnTo>
                    <a:pt x="0" y="24"/>
                  </a:lnTo>
                  <a:lnTo>
                    <a:pt x="0" y="72"/>
                  </a:lnTo>
                  <a:lnTo>
                    <a:pt x="0" y="120"/>
                  </a:lnTo>
                  <a:lnTo>
                    <a:pt x="48" y="144"/>
                  </a:lnTo>
                  <a:lnTo>
                    <a:pt x="96" y="144"/>
                  </a:lnTo>
                  <a:lnTo>
                    <a:pt x="121" y="120"/>
                  </a:lnTo>
                  <a:lnTo>
                    <a:pt x="121" y="72"/>
                  </a:lnTo>
                  <a:lnTo>
                    <a:pt x="96"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4" name="Google Shape;10424;p25"/>
            <p:cNvSpPr/>
            <p:nvPr/>
          </p:nvSpPr>
          <p:spPr>
            <a:xfrm>
              <a:off x="2133275" y="2167775"/>
              <a:ext cx="3050" cy="3650"/>
            </a:xfrm>
            <a:custGeom>
              <a:avLst/>
              <a:gdLst/>
              <a:ahLst/>
              <a:cxnLst/>
              <a:rect l="l" t="t" r="r" b="b"/>
              <a:pathLst>
                <a:path w="122" h="146" extrusionOk="0">
                  <a:moveTo>
                    <a:pt x="49" y="1"/>
                  </a:moveTo>
                  <a:lnTo>
                    <a:pt x="25" y="25"/>
                  </a:lnTo>
                  <a:lnTo>
                    <a:pt x="1" y="49"/>
                  </a:lnTo>
                  <a:lnTo>
                    <a:pt x="1" y="97"/>
                  </a:lnTo>
                  <a:lnTo>
                    <a:pt x="73" y="145"/>
                  </a:lnTo>
                  <a:lnTo>
                    <a:pt x="97" y="121"/>
                  </a:lnTo>
                  <a:lnTo>
                    <a:pt x="121" y="121"/>
                  </a:lnTo>
                  <a:lnTo>
                    <a:pt x="97"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5" name="Google Shape;10425;p25"/>
            <p:cNvSpPr/>
            <p:nvPr/>
          </p:nvSpPr>
          <p:spPr>
            <a:xfrm>
              <a:off x="2011725" y="2258050"/>
              <a:ext cx="3025" cy="3050"/>
            </a:xfrm>
            <a:custGeom>
              <a:avLst/>
              <a:gdLst/>
              <a:ahLst/>
              <a:cxnLst/>
              <a:rect l="l" t="t" r="r" b="b"/>
              <a:pathLst>
                <a:path w="121" h="122" extrusionOk="0">
                  <a:moveTo>
                    <a:pt x="48" y="1"/>
                  </a:moveTo>
                  <a:lnTo>
                    <a:pt x="24" y="25"/>
                  </a:lnTo>
                  <a:lnTo>
                    <a:pt x="0" y="73"/>
                  </a:lnTo>
                  <a:lnTo>
                    <a:pt x="24" y="121"/>
                  </a:lnTo>
                  <a:lnTo>
                    <a:pt x="72" y="121"/>
                  </a:lnTo>
                  <a:lnTo>
                    <a:pt x="120" y="97"/>
                  </a:lnTo>
                  <a:lnTo>
                    <a:pt x="120" y="49"/>
                  </a:lnTo>
                  <a:lnTo>
                    <a:pt x="96"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6" name="Google Shape;10426;p25"/>
            <p:cNvSpPr/>
            <p:nvPr/>
          </p:nvSpPr>
          <p:spPr>
            <a:xfrm>
              <a:off x="2112225" y="2256250"/>
              <a:ext cx="3025" cy="2425"/>
            </a:xfrm>
            <a:custGeom>
              <a:avLst/>
              <a:gdLst/>
              <a:ahLst/>
              <a:cxnLst/>
              <a:rect l="l" t="t" r="r" b="b"/>
              <a:pathLst>
                <a:path w="121" h="97" extrusionOk="0">
                  <a:moveTo>
                    <a:pt x="48" y="0"/>
                  </a:moveTo>
                  <a:lnTo>
                    <a:pt x="24" y="25"/>
                  </a:lnTo>
                  <a:lnTo>
                    <a:pt x="0" y="49"/>
                  </a:lnTo>
                  <a:lnTo>
                    <a:pt x="0" y="97"/>
                  </a:lnTo>
                  <a:lnTo>
                    <a:pt x="97" y="97"/>
                  </a:lnTo>
                  <a:lnTo>
                    <a:pt x="121" y="49"/>
                  </a:lnTo>
                  <a:lnTo>
                    <a:pt x="97" y="25"/>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7" name="Google Shape;10427;p25"/>
            <p:cNvSpPr/>
            <p:nvPr/>
          </p:nvSpPr>
          <p:spPr>
            <a:xfrm>
              <a:off x="2129075" y="2193050"/>
              <a:ext cx="3025" cy="3050"/>
            </a:xfrm>
            <a:custGeom>
              <a:avLst/>
              <a:gdLst/>
              <a:ahLst/>
              <a:cxnLst/>
              <a:rect l="l" t="t" r="r" b="b"/>
              <a:pathLst>
                <a:path w="121" h="122" extrusionOk="0">
                  <a:moveTo>
                    <a:pt x="48" y="1"/>
                  </a:moveTo>
                  <a:lnTo>
                    <a:pt x="0" y="25"/>
                  </a:lnTo>
                  <a:lnTo>
                    <a:pt x="0" y="73"/>
                  </a:lnTo>
                  <a:lnTo>
                    <a:pt x="24" y="97"/>
                  </a:lnTo>
                  <a:lnTo>
                    <a:pt x="73" y="121"/>
                  </a:lnTo>
                  <a:lnTo>
                    <a:pt x="121" y="97"/>
                  </a:lnTo>
                  <a:lnTo>
                    <a:pt x="121" y="49"/>
                  </a:lnTo>
                  <a:lnTo>
                    <a:pt x="97"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8" name="Google Shape;10428;p25"/>
            <p:cNvSpPr/>
            <p:nvPr/>
          </p:nvSpPr>
          <p:spPr>
            <a:xfrm>
              <a:off x="1965375" y="2152725"/>
              <a:ext cx="2425" cy="3050"/>
            </a:xfrm>
            <a:custGeom>
              <a:avLst/>
              <a:gdLst/>
              <a:ahLst/>
              <a:cxnLst/>
              <a:rect l="l" t="t" r="r" b="b"/>
              <a:pathLst>
                <a:path w="97" h="122" extrusionOk="0">
                  <a:moveTo>
                    <a:pt x="24" y="1"/>
                  </a:moveTo>
                  <a:lnTo>
                    <a:pt x="0" y="49"/>
                  </a:lnTo>
                  <a:lnTo>
                    <a:pt x="24" y="97"/>
                  </a:lnTo>
                  <a:lnTo>
                    <a:pt x="49" y="121"/>
                  </a:lnTo>
                  <a:lnTo>
                    <a:pt x="73" y="121"/>
                  </a:lnTo>
                  <a:lnTo>
                    <a:pt x="97" y="73"/>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9" name="Google Shape;10429;p25"/>
            <p:cNvSpPr/>
            <p:nvPr/>
          </p:nvSpPr>
          <p:spPr>
            <a:xfrm>
              <a:off x="2085750" y="2293550"/>
              <a:ext cx="3025" cy="3050"/>
            </a:xfrm>
            <a:custGeom>
              <a:avLst/>
              <a:gdLst/>
              <a:ahLst/>
              <a:cxnLst/>
              <a:rect l="l" t="t" r="r" b="b"/>
              <a:pathLst>
                <a:path w="121" h="122" extrusionOk="0">
                  <a:moveTo>
                    <a:pt x="0" y="1"/>
                  </a:moveTo>
                  <a:lnTo>
                    <a:pt x="0" y="49"/>
                  </a:lnTo>
                  <a:lnTo>
                    <a:pt x="48" y="97"/>
                  </a:lnTo>
                  <a:lnTo>
                    <a:pt x="72" y="121"/>
                  </a:lnTo>
                  <a:lnTo>
                    <a:pt x="96" y="97"/>
                  </a:lnTo>
                  <a:lnTo>
                    <a:pt x="120" y="73"/>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0" name="Google Shape;10430;p25"/>
            <p:cNvSpPr/>
            <p:nvPr/>
          </p:nvSpPr>
          <p:spPr>
            <a:xfrm>
              <a:off x="2073100" y="2267675"/>
              <a:ext cx="2425" cy="2450"/>
            </a:xfrm>
            <a:custGeom>
              <a:avLst/>
              <a:gdLst/>
              <a:ahLst/>
              <a:cxnLst/>
              <a:rect l="l" t="t" r="r" b="b"/>
              <a:pathLst>
                <a:path w="97" h="98" extrusionOk="0">
                  <a:moveTo>
                    <a:pt x="49" y="1"/>
                  </a:moveTo>
                  <a:lnTo>
                    <a:pt x="25" y="25"/>
                  </a:lnTo>
                  <a:lnTo>
                    <a:pt x="0" y="49"/>
                  </a:lnTo>
                  <a:lnTo>
                    <a:pt x="0" y="73"/>
                  </a:lnTo>
                  <a:lnTo>
                    <a:pt x="49" y="97"/>
                  </a:lnTo>
                  <a:lnTo>
                    <a:pt x="73" y="97"/>
                  </a:lnTo>
                  <a:lnTo>
                    <a:pt x="97" y="49"/>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1" name="Google Shape;10431;p25"/>
            <p:cNvSpPr/>
            <p:nvPr/>
          </p:nvSpPr>
          <p:spPr>
            <a:xfrm>
              <a:off x="2075500" y="2203300"/>
              <a:ext cx="3050" cy="2425"/>
            </a:xfrm>
            <a:custGeom>
              <a:avLst/>
              <a:gdLst/>
              <a:ahLst/>
              <a:cxnLst/>
              <a:rect l="l" t="t" r="r" b="b"/>
              <a:pathLst>
                <a:path w="122" h="97" extrusionOk="0">
                  <a:moveTo>
                    <a:pt x="49" y="0"/>
                  </a:moveTo>
                  <a:lnTo>
                    <a:pt x="1" y="24"/>
                  </a:lnTo>
                  <a:lnTo>
                    <a:pt x="1" y="48"/>
                  </a:lnTo>
                  <a:lnTo>
                    <a:pt x="25" y="72"/>
                  </a:lnTo>
                  <a:lnTo>
                    <a:pt x="49" y="96"/>
                  </a:lnTo>
                  <a:lnTo>
                    <a:pt x="97" y="72"/>
                  </a:lnTo>
                  <a:lnTo>
                    <a:pt x="121"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2" name="Google Shape;10432;p25"/>
            <p:cNvSpPr/>
            <p:nvPr/>
          </p:nvSpPr>
          <p:spPr>
            <a:xfrm>
              <a:off x="1944300" y="2209900"/>
              <a:ext cx="2450" cy="3050"/>
            </a:xfrm>
            <a:custGeom>
              <a:avLst/>
              <a:gdLst/>
              <a:ahLst/>
              <a:cxnLst/>
              <a:rect l="l" t="t" r="r" b="b"/>
              <a:pathLst>
                <a:path w="98" h="122" extrusionOk="0">
                  <a:moveTo>
                    <a:pt x="49" y="1"/>
                  </a:moveTo>
                  <a:lnTo>
                    <a:pt x="1" y="25"/>
                  </a:lnTo>
                  <a:lnTo>
                    <a:pt x="1" y="73"/>
                  </a:lnTo>
                  <a:lnTo>
                    <a:pt x="25" y="97"/>
                  </a:lnTo>
                  <a:lnTo>
                    <a:pt x="73" y="121"/>
                  </a:lnTo>
                  <a:lnTo>
                    <a:pt x="97" y="97"/>
                  </a:lnTo>
                  <a:lnTo>
                    <a:pt x="97" y="49"/>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3" name="Google Shape;10433;p25"/>
            <p:cNvSpPr/>
            <p:nvPr/>
          </p:nvSpPr>
          <p:spPr>
            <a:xfrm>
              <a:off x="2014125" y="2136475"/>
              <a:ext cx="2425" cy="3050"/>
            </a:xfrm>
            <a:custGeom>
              <a:avLst/>
              <a:gdLst/>
              <a:ahLst/>
              <a:cxnLst/>
              <a:rect l="l" t="t" r="r" b="b"/>
              <a:pathLst>
                <a:path w="97" h="122" extrusionOk="0">
                  <a:moveTo>
                    <a:pt x="24" y="1"/>
                  </a:moveTo>
                  <a:lnTo>
                    <a:pt x="0" y="25"/>
                  </a:lnTo>
                  <a:lnTo>
                    <a:pt x="0" y="73"/>
                  </a:lnTo>
                  <a:lnTo>
                    <a:pt x="24" y="121"/>
                  </a:lnTo>
                  <a:lnTo>
                    <a:pt x="48" y="97"/>
                  </a:lnTo>
                  <a:lnTo>
                    <a:pt x="97"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4" name="Google Shape;10434;p25"/>
            <p:cNvSpPr/>
            <p:nvPr/>
          </p:nvSpPr>
          <p:spPr>
            <a:xfrm>
              <a:off x="2099575" y="2264675"/>
              <a:ext cx="2425" cy="2425"/>
            </a:xfrm>
            <a:custGeom>
              <a:avLst/>
              <a:gdLst/>
              <a:ahLst/>
              <a:cxnLst/>
              <a:rect l="l" t="t" r="r" b="b"/>
              <a:pathLst>
                <a:path w="97" h="97" extrusionOk="0">
                  <a:moveTo>
                    <a:pt x="25" y="0"/>
                  </a:moveTo>
                  <a:lnTo>
                    <a:pt x="1" y="25"/>
                  </a:lnTo>
                  <a:lnTo>
                    <a:pt x="1" y="73"/>
                  </a:lnTo>
                  <a:lnTo>
                    <a:pt x="25" y="97"/>
                  </a:lnTo>
                  <a:lnTo>
                    <a:pt x="49" y="97"/>
                  </a:lnTo>
                  <a:lnTo>
                    <a:pt x="97" y="73"/>
                  </a:lnTo>
                  <a:lnTo>
                    <a:pt x="97"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5" name="Google Shape;10435;p25"/>
            <p:cNvSpPr/>
            <p:nvPr/>
          </p:nvSpPr>
          <p:spPr>
            <a:xfrm>
              <a:off x="2014725" y="2224350"/>
              <a:ext cx="2425" cy="3025"/>
            </a:xfrm>
            <a:custGeom>
              <a:avLst/>
              <a:gdLst/>
              <a:ahLst/>
              <a:cxnLst/>
              <a:rect l="l" t="t" r="r" b="b"/>
              <a:pathLst>
                <a:path w="97" h="121" extrusionOk="0">
                  <a:moveTo>
                    <a:pt x="49" y="1"/>
                  </a:moveTo>
                  <a:lnTo>
                    <a:pt x="0" y="25"/>
                  </a:lnTo>
                  <a:lnTo>
                    <a:pt x="0" y="49"/>
                  </a:lnTo>
                  <a:lnTo>
                    <a:pt x="0" y="97"/>
                  </a:lnTo>
                  <a:lnTo>
                    <a:pt x="49" y="121"/>
                  </a:lnTo>
                  <a:lnTo>
                    <a:pt x="97"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6" name="Google Shape;10436;p25"/>
            <p:cNvSpPr/>
            <p:nvPr/>
          </p:nvSpPr>
          <p:spPr>
            <a:xfrm>
              <a:off x="2069500" y="2224350"/>
              <a:ext cx="3625" cy="3025"/>
            </a:xfrm>
            <a:custGeom>
              <a:avLst/>
              <a:gdLst/>
              <a:ahLst/>
              <a:cxnLst/>
              <a:rect l="l" t="t" r="r" b="b"/>
              <a:pathLst>
                <a:path w="145" h="121" extrusionOk="0">
                  <a:moveTo>
                    <a:pt x="24" y="1"/>
                  </a:moveTo>
                  <a:lnTo>
                    <a:pt x="0" y="49"/>
                  </a:lnTo>
                  <a:lnTo>
                    <a:pt x="24" y="97"/>
                  </a:lnTo>
                  <a:lnTo>
                    <a:pt x="72" y="121"/>
                  </a:lnTo>
                  <a:lnTo>
                    <a:pt x="120" y="97"/>
                  </a:lnTo>
                  <a:lnTo>
                    <a:pt x="144" y="49"/>
                  </a:lnTo>
                  <a:lnTo>
                    <a:pt x="120"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7" name="Google Shape;10437;p25"/>
            <p:cNvSpPr/>
            <p:nvPr/>
          </p:nvSpPr>
          <p:spPr>
            <a:xfrm>
              <a:off x="2060450" y="2253850"/>
              <a:ext cx="2450" cy="2425"/>
            </a:xfrm>
            <a:custGeom>
              <a:avLst/>
              <a:gdLst/>
              <a:ahLst/>
              <a:cxnLst/>
              <a:rect l="l" t="t" r="r" b="b"/>
              <a:pathLst>
                <a:path w="98" h="97" extrusionOk="0">
                  <a:moveTo>
                    <a:pt x="25" y="0"/>
                  </a:moveTo>
                  <a:lnTo>
                    <a:pt x="1" y="48"/>
                  </a:lnTo>
                  <a:lnTo>
                    <a:pt x="1" y="72"/>
                  </a:lnTo>
                  <a:lnTo>
                    <a:pt x="25" y="96"/>
                  </a:lnTo>
                  <a:lnTo>
                    <a:pt x="73" y="96"/>
                  </a:lnTo>
                  <a:lnTo>
                    <a:pt x="97" y="72"/>
                  </a:lnTo>
                  <a:lnTo>
                    <a:pt x="97" y="48"/>
                  </a:lnTo>
                  <a:lnTo>
                    <a:pt x="73"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8" name="Google Shape;10438;p25"/>
            <p:cNvSpPr/>
            <p:nvPr/>
          </p:nvSpPr>
          <p:spPr>
            <a:xfrm>
              <a:off x="2014125" y="2325450"/>
              <a:ext cx="3025" cy="3050"/>
            </a:xfrm>
            <a:custGeom>
              <a:avLst/>
              <a:gdLst/>
              <a:ahLst/>
              <a:cxnLst/>
              <a:rect l="l" t="t" r="r" b="b"/>
              <a:pathLst>
                <a:path w="121" h="122" extrusionOk="0">
                  <a:moveTo>
                    <a:pt x="24" y="1"/>
                  </a:moveTo>
                  <a:lnTo>
                    <a:pt x="0" y="49"/>
                  </a:lnTo>
                  <a:lnTo>
                    <a:pt x="24" y="73"/>
                  </a:lnTo>
                  <a:lnTo>
                    <a:pt x="48" y="121"/>
                  </a:lnTo>
                  <a:lnTo>
                    <a:pt x="97" y="121"/>
                  </a:lnTo>
                  <a:lnTo>
                    <a:pt x="121" y="73"/>
                  </a:lnTo>
                  <a:lnTo>
                    <a:pt x="121"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9" name="Google Shape;10439;p25"/>
            <p:cNvSpPr/>
            <p:nvPr/>
          </p:nvSpPr>
          <p:spPr>
            <a:xfrm>
              <a:off x="1982225" y="2191250"/>
              <a:ext cx="1825" cy="3025"/>
            </a:xfrm>
            <a:custGeom>
              <a:avLst/>
              <a:gdLst/>
              <a:ahLst/>
              <a:cxnLst/>
              <a:rect l="l" t="t" r="r" b="b"/>
              <a:pathLst>
                <a:path w="73" h="121" extrusionOk="0">
                  <a:moveTo>
                    <a:pt x="0" y="1"/>
                  </a:moveTo>
                  <a:lnTo>
                    <a:pt x="0" y="49"/>
                  </a:lnTo>
                  <a:lnTo>
                    <a:pt x="0" y="73"/>
                  </a:lnTo>
                  <a:lnTo>
                    <a:pt x="24" y="121"/>
                  </a:lnTo>
                  <a:lnTo>
                    <a:pt x="49" y="97"/>
                  </a:lnTo>
                  <a:lnTo>
                    <a:pt x="73" y="73"/>
                  </a:lnTo>
                  <a:lnTo>
                    <a:pt x="73" y="49"/>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0" name="Google Shape;10440;p25"/>
            <p:cNvSpPr/>
            <p:nvPr/>
          </p:nvSpPr>
          <p:spPr>
            <a:xfrm>
              <a:off x="1949125" y="2205700"/>
              <a:ext cx="2425" cy="3025"/>
            </a:xfrm>
            <a:custGeom>
              <a:avLst/>
              <a:gdLst/>
              <a:ahLst/>
              <a:cxnLst/>
              <a:rect l="l" t="t" r="r" b="b"/>
              <a:pathLst>
                <a:path w="97" h="121" extrusionOk="0">
                  <a:moveTo>
                    <a:pt x="73" y="0"/>
                  </a:moveTo>
                  <a:lnTo>
                    <a:pt x="24" y="24"/>
                  </a:lnTo>
                  <a:lnTo>
                    <a:pt x="0" y="73"/>
                  </a:lnTo>
                  <a:lnTo>
                    <a:pt x="24" y="97"/>
                  </a:lnTo>
                  <a:lnTo>
                    <a:pt x="49" y="121"/>
                  </a:lnTo>
                  <a:lnTo>
                    <a:pt x="97" y="97"/>
                  </a:lnTo>
                  <a:lnTo>
                    <a:pt x="97" y="48"/>
                  </a:lnTo>
                  <a:lnTo>
                    <a:pt x="9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1" name="Google Shape;10441;p25"/>
            <p:cNvSpPr/>
            <p:nvPr/>
          </p:nvSpPr>
          <p:spPr>
            <a:xfrm>
              <a:off x="2037600" y="2209300"/>
              <a:ext cx="3025" cy="2450"/>
            </a:xfrm>
            <a:custGeom>
              <a:avLst/>
              <a:gdLst/>
              <a:ahLst/>
              <a:cxnLst/>
              <a:rect l="l" t="t" r="r" b="b"/>
              <a:pathLst>
                <a:path w="121" h="98" extrusionOk="0">
                  <a:moveTo>
                    <a:pt x="48" y="1"/>
                  </a:moveTo>
                  <a:lnTo>
                    <a:pt x="24" y="25"/>
                  </a:lnTo>
                  <a:lnTo>
                    <a:pt x="0" y="49"/>
                  </a:lnTo>
                  <a:lnTo>
                    <a:pt x="24" y="97"/>
                  </a:lnTo>
                  <a:lnTo>
                    <a:pt x="72" y="97"/>
                  </a:lnTo>
                  <a:lnTo>
                    <a:pt x="96" y="49"/>
                  </a:lnTo>
                  <a:lnTo>
                    <a:pt x="121" y="25"/>
                  </a:lnTo>
                  <a:lnTo>
                    <a:pt x="9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2" name="Google Shape;10442;p25"/>
            <p:cNvSpPr/>
            <p:nvPr/>
          </p:nvSpPr>
          <p:spPr>
            <a:xfrm>
              <a:off x="2061675" y="2210500"/>
              <a:ext cx="2425" cy="2450"/>
            </a:xfrm>
            <a:custGeom>
              <a:avLst/>
              <a:gdLst/>
              <a:ahLst/>
              <a:cxnLst/>
              <a:rect l="l" t="t" r="r" b="b"/>
              <a:pathLst>
                <a:path w="97" h="98" extrusionOk="0">
                  <a:moveTo>
                    <a:pt x="24" y="1"/>
                  </a:moveTo>
                  <a:lnTo>
                    <a:pt x="0" y="25"/>
                  </a:lnTo>
                  <a:lnTo>
                    <a:pt x="0" y="49"/>
                  </a:lnTo>
                  <a:lnTo>
                    <a:pt x="0" y="73"/>
                  </a:lnTo>
                  <a:lnTo>
                    <a:pt x="48" y="97"/>
                  </a:lnTo>
                  <a:lnTo>
                    <a:pt x="96" y="73"/>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3" name="Google Shape;10443;p25"/>
            <p:cNvSpPr/>
            <p:nvPr/>
          </p:nvSpPr>
          <p:spPr>
            <a:xfrm>
              <a:off x="1993650" y="2225550"/>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4" name="Google Shape;10444;p25"/>
            <p:cNvSpPr/>
            <p:nvPr/>
          </p:nvSpPr>
          <p:spPr>
            <a:xfrm>
              <a:off x="1946125" y="2237600"/>
              <a:ext cx="2425" cy="2425"/>
            </a:xfrm>
            <a:custGeom>
              <a:avLst/>
              <a:gdLst/>
              <a:ahLst/>
              <a:cxnLst/>
              <a:rect l="l" t="t" r="r" b="b"/>
              <a:pathLst>
                <a:path w="97" h="97" extrusionOk="0">
                  <a:moveTo>
                    <a:pt x="24" y="0"/>
                  </a:moveTo>
                  <a:lnTo>
                    <a:pt x="0" y="24"/>
                  </a:lnTo>
                  <a:lnTo>
                    <a:pt x="0" y="72"/>
                  </a:lnTo>
                  <a:lnTo>
                    <a:pt x="24" y="96"/>
                  </a:lnTo>
                  <a:lnTo>
                    <a:pt x="72" y="96"/>
                  </a:lnTo>
                  <a:lnTo>
                    <a:pt x="96" y="48"/>
                  </a:lnTo>
                  <a:lnTo>
                    <a:pt x="96"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5" name="Google Shape;10445;p25"/>
            <p:cNvSpPr/>
            <p:nvPr/>
          </p:nvSpPr>
          <p:spPr>
            <a:xfrm>
              <a:off x="2063475" y="2280925"/>
              <a:ext cx="3625" cy="2425"/>
            </a:xfrm>
            <a:custGeom>
              <a:avLst/>
              <a:gdLst/>
              <a:ahLst/>
              <a:cxnLst/>
              <a:rect l="l" t="t" r="r" b="b"/>
              <a:pathLst>
                <a:path w="145" h="97" extrusionOk="0">
                  <a:moveTo>
                    <a:pt x="48" y="0"/>
                  </a:moveTo>
                  <a:lnTo>
                    <a:pt x="0" y="25"/>
                  </a:lnTo>
                  <a:lnTo>
                    <a:pt x="24" y="73"/>
                  </a:lnTo>
                  <a:lnTo>
                    <a:pt x="73" y="97"/>
                  </a:lnTo>
                  <a:lnTo>
                    <a:pt x="121" y="97"/>
                  </a:lnTo>
                  <a:lnTo>
                    <a:pt x="145" y="49"/>
                  </a:lnTo>
                  <a:lnTo>
                    <a:pt x="121" y="25"/>
                  </a:lnTo>
                  <a:lnTo>
                    <a:pt x="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6" name="Google Shape;10446;p25"/>
            <p:cNvSpPr/>
            <p:nvPr/>
          </p:nvSpPr>
          <p:spPr>
            <a:xfrm>
              <a:off x="2113425" y="2283925"/>
              <a:ext cx="2425" cy="2450"/>
            </a:xfrm>
            <a:custGeom>
              <a:avLst/>
              <a:gdLst/>
              <a:ahLst/>
              <a:cxnLst/>
              <a:rect l="l" t="t" r="r" b="b"/>
              <a:pathLst>
                <a:path w="97" h="98" extrusionOk="0">
                  <a:moveTo>
                    <a:pt x="24" y="1"/>
                  </a:moveTo>
                  <a:lnTo>
                    <a:pt x="0" y="25"/>
                  </a:lnTo>
                  <a:lnTo>
                    <a:pt x="0" y="73"/>
                  </a:lnTo>
                  <a:lnTo>
                    <a:pt x="24" y="97"/>
                  </a:lnTo>
                  <a:lnTo>
                    <a:pt x="73" y="97"/>
                  </a:lnTo>
                  <a:lnTo>
                    <a:pt x="97" y="73"/>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7" name="Google Shape;10447;p25"/>
            <p:cNvSpPr/>
            <p:nvPr/>
          </p:nvSpPr>
          <p:spPr>
            <a:xfrm>
              <a:off x="2089950" y="2128650"/>
              <a:ext cx="1825" cy="1850"/>
            </a:xfrm>
            <a:custGeom>
              <a:avLst/>
              <a:gdLst/>
              <a:ahLst/>
              <a:cxnLst/>
              <a:rect l="l" t="t" r="r" b="b"/>
              <a:pathLst>
                <a:path w="73" h="74" extrusionOk="0">
                  <a:moveTo>
                    <a:pt x="25" y="1"/>
                  </a:moveTo>
                  <a:lnTo>
                    <a:pt x="1" y="73"/>
                  </a:lnTo>
                  <a:lnTo>
                    <a:pt x="73" y="73"/>
                  </a:lnTo>
                  <a:lnTo>
                    <a:pt x="73"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8" name="Google Shape;10448;p25"/>
            <p:cNvSpPr/>
            <p:nvPr/>
          </p:nvSpPr>
          <p:spPr>
            <a:xfrm>
              <a:off x="2026750" y="2159950"/>
              <a:ext cx="2450" cy="1825"/>
            </a:xfrm>
            <a:custGeom>
              <a:avLst/>
              <a:gdLst/>
              <a:ahLst/>
              <a:cxnLst/>
              <a:rect l="l" t="t" r="r" b="b"/>
              <a:pathLst>
                <a:path w="98" h="73" extrusionOk="0">
                  <a:moveTo>
                    <a:pt x="25" y="1"/>
                  </a:moveTo>
                  <a:lnTo>
                    <a:pt x="1" y="25"/>
                  </a:lnTo>
                  <a:lnTo>
                    <a:pt x="25"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9" name="Google Shape;10449;p25"/>
            <p:cNvSpPr/>
            <p:nvPr/>
          </p:nvSpPr>
          <p:spPr>
            <a:xfrm>
              <a:off x="2040600" y="2159950"/>
              <a:ext cx="1225" cy="1825"/>
            </a:xfrm>
            <a:custGeom>
              <a:avLst/>
              <a:gdLst/>
              <a:ahLst/>
              <a:cxnLst/>
              <a:rect l="l" t="t" r="r" b="b"/>
              <a:pathLst>
                <a:path w="49" h="73" extrusionOk="0">
                  <a:moveTo>
                    <a:pt x="1" y="1"/>
                  </a:moveTo>
                  <a:lnTo>
                    <a:pt x="1" y="25"/>
                  </a:lnTo>
                  <a:lnTo>
                    <a:pt x="1" y="49"/>
                  </a:lnTo>
                  <a:lnTo>
                    <a:pt x="1" y="73"/>
                  </a:lnTo>
                  <a:lnTo>
                    <a:pt x="49" y="73"/>
                  </a:lnTo>
                  <a:lnTo>
                    <a:pt x="49" y="49"/>
                  </a:lnTo>
                  <a:lnTo>
                    <a:pt x="49"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0" name="Google Shape;10450;p25"/>
            <p:cNvSpPr/>
            <p:nvPr/>
          </p:nvSpPr>
          <p:spPr>
            <a:xfrm>
              <a:off x="2068875" y="2163575"/>
              <a:ext cx="1850" cy="1825"/>
            </a:xfrm>
            <a:custGeom>
              <a:avLst/>
              <a:gdLst/>
              <a:ahLst/>
              <a:cxnLst/>
              <a:rect l="l" t="t" r="r" b="b"/>
              <a:pathLst>
                <a:path w="74" h="73" extrusionOk="0">
                  <a:moveTo>
                    <a:pt x="25" y="0"/>
                  </a:moveTo>
                  <a:lnTo>
                    <a:pt x="1" y="24"/>
                  </a:lnTo>
                  <a:lnTo>
                    <a:pt x="1" y="48"/>
                  </a:lnTo>
                  <a:lnTo>
                    <a:pt x="1" y="72"/>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1" name="Google Shape;10451;p25"/>
            <p:cNvSpPr/>
            <p:nvPr/>
          </p:nvSpPr>
          <p:spPr>
            <a:xfrm>
              <a:off x="1937675" y="2178625"/>
              <a:ext cx="1850" cy="1825"/>
            </a:xfrm>
            <a:custGeom>
              <a:avLst/>
              <a:gdLst/>
              <a:ahLst/>
              <a:cxnLst/>
              <a:rect l="l" t="t" r="r" b="b"/>
              <a:pathLst>
                <a:path w="74" h="73" extrusionOk="0">
                  <a:moveTo>
                    <a:pt x="25" y="0"/>
                  </a:moveTo>
                  <a:lnTo>
                    <a:pt x="1" y="24"/>
                  </a:lnTo>
                  <a:lnTo>
                    <a:pt x="1" y="48"/>
                  </a:lnTo>
                  <a:lnTo>
                    <a:pt x="25" y="72"/>
                  </a:lnTo>
                  <a:lnTo>
                    <a:pt x="49" y="72"/>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2" name="Google Shape;10452;p25"/>
            <p:cNvSpPr/>
            <p:nvPr/>
          </p:nvSpPr>
          <p:spPr>
            <a:xfrm>
              <a:off x="1925650" y="2189450"/>
              <a:ext cx="1825" cy="1825"/>
            </a:xfrm>
            <a:custGeom>
              <a:avLst/>
              <a:gdLst/>
              <a:ahLst/>
              <a:cxnLst/>
              <a:rect l="l" t="t" r="r" b="b"/>
              <a:pathLst>
                <a:path w="73" h="73" extrusionOk="0">
                  <a:moveTo>
                    <a:pt x="25" y="0"/>
                  </a:moveTo>
                  <a:lnTo>
                    <a:pt x="1" y="24"/>
                  </a:lnTo>
                  <a:lnTo>
                    <a:pt x="1" y="48"/>
                  </a:lnTo>
                  <a:lnTo>
                    <a:pt x="25" y="73"/>
                  </a:lnTo>
                  <a:lnTo>
                    <a:pt x="49" y="73"/>
                  </a:lnTo>
                  <a:lnTo>
                    <a:pt x="73" y="48"/>
                  </a:lnTo>
                  <a:lnTo>
                    <a:pt x="73"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3" name="Google Shape;10453;p25"/>
            <p:cNvSpPr/>
            <p:nvPr/>
          </p:nvSpPr>
          <p:spPr>
            <a:xfrm>
              <a:off x="1929875" y="2194250"/>
              <a:ext cx="1825" cy="1250"/>
            </a:xfrm>
            <a:custGeom>
              <a:avLst/>
              <a:gdLst/>
              <a:ahLst/>
              <a:cxnLst/>
              <a:rect l="l" t="t" r="r" b="b"/>
              <a:pathLst>
                <a:path w="73" h="50" extrusionOk="0">
                  <a:moveTo>
                    <a:pt x="0" y="1"/>
                  </a:moveTo>
                  <a:lnTo>
                    <a:pt x="0" y="49"/>
                  </a:lnTo>
                  <a:lnTo>
                    <a:pt x="48"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4" name="Google Shape;10454;p25"/>
            <p:cNvSpPr/>
            <p:nvPr/>
          </p:nvSpPr>
          <p:spPr>
            <a:xfrm>
              <a:off x="1988850" y="2193050"/>
              <a:ext cx="2425" cy="2450"/>
            </a:xfrm>
            <a:custGeom>
              <a:avLst/>
              <a:gdLst/>
              <a:ahLst/>
              <a:cxnLst/>
              <a:rect l="l" t="t" r="r" b="b"/>
              <a:pathLst>
                <a:path w="97" h="98" extrusionOk="0">
                  <a:moveTo>
                    <a:pt x="72" y="1"/>
                  </a:moveTo>
                  <a:lnTo>
                    <a:pt x="24" y="25"/>
                  </a:lnTo>
                  <a:lnTo>
                    <a:pt x="0" y="49"/>
                  </a:lnTo>
                  <a:lnTo>
                    <a:pt x="24" y="73"/>
                  </a:lnTo>
                  <a:lnTo>
                    <a:pt x="48" y="97"/>
                  </a:lnTo>
                  <a:lnTo>
                    <a:pt x="97" y="73"/>
                  </a:lnTo>
                  <a:lnTo>
                    <a:pt x="97" y="49"/>
                  </a:lnTo>
                  <a:lnTo>
                    <a:pt x="97" y="25"/>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5" name="Google Shape;10455;p25"/>
            <p:cNvSpPr/>
            <p:nvPr/>
          </p:nvSpPr>
          <p:spPr>
            <a:xfrm>
              <a:off x="2003900" y="2197875"/>
              <a:ext cx="1825" cy="1825"/>
            </a:xfrm>
            <a:custGeom>
              <a:avLst/>
              <a:gdLst/>
              <a:ahLst/>
              <a:cxnLst/>
              <a:rect l="l" t="t" r="r" b="b"/>
              <a:pathLst>
                <a:path w="73" h="73" extrusionOk="0">
                  <a:moveTo>
                    <a:pt x="24" y="0"/>
                  </a:moveTo>
                  <a:lnTo>
                    <a:pt x="0" y="24"/>
                  </a:lnTo>
                  <a:lnTo>
                    <a:pt x="0" y="49"/>
                  </a:lnTo>
                  <a:lnTo>
                    <a:pt x="48" y="73"/>
                  </a:lnTo>
                  <a:lnTo>
                    <a:pt x="72" y="49"/>
                  </a:lnTo>
                  <a:lnTo>
                    <a:pt x="72" y="24"/>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6" name="Google Shape;10456;p25"/>
            <p:cNvSpPr/>
            <p:nvPr/>
          </p:nvSpPr>
          <p:spPr>
            <a:xfrm>
              <a:off x="2102600" y="2208100"/>
              <a:ext cx="2425" cy="2425"/>
            </a:xfrm>
            <a:custGeom>
              <a:avLst/>
              <a:gdLst/>
              <a:ahLst/>
              <a:cxnLst/>
              <a:rect l="l" t="t" r="r" b="b"/>
              <a:pathLst>
                <a:path w="97" h="97" extrusionOk="0">
                  <a:moveTo>
                    <a:pt x="48" y="1"/>
                  </a:moveTo>
                  <a:lnTo>
                    <a:pt x="24" y="25"/>
                  </a:lnTo>
                  <a:lnTo>
                    <a:pt x="0" y="49"/>
                  </a:lnTo>
                  <a:lnTo>
                    <a:pt x="0" y="73"/>
                  </a:lnTo>
                  <a:lnTo>
                    <a:pt x="24" y="97"/>
                  </a:lnTo>
                  <a:lnTo>
                    <a:pt x="96" y="97"/>
                  </a:lnTo>
                  <a:lnTo>
                    <a:pt x="96" y="49"/>
                  </a:lnTo>
                  <a:lnTo>
                    <a:pt x="72"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7" name="Google Shape;10457;p25"/>
            <p:cNvSpPr/>
            <p:nvPr/>
          </p:nvSpPr>
          <p:spPr>
            <a:xfrm>
              <a:off x="1972000" y="2217725"/>
              <a:ext cx="2425" cy="2450"/>
            </a:xfrm>
            <a:custGeom>
              <a:avLst/>
              <a:gdLst/>
              <a:ahLst/>
              <a:cxnLst/>
              <a:rect l="l" t="t" r="r" b="b"/>
              <a:pathLst>
                <a:path w="97" h="98" extrusionOk="0">
                  <a:moveTo>
                    <a:pt x="48" y="1"/>
                  </a:moveTo>
                  <a:lnTo>
                    <a:pt x="0" y="25"/>
                  </a:lnTo>
                  <a:lnTo>
                    <a:pt x="0" y="49"/>
                  </a:lnTo>
                  <a:lnTo>
                    <a:pt x="0" y="73"/>
                  </a:lnTo>
                  <a:lnTo>
                    <a:pt x="48" y="97"/>
                  </a:lnTo>
                  <a:lnTo>
                    <a:pt x="72" y="73"/>
                  </a:lnTo>
                  <a:lnTo>
                    <a:pt x="96"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8" name="Google Shape;10458;p25"/>
            <p:cNvSpPr/>
            <p:nvPr/>
          </p:nvSpPr>
          <p:spPr>
            <a:xfrm>
              <a:off x="2068875" y="2220150"/>
              <a:ext cx="1850" cy="2425"/>
            </a:xfrm>
            <a:custGeom>
              <a:avLst/>
              <a:gdLst/>
              <a:ahLst/>
              <a:cxnLst/>
              <a:rect l="l" t="t" r="r" b="b"/>
              <a:pathLst>
                <a:path w="74" h="97" extrusionOk="0">
                  <a:moveTo>
                    <a:pt x="25" y="0"/>
                  </a:moveTo>
                  <a:lnTo>
                    <a:pt x="1" y="24"/>
                  </a:lnTo>
                  <a:lnTo>
                    <a:pt x="1" y="48"/>
                  </a:lnTo>
                  <a:lnTo>
                    <a:pt x="1" y="72"/>
                  </a:lnTo>
                  <a:lnTo>
                    <a:pt x="25" y="96"/>
                  </a:lnTo>
                  <a:lnTo>
                    <a:pt x="73" y="72"/>
                  </a:lnTo>
                  <a:lnTo>
                    <a:pt x="73"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9" name="Google Shape;10459;p25"/>
            <p:cNvSpPr/>
            <p:nvPr/>
          </p:nvSpPr>
          <p:spPr>
            <a:xfrm>
              <a:off x="2011100" y="2249625"/>
              <a:ext cx="3050" cy="1825"/>
            </a:xfrm>
            <a:custGeom>
              <a:avLst/>
              <a:gdLst/>
              <a:ahLst/>
              <a:cxnLst/>
              <a:rect l="l" t="t" r="r" b="b"/>
              <a:pathLst>
                <a:path w="122" h="73" extrusionOk="0">
                  <a:moveTo>
                    <a:pt x="25" y="1"/>
                  </a:moveTo>
                  <a:lnTo>
                    <a:pt x="1" y="49"/>
                  </a:lnTo>
                  <a:lnTo>
                    <a:pt x="25" y="73"/>
                  </a:lnTo>
                  <a:lnTo>
                    <a:pt x="97" y="73"/>
                  </a:lnTo>
                  <a:lnTo>
                    <a:pt x="121" y="25"/>
                  </a:lnTo>
                  <a:lnTo>
                    <a:pt x="9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0" name="Google Shape;10460;p25"/>
            <p:cNvSpPr/>
            <p:nvPr/>
          </p:nvSpPr>
          <p:spPr>
            <a:xfrm>
              <a:off x="1991850" y="2250825"/>
              <a:ext cx="1225" cy="1850"/>
            </a:xfrm>
            <a:custGeom>
              <a:avLst/>
              <a:gdLst/>
              <a:ahLst/>
              <a:cxnLst/>
              <a:rect l="l" t="t" r="r" b="b"/>
              <a:pathLst>
                <a:path w="49" h="74" extrusionOk="0">
                  <a:moveTo>
                    <a:pt x="25" y="1"/>
                  </a:moveTo>
                  <a:lnTo>
                    <a:pt x="1" y="25"/>
                  </a:lnTo>
                  <a:lnTo>
                    <a:pt x="1" y="49"/>
                  </a:lnTo>
                  <a:lnTo>
                    <a:pt x="1" y="73"/>
                  </a:lnTo>
                  <a:lnTo>
                    <a:pt x="25" y="49"/>
                  </a:lnTo>
                  <a:lnTo>
                    <a:pt x="49"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1" name="Google Shape;10461;p25"/>
            <p:cNvSpPr/>
            <p:nvPr/>
          </p:nvSpPr>
          <p:spPr>
            <a:xfrm>
              <a:off x="2140500" y="2264675"/>
              <a:ext cx="1825" cy="2425"/>
            </a:xfrm>
            <a:custGeom>
              <a:avLst/>
              <a:gdLst/>
              <a:ahLst/>
              <a:cxnLst/>
              <a:rect l="l" t="t" r="r" b="b"/>
              <a:pathLst>
                <a:path w="73" h="97" extrusionOk="0">
                  <a:moveTo>
                    <a:pt x="25" y="0"/>
                  </a:moveTo>
                  <a:lnTo>
                    <a:pt x="1" y="25"/>
                  </a:lnTo>
                  <a:lnTo>
                    <a:pt x="1" y="49"/>
                  </a:lnTo>
                  <a:lnTo>
                    <a:pt x="25" y="73"/>
                  </a:lnTo>
                  <a:lnTo>
                    <a:pt x="49" y="97"/>
                  </a:lnTo>
                  <a:lnTo>
                    <a:pt x="73" y="73"/>
                  </a:lnTo>
                  <a:lnTo>
                    <a:pt x="73" y="25"/>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2" name="Google Shape;10462;p25"/>
            <p:cNvSpPr/>
            <p:nvPr/>
          </p:nvSpPr>
          <p:spPr>
            <a:xfrm>
              <a:off x="2047825" y="2298375"/>
              <a:ext cx="625" cy="625"/>
            </a:xfrm>
            <a:custGeom>
              <a:avLst/>
              <a:gdLst/>
              <a:ahLst/>
              <a:cxnLst/>
              <a:rect l="l" t="t" r="r" b="b"/>
              <a:pathLst>
                <a:path w="25" h="25" extrusionOk="0">
                  <a:moveTo>
                    <a:pt x="0" y="1"/>
                  </a:moveTo>
                  <a:lnTo>
                    <a:pt x="0" y="25"/>
                  </a:lnTo>
                  <a:lnTo>
                    <a:pt x="24"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3" name="Google Shape;10463;p25"/>
            <p:cNvSpPr/>
            <p:nvPr/>
          </p:nvSpPr>
          <p:spPr>
            <a:xfrm>
              <a:off x="2043000" y="2385050"/>
              <a:ext cx="1850" cy="1225"/>
            </a:xfrm>
            <a:custGeom>
              <a:avLst/>
              <a:gdLst/>
              <a:ahLst/>
              <a:cxnLst/>
              <a:rect l="l" t="t" r="r" b="b"/>
              <a:pathLst>
                <a:path w="74" h="49" extrusionOk="0">
                  <a:moveTo>
                    <a:pt x="25" y="0"/>
                  </a:moveTo>
                  <a:lnTo>
                    <a:pt x="1" y="48"/>
                  </a:lnTo>
                  <a:lnTo>
                    <a:pt x="73"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4" name="Google Shape;10464;p25"/>
            <p:cNvSpPr/>
            <p:nvPr/>
          </p:nvSpPr>
          <p:spPr>
            <a:xfrm>
              <a:off x="2125450" y="2172000"/>
              <a:ext cx="1225" cy="1225"/>
            </a:xfrm>
            <a:custGeom>
              <a:avLst/>
              <a:gdLst/>
              <a:ahLst/>
              <a:cxnLst/>
              <a:rect l="l" t="t" r="r" b="b"/>
              <a:pathLst>
                <a:path w="49" h="49" extrusionOk="0">
                  <a:moveTo>
                    <a:pt x="1" y="0"/>
                  </a:moveTo>
                  <a:lnTo>
                    <a:pt x="25"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5" name="Google Shape;10465;p25"/>
            <p:cNvSpPr/>
            <p:nvPr/>
          </p:nvSpPr>
          <p:spPr>
            <a:xfrm>
              <a:off x="2053250" y="2170175"/>
              <a:ext cx="1825" cy="2450"/>
            </a:xfrm>
            <a:custGeom>
              <a:avLst/>
              <a:gdLst/>
              <a:ahLst/>
              <a:cxnLst/>
              <a:rect l="l" t="t" r="r" b="b"/>
              <a:pathLst>
                <a:path w="73" h="98" extrusionOk="0">
                  <a:moveTo>
                    <a:pt x="48" y="1"/>
                  </a:moveTo>
                  <a:lnTo>
                    <a:pt x="0" y="49"/>
                  </a:lnTo>
                  <a:lnTo>
                    <a:pt x="24" y="73"/>
                  </a:lnTo>
                  <a:lnTo>
                    <a:pt x="48" y="97"/>
                  </a:lnTo>
                  <a:lnTo>
                    <a:pt x="72" y="73"/>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6" name="Google Shape;10466;p25"/>
            <p:cNvSpPr/>
            <p:nvPr/>
          </p:nvSpPr>
          <p:spPr>
            <a:xfrm>
              <a:off x="1956950" y="2152725"/>
              <a:ext cx="625" cy="1250"/>
            </a:xfrm>
            <a:custGeom>
              <a:avLst/>
              <a:gdLst/>
              <a:ahLst/>
              <a:cxnLst/>
              <a:rect l="l" t="t" r="r" b="b"/>
              <a:pathLst>
                <a:path w="25" h="50" extrusionOk="0">
                  <a:moveTo>
                    <a:pt x="0" y="1"/>
                  </a:moveTo>
                  <a:lnTo>
                    <a:pt x="0" y="25"/>
                  </a:lnTo>
                  <a:lnTo>
                    <a:pt x="0" y="49"/>
                  </a:lnTo>
                  <a:lnTo>
                    <a:pt x="24" y="25"/>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7" name="Google Shape;10467;p25"/>
            <p:cNvSpPr/>
            <p:nvPr/>
          </p:nvSpPr>
          <p:spPr>
            <a:xfrm>
              <a:off x="2022550" y="2136475"/>
              <a:ext cx="1825" cy="1250"/>
            </a:xfrm>
            <a:custGeom>
              <a:avLst/>
              <a:gdLst/>
              <a:ahLst/>
              <a:cxnLst/>
              <a:rect l="l" t="t" r="r" b="b"/>
              <a:pathLst>
                <a:path w="73" h="50" extrusionOk="0">
                  <a:moveTo>
                    <a:pt x="24" y="1"/>
                  </a:moveTo>
                  <a:lnTo>
                    <a:pt x="0" y="25"/>
                  </a:lnTo>
                  <a:lnTo>
                    <a:pt x="24" y="49"/>
                  </a:lnTo>
                  <a:lnTo>
                    <a:pt x="73"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8" name="Google Shape;10468;p25"/>
            <p:cNvSpPr/>
            <p:nvPr/>
          </p:nvSpPr>
          <p:spPr>
            <a:xfrm>
              <a:off x="2086950" y="2290550"/>
              <a:ext cx="625" cy="25"/>
            </a:xfrm>
            <a:custGeom>
              <a:avLst/>
              <a:gdLst/>
              <a:ahLst/>
              <a:cxnLst/>
              <a:rect l="l" t="t" r="r" b="b"/>
              <a:pathLst>
                <a:path w="25" h="1" extrusionOk="0">
                  <a:moveTo>
                    <a:pt x="0" y="1"/>
                  </a:moveTo>
                  <a:lnTo>
                    <a:pt x="0" y="1"/>
                  </a:lnTo>
                  <a:lnTo>
                    <a:pt x="24" y="1"/>
                  </a:lnTo>
                  <a:lnTo>
                    <a:pt x="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9" name="Google Shape;10469;p25"/>
            <p:cNvSpPr/>
            <p:nvPr/>
          </p:nvSpPr>
          <p:spPr>
            <a:xfrm>
              <a:off x="2053850" y="2122050"/>
              <a:ext cx="1225" cy="1225"/>
            </a:xfrm>
            <a:custGeom>
              <a:avLst/>
              <a:gdLst/>
              <a:ahLst/>
              <a:cxnLst/>
              <a:rect l="l" t="t" r="r" b="b"/>
              <a:pathLst>
                <a:path w="49" h="49" extrusionOk="0">
                  <a:moveTo>
                    <a:pt x="24" y="0"/>
                  </a:moveTo>
                  <a:lnTo>
                    <a:pt x="0" y="24"/>
                  </a:lnTo>
                  <a:lnTo>
                    <a:pt x="24" y="48"/>
                  </a:lnTo>
                  <a:lnTo>
                    <a:pt x="48" y="48"/>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0" name="Google Shape;10470;p25"/>
            <p:cNvSpPr/>
            <p:nvPr/>
          </p:nvSpPr>
          <p:spPr>
            <a:xfrm>
              <a:off x="2026750" y="2274900"/>
              <a:ext cx="1225" cy="1825"/>
            </a:xfrm>
            <a:custGeom>
              <a:avLst/>
              <a:gdLst/>
              <a:ahLst/>
              <a:cxnLst/>
              <a:rect l="l" t="t" r="r" b="b"/>
              <a:pathLst>
                <a:path w="49" h="73" extrusionOk="0">
                  <a:moveTo>
                    <a:pt x="25" y="1"/>
                  </a:moveTo>
                  <a:lnTo>
                    <a:pt x="1" y="25"/>
                  </a:lnTo>
                  <a:lnTo>
                    <a:pt x="1" y="49"/>
                  </a:lnTo>
                  <a:lnTo>
                    <a:pt x="1" y="73"/>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1" name="Google Shape;10471;p25"/>
            <p:cNvSpPr/>
            <p:nvPr/>
          </p:nvSpPr>
          <p:spPr>
            <a:xfrm>
              <a:off x="2071900" y="2254450"/>
              <a:ext cx="625" cy="1225"/>
            </a:xfrm>
            <a:custGeom>
              <a:avLst/>
              <a:gdLst/>
              <a:ahLst/>
              <a:cxnLst/>
              <a:rect l="l" t="t" r="r" b="b"/>
              <a:pathLst>
                <a:path w="25" h="49" extrusionOk="0">
                  <a:moveTo>
                    <a:pt x="24" y="0"/>
                  </a:moveTo>
                  <a:lnTo>
                    <a:pt x="0" y="48"/>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2" name="Google Shape;10472;p25"/>
            <p:cNvSpPr/>
            <p:nvPr/>
          </p:nvSpPr>
          <p:spPr>
            <a:xfrm>
              <a:off x="2059850" y="2227975"/>
              <a:ext cx="1250" cy="2425"/>
            </a:xfrm>
            <a:custGeom>
              <a:avLst/>
              <a:gdLst/>
              <a:ahLst/>
              <a:cxnLst/>
              <a:rect l="l" t="t" r="r" b="b"/>
              <a:pathLst>
                <a:path w="50" h="97" extrusionOk="0">
                  <a:moveTo>
                    <a:pt x="49" y="0"/>
                  </a:moveTo>
                  <a:lnTo>
                    <a:pt x="25" y="48"/>
                  </a:lnTo>
                  <a:lnTo>
                    <a:pt x="1" y="72"/>
                  </a:lnTo>
                  <a:lnTo>
                    <a:pt x="25" y="96"/>
                  </a:lnTo>
                  <a:lnTo>
                    <a:pt x="49" y="72"/>
                  </a:lnTo>
                  <a:lnTo>
                    <a:pt x="49" y="48"/>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3" name="Google Shape;10473;p25"/>
            <p:cNvSpPr/>
            <p:nvPr/>
          </p:nvSpPr>
          <p:spPr>
            <a:xfrm>
              <a:off x="1964175" y="2251425"/>
              <a:ext cx="1825" cy="1850"/>
            </a:xfrm>
            <a:custGeom>
              <a:avLst/>
              <a:gdLst/>
              <a:ahLst/>
              <a:cxnLst/>
              <a:rect l="l" t="t" r="r" b="b"/>
              <a:pathLst>
                <a:path w="73" h="74" extrusionOk="0">
                  <a:moveTo>
                    <a:pt x="24" y="1"/>
                  </a:moveTo>
                  <a:lnTo>
                    <a:pt x="0" y="25"/>
                  </a:lnTo>
                  <a:lnTo>
                    <a:pt x="24" y="49"/>
                  </a:lnTo>
                  <a:lnTo>
                    <a:pt x="24" y="73"/>
                  </a:lnTo>
                  <a:lnTo>
                    <a:pt x="72" y="49"/>
                  </a:lnTo>
                  <a:lnTo>
                    <a:pt x="72" y="25"/>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4" name="Google Shape;10474;p25"/>
            <p:cNvSpPr/>
            <p:nvPr/>
          </p:nvSpPr>
          <p:spPr>
            <a:xfrm>
              <a:off x="2088750" y="2235175"/>
              <a:ext cx="2425" cy="1850"/>
            </a:xfrm>
            <a:custGeom>
              <a:avLst/>
              <a:gdLst/>
              <a:ahLst/>
              <a:cxnLst/>
              <a:rect l="l" t="t" r="r" b="b"/>
              <a:pathLst>
                <a:path w="97" h="74" extrusionOk="0">
                  <a:moveTo>
                    <a:pt x="24" y="1"/>
                  </a:moveTo>
                  <a:lnTo>
                    <a:pt x="0" y="25"/>
                  </a:lnTo>
                  <a:lnTo>
                    <a:pt x="24" y="73"/>
                  </a:lnTo>
                  <a:lnTo>
                    <a:pt x="73" y="73"/>
                  </a:lnTo>
                  <a:lnTo>
                    <a:pt x="97" y="25"/>
                  </a:lnTo>
                  <a:lnTo>
                    <a:pt x="7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5" name="Google Shape;10475;p25"/>
            <p:cNvSpPr/>
            <p:nvPr/>
          </p:nvSpPr>
          <p:spPr>
            <a:xfrm>
              <a:off x="2111025" y="2230375"/>
              <a:ext cx="625" cy="1225"/>
            </a:xfrm>
            <a:custGeom>
              <a:avLst/>
              <a:gdLst/>
              <a:ahLst/>
              <a:cxnLst/>
              <a:rect l="l" t="t" r="r" b="b"/>
              <a:pathLst>
                <a:path w="25" h="49" extrusionOk="0">
                  <a:moveTo>
                    <a:pt x="0" y="0"/>
                  </a:moveTo>
                  <a:lnTo>
                    <a:pt x="0" y="24"/>
                  </a:lnTo>
                  <a:lnTo>
                    <a:pt x="24" y="48"/>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6" name="Google Shape;10476;p25"/>
            <p:cNvSpPr/>
            <p:nvPr/>
          </p:nvSpPr>
          <p:spPr>
            <a:xfrm>
              <a:off x="2051425" y="2217125"/>
              <a:ext cx="1850" cy="1825"/>
            </a:xfrm>
            <a:custGeom>
              <a:avLst/>
              <a:gdLst/>
              <a:ahLst/>
              <a:cxnLst/>
              <a:rect l="l" t="t" r="r" b="b"/>
              <a:pathLst>
                <a:path w="74" h="73" extrusionOk="0">
                  <a:moveTo>
                    <a:pt x="25" y="1"/>
                  </a:moveTo>
                  <a:lnTo>
                    <a:pt x="1" y="25"/>
                  </a:lnTo>
                  <a:lnTo>
                    <a:pt x="1" y="49"/>
                  </a:lnTo>
                  <a:lnTo>
                    <a:pt x="1" y="73"/>
                  </a:lnTo>
                  <a:lnTo>
                    <a:pt x="25" y="73"/>
                  </a:lnTo>
                  <a:lnTo>
                    <a:pt x="49" y="49"/>
                  </a:lnTo>
                  <a:lnTo>
                    <a:pt x="73" y="25"/>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7" name="Google Shape;10477;p25"/>
            <p:cNvSpPr/>
            <p:nvPr/>
          </p:nvSpPr>
          <p:spPr>
            <a:xfrm>
              <a:off x="2038800" y="2196075"/>
              <a:ext cx="1825" cy="1225"/>
            </a:xfrm>
            <a:custGeom>
              <a:avLst/>
              <a:gdLst/>
              <a:ahLst/>
              <a:cxnLst/>
              <a:rect l="l" t="t" r="r" b="b"/>
              <a:pathLst>
                <a:path w="73" h="49" extrusionOk="0">
                  <a:moveTo>
                    <a:pt x="24" y="0"/>
                  </a:moveTo>
                  <a:lnTo>
                    <a:pt x="0" y="24"/>
                  </a:lnTo>
                  <a:lnTo>
                    <a:pt x="24" y="48"/>
                  </a:lnTo>
                  <a:lnTo>
                    <a:pt x="73"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8" name="Google Shape;10478;p25"/>
            <p:cNvSpPr/>
            <p:nvPr/>
          </p:nvSpPr>
          <p:spPr>
            <a:xfrm>
              <a:off x="2046625" y="2193050"/>
              <a:ext cx="1225" cy="1225"/>
            </a:xfrm>
            <a:custGeom>
              <a:avLst/>
              <a:gdLst/>
              <a:ahLst/>
              <a:cxnLst/>
              <a:rect l="l" t="t" r="r" b="b"/>
              <a:pathLst>
                <a:path w="49" h="49" extrusionOk="0">
                  <a:moveTo>
                    <a:pt x="0" y="1"/>
                  </a:moveTo>
                  <a:lnTo>
                    <a:pt x="0" y="25"/>
                  </a:lnTo>
                  <a:lnTo>
                    <a:pt x="24" y="49"/>
                  </a:lnTo>
                  <a:lnTo>
                    <a:pt x="48" y="49"/>
                  </a:lnTo>
                  <a:lnTo>
                    <a:pt x="48"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9" name="Google Shape;10479;p25"/>
            <p:cNvSpPr/>
            <p:nvPr/>
          </p:nvSpPr>
          <p:spPr>
            <a:xfrm>
              <a:off x="2076700" y="2183425"/>
              <a:ext cx="1850" cy="1825"/>
            </a:xfrm>
            <a:custGeom>
              <a:avLst/>
              <a:gdLst/>
              <a:ahLst/>
              <a:cxnLst/>
              <a:rect l="l" t="t" r="r" b="b"/>
              <a:pathLst>
                <a:path w="74" h="73" extrusionOk="0">
                  <a:moveTo>
                    <a:pt x="25" y="1"/>
                  </a:moveTo>
                  <a:lnTo>
                    <a:pt x="1" y="25"/>
                  </a:lnTo>
                  <a:lnTo>
                    <a:pt x="1" y="49"/>
                  </a:lnTo>
                  <a:lnTo>
                    <a:pt x="25" y="73"/>
                  </a:lnTo>
                  <a:lnTo>
                    <a:pt x="49" y="73"/>
                  </a:lnTo>
                  <a:lnTo>
                    <a:pt x="73"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0" name="Google Shape;10480;p25"/>
            <p:cNvSpPr/>
            <p:nvPr/>
          </p:nvSpPr>
          <p:spPr>
            <a:xfrm>
              <a:off x="2005100" y="2279125"/>
              <a:ext cx="25" cy="1225"/>
            </a:xfrm>
            <a:custGeom>
              <a:avLst/>
              <a:gdLst/>
              <a:ahLst/>
              <a:cxnLst/>
              <a:rect l="l" t="t" r="r" b="b"/>
              <a:pathLst>
                <a:path w="1" h="49" extrusionOk="0">
                  <a:moveTo>
                    <a:pt x="0" y="0"/>
                  </a:moveTo>
                  <a:lnTo>
                    <a:pt x="0" y="0"/>
                  </a:lnTo>
                  <a:lnTo>
                    <a:pt x="0" y="48"/>
                  </a:lnTo>
                  <a:lnTo>
                    <a:pt x="0" y="48"/>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1" name="Google Shape;10481;p25"/>
            <p:cNvSpPr/>
            <p:nvPr/>
          </p:nvSpPr>
          <p:spPr>
            <a:xfrm>
              <a:off x="1983425" y="2181025"/>
              <a:ext cx="1225" cy="1225"/>
            </a:xfrm>
            <a:custGeom>
              <a:avLst/>
              <a:gdLst/>
              <a:ahLst/>
              <a:cxnLst/>
              <a:rect l="l" t="t" r="r" b="b"/>
              <a:pathLst>
                <a:path w="49" h="49" extrusionOk="0">
                  <a:moveTo>
                    <a:pt x="1" y="0"/>
                  </a:moveTo>
                  <a:lnTo>
                    <a:pt x="1" y="24"/>
                  </a:lnTo>
                  <a:lnTo>
                    <a:pt x="1" y="48"/>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2" name="Google Shape;10482;p25"/>
            <p:cNvSpPr/>
            <p:nvPr/>
          </p:nvSpPr>
          <p:spPr>
            <a:xfrm>
              <a:off x="2076700" y="2179825"/>
              <a:ext cx="1250" cy="1225"/>
            </a:xfrm>
            <a:custGeom>
              <a:avLst/>
              <a:gdLst/>
              <a:ahLst/>
              <a:cxnLst/>
              <a:rect l="l" t="t" r="r" b="b"/>
              <a:pathLst>
                <a:path w="50" h="49" extrusionOk="0">
                  <a:moveTo>
                    <a:pt x="25" y="0"/>
                  </a:moveTo>
                  <a:lnTo>
                    <a:pt x="1" y="24"/>
                  </a:lnTo>
                  <a:lnTo>
                    <a:pt x="25" y="48"/>
                  </a:lnTo>
                  <a:lnTo>
                    <a:pt x="49"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3" name="Google Shape;10483;p25"/>
            <p:cNvSpPr/>
            <p:nvPr/>
          </p:nvSpPr>
          <p:spPr>
            <a:xfrm>
              <a:off x="2023150" y="2178625"/>
              <a:ext cx="625" cy="1825"/>
            </a:xfrm>
            <a:custGeom>
              <a:avLst/>
              <a:gdLst/>
              <a:ahLst/>
              <a:cxnLst/>
              <a:rect l="l" t="t" r="r" b="b"/>
              <a:pathLst>
                <a:path w="25" h="73" extrusionOk="0">
                  <a:moveTo>
                    <a:pt x="0" y="0"/>
                  </a:moveTo>
                  <a:lnTo>
                    <a:pt x="0" y="24"/>
                  </a:lnTo>
                  <a:lnTo>
                    <a:pt x="0" y="72"/>
                  </a:lnTo>
                  <a:lnTo>
                    <a:pt x="24" y="48"/>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4" name="Google Shape;10484;p25"/>
            <p:cNvSpPr/>
            <p:nvPr/>
          </p:nvSpPr>
          <p:spPr>
            <a:xfrm>
              <a:off x="2037600" y="22544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 name="Google Shape;10485;p25"/>
            <p:cNvSpPr/>
            <p:nvPr/>
          </p:nvSpPr>
          <p:spPr>
            <a:xfrm>
              <a:off x="2032175" y="2358550"/>
              <a:ext cx="1225" cy="1250"/>
            </a:xfrm>
            <a:custGeom>
              <a:avLst/>
              <a:gdLst/>
              <a:ahLst/>
              <a:cxnLst/>
              <a:rect l="l" t="t" r="r" b="b"/>
              <a:pathLst>
                <a:path w="49" h="50" extrusionOk="0">
                  <a:moveTo>
                    <a:pt x="25" y="1"/>
                  </a:moveTo>
                  <a:lnTo>
                    <a:pt x="0" y="25"/>
                  </a:lnTo>
                  <a:lnTo>
                    <a:pt x="25" y="49"/>
                  </a:lnTo>
                  <a:lnTo>
                    <a:pt x="49"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 name="Google Shape;10486;p25"/>
            <p:cNvSpPr/>
            <p:nvPr/>
          </p:nvSpPr>
          <p:spPr>
            <a:xfrm>
              <a:off x="1970175" y="2147925"/>
              <a:ext cx="650" cy="625"/>
            </a:xfrm>
            <a:custGeom>
              <a:avLst/>
              <a:gdLst/>
              <a:ahLst/>
              <a:cxnLst/>
              <a:rect l="l" t="t" r="r" b="b"/>
              <a:pathLst>
                <a:path w="26" h="25" extrusionOk="0">
                  <a:moveTo>
                    <a:pt x="1" y="0"/>
                  </a:moveTo>
                  <a:lnTo>
                    <a:pt x="1"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 name="Google Shape;10487;p25"/>
            <p:cNvSpPr/>
            <p:nvPr/>
          </p:nvSpPr>
          <p:spPr>
            <a:xfrm>
              <a:off x="2005700" y="2146125"/>
              <a:ext cx="1225" cy="625"/>
            </a:xfrm>
            <a:custGeom>
              <a:avLst/>
              <a:gdLst/>
              <a:ahLst/>
              <a:cxnLst/>
              <a:rect l="l" t="t" r="r" b="b"/>
              <a:pathLst>
                <a:path w="49" h="25" extrusionOk="0">
                  <a:moveTo>
                    <a:pt x="0" y="0"/>
                  </a:moveTo>
                  <a:lnTo>
                    <a:pt x="0" y="24"/>
                  </a:lnTo>
                  <a:lnTo>
                    <a:pt x="48"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8" name="Google Shape;10488;p25"/>
            <p:cNvSpPr/>
            <p:nvPr/>
          </p:nvSpPr>
          <p:spPr>
            <a:xfrm>
              <a:off x="1972000" y="2286950"/>
              <a:ext cx="1225" cy="625"/>
            </a:xfrm>
            <a:custGeom>
              <a:avLst/>
              <a:gdLst/>
              <a:ahLst/>
              <a:cxnLst/>
              <a:rect l="l" t="t" r="r" b="b"/>
              <a:pathLst>
                <a:path w="49" h="25" extrusionOk="0">
                  <a:moveTo>
                    <a:pt x="0" y="0"/>
                  </a:moveTo>
                  <a:lnTo>
                    <a:pt x="24" y="24"/>
                  </a:lnTo>
                  <a:lnTo>
                    <a:pt x="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9" name="Google Shape;10489;p25"/>
            <p:cNvSpPr/>
            <p:nvPr/>
          </p:nvSpPr>
          <p:spPr>
            <a:xfrm>
              <a:off x="1987650" y="2284525"/>
              <a:ext cx="1225" cy="1250"/>
            </a:xfrm>
            <a:custGeom>
              <a:avLst/>
              <a:gdLst/>
              <a:ahLst/>
              <a:cxnLst/>
              <a:rect l="l" t="t" r="r" b="b"/>
              <a:pathLst>
                <a:path w="49" h="50" extrusionOk="0">
                  <a:moveTo>
                    <a:pt x="24" y="1"/>
                  </a:moveTo>
                  <a:lnTo>
                    <a:pt x="0" y="25"/>
                  </a:lnTo>
                  <a:lnTo>
                    <a:pt x="0" y="49"/>
                  </a:lnTo>
                  <a:lnTo>
                    <a:pt x="48" y="25"/>
                  </a:lnTo>
                  <a:lnTo>
                    <a:pt x="2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0" name="Google Shape;10490;p25"/>
            <p:cNvSpPr/>
            <p:nvPr/>
          </p:nvSpPr>
          <p:spPr>
            <a:xfrm>
              <a:off x="2002075" y="2243600"/>
              <a:ext cx="625" cy="1250"/>
            </a:xfrm>
            <a:custGeom>
              <a:avLst/>
              <a:gdLst/>
              <a:ahLst/>
              <a:cxnLst/>
              <a:rect l="l" t="t" r="r" b="b"/>
              <a:pathLst>
                <a:path w="25" h="50" extrusionOk="0">
                  <a:moveTo>
                    <a:pt x="1" y="49"/>
                  </a:moveTo>
                  <a:lnTo>
                    <a:pt x="1" y="49"/>
                  </a:lnTo>
                  <a:lnTo>
                    <a:pt x="25" y="1"/>
                  </a:lnTo>
                  <a:lnTo>
                    <a:pt x="1" y="49"/>
                  </a:lnTo>
                  <a:lnTo>
                    <a:pt x="1" y="49"/>
                  </a:lnTo>
                  <a:lnTo>
                    <a:pt x="1" y="49"/>
                  </a:lnTo>
                  <a:lnTo>
                    <a:pt x="1" y="49"/>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1" name="Google Shape;10491;p25"/>
            <p:cNvSpPr/>
            <p:nvPr/>
          </p:nvSpPr>
          <p:spPr>
            <a:xfrm>
              <a:off x="2024950" y="2236400"/>
              <a:ext cx="1225" cy="1225"/>
            </a:xfrm>
            <a:custGeom>
              <a:avLst/>
              <a:gdLst/>
              <a:ahLst/>
              <a:cxnLst/>
              <a:rect l="l" t="t" r="r" b="b"/>
              <a:pathLst>
                <a:path w="49" h="49" extrusionOk="0">
                  <a:moveTo>
                    <a:pt x="25" y="0"/>
                  </a:moveTo>
                  <a:lnTo>
                    <a:pt x="1" y="24"/>
                  </a:lnTo>
                  <a:lnTo>
                    <a:pt x="25" y="48"/>
                  </a:lnTo>
                  <a:lnTo>
                    <a:pt x="49" y="24"/>
                  </a:lnTo>
                  <a:lnTo>
                    <a:pt x="4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2" name="Google Shape;10492;p25"/>
            <p:cNvSpPr/>
            <p:nvPr/>
          </p:nvSpPr>
          <p:spPr>
            <a:xfrm>
              <a:off x="1998475" y="2235175"/>
              <a:ext cx="1825" cy="1250"/>
            </a:xfrm>
            <a:custGeom>
              <a:avLst/>
              <a:gdLst/>
              <a:ahLst/>
              <a:cxnLst/>
              <a:rect l="l" t="t" r="r" b="b"/>
              <a:pathLst>
                <a:path w="73" h="50" extrusionOk="0">
                  <a:moveTo>
                    <a:pt x="24" y="1"/>
                  </a:moveTo>
                  <a:lnTo>
                    <a:pt x="0" y="25"/>
                  </a:lnTo>
                  <a:lnTo>
                    <a:pt x="24" y="49"/>
                  </a:lnTo>
                  <a:lnTo>
                    <a:pt x="73"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3" name="Google Shape;10493;p25"/>
            <p:cNvSpPr/>
            <p:nvPr/>
          </p:nvSpPr>
          <p:spPr>
            <a:xfrm>
              <a:off x="2086950" y="2230375"/>
              <a:ext cx="625" cy="25"/>
            </a:xfrm>
            <a:custGeom>
              <a:avLst/>
              <a:gdLst/>
              <a:ahLst/>
              <a:cxnLst/>
              <a:rect l="l" t="t" r="r" b="b"/>
              <a:pathLst>
                <a:path w="25" h="1" extrusionOk="0">
                  <a:moveTo>
                    <a:pt x="24" y="0"/>
                  </a:moveTo>
                  <a:lnTo>
                    <a:pt x="0" y="0"/>
                  </a:lnTo>
                  <a:lnTo>
                    <a:pt x="0" y="0"/>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4" name="Google Shape;10494;p25"/>
            <p:cNvSpPr/>
            <p:nvPr/>
          </p:nvSpPr>
          <p:spPr>
            <a:xfrm>
              <a:off x="2126675" y="2229175"/>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5" name="Google Shape;10495;p25"/>
            <p:cNvSpPr/>
            <p:nvPr/>
          </p:nvSpPr>
          <p:spPr>
            <a:xfrm>
              <a:off x="2026750" y="2306200"/>
              <a:ext cx="625" cy="1225"/>
            </a:xfrm>
            <a:custGeom>
              <a:avLst/>
              <a:gdLst/>
              <a:ahLst/>
              <a:cxnLst/>
              <a:rect l="l" t="t" r="r" b="b"/>
              <a:pathLst>
                <a:path w="25" h="49" extrusionOk="0">
                  <a:moveTo>
                    <a:pt x="25" y="1"/>
                  </a:moveTo>
                  <a:lnTo>
                    <a:pt x="1" y="25"/>
                  </a:lnTo>
                  <a:lnTo>
                    <a:pt x="25" y="49"/>
                  </a:lnTo>
                  <a:lnTo>
                    <a:pt x="25" y="25"/>
                  </a:lnTo>
                  <a:lnTo>
                    <a:pt x="2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6" name="Google Shape;10496;p25"/>
            <p:cNvSpPr/>
            <p:nvPr/>
          </p:nvSpPr>
          <p:spPr>
            <a:xfrm>
              <a:off x="1968975" y="2205700"/>
              <a:ext cx="625" cy="1225"/>
            </a:xfrm>
            <a:custGeom>
              <a:avLst/>
              <a:gdLst/>
              <a:ahLst/>
              <a:cxnLst/>
              <a:rect l="l" t="t" r="r" b="b"/>
              <a:pathLst>
                <a:path w="25" h="49" extrusionOk="0">
                  <a:moveTo>
                    <a:pt x="1" y="0"/>
                  </a:moveTo>
                  <a:lnTo>
                    <a:pt x="1" y="24"/>
                  </a:lnTo>
                  <a:lnTo>
                    <a:pt x="1" y="48"/>
                  </a:lnTo>
                  <a:lnTo>
                    <a:pt x="25" y="24"/>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7" name="Google Shape;10497;p25"/>
            <p:cNvSpPr/>
            <p:nvPr/>
          </p:nvSpPr>
          <p:spPr>
            <a:xfrm>
              <a:off x="2072500" y="2198475"/>
              <a:ext cx="1225" cy="1225"/>
            </a:xfrm>
            <a:custGeom>
              <a:avLst/>
              <a:gdLst/>
              <a:ahLst/>
              <a:cxnLst/>
              <a:rect l="l" t="t" r="r" b="b"/>
              <a:pathLst>
                <a:path w="49" h="49" extrusionOk="0">
                  <a:moveTo>
                    <a:pt x="24" y="0"/>
                  </a:moveTo>
                  <a:lnTo>
                    <a:pt x="0" y="25"/>
                  </a:lnTo>
                  <a:lnTo>
                    <a:pt x="24" y="49"/>
                  </a:lnTo>
                  <a:lnTo>
                    <a:pt x="49" y="49"/>
                  </a:lnTo>
                  <a:lnTo>
                    <a:pt x="49" y="25"/>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8" name="Google Shape;10498;p25"/>
            <p:cNvSpPr/>
            <p:nvPr/>
          </p:nvSpPr>
          <p:spPr>
            <a:xfrm>
              <a:off x="2085125" y="2146125"/>
              <a:ext cx="650" cy="625"/>
            </a:xfrm>
            <a:custGeom>
              <a:avLst/>
              <a:gdLst/>
              <a:ahLst/>
              <a:cxnLst/>
              <a:rect l="l" t="t" r="r" b="b"/>
              <a:pathLst>
                <a:path w="26"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9" name="Google Shape;10499;p25"/>
            <p:cNvSpPr/>
            <p:nvPr/>
          </p:nvSpPr>
          <p:spPr>
            <a:xfrm>
              <a:off x="2052625" y="2283925"/>
              <a:ext cx="650" cy="625"/>
            </a:xfrm>
            <a:custGeom>
              <a:avLst/>
              <a:gdLst/>
              <a:ahLst/>
              <a:cxnLst/>
              <a:rect l="l" t="t" r="r" b="b"/>
              <a:pathLst>
                <a:path w="26" h="25" extrusionOk="0">
                  <a:moveTo>
                    <a:pt x="1" y="1"/>
                  </a:moveTo>
                  <a:lnTo>
                    <a:pt x="1" y="25"/>
                  </a:lnTo>
                  <a:lnTo>
                    <a:pt x="25" y="25"/>
                  </a:lnTo>
                  <a:lnTo>
                    <a:pt x="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0" name="Google Shape;10500;p25"/>
            <p:cNvSpPr/>
            <p:nvPr/>
          </p:nvSpPr>
          <p:spPr>
            <a:xfrm>
              <a:off x="1971400" y="2338100"/>
              <a:ext cx="625" cy="625"/>
            </a:xfrm>
            <a:custGeom>
              <a:avLst/>
              <a:gdLst/>
              <a:ahLst/>
              <a:cxnLst/>
              <a:rect l="l" t="t" r="r" b="b"/>
              <a:pathLst>
                <a:path w="25" h="25" extrusionOk="0">
                  <a:moveTo>
                    <a:pt x="24" y="0"/>
                  </a:moveTo>
                  <a:lnTo>
                    <a:pt x="0" y="24"/>
                  </a:lnTo>
                  <a:lnTo>
                    <a:pt x="24" y="24"/>
                  </a:lnTo>
                  <a:lnTo>
                    <a:pt x="2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1" name="Google Shape;10501;p25"/>
            <p:cNvSpPr/>
            <p:nvPr/>
          </p:nvSpPr>
          <p:spPr>
            <a:xfrm>
              <a:off x="2008100" y="2412725"/>
              <a:ext cx="625" cy="625"/>
            </a:xfrm>
            <a:custGeom>
              <a:avLst/>
              <a:gdLst/>
              <a:ahLst/>
              <a:cxnLst/>
              <a:rect l="l" t="t" r="r" b="b"/>
              <a:pathLst>
                <a:path w="25" h="25" extrusionOk="0">
                  <a:moveTo>
                    <a:pt x="1" y="0"/>
                  </a:moveTo>
                  <a:lnTo>
                    <a:pt x="1" y="25"/>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2" name="Google Shape;10502;p25"/>
            <p:cNvSpPr/>
            <p:nvPr/>
          </p:nvSpPr>
          <p:spPr>
            <a:xfrm>
              <a:off x="1978600" y="2316425"/>
              <a:ext cx="25" cy="625"/>
            </a:xfrm>
            <a:custGeom>
              <a:avLst/>
              <a:gdLst/>
              <a:ahLst/>
              <a:cxnLst/>
              <a:rect l="l" t="t" r="r" b="b"/>
              <a:pathLst>
                <a:path w="1" h="25" extrusionOk="0">
                  <a:moveTo>
                    <a:pt x="1" y="25"/>
                  </a:moveTo>
                  <a:lnTo>
                    <a:pt x="1" y="25"/>
                  </a:lnTo>
                  <a:lnTo>
                    <a:pt x="1" y="1"/>
                  </a:lnTo>
                  <a:lnTo>
                    <a:pt x="1"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3" name="Google Shape;10503;p25"/>
            <p:cNvSpPr/>
            <p:nvPr/>
          </p:nvSpPr>
          <p:spPr>
            <a:xfrm>
              <a:off x="2038800" y="2217125"/>
              <a:ext cx="625" cy="625"/>
            </a:xfrm>
            <a:custGeom>
              <a:avLst/>
              <a:gdLst/>
              <a:ahLst/>
              <a:cxnLst/>
              <a:rect l="l" t="t" r="r" b="b"/>
              <a:pathLst>
                <a:path w="25" h="25" extrusionOk="0">
                  <a:moveTo>
                    <a:pt x="0" y="25"/>
                  </a:moveTo>
                  <a:lnTo>
                    <a:pt x="0" y="25"/>
                  </a:lnTo>
                  <a:lnTo>
                    <a:pt x="0" y="1"/>
                  </a:lnTo>
                  <a:lnTo>
                    <a:pt x="24" y="1"/>
                  </a:lnTo>
                  <a:lnTo>
                    <a:pt x="24"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4" name="Google Shape;10504;p25"/>
            <p:cNvSpPr/>
            <p:nvPr/>
          </p:nvSpPr>
          <p:spPr>
            <a:xfrm>
              <a:off x="2006900" y="2215325"/>
              <a:ext cx="25" cy="25"/>
            </a:xfrm>
            <a:custGeom>
              <a:avLst/>
              <a:gdLst/>
              <a:ahLst/>
              <a:cxnLst/>
              <a:rect l="l" t="t" r="r" b="b"/>
              <a:pathLst>
                <a:path w="1" h="1" extrusionOk="0">
                  <a:moveTo>
                    <a:pt x="0" y="0"/>
                  </a:moveTo>
                  <a:lnTo>
                    <a:pt x="0" y="0"/>
                  </a:lnTo>
                  <a:lnTo>
                    <a:pt x="0" y="0"/>
                  </a:lnTo>
                  <a:lnTo>
                    <a:pt x="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5" name="Google Shape;10505;p25"/>
            <p:cNvSpPr/>
            <p:nvPr/>
          </p:nvSpPr>
          <p:spPr>
            <a:xfrm>
              <a:off x="2041200" y="2205100"/>
              <a:ext cx="25" cy="25"/>
            </a:xfrm>
            <a:custGeom>
              <a:avLst/>
              <a:gdLst/>
              <a:ahLst/>
              <a:cxnLst/>
              <a:rect l="l" t="t" r="r" b="b"/>
              <a:pathLst>
                <a:path w="1" h="1" extrusionOk="0">
                  <a:moveTo>
                    <a:pt x="1" y="0"/>
                  </a:moveTo>
                  <a:lnTo>
                    <a:pt x="1" y="0"/>
                  </a:lnTo>
                  <a:lnTo>
                    <a:pt x="1" y="0"/>
                  </a:ln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6" name="Google Shape;10506;p25"/>
            <p:cNvSpPr/>
            <p:nvPr/>
          </p:nvSpPr>
          <p:spPr>
            <a:xfrm>
              <a:off x="1952125" y="2182225"/>
              <a:ext cx="25" cy="25"/>
            </a:xfrm>
            <a:custGeom>
              <a:avLst/>
              <a:gdLst/>
              <a:ahLst/>
              <a:cxnLst/>
              <a:rect l="l" t="t" r="r" b="b"/>
              <a:pathLst>
                <a:path w="1" h="1" extrusionOk="0">
                  <a:moveTo>
                    <a:pt x="1" y="0"/>
                  </a:moveTo>
                  <a:lnTo>
                    <a:pt x="1" y="0"/>
                  </a:lnTo>
                  <a:lnTo>
                    <a:pt x="1"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7" name="Google Shape;10507;p25"/>
            <p:cNvSpPr/>
            <p:nvPr/>
          </p:nvSpPr>
          <p:spPr>
            <a:xfrm>
              <a:off x="1952125" y="2181625"/>
              <a:ext cx="625" cy="625"/>
            </a:xfrm>
            <a:custGeom>
              <a:avLst/>
              <a:gdLst/>
              <a:ahLst/>
              <a:cxnLst/>
              <a:rect l="l" t="t" r="r" b="b"/>
              <a:pathLst>
                <a:path w="25" h="25" extrusionOk="0">
                  <a:moveTo>
                    <a:pt x="25" y="0"/>
                  </a:moveTo>
                  <a:lnTo>
                    <a:pt x="1" y="24"/>
                  </a:lnTo>
                  <a:lnTo>
                    <a:pt x="25"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8" name="Google Shape;10508;p25"/>
            <p:cNvSpPr/>
            <p:nvPr/>
          </p:nvSpPr>
          <p:spPr>
            <a:xfrm>
              <a:off x="1924450" y="2177400"/>
              <a:ext cx="25" cy="625"/>
            </a:xfrm>
            <a:custGeom>
              <a:avLst/>
              <a:gdLst/>
              <a:ahLst/>
              <a:cxnLst/>
              <a:rect l="l" t="t" r="r" b="b"/>
              <a:pathLst>
                <a:path w="1" h="25" extrusionOk="0">
                  <a:moveTo>
                    <a:pt x="0" y="25"/>
                  </a:moveTo>
                  <a:lnTo>
                    <a:pt x="0" y="1"/>
                  </a:lnTo>
                  <a:lnTo>
                    <a:pt x="0" y="1"/>
                  </a:lnTo>
                  <a:lnTo>
                    <a:pt x="0" y="25"/>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9" name="Google Shape;10509;p25"/>
            <p:cNvSpPr/>
            <p:nvPr/>
          </p:nvSpPr>
          <p:spPr>
            <a:xfrm>
              <a:off x="1781825" y="1840975"/>
              <a:ext cx="652400" cy="709600"/>
            </a:xfrm>
            <a:custGeom>
              <a:avLst/>
              <a:gdLst/>
              <a:ahLst/>
              <a:cxnLst/>
              <a:rect l="l" t="t" r="r" b="b"/>
              <a:pathLst>
                <a:path w="26096" h="28384" extrusionOk="0">
                  <a:moveTo>
                    <a:pt x="18392" y="1"/>
                  </a:moveTo>
                  <a:lnTo>
                    <a:pt x="18031" y="49"/>
                  </a:lnTo>
                  <a:lnTo>
                    <a:pt x="17646" y="121"/>
                  </a:lnTo>
                  <a:lnTo>
                    <a:pt x="17261" y="194"/>
                  </a:lnTo>
                  <a:lnTo>
                    <a:pt x="16851" y="314"/>
                  </a:lnTo>
                  <a:lnTo>
                    <a:pt x="16418" y="434"/>
                  </a:lnTo>
                  <a:lnTo>
                    <a:pt x="15599" y="747"/>
                  </a:lnTo>
                  <a:lnTo>
                    <a:pt x="13938" y="1397"/>
                  </a:lnTo>
                  <a:lnTo>
                    <a:pt x="13529" y="1542"/>
                  </a:lnTo>
                  <a:lnTo>
                    <a:pt x="13120" y="1662"/>
                  </a:lnTo>
                  <a:lnTo>
                    <a:pt x="12711" y="1758"/>
                  </a:lnTo>
                  <a:lnTo>
                    <a:pt x="12277" y="1855"/>
                  </a:lnTo>
                  <a:lnTo>
                    <a:pt x="11676" y="1951"/>
                  </a:lnTo>
                  <a:lnTo>
                    <a:pt x="11098" y="2023"/>
                  </a:lnTo>
                  <a:lnTo>
                    <a:pt x="10472" y="2047"/>
                  </a:lnTo>
                  <a:lnTo>
                    <a:pt x="9870" y="2071"/>
                  </a:lnTo>
                  <a:lnTo>
                    <a:pt x="8715" y="2095"/>
                  </a:lnTo>
                  <a:lnTo>
                    <a:pt x="7968" y="2168"/>
                  </a:lnTo>
                  <a:lnTo>
                    <a:pt x="7607" y="2216"/>
                  </a:lnTo>
                  <a:lnTo>
                    <a:pt x="7270" y="2288"/>
                  </a:lnTo>
                  <a:lnTo>
                    <a:pt x="6909" y="2360"/>
                  </a:lnTo>
                  <a:lnTo>
                    <a:pt x="6548" y="2456"/>
                  </a:lnTo>
                  <a:lnTo>
                    <a:pt x="6211" y="2577"/>
                  </a:lnTo>
                  <a:lnTo>
                    <a:pt x="5874" y="2697"/>
                  </a:lnTo>
                  <a:lnTo>
                    <a:pt x="5007" y="3058"/>
                  </a:lnTo>
                  <a:lnTo>
                    <a:pt x="4165" y="3468"/>
                  </a:lnTo>
                  <a:lnTo>
                    <a:pt x="3346" y="3925"/>
                  </a:lnTo>
                  <a:lnTo>
                    <a:pt x="2552" y="4430"/>
                  </a:lnTo>
                  <a:lnTo>
                    <a:pt x="1998" y="4816"/>
                  </a:lnTo>
                  <a:lnTo>
                    <a:pt x="1420" y="5225"/>
                  </a:lnTo>
                  <a:lnTo>
                    <a:pt x="313" y="6067"/>
                  </a:lnTo>
                  <a:lnTo>
                    <a:pt x="120" y="6212"/>
                  </a:lnTo>
                  <a:lnTo>
                    <a:pt x="24" y="6356"/>
                  </a:lnTo>
                  <a:lnTo>
                    <a:pt x="0" y="6404"/>
                  </a:lnTo>
                  <a:lnTo>
                    <a:pt x="24" y="6477"/>
                  </a:lnTo>
                  <a:lnTo>
                    <a:pt x="48" y="6525"/>
                  </a:lnTo>
                  <a:lnTo>
                    <a:pt x="265" y="6525"/>
                  </a:lnTo>
                  <a:lnTo>
                    <a:pt x="385" y="6501"/>
                  </a:lnTo>
                  <a:lnTo>
                    <a:pt x="1372" y="6236"/>
                  </a:lnTo>
                  <a:lnTo>
                    <a:pt x="2672" y="5875"/>
                  </a:lnTo>
                  <a:lnTo>
                    <a:pt x="3972" y="5562"/>
                  </a:lnTo>
                  <a:lnTo>
                    <a:pt x="5296" y="5297"/>
                  </a:lnTo>
                  <a:lnTo>
                    <a:pt x="6620" y="5056"/>
                  </a:lnTo>
                  <a:lnTo>
                    <a:pt x="8474" y="4767"/>
                  </a:lnTo>
                  <a:lnTo>
                    <a:pt x="10327" y="4527"/>
                  </a:lnTo>
                  <a:lnTo>
                    <a:pt x="12181" y="4334"/>
                  </a:lnTo>
                  <a:lnTo>
                    <a:pt x="14035" y="4166"/>
                  </a:lnTo>
                  <a:lnTo>
                    <a:pt x="14805" y="4117"/>
                  </a:lnTo>
                  <a:lnTo>
                    <a:pt x="15599" y="4069"/>
                  </a:lnTo>
                  <a:lnTo>
                    <a:pt x="16394" y="4069"/>
                  </a:lnTo>
                  <a:lnTo>
                    <a:pt x="17164" y="4093"/>
                  </a:lnTo>
                  <a:lnTo>
                    <a:pt x="17670" y="4142"/>
                  </a:lnTo>
                  <a:lnTo>
                    <a:pt x="18175" y="4190"/>
                  </a:lnTo>
                  <a:lnTo>
                    <a:pt x="18681" y="4238"/>
                  </a:lnTo>
                  <a:lnTo>
                    <a:pt x="19186" y="4334"/>
                  </a:lnTo>
                  <a:lnTo>
                    <a:pt x="19620" y="4430"/>
                  </a:lnTo>
                  <a:lnTo>
                    <a:pt x="20029" y="4575"/>
                  </a:lnTo>
                  <a:lnTo>
                    <a:pt x="20438" y="4719"/>
                  </a:lnTo>
                  <a:lnTo>
                    <a:pt x="20847" y="4912"/>
                  </a:lnTo>
                  <a:lnTo>
                    <a:pt x="21257" y="5153"/>
                  </a:lnTo>
                  <a:lnTo>
                    <a:pt x="21666" y="5442"/>
                  </a:lnTo>
                  <a:lnTo>
                    <a:pt x="22027" y="5754"/>
                  </a:lnTo>
                  <a:lnTo>
                    <a:pt x="22364" y="6091"/>
                  </a:lnTo>
                  <a:lnTo>
                    <a:pt x="22749" y="6501"/>
                  </a:lnTo>
                  <a:lnTo>
                    <a:pt x="23086" y="6934"/>
                  </a:lnTo>
                  <a:lnTo>
                    <a:pt x="23375" y="7391"/>
                  </a:lnTo>
                  <a:lnTo>
                    <a:pt x="23616" y="7897"/>
                  </a:lnTo>
                  <a:lnTo>
                    <a:pt x="23784" y="8282"/>
                  </a:lnTo>
                  <a:lnTo>
                    <a:pt x="23905" y="8691"/>
                  </a:lnTo>
                  <a:lnTo>
                    <a:pt x="23977" y="9101"/>
                  </a:lnTo>
                  <a:lnTo>
                    <a:pt x="24025" y="9534"/>
                  </a:lnTo>
                  <a:lnTo>
                    <a:pt x="24025" y="9823"/>
                  </a:lnTo>
                  <a:lnTo>
                    <a:pt x="23977" y="10088"/>
                  </a:lnTo>
                  <a:lnTo>
                    <a:pt x="23881" y="10352"/>
                  </a:lnTo>
                  <a:lnTo>
                    <a:pt x="23760" y="10593"/>
                  </a:lnTo>
                  <a:lnTo>
                    <a:pt x="23616" y="10810"/>
                  </a:lnTo>
                  <a:lnTo>
                    <a:pt x="23447" y="11026"/>
                  </a:lnTo>
                  <a:lnTo>
                    <a:pt x="22725" y="12038"/>
                  </a:lnTo>
                  <a:lnTo>
                    <a:pt x="22027" y="13049"/>
                  </a:lnTo>
                  <a:lnTo>
                    <a:pt x="21690" y="13626"/>
                  </a:lnTo>
                  <a:lnTo>
                    <a:pt x="21377" y="14204"/>
                  </a:lnTo>
                  <a:lnTo>
                    <a:pt x="21064" y="14782"/>
                  </a:lnTo>
                  <a:lnTo>
                    <a:pt x="20823" y="15408"/>
                  </a:lnTo>
                  <a:lnTo>
                    <a:pt x="20510" y="16226"/>
                  </a:lnTo>
                  <a:lnTo>
                    <a:pt x="20246" y="17069"/>
                  </a:lnTo>
                  <a:lnTo>
                    <a:pt x="20029" y="17935"/>
                  </a:lnTo>
                  <a:lnTo>
                    <a:pt x="19885" y="18802"/>
                  </a:lnTo>
                  <a:lnTo>
                    <a:pt x="19764" y="19500"/>
                  </a:lnTo>
                  <a:lnTo>
                    <a:pt x="19620" y="20222"/>
                  </a:lnTo>
                  <a:lnTo>
                    <a:pt x="19523" y="20608"/>
                  </a:lnTo>
                  <a:lnTo>
                    <a:pt x="19403" y="20969"/>
                  </a:lnTo>
                  <a:lnTo>
                    <a:pt x="19283" y="21354"/>
                  </a:lnTo>
                  <a:lnTo>
                    <a:pt x="19138" y="21715"/>
                  </a:lnTo>
                  <a:lnTo>
                    <a:pt x="18970" y="22076"/>
                  </a:lnTo>
                  <a:lnTo>
                    <a:pt x="18801" y="22413"/>
                  </a:lnTo>
                  <a:lnTo>
                    <a:pt x="18609" y="22750"/>
                  </a:lnTo>
                  <a:lnTo>
                    <a:pt x="18392" y="23087"/>
                  </a:lnTo>
                  <a:lnTo>
                    <a:pt x="18199" y="23352"/>
                  </a:lnTo>
                  <a:lnTo>
                    <a:pt x="17983" y="23593"/>
                  </a:lnTo>
                  <a:lnTo>
                    <a:pt x="17766" y="23833"/>
                  </a:lnTo>
                  <a:lnTo>
                    <a:pt x="17549" y="24026"/>
                  </a:lnTo>
                  <a:lnTo>
                    <a:pt x="17309" y="24243"/>
                  </a:lnTo>
                  <a:lnTo>
                    <a:pt x="17044" y="24411"/>
                  </a:lnTo>
                  <a:lnTo>
                    <a:pt x="16779" y="24580"/>
                  </a:lnTo>
                  <a:lnTo>
                    <a:pt x="16490" y="24724"/>
                  </a:lnTo>
                  <a:lnTo>
                    <a:pt x="16153" y="24893"/>
                  </a:lnTo>
                  <a:lnTo>
                    <a:pt x="15816" y="25037"/>
                  </a:lnTo>
                  <a:lnTo>
                    <a:pt x="15118" y="25278"/>
                  </a:lnTo>
                  <a:lnTo>
                    <a:pt x="13866" y="25639"/>
                  </a:lnTo>
                  <a:lnTo>
                    <a:pt x="13240" y="25807"/>
                  </a:lnTo>
                  <a:lnTo>
                    <a:pt x="12590" y="25976"/>
                  </a:lnTo>
                  <a:lnTo>
                    <a:pt x="12157" y="26072"/>
                  </a:lnTo>
                  <a:lnTo>
                    <a:pt x="11724" y="26217"/>
                  </a:lnTo>
                  <a:lnTo>
                    <a:pt x="11290" y="26361"/>
                  </a:lnTo>
                  <a:lnTo>
                    <a:pt x="10857" y="26530"/>
                  </a:lnTo>
                  <a:lnTo>
                    <a:pt x="10568" y="26674"/>
                  </a:lnTo>
                  <a:lnTo>
                    <a:pt x="10303" y="26843"/>
                  </a:lnTo>
                  <a:lnTo>
                    <a:pt x="10183" y="26939"/>
                  </a:lnTo>
                  <a:lnTo>
                    <a:pt x="10111" y="27083"/>
                  </a:lnTo>
                  <a:lnTo>
                    <a:pt x="10063" y="27228"/>
                  </a:lnTo>
                  <a:lnTo>
                    <a:pt x="10063" y="27372"/>
                  </a:lnTo>
                  <a:lnTo>
                    <a:pt x="10111" y="27517"/>
                  </a:lnTo>
                  <a:lnTo>
                    <a:pt x="10159" y="27661"/>
                  </a:lnTo>
                  <a:lnTo>
                    <a:pt x="10279" y="27781"/>
                  </a:lnTo>
                  <a:lnTo>
                    <a:pt x="10400" y="27854"/>
                  </a:lnTo>
                  <a:lnTo>
                    <a:pt x="10953" y="28070"/>
                  </a:lnTo>
                  <a:lnTo>
                    <a:pt x="11242" y="28142"/>
                  </a:lnTo>
                  <a:lnTo>
                    <a:pt x="11531" y="28215"/>
                  </a:lnTo>
                  <a:lnTo>
                    <a:pt x="12037" y="28287"/>
                  </a:lnTo>
                  <a:lnTo>
                    <a:pt x="12542" y="28359"/>
                  </a:lnTo>
                  <a:lnTo>
                    <a:pt x="13024" y="28383"/>
                  </a:lnTo>
                  <a:lnTo>
                    <a:pt x="13529" y="28383"/>
                  </a:lnTo>
                  <a:lnTo>
                    <a:pt x="15455" y="28359"/>
                  </a:lnTo>
                  <a:lnTo>
                    <a:pt x="16129" y="28335"/>
                  </a:lnTo>
                  <a:lnTo>
                    <a:pt x="16611" y="28287"/>
                  </a:lnTo>
                  <a:lnTo>
                    <a:pt x="17092" y="28215"/>
                  </a:lnTo>
                  <a:lnTo>
                    <a:pt x="17574" y="28142"/>
                  </a:lnTo>
                  <a:lnTo>
                    <a:pt x="18055" y="28022"/>
                  </a:lnTo>
                  <a:lnTo>
                    <a:pt x="18512" y="27878"/>
                  </a:lnTo>
                  <a:lnTo>
                    <a:pt x="18970" y="27709"/>
                  </a:lnTo>
                  <a:lnTo>
                    <a:pt x="19427" y="27517"/>
                  </a:lnTo>
                  <a:lnTo>
                    <a:pt x="19885" y="27300"/>
                  </a:lnTo>
                  <a:lnTo>
                    <a:pt x="20390" y="27035"/>
                  </a:lnTo>
                  <a:lnTo>
                    <a:pt x="20872" y="26746"/>
                  </a:lnTo>
                  <a:lnTo>
                    <a:pt x="21859" y="26120"/>
                  </a:lnTo>
                  <a:lnTo>
                    <a:pt x="22147" y="25928"/>
                  </a:lnTo>
                  <a:lnTo>
                    <a:pt x="22436" y="25711"/>
                  </a:lnTo>
                  <a:lnTo>
                    <a:pt x="23014" y="25254"/>
                  </a:lnTo>
                  <a:lnTo>
                    <a:pt x="23183" y="25085"/>
                  </a:lnTo>
                  <a:lnTo>
                    <a:pt x="23327" y="24917"/>
                  </a:lnTo>
                  <a:lnTo>
                    <a:pt x="23568" y="24532"/>
                  </a:lnTo>
                  <a:lnTo>
                    <a:pt x="23664" y="24363"/>
                  </a:lnTo>
                  <a:lnTo>
                    <a:pt x="23736" y="24170"/>
                  </a:lnTo>
                  <a:lnTo>
                    <a:pt x="23760" y="24026"/>
                  </a:lnTo>
                  <a:lnTo>
                    <a:pt x="23784" y="23906"/>
                  </a:lnTo>
                  <a:lnTo>
                    <a:pt x="23760" y="23617"/>
                  </a:lnTo>
                  <a:lnTo>
                    <a:pt x="23712" y="23352"/>
                  </a:lnTo>
                  <a:lnTo>
                    <a:pt x="23592" y="23087"/>
                  </a:lnTo>
                  <a:lnTo>
                    <a:pt x="23423" y="22798"/>
                  </a:lnTo>
                  <a:lnTo>
                    <a:pt x="23207" y="22533"/>
                  </a:lnTo>
                  <a:lnTo>
                    <a:pt x="22629" y="21763"/>
                  </a:lnTo>
                  <a:lnTo>
                    <a:pt x="22509" y="21571"/>
                  </a:lnTo>
                  <a:lnTo>
                    <a:pt x="22388" y="21378"/>
                  </a:lnTo>
                  <a:lnTo>
                    <a:pt x="22292" y="21161"/>
                  </a:lnTo>
                  <a:lnTo>
                    <a:pt x="22220" y="20945"/>
                  </a:lnTo>
                  <a:lnTo>
                    <a:pt x="22147" y="20728"/>
                  </a:lnTo>
                  <a:lnTo>
                    <a:pt x="22099" y="20487"/>
                  </a:lnTo>
                  <a:lnTo>
                    <a:pt x="22099" y="20271"/>
                  </a:lnTo>
                  <a:lnTo>
                    <a:pt x="22075" y="20030"/>
                  </a:lnTo>
                  <a:lnTo>
                    <a:pt x="22099" y="19717"/>
                  </a:lnTo>
                  <a:lnTo>
                    <a:pt x="22123" y="19404"/>
                  </a:lnTo>
                  <a:lnTo>
                    <a:pt x="22196" y="19043"/>
                  </a:lnTo>
                  <a:lnTo>
                    <a:pt x="22268" y="18682"/>
                  </a:lnTo>
                  <a:lnTo>
                    <a:pt x="22364" y="18345"/>
                  </a:lnTo>
                  <a:lnTo>
                    <a:pt x="22484" y="17984"/>
                  </a:lnTo>
                  <a:lnTo>
                    <a:pt x="22677" y="17478"/>
                  </a:lnTo>
                  <a:lnTo>
                    <a:pt x="22894" y="16997"/>
                  </a:lnTo>
                  <a:lnTo>
                    <a:pt x="23159" y="16491"/>
                  </a:lnTo>
                  <a:lnTo>
                    <a:pt x="23399" y="16034"/>
                  </a:lnTo>
                  <a:lnTo>
                    <a:pt x="24001" y="14999"/>
                  </a:lnTo>
                  <a:lnTo>
                    <a:pt x="24579" y="13963"/>
                  </a:lnTo>
                  <a:lnTo>
                    <a:pt x="24844" y="13458"/>
                  </a:lnTo>
                  <a:lnTo>
                    <a:pt x="25108" y="12928"/>
                  </a:lnTo>
                  <a:lnTo>
                    <a:pt x="25325" y="12399"/>
                  </a:lnTo>
                  <a:lnTo>
                    <a:pt x="25518" y="11845"/>
                  </a:lnTo>
                  <a:lnTo>
                    <a:pt x="25686" y="11315"/>
                  </a:lnTo>
                  <a:lnTo>
                    <a:pt x="25831" y="10786"/>
                  </a:lnTo>
                  <a:lnTo>
                    <a:pt x="25951" y="10256"/>
                  </a:lnTo>
                  <a:lnTo>
                    <a:pt x="26023" y="9727"/>
                  </a:lnTo>
                  <a:lnTo>
                    <a:pt x="26071" y="9173"/>
                  </a:lnTo>
                  <a:lnTo>
                    <a:pt x="26095" y="8643"/>
                  </a:lnTo>
                  <a:lnTo>
                    <a:pt x="26095" y="8090"/>
                  </a:lnTo>
                  <a:lnTo>
                    <a:pt x="26047" y="7536"/>
                  </a:lnTo>
                  <a:lnTo>
                    <a:pt x="25975" y="6910"/>
                  </a:lnTo>
                  <a:lnTo>
                    <a:pt x="25831" y="6284"/>
                  </a:lnTo>
                  <a:lnTo>
                    <a:pt x="25662" y="5682"/>
                  </a:lnTo>
                  <a:lnTo>
                    <a:pt x="25445" y="5104"/>
                  </a:lnTo>
                  <a:lnTo>
                    <a:pt x="25205" y="4527"/>
                  </a:lnTo>
                  <a:lnTo>
                    <a:pt x="24892" y="3997"/>
                  </a:lnTo>
                  <a:lnTo>
                    <a:pt x="24555" y="3468"/>
                  </a:lnTo>
                  <a:lnTo>
                    <a:pt x="24146" y="2962"/>
                  </a:lnTo>
                  <a:lnTo>
                    <a:pt x="23881" y="2649"/>
                  </a:lnTo>
                  <a:lnTo>
                    <a:pt x="23592" y="2360"/>
                  </a:lnTo>
                  <a:lnTo>
                    <a:pt x="23303" y="2095"/>
                  </a:lnTo>
                  <a:lnTo>
                    <a:pt x="23014" y="1831"/>
                  </a:lnTo>
                  <a:lnTo>
                    <a:pt x="22701" y="1566"/>
                  </a:lnTo>
                  <a:lnTo>
                    <a:pt x="22388" y="1325"/>
                  </a:lnTo>
                  <a:lnTo>
                    <a:pt x="21714" y="892"/>
                  </a:lnTo>
                  <a:lnTo>
                    <a:pt x="21305" y="651"/>
                  </a:lnTo>
                  <a:lnTo>
                    <a:pt x="20896" y="434"/>
                  </a:lnTo>
                  <a:lnTo>
                    <a:pt x="20390" y="242"/>
                  </a:lnTo>
                  <a:lnTo>
                    <a:pt x="20125" y="170"/>
                  </a:lnTo>
                  <a:lnTo>
                    <a:pt x="19860" y="97"/>
                  </a:lnTo>
                  <a:lnTo>
                    <a:pt x="19596" y="49"/>
                  </a:lnTo>
                  <a:lnTo>
                    <a:pt x="19331" y="25"/>
                  </a:lnTo>
                  <a:lnTo>
                    <a:pt x="1906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0" name="Google Shape;10510;p25"/>
            <p:cNvSpPr/>
            <p:nvPr/>
          </p:nvSpPr>
          <p:spPr>
            <a:xfrm>
              <a:off x="1802875" y="1996850"/>
              <a:ext cx="521825" cy="518800"/>
            </a:xfrm>
            <a:custGeom>
              <a:avLst/>
              <a:gdLst/>
              <a:ahLst/>
              <a:cxnLst/>
              <a:rect l="l" t="t" r="r" b="b"/>
              <a:pathLst>
                <a:path w="20873" h="20752" extrusionOk="0">
                  <a:moveTo>
                    <a:pt x="18224" y="1"/>
                  </a:moveTo>
                  <a:lnTo>
                    <a:pt x="17983" y="25"/>
                  </a:lnTo>
                  <a:lnTo>
                    <a:pt x="17767" y="49"/>
                  </a:lnTo>
                  <a:lnTo>
                    <a:pt x="17430" y="97"/>
                  </a:lnTo>
                  <a:lnTo>
                    <a:pt x="17093" y="169"/>
                  </a:lnTo>
                  <a:lnTo>
                    <a:pt x="16419" y="338"/>
                  </a:lnTo>
                  <a:lnTo>
                    <a:pt x="15143" y="627"/>
                  </a:lnTo>
                  <a:lnTo>
                    <a:pt x="14709" y="723"/>
                  </a:lnTo>
                  <a:lnTo>
                    <a:pt x="14252" y="771"/>
                  </a:lnTo>
                  <a:lnTo>
                    <a:pt x="13795" y="795"/>
                  </a:lnTo>
                  <a:lnTo>
                    <a:pt x="13337" y="795"/>
                  </a:lnTo>
                  <a:lnTo>
                    <a:pt x="12639" y="771"/>
                  </a:lnTo>
                  <a:lnTo>
                    <a:pt x="11941" y="699"/>
                  </a:lnTo>
                  <a:lnTo>
                    <a:pt x="11243" y="603"/>
                  </a:lnTo>
                  <a:lnTo>
                    <a:pt x="10569" y="482"/>
                  </a:lnTo>
                  <a:lnTo>
                    <a:pt x="9774" y="314"/>
                  </a:lnTo>
                  <a:lnTo>
                    <a:pt x="8980" y="169"/>
                  </a:lnTo>
                  <a:lnTo>
                    <a:pt x="8330" y="97"/>
                  </a:lnTo>
                  <a:lnTo>
                    <a:pt x="7680" y="73"/>
                  </a:lnTo>
                  <a:lnTo>
                    <a:pt x="7367" y="73"/>
                  </a:lnTo>
                  <a:lnTo>
                    <a:pt x="7030" y="97"/>
                  </a:lnTo>
                  <a:lnTo>
                    <a:pt x="6717" y="145"/>
                  </a:lnTo>
                  <a:lnTo>
                    <a:pt x="6380" y="218"/>
                  </a:lnTo>
                  <a:lnTo>
                    <a:pt x="5778" y="338"/>
                  </a:lnTo>
                  <a:lnTo>
                    <a:pt x="5176" y="482"/>
                  </a:lnTo>
                  <a:lnTo>
                    <a:pt x="4574" y="651"/>
                  </a:lnTo>
                  <a:lnTo>
                    <a:pt x="3997" y="868"/>
                  </a:lnTo>
                  <a:lnTo>
                    <a:pt x="3082" y="1205"/>
                  </a:lnTo>
                  <a:lnTo>
                    <a:pt x="2167" y="1542"/>
                  </a:lnTo>
                  <a:lnTo>
                    <a:pt x="1782" y="1686"/>
                  </a:lnTo>
                  <a:lnTo>
                    <a:pt x="1373" y="1782"/>
                  </a:lnTo>
                  <a:lnTo>
                    <a:pt x="964" y="1879"/>
                  </a:lnTo>
                  <a:lnTo>
                    <a:pt x="554" y="1951"/>
                  </a:lnTo>
                  <a:lnTo>
                    <a:pt x="193" y="1999"/>
                  </a:lnTo>
                  <a:lnTo>
                    <a:pt x="97" y="2023"/>
                  </a:lnTo>
                  <a:lnTo>
                    <a:pt x="49" y="2047"/>
                  </a:lnTo>
                  <a:lnTo>
                    <a:pt x="1" y="2095"/>
                  </a:lnTo>
                  <a:lnTo>
                    <a:pt x="1" y="2143"/>
                  </a:lnTo>
                  <a:lnTo>
                    <a:pt x="25" y="2192"/>
                  </a:lnTo>
                  <a:lnTo>
                    <a:pt x="97" y="2240"/>
                  </a:lnTo>
                  <a:lnTo>
                    <a:pt x="169" y="2264"/>
                  </a:lnTo>
                  <a:lnTo>
                    <a:pt x="458" y="2312"/>
                  </a:lnTo>
                  <a:lnTo>
                    <a:pt x="723" y="2360"/>
                  </a:lnTo>
                  <a:lnTo>
                    <a:pt x="988" y="2360"/>
                  </a:lnTo>
                  <a:lnTo>
                    <a:pt x="1517" y="2336"/>
                  </a:lnTo>
                  <a:lnTo>
                    <a:pt x="5706" y="1927"/>
                  </a:lnTo>
                  <a:lnTo>
                    <a:pt x="6573" y="1855"/>
                  </a:lnTo>
                  <a:lnTo>
                    <a:pt x="7463" y="1806"/>
                  </a:lnTo>
                  <a:lnTo>
                    <a:pt x="7921" y="1806"/>
                  </a:lnTo>
                  <a:lnTo>
                    <a:pt x="8402" y="1830"/>
                  </a:lnTo>
                  <a:lnTo>
                    <a:pt x="8811" y="1855"/>
                  </a:lnTo>
                  <a:lnTo>
                    <a:pt x="9221" y="1951"/>
                  </a:lnTo>
                  <a:lnTo>
                    <a:pt x="9630" y="2047"/>
                  </a:lnTo>
                  <a:lnTo>
                    <a:pt x="10015" y="2216"/>
                  </a:lnTo>
                  <a:lnTo>
                    <a:pt x="10545" y="2432"/>
                  </a:lnTo>
                  <a:lnTo>
                    <a:pt x="11050" y="2649"/>
                  </a:lnTo>
                  <a:lnTo>
                    <a:pt x="11435" y="2793"/>
                  </a:lnTo>
                  <a:lnTo>
                    <a:pt x="11821" y="2914"/>
                  </a:lnTo>
                  <a:lnTo>
                    <a:pt x="12206" y="3010"/>
                  </a:lnTo>
                  <a:lnTo>
                    <a:pt x="12591" y="3082"/>
                  </a:lnTo>
                  <a:lnTo>
                    <a:pt x="12976" y="3130"/>
                  </a:lnTo>
                  <a:lnTo>
                    <a:pt x="13770" y="3130"/>
                  </a:lnTo>
                  <a:lnTo>
                    <a:pt x="14156" y="3082"/>
                  </a:lnTo>
                  <a:lnTo>
                    <a:pt x="15552" y="2866"/>
                  </a:lnTo>
                  <a:lnTo>
                    <a:pt x="15913" y="2817"/>
                  </a:lnTo>
                  <a:lnTo>
                    <a:pt x="16274" y="2769"/>
                  </a:lnTo>
                  <a:lnTo>
                    <a:pt x="17020" y="2769"/>
                  </a:lnTo>
                  <a:lnTo>
                    <a:pt x="17261" y="2793"/>
                  </a:lnTo>
                  <a:lnTo>
                    <a:pt x="17502" y="2817"/>
                  </a:lnTo>
                  <a:lnTo>
                    <a:pt x="17743" y="2890"/>
                  </a:lnTo>
                  <a:lnTo>
                    <a:pt x="17983" y="2962"/>
                  </a:lnTo>
                  <a:lnTo>
                    <a:pt x="18128" y="3010"/>
                  </a:lnTo>
                  <a:lnTo>
                    <a:pt x="18248" y="3082"/>
                  </a:lnTo>
                  <a:lnTo>
                    <a:pt x="18368" y="3155"/>
                  </a:lnTo>
                  <a:lnTo>
                    <a:pt x="18465" y="3251"/>
                  </a:lnTo>
                  <a:lnTo>
                    <a:pt x="18609" y="3419"/>
                  </a:lnTo>
                  <a:lnTo>
                    <a:pt x="18706" y="3588"/>
                  </a:lnTo>
                  <a:lnTo>
                    <a:pt x="18778" y="3804"/>
                  </a:lnTo>
                  <a:lnTo>
                    <a:pt x="18802" y="4021"/>
                  </a:lnTo>
                  <a:lnTo>
                    <a:pt x="18802" y="4238"/>
                  </a:lnTo>
                  <a:lnTo>
                    <a:pt x="18778" y="4430"/>
                  </a:lnTo>
                  <a:lnTo>
                    <a:pt x="18754" y="4647"/>
                  </a:lnTo>
                  <a:lnTo>
                    <a:pt x="18706" y="4864"/>
                  </a:lnTo>
                  <a:lnTo>
                    <a:pt x="18537" y="5393"/>
                  </a:lnTo>
                  <a:lnTo>
                    <a:pt x="18320" y="5899"/>
                  </a:lnTo>
                  <a:lnTo>
                    <a:pt x="18056" y="6404"/>
                  </a:lnTo>
                  <a:lnTo>
                    <a:pt x="17767" y="6886"/>
                  </a:lnTo>
                  <a:lnTo>
                    <a:pt x="17093" y="7921"/>
                  </a:lnTo>
                  <a:lnTo>
                    <a:pt x="16659" y="8667"/>
                  </a:lnTo>
                  <a:lnTo>
                    <a:pt x="16443" y="9028"/>
                  </a:lnTo>
                  <a:lnTo>
                    <a:pt x="16274" y="9414"/>
                  </a:lnTo>
                  <a:lnTo>
                    <a:pt x="15817" y="10425"/>
                  </a:lnTo>
                  <a:lnTo>
                    <a:pt x="15383" y="11460"/>
                  </a:lnTo>
                  <a:lnTo>
                    <a:pt x="15215" y="11941"/>
                  </a:lnTo>
                  <a:lnTo>
                    <a:pt x="15070" y="12447"/>
                  </a:lnTo>
                  <a:lnTo>
                    <a:pt x="14950" y="12952"/>
                  </a:lnTo>
                  <a:lnTo>
                    <a:pt x="14902" y="13482"/>
                  </a:lnTo>
                  <a:lnTo>
                    <a:pt x="14854" y="14011"/>
                  </a:lnTo>
                  <a:lnTo>
                    <a:pt x="14806" y="14397"/>
                  </a:lnTo>
                  <a:lnTo>
                    <a:pt x="14733" y="14782"/>
                  </a:lnTo>
                  <a:lnTo>
                    <a:pt x="14661" y="14974"/>
                  </a:lnTo>
                  <a:lnTo>
                    <a:pt x="14589" y="15143"/>
                  </a:lnTo>
                  <a:lnTo>
                    <a:pt x="14493" y="15311"/>
                  </a:lnTo>
                  <a:lnTo>
                    <a:pt x="14396" y="15480"/>
                  </a:lnTo>
                  <a:lnTo>
                    <a:pt x="14276" y="15648"/>
                  </a:lnTo>
                  <a:lnTo>
                    <a:pt x="14132" y="15793"/>
                  </a:lnTo>
                  <a:lnTo>
                    <a:pt x="13987" y="15913"/>
                  </a:lnTo>
                  <a:lnTo>
                    <a:pt x="13843" y="16058"/>
                  </a:lnTo>
                  <a:lnTo>
                    <a:pt x="13578" y="16226"/>
                  </a:lnTo>
                  <a:lnTo>
                    <a:pt x="13289" y="16371"/>
                  </a:lnTo>
                  <a:lnTo>
                    <a:pt x="12952" y="16539"/>
                  </a:lnTo>
                  <a:lnTo>
                    <a:pt x="12591" y="16684"/>
                  </a:lnTo>
                  <a:lnTo>
                    <a:pt x="12037" y="16924"/>
                  </a:lnTo>
                  <a:lnTo>
                    <a:pt x="11484" y="17189"/>
                  </a:lnTo>
                  <a:lnTo>
                    <a:pt x="10954" y="17502"/>
                  </a:lnTo>
                  <a:lnTo>
                    <a:pt x="10424" y="17815"/>
                  </a:lnTo>
                  <a:lnTo>
                    <a:pt x="9967" y="18104"/>
                  </a:lnTo>
                  <a:lnTo>
                    <a:pt x="9534" y="18441"/>
                  </a:lnTo>
                  <a:lnTo>
                    <a:pt x="9293" y="18658"/>
                  </a:lnTo>
                  <a:lnTo>
                    <a:pt x="9076" y="18874"/>
                  </a:lnTo>
                  <a:lnTo>
                    <a:pt x="8884" y="19091"/>
                  </a:lnTo>
                  <a:lnTo>
                    <a:pt x="8715" y="19332"/>
                  </a:lnTo>
                  <a:lnTo>
                    <a:pt x="8571" y="19572"/>
                  </a:lnTo>
                  <a:lnTo>
                    <a:pt x="8426" y="19837"/>
                  </a:lnTo>
                  <a:lnTo>
                    <a:pt x="8306" y="20126"/>
                  </a:lnTo>
                  <a:lnTo>
                    <a:pt x="8185" y="20391"/>
                  </a:lnTo>
                  <a:lnTo>
                    <a:pt x="8137" y="20608"/>
                  </a:lnTo>
                  <a:lnTo>
                    <a:pt x="8137" y="20680"/>
                  </a:lnTo>
                  <a:lnTo>
                    <a:pt x="8161" y="20704"/>
                  </a:lnTo>
                  <a:lnTo>
                    <a:pt x="8185" y="20728"/>
                  </a:lnTo>
                  <a:lnTo>
                    <a:pt x="8258" y="20752"/>
                  </a:lnTo>
                  <a:lnTo>
                    <a:pt x="8306" y="20704"/>
                  </a:lnTo>
                  <a:lnTo>
                    <a:pt x="8474" y="20559"/>
                  </a:lnTo>
                  <a:lnTo>
                    <a:pt x="8835" y="20126"/>
                  </a:lnTo>
                  <a:lnTo>
                    <a:pt x="9221" y="19717"/>
                  </a:lnTo>
                  <a:lnTo>
                    <a:pt x="9437" y="19500"/>
                  </a:lnTo>
                  <a:lnTo>
                    <a:pt x="9654" y="19308"/>
                  </a:lnTo>
                  <a:lnTo>
                    <a:pt x="10111" y="18995"/>
                  </a:lnTo>
                  <a:lnTo>
                    <a:pt x="10569" y="18730"/>
                  </a:lnTo>
                  <a:lnTo>
                    <a:pt x="11074" y="18489"/>
                  </a:lnTo>
                  <a:lnTo>
                    <a:pt x="11580" y="18321"/>
                  </a:lnTo>
                  <a:lnTo>
                    <a:pt x="12326" y="18152"/>
                  </a:lnTo>
                  <a:lnTo>
                    <a:pt x="13072" y="17959"/>
                  </a:lnTo>
                  <a:lnTo>
                    <a:pt x="13626" y="17839"/>
                  </a:lnTo>
                  <a:lnTo>
                    <a:pt x="14156" y="17695"/>
                  </a:lnTo>
                  <a:lnTo>
                    <a:pt x="14565" y="17526"/>
                  </a:lnTo>
                  <a:lnTo>
                    <a:pt x="14950" y="17334"/>
                  </a:lnTo>
                  <a:lnTo>
                    <a:pt x="15311" y="17093"/>
                  </a:lnTo>
                  <a:lnTo>
                    <a:pt x="15672" y="16828"/>
                  </a:lnTo>
                  <a:lnTo>
                    <a:pt x="15889" y="16635"/>
                  </a:lnTo>
                  <a:lnTo>
                    <a:pt x="16082" y="16419"/>
                  </a:lnTo>
                  <a:lnTo>
                    <a:pt x="16226" y="16178"/>
                  </a:lnTo>
                  <a:lnTo>
                    <a:pt x="16370" y="15913"/>
                  </a:lnTo>
                  <a:lnTo>
                    <a:pt x="16443" y="15648"/>
                  </a:lnTo>
                  <a:lnTo>
                    <a:pt x="16539" y="15384"/>
                  </a:lnTo>
                  <a:lnTo>
                    <a:pt x="16587" y="15119"/>
                  </a:lnTo>
                  <a:lnTo>
                    <a:pt x="16635" y="14854"/>
                  </a:lnTo>
                  <a:lnTo>
                    <a:pt x="16683" y="14324"/>
                  </a:lnTo>
                  <a:lnTo>
                    <a:pt x="16732" y="13771"/>
                  </a:lnTo>
                  <a:lnTo>
                    <a:pt x="16756" y="13217"/>
                  </a:lnTo>
                  <a:lnTo>
                    <a:pt x="16780" y="12663"/>
                  </a:lnTo>
                  <a:lnTo>
                    <a:pt x="16780" y="12062"/>
                  </a:lnTo>
                  <a:lnTo>
                    <a:pt x="16852" y="11460"/>
                  </a:lnTo>
                  <a:lnTo>
                    <a:pt x="16948" y="10954"/>
                  </a:lnTo>
                  <a:lnTo>
                    <a:pt x="17069" y="10497"/>
                  </a:lnTo>
                  <a:lnTo>
                    <a:pt x="17285" y="10039"/>
                  </a:lnTo>
                  <a:lnTo>
                    <a:pt x="17526" y="9606"/>
                  </a:lnTo>
                  <a:lnTo>
                    <a:pt x="17791" y="9197"/>
                  </a:lnTo>
                  <a:lnTo>
                    <a:pt x="18080" y="8812"/>
                  </a:lnTo>
                  <a:lnTo>
                    <a:pt x="19139" y="7367"/>
                  </a:lnTo>
                  <a:lnTo>
                    <a:pt x="19572" y="6765"/>
                  </a:lnTo>
                  <a:lnTo>
                    <a:pt x="19789" y="6453"/>
                  </a:lnTo>
                  <a:lnTo>
                    <a:pt x="20005" y="6116"/>
                  </a:lnTo>
                  <a:lnTo>
                    <a:pt x="20294" y="5610"/>
                  </a:lnTo>
                  <a:lnTo>
                    <a:pt x="20415" y="5345"/>
                  </a:lnTo>
                  <a:lnTo>
                    <a:pt x="20535" y="5056"/>
                  </a:lnTo>
                  <a:lnTo>
                    <a:pt x="20655" y="4743"/>
                  </a:lnTo>
                  <a:lnTo>
                    <a:pt x="20752" y="4430"/>
                  </a:lnTo>
                  <a:lnTo>
                    <a:pt x="20824" y="4117"/>
                  </a:lnTo>
                  <a:lnTo>
                    <a:pt x="20848" y="3804"/>
                  </a:lnTo>
                  <a:lnTo>
                    <a:pt x="20872" y="3492"/>
                  </a:lnTo>
                  <a:lnTo>
                    <a:pt x="20872" y="3155"/>
                  </a:lnTo>
                  <a:lnTo>
                    <a:pt x="20848" y="2842"/>
                  </a:lnTo>
                  <a:lnTo>
                    <a:pt x="20776" y="2505"/>
                  </a:lnTo>
                  <a:lnTo>
                    <a:pt x="20680" y="2095"/>
                  </a:lnTo>
                  <a:lnTo>
                    <a:pt x="20535" y="1686"/>
                  </a:lnTo>
                  <a:lnTo>
                    <a:pt x="20439" y="1445"/>
                  </a:lnTo>
                  <a:lnTo>
                    <a:pt x="20343" y="1205"/>
                  </a:lnTo>
                  <a:lnTo>
                    <a:pt x="20198" y="964"/>
                  </a:lnTo>
                  <a:lnTo>
                    <a:pt x="20030" y="771"/>
                  </a:lnTo>
                  <a:lnTo>
                    <a:pt x="19861" y="579"/>
                  </a:lnTo>
                  <a:lnTo>
                    <a:pt x="19668" y="410"/>
                  </a:lnTo>
                  <a:lnTo>
                    <a:pt x="19452" y="290"/>
                  </a:lnTo>
                  <a:lnTo>
                    <a:pt x="19211" y="169"/>
                  </a:lnTo>
                  <a:lnTo>
                    <a:pt x="18970" y="97"/>
                  </a:lnTo>
                  <a:lnTo>
                    <a:pt x="18706" y="25"/>
                  </a:lnTo>
                  <a:lnTo>
                    <a:pt x="184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1" name="Google Shape;10511;p25"/>
            <p:cNvSpPr/>
            <p:nvPr/>
          </p:nvSpPr>
          <p:spPr>
            <a:xfrm>
              <a:off x="1946725" y="1787425"/>
              <a:ext cx="588000" cy="766750"/>
            </a:xfrm>
            <a:custGeom>
              <a:avLst/>
              <a:gdLst/>
              <a:ahLst/>
              <a:cxnLst/>
              <a:rect l="l" t="t" r="r" b="b"/>
              <a:pathLst>
                <a:path w="23520" h="30670" extrusionOk="0">
                  <a:moveTo>
                    <a:pt x="11098" y="0"/>
                  </a:moveTo>
                  <a:lnTo>
                    <a:pt x="10640" y="49"/>
                  </a:lnTo>
                  <a:lnTo>
                    <a:pt x="9942" y="97"/>
                  </a:lnTo>
                  <a:lnTo>
                    <a:pt x="9292" y="169"/>
                  </a:lnTo>
                  <a:lnTo>
                    <a:pt x="8618" y="265"/>
                  </a:lnTo>
                  <a:lnTo>
                    <a:pt x="7944" y="410"/>
                  </a:lnTo>
                  <a:lnTo>
                    <a:pt x="7270" y="602"/>
                  </a:lnTo>
                  <a:lnTo>
                    <a:pt x="6596" y="795"/>
                  </a:lnTo>
                  <a:lnTo>
                    <a:pt x="5946" y="1012"/>
                  </a:lnTo>
                  <a:lnTo>
                    <a:pt x="4093" y="1589"/>
                  </a:lnTo>
                  <a:lnTo>
                    <a:pt x="2239" y="2119"/>
                  </a:lnTo>
                  <a:lnTo>
                    <a:pt x="1300" y="2384"/>
                  </a:lnTo>
                  <a:lnTo>
                    <a:pt x="361" y="2673"/>
                  </a:lnTo>
                  <a:lnTo>
                    <a:pt x="193" y="2721"/>
                  </a:lnTo>
                  <a:lnTo>
                    <a:pt x="24" y="2793"/>
                  </a:lnTo>
                  <a:lnTo>
                    <a:pt x="0" y="2841"/>
                  </a:lnTo>
                  <a:lnTo>
                    <a:pt x="0" y="2889"/>
                  </a:lnTo>
                  <a:lnTo>
                    <a:pt x="24" y="2937"/>
                  </a:lnTo>
                  <a:lnTo>
                    <a:pt x="72" y="2961"/>
                  </a:lnTo>
                  <a:lnTo>
                    <a:pt x="241" y="2986"/>
                  </a:lnTo>
                  <a:lnTo>
                    <a:pt x="433" y="2961"/>
                  </a:lnTo>
                  <a:lnTo>
                    <a:pt x="1709" y="2793"/>
                  </a:lnTo>
                  <a:lnTo>
                    <a:pt x="3009" y="2673"/>
                  </a:lnTo>
                  <a:lnTo>
                    <a:pt x="4526" y="2528"/>
                  </a:lnTo>
                  <a:lnTo>
                    <a:pt x="5296" y="2456"/>
                  </a:lnTo>
                  <a:lnTo>
                    <a:pt x="6042" y="2336"/>
                  </a:lnTo>
                  <a:lnTo>
                    <a:pt x="6789" y="2167"/>
                  </a:lnTo>
                  <a:lnTo>
                    <a:pt x="7535" y="1974"/>
                  </a:lnTo>
                  <a:lnTo>
                    <a:pt x="8522" y="1710"/>
                  </a:lnTo>
                  <a:lnTo>
                    <a:pt x="10279" y="1228"/>
                  </a:lnTo>
                  <a:lnTo>
                    <a:pt x="10929" y="1060"/>
                  </a:lnTo>
                  <a:lnTo>
                    <a:pt x="11579" y="939"/>
                  </a:lnTo>
                  <a:lnTo>
                    <a:pt x="12229" y="843"/>
                  </a:lnTo>
                  <a:lnTo>
                    <a:pt x="12903" y="771"/>
                  </a:lnTo>
                  <a:lnTo>
                    <a:pt x="13192" y="747"/>
                  </a:lnTo>
                  <a:lnTo>
                    <a:pt x="13722" y="747"/>
                  </a:lnTo>
                  <a:lnTo>
                    <a:pt x="13939" y="795"/>
                  </a:lnTo>
                  <a:lnTo>
                    <a:pt x="14372" y="867"/>
                  </a:lnTo>
                  <a:lnTo>
                    <a:pt x="14709" y="987"/>
                  </a:lnTo>
                  <a:lnTo>
                    <a:pt x="15022" y="1108"/>
                  </a:lnTo>
                  <a:lnTo>
                    <a:pt x="15335" y="1276"/>
                  </a:lnTo>
                  <a:lnTo>
                    <a:pt x="15576" y="1445"/>
                  </a:lnTo>
                  <a:lnTo>
                    <a:pt x="16009" y="1734"/>
                  </a:lnTo>
                  <a:lnTo>
                    <a:pt x="16394" y="1999"/>
                  </a:lnTo>
                  <a:lnTo>
                    <a:pt x="17116" y="2576"/>
                  </a:lnTo>
                  <a:lnTo>
                    <a:pt x="17453" y="2841"/>
                  </a:lnTo>
                  <a:lnTo>
                    <a:pt x="17766" y="3154"/>
                  </a:lnTo>
                  <a:lnTo>
                    <a:pt x="18874" y="4334"/>
                  </a:lnTo>
                  <a:lnTo>
                    <a:pt x="19379" y="4911"/>
                  </a:lnTo>
                  <a:lnTo>
                    <a:pt x="19548" y="5176"/>
                  </a:lnTo>
                  <a:lnTo>
                    <a:pt x="19716" y="5417"/>
                  </a:lnTo>
                  <a:lnTo>
                    <a:pt x="19861" y="5658"/>
                  </a:lnTo>
                  <a:lnTo>
                    <a:pt x="20005" y="5947"/>
                  </a:lnTo>
                  <a:lnTo>
                    <a:pt x="20294" y="6645"/>
                  </a:lnTo>
                  <a:lnTo>
                    <a:pt x="20848" y="8017"/>
                  </a:lnTo>
                  <a:lnTo>
                    <a:pt x="21161" y="8691"/>
                  </a:lnTo>
                  <a:lnTo>
                    <a:pt x="21473" y="9341"/>
                  </a:lnTo>
                  <a:lnTo>
                    <a:pt x="21570" y="9558"/>
                  </a:lnTo>
                  <a:lnTo>
                    <a:pt x="21618" y="9774"/>
                  </a:lnTo>
                  <a:lnTo>
                    <a:pt x="21666" y="9991"/>
                  </a:lnTo>
                  <a:lnTo>
                    <a:pt x="21690" y="10207"/>
                  </a:lnTo>
                  <a:lnTo>
                    <a:pt x="21714" y="10785"/>
                  </a:lnTo>
                  <a:lnTo>
                    <a:pt x="21666" y="11363"/>
                  </a:lnTo>
                  <a:lnTo>
                    <a:pt x="21618" y="11748"/>
                  </a:lnTo>
                  <a:lnTo>
                    <a:pt x="21546" y="12109"/>
                  </a:lnTo>
                  <a:lnTo>
                    <a:pt x="21425" y="12446"/>
                  </a:lnTo>
                  <a:lnTo>
                    <a:pt x="21305" y="12807"/>
                  </a:lnTo>
                  <a:lnTo>
                    <a:pt x="21136" y="13120"/>
                  </a:lnTo>
                  <a:lnTo>
                    <a:pt x="20968" y="13457"/>
                  </a:lnTo>
                  <a:lnTo>
                    <a:pt x="20775" y="13746"/>
                  </a:lnTo>
                  <a:lnTo>
                    <a:pt x="20535" y="14059"/>
                  </a:lnTo>
                  <a:lnTo>
                    <a:pt x="20101" y="14565"/>
                  </a:lnTo>
                  <a:lnTo>
                    <a:pt x="19668" y="15070"/>
                  </a:lnTo>
                  <a:lnTo>
                    <a:pt x="19451" y="15359"/>
                  </a:lnTo>
                  <a:lnTo>
                    <a:pt x="19235" y="15672"/>
                  </a:lnTo>
                  <a:lnTo>
                    <a:pt x="19042" y="15985"/>
                  </a:lnTo>
                  <a:lnTo>
                    <a:pt x="18898" y="16322"/>
                  </a:lnTo>
                  <a:lnTo>
                    <a:pt x="18777" y="16611"/>
                  </a:lnTo>
                  <a:lnTo>
                    <a:pt x="18681" y="16924"/>
                  </a:lnTo>
                  <a:lnTo>
                    <a:pt x="18512" y="17526"/>
                  </a:lnTo>
                  <a:lnTo>
                    <a:pt x="18392" y="18079"/>
                  </a:lnTo>
                  <a:lnTo>
                    <a:pt x="18199" y="18585"/>
                  </a:lnTo>
                  <a:lnTo>
                    <a:pt x="17911" y="19235"/>
                  </a:lnTo>
                  <a:lnTo>
                    <a:pt x="17598" y="19861"/>
                  </a:lnTo>
                  <a:lnTo>
                    <a:pt x="17405" y="20318"/>
                  </a:lnTo>
                  <a:lnTo>
                    <a:pt x="17237" y="20800"/>
                  </a:lnTo>
                  <a:lnTo>
                    <a:pt x="17140" y="21305"/>
                  </a:lnTo>
                  <a:lnTo>
                    <a:pt x="17068" y="21811"/>
                  </a:lnTo>
                  <a:lnTo>
                    <a:pt x="17068" y="22220"/>
                  </a:lnTo>
                  <a:lnTo>
                    <a:pt x="17092" y="22653"/>
                  </a:lnTo>
                  <a:lnTo>
                    <a:pt x="17188" y="23063"/>
                  </a:lnTo>
                  <a:lnTo>
                    <a:pt x="17333" y="23472"/>
                  </a:lnTo>
                  <a:lnTo>
                    <a:pt x="17622" y="24098"/>
                  </a:lnTo>
                  <a:lnTo>
                    <a:pt x="17862" y="24627"/>
                  </a:lnTo>
                  <a:lnTo>
                    <a:pt x="17983" y="24892"/>
                  </a:lnTo>
                  <a:lnTo>
                    <a:pt x="18079" y="25157"/>
                  </a:lnTo>
                  <a:lnTo>
                    <a:pt x="18175" y="25446"/>
                  </a:lnTo>
                  <a:lnTo>
                    <a:pt x="18224" y="25735"/>
                  </a:lnTo>
                  <a:lnTo>
                    <a:pt x="18248" y="26024"/>
                  </a:lnTo>
                  <a:lnTo>
                    <a:pt x="18224" y="26312"/>
                  </a:lnTo>
                  <a:lnTo>
                    <a:pt x="18175" y="26601"/>
                  </a:lnTo>
                  <a:lnTo>
                    <a:pt x="18103" y="26866"/>
                  </a:lnTo>
                  <a:lnTo>
                    <a:pt x="18007" y="27155"/>
                  </a:lnTo>
                  <a:lnTo>
                    <a:pt x="17862" y="27420"/>
                  </a:lnTo>
                  <a:lnTo>
                    <a:pt x="17742" y="27612"/>
                  </a:lnTo>
                  <a:lnTo>
                    <a:pt x="17622" y="27781"/>
                  </a:lnTo>
                  <a:lnTo>
                    <a:pt x="17333" y="28118"/>
                  </a:lnTo>
                  <a:lnTo>
                    <a:pt x="17020" y="28407"/>
                  </a:lnTo>
                  <a:lnTo>
                    <a:pt x="16683" y="28696"/>
                  </a:lnTo>
                  <a:lnTo>
                    <a:pt x="16274" y="28985"/>
                  </a:lnTo>
                  <a:lnTo>
                    <a:pt x="15864" y="29249"/>
                  </a:lnTo>
                  <a:lnTo>
                    <a:pt x="15431" y="29490"/>
                  </a:lnTo>
                  <a:lnTo>
                    <a:pt x="14998" y="29707"/>
                  </a:lnTo>
                  <a:lnTo>
                    <a:pt x="14155" y="30068"/>
                  </a:lnTo>
                  <a:lnTo>
                    <a:pt x="13337" y="30405"/>
                  </a:lnTo>
                  <a:lnTo>
                    <a:pt x="13192" y="30477"/>
                  </a:lnTo>
                  <a:lnTo>
                    <a:pt x="13048" y="30549"/>
                  </a:lnTo>
                  <a:lnTo>
                    <a:pt x="13024" y="30573"/>
                  </a:lnTo>
                  <a:lnTo>
                    <a:pt x="13024" y="30622"/>
                  </a:lnTo>
                  <a:lnTo>
                    <a:pt x="13072" y="30646"/>
                  </a:lnTo>
                  <a:lnTo>
                    <a:pt x="13096" y="30670"/>
                  </a:lnTo>
                  <a:lnTo>
                    <a:pt x="13289" y="30670"/>
                  </a:lnTo>
                  <a:lnTo>
                    <a:pt x="13842" y="30597"/>
                  </a:lnTo>
                  <a:lnTo>
                    <a:pt x="14372" y="30525"/>
                  </a:lnTo>
                  <a:lnTo>
                    <a:pt x="14901" y="30405"/>
                  </a:lnTo>
                  <a:lnTo>
                    <a:pt x="15431" y="30236"/>
                  </a:lnTo>
                  <a:lnTo>
                    <a:pt x="15816" y="30116"/>
                  </a:lnTo>
                  <a:lnTo>
                    <a:pt x="16177" y="29947"/>
                  </a:lnTo>
                  <a:lnTo>
                    <a:pt x="16538" y="29779"/>
                  </a:lnTo>
                  <a:lnTo>
                    <a:pt x="16875" y="29562"/>
                  </a:lnTo>
                  <a:lnTo>
                    <a:pt x="17188" y="29346"/>
                  </a:lnTo>
                  <a:lnTo>
                    <a:pt x="17477" y="29081"/>
                  </a:lnTo>
                  <a:lnTo>
                    <a:pt x="17766" y="28816"/>
                  </a:lnTo>
                  <a:lnTo>
                    <a:pt x="18031" y="28503"/>
                  </a:lnTo>
                  <a:lnTo>
                    <a:pt x="18296" y="28166"/>
                  </a:lnTo>
                  <a:lnTo>
                    <a:pt x="18392" y="27973"/>
                  </a:lnTo>
                  <a:lnTo>
                    <a:pt x="18488" y="27805"/>
                  </a:lnTo>
                  <a:lnTo>
                    <a:pt x="18561" y="27612"/>
                  </a:lnTo>
                  <a:lnTo>
                    <a:pt x="18609" y="27396"/>
                  </a:lnTo>
                  <a:lnTo>
                    <a:pt x="18657" y="27203"/>
                  </a:lnTo>
                  <a:lnTo>
                    <a:pt x="18681" y="26986"/>
                  </a:lnTo>
                  <a:lnTo>
                    <a:pt x="18705" y="26505"/>
                  </a:lnTo>
                  <a:lnTo>
                    <a:pt x="18705" y="26264"/>
                  </a:lnTo>
                  <a:lnTo>
                    <a:pt x="18705" y="26024"/>
                  </a:lnTo>
                  <a:lnTo>
                    <a:pt x="18657" y="25374"/>
                  </a:lnTo>
                  <a:lnTo>
                    <a:pt x="18633" y="24700"/>
                  </a:lnTo>
                  <a:lnTo>
                    <a:pt x="18585" y="23400"/>
                  </a:lnTo>
                  <a:lnTo>
                    <a:pt x="18585" y="22966"/>
                  </a:lnTo>
                  <a:lnTo>
                    <a:pt x="18633" y="22533"/>
                  </a:lnTo>
                  <a:lnTo>
                    <a:pt x="18657" y="22196"/>
                  </a:lnTo>
                  <a:lnTo>
                    <a:pt x="18705" y="21835"/>
                  </a:lnTo>
                  <a:lnTo>
                    <a:pt x="18705" y="21137"/>
                  </a:lnTo>
                  <a:lnTo>
                    <a:pt x="18705" y="20559"/>
                  </a:lnTo>
                  <a:lnTo>
                    <a:pt x="18729" y="20198"/>
                  </a:lnTo>
                  <a:lnTo>
                    <a:pt x="18753" y="19837"/>
                  </a:lnTo>
                  <a:lnTo>
                    <a:pt x="18825" y="19476"/>
                  </a:lnTo>
                  <a:lnTo>
                    <a:pt x="18922" y="19115"/>
                  </a:lnTo>
                  <a:lnTo>
                    <a:pt x="19114" y="18561"/>
                  </a:lnTo>
                  <a:lnTo>
                    <a:pt x="19331" y="17983"/>
                  </a:lnTo>
                  <a:lnTo>
                    <a:pt x="19548" y="17429"/>
                  </a:lnTo>
                  <a:lnTo>
                    <a:pt x="19812" y="16900"/>
                  </a:lnTo>
                  <a:lnTo>
                    <a:pt x="20029" y="16491"/>
                  </a:lnTo>
                  <a:lnTo>
                    <a:pt x="20294" y="16105"/>
                  </a:lnTo>
                  <a:lnTo>
                    <a:pt x="20535" y="15817"/>
                  </a:lnTo>
                  <a:lnTo>
                    <a:pt x="20799" y="15504"/>
                  </a:lnTo>
                  <a:lnTo>
                    <a:pt x="21353" y="14950"/>
                  </a:lnTo>
                  <a:lnTo>
                    <a:pt x="21594" y="14733"/>
                  </a:lnTo>
                  <a:lnTo>
                    <a:pt x="21786" y="14493"/>
                  </a:lnTo>
                  <a:lnTo>
                    <a:pt x="21979" y="14228"/>
                  </a:lnTo>
                  <a:lnTo>
                    <a:pt x="22148" y="13963"/>
                  </a:lnTo>
                  <a:lnTo>
                    <a:pt x="22340" y="13578"/>
                  </a:lnTo>
                  <a:lnTo>
                    <a:pt x="22557" y="13193"/>
                  </a:lnTo>
                  <a:lnTo>
                    <a:pt x="22918" y="12398"/>
                  </a:lnTo>
                  <a:lnTo>
                    <a:pt x="23183" y="11724"/>
                  </a:lnTo>
                  <a:lnTo>
                    <a:pt x="23303" y="11363"/>
                  </a:lnTo>
                  <a:lnTo>
                    <a:pt x="23399" y="11002"/>
                  </a:lnTo>
                  <a:lnTo>
                    <a:pt x="23472" y="10761"/>
                  </a:lnTo>
                  <a:lnTo>
                    <a:pt x="23496" y="10520"/>
                  </a:lnTo>
                  <a:lnTo>
                    <a:pt x="23520" y="10280"/>
                  </a:lnTo>
                  <a:lnTo>
                    <a:pt x="23520" y="10039"/>
                  </a:lnTo>
                  <a:lnTo>
                    <a:pt x="23520" y="9798"/>
                  </a:lnTo>
                  <a:lnTo>
                    <a:pt x="23496" y="9582"/>
                  </a:lnTo>
                  <a:lnTo>
                    <a:pt x="23447" y="9341"/>
                  </a:lnTo>
                  <a:lnTo>
                    <a:pt x="23375" y="9100"/>
                  </a:lnTo>
                  <a:lnTo>
                    <a:pt x="23231" y="8595"/>
                  </a:lnTo>
                  <a:lnTo>
                    <a:pt x="23038" y="8113"/>
                  </a:lnTo>
                  <a:lnTo>
                    <a:pt x="22846" y="7632"/>
                  </a:lnTo>
                  <a:lnTo>
                    <a:pt x="22629" y="7150"/>
                  </a:lnTo>
                  <a:lnTo>
                    <a:pt x="22388" y="6717"/>
                  </a:lnTo>
                  <a:lnTo>
                    <a:pt x="22148" y="6284"/>
                  </a:lnTo>
                  <a:lnTo>
                    <a:pt x="21883" y="5850"/>
                  </a:lnTo>
                  <a:lnTo>
                    <a:pt x="21594" y="5441"/>
                  </a:lnTo>
                  <a:lnTo>
                    <a:pt x="21305" y="5032"/>
                  </a:lnTo>
                  <a:lnTo>
                    <a:pt x="21016" y="4647"/>
                  </a:lnTo>
                  <a:lnTo>
                    <a:pt x="20679" y="4261"/>
                  </a:lnTo>
                  <a:lnTo>
                    <a:pt x="20342" y="3900"/>
                  </a:lnTo>
                  <a:lnTo>
                    <a:pt x="19764" y="3347"/>
                  </a:lnTo>
                  <a:lnTo>
                    <a:pt x="19475" y="3082"/>
                  </a:lnTo>
                  <a:lnTo>
                    <a:pt x="19162" y="2841"/>
                  </a:lnTo>
                  <a:lnTo>
                    <a:pt x="18079" y="2047"/>
                  </a:lnTo>
                  <a:lnTo>
                    <a:pt x="17742" y="1830"/>
                  </a:lnTo>
                  <a:lnTo>
                    <a:pt x="17405" y="1613"/>
                  </a:lnTo>
                  <a:lnTo>
                    <a:pt x="17044" y="1421"/>
                  </a:lnTo>
                  <a:lnTo>
                    <a:pt x="16683" y="1276"/>
                  </a:lnTo>
                  <a:lnTo>
                    <a:pt x="16081" y="1012"/>
                  </a:lnTo>
                  <a:lnTo>
                    <a:pt x="15455" y="795"/>
                  </a:lnTo>
                  <a:lnTo>
                    <a:pt x="14829" y="578"/>
                  </a:lnTo>
                  <a:lnTo>
                    <a:pt x="14179" y="386"/>
                  </a:lnTo>
                  <a:lnTo>
                    <a:pt x="13746" y="289"/>
                  </a:lnTo>
                  <a:lnTo>
                    <a:pt x="13313" y="169"/>
                  </a:lnTo>
                  <a:lnTo>
                    <a:pt x="12879" y="97"/>
                  </a:lnTo>
                  <a:lnTo>
                    <a:pt x="12422" y="49"/>
                  </a:lnTo>
                  <a:lnTo>
                    <a:pt x="1198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2" name="Google Shape;10512;p25"/>
            <p:cNvSpPr/>
            <p:nvPr/>
          </p:nvSpPr>
          <p:spPr>
            <a:xfrm>
              <a:off x="2080325" y="1904775"/>
              <a:ext cx="13875" cy="10875"/>
            </a:xfrm>
            <a:custGeom>
              <a:avLst/>
              <a:gdLst/>
              <a:ahLst/>
              <a:cxnLst/>
              <a:rect l="l" t="t" r="r" b="b"/>
              <a:pathLst>
                <a:path w="555" h="435" extrusionOk="0">
                  <a:moveTo>
                    <a:pt x="217" y="1"/>
                  </a:moveTo>
                  <a:lnTo>
                    <a:pt x="169" y="49"/>
                  </a:lnTo>
                  <a:lnTo>
                    <a:pt x="145" y="121"/>
                  </a:lnTo>
                  <a:lnTo>
                    <a:pt x="121" y="145"/>
                  </a:lnTo>
                  <a:lnTo>
                    <a:pt x="97" y="145"/>
                  </a:lnTo>
                  <a:lnTo>
                    <a:pt x="24" y="217"/>
                  </a:lnTo>
                  <a:lnTo>
                    <a:pt x="0" y="266"/>
                  </a:lnTo>
                  <a:lnTo>
                    <a:pt x="0" y="338"/>
                  </a:lnTo>
                  <a:lnTo>
                    <a:pt x="24" y="386"/>
                  </a:lnTo>
                  <a:lnTo>
                    <a:pt x="73" y="410"/>
                  </a:lnTo>
                  <a:lnTo>
                    <a:pt x="97" y="434"/>
                  </a:lnTo>
                  <a:lnTo>
                    <a:pt x="145" y="434"/>
                  </a:lnTo>
                  <a:lnTo>
                    <a:pt x="145" y="386"/>
                  </a:lnTo>
                  <a:lnTo>
                    <a:pt x="169" y="338"/>
                  </a:lnTo>
                  <a:lnTo>
                    <a:pt x="169" y="290"/>
                  </a:lnTo>
                  <a:lnTo>
                    <a:pt x="313" y="290"/>
                  </a:lnTo>
                  <a:lnTo>
                    <a:pt x="361" y="217"/>
                  </a:lnTo>
                  <a:lnTo>
                    <a:pt x="434" y="169"/>
                  </a:lnTo>
                  <a:lnTo>
                    <a:pt x="482" y="145"/>
                  </a:lnTo>
                  <a:lnTo>
                    <a:pt x="554" y="97"/>
                  </a:lnTo>
                  <a:lnTo>
                    <a:pt x="554" y="73"/>
                  </a:lnTo>
                  <a:lnTo>
                    <a:pt x="554" y="25"/>
                  </a:lnTo>
                  <a:lnTo>
                    <a:pt x="530" y="1"/>
                  </a:lnTo>
                  <a:lnTo>
                    <a:pt x="458" y="1"/>
                  </a:lnTo>
                  <a:lnTo>
                    <a:pt x="410" y="25"/>
                  </a:lnTo>
                  <a:lnTo>
                    <a:pt x="289" y="25"/>
                  </a:lnTo>
                  <a:lnTo>
                    <a:pt x="24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3" name="Google Shape;10513;p25"/>
            <p:cNvSpPr/>
            <p:nvPr/>
          </p:nvSpPr>
          <p:spPr>
            <a:xfrm>
              <a:off x="1955750" y="1926450"/>
              <a:ext cx="13850" cy="9650"/>
            </a:xfrm>
            <a:custGeom>
              <a:avLst/>
              <a:gdLst/>
              <a:ahLst/>
              <a:cxnLst/>
              <a:rect l="l" t="t" r="r" b="b"/>
              <a:pathLst>
                <a:path w="554" h="386" extrusionOk="0">
                  <a:moveTo>
                    <a:pt x="193" y="0"/>
                  </a:moveTo>
                  <a:lnTo>
                    <a:pt x="145" y="49"/>
                  </a:lnTo>
                  <a:lnTo>
                    <a:pt x="96" y="97"/>
                  </a:lnTo>
                  <a:lnTo>
                    <a:pt x="0" y="337"/>
                  </a:lnTo>
                  <a:lnTo>
                    <a:pt x="24" y="386"/>
                  </a:lnTo>
                  <a:lnTo>
                    <a:pt x="72" y="386"/>
                  </a:lnTo>
                  <a:lnTo>
                    <a:pt x="145" y="337"/>
                  </a:lnTo>
                  <a:lnTo>
                    <a:pt x="169" y="289"/>
                  </a:lnTo>
                  <a:lnTo>
                    <a:pt x="217" y="193"/>
                  </a:lnTo>
                  <a:lnTo>
                    <a:pt x="217" y="121"/>
                  </a:lnTo>
                  <a:lnTo>
                    <a:pt x="409" y="169"/>
                  </a:lnTo>
                  <a:lnTo>
                    <a:pt x="530" y="169"/>
                  </a:lnTo>
                  <a:lnTo>
                    <a:pt x="530" y="121"/>
                  </a:lnTo>
                  <a:lnTo>
                    <a:pt x="554" y="97"/>
                  </a:lnTo>
                  <a:lnTo>
                    <a:pt x="530" y="73"/>
                  </a:lnTo>
                  <a:lnTo>
                    <a:pt x="458" y="49"/>
                  </a:lnTo>
                  <a:lnTo>
                    <a:pt x="33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4" name="Google Shape;10514;p25"/>
            <p:cNvSpPr/>
            <p:nvPr/>
          </p:nvSpPr>
          <p:spPr>
            <a:xfrm>
              <a:off x="1876900" y="1956550"/>
              <a:ext cx="12675" cy="9650"/>
            </a:xfrm>
            <a:custGeom>
              <a:avLst/>
              <a:gdLst/>
              <a:ahLst/>
              <a:cxnLst/>
              <a:rect l="l" t="t" r="r" b="b"/>
              <a:pathLst>
                <a:path w="507" h="386" extrusionOk="0">
                  <a:moveTo>
                    <a:pt x="121" y="0"/>
                  </a:moveTo>
                  <a:lnTo>
                    <a:pt x="49" y="24"/>
                  </a:lnTo>
                  <a:lnTo>
                    <a:pt x="1" y="72"/>
                  </a:lnTo>
                  <a:lnTo>
                    <a:pt x="25" y="144"/>
                  </a:lnTo>
                  <a:lnTo>
                    <a:pt x="73" y="193"/>
                  </a:lnTo>
                  <a:lnTo>
                    <a:pt x="193" y="265"/>
                  </a:lnTo>
                  <a:lnTo>
                    <a:pt x="314" y="313"/>
                  </a:lnTo>
                  <a:lnTo>
                    <a:pt x="434" y="385"/>
                  </a:lnTo>
                  <a:lnTo>
                    <a:pt x="482" y="361"/>
                  </a:lnTo>
                  <a:lnTo>
                    <a:pt x="506" y="313"/>
                  </a:lnTo>
                  <a:lnTo>
                    <a:pt x="482" y="289"/>
                  </a:lnTo>
                  <a:lnTo>
                    <a:pt x="386" y="144"/>
                  </a:lnTo>
                  <a:lnTo>
                    <a:pt x="241"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5" name="Google Shape;10515;p25"/>
            <p:cNvSpPr/>
            <p:nvPr/>
          </p:nvSpPr>
          <p:spPr>
            <a:xfrm>
              <a:off x="1950325" y="1918625"/>
              <a:ext cx="8450" cy="8450"/>
            </a:xfrm>
            <a:custGeom>
              <a:avLst/>
              <a:gdLst/>
              <a:ahLst/>
              <a:cxnLst/>
              <a:rect l="l" t="t" r="r" b="b"/>
              <a:pathLst>
                <a:path w="338" h="338" extrusionOk="0">
                  <a:moveTo>
                    <a:pt x="145" y="0"/>
                  </a:moveTo>
                  <a:lnTo>
                    <a:pt x="73" y="24"/>
                  </a:lnTo>
                  <a:lnTo>
                    <a:pt x="25" y="73"/>
                  </a:lnTo>
                  <a:lnTo>
                    <a:pt x="1" y="193"/>
                  </a:lnTo>
                  <a:lnTo>
                    <a:pt x="25" y="313"/>
                  </a:lnTo>
                  <a:lnTo>
                    <a:pt x="49" y="337"/>
                  </a:lnTo>
                  <a:lnTo>
                    <a:pt x="97" y="337"/>
                  </a:lnTo>
                  <a:lnTo>
                    <a:pt x="145" y="313"/>
                  </a:lnTo>
                  <a:lnTo>
                    <a:pt x="193" y="265"/>
                  </a:lnTo>
                  <a:lnTo>
                    <a:pt x="241" y="241"/>
                  </a:lnTo>
                  <a:lnTo>
                    <a:pt x="313" y="241"/>
                  </a:lnTo>
                  <a:lnTo>
                    <a:pt x="313" y="217"/>
                  </a:lnTo>
                  <a:lnTo>
                    <a:pt x="338" y="217"/>
                  </a:lnTo>
                  <a:lnTo>
                    <a:pt x="338" y="169"/>
                  </a:lnTo>
                  <a:lnTo>
                    <a:pt x="265" y="49"/>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6" name="Google Shape;10516;p25"/>
            <p:cNvSpPr/>
            <p:nvPr/>
          </p:nvSpPr>
          <p:spPr>
            <a:xfrm>
              <a:off x="2000275" y="1944500"/>
              <a:ext cx="6650" cy="12075"/>
            </a:xfrm>
            <a:custGeom>
              <a:avLst/>
              <a:gdLst/>
              <a:ahLst/>
              <a:cxnLst/>
              <a:rect l="l" t="t" r="r" b="b"/>
              <a:pathLst>
                <a:path w="266" h="483" extrusionOk="0">
                  <a:moveTo>
                    <a:pt x="193" y="1"/>
                  </a:moveTo>
                  <a:lnTo>
                    <a:pt x="73" y="97"/>
                  </a:lnTo>
                  <a:lnTo>
                    <a:pt x="25" y="145"/>
                  </a:lnTo>
                  <a:lnTo>
                    <a:pt x="25" y="193"/>
                  </a:lnTo>
                  <a:lnTo>
                    <a:pt x="1" y="241"/>
                  </a:lnTo>
                  <a:lnTo>
                    <a:pt x="25" y="289"/>
                  </a:lnTo>
                  <a:lnTo>
                    <a:pt x="97" y="434"/>
                  </a:lnTo>
                  <a:lnTo>
                    <a:pt x="169" y="482"/>
                  </a:lnTo>
                  <a:lnTo>
                    <a:pt x="217" y="458"/>
                  </a:lnTo>
                  <a:lnTo>
                    <a:pt x="265" y="410"/>
                  </a:lnTo>
                  <a:lnTo>
                    <a:pt x="241" y="362"/>
                  </a:lnTo>
                  <a:lnTo>
                    <a:pt x="217" y="289"/>
                  </a:lnTo>
                  <a:lnTo>
                    <a:pt x="193" y="217"/>
                  </a:lnTo>
                  <a:lnTo>
                    <a:pt x="193" y="121"/>
                  </a:lnTo>
                  <a:lnTo>
                    <a:pt x="241" y="49"/>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7" name="Google Shape;10517;p25"/>
            <p:cNvSpPr/>
            <p:nvPr/>
          </p:nvSpPr>
          <p:spPr>
            <a:xfrm>
              <a:off x="1997275" y="1844000"/>
              <a:ext cx="6650" cy="8450"/>
            </a:xfrm>
            <a:custGeom>
              <a:avLst/>
              <a:gdLst/>
              <a:ahLst/>
              <a:cxnLst/>
              <a:rect l="l" t="t" r="r" b="b"/>
              <a:pathLst>
                <a:path w="266" h="338" extrusionOk="0">
                  <a:moveTo>
                    <a:pt x="72" y="0"/>
                  </a:moveTo>
                  <a:lnTo>
                    <a:pt x="0" y="49"/>
                  </a:lnTo>
                  <a:lnTo>
                    <a:pt x="0" y="73"/>
                  </a:lnTo>
                  <a:lnTo>
                    <a:pt x="0" y="121"/>
                  </a:lnTo>
                  <a:lnTo>
                    <a:pt x="48" y="241"/>
                  </a:lnTo>
                  <a:lnTo>
                    <a:pt x="97" y="313"/>
                  </a:lnTo>
                  <a:lnTo>
                    <a:pt x="145" y="337"/>
                  </a:lnTo>
                  <a:lnTo>
                    <a:pt x="169" y="337"/>
                  </a:lnTo>
                  <a:lnTo>
                    <a:pt x="217" y="313"/>
                  </a:lnTo>
                  <a:lnTo>
                    <a:pt x="241" y="289"/>
                  </a:lnTo>
                  <a:lnTo>
                    <a:pt x="241" y="193"/>
                  </a:lnTo>
                  <a:lnTo>
                    <a:pt x="265" y="121"/>
                  </a:lnTo>
                  <a:lnTo>
                    <a:pt x="241" y="73"/>
                  </a:lnTo>
                  <a:lnTo>
                    <a:pt x="193"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8" name="Google Shape;10518;p25"/>
            <p:cNvSpPr/>
            <p:nvPr/>
          </p:nvSpPr>
          <p:spPr>
            <a:xfrm>
              <a:off x="2005700" y="1909600"/>
              <a:ext cx="9050" cy="7850"/>
            </a:xfrm>
            <a:custGeom>
              <a:avLst/>
              <a:gdLst/>
              <a:ahLst/>
              <a:cxnLst/>
              <a:rect l="l" t="t" r="r" b="b"/>
              <a:pathLst>
                <a:path w="362" h="314" extrusionOk="0">
                  <a:moveTo>
                    <a:pt x="48" y="0"/>
                  </a:moveTo>
                  <a:lnTo>
                    <a:pt x="0" y="48"/>
                  </a:lnTo>
                  <a:lnTo>
                    <a:pt x="0" y="97"/>
                  </a:lnTo>
                  <a:lnTo>
                    <a:pt x="0" y="169"/>
                  </a:lnTo>
                  <a:lnTo>
                    <a:pt x="24" y="217"/>
                  </a:lnTo>
                  <a:lnTo>
                    <a:pt x="72" y="265"/>
                  </a:lnTo>
                  <a:lnTo>
                    <a:pt x="121" y="289"/>
                  </a:lnTo>
                  <a:lnTo>
                    <a:pt x="193" y="313"/>
                  </a:lnTo>
                  <a:lnTo>
                    <a:pt x="313" y="289"/>
                  </a:lnTo>
                  <a:lnTo>
                    <a:pt x="361" y="265"/>
                  </a:lnTo>
                  <a:lnTo>
                    <a:pt x="361" y="241"/>
                  </a:lnTo>
                  <a:lnTo>
                    <a:pt x="217" y="121"/>
                  </a:lnTo>
                  <a:lnTo>
                    <a:pt x="97"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9" name="Google Shape;10519;p25"/>
            <p:cNvSpPr/>
            <p:nvPr/>
          </p:nvSpPr>
          <p:spPr>
            <a:xfrm>
              <a:off x="2018325" y="2007100"/>
              <a:ext cx="9050" cy="9050"/>
            </a:xfrm>
            <a:custGeom>
              <a:avLst/>
              <a:gdLst/>
              <a:ahLst/>
              <a:cxnLst/>
              <a:rect l="l" t="t" r="r" b="b"/>
              <a:pathLst>
                <a:path w="362" h="362" extrusionOk="0">
                  <a:moveTo>
                    <a:pt x="290" y="0"/>
                  </a:moveTo>
                  <a:lnTo>
                    <a:pt x="242" y="24"/>
                  </a:lnTo>
                  <a:lnTo>
                    <a:pt x="217" y="48"/>
                  </a:lnTo>
                  <a:lnTo>
                    <a:pt x="193" y="96"/>
                  </a:lnTo>
                  <a:lnTo>
                    <a:pt x="169" y="169"/>
                  </a:lnTo>
                  <a:lnTo>
                    <a:pt x="145" y="193"/>
                  </a:lnTo>
                  <a:lnTo>
                    <a:pt x="97" y="217"/>
                  </a:lnTo>
                  <a:lnTo>
                    <a:pt x="49" y="241"/>
                  </a:lnTo>
                  <a:lnTo>
                    <a:pt x="1" y="265"/>
                  </a:lnTo>
                  <a:lnTo>
                    <a:pt x="25" y="313"/>
                  </a:lnTo>
                  <a:lnTo>
                    <a:pt x="73" y="361"/>
                  </a:lnTo>
                  <a:lnTo>
                    <a:pt x="121" y="361"/>
                  </a:lnTo>
                  <a:lnTo>
                    <a:pt x="193" y="289"/>
                  </a:lnTo>
                  <a:lnTo>
                    <a:pt x="217" y="265"/>
                  </a:lnTo>
                  <a:lnTo>
                    <a:pt x="242" y="265"/>
                  </a:lnTo>
                  <a:lnTo>
                    <a:pt x="314" y="217"/>
                  </a:lnTo>
                  <a:lnTo>
                    <a:pt x="338" y="193"/>
                  </a:lnTo>
                  <a:lnTo>
                    <a:pt x="362" y="121"/>
                  </a:lnTo>
                  <a:lnTo>
                    <a:pt x="338" y="72"/>
                  </a:lnTo>
                  <a:lnTo>
                    <a:pt x="338" y="24"/>
                  </a:lnTo>
                  <a:lnTo>
                    <a:pt x="29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0" name="Google Shape;10520;p25"/>
            <p:cNvSpPr/>
            <p:nvPr/>
          </p:nvSpPr>
          <p:spPr>
            <a:xfrm>
              <a:off x="1799275" y="1984225"/>
              <a:ext cx="9050" cy="4825"/>
            </a:xfrm>
            <a:custGeom>
              <a:avLst/>
              <a:gdLst/>
              <a:ahLst/>
              <a:cxnLst/>
              <a:rect l="l" t="t" r="r" b="b"/>
              <a:pathLst>
                <a:path w="362" h="193" extrusionOk="0">
                  <a:moveTo>
                    <a:pt x="265" y="0"/>
                  </a:moveTo>
                  <a:lnTo>
                    <a:pt x="24" y="73"/>
                  </a:lnTo>
                  <a:lnTo>
                    <a:pt x="0" y="121"/>
                  </a:lnTo>
                  <a:lnTo>
                    <a:pt x="24" y="145"/>
                  </a:lnTo>
                  <a:lnTo>
                    <a:pt x="48" y="169"/>
                  </a:lnTo>
                  <a:lnTo>
                    <a:pt x="169" y="193"/>
                  </a:lnTo>
                  <a:lnTo>
                    <a:pt x="289" y="193"/>
                  </a:lnTo>
                  <a:lnTo>
                    <a:pt x="337" y="169"/>
                  </a:lnTo>
                  <a:lnTo>
                    <a:pt x="361" y="97"/>
                  </a:lnTo>
                  <a:lnTo>
                    <a:pt x="337" y="49"/>
                  </a:lnTo>
                  <a:lnTo>
                    <a:pt x="313" y="24"/>
                  </a:lnTo>
                  <a:lnTo>
                    <a:pt x="26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1" name="Google Shape;10521;p25"/>
            <p:cNvSpPr/>
            <p:nvPr/>
          </p:nvSpPr>
          <p:spPr>
            <a:xfrm>
              <a:off x="2308425" y="2495775"/>
              <a:ext cx="4825" cy="8450"/>
            </a:xfrm>
            <a:custGeom>
              <a:avLst/>
              <a:gdLst/>
              <a:ahLst/>
              <a:cxnLst/>
              <a:rect l="l" t="t" r="r" b="b"/>
              <a:pathLst>
                <a:path w="193" h="338" extrusionOk="0">
                  <a:moveTo>
                    <a:pt x="72" y="1"/>
                  </a:moveTo>
                  <a:lnTo>
                    <a:pt x="24" y="25"/>
                  </a:lnTo>
                  <a:lnTo>
                    <a:pt x="0" y="97"/>
                  </a:lnTo>
                  <a:lnTo>
                    <a:pt x="0" y="145"/>
                  </a:lnTo>
                  <a:lnTo>
                    <a:pt x="24" y="289"/>
                  </a:lnTo>
                  <a:lnTo>
                    <a:pt x="48" y="338"/>
                  </a:lnTo>
                  <a:lnTo>
                    <a:pt x="96" y="338"/>
                  </a:lnTo>
                  <a:lnTo>
                    <a:pt x="169" y="314"/>
                  </a:lnTo>
                  <a:lnTo>
                    <a:pt x="193" y="289"/>
                  </a:lnTo>
                  <a:lnTo>
                    <a:pt x="193" y="265"/>
                  </a:lnTo>
                  <a:lnTo>
                    <a:pt x="169" y="121"/>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2" name="Google Shape;10522;p25"/>
            <p:cNvSpPr/>
            <p:nvPr/>
          </p:nvSpPr>
          <p:spPr>
            <a:xfrm>
              <a:off x="1916625" y="1937875"/>
              <a:ext cx="6050" cy="7250"/>
            </a:xfrm>
            <a:custGeom>
              <a:avLst/>
              <a:gdLst/>
              <a:ahLst/>
              <a:cxnLst/>
              <a:rect l="l" t="t" r="r" b="b"/>
              <a:pathLst>
                <a:path w="242" h="290" extrusionOk="0">
                  <a:moveTo>
                    <a:pt x="145" y="1"/>
                  </a:moveTo>
                  <a:lnTo>
                    <a:pt x="97" y="25"/>
                  </a:lnTo>
                  <a:lnTo>
                    <a:pt x="49" y="97"/>
                  </a:lnTo>
                  <a:lnTo>
                    <a:pt x="24" y="169"/>
                  </a:lnTo>
                  <a:lnTo>
                    <a:pt x="0" y="217"/>
                  </a:lnTo>
                  <a:lnTo>
                    <a:pt x="24" y="266"/>
                  </a:lnTo>
                  <a:lnTo>
                    <a:pt x="73" y="290"/>
                  </a:lnTo>
                  <a:lnTo>
                    <a:pt x="121" y="290"/>
                  </a:lnTo>
                  <a:lnTo>
                    <a:pt x="193" y="266"/>
                  </a:lnTo>
                  <a:lnTo>
                    <a:pt x="241" y="193"/>
                  </a:lnTo>
                  <a:lnTo>
                    <a:pt x="241" y="145"/>
                  </a:lnTo>
                  <a:lnTo>
                    <a:pt x="241" y="97"/>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3" name="Google Shape;10523;p25"/>
            <p:cNvSpPr/>
            <p:nvPr/>
          </p:nvSpPr>
          <p:spPr>
            <a:xfrm>
              <a:off x="2332500" y="2432575"/>
              <a:ext cx="6025" cy="6050"/>
            </a:xfrm>
            <a:custGeom>
              <a:avLst/>
              <a:gdLst/>
              <a:ahLst/>
              <a:cxnLst/>
              <a:rect l="l" t="t" r="r" b="b"/>
              <a:pathLst>
                <a:path w="241" h="242" extrusionOk="0">
                  <a:moveTo>
                    <a:pt x="96" y="1"/>
                  </a:moveTo>
                  <a:lnTo>
                    <a:pt x="48" y="25"/>
                  </a:lnTo>
                  <a:lnTo>
                    <a:pt x="24" y="49"/>
                  </a:lnTo>
                  <a:lnTo>
                    <a:pt x="0" y="97"/>
                  </a:lnTo>
                  <a:lnTo>
                    <a:pt x="0" y="169"/>
                  </a:lnTo>
                  <a:lnTo>
                    <a:pt x="48" y="193"/>
                  </a:lnTo>
                  <a:lnTo>
                    <a:pt x="72" y="242"/>
                  </a:lnTo>
                  <a:lnTo>
                    <a:pt x="145" y="242"/>
                  </a:lnTo>
                  <a:lnTo>
                    <a:pt x="217" y="218"/>
                  </a:lnTo>
                  <a:lnTo>
                    <a:pt x="241" y="169"/>
                  </a:lnTo>
                  <a:lnTo>
                    <a:pt x="241" y="97"/>
                  </a:lnTo>
                  <a:lnTo>
                    <a:pt x="217" y="49"/>
                  </a:lnTo>
                  <a:lnTo>
                    <a:pt x="169"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4" name="Google Shape;10524;p25"/>
            <p:cNvSpPr/>
            <p:nvPr/>
          </p:nvSpPr>
          <p:spPr>
            <a:xfrm>
              <a:off x="1887125" y="1972175"/>
              <a:ext cx="8450" cy="6050"/>
            </a:xfrm>
            <a:custGeom>
              <a:avLst/>
              <a:gdLst/>
              <a:ahLst/>
              <a:cxnLst/>
              <a:rect l="l" t="t" r="r" b="b"/>
              <a:pathLst>
                <a:path w="338" h="242" extrusionOk="0">
                  <a:moveTo>
                    <a:pt x="73" y="1"/>
                  </a:moveTo>
                  <a:lnTo>
                    <a:pt x="25" y="25"/>
                  </a:lnTo>
                  <a:lnTo>
                    <a:pt x="1" y="97"/>
                  </a:lnTo>
                  <a:lnTo>
                    <a:pt x="25" y="145"/>
                  </a:lnTo>
                  <a:lnTo>
                    <a:pt x="49" y="218"/>
                  </a:lnTo>
                  <a:lnTo>
                    <a:pt x="121" y="242"/>
                  </a:lnTo>
                  <a:lnTo>
                    <a:pt x="217" y="218"/>
                  </a:lnTo>
                  <a:lnTo>
                    <a:pt x="290" y="194"/>
                  </a:lnTo>
                  <a:lnTo>
                    <a:pt x="338" y="145"/>
                  </a:lnTo>
                  <a:lnTo>
                    <a:pt x="242" y="73"/>
                  </a:lnTo>
                  <a:lnTo>
                    <a:pt x="193"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5" name="Google Shape;10525;p25"/>
            <p:cNvSpPr/>
            <p:nvPr/>
          </p:nvSpPr>
          <p:spPr>
            <a:xfrm>
              <a:off x="2236200" y="2445825"/>
              <a:ext cx="6050" cy="7850"/>
            </a:xfrm>
            <a:custGeom>
              <a:avLst/>
              <a:gdLst/>
              <a:ahLst/>
              <a:cxnLst/>
              <a:rect l="l" t="t" r="r" b="b"/>
              <a:pathLst>
                <a:path w="242" h="314" extrusionOk="0">
                  <a:moveTo>
                    <a:pt x="24" y="0"/>
                  </a:moveTo>
                  <a:lnTo>
                    <a:pt x="0" y="49"/>
                  </a:lnTo>
                  <a:lnTo>
                    <a:pt x="0" y="121"/>
                  </a:lnTo>
                  <a:lnTo>
                    <a:pt x="24" y="193"/>
                  </a:lnTo>
                  <a:lnTo>
                    <a:pt x="97" y="289"/>
                  </a:lnTo>
                  <a:lnTo>
                    <a:pt x="169" y="313"/>
                  </a:lnTo>
                  <a:lnTo>
                    <a:pt x="193" y="289"/>
                  </a:lnTo>
                  <a:lnTo>
                    <a:pt x="241" y="241"/>
                  </a:lnTo>
                  <a:lnTo>
                    <a:pt x="241" y="217"/>
                  </a:lnTo>
                  <a:lnTo>
                    <a:pt x="241" y="169"/>
                  </a:lnTo>
                  <a:lnTo>
                    <a:pt x="169" y="73"/>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6" name="Google Shape;10526;p25"/>
            <p:cNvSpPr/>
            <p:nvPr/>
          </p:nvSpPr>
          <p:spPr>
            <a:xfrm>
              <a:off x="1850425" y="1947500"/>
              <a:ext cx="4825" cy="8450"/>
            </a:xfrm>
            <a:custGeom>
              <a:avLst/>
              <a:gdLst/>
              <a:ahLst/>
              <a:cxnLst/>
              <a:rect l="l" t="t" r="r" b="b"/>
              <a:pathLst>
                <a:path w="193" h="338" extrusionOk="0">
                  <a:moveTo>
                    <a:pt x="49" y="1"/>
                  </a:moveTo>
                  <a:lnTo>
                    <a:pt x="24" y="49"/>
                  </a:lnTo>
                  <a:lnTo>
                    <a:pt x="0" y="97"/>
                  </a:lnTo>
                  <a:lnTo>
                    <a:pt x="24" y="169"/>
                  </a:lnTo>
                  <a:lnTo>
                    <a:pt x="49" y="266"/>
                  </a:lnTo>
                  <a:lnTo>
                    <a:pt x="73" y="314"/>
                  </a:lnTo>
                  <a:lnTo>
                    <a:pt x="97" y="338"/>
                  </a:lnTo>
                  <a:lnTo>
                    <a:pt x="145" y="338"/>
                  </a:lnTo>
                  <a:lnTo>
                    <a:pt x="169" y="314"/>
                  </a:lnTo>
                  <a:lnTo>
                    <a:pt x="193" y="242"/>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7" name="Google Shape;10527;p25"/>
            <p:cNvSpPr/>
            <p:nvPr/>
          </p:nvSpPr>
          <p:spPr>
            <a:xfrm>
              <a:off x="2291575" y="2463875"/>
              <a:ext cx="6025" cy="5450"/>
            </a:xfrm>
            <a:custGeom>
              <a:avLst/>
              <a:gdLst/>
              <a:ahLst/>
              <a:cxnLst/>
              <a:rect l="l" t="t" r="r" b="b"/>
              <a:pathLst>
                <a:path w="241" h="218" extrusionOk="0">
                  <a:moveTo>
                    <a:pt x="96" y="1"/>
                  </a:moveTo>
                  <a:lnTo>
                    <a:pt x="48" y="25"/>
                  </a:lnTo>
                  <a:lnTo>
                    <a:pt x="24" y="49"/>
                  </a:lnTo>
                  <a:lnTo>
                    <a:pt x="0" y="145"/>
                  </a:lnTo>
                  <a:lnTo>
                    <a:pt x="0" y="169"/>
                  </a:lnTo>
                  <a:lnTo>
                    <a:pt x="24" y="193"/>
                  </a:lnTo>
                  <a:lnTo>
                    <a:pt x="72" y="217"/>
                  </a:lnTo>
                  <a:lnTo>
                    <a:pt x="120" y="217"/>
                  </a:lnTo>
                  <a:lnTo>
                    <a:pt x="169" y="193"/>
                  </a:lnTo>
                  <a:lnTo>
                    <a:pt x="217" y="145"/>
                  </a:lnTo>
                  <a:lnTo>
                    <a:pt x="241" y="97"/>
                  </a:lnTo>
                  <a:lnTo>
                    <a:pt x="241" y="73"/>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8" name="Google Shape;10528;p25"/>
            <p:cNvSpPr/>
            <p:nvPr/>
          </p:nvSpPr>
          <p:spPr>
            <a:xfrm>
              <a:off x="1889550" y="2042600"/>
              <a:ext cx="5425" cy="6050"/>
            </a:xfrm>
            <a:custGeom>
              <a:avLst/>
              <a:gdLst/>
              <a:ahLst/>
              <a:cxnLst/>
              <a:rect l="l" t="t" r="r" b="b"/>
              <a:pathLst>
                <a:path w="217" h="242" extrusionOk="0">
                  <a:moveTo>
                    <a:pt x="72" y="0"/>
                  </a:moveTo>
                  <a:lnTo>
                    <a:pt x="48" y="25"/>
                  </a:lnTo>
                  <a:lnTo>
                    <a:pt x="0" y="49"/>
                  </a:lnTo>
                  <a:lnTo>
                    <a:pt x="0" y="97"/>
                  </a:lnTo>
                  <a:lnTo>
                    <a:pt x="0" y="145"/>
                  </a:lnTo>
                  <a:lnTo>
                    <a:pt x="24" y="193"/>
                  </a:lnTo>
                  <a:lnTo>
                    <a:pt x="48" y="241"/>
                  </a:lnTo>
                  <a:lnTo>
                    <a:pt x="145" y="241"/>
                  </a:lnTo>
                  <a:lnTo>
                    <a:pt x="169" y="217"/>
                  </a:lnTo>
                  <a:lnTo>
                    <a:pt x="217" y="169"/>
                  </a:lnTo>
                  <a:lnTo>
                    <a:pt x="217" y="121"/>
                  </a:lnTo>
                  <a:lnTo>
                    <a:pt x="217" y="73"/>
                  </a:lnTo>
                  <a:lnTo>
                    <a:pt x="193" y="25"/>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9" name="Google Shape;10529;p25"/>
            <p:cNvSpPr/>
            <p:nvPr/>
          </p:nvSpPr>
          <p:spPr>
            <a:xfrm>
              <a:off x="1903375" y="1937875"/>
              <a:ext cx="6050" cy="6050"/>
            </a:xfrm>
            <a:custGeom>
              <a:avLst/>
              <a:gdLst/>
              <a:ahLst/>
              <a:cxnLst/>
              <a:rect l="l" t="t" r="r" b="b"/>
              <a:pathLst>
                <a:path w="242" h="242" extrusionOk="0">
                  <a:moveTo>
                    <a:pt x="97" y="1"/>
                  </a:moveTo>
                  <a:lnTo>
                    <a:pt x="49" y="25"/>
                  </a:lnTo>
                  <a:lnTo>
                    <a:pt x="25" y="49"/>
                  </a:lnTo>
                  <a:lnTo>
                    <a:pt x="1" y="121"/>
                  </a:lnTo>
                  <a:lnTo>
                    <a:pt x="25" y="169"/>
                  </a:lnTo>
                  <a:lnTo>
                    <a:pt x="49" y="217"/>
                  </a:lnTo>
                  <a:lnTo>
                    <a:pt x="97" y="241"/>
                  </a:lnTo>
                  <a:lnTo>
                    <a:pt x="169" y="241"/>
                  </a:lnTo>
                  <a:lnTo>
                    <a:pt x="193" y="217"/>
                  </a:lnTo>
                  <a:lnTo>
                    <a:pt x="217" y="193"/>
                  </a:lnTo>
                  <a:lnTo>
                    <a:pt x="242" y="145"/>
                  </a:lnTo>
                  <a:lnTo>
                    <a:pt x="242" y="97"/>
                  </a:lnTo>
                  <a:lnTo>
                    <a:pt x="217"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0" name="Google Shape;10530;p25"/>
            <p:cNvSpPr/>
            <p:nvPr/>
          </p:nvSpPr>
          <p:spPr>
            <a:xfrm>
              <a:off x="2095975" y="1907200"/>
              <a:ext cx="6025" cy="5425"/>
            </a:xfrm>
            <a:custGeom>
              <a:avLst/>
              <a:gdLst/>
              <a:ahLst/>
              <a:cxnLst/>
              <a:rect l="l" t="t" r="r" b="b"/>
              <a:pathLst>
                <a:path w="241" h="217" extrusionOk="0">
                  <a:moveTo>
                    <a:pt x="72" y="0"/>
                  </a:moveTo>
                  <a:lnTo>
                    <a:pt x="24" y="48"/>
                  </a:lnTo>
                  <a:lnTo>
                    <a:pt x="0" y="72"/>
                  </a:lnTo>
                  <a:lnTo>
                    <a:pt x="0" y="120"/>
                  </a:lnTo>
                  <a:lnTo>
                    <a:pt x="24" y="144"/>
                  </a:lnTo>
                  <a:lnTo>
                    <a:pt x="48" y="193"/>
                  </a:lnTo>
                  <a:lnTo>
                    <a:pt x="97" y="217"/>
                  </a:lnTo>
                  <a:lnTo>
                    <a:pt x="193" y="217"/>
                  </a:lnTo>
                  <a:lnTo>
                    <a:pt x="217" y="193"/>
                  </a:lnTo>
                  <a:lnTo>
                    <a:pt x="241" y="144"/>
                  </a:lnTo>
                  <a:lnTo>
                    <a:pt x="241" y="96"/>
                  </a:lnTo>
                  <a:lnTo>
                    <a:pt x="241"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1" name="Google Shape;10531;p25"/>
            <p:cNvSpPr/>
            <p:nvPr/>
          </p:nvSpPr>
          <p:spPr>
            <a:xfrm>
              <a:off x="2312625" y="1857225"/>
              <a:ext cx="6650" cy="6650"/>
            </a:xfrm>
            <a:custGeom>
              <a:avLst/>
              <a:gdLst/>
              <a:ahLst/>
              <a:cxnLst/>
              <a:rect l="l" t="t" r="r" b="b"/>
              <a:pathLst>
                <a:path w="266" h="266" extrusionOk="0">
                  <a:moveTo>
                    <a:pt x="49" y="1"/>
                  </a:moveTo>
                  <a:lnTo>
                    <a:pt x="25" y="49"/>
                  </a:lnTo>
                  <a:lnTo>
                    <a:pt x="1" y="97"/>
                  </a:lnTo>
                  <a:lnTo>
                    <a:pt x="1" y="145"/>
                  </a:lnTo>
                  <a:lnTo>
                    <a:pt x="145" y="266"/>
                  </a:lnTo>
                  <a:lnTo>
                    <a:pt x="241" y="266"/>
                  </a:lnTo>
                  <a:lnTo>
                    <a:pt x="265" y="242"/>
                  </a:lnTo>
                  <a:lnTo>
                    <a:pt x="265" y="194"/>
                  </a:lnTo>
                  <a:lnTo>
                    <a:pt x="217" y="97"/>
                  </a:lnTo>
                  <a:lnTo>
                    <a:pt x="169" y="49"/>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2" name="Google Shape;10532;p25"/>
            <p:cNvSpPr/>
            <p:nvPr/>
          </p:nvSpPr>
          <p:spPr>
            <a:xfrm>
              <a:off x="1837775" y="2042600"/>
              <a:ext cx="6650" cy="4850"/>
            </a:xfrm>
            <a:custGeom>
              <a:avLst/>
              <a:gdLst/>
              <a:ahLst/>
              <a:cxnLst/>
              <a:rect l="l" t="t" r="r" b="b"/>
              <a:pathLst>
                <a:path w="266" h="194" extrusionOk="0">
                  <a:moveTo>
                    <a:pt x="97" y="0"/>
                  </a:moveTo>
                  <a:lnTo>
                    <a:pt x="49" y="25"/>
                  </a:lnTo>
                  <a:lnTo>
                    <a:pt x="1" y="49"/>
                  </a:lnTo>
                  <a:lnTo>
                    <a:pt x="1" y="121"/>
                  </a:lnTo>
                  <a:lnTo>
                    <a:pt x="49" y="169"/>
                  </a:lnTo>
                  <a:lnTo>
                    <a:pt x="97" y="193"/>
                  </a:lnTo>
                  <a:lnTo>
                    <a:pt x="169" y="193"/>
                  </a:lnTo>
                  <a:lnTo>
                    <a:pt x="217" y="169"/>
                  </a:lnTo>
                  <a:lnTo>
                    <a:pt x="266" y="121"/>
                  </a:lnTo>
                  <a:lnTo>
                    <a:pt x="266" y="97"/>
                  </a:lnTo>
                  <a:lnTo>
                    <a:pt x="266" y="73"/>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3" name="Google Shape;10533;p25"/>
            <p:cNvSpPr/>
            <p:nvPr/>
          </p:nvSpPr>
          <p:spPr>
            <a:xfrm>
              <a:off x="1893750" y="1946300"/>
              <a:ext cx="4850" cy="6650"/>
            </a:xfrm>
            <a:custGeom>
              <a:avLst/>
              <a:gdLst/>
              <a:ahLst/>
              <a:cxnLst/>
              <a:rect l="l" t="t" r="r" b="b"/>
              <a:pathLst>
                <a:path w="194" h="266" extrusionOk="0">
                  <a:moveTo>
                    <a:pt x="49" y="1"/>
                  </a:moveTo>
                  <a:lnTo>
                    <a:pt x="25" y="25"/>
                  </a:lnTo>
                  <a:lnTo>
                    <a:pt x="1" y="73"/>
                  </a:lnTo>
                  <a:lnTo>
                    <a:pt x="25" y="169"/>
                  </a:lnTo>
                  <a:lnTo>
                    <a:pt x="49" y="217"/>
                  </a:lnTo>
                  <a:lnTo>
                    <a:pt x="121" y="266"/>
                  </a:lnTo>
                  <a:lnTo>
                    <a:pt x="145" y="266"/>
                  </a:lnTo>
                  <a:lnTo>
                    <a:pt x="169" y="242"/>
                  </a:lnTo>
                  <a:lnTo>
                    <a:pt x="193" y="169"/>
                  </a:lnTo>
                  <a:lnTo>
                    <a:pt x="169" y="121"/>
                  </a:lnTo>
                  <a:lnTo>
                    <a:pt x="145"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4" name="Google Shape;10534;p25"/>
            <p:cNvSpPr/>
            <p:nvPr/>
          </p:nvSpPr>
          <p:spPr>
            <a:xfrm>
              <a:off x="2256650" y="1846400"/>
              <a:ext cx="5450" cy="6050"/>
            </a:xfrm>
            <a:custGeom>
              <a:avLst/>
              <a:gdLst/>
              <a:ahLst/>
              <a:cxnLst/>
              <a:rect l="l" t="t" r="r" b="b"/>
              <a:pathLst>
                <a:path w="218" h="242" extrusionOk="0">
                  <a:moveTo>
                    <a:pt x="145" y="1"/>
                  </a:moveTo>
                  <a:lnTo>
                    <a:pt x="97" y="25"/>
                  </a:lnTo>
                  <a:lnTo>
                    <a:pt x="49" y="49"/>
                  </a:lnTo>
                  <a:lnTo>
                    <a:pt x="1" y="97"/>
                  </a:lnTo>
                  <a:lnTo>
                    <a:pt x="1" y="121"/>
                  </a:lnTo>
                  <a:lnTo>
                    <a:pt x="1" y="169"/>
                  </a:lnTo>
                  <a:lnTo>
                    <a:pt x="1" y="217"/>
                  </a:lnTo>
                  <a:lnTo>
                    <a:pt x="25" y="241"/>
                  </a:lnTo>
                  <a:lnTo>
                    <a:pt x="169" y="241"/>
                  </a:lnTo>
                  <a:lnTo>
                    <a:pt x="193" y="217"/>
                  </a:lnTo>
                  <a:lnTo>
                    <a:pt x="217" y="169"/>
                  </a:lnTo>
                  <a:lnTo>
                    <a:pt x="217" y="97"/>
                  </a:lnTo>
                  <a:lnTo>
                    <a:pt x="217" y="73"/>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5" name="Google Shape;10535;p25"/>
            <p:cNvSpPr/>
            <p:nvPr/>
          </p:nvSpPr>
          <p:spPr>
            <a:xfrm>
              <a:off x="2406525" y="2419350"/>
              <a:ext cx="4825" cy="6025"/>
            </a:xfrm>
            <a:custGeom>
              <a:avLst/>
              <a:gdLst/>
              <a:ahLst/>
              <a:cxnLst/>
              <a:rect l="l" t="t" r="r" b="b"/>
              <a:pathLst>
                <a:path w="193" h="241" extrusionOk="0">
                  <a:moveTo>
                    <a:pt x="96" y="0"/>
                  </a:moveTo>
                  <a:lnTo>
                    <a:pt x="48" y="24"/>
                  </a:lnTo>
                  <a:lnTo>
                    <a:pt x="0" y="72"/>
                  </a:lnTo>
                  <a:lnTo>
                    <a:pt x="0" y="145"/>
                  </a:lnTo>
                  <a:lnTo>
                    <a:pt x="0" y="193"/>
                  </a:lnTo>
                  <a:lnTo>
                    <a:pt x="24" y="217"/>
                  </a:lnTo>
                  <a:lnTo>
                    <a:pt x="72" y="241"/>
                  </a:lnTo>
                  <a:lnTo>
                    <a:pt x="120" y="217"/>
                  </a:lnTo>
                  <a:lnTo>
                    <a:pt x="169" y="169"/>
                  </a:lnTo>
                  <a:lnTo>
                    <a:pt x="193" y="121"/>
                  </a:lnTo>
                  <a:lnTo>
                    <a:pt x="193" y="72"/>
                  </a:lnTo>
                  <a:lnTo>
                    <a:pt x="169"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6" name="Google Shape;10536;p25"/>
            <p:cNvSpPr/>
            <p:nvPr/>
          </p:nvSpPr>
          <p:spPr>
            <a:xfrm>
              <a:off x="1805275" y="1993250"/>
              <a:ext cx="6650" cy="6050"/>
            </a:xfrm>
            <a:custGeom>
              <a:avLst/>
              <a:gdLst/>
              <a:ahLst/>
              <a:cxnLst/>
              <a:rect l="l" t="t" r="r" b="b"/>
              <a:pathLst>
                <a:path w="266" h="242" extrusionOk="0">
                  <a:moveTo>
                    <a:pt x="97" y="0"/>
                  </a:moveTo>
                  <a:lnTo>
                    <a:pt x="49" y="49"/>
                  </a:lnTo>
                  <a:lnTo>
                    <a:pt x="25" y="97"/>
                  </a:lnTo>
                  <a:lnTo>
                    <a:pt x="1" y="169"/>
                  </a:lnTo>
                  <a:lnTo>
                    <a:pt x="25" y="217"/>
                  </a:lnTo>
                  <a:lnTo>
                    <a:pt x="73" y="241"/>
                  </a:lnTo>
                  <a:lnTo>
                    <a:pt x="169" y="217"/>
                  </a:lnTo>
                  <a:lnTo>
                    <a:pt x="266" y="169"/>
                  </a:lnTo>
                  <a:lnTo>
                    <a:pt x="145" y="25"/>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7" name="Google Shape;10537;p25"/>
            <p:cNvSpPr/>
            <p:nvPr/>
          </p:nvSpPr>
          <p:spPr>
            <a:xfrm>
              <a:off x="2023750" y="1842800"/>
              <a:ext cx="6650" cy="5425"/>
            </a:xfrm>
            <a:custGeom>
              <a:avLst/>
              <a:gdLst/>
              <a:ahLst/>
              <a:cxnLst/>
              <a:rect l="l" t="t" r="r" b="b"/>
              <a:pathLst>
                <a:path w="266" h="217" extrusionOk="0">
                  <a:moveTo>
                    <a:pt x="97" y="0"/>
                  </a:moveTo>
                  <a:lnTo>
                    <a:pt x="49" y="24"/>
                  </a:lnTo>
                  <a:lnTo>
                    <a:pt x="25" y="72"/>
                  </a:lnTo>
                  <a:lnTo>
                    <a:pt x="0" y="145"/>
                  </a:lnTo>
                  <a:lnTo>
                    <a:pt x="49" y="193"/>
                  </a:lnTo>
                  <a:lnTo>
                    <a:pt x="97" y="217"/>
                  </a:lnTo>
                  <a:lnTo>
                    <a:pt x="193" y="217"/>
                  </a:lnTo>
                  <a:lnTo>
                    <a:pt x="241" y="193"/>
                  </a:lnTo>
                  <a:lnTo>
                    <a:pt x="265" y="145"/>
                  </a:lnTo>
                  <a:lnTo>
                    <a:pt x="265" y="97"/>
                  </a:lnTo>
                  <a:lnTo>
                    <a:pt x="241" y="72"/>
                  </a:lnTo>
                  <a:lnTo>
                    <a:pt x="193"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8" name="Google Shape;10538;p25"/>
            <p:cNvSpPr/>
            <p:nvPr/>
          </p:nvSpPr>
          <p:spPr>
            <a:xfrm>
              <a:off x="2292175" y="2349525"/>
              <a:ext cx="6025" cy="6050"/>
            </a:xfrm>
            <a:custGeom>
              <a:avLst/>
              <a:gdLst/>
              <a:ahLst/>
              <a:cxnLst/>
              <a:rect l="l" t="t" r="r" b="b"/>
              <a:pathLst>
                <a:path w="241" h="242" extrusionOk="0">
                  <a:moveTo>
                    <a:pt x="169" y="1"/>
                  </a:moveTo>
                  <a:lnTo>
                    <a:pt x="96" y="49"/>
                  </a:lnTo>
                  <a:lnTo>
                    <a:pt x="0" y="121"/>
                  </a:lnTo>
                  <a:lnTo>
                    <a:pt x="0" y="193"/>
                  </a:lnTo>
                  <a:lnTo>
                    <a:pt x="24" y="242"/>
                  </a:lnTo>
                  <a:lnTo>
                    <a:pt x="96" y="242"/>
                  </a:lnTo>
                  <a:lnTo>
                    <a:pt x="193" y="169"/>
                  </a:lnTo>
                  <a:lnTo>
                    <a:pt x="241" y="97"/>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9" name="Google Shape;10539;p25"/>
            <p:cNvSpPr/>
            <p:nvPr/>
          </p:nvSpPr>
          <p:spPr>
            <a:xfrm>
              <a:off x="1922050" y="1945100"/>
              <a:ext cx="4825" cy="6050"/>
            </a:xfrm>
            <a:custGeom>
              <a:avLst/>
              <a:gdLst/>
              <a:ahLst/>
              <a:cxnLst/>
              <a:rect l="l" t="t" r="r" b="b"/>
              <a:pathLst>
                <a:path w="193" h="242" extrusionOk="0">
                  <a:moveTo>
                    <a:pt x="96" y="1"/>
                  </a:moveTo>
                  <a:lnTo>
                    <a:pt x="48" y="25"/>
                  </a:lnTo>
                  <a:lnTo>
                    <a:pt x="0" y="73"/>
                  </a:lnTo>
                  <a:lnTo>
                    <a:pt x="0" y="145"/>
                  </a:lnTo>
                  <a:lnTo>
                    <a:pt x="24" y="193"/>
                  </a:lnTo>
                  <a:lnTo>
                    <a:pt x="48" y="217"/>
                  </a:lnTo>
                  <a:lnTo>
                    <a:pt x="72" y="241"/>
                  </a:lnTo>
                  <a:lnTo>
                    <a:pt x="145" y="217"/>
                  </a:lnTo>
                  <a:lnTo>
                    <a:pt x="193"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0" name="Google Shape;10540;p25"/>
            <p:cNvSpPr/>
            <p:nvPr/>
          </p:nvSpPr>
          <p:spPr>
            <a:xfrm>
              <a:off x="2171800" y="2514425"/>
              <a:ext cx="4850" cy="6650"/>
            </a:xfrm>
            <a:custGeom>
              <a:avLst/>
              <a:gdLst/>
              <a:ahLst/>
              <a:cxnLst/>
              <a:rect l="l" t="t" r="r" b="b"/>
              <a:pathLst>
                <a:path w="194" h="266" extrusionOk="0">
                  <a:moveTo>
                    <a:pt x="97" y="1"/>
                  </a:moveTo>
                  <a:lnTo>
                    <a:pt x="49" y="25"/>
                  </a:lnTo>
                  <a:lnTo>
                    <a:pt x="25" y="73"/>
                  </a:lnTo>
                  <a:lnTo>
                    <a:pt x="0" y="145"/>
                  </a:lnTo>
                  <a:lnTo>
                    <a:pt x="0" y="217"/>
                  </a:lnTo>
                  <a:lnTo>
                    <a:pt x="25" y="266"/>
                  </a:lnTo>
                  <a:lnTo>
                    <a:pt x="97" y="266"/>
                  </a:lnTo>
                  <a:lnTo>
                    <a:pt x="121" y="193"/>
                  </a:lnTo>
                  <a:lnTo>
                    <a:pt x="169" y="145"/>
                  </a:lnTo>
                  <a:lnTo>
                    <a:pt x="193" y="73"/>
                  </a:lnTo>
                  <a:lnTo>
                    <a:pt x="169"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1" name="Google Shape;10541;p25"/>
            <p:cNvSpPr/>
            <p:nvPr/>
          </p:nvSpPr>
          <p:spPr>
            <a:xfrm>
              <a:off x="1826350" y="1983025"/>
              <a:ext cx="7250" cy="3625"/>
            </a:xfrm>
            <a:custGeom>
              <a:avLst/>
              <a:gdLst/>
              <a:ahLst/>
              <a:cxnLst/>
              <a:rect l="l" t="t" r="r" b="b"/>
              <a:pathLst>
                <a:path w="290" h="145" extrusionOk="0">
                  <a:moveTo>
                    <a:pt x="73" y="0"/>
                  </a:moveTo>
                  <a:lnTo>
                    <a:pt x="25" y="48"/>
                  </a:lnTo>
                  <a:lnTo>
                    <a:pt x="0" y="97"/>
                  </a:lnTo>
                  <a:lnTo>
                    <a:pt x="25" y="121"/>
                  </a:lnTo>
                  <a:lnTo>
                    <a:pt x="73" y="145"/>
                  </a:lnTo>
                  <a:lnTo>
                    <a:pt x="241" y="145"/>
                  </a:lnTo>
                  <a:lnTo>
                    <a:pt x="289" y="121"/>
                  </a:lnTo>
                  <a:lnTo>
                    <a:pt x="289" y="48"/>
                  </a:lnTo>
                  <a:lnTo>
                    <a:pt x="265"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2" name="Google Shape;10542;p25"/>
            <p:cNvSpPr/>
            <p:nvPr/>
          </p:nvSpPr>
          <p:spPr>
            <a:xfrm>
              <a:off x="2026750" y="1948725"/>
              <a:ext cx="6650" cy="6025"/>
            </a:xfrm>
            <a:custGeom>
              <a:avLst/>
              <a:gdLst/>
              <a:ahLst/>
              <a:cxnLst/>
              <a:rect l="l" t="t" r="r" b="b"/>
              <a:pathLst>
                <a:path w="266" h="241" extrusionOk="0">
                  <a:moveTo>
                    <a:pt x="217" y="0"/>
                  </a:moveTo>
                  <a:lnTo>
                    <a:pt x="145" y="24"/>
                  </a:lnTo>
                  <a:lnTo>
                    <a:pt x="97" y="48"/>
                  </a:lnTo>
                  <a:lnTo>
                    <a:pt x="49" y="96"/>
                  </a:lnTo>
                  <a:lnTo>
                    <a:pt x="25" y="145"/>
                  </a:lnTo>
                  <a:lnTo>
                    <a:pt x="1" y="193"/>
                  </a:lnTo>
                  <a:lnTo>
                    <a:pt x="25" y="217"/>
                  </a:lnTo>
                  <a:lnTo>
                    <a:pt x="49" y="241"/>
                  </a:lnTo>
                  <a:lnTo>
                    <a:pt x="73" y="241"/>
                  </a:lnTo>
                  <a:lnTo>
                    <a:pt x="121" y="217"/>
                  </a:lnTo>
                  <a:lnTo>
                    <a:pt x="193" y="169"/>
                  </a:lnTo>
                  <a:lnTo>
                    <a:pt x="242" y="145"/>
                  </a:lnTo>
                  <a:lnTo>
                    <a:pt x="266" y="120"/>
                  </a:lnTo>
                  <a:lnTo>
                    <a:pt x="266" y="48"/>
                  </a:lnTo>
                  <a:lnTo>
                    <a:pt x="242"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3" name="Google Shape;10543;p25"/>
            <p:cNvSpPr/>
            <p:nvPr/>
          </p:nvSpPr>
          <p:spPr>
            <a:xfrm>
              <a:off x="2239200" y="2050425"/>
              <a:ext cx="7250" cy="4850"/>
            </a:xfrm>
            <a:custGeom>
              <a:avLst/>
              <a:gdLst/>
              <a:ahLst/>
              <a:cxnLst/>
              <a:rect l="l" t="t" r="r" b="b"/>
              <a:pathLst>
                <a:path w="290" h="194" extrusionOk="0">
                  <a:moveTo>
                    <a:pt x="97" y="0"/>
                  </a:moveTo>
                  <a:lnTo>
                    <a:pt x="49" y="25"/>
                  </a:lnTo>
                  <a:lnTo>
                    <a:pt x="25" y="49"/>
                  </a:lnTo>
                  <a:lnTo>
                    <a:pt x="1" y="97"/>
                  </a:lnTo>
                  <a:lnTo>
                    <a:pt x="25" y="121"/>
                  </a:lnTo>
                  <a:lnTo>
                    <a:pt x="73" y="169"/>
                  </a:lnTo>
                  <a:lnTo>
                    <a:pt x="145" y="193"/>
                  </a:lnTo>
                  <a:lnTo>
                    <a:pt x="193" y="193"/>
                  </a:lnTo>
                  <a:lnTo>
                    <a:pt x="266" y="169"/>
                  </a:lnTo>
                  <a:lnTo>
                    <a:pt x="290" y="145"/>
                  </a:lnTo>
                  <a:lnTo>
                    <a:pt x="290" y="97"/>
                  </a:lnTo>
                  <a:lnTo>
                    <a:pt x="217"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4" name="Google Shape;10544;p25"/>
            <p:cNvSpPr/>
            <p:nvPr/>
          </p:nvSpPr>
          <p:spPr>
            <a:xfrm>
              <a:off x="2292175" y="2333875"/>
              <a:ext cx="4225" cy="6650"/>
            </a:xfrm>
            <a:custGeom>
              <a:avLst/>
              <a:gdLst/>
              <a:ahLst/>
              <a:cxnLst/>
              <a:rect l="l" t="t" r="r" b="b"/>
              <a:pathLst>
                <a:path w="169" h="266" extrusionOk="0">
                  <a:moveTo>
                    <a:pt x="96" y="1"/>
                  </a:moveTo>
                  <a:lnTo>
                    <a:pt x="48" y="25"/>
                  </a:lnTo>
                  <a:lnTo>
                    <a:pt x="24" y="49"/>
                  </a:lnTo>
                  <a:lnTo>
                    <a:pt x="0" y="121"/>
                  </a:lnTo>
                  <a:lnTo>
                    <a:pt x="0" y="193"/>
                  </a:lnTo>
                  <a:lnTo>
                    <a:pt x="24" y="242"/>
                  </a:lnTo>
                  <a:lnTo>
                    <a:pt x="48" y="266"/>
                  </a:lnTo>
                  <a:lnTo>
                    <a:pt x="96" y="242"/>
                  </a:lnTo>
                  <a:lnTo>
                    <a:pt x="145" y="218"/>
                  </a:lnTo>
                  <a:lnTo>
                    <a:pt x="169" y="169"/>
                  </a:lnTo>
                  <a:lnTo>
                    <a:pt x="169" y="97"/>
                  </a:lnTo>
                  <a:lnTo>
                    <a:pt x="145" y="49"/>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5" name="Google Shape;10545;p25"/>
            <p:cNvSpPr/>
            <p:nvPr/>
          </p:nvSpPr>
          <p:spPr>
            <a:xfrm>
              <a:off x="2404100" y="1974600"/>
              <a:ext cx="4250" cy="7250"/>
            </a:xfrm>
            <a:custGeom>
              <a:avLst/>
              <a:gdLst/>
              <a:ahLst/>
              <a:cxnLst/>
              <a:rect l="l" t="t" r="r" b="b"/>
              <a:pathLst>
                <a:path w="170" h="290" extrusionOk="0">
                  <a:moveTo>
                    <a:pt x="97" y="0"/>
                  </a:moveTo>
                  <a:lnTo>
                    <a:pt x="49" y="24"/>
                  </a:lnTo>
                  <a:lnTo>
                    <a:pt x="1" y="97"/>
                  </a:lnTo>
                  <a:lnTo>
                    <a:pt x="1" y="193"/>
                  </a:lnTo>
                  <a:lnTo>
                    <a:pt x="25" y="241"/>
                  </a:lnTo>
                  <a:lnTo>
                    <a:pt x="73" y="289"/>
                  </a:lnTo>
                  <a:lnTo>
                    <a:pt x="97" y="265"/>
                  </a:lnTo>
                  <a:lnTo>
                    <a:pt x="121" y="241"/>
                  </a:lnTo>
                  <a:lnTo>
                    <a:pt x="169" y="169"/>
                  </a:lnTo>
                  <a:lnTo>
                    <a:pt x="169" y="121"/>
                  </a:lnTo>
                  <a:lnTo>
                    <a:pt x="169"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6" name="Google Shape;10546;p25"/>
            <p:cNvSpPr/>
            <p:nvPr/>
          </p:nvSpPr>
          <p:spPr>
            <a:xfrm>
              <a:off x="2280725" y="2492775"/>
              <a:ext cx="6050" cy="4225"/>
            </a:xfrm>
            <a:custGeom>
              <a:avLst/>
              <a:gdLst/>
              <a:ahLst/>
              <a:cxnLst/>
              <a:rect l="l" t="t" r="r" b="b"/>
              <a:pathLst>
                <a:path w="242" h="169" extrusionOk="0">
                  <a:moveTo>
                    <a:pt x="97" y="0"/>
                  </a:moveTo>
                  <a:lnTo>
                    <a:pt x="49" y="24"/>
                  </a:lnTo>
                  <a:lnTo>
                    <a:pt x="25" y="48"/>
                  </a:lnTo>
                  <a:lnTo>
                    <a:pt x="1" y="96"/>
                  </a:lnTo>
                  <a:lnTo>
                    <a:pt x="1" y="121"/>
                  </a:lnTo>
                  <a:lnTo>
                    <a:pt x="25" y="145"/>
                  </a:lnTo>
                  <a:lnTo>
                    <a:pt x="73" y="169"/>
                  </a:lnTo>
                  <a:lnTo>
                    <a:pt x="121" y="169"/>
                  </a:lnTo>
                  <a:lnTo>
                    <a:pt x="193" y="145"/>
                  </a:lnTo>
                  <a:lnTo>
                    <a:pt x="217" y="121"/>
                  </a:lnTo>
                  <a:lnTo>
                    <a:pt x="241" y="72"/>
                  </a:lnTo>
                  <a:lnTo>
                    <a:pt x="217"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7" name="Google Shape;10547;p25"/>
            <p:cNvSpPr/>
            <p:nvPr/>
          </p:nvSpPr>
          <p:spPr>
            <a:xfrm>
              <a:off x="2036400" y="1923450"/>
              <a:ext cx="3625" cy="6625"/>
            </a:xfrm>
            <a:custGeom>
              <a:avLst/>
              <a:gdLst/>
              <a:ahLst/>
              <a:cxnLst/>
              <a:rect l="l" t="t" r="r" b="b"/>
              <a:pathLst>
                <a:path w="145" h="265" extrusionOk="0">
                  <a:moveTo>
                    <a:pt x="48" y="0"/>
                  </a:moveTo>
                  <a:lnTo>
                    <a:pt x="24" y="120"/>
                  </a:lnTo>
                  <a:lnTo>
                    <a:pt x="0" y="241"/>
                  </a:lnTo>
                  <a:lnTo>
                    <a:pt x="24" y="265"/>
                  </a:lnTo>
                  <a:lnTo>
                    <a:pt x="48" y="265"/>
                  </a:lnTo>
                  <a:lnTo>
                    <a:pt x="96" y="241"/>
                  </a:lnTo>
                  <a:lnTo>
                    <a:pt x="144" y="169"/>
                  </a:lnTo>
                  <a:lnTo>
                    <a:pt x="120" y="72"/>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8" name="Google Shape;10548;p25"/>
            <p:cNvSpPr/>
            <p:nvPr/>
          </p:nvSpPr>
          <p:spPr>
            <a:xfrm>
              <a:off x="1929875" y="1918625"/>
              <a:ext cx="6025" cy="4225"/>
            </a:xfrm>
            <a:custGeom>
              <a:avLst/>
              <a:gdLst/>
              <a:ahLst/>
              <a:cxnLst/>
              <a:rect l="l" t="t" r="r" b="b"/>
              <a:pathLst>
                <a:path w="241" h="169" extrusionOk="0">
                  <a:moveTo>
                    <a:pt x="72" y="0"/>
                  </a:moveTo>
                  <a:lnTo>
                    <a:pt x="24" y="24"/>
                  </a:lnTo>
                  <a:lnTo>
                    <a:pt x="0" y="49"/>
                  </a:lnTo>
                  <a:lnTo>
                    <a:pt x="24" y="73"/>
                  </a:lnTo>
                  <a:lnTo>
                    <a:pt x="48" y="121"/>
                  </a:lnTo>
                  <a:lnTo>
                    <a:pt x="96" y="145"/>
                  </a:lnTo>
                  <a:lnTo>
                    <a:pt x="144" y="169"/>
                  </a:lnTo>
                  <a:lnTo>
                    <a:pt x="193" y="145"/>
                  </a:lnTo>
                  <a:lnTo>
                    <a:pt x="241" y="121"/>
                  </a:lnTo>
                  <a:lnTo>
                    <a:pt x="241" y="97"/>
                  </a:lnTo>
                  <a:lnTo>
                    <a:pt x="241" y="73"/>
                  </a:lnTo>
                  <a:lnTo>
                    <a:pt x="193" y="24"/>
                  </a:lnTo>
                  <a:lnTo>
                    <a:pt x="14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9" name="Google Shape;10549;p25"/>
            <p:cNvSpPr/>
            <p:nvPr/>
          </p:nvSpPr>
          <p:spPr>
            <a:xfrm>
              <a:off x="2047225" y="1924650"/>
              <a:ext cx="6050" cy="4825"/>
            </a:xfrm>
            <a:custGeom>
              <a:avLst/>
              <a:gdLst/>
              <a:ahLst/>
              <a:cxnLst/>
              <a:rect l="l" t="t" r="r" b="b"/>
              <a:pathLst>
                <a:path w="242" h="193" extrusionOk="0">
                  <a:moveTo>
                    <a:pt x="193" y="0"/>
                  </a:moveTo>
                  <a:lnTo>
                    <a:pt x="169" y="24"/>
                  </a:lnTo>
                  <a:lnTo>
                    <a:pt x="73" y="24"/>
                  </a:lnTo>
                  <a:lnTo>
                    <a:pt x="24" y="72"/>
                  </a:lnTo>
                  <a:lnTo>
                    <a:pt x="0" y="121"/>
                  </a:lnTo>
                  <a:lnTo>
                    <a:pt x="24" y="145"/>
                  </a:lnTo>
                  <a:lnTo>
                    <a:pt x="48" y="169"/>
                  </a:lnTo>
                  <a:lnTo>
                    <a:pt x="97" y="193"/>
                  </a:lnTo>
                  <a:lnTo>
                    <a:pt x="145" y="169"/>
                  </a:lnTo>
                  <a:lnTo>
                    <a:pt x="217" y="96"/>
                  </a:lnTo>
                  <a:lnTo>
                    <a:pt x="241" y="72"/>
                  </a:lnTo>
                  <a:lnTo>
                    <a:pt x="241"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0" name="Google Shape;10550;p25"/>
            <p:cNvSpPr/>
            <p:nvPr/>
          </p:nvSpPr>
          <p:spPr>
            <a:xfrm>
              <a:off x="2114625" y="1818725"/>
              <a:ext cx="4850" cy="5425"/>
            </a:xfrm>
            <a:custGeom>
              <a:avLst/>
              <a:gdLst/>
              <a:ahLst/>
              <a:cxnLst/>
              <a:rect l="l" t="t" r="r" b="b"/>
              <a:pathLst>
                <a:path w="194" h="217" extrusionOk="0">
                  <a:moveTo>
                    <a:pt x="97" y="0"/>
                  </a:moveTo>
                  <a:lnTo>
                    <a:pt x="49" y="24"/>
                  </a:lnTo>
                  <a:lnTo>
                    <a:pt x="25" y="73"/>
                  </a:lnTo>
                  <a:lnTo>
                    <a:pt x="1" y="121"/>
                  </a:lnTo>
                  <a:lnTo>
                    <a:pt x="1" y="145"/>
                  </a:lnTo>
                  <a:lnTo>
                    <a:pt x="25" y="193"/>
                  </a:lnTo>
                  <a:lnTo>
                    <a:pt x="49" y="217"/>
                  </a:lnTo>
                  <a:lnTo>
                    <a:pt x="121" y="217"/>
                  </a:lnTo>
                  <a:lnTo>
                    <a:pt x="169" y="145"/>
                  </a:lnTo>
                  <a:lnTo>
                    <a:pt x="193" y="48"/>
                  </a:lnTo>
                  <a:lnTo>
                    <a:pt x="169"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1" name="Google Shape;10551;p25"/>
            <p:cNvSpPr/>
            <p:nvPr/>
          </p:nvSpPr>
          <p:spPr>
            <a:xfrm>
              <a:off x="2024350" y="1921625"/>
              <a:ext cx="4250" cy="4250"/>
            </a:xfrm>
            <a:custGeom>
              <a:avLst/>
              <a:gdLst/>
              <a:ahLst/>
              <a:cxnLst/>
              <a:rect l="l" t="t" r="r" b="b"/>
              <a:pathLst>
                <a:path w="170" h="170" extrusionOk="0">
                  <a:moveTo>
                    <a:pt x="73" y="1"/>
                  </a:moveTo>
                  <a:lnTo>
                    <a:pt x="25" y="25"/>
                  </a:lnTo>
                  <a:lnTo>
                    <a:pt x="1" y="73"/>
                  </a:lnTo>
                  <a:lnTo>
                    <a:pt x="25" y="121"/>
                  </a:lnTo>
                  <a:lnTo>
                    <a:pt x="25" y="145"/>
                  </a:lnTo>
                  <a:lnTo>
                    <a:pt x="49" y="169"/>
                  </a:lnTo>
                  <a:lnTo>
                    <a:pt x="121" y="169"/>
                  </a:lnTo>
                  <a:lnTo>
                    <a:pt x="145" y="145"/>
                  </a:lnTo>
                  <a:lnTo>
                    <a:pt x="169" y="97"/>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2" name="Google Shape;10552;p25"/>
            <p:cNvSpPr/>
            <p:nvPr/>
          </p:nvSpPr>
          <p:spPr>
            <a:xfrm>
              <a:off x="1956950" y="1960750"/>
              <a:ext cx="4825" cy="4250"/>
            </a:xfrm>
            <a:custGeom>
              <a:avLst/>
              <a:gdLst/>
              <a:ahLst/>
              <a:cxnLst/>
              <a:rect l="l" t="t" r="r" b="b"/>
              <a:pathLst>
                <a:path w="193" h="170" extrusionOk="0">
                  <a:moveTo>
                    <a:pt x="48" y="1"/>
                  </a:moveTo>
                  <a:lnTo>
                    <a:pt x="0" y="49"/>
                  </a:lnTo>
                  <a:lnTo>
                    <a:pt x="0" y="121"/>
                  </a:lnTo>
                  <a:lnTo>
                    <a:pt x="24" y="169"/>
                  </a:lnTo>
                  <a:lnTo>
                    <a:pt x="121" y="169"/>
                  </a:lnTo>
                  <a:lnTo>
                    <a:pt x="169" y="145"/>
                  </a:lnTo>
                  <a:lnTo>
                    <a:pt x="193" y="121"/>
                  </a:lnTo>
                  <a:lnTo>
                    <a:pt x="169" y="97"/>
                  </a:lnTo>
                  <a:lnTo>
                    <a:pt x="169"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3" name="Google Shape;10553;p25"/>
            <p:cNvSpPr/>
            <p:nvPr/>
          </p:nvSpPr>
          <p:spPr>
            <a:xfrm>
              <a:off x="1946725" y="2012500"/>
              <a:ext cx="4225" cy="4850"/>
            </a:xfrm>
            <a:custGeom>
              <a:avLst/>
              <a:gdLst/>
              <a:ahLst/>
              <a:cxnLst/>
              <a:rect l="l" t="t" r="r" b="b"/>
              <a:pathLst>
                <a:path w="169" h="194" extrusionOk="0">
                  <a:moveTo>
                    <a:pt x="72" y="1"/>
                  </a:moveTo>
                  <a:lnTo>
                    <a:pt x="24" y="49"/>
                  </a:lnTo>
                  <a:lnTo>
                    <a:pt x="0" y="73"/>
                  </a:lnTo>
                  <a:lnTo>
                    <a:pt x="0" y="121"/>
                  </a:lnTo>
                  <a:lnTo>
                    <a:pt x="0" y="169"/>
                  </a:lnTo>
                  <a:lnTo>
                    <a:pt x="24" y="193"/>
                  </a:lnTo>
                  <a:lnTo>
                    <a:pt x="96" y="193"/>
                  </a:lnTo>
                  <a:lnTo>
                    <a:pt x="120" y="145"/>
                  </a:lnTo>
                  <a:lnTo>
                    <a:pt x="145" y="121"/>
                  </a:lnTo>
                  <a:lnTo>
                    <a:pt x="169" y="73"/>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4" name="Google Shape;10554;p25"/>
            <p:cNvSpPr/>
            <p:nvPr/>
          </p:nvSpPr>
          <p:spPr>
            <a:xfrm>
              <a:off x="2101375" y="1898775"/>
              <a:ext cx="6050" cy="3625"/>
            </a:xfrm>
            <a:custGeom>
              <a:avLst/>
              <a:gdLst/>
              <a:ahLst/>
              <a:cxnLst/>
              <a:rect l="l" t="t" r="r" b="b"/>
              <a:pathLst>
                <a:path w="242" h="145" extrusionOk="0">
                  <a:moveTo>
                    <a:pt x="49" y="0"/>
                  </a:moveTo>
                  <a:lnTo>
                    <a:pt x="1" y="48"/>
                  </a:lnTo>
                  <a:lnTo>
                    <a:pt x="25" y="96"/>
                  </a:lnTo>
                  <a:lnTo>
                    <a:pt x="73" y="120"/>
                  </a:lnTo>
                  <a:lnTo>
                    <a:pt x="121" y="144"/>
                  </a:lnTo>
                  <a:lnTo>
                    <a:pt x="194" y="120"/>
                  </a:lnTo>
                  <a:lnTo>
                    <a:pt x="242" y="96"/>
                  </a:lnTo>
                  <a:lnTo>
                    <a:pt x="242" y="72"/>
                  </a:lnTo>
                  <a:lnTo>
                    <a:pt x="218"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5" name="Google Shape;10555;p25"/>
            <p:cNvSpPr/>
            <p:nvPr/>
          </p:nvSpPr>
          <p:spPr>
            <a:xfrm>
              <a:off x="2298175" y="2103975"/>
              <a:ext cx="4850" cy="4850"/>
            </a:xfrm>
            <a:custGeom>
              <a:avLst/>
              <a:gdLst/>
              <a:ahLst/>
              <a:cxnLst/>
              <a:rect l="l" t="t" r="r" b="b"/>
              <a:pathLst>
                <a:path w="194" h="194" extrusionOk="0">
                  <a:moveTo>
                    <a:pt x="97" y="1"/>
                  </a:moveTo>
                  <a:lnTo>
                    <a:pt x="25" y="25"/>
                  </a:lnTo>
                  <a:lnTo>
                    <a:pt x="1" y="73"/>
                  </a:lnTo>
                  <a:lnTo>
                    <a:pt x="1" y="97"/>
                  </a:lnTo>
                  <a:lnTo>
                    <a:pt x="25" y="145"/>
                  </a:lnTo>
                  <a:lnTo>
                    <a:pt x="49" y="169"/>
                  </a:lnTo>
                  <a:lnTo>
                    <a:pt x="73" y="194"/>
                  </a:lnTo>
                  <a:lnTo>
                    <a:pt x="145" y="194"/>
                  </a:lnTo>
                  <a:lnTo>
                    <a:pt x="169" y="169"/>
                  </a:lnTo>
                  <a:lnTo>
                    <a:pt x="193" y="97"/>
                  </a:lnTo>
                  <a:lnTo>
                    <a:pt x="145" y="25"/>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6" name="Google Shape;10556;p25"/>
            <p:cNvSpPr/>
            <p:nvPr/>
          </p:nvSpPr>
          <p:spPr>
            <a:xfrm>
              <a:off x="1941900" y="1912000"/>
              <a:ext cx="4850" cy="4850"/>
            </a:xfrm>
            <a:custGeom>
              <a:avLst/>
              <a:gdLst/>
              <a:ahLst/>
              <a:cxnLst/>
              <a:rect l="l" t="t" r="r" b="b"/>
              <a:pathLst>
                <a:path w="194" h="194" extrusionOk="0">
                  <a:moveTo>
                    <a:pt x="49" y="1"/>
                  </a:moveTo>
                  <a:lnTo>
                    <a:pt x="25" y="25"/>
                  </a:lnTo>
                  <a:lnTo>
                    <a:pt x="0" y="73"/>
                  </a:lnTo>
                  <a:lnTo>
                    <a:pt x="0" y="97"/>
                  </a:lnTo>
                  <a:lnTo>
                    <a:pt x="0" y="121"/>
                  </a:lnTo>
                  <a:lnTo>
                    <a:pt x="49" y="169"/>
                  </a:lnTo>
                  <a:lnTo>
                    <a:pt x="97" y="193"/>
                  </a:lnTo>
                  <a:lnTo>
                    <a:pt x="169" y="193"/>
                  </a:lnTo>
                  <a:lnTo>
                    <a:pt x="193" y="145"/>
                  </a:lnTo>
                  <a:lnTo>
                    <a:pt x="169" y="121"/>
                  </a:lnTo>
                  <a:lnTo>
                    <a:pt x="145"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7" name="Google Shape;10557;p25"/>
            <p:cNvSpPr/>
            <p:nvPr/>
          </p:nvSpPr>
          <p:spPr>
            <a:xfrm>
              <a:off x="2217550" y="2465075"/>
              <a:ext cx="3625" cy="5450"/>
            </a:xfrm>
            <a:custGeom>
              <a:avLst/>
              <a:gdLst/>
              <a:ahLst/>
              <a:cxnLst/>
              <a:rect l="l" t="t" r="r" b="b"/>
              <a:pathLst>
                <a:path w="145" h="218" extrusionOk="0">
                  <a:moveTo>
                    <a:pt x="48" y="1"/>
                  </a:moveTo>
                  <a:lnTo>
                    <a:pt x="0" y="25"/>
                  </a:lnTo>
                  <a:lnTo>
                    <a:pt x="0" y="121"/>
                  </a:lnTo>
                  <a:lnTo>
                    <a:pt x="24" y="193"/>
                  </a:lnTo>
                  <a:lnTo>
                    <a:pt x="96" y="217"/>
                  </a:lnTo>
                  <a:lnTo>
                    <a:pt x="120" y="193"/>
                  </a:lnTo>
                  <a:lnTo>
                    <a:pt x="145" y="169"/>
                  </a:lnTo>
                  <a:lnTo>
                    <a:pt x="145" y="145"/>
                  </a:lnTo>
                  <a:lnTo>
                    <a:pt x="120"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8" name="Google Shape;10558;p25"/>
            <p:cNvSpPr/>
            <p:nvPr/>
          </p:nvSpPr>
          <p:spPr>
            <a:xfrm>
              <a:off x="2209725" y="2454850"/>
              <a:ext cx="5425" cy="4250"/>
            </a:xfrm>
            <a:custGeom>
              <a:avLst/>
              <a:gdLst/>
              <a:ahLst/>
              <a:cxnLst/>
              <a:rect l="l" t="t" r="r" b="b"/>
              <a:pathLst>
                <a:path w="217" h="170" extrusionOk="0">
                  <a:moveTo>
                    <a:pt x="72" y="1"/>
                  </a:moveTo>
                  <a:lnTo>
                    <a:pt x="48" y="25"/>
                  </a:lnTo>
                  <a:lnTo>
                    <a:pt x="24" y="73"/>
                  </a:lnTo>
                  <a:lnTo>
                    <a:pt x="0" y="121"/>
                  </a:lnTo>
                  <a:lnTo>
                    <a:pt x="48" y="169"/>
                  </a:lnTo>
                  <a:lnTo>
                    <a:pt x="96" y="169"/>
                  </a:lnTo>
                  <a:lnTo>
                    <a:pt x="169" y="145"/>
                  </a:lnTo>
                  <a:lnTo>
                    <a:pt x="193"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9" name="Google Shape;10559;p25"/>
            <p:cNvSpPr/>
            <p:nvPr/>
          </p:nvSpPr>
          <p:spPr>
            <a:xfrm>
              <a:off x="2131475" y="1877700"/>
              <a:ext cx="7850" cy="5450"/>
            </a:xfrm>
            <a:custGeom>
              <a:avLst/>
              <a:gdLst/>
              <a:ahLst/>
              <a:cxnLst/>
              <a:rect l="l" t="t" r="r" b="b"/>
              <a:pathLst>
                <a:path w="314" h="218" extrusionOk="0">
                  <a:moveTo>
                    <a:pt x="289" y="0"/>
                  </a:moveTo>
                  <a:lnTo>
                    <a:pt x="249" y="14"/>
                  </a:lnTo>
                  <a:lnTo>
                    <a:pt x="249" y="14"/>
                  </a:lnTo>
                  <a:lnTo>
                    <a:pt x="314" y="25"/>
                  </a:lnTo>
                  <a:lnTo>
                    <a:pt x="289" y="0"/>
                  </a:lnTo>
                  <a:close/>
                  <a:moveTo>
                    <a:pt x="169" y="0"/>
                  </a:moveTo>
                  <a:lnTo>
                    <a:pt x="97" y="25"/>
                  </a:lnTo>
                  <a:lnTo>
                    <a:pt x="25" y="49"/>
                  </a:lnTo>
                  <a:lnTo>
                    <a:pt x="1" y="73"/>
                  </a:lnTo>
                  <a:lnTo>
                    <a:pt x="1" y="121"/>
                  </a:lnTo>
                  <a:lnTo>
                    <a:pt x="25" y="169"/>
                  </a:lnTo>
                  <a:lnTo>
                    <a:pt x="73" y="193"/>
                  </a:lnTo>
                  <a:lnTo>
                    <a:pt x="169" y="193"/>
                  </a:lnTo>
                  <a:lnTo>
                    <a:pt x="121" y="145"/>
                  </a:lnTo>
                  <a:lnTo>
                    <a:pt x="121" y="97"/>
                  </a:lnTo>
                  <a:lnTo>
                    <a:pt x="145" y="73"/>
                  </a:lnTo>
                  <a:lnTo>
                    <a:pt x="217" y="25"/>
                  </a:lnTo>
                  <a:lnTo>
                    <a:pt x="249" y="14"/>
                  </a:lnTo>
                  <a:lnTo>
                    <a:pt x="249" y="14"/>
                  </a:lnTo>
                  <a:lnTo>
                    <a:pt x="169" y="0"/>
                  </a:lnTo>
                  <a:close/>
                  <a:moveTo>
                    <a:pt x="169" y="193"/>
                  </a:moveTo>
                  <a:lnTo>
                    <a:pt x="193" y="217"/>
                  </a:lnTo>
                  <a:lnTo>
                    <a:pt x="193" y="19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0" name="Google Shape;10560;p25"/>
            <p:cNvSpPr/>
            <p:nvPr/>
          </p:nvSpPr>
          <p:spPr>
            <a:xfrm>
              <a:off x="1984025" y="2028150"/>
              <a:ext cx="4850" cy="4250"/>
            </a:xfrm>
            <a:custGeom>
              <a:avLst/>
              <a:gdLst/>
              <a:ahLst/>
              <a:cxnLst/>
              <a:rect l="l" t="t" r="r" b="b"/>
              <a:pathLst>
                <a:path w="194" h="170" extrusionOk="0">
                  <a:moveTo>
                    <a:pt x="73" y="1"/>
                  </a:moveTo>
                  <a:lnTo>
                    <a:pt x="25" y="25"/>
                  </a:lnTo>
                  <a:lnTo>
                    <a:pt x="1" y="49"/>
                  </a:lnTo>
                  <a:lnTo>
                    <a:pt x="1" y="121"/>
                  </a:lnTo>
                  <a:lnTo>
                    <a:pt x="49" y="145"/>
                  </a:lnTo>
                  <a:lnTo>
                    <a:pt x="73" y="169"/>
                  </a:lnTo>
                  <a:lnTo>
                    <a:pt x="121" y="169"/>
                  </a:lnTo>
                  <a:lnTo>
                    <a:pt x="145" y="145"/>
                  </a:lnTo>
                  <a:lnTo>
                    <a:pt x="169" y="121"/>
                  </a:lnTo>
                  <a:lnTo>
                    <a:pt x="193"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1" name="Google Shape;10561;p25"/>
            <p:cNvSpPr/>
            <p:nvPr/>
          </p:nvSpPr>
          <p:spPr>
            <a:xfrm>
              <a:off x="2285550" y="2412125"/>
              <a:ext cx="4225" cy="4225"/>
            </a:xfrm>
            <a:custGeom>
              <a:avLst/>
              <a:gdLst/>
              <a:ahLst/>
              <a:cxnLst/>
              <a:rect l="l" t="t" r="r" b="b"/>
              <a:pathLst>
                <a:path w="169" h="169" extrusionOk="0">
                  <a:moveTo>
                    <a:pt x="24" y="0"/>
                  </a:moveTo>
                  <a:lnTo>
                    <a:pt x="0" y="24"/>
                  </a:lnTo>
                  <a:lnTo>
                    <a:pt x="0" y="97"/>
                  </a:lnTo>
                  <a:lnTo>
                    <a:pt x="48" y="145"/>
                  </a:lnTo>
                  <a:lnTo>
                    <a:pt x="73" y="145"/>
                  </a:lnTo>
                  <a:lnTo>
                    <a:pt x="121" y="169"/>
                  </a:lnTo>
                  <a:lnTo>
                    <a:pt x="145" y="145"/>
                  </a:lnTo>
                  <a:lnTo>
                    <a:pt x="169" y="121"/>
                  </a:lnTo>
                  <a:lnTo>
                    <a:pt x="169"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2" name="Google Shape;10562;p25"/>
            <p:cNvSpPr/>
            <p:nvPr/>
          </p:nvSpPr>
          <p:spPr>
            <a:xfrm>
              <a:off x="2083925" y="2442825"/>
              <a:ext cx="4850" cy="4225"/>
            </a:xfrm>
            <a:custGeom>
              <a:avLst/>
              <a:gdLst/>
              <a:ahLst/>
              <a:cxnLst/>
              <a:rect l="l" t="t" r="r" b="b"/>
              <a:pathLst>
                <a:path w="194" h="169" extrusionOk="0">
                  <a:moveTo>
                    <a:pt x="73" y="0"/>
                  </a:moveTo>
                  <a:lnTo>
                    <a:pt x="49" y="24"/>
                  </a:lnTo>
                  <a:lnTo>
                    <a:pt x="25" y="48"/>
                  </a:lnTo>
                  <a:lnTo>
                    <a:pt x="1" y="120"/>
                  </a:lnTo>
                  <a:lnTo>
                    <a:pt x="49" y="145"/>
                  </a:lnTo>
                  <a:lnTo>
                    <a:pt x="73" y="169"/>
                  </a:lnTo>
                  <a:lnTo>
                    <a:pt x="145" y="169"/>
                  </a:lnTo>
                  <a:lnTo>
                    <a:pt x="193" y="145"/>
                  </a:lnTo>
                  <a:lnTo>
                    <a:pt x="193" y="72"/>
                  </a:lnTo>
                  <a:lnTo>
                    <a:pt x="145"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3" name="Google Shape;10563;p25"/>
            <p:cNvSpPr/>
            <p:nvPr/>
          </p:nvSpPr>
          <p:spPr>
            <a:xfrm>
              <a:off x="2268700" y="1899375"/>
              <a:ext cx="4825" cy="3625"/>
            </a:xfrm>
            <a:custGeom>
              <a:avLst/>
              <a:gdLst/>
              <a:ahLst/>
              <a:cxnLst/>
              <a:rect l="l" t="t" r="r" b="b"/>
              <a:pathLst>
                <a:path w="193" h="145" extrusionOk="0">
                  <a:moveTo>
                    <a:pt x="48" y="0"/>
                  </a:moveTo>
                  <a:lnTo>
                    <a:pt x="24" y="24"/>
                  </a:lnTo>
                  <a:lnTo>
                    <a:pt x="0" y="48"/>
                  </a:lnTo>
                  <a:lnTo>
                    <a:pt x="24" y="72"/>
                  </a:lnTo>
                  <a:lnTo>
                    <a:pt x="48" y="145"/>
                  </a:lnTo>
                  <a:lnTo>
                    <a:pt x="121" y="145"/>
                  </a:lnTo>
                  <a:lnTo>
                    <a:pt x="193" y="120"/>
                  </a:lnTo>
                  <a:lnTo>
                    <a:pt x="193" y="96"/>
                  </a:lnTo>
                  <a:lnTo>
                    <a:pt x="193" y="72"/>
                  </a:lnTo>
                  <a:lnTo>
                    <a:pt x="193" y="48"/>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4" name="Google Shape;10564;p25"/>
            <p:cNvSpPr/>
            <p:nvPr/>
          </p:nvSpPr>
          <p:spPr>
            <a:xfrm>
              <a:off x="2072500" y="2030575"/>
              <a:ext cx="4225" cy="4225"/>
            </a:xfrm>
            <a:custGeom>
              <a:avLst/>
              <a:gdLst/>
              <a:ahLst/>
              <a:cxnLst/>
              <a:rect l="l" t="t" r="r" b="b"/>
              <a:pathLst>
                <a:path w="169" h="169" extrusionOk="0">
                  <a:moveTo>
                    <a:pt x="73" y="0"/>
                  </a:moveTo>
                  <a:lnTo>
                    <a:pt x="49" y="24"/>
                  </a:lnTo>
                  <a:lnTo>
                    <a:pt x="24" y="48"/>
                  </a:lnTo>
                  <a:lnTo>
                    <a:pt x="0" y="96"/>
                  </a:lnTo>
                  <a:lnTo>
                    <a:pt x="24" y="144"/>
                  </a:lnTo>
                  <a:lnTo>
                    <a:pt x="73" y="169"/>
                  </a:lnTo>
                  <a:lnTo>
                    <a:pt x="97" y="169"/>
                  </a:lnTo>
                  <a:lnTo>
                    <a:pt x="145" y="144"/>
                  </a:lnTo>
                  <a:lnTo>
                    <a:pt x="169" y="120"/>
                  </a:lnTo>
                  <a:lnTo>
                    <a:pt x="169" y="72"/>
                  </a:lnTo>
                  <a:lnTo>
                    <a:pt x="169"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5" name="Google Shape;10565;p25"/>
            <p:cNvSpPr/>
            <p:nvPr/>
          </p:nvSpPr>
          <p:spPr>
            <a:xfrm>
              <a:off x="2195875" y="2379625"/>
              <a:ext cx="4225" cy="4850"/>
            </a:xfrm>
            <a:custGeom>
              <a:avLst/>
              <a:gdLst/>
              <a:ahLst/>
              <a:cxnLst/>
              <a:rect l="l" t="t" r="r" b="b"/>
              <a:pathLst>
                <a:path w="169" h="194" extrusionOk="0">
                  <a:moveTo>
                    <a:pt x="25" y="0"/>
                  </a:moveTo>
                  <a:lnTo>
                    <a:pt x="0" y="49"/>
                  </a:lnTo>
                  <a:lnTo>
                    <a:pt x="0" y="73"/>
                  </a:lnTo>
                  <a:lnTo>
                    <a:pt x="25" y="145"/>
                  </a:lnTo>
                  <a:lnTo>
                    <a:pt x="73" y="193"/>
                  </a:lnTo>
                  <a:lnTo>
                    <a:pt x="121" y="193"/>
                  </a:lnTo>
                  <a:lnTo>
                    <a:pt x="169" y="169"/>
                  </a:lnTo>
                  <a:lnTo>
                    <a:pt x="169" y="121"/>
                  </a:lnTo>
                  <a:lnTo>
                    <a:pt x="121" y="49"/>
                  </a:lnTo>
                  <a:lnTo>
                    <a:pt x="73"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6" name="Google Shape;10566;p25"/>
            <p:cNvSpPr/>
            <p:nvPr/>
          </p:nvSpPr>
          <p:spPr>
            <a:xfrm>
              <a:off x="2186250" y="2315825"/>
              <a:ext cx="6025" cy="3650"/>
            </a:xfrm>
            <a:custGeom>
              <a:avLst/>
              <a:gdLst/>
              <a:ahLst/>
              <a:cxnLst/>
              <a:rect l="l" t="t" r="r" b="b"/>
              <a:pathLst>
                <a:path w="241" h="146" extrusionOk="0">
                  <a:moveTo>
                    <a:pt x="48" y="1"/>
                  </a:moveTo>
                  <a:lnTo>
                    <a:pt x="24" y="25"/>
                  </a:lnTo>
                  <a:lnTo>
                    <a:pt x="0" y="73"/>
                  </a:lnTo>
                  <a:lnTo>
                    <a:pt x="24" y="121"/>
                  </a:lnTo>
                  <a:lnTo>
                    <a:pt x="97" y="145"/>
                  </a:lnTo>
                  <a:lnTo>
                    <a:pt x="145" y="145"/>
                  </a:lnTo>
                  <a:lnTo>
                    <a:pt x="217" y="121"/>
                  </a:lnTo>
                  <a:lnTo>
                    <a:pt x="241" y="73"/>
                  </a:lnTo>
                  <a:lnTo>
                    <a:pt x="241" y="49"/>
                  </a:lnTo>
                  <a:lnTo>
                    <a:pt x="217"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7" name="Google Shape;10567;p25"/>
            <p:cNvSpPr/>
            <p:nvPr/>
          </p:nvSpPr>
          <p:spPr>
            <a:xfrm>
              <a:off x="1810100" y="1977000"/>
              <a:ext cx="4225" cy="4850"/>
            </a:xfrm>
            <a:custGeom>
              <a:avLst/>
              <a:gdLst/>
              <a:ahLst/>
              <a:cxnLst/>
              <a:rect l="l" t="t" r="r" b="b"/>
              <a:pathLst>
                <a:path w="169" h="194" extrusionOk="0">
                  <a:moveTo>
                    <a:pt x="49" y="1"/>
                  </a:moveTo>
                  <a:lnTo>
                    <a:pt x="25" y="25"/>
                  </a:lnTo>
                  <a:lnTo>
                    <a:pt x="0" y="49"/>
                  </a:lnTo>
                  <a:lnTo>
                    <a:pt x="0" y="97"/>
                  </a:lnTo>
                  <a:lnTo>
                    <a:pt x="25" y="145"/>
                  </a:lnTo>
                  <a:lnTo>
                    <a:pt x="73" y="169"/>
                  </a:lnTo>
                  <a:lnTo>
                    <a:pt x="121" y="193"/>
                  </a:lnTo>
                  <a:lnTo>
                    <a:pt x="145" y="169"/>
                  </a:lnTo>
                  <a:lnTo>
                    <a:pt x="169"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8" name="Google Shape;10568;p25"/>
            <p:cNvSpPr/>
            <p:nvPr/>
          </p:nvSpPr>
          <p:spPr>
            <a:xfrm>
              <a:off x="2389050" y="1996250"/>
              <a:ext cx="3650" cy="4850"/>
            </a:xfrm>
            <a:custGeom>
              <a:avLst/>
              <a:gdLst/>
              <a:ahLst/>
              <a:cxnLst/>
              <a:rect l="l" t="t" r="r" b="b"/>
              <a:pathLst>
                <a:path w="146" h="194" extrusionOk="0">
                  <a:moveTo>
                    <a:pt x="73" y="1"/>
                  </a:moveTo>
                  <a:lnTo>
                    <a:pt x="25" y="49"/>
                  </a:lnTo>
                  <a:lnTo>
                    <a:pt x="1" y="121"/>
                  </a:lnTo>
                  <a:lnTo>
                    <a:pt x="1" y="145"/>
                  </a:lnTo>
                  <a:lnTo>
                    <a:pt x="25" y="169"/>
                  </a:lnTo>
                  <a:lnTo>
                    <a:pt x="49" y="193"/>
                  </a:lnTo>
                  <a:lnTo>
                    <a:pt x="73" y="193"/>
                  </a:lnTo>
                  <a:lnTo>
                    <a:pt x="121" y="145"/>
                  </a:lnTo>
                  <a:lnTo>
                    <a:pt x="145" y="97"/>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9" name="Google Shape;10569;p25"/>
            <p:cNvSpPr/>
            <p:nvPr/>
          </p:nvSpPr>
          <p:spPr>
            <a:xfrm>
              <a:off x="2236200" y="1855425"/>
              <a:ext cx="4825" cy="3050"/>
            </a:xfrm>
            <a:custGeom>
              <a:avLst/>
              <a:gdLst/>
              <a:ahLst/>
              <a:cxnLst/>
              <a:rect l="l" t="t" r="r" b="b"/>
              <a:pathLst>
                <a:path w="193" h="122" extrusionOk="0">
                  <a:moveTo>
                    <a:pt x="48" y="1"/>
                  </a:moveTo>
                  <a:lnTo>
                    <a:pt x="0" y="25"/>
                  </a:lnTo>
                  <a:lnTo>
                    <a:pt x="48" y="97"/>
                  </a:lnTo>
                  <a:lnTo>
                    <a:pt x="121" y="121"/>
                  </a:lnTo>
                  <a:lnTo>
                    <a:pt x="169" y="97"/>
                  </a:lnTo>
                  <a:lnTo>
                    <a:pt x="193" y="73"/>
                  </a:lnTo>
                  <a:lnTo>
                    <a:pt x="193"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0" name="Google Shape;10570;p25"/>
            <p:cNvSpPr/>
            <p:nvPr/>
          </p:nvSpPr>
          <p:spPr>
            <a:xfrm>
              <a:off x="2015925" y="1900575"/>
              <a:ext cx="3625" cy="3625"/>
            </a:xfrm>
            <a:custGeom>
              <a:avLst/>
              <a:gdLst/>
              <a:ahLst/>
              <a:cxnLst/>
              <a:rect l="l" t="t" r="r" b="b"/>
              <a:pathLst>
                <a:path w="145" h="145" extrusionOk="0">
                  <a:moveTo>
                    <a:pt x="49" y="0"/>
                  </a:moveTo>
                  <a:lnTo>
                    <a:pt x="25" y="24"/>
                  </a:lnTo>
                  <a:lnTo>
                    <a:pt x="1" y="48"/>
                  </a:lnTo>
                  <a:lnTo>
                    <a:pt x="1" y="97"/>
                  </a:lnTo>
                  <a:lnTo>
                    <a:pt x="49" y="145"/>
                  </a:lnTo>
                  <a:lnTo>
                    <a:pt x="97" y="145"/>
                  </a:lnTo>
                  <a:lnTo>
                    <a:pt x="145" y="97"/>
                  </a:lnTo>
                  <a:lnTo>
                    <a:pt x="145" y="48"/>
                  </a:lnTo>
                  <a:lnTo>
                    <a:pt x="121"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1" name="Google Shape;10571;p25"/>
            <p:cNvSpPr/>
            <p:nvPr/>
          </p:nvSpPr>
          <p:spPr>
            <a:xfrm>
              <a:off x="2054450" y="1927650"/>
              <a:ext cx="4225" cy="3625"/>
            </a:xfrm>
            <a:custGeom>
              <a:avLst/>
              <a:gdLst/>
              <a:ahLst/>
              <a:cxnLst/>
              <a:rect l="l" t="t" r="r" b="b"/>
              <a:pathLst>
                <a:path w="169" h="145" extrusionOk="0">
                  <a:moveTo>
                    <a:pt x="72" y="1"/>
                  </a:moveTo>
                  <a:lnTo>
                    <a:pt x="0" y="49"/>
                  </a:lnTo>
                  <a:lnTo>
                    <a:pt x="0" y="121"/>
                  </a:lnTo>
                  <a:lnTo>
                    <a:pt x="24" y="145"/>
                  </a:lnTo>
                  <a:lnTo>
                    <a:pt x="121" y="145"/>
                  </a:lnTo>
                  <a:lnTo>
                    <a:pt x="169"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2" name="Google Shape;10572;p25"/>
            <p:cNvSpPr/>
            <p:nvPr/>
          </p:nvSpPr>
          <p:spPr>
            <a:xfrm>
              <a:off x="1931075" y="1907800"/>
              <a:ext cx="3025" cy="5425"/>
            </a:xfrm>
            <a:custGeom>
              <a:avLst/>
              <a:gdLst/>
              <a:ahLst/>
              <a:cxnLst/>
              <a:rect l="l" t="t" r="r" b="b"/>
              <a:pathLst>
                <a:path w="121" h="217" extrusionOk="0">
                  <a:moveTo>
                    <a:pt x="0" y="0"/>
                  </a:moveTo>
                  <a:lnTo>
                    <a:pt x="0" y="24"/>
                  </a:lnTo>
                  <a:lnTo>
                    <a:pt x="0" y="217"/>
                  </a:lnTo>
                  <a:lnTo>
                    <a:pt x="72" y="145"/>
                  </a:lnTo>
                  <a:lnTo>
                    <a:pt x="96" y="120"/>
                  </a:lnTo>
                  <a:lnTo>
                    <a:pt x="121" y="72"/>
                  </a:lnTo>
                  <a:lnTo>
                    <a:pt x="96"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3" name="Google Shape;10573;p25"/>
            <p:cNvSpPr/>
            <p:nvPr/>
          </p:nvSpPr>
          <p:spPr>
            <a:xfrm>
              <a:off x="2281925" y="2300775"/>
              <a:ext cx="4250" cy="3650"/>
            </a:xfrm>
            <a:custGeom>
              <a:avLst/>
              <a:gdLst/>
              <a:ahLst/>
              <a:cxnLst/>
              <a:rect l="l" t="t" r="r" b="b"/>
              <a:pathLst>
                <a:path w="170" h="146" extrusionOk="0">
                  <a:moveTo>
                    <a:pt x="73" y="1"/>
                  </a:moveTo>
                  <a:lnTo>
                    <a:pt x="25" y="25"/>
                  </a:lnTo>
                  <a:lnTo>
                    <a:pt x="1" y="73"/>
                  </a:lnTo>
                  <a:lnTo>
                    <a:pt x="25" y="121"/>
                  </a:lnTo>
                  <a:lnTo>
                    <a:pt x="49" y="145"/>
                  </a:lnTo>
                  <a:lnTo>
                    <a:pt x="121" y="145"/>
                  </a:lnTo>
                  <a:lnTo>
                    <a:pt x="169" y="97"/>
                  </a:lnTo>
                  <a:lnTo>
                    <a:pt x="169" y="49"/>
                  </a:lnTo>
                  <a:lnTo>
                    <a:pt x="145"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4" name="Google Shape;10574;p25"/>
            <p:cNvSpPr/>
            <p:nvPr/>
          </p:nvSpPr>
          <p:spPr>
            <a:xfrm>
              <a:off x="2221150" y="2480125"/>
              <a:ext cx="4250" cy="4250"/>
            </a:xfrm>
            <a:custGeom>
              <a:avLst/>
              <a:gdLst/>
              <a:ahLst/>
              <a:cxnLst/>
              <a:rect l="l" t="t" r="r" b="b"/>
              <a:pathLst>
                <a:path w="170" h="170" extrusionOk="0">
                  <a:moveTo>
                    <a:pt x="73" y="1"/>
                  </a:moveTo>
                  <a:lnTo>
                    <a:pt x="25" y="25"/>
                  </a:lnTo>
                  <a:lnTo>
                    <a:pt x="1" y="49"/>
                  </a:lnTo>
                  <a:lnTo>
                    <a:pt x="1" y="73"/>
                  </a:lnTo>
                  <a:lnTo>
                    <a:pt x="25" y="121"/>
                  </a:lnTo>
                  <a:lnTo>
                    <a:pt x="49" y="145"/>
                  </a:lnTo>
                  <a:lnTo>
                    <a:pt x="97" y="169"/>
                  </a:lnTo>
                  <a:lnTo>
                    <a:pt x="145" y="145"/>
                  </a:lnTo>
                  <a:lnTo>
                    <a:pt x="169" y="121"/>
                  </a:lnTo>
                  <a:lnTo>
                    <a:pt x="169"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5" name="Google Shape;10575;p25"/>
            <p:cNvSpPr/>
            <p:nvPr/>
          </p:nvSpPr>
          <p:spPr>
            <a:xfrm>
              <a:off x="2048425" y="2019125"/>
              <a:ext cx="4225" cy="3650"/>
            </a:xfrm>
            <a:custGeom>
              <a:avLst/>
              <a:gdLst/>
              <a:ahLst/>
              <a:cxnLst/>
              <a:rect l="l" t="t" r="r" b="b"/>
              <a:pathLst>
                <a:path w="169" h="146" extrusionOk="0">
                  <a:moveTo>
                    <a:pt x="49" y="1"/>
                  </a:moveTo>
                  <a:lnTo>
                    <a:pt x="0" y="25"/>
                  </a:lnTo>
                  <a:lnTo>
                    <a:pt x="0" y="73"/>
                  </a:lnTo>
                  <a:lnTo>
                    <a:pt x="25" y="121"/>
                  </a:lnTo>
                  <a:lnTo>
                    <a:pt x="73" y="145"/>
                  </a:lnTo>
                  <a:lnTo>
                    <a:pt x="145" y="145"/>
                  </a:lnTo>
                  <a:lnTo>
                    <a:pt x="169" y="121"/>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6" name="Google Shape;10576;p25"/>
            <p:cNvSpPr/>
            <p:nvPr/>
          </p:nvSpPr>
          <p:spPr>
            <a:xfrm>
              <a:off x="2100175" y="1940900"/>
              <a:ext cx="4850" cy="3025"/>
            </a:xfrm>
            <a:custGeom>
              <a:avLst/>
              <a:gdLst/>
              <a:ahLst/>
              <a:cxnLst/>
              <a:rect l="l" t="t" r="r" b="b"/>
              <a:pathLst>
                <a:path w="194" h="121" extrusionOk="0">
                  <a:moveTo>
                    <a:pt x="73" y="0"/>
                  </a:moveTo>
                  <a:lnTo>
                    <a:pt x="25" y="48"/>
                  </a:lnTo>
                  <a:lnTo>
                    <a:pt x="1" y="96"/>
                  </a:lnTo>
                  <a:lnTo>
                    <a:pt x="25" y="120"/>
                  </a:lnTo>
                  <a:lnTo>
                    <a:pt x="73" y="120"/>
                  </a:lnTo>
                  <a:lnTo>
                    <a:pt x="145" y="96"/>
                  </a:lnTo>
                  <a:lnTo>
                    <a:pt x="169" y="72"/>
                  </a:lnTo>
                  <a:lnTo>
                    <a:pt x="193"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7" name="Google Shape;10577;p25"/>
            <p:cNvSpPr/>
            <p:nvPr/>
          </p:nvSpPr>
          <p:spPr>
            <a:xfrm>
              <a:off x="2279525" y="1938475"/>
              <a:ext cx="3650" cy="3650"/>
            </a:xfrm>
            <a:custGeom>
              <a:avLst/>
              <a:gdLst/>
              <a:ahLst/>
              <a:cxnLst/>
              <a:rect l="l" t="t" r="r" b="b"/>
              <a:pathLst>
                <a:path w="146" h="146" extrusionOk="0">
                  <a:moveTo>
                    <a:pt x="49" y="1"/>
                  </a:moveTo>
                  <a:lnTo>
                    <a:pt x="25" y="25"/>
                  </a:lnTo>
                  <a:lnTo>
                    <a:pt x="1" y="49"/>
                  </a:lnTo>
                  <a:lnTo>
                    <a:pt x="1" y="97"/>
                  </a:lnTo>
                  <a:lnTo>
                    <a:pt x="25" y="145"/>
                  </a:lnTo>
                  <a:lnTo>
                    <a:pt x="73" y="145"/>
                  </a:lnTo>
                  <a:lnTo>
                    <a:pt x="121" y="121"/>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8" name="Google Shape;10578;p25"/>
            <p:cNvSpPr/>
            <p:nvPr/>
          </p:nvSpPr>
          <p:spPr>
            <a:xfrm>
              <a:off x="1877500" y="1936075"/>
              <a:ext cx="4250" cy="3625"/>
            </a:xfrm>
            <a:custGeom>
              <a:avLst/>
              <a:gdLst/>
              <a:ahLst/>
              <a:cxnLst/>
              <a:rect l="l" t="t" r="r" b="b"/>
              <a:pathLst>
                <a:path w="170" h="145" extrusionOk="0">
                  <a:moveTo>
                    <a:pt x="49" y="1"/>
                  </a:moveTo>
                  <a:lnTo>
                    <a:pt x="1" y="49"/>
                  </a:lnTo>
                  <a:lnTo>
                    <a:pt x="1" y="97"/>
                  </a:lnTo>
                  <a:lnTo>
                    <a:pt x="49" y="145"/>
                  </a:lnTo>
                  <a:lnTo>
                    <a:pt x="121" y="145"/>
                  </a:lnTo>
                  <a:lnTo>
                    <a:pt x="145" y="121"/>
                  </a:lnTo>
                  <a:lnTo>
                    <a:pt x="169" y="97"/>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9" name="Google Shape;10579;p25"/>
            <p:cNvSpPr/>
            <p:nvPr/>
          </p:nvSpPr>
          <p:spPr>
            <a:xfrm>
              <a:off x="2382450" y="2011900"/>
              <a:ext cx="3625" cy="3650"/>
            </a:xfrm>
            <a:custGeom>
              <a:avLst/>
              <a:gdLst/>
              <a:ahLst/>
              <a:cxnLst/>
              <a:rect l="l" t="t" r="r" b="b"/>
              <a:pathLst>
                <a:path w="145" h="146" extrusionOk="0">
                  <a:moveTo>
                    <a:pt x="48" y="1"/>
                  </a:moveTo>
                  <a:lnTo>
                    <a:pt x="0" y="25"/>
                  </a:lnTo>
                  <a:lnTo>
                    <a:pt x="0" y="73"/>
                  </a:lnTo>
                  <a:lnTo>
                    <a:pt x="24" y="121"/>
                  </a:lnTo>
                  <a:lnTo>
                    <a:pt x="96" y="145"/>
                  </a:lnTo>
                  <a:lnTo>
                    <a:pt x="145" y="121"/>
                  </a:lnTo>
                  <a:lnTo>
                    <a:pt x="145" y="73"/>
                  </a:lnTo>
                  <a:lnTo>
                    <a:pt x="121"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0" name="Google Shape;10580;p25"/>
            <p:cNvSpPr/>
            <p:nvPr/>
          </p:nvSpPr>
          <p:spPr>
            <a:xfrm>
              <a:off x="2290975" y="2317625"/>
              <a:ext cx="3625" cy="3050"/>
            </a:xfrm>
            <a:custGeom>
              <a:avLst/>
              <a:gdLst/>
              <a:ahLst/>
              <a:cxnLst/>
              <a:rect l="l" t="t" r="r" b="b"/>
              <a:pathLst>
                <a:path w="145" h="122" extrusionOk="0">
                  <a:moveTo>
                    <a:pt x="48" y="1"/>
                  </a:moveTo>
                  <a:lnTo>
                    <a:pt x="0" y="25"/>
                  </a:lnTo>
                  <a:lnTo>
                    <a:pt x="0" y="73"/>
                  </a:lnTo>
                  <a:lnTo>
                    <a:pt x="48" y="121"/>
                  </a:lnTo>
                  <a:lnTo>
                    <a:pt x="96" y="121"/>
                  </a:lnTo>
                  <a:lnTo>
                    <a:pt x="144" y="97"/>
                  </a:lnTo>
                  <a:lnTo>
                    <a:pt x="144"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1" name="Google Shape;10581;p25"/>
            <p:cNvSpPr/>
            <p:nvPr/>
          </p:nvSpPr>
          <p:spPr>
            <a:xfrm>
              <a:off x="2074300" y="1934875"/>
              <a:ext cx="3650" cy="4225"/>
            </a:xfrm>
            <a:custGeom>
              <a:avLst/>
              <a:gdLst/>
              <a:ahLst/>
              <a:cxnLst/>
              <a:rect l="l" t="t" r="r" b="b"/>
              <a:pathLst>
                <a:path w="146" h="169" extrusionOk="0">
                  <a:moveTo>
                    <a:pt x="49" y="0"/>
                  </a:moveTo>
                  <a:lnTo>
                    <a:pt x="25" y="24"/>
                  </a:lnTo>
                  <a:lnTo>
                    <a:pt x="1" y="73"/>
                  </a:lnTo>
                  <a:lnTo>
                    <a:pt x="1" y="97"/>
                  </a:lnTo>
                  <a:lnTo>
                    <a:pt x="25" y="145"/>
                  </a:lnTo>
                  <a:lnTo>
                    <a:pt x="49" y="169"/>
                  </a:lnTo>
                  <a:lnTo>
                    <a:pt x="121" y="169"/>
                  </a:lnTo>
                  <a:lnTo>
                    <a:pt x="145" y="121"/>
                  </a:lnTo>
                  <a:lnTo>
                    <a:pt x="145" y="97"/>
                  </a:lnTo>
                  <a:lnTo>
                    <a:pt x="121" y="49"/>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2" name="Google Shape;10582;p25"/>
            <p:cNvSpPr/>
            <p:nvPr/>
          </p:nvSpPr>
          <p:spPr>
            <a:xfrm>
              <a:off x="2337900" y="2410325"/>
              <a:ext cx="3050" cy="4225"/>
            </a:xfrm>
            <a:custGeom>
              <a:avLst/>
              <a:gdLst/>
              <a:ahLst/>
              <a:cxnLst/>
              <a:rect l="l" t="t" r="r" b="b"/>
              <a:pathLst>
                <a:path w="122" h="169" extrusionOk="0">
                  <a:moveTo>
                    <a:pt x="25" y="0"/>
                  </a:moveTo>
                  <a:lnTo>
                    <a:pt x="1" y="48"/>
                  </a:lnTo>
                  <a:lnTo>
                    <a:pt x="1" y="72"/>
                  </a:lnTo>
                  <a:lnTo>
                    <a:pt x="1" y="121"/>
                  </a:lnTo>
                  <a:lnTo>
                    <a:pt x="49" y="169"/>
                  </a:lnTo>
                  <a:lnTo>
                    <a:pt x="73" y="169"/>
                  </a:lnTo>
                  <a:lnTo>
                    <a:pt x="121" y="145"/>
                  </a:lnTo>
                  <a:lnTo>
                    <a:pt x="121" y="96"/>
                  </a:lnTo>
                  <a:lnTo>
                    <a:pt x="97"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3" name="Google Shape;10583;p25"/>
            <p:cNvSpPr/>
            <p:nvPr/>
          </p:nvSpPr>
          <p:spPr>
            <a:xfrm>
              <a:off x="2048425" y="2525875"/>
              <a:ext cx="3025" cy="5425"/>
            </a:xfrm>
            <a:custGeom>
              <a:avLst/>
              <a:gdLst/>
              <a:ahLst/>
              <a:cxnLst/>
              <a:rect l="l" t="t" r="r" b="b"/>
              <a:pathLst>
                <a:path w="121" h="217" extrusionOk="0">
                  <a:moveTo>
                    <a:pt x="0" y="0"/>
                  </a:moveTo>
                  <a:lnTo>
                    <a:pt x="0" y="24"/>
                  </a:lnTo>
                  <a:lnTo>
                    <a:pt x="0" y="72"/>
                  </a:lnTo>
                  <a:lnTo>
                    <a:pt x="25" y="217"/>
                  </a:lnTo>
                  <a:lnTo>
                    <a:pt x="121" y="121"/>
                  </a:lnTo>
                  <a:lnTo>
                    <a:pt x="121" y="97"/>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4" name="Google Shape;10584;p25"/>
            <p:cNvSpPr/>
            <p:nvPr/>
          </p:nvSpPr>
          <p:spPr>
            <a:xfrm>
              <a:off x="2126050" y="1902975"/>
              <a:ext cx="9075" cy="1225"/>
            </a:xfrm>
            <a:custGeom>
              <a:avLst/>
              <a:gdLst/>
              <a:ahLst/>
              <a:cxnLst/>
              <a:rect l="l" t="t" r="r" b="b"/>
              <a:pathLst>
                <a:path w="363" h="49" extrusionOk="0">
                  <a:moveTo>
                    <a:pt x="1" y="1"/>
                  </a:moveTo>
                  <a:lnTo>
                    <a:pt x="169" y="49"/>
                  </a:lnTo>
                  <a:lnTo>
                    <a:pt x="266" y="49"/>
                  </a:lnTo>
                  <a:lnTo>
                    <a:pt x="36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5" name="Google Shape;10585;p25"/>
            <p:cNvSpPr/>
            <p:nvPr/>
          </p:nvSpPr>
          <p:spPr>
            <a:xfrm>
              <a:off x="2280125" y="2017925"/>
              <a:ext cx="3650" cy="4225"/>
            </a:xfrm>
            <a:custGeom>
              <a:avLst/>
              <a:gdLst/>
              <a:ahLst/>
              <a:cxnLst/>
              <a:rect l="l" t="t" r="r" b="b"/>
              <a:pathLst>
                <a:path w="146" h="169" extrusionOk="0">
                  <a:moveTo>
                    <a:pt x="49" y="0"/>
                  </a:moveTo>
                  <a:lnTo>
                    <a:pt x="25" y="25"/>
                  </a:lnTo>
                  <a:lnTo>
                    <a:pt x="1" y="49"/>
                  </a:lnTo>
                  <a:lnTo>
                    <a:pt x="1" y="97"/>
                  </a:lnTo>
                  <a:lnTo>
                    <a:pt x="49" y="145"/>
                  </a:lnTo>
                  <a:lnTo>
                    <a:pt x="97" y="169"/>
                  </a:lnTo>
                  <a:lnTo>
                    <a:pt x="145" y="121"/>
                  </a:lnTo>
                  <a:lnTo>
                    <a:pt x="145" y="97"/>
                  </a:lnTo>
                  <a:lnTo>
                    <a:pt x="145" y="73"/>
                  </a:lnTo>
                  <a:lnTo>
                    <a:pt x="145" y="49"/>
                  </a:lnTo>
                  <a:lnTo>
                    <a:pt x="121"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6" name="Google Shape;10586;p25"/>
            <p:cNvSpPr/>
            <p:nvPr/>
          </p:nvSpPr>
          <p:spPr>
            <a:xfrm>
              <a:off x="2115225" y="1922225"/>
              <a:ext cx="3650" cy="3050"/>
            </a:xfrm>
            <a:custGeom>
              <a:avLst/>
              <a:gdLst/>
              <a:ahLst/>
              <a:cxnLst/>
              <a:rect l="l" t="t" r="r" b="b"/>
              <a:pathLst>
                <a:path w="146" h="122" extrusionOk="0">
                  <a:moveTo>
                    <a:pt x="73" y="1"/>
                  </a:moveTo>
                  <a:lnTo>
                    <a:pt x="1" y="49"/>
                  </a:lnTo>
                  <a:lnTo>
                    <a:pt x="1" y="73"/>
                  </a:lnTo>
                  <a:lnTo>
                    <a:pt x="1" y="121"/>
                  </a:lnTo>
                  <a:lnTo>
                    <a:pt x="73" y="121"/>
                  </a:lnTo>
                  <a:lnTo>
                    <a:pt x="121"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7" name="Google Shape;10587;p25"/>
            <p:cNvSpPr/>
            <p:nvPr/>
          </p:nvSpPr>
          <p:spPr>
            <a:xfrm>
              <a:off x="2260275" y="2067875"/>
              <a:ext cx="4225" cy="3625"/>
            </a:xfrm>
            <a:custGeom>
              <a:avLst/>
              <a:gdLst/>
              <a:ahLst/>
              <a:cxnLst/>
              <a:rect l="l" t="t" r="r" b="b"/>
              <a:pathLst>
                <a:path w="169" h="145" extrusionOk="0">
                  <a:moveTo>
                    <a:pt x="72" y="1"/>
                  </a:moveTo>
                  <a:lnTo>
                    <a:pt x="0" y="25"/>
                  </a:lnTo>
                  <a:lnTo>
                    <a:pt x="0" y="73"/>
                  </a:lnTo>
                  <a:lnTo>
                    <a:pt x="0" y="97"/>
                  </a:lnTo>
                  <a:lnTo>
                    <a:pt x="48" y="121"/>
                  </a:lnTo>
                  <a:lnTo>
                    <a:pt x="121" y="145"/>
                  </a:lnTo>
                  <a:lnTo>
                    <a:pt x="145" y="121"/>
                  </a:lnTo>
                  <a:lnTo>
                    <a:pt x="169" y="97"/>
                  </a:lnTo>
                  <a:lnTo>
                    <a:pt x="169" y="73"/>
                  </a:lnTo>
                  <a:lnTo>
                    <a:pt x="169" y="49"/>
                  </a:lnTo>
                  <a:lnTo>
                    <a:pt x="145"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8" name="Google Shape;10588;p25"/>
            <p:cNvSpPr/>
            <p:nvPr/>
          </p:nvSpPr>
          <p:spPr>
            <a:xfrm>
              <a:off x="2274100" y="2029350"/>
              <a:ext cx="3050" cy="3050"/>
            </a:xfrm>
            <a:custGeom>
              <a:avLst/>
              <a:gdLst/>
              <a:ahLst/>
              <a:cxnLst/>
              <a:rect l="l" t="t" r="r" b="b"/>
              <a:pathLst>
                <a:path w="122" h="122" extrusionOk="0">
                  <a:moveTo>
                    <a:pt x="25" y="1"/>
                  </a:moveTo>
                  <a:lnTo>
                    <a:pt x="1" y="25"/>
                  </a:lnTo>
                  <a:lnTo>
                    <a:pt x="1" y="73"/>
                  </a:lnTo>
                  <a:lnTo>
                    <a:pt x="25" y="121"/>
                  </a:lnTo>
                  <a:lnTo>
                    <a:pt x="97" y="121"/>
                  </a:lnTo>
                  <a:lnTo>
                    <a:pt x="121"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9" name="Google Shape;10589;p25"/>
            <p:cNvSpPr/>
            <p:nvPr/>
          </p:nvSpPr>
          <p:spPr>
            <a:xfrm>
              <a:off x="2053250" y="2460875"/>
              <a:ext cx="4225" cy="3625"/>
            </a:xfrm>
            <a:custGeom>
              <a:avLst/>
              <a:gdLst/>
              <a:ahLst/>
              <a:cxnLst/>
              <a:rect l="l" t="t" r="r" b="b"/>
              <a:pathLst>
                <a:path w="169" h="145" extrusionOk="0">
                  <a:moveTo>
                    <a:pt x="96" y="0"/>
                  </a:moveTo>
                  <a:lnTo>
                    <a:pt x="24" y="24"/>
                  </a:lnTo>
                  <a:lnTo>
                    <a:pt x="0" y="73"/>
                  </a:lnTo>
                  <a:lnTo>
                    <a:pt x="24" y="121"/>
                  </a:lnTo>
                  <a:lnTo>
                    <a:pt x="96" y="145"/>
                  </a:lnTo>
                  <a:lnTo>
                    <a:pt x="144" y="121"/>
                  </a:lnTo>
                  <a:lnTo>
                    <a:pt x="169" y="73"/>
                  </a:lnTo>
                  <a:lnTo>
                    <a:pt x="144" y="24"/>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0" name="Google Shape;10590;p25"/>
            <p:cNvSpPr/>
            <p:nvPr/>
          </p:nvSpPr>
          <p:spPr>
            <a:xfrm>
              <a:off x="1952125" y="1900575"/>
              <a:ext cx="3650" cy="3625"/>
            </a:xfrm>
            <a:custGeom>
              <a:avLst/>
              <a:gdLst/>
              <a:ahLst/>
              <a:cxnLst/>
              <a:rect l="l" t="t" r="r" b="b"/>
              <a:pathLst>
                <a:path w="146" h="145" extrusionOk="0">
                  <a:moveTo>
                    <a:pt x="73" y="0"/>
                  </a:moveTo>
                  <a:lnTo>
                    <a:pt x="25" y="24"/>
                  </a:lnTo>
                  <a:lnTo>
                    <a:pt x="1" y="72"/>
                  </a:lnTo>
                  <a:lnTo>
                    <a:pt x="25" y="121"/>
                  </a:lnTo>
                  <a:lnTo>
                    <a:pt x="49" y="145"/>
                  </a:lnTo>
                  <a:lnTo>
                    <a:pt x="97" y="145"/>
                  </a:lnTo>
                  <a:lnTo>
                    <a:pt x="121" y="121"/>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1" name="Google Shape;10591;p25"/>
            <p:cNvSpPr/>
            <p:nvPr/>
          </p:nvSpPr>
          <p:spPr>
            <a:xfrm>
              <a:off x="2002075" y="1936675"/>
              <a:ext cx="3650" cy="3650"/>
            </a:xfrm>
            <a:custGeom>
              <a:avLst/>
              <a:gdLst/>
              <a:ahLst/>
              <a:cxnLst/>
              <a:rect l="l" t="t" r="r" b="b"/>
              <a:pathLst>
                <a:path w="146" h="146" extrusionOk="0">
                  <a:moveTo>
                    <a:pt x="49" y="1"/>
                  </a:moveTo>
                  <a:lnTo>
                    <a:pt x="1" y="25"/>
                  </a:lnTo>
                  <a:lnTo>
                    <a:pt x="1" y="73"/>
                  </a:lnTo>
                  <a:lnTo>
                    <a:pt x="1" y="97"/>
                  </a:lnTo>
                  <a:lnTo>
                    <a:pt x="25" y="145"/>
                  </a:lnTo>
                  <a:lnTo>
                    <a:pt x="97" y="145"/>
                  </a:lnTo>
                  <a:lnTo>
                    <a:pt x="121" y="121"/>
                  </a:lnTo>
                  <a:lnTo>
                    <a:pt x="145" y="97"/>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2" name="Google Shape;10592;p25"/>
            <p:cNvSpPr/>
            <p:nvPr/>
          </p:nvSpPr>
          <p:spPr>
            <a:xfrm>
              <a:off x="1941300" y="2011900"/>
              <a:ext cx="3625" cy="3650"/>
            </a:xfrm>
            <a:custGeom>
              <a:avLst/>
              <a:gdLst/>
              <a:ahLst/>
              <a:cxnLst/>
              <a:rect l="l" t="t" r="r" b="b"/>
              <a:pathLst>
                <a:path w="145" h="146" extrusionOk="0">
                  <a:moveTo>
                    <a:pt x="49" y="1"/>
                  </a:moveTo>
                  <a:lnTo>
                    <a:pt x="24" y="25"/>
                  </a:lnTo>
                  <a:lnTo>
                    <a:pt x="0" y="49"/>
                  </a:lnTo>
                  <a:lnTo>
                    <a:pt x="0" y="97"/>
                  </a:lnTo>
                  <a:lnTo>
                    <a:pt x="24" y="145"/>
                  </a:lnTo>
                  <a:lnTo>
                    <a:pt x="73" y="145"/>
                  </a:lnTo>
                  <a:lnTo>
                    <a:pt x="121" y="121"/>
                  </a:lnTo>
                  <a:lnTo>
                    <a:pt x="145" y="73"/>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3" name="Google Shape;10593;p25"/>
            <p:cNvSpPr/>
            <p:nvPr/>
          </p:nvSpPr>
          <p:spPr>
            <a:xfrm>
              <a:off x="1992450" y="1937875"/>
              <a:ext cx="3650" cy="4250"/>
            </a:xfrm>
            <a:custGeom>
              <a:avLst/>
              <a:gdLst/>
              <a:ahLst/>
              <a:cxnLst/>
              <a:rect l="l" t="t" r="r" b="b"/>
              <a:pathLst>
                <a:path w="146" h="170" extrusionOk="0">
                  <a:moveTo>
                    <a:pt x="49" y="1"/>
                  </a:moveTo>
                  <a:lnTo>
                    <a:pt x="1" y="25"/>
                  </a:lnTo>
                  <a:lnTo>
                    <a:pt x="1" y="73"/>
                  </a:lnTo>
                  <a:lnTo>
                    <a:pt x="25" y="121"/>
                  </a:lnTo>
                  <a:lnTo>
                    <a:pt x="73" y="169"/>
                  </a:lnTo>
                  <a:lnTo>
                    <a:pt x="121" y="169"/>
                  </a:lnTo>
                  <a:lnTo>
                    <a:pt x="145" y="121"/>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4" name="Google Shape;10594;p25"/>
            <p:cNvSpPr/>
            <p:nvPr/>
          </p:nvSpPr>
          <p:spPr>
            <a:xfrm>
              <a:off x="1829350" y="1966775"/>
              <a:ext cx="3650" cy="4225"/>
            </a:xfrm>
            <a:custGeom>
              <a:avLst/>
              <a:gdLst/>
              <a:ahLst/>
              <a:cxnLst/>
              <a:rect l="l" t="t" r="r" b="b"/>
              <a:pathLst>
                <a:path w="146" h="169" extrusionOk="0">
                  <a:moveTo>
                    <a:pt x="49" y="0"/>
                  </a:moveTo>
                  <a:lnTo>
                    <a:pt x="25" y="24"/>
                  </a:lnTo>
                  <a:lnTo>
                    <a:pt x="1" y="72"/>
                  </a:lnTo>
                  <a:lnTo>
                    <a:pt x="25" y="97"/>
                  </a:lnTo>
                  <a:lnTo>
                    <a:pt x="25" y="145"/>
                  </a:lnTo>
                  <a:lnTo>
                    <a:pt x="73" y="169"/>
                  </a:lnTo>
                  <a:lnTo>
                    <a:pt x="121" y="169"/>
                  </a:lnTo>
                  <a:lnTo>
                    <a:pt x="145" y="145"/>
                  </a:lnTo>
                  <a:lnTo>
                    <a:pt x="145" y="97"/>
                  </a:lnTo>
                  <a:lnTo>
                    <a:pt x="145"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5" name="Google Shape;10595;p25"/>
            <p:cNvSpPr/>
            <p:nvPr/>
          </p:nvSpPr>
          <p:spPr>
            <a:xfrm>
              <a:off x="2295175" y="2282725"/>
              <a:ext cx="3625" cy="3650"/>
            </a:xfrm>
            <a:custGeom>
              <a:avLst/>
              <a:gdLst/>
              <a:ahLst/>
              <a:cxnLst/>
              <a:rect l="l" t="t" r="r" b="b"/>
              <a:pathLst>
                <a:path w="145" h="146" extrusionOk="0">
                  <a:moveTo>
                    <a:pt x="97" y="1"/>
                  </a:moveTo>
                  <a:lnTo>
                    <a:pt x="49" y="25"/>
                  </a:lnTo>
                  <a:lnTo>
                    <a:pt x="1" y="49"/>
                  </a:lnTo>
                  <a:lnTo>
                    <a:pt x="1" y="97"/>
                  </a:lnTo>
                  <a:lnTo>
                    <a:pt x="49" y="145"/>
                  </a:lnTo>
                  <a:lnTo>
                    <a:pt x="97" y="145"/>
                  </a:lnTo>
                  <a:lnTo>
                    <a:pt x="145"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6" name="Google Shape;10596;p25"/>
            <p:cNvSpPr/>
            <p:nvPr/>
          </p:nvSpPr>
          <p:spPr>
            <a:xfrm>
              <a:off x="1895550" y="1931875"/>
              <a:ext cx="4850" cy="3625"/>
            </a:xfrm>
            <a:custGeom>
              <a:avLst/>
              <a:gdLst/>
              <a:ahLst/>
              <a:cxnLst/>
              <a:rect l="l" t="t" r="r" b="b"/>
              <a:pathLst>
                <a:path w="194" h="145" extrusionOk="0">
                  <a:moveTo>
                    <a:pt x="25" y="0"/>
                  </a:moveTo>
                  <a:lnTo>
                    <a:pt x="1" y="24"/>
                  </a:lnTo>
                  <a:lnTo>
                    <a:pt x="1" y="48"/>
                  </a:lnTo>
                  <a:lnTo>
                    <a:pt x="25" y="72"/>
                  </a:lnTo>
                  <a:lnTo>
                    <a:pt x="97" y="144"/>
                  </a:lnTo>
                  <a:lnTo>
                    <a:pt x="193" y="144"/>
                  </a:lnTo>
                  <a:lnTo>
                    <a:pt x="193" y="120"/>
                  </a:lnTo>
                  <a:lnTo>
                    <a:pt x="193" y="72"/>
                  </a:lnTo>
                  <a:lnTo>
                    <a:pt x="145"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7" name="Google Shape;10597;p25"/>
            <p:cNvSpPr/>
            <p:nvPr/>
          </p:nvSpPr>
          <p:spPr>
            <a:xfrm>
              <a:off x="2280125" y="2372400"/>
              <a:ext cx="3650" cy="3625"/>
            </a:xfrm>
            <a:custGeom>
              <a:avLst/>
              <a:gdLst/>
              <a:ahLst/>
              <a:cxnLst/>
              <a:rect l="l" t="t" r="r" b="b"/>
              <a:pathLst>
                <a:path w="146" h="145" extrusionOk="0">
                  <a:moveTo>
                    <a:pt x="49" y="1"/>
                  </a:moveTo>
                  <a:lnTo>
                    <a:pt x="1" y="49"/>
                  </a:lnTo>
                  <a:lnTo>
                    <a:pt x="1" y="121"/>
                  </a:lnTo>
                  <a:lnTo>
                    <a:pt x="25" y="145"/>
                  </a:lnTo>
                  <a:lnTo>
                    <a:pt x="97" y="145"/>
                  </a:lnTo>
                  <a:lnTo>
                    <a:pt x="145" y="97"/>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8" name="Google Shape;10598;p25"/>
            <p:cNvSpPr/>
            <p:nvPr/>
          </p:nvSpPr>
          <p:spPr>
            <a:xfrm>
              <a:off x="2335500" y="1948725"/>
              <a:ext cx="3625" cy="3625"/>
            </a:xfrm>
            <a:custGeom>
              <a:avLst/>
              <a:gdLst/>
              <a:ahLst/>
              <a:cxnLst/>
              <a:rect l="l" t="t" r="r" b="b"/>
              <a:pathLst>
                <a:path w="145" h="145" extrusionOk="0">
                  <a:moveTo>
                    <a:pt x="25" y="0"/>
                  </a:moveTo>
                  <a:lnTo>
                    <a:pt x="0" y="24"/>
                  </a:lnTo>
                  <a:lnTo>
                    <a:pt x="0" y="72"/>
                  </a:lnTo>
                  <a:lnTo>
                    <a:pt x="25" y="96"/>
                  </a:lnTo>
                  <a:lnTo>
                    <a:pt x="73" y="145"/>
                  </a:lnTo>
                  <a:lnTo>
                    <a:pt x="121" y="120"/>
                  </a:lnTo>
                  <a:lnTo>
                    <a:pt x="145"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9" name="Google Shape;10599;p25"/>
            <p:cNvSpPr/>
            <p:nvPr/>
          </p:nvSpPr>
          <p:spPr>
            <a:xfrm>
              <a:off x="2136900" y="2417550"/>
              <a:ext cx="3025" cy="4225"/>
            </a:xfrm>
            <a:custGeom>
              <a:avLst/>
              <a:gdLst/>
              <a:ahLst/>
              <a:cxnLst/>
              <a:rect l="l" t="t" r="r" b="b"/>
              <a:pathLst>
                <a:path w="121" h="169" extrusionOk="0">
                  <a:moveTo>
                    <a:pt x="48" y="0"/>
                  </a:moveTo>
                  <a:lnTo>
                    <a:pt x="0" y="24"/>
                  </a:lnTo>
                  <a:lnTo>
                    <a:pt x="0" y="72"/>
                  </a:lnTo>
                  <a:lnTo>
                    <a:pt x="0" y="120"/>
                  </a:lnTo>
                  <a:lnTo>
                    <a:pt x="24" y="144"/>
                  </a:lnTo>
                  <a:lnTo>
                    <a:pt x="72" y="169"/>
                  </a:lnTo>
                  <a:lnTo>
                    <a:pt x="97" y="169"/>
                  </a:lnTo>
                  <a:lnTo>
                    <a:pt x="121" y="144"/>
                  </a:lnTo>
                  <a:lnTo>
                    <a:pt x="121" y="96"/>
                  </a:lnTo>
                  <a:lnTo>
                    <a:pt x="121" y="72"/>
                  </a:lnTo>
                  <a:lnTo>
                    <a:pt x="97"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0" name="Google Shape;10600;p25"/>
            <p:cNvSpPr/>
            <p:nvPr/>
          </p:nvSpPr>
          <p:spPr>
            <a:xfrm>
              <a:off x="2080925" y="1931875"/>
              <a:ext cx="3625" cy="4225"/>
            </a:xfrm>
            <a:custGeom>
              <a:avLst/>
              <a:gdLst/>
              <a:ahLst/>
              <a:cxnLst/>
              <a:rect l="l" t="t" r="r" b="b"/>
              <a:pathLst>
                <a:path w="145" h="169" extrusionOk="0">
                  <a:moveTo>
                    <a:pt x="49" y="0"/>
                  </a:moveTo>
                  <a:lnTo>
                    <a:pt x="25" y="24"/>
                  </a:lnTo>
                  <a:lnTo>
                    <a:pt x="0" y="48"/>
                  </a:lnTo>
                  <a:lnTo>
                    <a:pt x="0" y="96"/>
                  </a:lnTo>
                  <a:lnTo>
                    <a:pt x="25" y="144"/>
                  </a:lnTo>
                  <a:lnTo>
                    <a:pt x="97" y="169"/>
                  </a:lnTo>
                  <a:lnTo>
                    <a:pt x="121" y="144"/>
                  </a:lnTo>
                  <a:lnTo>
                    <a:pt x="145" y="96"/>
                  </a:lnTo>
                  <a:lnTo>
                    <a:pt x="145"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1" name="Google Shape;10601;p25"/>
            <p:cNvSpPr/>
            <p:nvPr/>
          </p:nvSpPr>
          <p:spPr>
            <a:xfrm>
              <a:off x="1920225" y="2043800"/>
              <a:ext cx="4250" cy="3650"/>
            </a:xfrm>
            <a:custGeom>
              <a:avLst/>
              <a:gdLst/>
              <a:ahLst/>
              <a:cxnLst/>
              <a:rect l="l" t="t" r="r" b="b"/>
              <a:pathLst>
                <a:path w="170" h="146" extrusionOk="0">
                  <a:moveTo>
                    <a:pt x="73" y="1"/>
                  </a:moveTo>
                  <a:lnTo>
                    <a:pt x="25" y="25"/>
                  </a:lnTo>
                  <a:lnTo>
                    <a:pt x="1" y="49"/>
                  </a:lnTo>
                  <a:lnTo>
                    <a:pt x="1" y="97"/>
                  </a:lnTo>
                  <a:lnTo>
                    <a:pt x="1" y="121"/>
                  </a:lnTo>
                  <a:lnTo>
                    <a:pt x="49" y="145"/>
                  </a:lnTo>
                  <a:lnTo>
                    <a:pt x="97" y="145"/>
                  </a:lnTo>
                  <a:lnTo>
                    <a:pt x="121" y="121"/>
                  </a:lnTo>
                  <a:lnTo>
                    <a:pt x="145" y="97"/>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2" name="Google Shape;10602;p25"/>
            <p:cNvSpPr/>
            <p:nvPr/>
          </p:nvSpPr>
          <p:spPr>
            <a:xfrm>
              <a:off x="2206100" y="2485550"/>
              <a:ext cx="3050" cy="3025"/>
            </a:xfrm>
            <a:custGeom>
              <a:avLst/>
              <a:gdLst/>
              <a:ahLst/>
              <a:cxnLst/>
              <a:rect l="l" t="t" r="r" b="b"/>
              <a:pathLst>
                <a:path w="122" h="121" extrusionOk="0">
                  <a:moveTo>
                    <a:pt x="49" y="0"/>
                  </a:moveTo>
                  <a:lnTo>
                    <a:pt x="25" y="24"/>
                  </a:lnTo>
                  <a:lnTo>
                    <a:pt x="1" y="48"/>
                  </a:lnTo>
                  <a:lnTo>
                    <a:pt x="1" y="97"/>
                  </a:lnTo>
                  <a:lnTo>
                    <a:pt x="25" y="121"/>
                  </a:lnTo>
                  <a:lnTo>
                    <a:pt x="97" y="97"/>
                  </a:lnTo>
                  <a:lnTo>
                    <a:pt x="121" y="73"/>
                  </a:lnTo>
                  <a:lnTo>
                    <a:pt x="121"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3" name="Google Shape;10603;p25"/>
            <p:cNvSpPr/>
            <p:nvPr/>
          </p:nvSpPr>
          <p:spPr>
            <a:xfrm>
              <a:off x="2222350" y="2032375"/>
              <a:ext cx="3650" cy="3025"/>
            </a:xfrm>
            <a:custGeom>
              <a:avLst/>
              <a:gdLst/>
              <a:ahLst/>
              <a:cxnLst/>
              <a:rect l="l" t="t" r="r" b="b"/>
              <a:pathLst>
                <a:path w="146" h="121" extrusionOk="0">
                  <a:moveTo>
                    <a:pt x="73" y="0"/>
                  </a:moveTo>
                  <a:lnTo>
                    <a:pt x="25" y="48"/>
                  </a:lnTo>
                  <a:lnTo>
                    <a:pt x="1" y="97"/>
                  </a:lnTo>
                  <a:lnTo>
                    <a:pt x="25" y="121"/>
                  </a:lnTo>
                  <a:lnTo>
                    <a:pt x="73" y="121"/>
                  </a:lnTo>
                  <a:lnTo>
                    <a:pt x="145" y="72"/>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4" name="Google Shape;10604;p25"/>
            <p:cNvSpPr/>
            <p:nvPr/>
          </p:nvSpPr>
          <p:spPr>
            <a:xfrm>
              <a:off x="2330675" y="2332075"/>
              <a:ext cx="3050" cy="3650"/>
            </a:xfrm>
            <a:custGeom>
              <a:avLst/>
              <a:gdLst/>
              <a:ahLst/>
              <a:cxnLst/>
              <a:rect l="l" t="t" r="r" b="b"/>
              <a:pathLst>
                <a:path w="122" h="146" extrusionOk="0">
                  <a:moveTo>
                    <a:pt x="25" y="1"/>
                  </a:moveTo>
                  <a:lnTo>
                    <a:pt x="1" y="49"/>
                  </a:lnTo>
                  <a:lnTo>
                    <a:pt x="1" y="73"/>
                  </a:lnTo>
                  <a:lnTo>
                    <a:pt x="1" y="97"/>
                  </a:lnTo>
                  <a:lnTo>
                    <a:pt x="49" y="145"/>
                  </a:lnTo>
                  <a:lnTo>
                    <a:pt x="97" y="145"/>
                  </a:lnTo>
                  <a:lnTo>
                    <a:pt x="121" y="121"/>
                  </a:lnTo>
                  <a:lnTo>
                    <a:pt x="121"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5" name="Google Shape;10605;p25"/>
            <p:cNvSpPr/>
            <p:nvPr/>
          </p:nvSpPr>
          <p:spPr>
            <a:xfrm>
              <a:off x="2275325" y="2075700"/>
              <a:ext cx="3625" cy="3625"/>
            </a:xfrm>
            <a:custGeom>
              <a:avLst/>
              <a:gdLst/>
              <a:ahLst/>
              <a:cxnLst/>
              <a:rect l="l" t="t" r="r" b="b"/>
              <a:pathLst>
                <a:path w="145" h="145" extrusionOk="0">
                  <a:moveTo>
                    <a:pt x="48" y="1"/>
                  </a:moveTo>
                  <a:lnTo>
                    <a:pt x="0" y="25"/>
                  </a:lnTo>
                  <a:lnTo>
                    <a:pt x="0" y="73"/>
                  </a:lnTo>
                  <a:lnTo>
                    <a:pt x="0" y="97"/>
                  </a:lnTo>
                  <a:lnTo>
                    <a:pt x="24" y="121"/>
                  </a:lnTo>
                  <a:lnTo>
                    <a:pt x="72" y="145"/>
                  </a:lnTo>
                  <a:lnTo>
                    <a:pt x="96" y="121"/>
                  </a:lnTo>
                  <a:lnTo>
                    <a:pt x="120" y="97"/>
                  </a:lnTo>
                  <a:lnTo>
                    <a:pt x="145" y="49"/>
                  </a:lnTo>
                  <a:lnTo>
                    <a:pt x="120"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6" name="Google Shape;10606;p25"/>
            <p:cNvSpPr/>
            <p:nvPr/>
          </p:nvSpPr>
          <p:spPr>
            <a:xfrm>
              <a:off x="1984025" y="1901175"/>
              <a:ext cx="3650" cy="4225"/>
            </a:xfrm>
            <a:custGeom>
              <a:avLst/>
              <a:gdLst/>
              <a:ahLst/>
              <a:cxnLst/>
              <a:rect l="l" t="t" r="r" b="b"/>
              <a:pathLst>
                <a:path w="146" h="169" extrusionOk="0">
                  <a:moveTo>
                    <a:pt x="97" y="0"/>
                  </a:moveTo>
                  <a:lnTo>
                    <a:pt x="1" y="97"/>
                  </a:lnTo>
                  <a:lnTo>
                    <a:pt x="1" y="121"/>
                  </a:lnTo>
                  <a:lnTo>
                    <a:pt x="25" y="169"/>
                  </a:lnTo>
                  <a:lnTo>
                    <a:pt x="49" y="169"/>
                  </a:lnTo>
                  <a:lnTo>
                    <a:pt x="73" y="145"/>
                  </a:lnTo>
                  <a:lnTo>
                    <a:pt x="121" y="73"/>
                  </a:lnTo>
                  <a:lnTo>
                    <a:pt x="121" y="97"/>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7" name="Google Shape;10607;p25"/>
            <p:cNvSpPr/>
            <p:nvPr/>
          </p:nvSpPr>
          <p:spPr>
            <a:xfrm>
              <a:off x="2192875" y="2498775"/>
              <a:ext cx="3025" cy="3650"/>
            </a:xfrm>
            <a:custGeom>
              <a:avLst/>
              <a:gdLst/>
              <a:ahLst/>
              <a:cxnLst/>
              <a:rect l="l" t="t" r="r" b="b"/>
              <a:pathLst>
                <a:path w="121" h="146" extrusionOk="0">
                  <a:moveTo>
                    <a:pt x="24" y="1"/>
                  </a:moveTo>
                  <a:lnTo>
                    <a:pt x="0" y="49"/>
                  </a:lnTo>
                  <a:lnTo>
                    <a:pt x="0" y="73"/>
                  </a:lnTo>
                  <a:lnTo>
                    <a:pt x="48" y="121"/>
                  </a:lnTo>
                  <a:lnTo>
                    <a:pt x="72" y="145"/>
                  </a:lnTo>
                  <a:lnTo>
                    <a:pt x="96" y="145"/>
                  </a:lnTo>
                  <a:lnTo>
                    <a:pt x="120" y="97"/>
                  </a:lnTo>
                  <a:lnTo>
                    <a:pt x="120"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8" name="Google Shape;10608;p25"/>
            <p:cNvSpPr/>
            <p:nvPr/>
          </p:nvSpPr>
          <p:spPr>
            <a:xfrm>
              <a:off x="2185650" y="2288750"/>
              <a:ext cx="3025" cy="3625"/>
            </a:xfrm>
            <a:custGeom>
              <a:avLst/>
              <a:gdLst/>
              <a:ahLst/>
              <a:cxnLst/>
              <a:rect l="l" t="t" r="r" b="b"/>
              <a:pathLst>
                <a:path w="121" h="145" extrusionOk="0">
                  <a:moveTo>
                    <a:pt x="72" y="0"/>
                  </a:moveTo>
                  <a:lnTo>
                    <a:pt x="0" y="24"/>
                  </a:lnTo>
                  <a:lnTo>
                    <a:pt x="0" y="73"/>
                  </a:lnTo>
                  <a:lnTo>
                    <a:pt x="0" y="121"/>
                  </a:lnTo>
                  <a:lnTo>
                    <a:pt x="48" y="145"/>
                  </a:lnTo>
                  <a:lnTo>
                    <a:pt x="96" y="145"/>
                  </a:lnTo>
                  <a:lnTo>
                    <a:pt x="121" y="121"/>
                  </a:lnTo>
                  <a:lnTo>
                    <a:pt x="121" y="73"/>
                  </a:lnTo>
                  <a:lnTo>
                    <a:pt x="121" y="49"/>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9" name="Google Shape;10609;p25"/>
            <p:cNvSpPr/>
            <p:nvPr/>
          </p:nvSpPr>
          <p:spPr>
            <a:xfrm>
              <a:off x="2313225" y="2460275"/>
              <a:ext cx="4250" cy="3025"/>
            </a:xfrm>
            <a:custGeom>
              <a:avLst/>
              <a:gdLst/>
              <a:ahLst/>
              <a:cxnLst/>
              <a:rect l="l" t="t" r="r" b="b"/>
              <a:pathLst>
                <a:path w="170" h="121" extrusionOk="0">
                  <a:moveTo>
                    <a:pt x="49" y="0"/>
                  </a:moveTo>
                  <a:lnTo>
                    <a:pt x="1" y="24"/>
                  </a:lnTo>
                  <a:lnTo>
                    <a:pt x="1" y="48"/>
                  </a:lnTo>
                  <a:lnTo>
                    <a:pt x="25" y="72"/>
                  </a:lnTo>
                  <a:lnTo>
                    <a:pt x="97" y="121"/>
                  </a:lnTo>
                  <a:lnTo>
                    <a:pt x="145" y="121"/>
                  </a:lnTo>
                  <a:lnTo>
                    <a:pt x="169" y="97"/>
                  </a:lnTo>
                  <a:lnTo>
                    <a:pt x="169"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0" name="Google Shape;10610;p25"/>
            <p:cNvSpPr/>
            <p:nvPr/>
          </p:nvSpPr>
          <p:spPr>
            <a:xfrm>
              <a:off x="2145325" y="2497575"/>
              <a:ext cx="3025" cy="3650"/>
            </a:xfrm>
            <a:custGeom>
              <a:avLst/>
              <a:gdLst/>
              <a:ahLst/>
              <a:cxnLst/>
              <a:rect l="l" t="t" r="r" b="b"/>
              <a:pathLst>
                <a:path w="121" h="146" extrusionOk="0">
                  <a:moveTo>
                    <a:pt x="48" y="1"/>
                  </a:moveTo>
                  <a:lnTo>
                    <a:pt x="0" y="25"/>
                  </a:lnTo>
                  <a:lnTo>
                    <a:pt x="0" y="73"/>
                  </a:lnTo>
                  <a:lnTo>
                    <a:pt x="24" y="121"/>
                  </a:lnTo>
                  <a:lnTo>
                    <a:pt x="72" y="145"/>
                  </a:lnTo>
                  <a:lnTo>
                    <a:pt x="121" y="97"/>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1" name="Google Shape;10611;p25"/>
            <p:cNvSpPr/>
            <p:nvPr/>
          </p:nvSpPr>
          <p:spPr>
            <a:xfrm>
              <a:off x="2269900" y="2033575"/>
              <a:ext cx="3025" cy="3625"/>
            </a:xfrm>
            <a:custGeom>
              <a:avLst/>
              <a:gdLst/>
              <a:ahLst/>
              <a:cxnLst/>
              <a:rect l="l" t="t" r="r" b="b"/>
              <a:pathLst>
                <a:path w="121" h="145" extrusionOk="0">
                  <a:moveTo>
                    <a:pt x="49" y="0"/>
                  </a:moveTo>
                  <a:lnTo>
                    <a:pt x="25" y="24"/>
                  </a:lnTo>
                  <a:lnTo>
                    <a:pt x="0" y="73"/>
                  </a:lnTo>
                  <a:lnTo>
                    <a:pt x="25" y="121"/>
                  </a:lnTo>
                  <a:lnTo>
                    <a:pt x="49" y="145"/>
                  </a:lnTo>
                  <a:lnTo>
                    <a:pt x="97" y="145"/>
                  </a:lnTo>
                  <a:lnTo>
                    <a:pt x="121" y="97"/>
                  </a:lnTo>
                  <a:lnTo>
                    <a:pt x="121" y="49"/>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2" name="Google Shape;10612;p25"/>
            <p:cNvSpPr/>
            <p:nvPr/>
          </p:nvSpPr>
          <p:spPr>
            <a:xfrm>
              <a:off x="1966575" y="1850025"/>
              <a:ext cx="4250" cy="3025"/>
            </a:xfrm>
            <a:custGeom>
              <a:avLst/>
              <a:gdLst/>
              <a:ahLst/>
              <a:cxnLst/>
              <a:rect l="l" t="t" r="r" b="b"/>
              <a:pathLst>
                <a:path w="170" h="121" extrusionOk="0">
                  <a:moveTo>
                    <a:pt x="145" y="0"/>
                  </a:moveTo>
                  <a:lnTo>
                    <a:pt x="49" y="24"/>
                  </a:lnTo>
                  <a:lnTo>
                    <a:pt x="25" y="48"/>
                  </a:lnTo>
                  <a:lnTo>
                    <a:pt x="1" y="72"/>
                  </a:lnTo>
                  <a:lnTo>
                    <a:pt x="25" y="120"/>
                  </a:lnTo>
                  <a:lnTo>
                    <a:pt x="73" y="120"/>
                  </a:lnTo>
                  <a:lnTo>
                    <a:pt x="97" y="96"/>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3" name="Google Shape;10613;p25"/>
            <p:cNvSpPr/>
            <p:nvPr/>
          </p:nvSpPr>
          <p:spPr>
            <a:xfrm>
              <a:off x="1980425" y="2009500"/>
              <a:ext cx="3625" cy="3025"/>
            </a:xfrm>
            <a:custGeom>
              <a:avLst/>
              <a:gdLst/>
              <a:ahLst/>
              <a:cxnLst/>
              <a:rect l="l" t="t" r="r" b="b"/>
              <a:pathLst>
                <a:path w="145" h="121" extrusionOk="0">
                  <a:moveTo>
                    <a:pt x="48" y="0"/>
                  </a:moveTo>
                  <a:lnTo>
                    <a:pt x="0" y="49"/>
                  </a:lnTo>
                  <a:lnTo>
                    <a:pt x="0" y="73"/>
                  </a:lnTo>
                  <a:lnTo>
                    <a:pt x="0" y="97"/>
                  </a:lnTo>
                  <a:lnTo>
                    <a:pt x="48" y="121"/>
                  </a:lnTo>
                  <a:lnTo>
                    <a:pt x="96" y="121"/>
                  </a:lnTo>
                  <a:lnTo>
                    <a:pt x="121" y="97"/>
                  </a:lnTo>
                  <a:lnTo>
                    <a:pt x="145" y="73"/>
                  </a:lnTo>
                  <a:lnTo>
                    <a:pt x="121" y="49"/>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4" name="Google Shape;10614;p25"/>
            <p:cNvSpPr/>
            <p:nvPr/>
          </p:nvSpPr>
          <p:spPr>
            <a:xfrm>
              <a:off x="1993650" y="2013700"/>
              <a:ext cx="3650" cy="3650"/>
            </a:xfrm>
            <a:custGeom>
              <a:avLst/>
              <a:gdLst/>
              <a:ahLst/>
              <a:cxnLst/>
              <a:rect l="l" t="t" r="r" b="b"/>
              <a:pathLst>
                <a:path w="146" h="146" extrusionOk="0">
                  <a:moveTo>
                    <a:pt x="73" y="1"/>
                  </a:moveTo>
                  <a:lnTo>
                    <a:pt x="25" y="25"/>
                  </a:lnTo>
                  <a:lnTo>
                    <a:pt x="1" y="97"/>
                  </a:lnTo>
                  <a:lnTo>
                    <a:pt x="25" y="121"/>
                  </a:lnTo>
                  <a:lnTo>
                    <a:pt x="73" y="145"/>
                  </a:lnTo>
                  <a:lnTo>
                    <a:pt x="97" y="145"/>
                  </a:lnTo>
                  <a:lnTo>
                    <a:pt x="121" y="121"/>
                  </a:lnTo>
                  <a:lnTo>
                    <a:pt x="145"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5" name="Google Shape;10615;p25"/>
            <p:cNvSpPr/>
            <p:nvPr/>
          </p:nvSpPr>
          <p:spPr>
            <a:xfrm>
              <a:off x="2341525" y="1818725"/>
              <a:ext cx="3625" cy="3025"/>
            </a:xfrm>
            <a:custGeom>
              <a:avLst/>
              <a:gdLst/>
              <a:ahLst/>
              <a:cxnLst/>
              <a:rect l="l" t="t" r="r" b="b"/>
              <a:pathLst>
                <a:path w="145" h="121" extrusionOk="0">
                  <a:moveTo>
                    <a:pt x="72" y="0"/>
                  </a:moveTo>
                  <a:lnTo>
                    <a:pt x="24" y="24"/>
                  </a:lnTo>
                  <a:lnTo>
                    <a:pt x="0" y="73"/>
                  </a:lnTo>
                  <a:lnTo>
                    <a:pt x="24" y="97"/>
                  </a:lnTo>
                  <a:lnTo>
                    <a:pt x="48" y="121"/>
                  </a:lnTo>
                  <a:lnTo>
                    <a:pt x="96" y="121"/>
                  </a:lnTo>
                  <a:lnTo>
                    <a:pt x="145" y="73"/>
                  </a:lnTo>
                  <a:lnTo>
                    <a:pt x="145"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6" name="Google Shape;10616;p25"/>
            <p:cNvSpPr/>
            <p:nvPr/>
          </p:nvSpPr>
          <p:spPr>
            <a:xfrm>
              <a:off x="1881125" y="1930050"/>
              <a:ext cx="3625" cy="3050"/>
            </a:xfrm>
            <a:custGeom>
              <a:avLst/>
              <a:gdLst/>
              <a:ahLst/>
              <a:cxnLst/>
              <a:rect l="l" t="t" r="r" b="b"/>
              <a:pathLst>
                <a:path w="145" h="122" extrusionOk="0">
                  <a:moveTo>
                    <a:pt x="24" y="1"/>
                  </a:moveTo>
                  <a:lnTo>
                    <a:pt x="0" y="49"/>
                  </a:lnTo>
                  <a:lnTo>
                    <a:pt x="0" y="73"/>
                  </a:lnTo>
                  <a:lnTo>
                    <a:pt x="24" y="97"/>
                  </a:lnTo>
                  <a:lnTo>
                    <a:pt x="72" y="121"/>
                  </a:lnTo>
                  <a:lnTo>
                    <a:pt x="120" y="97"/>
                  </a:lnTo>
                  <a:lnTo>
                    <a:pt x="145" y="49"/>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7" name="Google Shape;10617;p25"/>
            <p:cNvSpPr/>
            <p:nvPr/>
          </p:nvSpPr>
          <p:spPr>
            <a:xfrm>
              <a:off x="2287350" y="2454850"/>
              <a:ext cx="3025" cy="4250"/>
            </a:xfrm>
            <a:custGeom>
              <a:avLst/>
              <a:gdLst/>
              <a:ahLst/>
              <a:cxnLst/>
              <a:rect l="l" t="t" r="r" b="b"/>
              <a:pathLst>
                <a:path w="121" h="170" extrusionOk="0">
                  <a:moveTo>
                    <a:pt x="49" y="1"/>
                  </a:moveTo>
                  <a:lnTo>
                    <a:pt x="1" y="25"/>
                  </a:lnTo>
                  <a:lnTo>
                    <a:pt x="1" y="73"/>
                  </a:lnTo>
                  <a:lnTo>
                    <a:pt x="1" y="97"/>
                  </a:lnTo>
                  <a:lnTo>
                    <a:pt x="25" y="145"/>
                  </a:lnTo>
                  <a:lnTo>
                    <a:pt x="73" y="169"/>
                  </a:lnTo>
                  <a:lnTo>
                    <a:pt x="97" y="145"/>
                  </a:lnTo>
                  <a:lnTo>
                    <a:pt x="121" y="121"/>
                  </a:lnTo>
                  <a:lnTo>
                    <a:pt x="121" y="73"/>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8" name="Google Shape;10618;p25"/>
            <p:cNvSpPr/>
            <p:nvPr/>
          </p:nvSpPr>
          <p:spPr>
            <a:xfrm>
              <a:off x="2316850" y="2341700"/>
              <a:ext cx="3625" cy="3650"/>
            </a:xfrm>
            <a:custGeom>
              <a:avLst/>
              <a:gdLst/>
              <a:ahLst/>
              <a:cxnLst/>
              <a:rect l="l" t="t" r="r" b="b"/>
              <a:pathLst>
                <a:path w="145" h="146" extrusionOk="0">
                  <a:moveTo>
                    <a:pt x="48" y="1"/>
                  </a:moveTo>
                  <a:lnTo>
                    <a:pt x="24" y="25"/>
                  </a:lnTo>
                  <a:lnTo>
                    <a:pt x="0" y="73"/>
                  </a:lnTo>
                  <a:lnTo>
                    <a:pt x="24" y="121"/>
                  </a:lnTo>
                  <a:lnTo>
                    <a:pt x="72" y="145"/>
                  </a:lnTo>
                  <a:lnTo>
                    <a:pt x="96" y="121"/>
                  </a:lnTo>
                  <a:lnTo>
                    <a:pt x="145" y="73"/>
                  </a:lnTo>
                  <a:lnTo>
                    <a:pt x="145"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9" name="Google Shape;10619;p25"/>
            <p:cNvSpPr/>
            <p:nvPr/>
          </p:nvSpPr>
          <p:spPr>
            <a:xfrm>
              <a:off x="2077300" y="1945100"/>
              <a:ext cx="2450" cy="3025"/>
            </a:xfrm>
            <a:custGeom>
              <a:avLst/>
              <a:gdLst/>
              <a:ahLst/>
              <a:cxnLst/>
              <a:rect l="l" t="t" r="r" b="b"/>
              <a:pathLst>
                <a:path w="98" h="121" extrusionOk="0">
                  <a:moveTo>
                    <a:pt x="25" y="1"/>
                  </a:moveTo>
                  <a:lnTo>
                    <a:pt x="1" y="25"/>
                  </a:lnTo>
                  <a:lnTo>
                    <a:pt x="1" y="73"/>
                  </a:lnTo>
                  <a:lnTo>
                    <a:pt x="1" y="97"/>
                  </a:lnTo>
                  <a:lnTo>
                    <a:pt x="25" y="121"/>
                  </a:lnTo>
                  <a:lnTo>
                    <a:pt x="49" y="121"/>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0" name="Google Shape;10620;p25"/>
            <p:cNvSpPr/>
            <p:nvPr/>
          </p:nvSpPr>
          <p:spPr>
            <a:xfrm>
              <a:off x="2123650" y="2501200"/>
              <a:ext cx="2425" cy="3025"/>
            </a:xfrm>
            <a:custGeom>
              <a:avLst/>
              <a:gdLst/>
              <a:ahLst/>
              <a:cxnLst/>
              <a:rect l="l" t="t" r="r" b="b"/>
              <a:pathLst>
                <a:path w="97" h="121" extrusionOk="0">
                  <a:moveTo>
                    <a:pt x="73" y="0"/>
                  </a:moveTo>
                  <a:lnTo>
                    <a:pt x="25" y="24"/>
                  </a:lnTo>
                  <a:lnTo>
                    <a:pt x="1" y="48"/>
                  </a:lnTo>
                  <a:lnTo>
                    <a:pt x="25" y="97"/>
                  </a:lnTo>
                  <a:lnTo>
                    <a:pt x="73" y="121"/>
                  </a:lnTo>
                  <a:lnTo>
                    <a:pt x="97"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1" name="Google Shape;10621;p25"/>
            <p:cNvSpPr/>
            <p:nvPr/>
          </p:nvSpPr>
          <p:spPr>
            <a:xfrm>
              <a:off x="2031575" y="1922825"/>
              <a:ext cx="2425" cy="3650"/>
            </a:xfrm>
            <a:custGeom>
              <a:avLst/>
              <a:gdLst/>
              <a:ahLst/>
              <a:cxnLst/>
              <a:rect l="l" t="t" r="r" b="b"/>
              <a:pathLst>
                <a:path w="97" h="146" extrusionOk="0">
                  <a:moveTo>
                    <a:pt x="24" y="1"/>
                  </a:moveTo>
                  <a:lnTo>
                    <a:pt x="0" y="25"/>
                  </a:lnTo>
                  <a:lnTo>
                    <a:pt x="0" y="97"/>
                  </a:lnTo>
                  <a:lnTo>
                    <a:pt x="24" y="121"/>
                  </a:lnTo>
                  <a:lnTo>
                    <a:pt x="49" y="145"/>
                  </a:lnTo>
                  <a:lnTo>
                    <a:pt x="97" y="97"/>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2" name="Google Shape;10622;p25"/>
            <p:cNvSpPr/>
            <p:nvPr/>
          </p:nvSpPr>
          <p:spPr>
            <a:xfrm>
              <a:off x="1864275" y="1957750"/>
              <a:ext cx="3025" cy="3025"/>
            </a:xfrm>
            <a:custGeom>
              <a:avLst/>
              <a:gdLst/>
              <a:ahLst/>
              <a:cxnLst/>
              <a:rect l="l" t="t" r="r" b="b"/>
              <a:pathLst>
                <a:path w="121" h="121" extrusionOk="0">
                  <a:moveTo>
                    <a:pt x="48" y="0"/>
                  </a:moveTo>
                  <a:lnTo>
                    <a:pt x="0" y="48"/>
                  </a:lnTo>
                  <a:lnTo>
                    <a:pt x="0" y="96"/>
                  </a:lnTo>
                  <a:lnTo>
                    <a:pt x="0" y="121"/>
                  </a:lnTo>
                  <a:lnTo>
                    <a:pt x="72" y="121"/>
                  </a:lnTo>
                  <a:lnTo>
                    <a:pt x="120" y="72"/>
                  </a:lnTo>
                  <a:lnTo>
                    <a:pt x="120"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3" name="Google Shape;10623;p25"/>
            <p:cNvSpPr/>
            <p:nvPr/>
          </p:nvSpPr>
          <p:spPr>
            <a:xfrm>
              <a:off x="1984025" y="1915000"/>
              <a:ext cx="2425" cy="3650"/>
            </a:xfrm>
            <a:custGeom>
              <a:avLst/>
              <a:gdLst/>
              <a:ahLst/>
              <a:cxnLst/>
              <a:rect l="l" t="t" r="r" b="b"/>
              <a:pathLst>
                <a:path w="97" h="146" extrusionOk="0">
                  <a:moveTo>
                    <a:pt x="49" y="1"/>
                  </a:moveTo>
                  <a:lnTo>
                    <a:pt x="1" y="97"/>
                  </a:lnTo>
                  <a:lnTo>
                    <a:pt x="49" y="145"/>
                  </a:lnTo>
                  <a:lnTo>
                    <a:pt x="73" y="145"/>
                  </a:lnTo>
                  <a:lnTo>
                    <a:pt x="97" y="121"/>
                  </a:lnTo>
                  <a:lnTo>
                    <a:pt x="97"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4" name="Google Shape;10624;p25"/>
            <p:cNvSpPr/>
            <p:nvPr/>
          </p:nvSpPr>
          <p:spPr>
            <a:xfrm>
              <a:off x="2124850" y="2506600"/>
              <a:ext cx="3050" cy="3050"/>
            </a:xfrm>
            <a:custGeom>
              <a:avLst/>
              <a:gdLst/>
              <a:ahLst/>
              <a:cxnLst/>
              <a:rect l="l" t="t" r="r" b="b"/>
              <a:pathLst>
                <a:path w="122" h="122" extrusionOk="0">
                  <a:moveTo>
                    <a:pt x="49" y="1"/>
                  </a:moveTo>
                  <a:lnTo>
                    <a:pt x="25" y="25"/>
                  </a:lnTo>
                  <a:lnTo>
                    <a:pt x="1" y="49"/>
                  </a:lnTo>
                  <a:lnTo>
                    <a:pt x="1" y="73"/>
                  </a:lnTo>
                  <a:lnTo>
                    <a:pt x="25" y="121"/>
                  </a:lnTo>
                  <a:lnTo>
                    <a:pt x="97" y="121"/>
                  </a:lnTo>
                  <a:lnTo>
                    <a:pt x="121" y="73"/>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5" name="Google Shape;10625;p25"/>
            <p:cNvSpPr/>
            <p:nvPr/>
          </p:nvSpPr>
          <p:spPr>
            <a:xfrm>
              <a:off x="2109200" y="1928850"/>
              <a:ext cx="3650" cy="3050"/>
            </a:xfrm>
            <a:custGeom>
              <a:avLst/>
              <a:gdLst/>
              <a:ahLst/>
              <a:cxnLst/>
              <a:rect l="l" t="t" r="r" b="b"/>
              <a:pathLst>
                <a:path w="146" h="122" extrusionOk="0">
                  <a:moveTo>
                    <a:pt x="49" y="1"/>
                  </a:moveTo>
                  <a:lnTo>
                    <a:pt x="1" y="49"/>
                  </a:lnTo>
                  <a:lnTo>
                    <a:pt x="1" y="97"/>
                  </a:lnTo>
                  <a:lnTo>
                    <a:pt x="49" y="121"/>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6" name="Google Shape;10626;p25"/>
            <p:cNvSpPr/>
            <p:nvPr/>
          </p:nvSpPr>
          <p:spPr>
            <a:xfrm>
              <a:off x="1990050" y="1933075"/>
              <a:ext cx="2425" cy="2425"/>
            </a:xfrm>
            <a:custGeom>
              <a:avLst/>
              <a:gdLst/>
              <a:ahLst/>
              <a:cxnLst/>
              <a:rect l="l" t="t" r="r" b="b"/>
              <a:pathLst>
                <a:path w="97" h="97" extrusionOk="0">
                  <a:moveTo>
                    <a:pt x="49" y="0"/>
                  </a:moveTo>
                  <a:lnTo>
                    <a:pt x="0" y="24"/>
                  </a:lnTo>
                  <a:lnTo>
                    <a:pt x="0" y="72"/>
                  </a:lnTo>
                  <a:lnTo>
                    <a:pt x="24" y="96"/>
                  </a:lnTo>
                  <a:lnTo>
                    <a:pt x="73" y="96"/>
                  </a:lnTo>
                  <a:lnTo>
                    <a:pt x="97" y="72"/>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7" name="Google Shape;10627;p25"/>
            <p:cNvSpPr/>
            <p:nvPr/>
          </p:nvSpPr>
          <p:spPr>
            <a:xfrm>
              <a:off x="2284950" y="2010100"/>
              <a:ext cx="3625" cy="2425"/>
            </a:xfrm>
            <a:custGeom>
              <a:avLst/>
              <a:gdLst/>
              <a:ahLst/>
              <a:cxnLst/>
              <a:rect l="l" t="t" r="r" b="b"/>
              <a:pathLst>
                <a:path w="145" h="97" extrusionOk="0">
                  <a:moveTo>
                    <a:pt x="24" y="1"/>
                  </a:moveTo>
                  <a:lnTo>
                    <a:pt x="0" y="49"/>
                  </a:lnTo>
                  <a:lnTo>
                    <a:pt x="24" y="73"/>
                  </a:lnTo>
                  <a:lnTo>
                    <a:pt x="72" y="97"/>
                  </a:lnTo>
                  <a:lnTo>
                    <a:pt x="121" y="73"/>
                  </a:lnTo>
                  <a:lnTo>
                    <a:pt x="145" y="49"/>
                  </a:lnTo>
                  <a:lnTo>
                    <a:pt x="121"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8" name="Google Shape;10628;p25"/>
            <p:cNvSpPr/>
            <p:nvPr/>
          </p:nvSpPr>
          <p:spPr>
            <a:xfrm>
              <a:off x="2223550" y="2499375"/>
              <a:ext cx="2450" cy="2450"/>
            </a:xfrm>
            <a:custGeom>
              <a:avLst/>
              <a:gdLst/>
              <a:ahLst/>
              <a:cxnLst/>
              <a:rect l="l" t="t" r="r" b="b"/>
              <a:pathLst>
                <a:path w="98" h="98" extrusionOk="0">
                  <a:moveTo>
                    <a:pt x="49" y="1"/>
                  </a:moveTo>
                  <a:lnTo>
                    <a:pt x="1" y="25"/>
                  </a:lnTo>
                  <a:lnTo>
                    <a:pt x="1" y="49"/>
                  </a:lnTo>
                  <a:lnTo>
                    <a:pt x="25" y="97"/>
                  </a:lnTo>
                  <a:lnTo>
                    <a:pt x="73" y="97"/>
                  </a:lnTo>
                  <a:lnTo>
                    <a:pt x="97" y="73"/>
                  </a:lnTo>
                  <a:lnTo>
                    <a:pt x="97"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9" name="Google Shape;10629;p25"/>
            <p:cNvSpPr/>
            <p:nvPr/>
          </p:nvSpPr>
          <p:spPr>
            <a:xfrm>
              <a:off x="2049025" y="2531275"/>
              <a:ext cx="3625" cy="3650"/>
            </a:xfrm>
            <a:custGeom>
              <a:avLst/>
              <a:gdLst/>
              <a:ahLst/>
              <a:cxnLst/>
              <a:rect l="l" t="t" r="r" b="b"/>
              <a:pathLst>
                <a:path w="145" h="146" extrusionOk="0">
                  <a:moveTo>
                    <a:pt x="1" y="1"/>
                  </a:moveTo>
                  <a:lnTo>
                    <a:pt x="25" y="97"/>
                  </a:lnTo>
                  <a:lnTo>
                    <a:pt x="49" y="145"/>
                  </a:lnTo>
                  <a:lnTo>
                    <a:pt x="97" y="145"/>
                  </a:lnTo>
                  <a:lnTo>
                    <a:pt x="145" y="97"/>
                  </a:lnTo>
                  <a:lnTo>
                    <a:pt x="97" y="49"/>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0" name="Google Shape;10630;p25"/>
            <p:cNvSpPr/>
            <p:nvPr/>
          </p:nvSpPr>
          <p:spPr>
            <a:xfrm>
              <a:off x="1894350" y="1923450"/>
              <a:ext cx="3050" cy="3025"/>
            </a:xfrm>
            <a:custGeom>
              <a:avLst/>
              <a:gdLst/>
              <a:ahLst/>
              <a:cxnLst/>
              <a:rect l="l" t="t" r="r" b="b"/>
              <a:pathLst>
                <a:path w="122" h="121" extrusionOk="0">
                  <a:moveTo>
                    <a:pt x="49" y="0"/>
                  </a:moveTo>
                  <a:lnTo>
                    <a:pt x="25" y="24"/>
                  </a:lnTo>
                  <a:lnTo>
                    <a:pt x="1" y="48"/>
                  </a:lnTo>
                  <a:lnTo>
                    <a:pt x="25" y="96"/>
                  </a:lnTo>
                  <a:lnTo>
                    <a:pt x="49" y="120"/>
                  </a:lnTo>
                  <a:lnTo>
                    <a:pt x="97" y="96"/>
                  </a:lnTo>
                  <a:lnTo>
                    <a:pt x="121"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1" name="Google Shape;10631;p25"/>
            <p:cNvSpPr/>
            <p:nvPr/>
          </p:nvSpPr>
          <p:spPr>
            <a:xfrm>
              <a:off x="2041200" y="2034175"/>
              <a:ext cx="3025" cy="3025"/>
            </a:xfrm>
            <a:custGeom>
              <a:avLst/>
              <a:gdLst/>
              <a:ahLst/>
              <a:cxnLst/>
              <a:rect l="l" t="t" r="r" b="b"/>
              <a:pathLst>
                <a:path w="121" h="121" extrusionOk="0">
                  <a:moveTo>
                    <a:pt x="49" y="0"/>
                  </a:moveTo>
                  <a:lnTo>
                    <a:pt x="1" y="49"/>
                  </a:lnTo>
                  <a:lnTo>
                    <a:pt x="1" y="97"/>
                  </a:lnTo>
                  <a:lnTo>
                    <a:pt x="49" y="121"/>
                  </a:lnTo>
                  <a:lnTo>
                    <a:pt x="73" y="97"/>
                  </a:lnTo>
                  <a:lnTo>
                    <a:pt x="121"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2" name="Google Shape;10632;p25"/>
            <p:cNvSpPr/>
            <p:nvPr/>
          </p:nvSpPr>
          <p:spPr>
            <a:xfrm>
              <a:off x="2235000" y="2489150"/>
              <a:ext cx="2425" cy="2450"/>
            </a:xfrm>
            <a:custGeom>
              <a:avLst/>
              <a:gdLst/>
              <a:ahLst/>
              <a:cxnLst/>
              <a:rect l="l" t="t" r="r" b="b"/>
              <a:pathLst>
                <a:path w="97" h="98" extrusionOk="0">
                  <a:moveTo>
                    <a:pt x="24" y="1"/>
                  </a:moveTo>
                  <a:lnTo>
                    <a:pt x="0" y="25"/>
                  </a:lnTo>
                  <a:lnTo>
                    <a:pt x="0" y="73"/>
                  </a:lnTo>
                  <a:lnTo>
                    <a:pt x="24" y="97"/>
                  </a:lnTo>
                  <a:lnTo>
                    <a:pt x="72" y="97"/>
                  </a:lnTo>
                  <a:lnTo>
                    <a:pt x="96" y="73"/>
                  </a:lnTo>
                  <a:lnTo>
                    <a:pt x="96"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3" name="Google Shape;10633;p25"/>
            <p:cNvSpPr/>
            <p:nvPr/>
          </p:nvSpPr>
          <p:spPr>
            <a:xfrm>
              <a:off x="2166375" y="2471700"/>
              <a:ext cx="2450" cy="2425"/>
            </a:xfrm>
            <a:custGeom>
              <a:avLst/>
              <a:gdLst/>
              <a:ahLst/>
              <a:cxnLst/>
              <a:rect l="l" t="t" r="r" b="b"/>
              <a:pathLst>
                <a:path w="98" h="97" extrusionOk="0">
                  <a:moveTo>
                    <a:pt x="73" y="1"/>
                  </a:moveTo>
                  <a:lnTo>
                    <a:pt x="1" y="25"/>
                  </a:lnTo>
                  <a:lnTo>
                    <a:pt x="1" y="49"/>
                  </a:lnTo>
                  <a:lnTo>
                    <a:pt x="1" y="73"/>
                  </a:lnTo>
                  <a:lnTo>
                    <a:pt x="49" y="97"/>
                  </a:lnTo>
                  <a:lnTo>
                    <a:pt x="73" y="97"/>
                  </a:lnTo>
                  <a:lnTo>
                    <a:pt x="97"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4" name="Google Shape;10634;p25"/>
            <p:cNvSpPr/>
            <p:nvPr/>
          </p:nvSpPr>
          <p:spPr>
            <a:xfrm>
              <a:off x="2423975" y="2004075"/>
              <a:ext cx="3625" cy="3050"/>
            </a:xfrm>
            <a:custGeom>
              <a:avLst/>
              <a:gdLst/>
              <a:ahLst/>
              <a:cxnLst/>
              <a:rect l="l" t="t" r="r" b="b"/>
              <a:pathLst>
                <a:path w="145" h="122" extrusionOk="0">
                  <a:moveTo>
                    <a:pt x="72" y="1"/>
                  </a:moveTo>
                  <a:lnTo>
                    <a:pt x="0" y="49"/>
                  </a:lnTo>
                  <a:lnTo>
                    <a:pt x="0" y="73"/>
                  </a:lnTo>
                  <a:lnTo>
                    <a:pt x="24" y="121"/>
                  </a:lnTo>
                  <a:lnTo>
                    <a:pt x="72" y="121"/>
                  </a:lnTo>
                  <a:lnTo>
                    <a:pt x="145"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5" name="Google Shape;10635;p25"/>
            <p:cNvSpPr/>
            <p:nvPr/>
          </p:nvSpPr>
          <p:spPr>
            <a:xfrm>
              <a:off x="1823350" y="1970375"/>
              <a:ext cx="3025" cy="3050"/>
            </a:xfrm>
            <a:custGeom>
              <a:avLst/>
              <a:gdLst/>
              <a:ahLst/>
              <a:cxnLst/>
              <a:rect l="l" t="t" r="r" b="b"/>
              <a:pathLst>
                <a:path w="121" h="122" extrusionOk="0">
                  <a:moveTo>
                    <a:pt x="48" y="1"/>
                  </a:moveTo>
                  <a:lnTo>
                    <a:pt x="24" y="25"/>
                  </a:lnTo>
                  <a:lnTo>
                    <a:pt x="0" y="49"/>
                  </a:lnTo>
                  <a:lnTo>
                    <a:pt x="0" y="73"/>
                  </a:lnTo>
                  <a:lnTo>
                    <a:pt x="48" y="121"/>
                  </a:lnTo>
                  <a:lnTo>
                    <a:pt x="72" y="121"/>
                  </a:lnTo>
                  <a:lnTo>
                    <a:pt x="96" y="97"/>
                  </a:lnTo>
                  <a:lnTo>
                    <a:pt x="120" y="73"/>
                  </a:lnTo>
                  <a:lnTo>
                    <a:pt x="120"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6" name="Google Shape;10636;p25"/>
            <p:cNvSpPr/>
            <p:nvPr/>
          </p:nvSpPr>
          <p:spPr>
            <a:xfrm>
              <a:off x="1914825" y="2019125"/>
              <a:ext cx="3625" cy="3025"/>
            </a:xfrm>
            <a:custGeom>
              <a:avLst/>
              <a:gdLst/>
              <a:ahLst/>
              <a:cxnLst/>
              <a:rect l="l" t="t" r="r" b="b"/>
              <a:pathLst>
                <a:path w="145" h="121" extrusionOk="0">
                  <a:moveTo>
                    <a:pt x="48" y="1"/>
                  </a:moveTo>
                  <a:lnTo>
                    <a:pt x="24" y="25"/>
                  </a:lnTo>
                  <a:lnTo>
                    <a:pt x="0" y="73"/>
                  </a:lnTo>
                  <a:lnTo>
                    <a:pt x="48" y="121"/>
                  </a:lnTo>
                  <a:lnTo>
                    <a:pt x="96" y="121"/>
                  </a:lnTo>
                  <a:lnTo>
                    <a:pt x="145" y="97"/>
                  </a:lnTo>
                  <a:lnTo>
                    <a:pt x="145"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7" name="Google Shape;10637;p25"/>
            <p:cNvSpPr/>
            <p:nvPr/>
          </p:nvSpPr>
          <p:spPr>
            <a:xfrm>
              <a:off x="2397475" y="2362175"/>
              <a:ext cx="2450" cy="2425"/>
            </a:xfrm>
            <a:custGeom>
              <a:avLst/>
              <a:gdLst/>
              <a:ahLst/>
              <a:cxnLst/>
              <a:rect l="l" t="t" r="r" b="b"/>
              <a:pathLst>
                <a:path w="98" h="97" extrusionOk="0">
                  <a:moveTo>
                    <a:pt x="49" y="0"/>
                  </a:moveTo>
                  <a:lnTo>
                    <a:pt x="1" y="24"/>
                  </a:lnTo>
                  <a:lnTo>
                    <a:pt x="1" y="48"/>
                  </a:lnTo>
                  <a:lnTo>
                    <a:pt x="25" y="73"/>
                  </a:lnTo>
                  <a:lnTo>
                    <a:pt x="73" y="97"/>
                  </a:lnTo>
                  <a:lnTo>
                    <a:pt x="97"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8" name="Google Shape;10638;p25"/>
            <p:cNvSpPr/>
            <p:nvPr/>
          </p:nvSpPr>
          <p:spPr>
            <a:xfrm>
              <a:off x="2240400" y="1803675"/>
              <a:ext cx="3650" cy="2425"/>
            </a:xfrm>
            <a:custGeom>
              <a:avLst/>
              <a:gdLst/>
              <a:ahLst/>
              <a:cxnLst/>
              <a:rect l="l" t="t" r="r" b="b"/>
              <a:pathLst>
                <a:path w="146" h="97" extrusionOk="0">
                  <a:moveTo>
                    <a:pt x="49" y="0"/>
                  </a:moveTo>
                  <a:lnTo>
                    <a:pt x="25" y="25"/>
                  </a:lnTo>
                  <a:lnTo>
                    <a:pt x="1" y="49"/>
                  </a:lnTo>
                  <a:lnTo>
                    <a:pt x="25" y="73"/>
                  </a:lnTo>
                  <a:lnTo>
                    <a:pt x="49" y="97"/>
                  </a:lnTo>
                  <a:lnTo>
                    <a:pt x="97" y="97"/>
                  </a:lnTo>
                  <a:lnTo>
                    <a:pt x="145" y="73"/>
                  </a:lnTo>
                  <a:lnTo>
                    <a:pt x="145" y="25"/>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9" name="Google Shape;10639;p25"/>
            <p:cNvSpPr/>
            <p:nvPr/>
          </p:nvSpPr>
          <p:spPr>
            <a:xfrm>
              <a:off x="2028575" y="1904175"/>
              <a:ext cx="2425" cy="2425"/>
            </a:xfrm>
            <a:custGeom>
              <a:avLst/>
              <a:gdLst/>
              <a:ahLst/>
              <a:cxnLst/>
              <a:rect l="l" t="t" r="r" b="b"/>
              <a:pathLst>
                <a:path w="97" h="97" extrusionOk="0">
                  <a:moveTo>
                    <a:pt x="48" y="1"/>
                  </a:moveTo>
                  <a:lnTo>
                    <a:pt x="0" y="25"/>
                  </a:lnTo>
                  <a:lnTo>
                    <a:pt x="0" y="49"/>
                  </a:lnTo>
                  <a:lnTo>
                    <a:pt x="24" y="97"/>
                  </a:lnTo>
                  <a:lnTo>
                    <a:pt x="96" y="97"/>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0" name="Google Shape;10640;p25"/>
            <p:cNvSpPr/>
            <p:nvPr/>
          </p:nvSpPr>
          <p:spPr>
            <a:xfrm>
              <a:off x="2041200" y="1921625"/>
              <a:ext cx="3650" cy="2450"/>
            </a:xfrm>
            <a:custGeom>
              <a:avLst/>
              <a:gdLst/>
              <a:ahLst/>
              <a:cxnLst/>
              <a:rect l="l" t="t" r="r" b="b"/>
              <a:pathLst>
                <a:path w="146" h="98" extrusionOk="0">
                  <a:moveTo>
                    <a:pt x="73" y="1"/>
                  </a:moveTo>
                  <a:lnTo>
                    <a:pt x="25" y="25"/>
                  </a:lnTo>
                  <a:lnTo>
                    <a:pt x="1" y="49"/>
                  </a:lnTo>
                  <a:lnTo>
                    <a:pt x="1" y="73"/>
                  </a:lnTo>
                  <a:lnTo>
                    <a:pt x="73" y="97"/>
                  </a:lnTo>
                  <a:lnTo>
                    <a:pt x="97" y="97"/>
                  </a:lnTo>
                  <a:lnTo>
                    <a:pt x="121"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1" name="Google Shape;10641;p25"/>
            <p:cNvSpPr/>
            <p:nvPr/>
          </p:nvSpPr>
          <p:spPr>
            <a:xfrm>
              <a:off x="1939500" y="1923450"/>
              <a:ext cx="2425" cy="3025"/>
            </a:xfrm>
            <a:custGeom>
              <a:avLst/>
              <a:gdLst/>
              <a:ahLst/>
              <a:cxnLst/>
              <a:rect l="l" t="t" r="r" b="b"/>
              <a:pathLst>
                <a:path w="97" h="121" extrusionOk="0">
                  <a:moveTo>
                    <a:pt x="24" y="0"/>
                  </a:moveTo>
                  <a:lnTo>
                    <a:pt x="0" y="24"/>
                  </a:lnTo>
                  <a:lnTo>
                    <a:pt x="24" y="96"/>
                  </a:lnTo>
                  <a:lnTo>
                    <a:pt x="48" y="120"/>
                  </a:lnTo>
                  <a:lnTo>
                    <a:pt x="96" y="96"/>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2" name="Google Shape;10642;p25"/>
            <p:cNvSpPr/>
            <p:nvPr/>
          </p:nvSpPr>
          <p:spPr>
            <a:xfrm>
              <a:off x="1911800" y="1927650"/>
              <a:ext cx="3050" cy="2425"/>
            </a:xfrm>
            <a:custGeom>
              <a:avLst/>
              <a:gdLst/>
              <a:ahLst/>
              <a:cxnLst/>
              <a:rect l="l" t="t" r="r" b="b"/>
              <a:pathLst>
                <a:path w="122" h="97" extrusionOk="0">
                  <a:moveTo>
                    <a:pt x="49" y="1"/>
                  </a:moveTo>
                  <a:lnTo>
                    <a:pt x="1" y="49"/>
                  </a:lnTo>
                  <a:lnTo>
                    <a:pt x="25" y="97"/>
                  </a:lnTo>
                  <a:lnTo>
                    <a:pt x="97" y="97"/>
                  </a:lnTo>
                  <a:lnTo>
                    <a:pt x="121" y="49"/>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3" name="Google Shape;10643;p25"/>
            <p:cNvSpPr/>
            <p:nvPr/>
          </p:nvSpPr>
          <p:spPr>
            <a:xfrm>
              <a:off x="2061075" y="2017325"/>
              <a:ext cx="3625" cy="3025"/>
            </a:xfrm>
            <a:custGeom>
              <a:avLst/>
              <a:gdLst/>
              <a:ahLst/>
              <a:cxnLst/>
              <a:rect l="l" t="t" r="r" b="b"/>
              <a:pathLst>
                <a:path w="145" h="121" extrusionOk="0">
                  <a:moveTo>
                    <a:pt x="72" y="0"/>
                  </a:moveTo>
                  <a:lnTo>
                    <a:pt x="48" y="24"/>
                  </a:lnTo>
                  <a:lnTo>
                    <a:pt x="0" y="49"/>
                  </a:lnTo>
                  <a:lnTo>
                    <a:pt x="0" y="73"/>
                  </a:lnTo>
                  <a:lnTo>
                    <a:pt x="24" y="97"/>
                  </a:lnTo>
                  <a:lnTo>
                    <a:pt x="72" y="121"/>
                  </a:lnTo>
                  <a:lnTo>
                    <a:pt x="120" y="97"/>
                  </a:lnTo>
                  <a:lnTo>
                    <a:pt x="144" y="73"/>
                  </a:lnTo>
                  <a:lnTo>
                    <a:pt x="120"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4" name="Google Shape;10644;p25"/>
            <p:cNvSpPr/>
            <p:nvPr/>
          </p:nvSpPr>
          <p:spPr>
            <a:xfrm>
              <a:off x="2209725" y="2335100"/>
              <a:ext cx="2425" cy="3025"/>
            </a:xfrm>
            <a:custGeom>
              <a:avLst/>
              <a:gdLst/>
              <a:ahLst/>
              <a:cxnLst/>
              <a:rect l="l" t="t" r="r" b="b"/>
              <a:pathLst>
                <a:path w="97" h="121" extrusionOk="0">
                  <a:moveTo>
                    <a:pt x="72" y="0"/>
                  </a:moveTo>
                  <a:lnTo>
                    <a:pt x="24" y="24"/>
                  </a:lnTo>
                  <a:lnTo>
                    <a:pt x="0" y="72"/>
                  </a:lnTo>
                  <a:lnTo>
                    <a:pt x="24" y="120"/>
                  </a:lnTo>
                  <a:lnTo>
                    <a:pt x="72" y="120"/>
                  </a:lnTo>
                  <a:lnTo>
                    <a:pt x="96"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5" name="Google Shape;10645;p25"/>
            <p:cNvSpPr/>
            <p:nvPr/>
          </p:nvSpPr>
          <p:spPr>
            <a:xfrm>
              <a:off x="1920825" y="2032375"/>
              <a:ext cx="2450" cy="3025"/>
            </a:xfrm>
            <a:custGeom>
              <a:avLst/>
              <a:gdLst/>
              <a:ahLst/>
              <a:cxnLst/>
              <a:rect l="l" t="t" r="r" b="b"/>
              <a:pathLst>
                <a:path w="98" h="121" extrusionOk="0">
                  <a:moveTo>
                    <a:pt x="49" y="0"/>
                  </a:moveTo>
                  <a:lnTo>
                    <a:pt x="1" y="24"/>
                  </a:lnTo>
                  <a:lnTo>
                    <a:pt x="1" y="72"/>
                  </a:lnTo>
                  <a:lnTo>
                    <a:pt x="25" y="121"/>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6" name="Google Shape;10646;p25"/>
            <p:cNvSpPr/>
            <p:nvPr/>
          </p:nvSpPr>
          <p:spPr>
            <a:xfrm>
              <a:off x="2403500" y="2484950"/>
              <a:ext cx="3050" cy="3025"/>
            </a:xfrm>
            <a:custGeom>
              <a:avLst/>
              <a:gdLst/>
              <a:ahLst/>
              <a:cxnLst/>
              <a:rect l="l" t="t" r="r" b="b"/>
              <a:pathLst>
                <a:path w="122" h="121" extrusionOk="0">
                  <a:moveTo>
                    <a:pt x="49" y="0"/>
                  </a:moveTo>
                  <a:lnTo>
                    <a:pt x="1" y="24"/>
                  </a:lnTo>
                  <a:lnTo>
                    <a:pt x="1" y="72"/>
                  </a:lnTo>
                  <a:lnTo>
                    <a:pt x="1" y="97"/>
                  </a:lnTo>
                  <a:lnTo>
                    <a:pt x="25" y="121"/>
                  </a:lnTo>
                  <a:lnTo>
                    <a:pt x="73" y="121"/>
                  </a:lnTo>
                  <a:lnTo>
                    <a:pt x="97" y="97"/>
                  </a:lnTo>
                  <a:lnTo>
                    <a:pt x="121" y="48"/>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7" name="Google Shape;10647;p25"/>
            <p:cNvSpPr/>
            <p:nvPr/>
          </p:nvSpPr>
          <p:spPr>
            <a:xfrm>
              <a:off x="2078525" y="1822925"/>
              <a:ext cx="2425" cy="2450"/>
            </a:xfrm>
            <a:custGeom>
              <a:avLst/>
              <a:gdLst/>
              <a:ahLst/>
              <a:cxnLst/>
              <a:rect l="l" t="t" r="r" b="b"/>
              <a:pathLst>
                <a:path w="97" h="98" extrusionOk="0">
                  <a:moveTo>
                    <a:pt x="24" y="1"/>
                  </a:moveTo>
                  <a:lnTo>
                    <a:pt x="0" y="49"/>
                  </a:lnTo>
                  <a:lnTo>
                    <a:pt x="0" y="73"/>
                  </a:lnTo>
                  <a:lnTo>
                    <a:pt x="0" y="97"/>
                  </a:lnTo>
                  <a:lnTo>
                    <a:pt x="72"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8" name="Google Shape;10648;p25"/>
            <p:cNvSpPr/>
            <p:nvPr/>
          </p:nvSpPr>
          <p:spPr>
            <a:xfrm>
              <a:off x="2075500" y="1819925"/>
              <a:ext cx="1825" cy="2425"/>
            </a:xfrm>
            <a:custGeom>
              <a:avLst/>
              <a:gdLst/>
              <a:ahLst/>
              <a:cxnLst/>
              <a:rect l="l" t="t" r="r" b="b"/>
              <a:pathLst>
                <a:path w="73" h="97" extrusionOk="0">
                  <a:moveTo>
                    <a:pt x="25" y="0"/>
                  </a:moveTo>
                  <a:lnTo>
                    <a:pt x="1" y="49"/>
                  </a:lnTo>
                  <a:lnTo>
                    <a:pt x="1" y="97"/>
                  </a:lnTo>
                  <a:lnTo>
                    <a:pt x="73" y="97"/>
                  </a:lnTo>
                  <a:lnTo>
                    <a:pt x="73"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9" name="Google Shape;10649;p25"/>
            <p:cNvSpPr/>
            <p:nvPr/>
          </p:nvSpPr>
          <p:spPr>
            <a:xfrm>
              <a:off x="1960550" y="2004675"/>
              <a:ext cx="1825" cy="2450"/>
            </a:xfrm>
            <a:custGeom>
              <a:avLst/>
              <a:gdLst/>
              <a:ahLst/>
              <a:cxnLst/>
              <a:rect l="l" t="t" r="r" b="b"/>
              <a:pathLst>
                <a:path w="73" h="98" extrusionOk="0">
                  <a:moveTo>
                    <a:pt x="25" y="1"/>
                  </a:moveTo>
                  <a:lnTo>
                    <a:pt x="1" y="25"/>
                  </a:lnTo>
                  <a:lnTo>
                    <a:pt x="1" y="73"/>
                  </a:lnTo>
                  <a:lnTo>
                    <a:pt x="1" y="97"/>
                  </a:lnTo>
                  <a:lnTo>
                    <a:pt x="49" y="97"/>
                  </a:lnTo>
                  <a:lnTo>
                    <a:pt x="73" y="73"/>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0" name="Google Shape;10650;p25"/>
            <p:cNvSpPr/>
            <p:nvPr/>
          </p:nvSpPr>
          <p:spPr>
            <a:xfrm>
              <a:off x="2354750" y="1968575"/>
              <a:ext cx="1825" cy="3025"/>
            </a:xfrm>
            <a:custGeom>
              <a:avLst/>
              <a:gdLst/>
              <a:ahLst/>
              <a:cxnLst/>
              <a:rect l="l" t="t" r="r" b="b"/>
              <a:pathLst>
                <a:path w="73" h="121" extrusionOk="0">
                  <a:moveTo>
                    <a:pt x="49" y="0"/>
                  </a:moveTo>
                  <a:lnTo>
                    <a:pt x="25" y="25"/>
                  </a:lnTo>
                  <a:lnTo>
                    <a:pt x="1" y="73"/>
                  </a:lnTo>
                  <a:lnTo>
                    <a:pt x="1" y="97"/>
                  </a:lnTo>
                  <a:lnTo>
                    <a:pt x="1" y="121"/>
                  </a:lnTo>
                  <a:lnTo>
                    <a:pt x="49" y="121"/>
                  </a:lnTo>
                  <a:lnTo>
                    <a:pt x="73" y="73"/>
                  </a:lnTo>
                  <a:lnTo>
                    <a:pt x="73"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1" name="Google Shape;10651;p25"/>
            <p:cNvSpPr/>
            <p:nvPr/>
          </p:nvSpPr>
          <p:spPr>
            <a:xfrm>
              <a:off x="1858250" y="2049825"/>
              <a:ext cx="2425" cy="3025"/>
            </a:xfrm>
            <a:custGeom>
              <a:avLst/>
              <a:gdLst/>
              <a:ahLst/>
              <a:cxnLst/>
              <a:rect l="l" t="t" r="r" b="b"/>
              <a:pathLst>
                <a:path w="97" h="121" extrusionOk="0">
                  <a:moveTo>
                    <a:pt x="24" y="0"/>
                  </a:moveTo>
                  <a:lnTo>
                    <a:pt x="0" y="24"/>
                  </a:lnTo>
                  <a:lnTo>
                    <a:pt x="24" y="97"/>
                  </a:lnTo>
                  <a:lnTo>
                    <a:pt x="48" y="121"/>
                  </a:lnTo>
                  <a:lnTo>
                    <a:pt x="97" y="97"/>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2" name="Google Shape;10652;p25"/>
            <p:cNvSpPr/>
            <p:nvPr/>
          </p:nvSpPr>
          <p:spPr>
            <a:xfrm>
              <a:off x="2265075" y="2500000"/>
              <a:ext cx="3050" cy="2425"/>
            </a:xfrm>
            <a:custGeom>
              <a:avLst/>
              <a:gdLst/>
              <a:ahLst/>
              <a:cxnLst/>
              <a:rect l="l" t="t" r="r" b="b"/>
              <a:pathLst>
                <a:path w="122" h="97" extrusionOk="0">
                  <a:moveTo>
                    <a:pt x="73" y="0"/>
                  </a:moveTo>
                  <a:lnTo>
                    <a:pt x="25" y="24"/>
                  </a:lnTo>
                  <a:lnTo>
                    <a:pt x="1" y="72"/>
                  </a:lnTo>
                  <a:lnTo>
                    <a:pt x="25" y="96"/>
                  </a:lnTo>
                  <a:lnTo>
                    <a:pt x="97" y="96"/>
                  </a:lnTo>
                  <a:lnTo>
                    <a:pt x="121" y="72"/>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3" name="Google Shape;10653;p25"/>
            <p:cNvSpPr/>
            <p:nvPr/>
          </p:nvSpPr>
          <p:spPr>
            <a:xfrm>
              <a:off x="2405925" y="2478925"/>
              <a:ext cx="3025" cy="2425"/>
            </a:xfrm>
            <a:custGeom>
              <a:avLst/>
              <a:gdLst/>
              <a:ahLst/>
              <a:cxnLst/>
              <a:rect l="l" t="t" r="r" b="b"/>
              <a:pathLst>
                <a:path w="121" h="97" extrusionOk="0">
                  <a:moveTo>
                    <a:pt x="24" y="1"/>
                  </a:moveTo>
                  <a:lnTo>
                    <a:pt x="0" y="49"/>
                  </a:lnTo>
                  <a:lnTo>
                    <a:pt x="24" y="73"/>
                  </a:lnTo>
                  <a:lnTo>
                    <a:pt x="72" y="97"/>
                  </a:lnTo>
                  <a:lnTo>
                    <a:pt x="120" y="49"/>
                  </a:lnTo>
                  <a:lnTo>
                    <a:pt x="120"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4" name="Google Shape;10654;p25"/>
            <p:cNvSpPr/>
            <p:nvPr/>
          </p:nvSpPr>
          <p:spPr>
            <a:xfrm>
              <a:off x="2105000" y="1916225"/>
              <a:ext cx="2425" cy="2425"/>
            </a:xfrm>
            <a:custGeom>
              <a:avLst/>
              <a:gdLst/>
              <a:ahLst/>
              <a:cxnLst/>
              <a:rect l="l" t="t" r="r" b="b"/>
              <a:pathLst>
                <a:path w="97" h="97" extrusionOk="0">
                  <a:moveTo>
                    <a:pt x="24" y="0"/>
                  </a:moveTo>
                  <a:lnTo>
                    <a:pt x="0" y="24"/>
                  </a:lnTo>
                  <a:lnTo>
                    <a:pt x="0" y="72"/>
                  </a:lnTo>
                  <a:lnTo>
                    <a:pt x="24" y="96"/>
                  </a:lnTo>
                  <a:lnTo>
                    <a:pt x="49" y="96"/>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5" name="Google Shape;10655;p25"/>
            <p:cNvSpPr/>
            <p:nvPr/>
          </p:nvSpPr>
          <p:spPr>
            <a:xfrm>
              <a:off x="2332500" y="2384450"/>
              <a:ext cx="3025" cy="3025"/>
            </a:xfrm>
            <a:custGeom>
              <a:avLst/>
              <a:gdLst/>
              <a:ahLst/>
              <a:cxnLst/>
              <a:rect l="l" t="t" r="r" b="b"/>
              <a:pathLst>
                <a:path w="121" h="121" extrusionOk="0">
                  <a:moveTo>
                    <a:pt x="72" y="0"/>
                  </a:moveTo>
                  <a:lnTo>
                    <a:pt x="24" y="48"/>
                  </a:lnTo>
                  <a:lnTo>
                    <a:pt x="0" y="96"/>
                  </a:lnTo>
                  <a:lnTo>
                    <a:pt x="48" y="120"/>
                  </a:lnTo>
                  <a:lnTo>
                    <a:pt x="72" y="96"/>
                  </a:lnTo>
                  <a:lnTo>
                    <a:pt x="120" y="48"/>
                  </a:lnTo>
                  <a:lnTo>
                    <a:pt x="96"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6" name="Google Shape;10656;p25"/>
            <p:cNvSpPr/>
            <p:nvPr/>
          </p:nvSpPr>
          <p:spPr>
            <a:xfrm>
              <a:off x="2316850" y="2388650"/>
              <a:ext cx="2425" cy="2425"/>
            </a:xfrm>
            <a:custGeom>
              <a:avLst/>
              <a:gdLst/>
              <a:ahLst/>
              <a:cxnLst/>
              <a:rect l="l" t="t" r="r" b="b"/>
              <a:pathLst>
                <a:path w="97" h="97" extrusionOk="0">
                  <a:moveTo>
                    <a:pt x="24" y="1"/>
                  </a:moveTo>
                  <a:lnTo>
                    <a:pt x="0" y="25"/>
                  </a:lnTo>
                  <a:lnTo>
                    <a:pt x="0" y="97"/>
                  </a:lnTo>
                  <a:lnTo>
                    <a:pt x="48" y="97"/>
                  </a:lnTo>
                  <a:lnTo>
                    <a:pt x="96" y="73"/>
                  </a:lnTo>
                  <a:lnTo>
                    <a:pt x="96" y="49"/>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7" name="Google Shape;10657;p25"/>
            <p:cNvSpPr/>
            <p:nvPr/>
          </p:nvSpPr>
          <p:spPr>
            <a:xfrm>
              <a:off x="1890150" y="1955325"/>
              <a:ext cx="2425" cy="3050"/>
            </a:xfrm>
            <a:custGeom>
              <a:avLst/>
              <a:gdLst/>
              <a:ahLst/>
              <a:cxnLst/>
              <a:rect l="l" t="t" r="r" b="b"/>
              <a:pathLst>
                <a:path w="97" h="122" extrusionOk="0">
                  <a:moveTo>
                    <a:pt x="48" y="1"/>
                  </a:moveTo>
                  <a:lnTo>
                    <a:pt x="24" y="25"/>
                  </a:lnTo>
                  <a:lnTo>
                    <a:pt x="0" y="73"/>
                  </a:lnTo>
                  <a:lnTo>
                    <a:pt x="24" y="121"/>
                  </a:lnTo>
                  <a:lnTo>
                    <a:pt x="72" y="121"/>
                  </a:lnTo>
                  <a:lnTo>
                    <a:pt x="96" y="73"/>
                  </a:lnTo>
                  <a:lnTo>
                    <a:pt x="96"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8" name="Google Shape;10658;p25"/>
            <p:cNvSpPr/>
            <p:nvPr/>
          </p:nvSpPr>
          <p:spPr>
            <a:xfrm>
              <a:off x="1837175" y="1980600"/>
              <a:ext cx="2450" cy="2450"/>
            </a:xfrm>
            <a:custGeom>
              <a:avLst/>
              <a:gdLst/>
              <a:ahLst/>
              <a:cxnLst/>
              <a:rect l="l" t="t" r="r" b="b"/>
              <a:pathLst>
                <a:path w="98" h="98" extrusionOk="0">
                  <a:moveTo>
                    <a:pt x="49" y="1"/>
                  </a:moveTo>
                  <a:lnTo>
                    <a:pt x="1" y="25"/>
                  </a:lnTo>
                  <a:lnTo>
                    <a:pt x="1" y="49"/>
                  </a:lnTo>
                  <a:lnTo>
                    <a:pt x="49" y="73"/>
                  </a:lnTo>
                  <a:lnTo>
                    <a:pt x="73" y="97"/>
                  </a:lnTo>
                  <a:lnTo>
                    <a:pt x="97"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9" name="Google Shape;10659;p25"/>
            <p:cNvSpPr/>
            <p:nvPr/>
          </p:nvSpPr>
          <p:spPr>
            <a:xfrm>
              <a:off x="2323450" y="1807275"/>
              <a:ext cx="3050" cy="2450"/>
            </a:xfrm>
            <a:custGeom>
              <a:avLst/>
              <a:gdLst/>
              <a:ahLst/>
              <a:cxnLst/>
              <a:rect l="l" t="t" r="r" b="b"/>
              <a:pathLst>
                <a:path w="122" h="98" extrusionOk="0">
                  <a:moveTo>
                    <a:pt x="73" y="1"/>
                  </a:moveTo>
                  <a:lnTo>
                    <a:pt x="25" y="25"/>
                  </a:lnTo>
                  <a:lnTo>
                    <a:pt x="1" y="49"/>
                  </a:lnTo>
                  <a:lnTo>
                    <a:pt x="25" y="97"/>
                  </a:lnTo>
                  <a:lnTo>
                    <a:pt x="73" y="97"/>
                  </a:lnTo>
                  <a:lnTo>
                    <a:pt x="121" y="73"/>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0" name="Google Shape;10660;p25"/>
            <p:cNvSpPr/>
            <p:nvPr/>
          </p:nvSpPr>
          <p:spPr>
            <a:xfrm>
              <a:off x="2383650" y="1829550"/>
              <a:ext cx="1825" cy="2425"/>
            </a:xfrm>
            <a:custGeom>
              <a:avLst/>
              <a:gdLst/>
              <a:ahLst/>
              <a:cxnLst/>
              <a:rect l="l" t="t" r="r" b="b"/>
              <a:pathLst>
                <a:path w="73" h="97" extrusionOk="0">
                  <a:moveTo>
                    <a:pt x="24" y="1"/>
                  </a:moveTo>
                  <a:lnTo>
                    <a:pt x="0" y="49"/>
                  </a:lnTo>
                  <a:lnTo>
                    <a:pt x="0" y="73"/>
                  </a:lnTo>
                  <a:lnTo>
                    <a:pt x="48" y="97"/>
                  </a:lnTo>
                  <a:lnTo>
                    <a:pt x="73" y="49"/>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1" name="Google Shape;10661;p25"/>
            <p:cNvSpPr/>
            <p:nvPr/>
          </p:nvSpPr>
          <p:spPr>
            <a:xfrm>
              <a:off x="2040000" y="2518650"/>
              <a:ext cx="1225" cy="1225"/>
            </a:xfrm>
            <a:custGeom>
              <a:avLst/>
              <a:gdLst/>
              <a:ahLst/>
              <a:cxnLst/>
              <a:rect l="l" t="t" r="r" b="b"/>
              <a:pathLst>
                <a:path w="49" h="49" extrusionOk="0">
                  <a:moveTo>
                    <a:pt x="0" y="0"/>
                  </a:moveTo>
                  <a:lnTo>
                    <a:pt x="0" y="48"/>
                  </a:lnTo>
                  <a:lnTo>
                    <a:pt x="49" y="48"/>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2" name="Google Shape;10662;p25"/>
            <p:cNvSpPr/>
            <p:nvPr/>
          </p:nvSpPr>
          <p:spPr>
            <a:xfrm>
              <a:off x="2106200" y="2522850"/>
              <a:ext cx="1225" cy="1225"/>
            </a:xfrm>
            <a:custGeom>
              <a:avLst/>
              <a:gdLst/>
              <a:ahLst/>
              <a:cxnLst/>
              <a:rect l="l" t="t" r="r" b="b"/>
              <a:pathLst>
                <a:path w="49" h="49" extrusionOk="0">
                  <a:moveTo>
                    <a:pt x="1" y="1"/>
                  </a:moveTo>
                  <a:lnTo>
                    <a:pt x="1" y="25"/>
                  </a:lnTo>
                  <a:lnTo>
                    <a:pt x="25"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3" name="Google Shape;10663;p25"/>
            <p:cNvSpPr/>
            <p:nvPr/>
          </p:nvSpPr>
          <p:spPr>
            <a:xfrm>
              <a:off x="2085750" y="2451850"/>
              <a:ext cx="2425" cy="1825"/>
            </a:xfrm>
            <a:custGeom>
              <a:avLst/>
              <a:gdLst/>
              <a:ahLst/>
              <a:cxnLst/>
              <a:rect l="l" t="t" r="r" b="b"/>
              <a:pathLst>
                <a:path w="97" h="73" extrusionOk="0">
                  <a:moveTo>
                    <a:pt x="24" y="0"/>
                  </a:moveTo>
                  <a:lnTo>
                    <a:pt x="0" y="24"/>
                  </a:lnTo>
                  <a:lnTo>
                    <a:pt x="0" y="48"/>
                  </a:lnTo>
                  <a:lnTo>
                    <a:pt x="24" y="72"/>
                  </a:lnTo>
                  <a:lnTo>
                    <a:pt x="96"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4" name="Google Shape;10664;p25"/>
            <p:cNvSpPr/>
            <p:nvPr/>
          </p:nvSpPr>
          <p:spPr>
            <a:xfrm>
              <a:off x="2159775" y="2429575"/>
              <a:ext cx="1825" cy="1825"/>
            </a:xfrm>
            <a:custGeom>
              <a:avLst/>
              <a:gdLst/>
              <a:ahLst/>
              <a:cxnLst/>
              <a:rect l="l" t="t" r="r" b="b"/>
              <a:pathLst>
                <a:path w="73" h="73" extrusionOk="0">
                  <a:moveTo>
                    <a:pt x="48" y="1"/>
                  </a:moveTo>
                  <a:lnTo>
                    <a:pt x="0" y="25"/>
                  </a:lnTo>
                  <a:lnTo>
                    <a:pt x="0" y="49"/>
                  </a:lnTo>
                  <a:lnTo>
                    <a:pt x="24" y="73"/>
                  </a:lnTo>
                  <a:lnTo>
                    <a:pt x="72"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5" name="Google Shape;10665;p25"/>
            <p:cNvSpPr/>
            <p:nvPr/>
          </p:nvSpPr>
          <p:spPr>
            <a:xfrm>
              <a:off x="2177225" y="2409125"/>
              <a:ext cx="1825" cy="2425"/>
            </a:xfrm>
            <a:custGeom>
              <a:avLst/>
              <a:gdLst/>
              <a:ahLst/>
              <a:cxnLst/>
              <a:rect l="l" t="t" r="r" b="b"/>
              <a:pathLst>
                <a:path w="73" h="97" extrusionOk="0">
                  <a:moveTo>
                    <a:pt x="48" y="0"/>
                  </a:moveTo>
                  <a:lnTo>
                    <a:pt x="0" y="24"/>
                  </a:lnTo>
                  <a:lnTo>
                    <a:pt x="0" y="48"/>
                  </a:lnTo>
                  <a:lnTo>
                    <a:pt x="24" y="96"/>
                  </a:lnTo>
                  <a:lnTo>
                    <a:pt x="48" y="72"/>
                  </a:lnTo>
                  <a:lnTo>
                    <a:pt x="72" y="48"/>
                  </a:lnTo>
                  <a:lnTo>
                    <a:pt x="72"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6" name="Google Shape;10666;p25"/>
            <p:cNvSpPr/>
            <p:nvPr/>
          </p:nvSpPr>
          <p:spPr>
            <a:xfrm>
              <a:off x="2336100" y="2477125"/>
              <a:ext cx="2425" cy="1825"/>
            </a:xfrm>
            <a:custGeom>
              <a:avLst/>
              <a:gdLst/>
              <a:ahLst/>
              <a:cxnLst/>
              <a:rect l="l" t="t" r="r" b="b"/>
              <a:pathLst>
                <a:path w="97" h="73" extrusionOk="0">
                  <a:moveTo>
                    <a:pt x="25" y="0"/>
                  </a:moveTo>
                  <a:lnTo>
                    <a:pt x="1" y="48"/>
                  </a:lnTo>
                  <a:lnTo>
                    <a:pt x="49" y="73"/>
                  </a:lnTo>
                  <a:lnTo>
                    <a:pt x="73" y="73"/>
                  </a:lnTo>
                  <a:lnTo>
                    <a:pt x="97" y="48"/>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7" name="Google Shape;10667;p25"/>
            <p:cNvSpPr/>
            <p:nvPr/>
          </p:nvSpPr>
          <p:spPr>
            <a:xfrm>
              <a:off x="2271100" y="2436800"/>
              <a:ext cx="2425" cy="2425"/>
            </a:xfrm>
            <a:custGeom>
              <a:avLst/>
              <a:gdLst/>
              <a:ahLst/>
              <a:cxnLst/>
              <a:rect l="l" t="t" r="r" b="b"/>
              <a:pathLst>
                <a:path w="97" h="97" extrusionOk="0">
                  <a:moveTo>
                    <a:pt x="73" y="0"/>
                  </a:moveTo>
                  <a:lnTo>
                    <a:pt x="49" y="24"/>
                  </a:lnTo>
                  <a:lnTo>
                    <a:pt x="1" y="49"/>
                  </a:lnTo>
                  <a:lnTo>
                    <a:pt x="1" y="73"/>
                  </a:lnTo>
                  <a:lnTo>
                    <a:pt x="49" y="97"/>
                  </a:lnTo>
                  <a:lnTo>
                    <a:pt x="73" y="73"/>
                  </a:lnTo>
                  <a:lnTo>
                    <a:pt x="97"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8" name="Google Shape;10668;p25"/>
            <p:cNvSpPr/>
            <p:nvPr/>
          </p:nvSpPr>
          <p:spPr>
            <a:xfrm>
              <a:off x="2253050" y="2417550"/>
              <a:ext cx="1825" cy="1825"/>
            </a:xfrm>
            <a:custGeom>
              <a:avLst/>
              <a:gdLst/>
              <a:ahLst/>
              <a:cxnLst/>
              <a:rect l="l" t="t" r="r" b="b"/>
              <a:pathLst>
                <a:path w="73" h="73" extrusionOk="0">
                  <a:moveTo>
                    <a:pt x="0" y="0"/>
                  </a:moveTo>
                  <a:lnTo>
                    <a:pt x="0" y="48"/>
                  </a:lnTo>
                  <a:lnTo>
                    <a:pt x="24" y="72"/>
                  </a:lnTo>
                  <a:lnTo>
                    <a:pt x="49" y="48"/>
                  </a:lnTo>
                  <a:lnTo>
                    <a:pt x="73"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9" name="Google Shape;10669;p25"/>
            <p:cNvSpPr/>
            <p:nvPr/>
          </p:nvSpPr>
          <p:spPr>
            <a:xfrm>
              <a:off x="2172400" y="2366975"/>
              <a:ext cx="2425" cy="2450"/>
            </a:xfrm>
            <a:custGeom>
              <a:avLst/>
              <a:gdLst/>
              <a:ahLst/>
              <a:cxnLst/>
              <a:rect l="l" t="t" r="r" b="b"/>
              <a:pathLst>
                <a:path w="97" h="98" extrusionOk="0">
                  <a:moveTo>
                    <a:pt x="49" y="1"/>
                  </a:moveTo>
                  <a:lnTo>
                    <a:pt x="1" y="25"/>
                  </a:lnTo>
                  <a:lnTo>
                    <a:pt x="1" y="49"/>
                  </a:lnTo>
                  <a:lnTo>
                    <a:pt x="25" y="97"/>
                  </a:lnTo>
                  <a:lnTo>
                    <a:pt x="49" y="97"/>
                  </a:lnTo>
                  <a:lnTo>
                    <a:pt x="73" y="73"/>
                  </a:lnTo>
                  <a:lnTo>
                    <a:pt x="97"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0" name="Google Shape;10670;p25"/>
            <p:cNvSpPr/>
            <p:nvPr/>
          </p:nvSpPr>
          <p:spPr>
            <a:xfrm>
              <a:off x="2341525" y="2435600"/>
              <a:ext cx="1825" cy="1825"/>
            </a:xfrm>
            <a:custGeom>
              <a:avLst/>
              <a:gdLst/>
              <a:ahLst/>
              <a:cxnLst/>
              <a:rect l="l" t="t" r="r" b="b"/>
              <a:pathLst>
                <a:path w="73" h="73" extrusionOk="0">
                  <a:moveTo>
                    <a:pt x="48" y="0"/>
                  </a:moveTo>
                  <a:lnTo>
                    <a:pt x="0" y="24"/>
                  </a:lnTo>
                  <a:lnTo>
                    <a:pt x="0" y="48"/>
                  </a:lnTo>
                  <a:lnTo>
                    <a:pt x="24" y="72"/>
                  </a:lnTo>
                  <a:lnTo>
                    <a:pt x="72" y="48"/>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1" name="Google Shape;10671;p25"/>
            <p:cNvSpPr/>
            <p:nvPr/>
          </p:nvSpPr>
          <p:spPr>
            <a:xfrm>
              <a:off x="2268700" y="2359150"/>
              <a:ext cx="1825" cy="3050"/>
            </a:xfrm>
            <a:custGeom>
              <a:avLst/>
              <a:gdLst/>
              <a:ahLst/>
              <a:cxnLst/>
              <a:rect l="l" t="t" r="r" b="b"/>
              <a:pathLst>
                <a:path w="73" h="122" extrusionOk="0">
                  <a:moveTo>
                    <a:pt x="24" y="1"/>
                  </a:moveTo>
                  <a:lnTo>
                    <a:pt x="0" y="49"/>
                  </a:lnTo>
                  <a:lnTo>
                    <a:pt x="0" y="97"/>
                  </a:lnTo>
                  <a:lnTo>
                    <a:pt x="24" y="121"/>
                  </a:lnTo>
                  <a:lnTo>
                    <a:pt x="48" y="97"/>
                  </a:lnTo>
                  <a:lnTo>
                    <a:pt x="73"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2" name="Google Shape;10672;p25"/>
            <p:cNvSpPr/>
            <p:nvPr/>
          </p:nvSpPr>
          <p:spPr>
            <a:xfrm>
              <a:off x="2311425" y="2298375"/>
              <a:ext cx="2425" cy="1825"/>
            </a:xfrm>
            <a:custGeom>
              <a:avLst/>
              <a:gdLst/>
              <a:ahLst/>
              <a:cxnLst/>
              <a:rect l="l" t="t" r="r" b="b"/>
              <a:pathLst>
                <a:path w="97"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3" name="Google Shape;10673;p25"/>
            <p:cNvSpPr/>
            <p:nvPr/>
          </p:nvSpPr>
          <p:spPr>
            <a:xfrm>
              <a:off x="2235600" y="2185225"/>
              <a:ext cx="2425" cy="3050"/>
            </a:xfrm>
            <a:custGeom>
              <a:avLst/>
              <a:gdLst/>
              <a:ahLst/>
              <a:cxnLst/>
              <a:rect l="l" t="t" r="r" b="b"/>
              <a:pathLst>
                <a:path w="97" h="122" extrusionOk="0">
                  <a:moveTo>
                    <a:pt x="48" y="1"/>
                  </a:moveTo>
                  <a:lnTo>
                    <a:pt x="24" y="49"/>
                  </a:lnTo>
                  <a:lnTo>
                    <a:pt x="0" y="73"/>
                  </a:lnTo>
                  <a:lnTo>
                    <a:pt x="24" y="97"/>
                  </a:lnTo>
                  <a:lnTo>
                    <a:pt x="48" y="121"/>
                  </a:lnTo>
                  <a:lnTo>
                    <a:pt x="72" y="97"/>
                  </a:lnTo>
                  <a:lnTo>
                    <a:pt x="97" y="49"/>
                  </a:lnTo>
                  <a:lnTo>
                    <a:pt x="72"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4" name="Google Shape;10674;p25"/>
            <p:cNvSpPr/>
            <p:nvPr/>
          </p:nvSpPr>
          <p:spPr>
            <a:xfrm>
              <a:off x="1973200" y="2011300"/>
              <a:ext cx="2425" cy="2425"/>
            </a:xfrm>
            <a:custGeom>
              <a:avLst/>
              <a:gdLst/>
              <a:ahLst/>
              <a:cxnLst/>
              <a:rect l="l" t="t" r="r" b="b"/>
              <a:pathLst>
                <a:path w="97" h="97" extrusionOk="0">
                  <a:moveTo>
                    <a:pt x="48" y="1"/>
                  </a:moveTo>
                  <a:lnTo>
                    <a:pt x="0" y="25"/>
                  </a:lnTo>
                  <a:lnTo>
                    <a:pt x="24" y="73"/>
                  </a:lnTo>
                  <a:lnTo>
                    <a:pt x="48" y="97"/>
                  </a:lnTo>
                  <a:lnTo>
                    <a:pt x="73"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5" name="Google Shape;10675;p25"/>
            <p:cNvSpPr/>
            <p:nvPr/>
          </p:nvSpPr>
          <p:spPr>
            <a:xfrm>
              <a:off x="1863050" y="1940300"/>
              <a:ext cx="1850" cy="1225"/>
            </a:xfrm>
            <a:custGeom>
              <a:avLst/>
              <a:gdLst/>
              <a:ahLst/>
              <a:cxnLst/>
              <a:rect l="l" t="t" r="r" b="b"/>
              <a:pathLst>
                <a:path w="74" h="49" extrusionOk="0">
                  <a:moveTo>
                    <a:pt x="49" y="0"/>
                  </a:moveTo>
                  <a:lnTo>
                    <a:pt x="1" y="24"/>
                  </a:lnTo>
                  <a:lnTo>
                    <a:pt x="1" y="48"/>
                  </a:lnTo>
                  <a:lnTo>
                    <a:pt x="73"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6" name="Google Shape;10676;p25"/>
            <p:cNvSpPr/>
            <p:nvPr/>
          </p:nvSpPr>
          <p:spPr>
            <a:xfrm>
              <a:off x="1925650" y="1964975"/>
              <a:ext cx="2425" cy="3025"/>
            </a:xfrm>
            <a:custGeom>
              <a:avLst/>
              <a:gdLst/>
              <a:ahLst/>
              <a:cxnLst/>
              <a:rect l="l" t="t" r="r" b="b"/>
              <a:pathLst>
                <a:path w="97" h="121" extrusionOk="0">
                  <a:moveTo>
                    <a:pt x="25" y="0"/>
                  </a:moveTo>
                  <a:lnTo>
                    <a:pt x="1" y="24"/>
                  </a:lnTo>
                  <a:lnTo>
                    <a:pt x="1" y="48"/>
                  </a:lnTo>
                  <a:lnTo>
                    <a:pt x="1" y="72"/>
                  </a:lnTo>
                  <a:lnTo>
                    <a:pt x="25" y="96"/>
                  </a:lnTo>
                  <a:lnTo>
                    <a:pt x="73" y="120"/>
                  </a:lnTo>
                  <a:lnTo>
                    <a:pt x="97" y="48"/>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7" name="Google Shape;10677;p25"/>
            <p:cNvSpPr/>
            <p:nvPr/>
          </p:nvSpPr>
          <p:spPr>
            <a:xfrm>
              <a:off x="2092950" y="2064275"/>
              <a:ext cx="2450" cy="2425"/>
            </a:xfrm>
            <a:custGeom>
              <a:avLst/>
              <a:gdLst/>
              <a:ahLst/>
              <a:cxnLst/>
              <a:rect l="l" t="t" r="r" b="b"/>
              <a:pathLst>
                <a:path w="98" h="97" extrusionOk="0">
                  <a:moveTo>
                    <a:pt x="25" y="0"/>
                  </a:moveTo>
                  <a:lnTo>
                    <a:pt x="1" y="24"/>
                  </a:lnTo>
                  <a:lnTo>
                    <a:pt x="1" y="72"/>
                  </a:lnTo>
                  <a:lnTo>
                    <a:pt x="25" y="96"/>
                  </a:lnTo>
                  <a:lnTo>
                    <a:pt x="49" y="96"/>
                  </a:lnTo>
                  <a:lnTo>
                    <a:pt x="97" y="72"/>
                  </a:lnTo>
                  <a:lnTo>
                    <a:pt x="97"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8" name="Google Shape;10678;p25"/>
            <p:cNvSpPr/>
            <p:nvPr/>
          </p:nvSpPr>
          <p:spPr>
            <a:xfrm>
              <a:off x="2063475" y="2032375"/>
              <a:ext cx="2425" cy="1825"/>
            </a:xfrm>
            <a:custGeom>
              <a:avLst/>
              <a:gdLst/>
              <a:ahLst/>
              <a:cxnLst/>
              <a:rect l="l" t="t" r="r" b="b"/>
              <a:pathLst>
                <a:path w="97" h="73" extrusionOk="0">
                  <a:moveTo>
                    <a:pt x="24" y="0"/>
                  </a:moveTo>
                  <a:lnTo>
                    <a:pt x="0" y="24"/>
                  </a:lnTo>
                  <a:lnTo>
                    <a:pt x="0" y="48"/>
                  </a:lnTo>
                  <a:lnTo>
                    <a:pt x="24" y="72"/>
                  </a:lnTo>
                  <a:lnTo>
                    <a:pt x="73"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9" name="Google Shape;10679;p25"/>
            <p:cNvSpPr/>
            <p:nvPr/>
          </p:nvSpPr>
          <p:spPr>
            <a:xfrm>
              <a:off x="2029775" y="2001675"/>
              <a:ext cx="2425" cy="1825"/>
            </a:xfrm>
            <a:custGeom>
              <a:avLst/>
              <a:gdLst/>
              <a:ahLst/>
              <a:cxnLst/>
              <a:rect l="l" t="t" r="r" b="b"/>
              <a:pathLst>
                <a:path w="97" h="73" extrusionOk="0">
                  <a:moveTo>
                    <a:pt x="48" y="1"/>
                  </a:moveTo>
                  <a:lnTo>
                    <a:pt x="24" y="25"/>
                  </a:lnTo>
                  <a:lnTo>
                    <a:pt x="0" y="73"/>
                  </a:lnTo>
                  <a:lnTo>
                    <a:pt x="72" y="73"/>
                  </a:lnTo>
                  <a:lnTo>
                    <a:pt x="96" y="49"/>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0" name="Google Shape;10680;p25"/>
            <p:cNvSpPr/>
            <p:nvPr/>
          </p:nvSpPr>
          <p:spPr>
            <a:xfrm>
              <a:off x="1990050" y="1905375"/>
              <a:ext cx="1225" cy="1850"/>
            </a:xfrm>
            <a:custGeom>
              <a:avLst/>
              <a:gdLst/>
              <a:ahLst/>
              <a:cxnLst/>
              <a:rect l="l" t="t" r="r" b="b"/>
              <a:pathLst>
                <a:path w="49" h="74" extrusionOk="0">
                  <a:moveTo>
                    <a:pt x="24" y="1"/>
                  </a:moveTo>
                  <a:lnTo>
                    <a:pt x="0" y="25"/>
                  </a:lnTo>
                  <a:lnTo>
                    <a:pt x="0" y="49"/>
                  </a:lnTo>
                  <a:lnTo>
                    <a:pt x="49" y="73"/>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1" name="Google Shape;10681;p25"/>
            <p:cNvSpPr/>
            <p:nvPr/>
          </p:nvSpPr>
          <p:spPr>
            <a:xfrm>
              <a:off x="1988250" y="1894550"/>
              <a:ext cx="1825" cy="1225"/>
            </a:xfrm>
            <a:custGeom>
              <a:avLst/>
              <a:gdLst/>
              <a:ahLst/>
              <a:cxnLst/>
              <a:rect l="l" t="t" r="r" b="b"/>
              <a:pathLst>
                <a:path w="73" h="49" extrusionOk="0">
                  <a:moveTo>
                    <a:pt x="48" y="0"/>
                  </a:moveTo>
                  <a:lnTo>
                    <a:pt x="0" y="25"/>
                  </a:lnTo>
                  <a:lnTo>
                    <a:pt x="0" y="49"/>
                  </a:lnTo>
                  <a:lnTo>
                    <a:pt x="72" y="49"/>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2" name="Google Shape;10682;p25"/>
            <p:cNvSpPr/>
            <p:nvPr/>
          </p:nvSpPr>
          <p:spPr>
            <a:xfrm>
              <a:off x="2051425" y="1897550"/>
              <a:ext cx="2450" cy="1850"/>
            </a:xfrm>
            <a:custGeom>
              <a:avLst/>
              <a:gdLst/>
              <a:ahLst/>
              <a:cxnLst/>
              <a:rect l="l" t="t" r="r" b="b"/>
              <a:pathLst>
                <a:path w="98" h="74" extrusionOk="0">
                  <a:moveTo>
                    <a:pt x="25" y="1"/>
                  </a:moveTo>
                  <a:lnTo>
                    <a:pt x="1" y="49"/>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3" name="Google Shape;10683;p25"/>
            <p:cNvSpPr/>
            <p:nvPr/>
          </p:nvSpPr>
          <p:spPr>
            <a:xfrm>
              <a:off x="2257250" y="2017325"/>
              <a:ext cx="2450" cy="1825"/>
            </a:xfrm>
            <a:custGeom>
              <a:avLst/>
              <a:gdLst/>
              <a:ahLst/>
              <a:cxnLst/>
              <a:rect l="l" t="t" r="r" b="b"/>
              <a:pathLst>
                <a:path w="98" h="73" extrusionOk="0">
                  <a:moveTo>
                    <a:pt x="25" y="0"/>
                  </a:moveTo>
                  <a:lnTo>
                    <a:pt x="1" y="24"/>
                  </a:lnTo>
                  <a:lnTo>
                    <a:pt x="25" y="73"/>
                  </a:lnTo>
                  <a:lnTo>
                    <a:pt x="49" y="73"/>
                  </a:lnTo>
                  <a:lnTo>
                    <a:pt x="97" y="49"/>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4" name="Google Shape;10684;p25"/>
            <p:cNvSpPr/>
            <p:nvPr/>
          </p:nvSpPr>
          <p:spPr>
            <a:xfrm>
              <a:off x="2154950" y="1942100"/>
              <a:ext cx="5450" cy="1225"/>
            </a:xfrm>
            <a:custGeom>
              <a:avLst/>
              <a:gdLst/>
              <a:ahLst/>
              <a:cxnLst/>
              <a:rect l="l" t="t" r="r" b="b"/>
              <a:pathLst>
                <a:path w="218" h="49" extrusionOk="0">
                  <a:moveTo>
                    <a:pt x="49" y="0"/>
                  </a:moveTo>
                  <a:lnTo>
                    <a:pt x="0" y="48"/>
                  </a:lnTo>
                  <a:lnTo>
                    <a:pt x="97" y="48"/>
                  </a:lnTo>
                  <a:lnTo>
                    <a:pt x="197" y="28"/>
                  </a:lnTo>
                  <a:lnTo>
                    <a:pt x="197" y="28"/>
                  </a:lnTo>
                  <a:lnTo>
                    <a:pt x="169" y="0"/>
                  </a:lnTo>
                  <a:close/>
                  <a:moveTo>
                    <a:pt x="217" y="24"/>
                  </a:moveTo>
                  <a:lnTo>
                    <a:pt x="197" y="28"/>
                  </a:lnTo>
                  <a:lnTo>
                    <a:pt x="197" y="28"/>
                  </a:lnTo>
                  <a:lnTo>
                    <a:pt x="217" y="48"/>
                  </a:lnTo>
                  <a:lnTo>
                    <a:pt x="217"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5" name="Google Shape;10685;p25"/>
            <p:cNvSpPr/>
            <p:nvPr/>
          </p:nvSpPr>
          <p:spPr>
            <a:xfrm>
              <a:off x="2135100" y="1902375"/>
              <a:ext cx="4825" cy="1225"/>
            </a:xfrm>
            <a:custGeom>
              <a:avLst/>
              <a:gdLst/>
              <a:ahLst/>
              <a:cxnLst/>
              <a:rect l="l" t="t" r="r" b="b"/>
              <a:pathLst>
                <a:path w="193" h="49" extrusionOk="0">
                  <a:moveTo>
                    <a:pt x="96" y="0"/>
                  </a:moveTo>
                  <a:lnTo>
                    <a:pt x="0" y="25"/>
                  </a:lnTo>
                  <a:lnTo>
                    <a:pt x="48" y="49"/>
                  </a:lnTo>
                  <a:lnTo>
                    <a:pt x="96" y="49"/>
                  </a:lnTo>
                  <a:lnTo>
                    <a:pt x="161" y="33"/>
                  </a:lnTo>
                  <a:lnTo>
                    <a:pt x="161" y="33"/>
                  </a:lnTo>
                  <a:lnTo>
                    <a:pt x="144" y="25"/>
                  </a:lnTo>
                  <a:lnTo>
                    <a:pt x="96" y="0"/>
                  </a:lnTo>
                  <a:close/>
                  <a:moveTo>
                    <a:pt x="193" y="25"/>
                  </a:moveTo>
                  <a:lnTo>
                    <a:pt x="161" y="33"/>
                  </a:lnTo>
                  <a:lnTo>
                    <a:pt x="161" y="33"/>
                  </a:lnTo>
                  <a:lnTo>
                    <a:pt x="193" y="49"/>
                  </a:lnTo>
                  <a:lnTo>
                    <a:pt x="193"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6" name="Google Shape;10686;p25"/>
            <p:cNvSpPr/>
            <p:nvPr/>
          </p:nvSpPr>
          <p:spPr>
            <a:xfrm>
              <a:off x="2147125" y="1906575"/>
              <a:ext cx="5450" cy="1250"/>
            </a:xfrm>
            <a:custGeom>
              <a:avLst/>
              <a:gdLst/>
              <a:ahLst/>
              <a:cxnLst/>
              <a:rect l="l" t="t" r="r" b="b"/>
              <a:pathLst>
                <a:path w="218" h="50" extrusionOk="0">
                  <a:moveTo>
                    <a:pt x="0" y="1"/>
                  </a:moveTo>
                  <a:lnTo>
                    <a:pt x="49" y="49"/>
                  </a:lnTo>
                  <a:lnTo>
                    <a:pt x="145" y="49"/>
                  </a:lnTo>
                  <a:lnTo>
                    <a:pt x="217" y="25"/>
                  </a:lnTo>
                  <a:lnTo>
                    <a:pt x="193"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7" name="Google Shape;10687;p25"/>
            <p:cNvSpPr/>
            <p:nvPr/>
          </p:nvSpPr>
          <p:spPr>
            <a:xfrm>
              <a:off x="2073700" y="1837975"/>
              <a:ext cx="2425" cy="2425"/>
            </a:xfrm>
            <a:custGeom>
              <a:avLst/>
              <a:gdLst/>
              <a:ahLst/>
              <a:cxnLst/>
              <a:rect l="l" t="t" r="r" b="b"/>
              <a:pathLst>
                <a:path w="97" h="97" extrusionOk="0">
                  <a:moveTo>
                    <a:pt x="25" y="1"/>
                  </a:moveTo>
                  <a:lnTo>
                    <a:pt x="1" y="25"/>
                  </a:lnTo>
                  <a:lnTo>
                    <a:pt x="1" y="49"/>
                  </a:lnTo>
                  <a:lnTo>
                    <a:pt x="1" y="73"/>
                  </a:lnTo>
                  <a:lnTo>
                    <a:pt x="49" y="97"/>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8" name="Google Shape;10688;p25"/>
            <p:cNvSpPr/>
            <p:nvPr/>
          </p:nvSpPr>
          <p:spPr>
            <a:xfrm>
              <a:off x="2303600" y="1892750"/>
              <a:ext cx="1825" cy="1825"/>
            </a:xfrm>
            <a:custGeom>
              <a:avLst/>
              <a:gdLst/>
              <a:ahLst/>
              <a:cxnLst/>
              <a:rect l="l" t="t" r="r" b="b"/>
              <a:pathLst>
                <a:path w="73" h="73" extrusionOk="0">
                  <a:moveTo>
                    <a:pt x="49" y="0"/>
                  </a:moveTo>
                  <a:lnTo>
                    <a:pt x="1" y="24"/>
                  </a:lnTo>
                  <a:lnTo>
                    <a:pt x="25" y="48"/>
                  </a:lnTo>
                  <a:lnTo>
                    <a:pt x="49" y="72"/>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9" name="Google Shape;10689;p25"/>
            <p:cNvSpPr/>
            <p:nvPr/>
          </p:nvSpPr>
          <p:spPr>
            <a:xfrm>
              <a:off x="2436600" y="1894550"/>
              <a:ext cx="2450" cy="3025"/>
            </a:xfrm>
            <a:custGeom>
              <a:avLst/>
              <a:gdLst/>
              <a:ahLst/>
              <a:cxnLst/>
              <a:rect l="l" t="t" r="r" b="b"/>
              <a:pathLst>
                <a:path w="98" h="121" extrusionOk="0">
                  <a:moveTo>
                    <a:pt x="49" y="0"/>
                  </a:moveTo>
                  <a:lnTo>
                    <a:pt x="1" y="25"/>
                  </a:lnTo>
                  <a:lnTo>
                    <a:pt x="1" y="73"/>
                  </a:lnTo>
                  <a:lnTo>
                    <a:pt x="25" y="121"/>
                  </a:lnTo>
                  <a:lnTo>
                    <a:pt x="73" y="97"/>
                  </a:lnTo>
                  <a:lnTo>
                    <a:pt x="97"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0" name="Google Shape;10690;p25"/>
            <p:cNvSpPr/>
            <p:nvPr/>
          </p:nvSpPr>
          <p:spPr>
            <a:xfrm>
              <a:off x="1827550" y="2045000"/>
              <a:ext cx="1825" cy="1825"/>
            </a:xfrm>
            <a:custGeom>
              <a:avLst/>
              <a:gdLst/>
              <a:ahLst/>
              <a:cxnLst/>
              <a:rect l="l" t="t" r="r" b="b"/>
              <a:pathLst>
                <a:path w="73" h="73" extrusionOk="0">
                  <a:moveTo>
                    <a:pt x="1" y="1"/>
                  </a:moveTo>
                  <a:lnTo>
                    <a:pt x="1" y="49"/>
                  </a:lnTo>
                  <a:lnTo>
                    <a:pt x="49"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1" name="Google Shape;10691;p25"/>
            <p:cNvSpPr/>
            <p:nvPr/>
          </p:nvSpPr>
          <p:spPr>
            <a:xfrm>
              <a:off x="1990650" y="2040800"/>
              <a:ext cx="1225" cy="625"/>
            </a:xfrm>
            <a:custGeom>
              <a:avLst/>
              <a:gdLst/>
              <a:ahLst/>
              <a:cxnLst/>
              <a:rect l="l" t="t" r="r" b="b"/>
              <a:pathLst>
                <a:path w="49" h="25" extrusionOk="0">
                  <a:moveTo>
                    <a:pt x="0" y="0"/>
                  </a:moveTo>
                  <a:lnTo>
                    <a:pt x="0"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2" name="Google Shape;10692;p25"/>
            <p:cNvSpPr/>
            <p:nvPr/>
          </p:nvSpPr>
          <p:spPr>
            <a:xfrm>
              <a:off x="1983425" y="2019125"/>
              <a:ext cx="1825" cy="1825"/>
            </a:xfrm>
            <a:custGeom>
              <a:avLst/>
              <a:gdLst/>
              <a:ahLst/>
              <a:cxnLst/>
              <a:rect l="l" t="t" r="r" b="b"/>
              <a:pathLst>
                <a:path w="73" h="73" extrusionOk="0">
                  <a:moveTo>
                    <a:pt x="25" y="1"/>
                  </a:moveTo>
                  <a:lnTo>
                    <a:pt x="1" y="25"/>
                  </a:lnTo>
                  <a:lnTo>
                    <a:pt x="25" y="73"/>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3" name="Google Shape;10693;p25"/>
            <p:cNvSpPr/>
            <p:nvPr/>
          </p:nvSpPr>
          <p:spPr>
            <a:xfrm>
              <a:off x="1895550" y="1967975"/>
              <a:ext cx="1850" cy="1225"/>
            </a:xfrm>
            <a:custGeom>
              <a:avLst/>
              <a:gdLst/>
              <a:ahLst/>
              <a:cxnLst/>
              <a:rect l="l" t="t" r="r" b="b"/>
              <a:pathLst>
                <a:path w="74" h="49" extrusionOk="0">
                  <a:moveTo>
                    <a:pt x="25" y="0"/>
                  </a:moveTo>
                  <a:lnTo>
                    <a:pt x="1" y="24"/>
                  </a:lnTo>
                  <a:lnTo>
                    <a:pt x="25" y="49"/>
                  </a:lnTo>
                  <a:lnTo>
                    <a:pt x="49" y="49"/>
                  </a:lnTo>
                  <a:lnTo>
                    <a:pt x="73"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4" name="Google Shape;10694;p25"/>
            <p:cNvSpPr/>
            <p:nvPr/>
          </p:nvSpPr>
          <p:spPr>
            <a:xfrm>
              <a:off x="2407725" y="2450025"/>
              <a:ext cx="1825" cy="1850"/>
            </a:xfrm>
            <a:custGeom>
              <a:avLst/>
              <a:gdLst/>
              <a:ahLst/>
              <a:cxnLst/>
              <a:rect l="l" t="t" r="r" b="b"/>
              <a:pathLst>
                <a:path w="73" h="74" extrusionOk="0">
                  <a:moveTo>
                    <a:pt x="24" y="1"/>
                  </a:moveTo>
                  <a:lnTo>
                    <a:pt x="0" y="49"/>
                  </a:lnTo>
                  <a:lnTo>
                    <a:pt x="24" y="73"/>
                  </a:lnTo>
                  <a:lnTo>
                    <a:pt x="72" y="73"/>
                  </a:lnTo>
                  <a:lnTo>
                    <a:pt x="72"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5" name="Google Shape;10695;p25"/>
            <p:cNvSpPr/>
            <p:nvPr/>
          </p:nvSpPr>
          <p:spPr>
            <a:xfrm>
              <a:off x="2328875" y="2403700"/>
              <a:ext cx="1225" cy="1225"/>
            </a:xfrm>
            <a:custGeom>
              <a:avLst/>
              <a:gdLst/>
              <a:ahLst/>
              <a:cxnLst/>
              <a:rect l="l" t="t" r="r" b="b"/>
              <a:pathLst>
                <a:path w="49" h="49" extrusionOk="0">
                  <a:moveTo>
                    <a:pt x="25" y="0"/>
                  </a:moveTo>
                  <a:lnTo>
                    <a:pt x="1" y="24"/>
                  </a:lnTo>
                  <a:lnTo>
                    <a:pt x="1" y="49"/>
                  </a:lnTo>
                  <a:lnTo>
                    <a:pt x="49" y="49"/>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6" name="Google Shape;10696;p25"/>
            <p:cNvSpPr/>
            <p:nvPr/>
          </p:nvSpPr>
          <p:spPr>
            <a:xfrm>
              <a:off x="2178425" y="2395275"/>
              <a:ext cx="1225" cy="1225"/>
            </a:xfrm>
            <a:custGeom>
              <a:avLst/>
              <a:gdLst/>
              <a:ahLst/>
              <a:cxnLst/>
              <a:rect l="l" t="t" r="r" b="b"/>
              <a:pathLst>
                <a:path w="49" h="49" extrusionOk="0">
                  <a:moveTo>
                    <a:pt x="24" y="0"/>
                  </a:moveTo>
                  <a:lnTo>
                    <a:pt x="0" y="24"/>
                  </a:lnTo>
                  <a:lnTo>
                    <a:pt x="0" y="48"/>
                  </a:lnTo>
                  <a:lnTo>
                    <a:pt x="48" y="48"/>
                  </a:lnTo>
                  <a:lnTo>
                    <a:pt x="48"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7" name="Google Shape;10697;p25"/>
            <p:cNvSpPr/>
            <p:nvPr/>
          </p:nvSpPr>
          <p:spPr>
            <a:xfrm>
              <a:off x="2307825" y="2370000"/>
              <a:ext cx="1225" cy="1225"/>
            </a:xfrm>
            <a:custGeom>
              <a:avLst/>
              <a:gdLst/>
              <a:ahLst/>
              <a:cxnLst/>
              <a:rect l="l" t="t" r="r" b="b"/>
              <a:pathLst>
                <a:path w="49" h="49" extrusionOk="0">
                  <a:moveTo>
                    <a:pt x="24" y="0"/>
                  </a:moveTo>
                  <a:lnTo>
                    <a:pt x="0" y="24"/>
                  </a:lnTo>
                  <a:lnTo>
                    <a:pt x="0" y="48"/>
                  </a:lnTo>
                  <a:lnTo>
                    <a:pt x="48" y="48"/>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8" name="Google Shape;10698;p25"/>
            <p:cNvSpPr/>
            <p:nvPr/>
          </p:nvSpPr>
          <p:spPr>
            <a:xfrm>
              <a:off x="2171200" y="2383225"/>
              <a:ext cx="1225" cy="1250"/>
            </a:xfrm>
            <a:custGeom>
              <a:avLst/>
              <a:gdLst/>
              <a:ahLst/>
              <a:cxnLst/>
              <a:rect l="l" t="t" r="r" b="b"/>
              <a:pathLst>
                <a:path w="49" h="50" extrusionOk="0">
                  <a:moveTo>
                    <a:pt x="24" y="1"/>
                  </a:moveTo>
                  <a:lnTo>
                    <a:pt x="0" y="25"/>
                  </a:lnTo>
                  <a:lnTo>
                    <a:pt x="0" y="49"/>
                  </a:lnTo>
                  <a:lnTo>
                    <a:pt x="49" y="49"/>
                  </a:lnTo>
                  <a:lnTo>
                    <a:pt x="49"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9" name="Google Shape;10699;p25"/>
            <p:cNvSpPr/>
            <p:nvPr/>
          </p:nvSpPr>
          <p:spPr>
            <a:xfrm>
              <a:off x="1986425" y="2022750"/>
              <a:ext cx="1850" cy="1225"/>
            </a:xfrm>
            <a:custGeom>
              <a:avLst/>
              <a:gdLst/>
              <a:ahLst/>
              <a:cxnLst/>
              <a:rect l="l" t="t" r="r" b="b"/>
              <a:pathLst>
                <a:path w="74" h="49" extrusionOk="0">
                  <a:moveTo>
                    <a:pt x="1" y="0"/>
                  </a:moveTo>
                  <a:lnTo>
                    <a:pt x="1" y="24"/>
                  </a:lnTo>
                  <a:lnTo>
                    <a:pt x="49" y="48"/>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0" name="Google Shape;10700;p25"/>
            <p:cNvSpPr/>
            <p:nvPr/>
          </p:nvSpPr>
          <p:spPr>
            <a:xfrm>
              <a:off x="2180825" y="2333275"/>
              <a:ext cx="1225" cy="1225"/>
            </a:xfrm>
            <a:custGeom>
              <a:avLst/>
              <a:gdLst/>
              <a:ahLst/>
              <a:cxnLst/>
              <a:rect l="l" t="t" r="r" b="b"/>
              <a:pathLst>
                <a:path w="49" h="49" extrusionOk="0">
                  <a:moveTo>
                    <a:pt x="1" y="1"/>
                  </a:moveTo>
                  <a:lnTo>
                    <a:pt x="1" y="49"/>
                  </a:ln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1" name="Google Shape;10701;p25"/>
            <p:cNvSpPr/>
            <p:nvPr/>
          </p:nvSpPr>
          <p:spPr>
            <a:xfrm>
              <a:off x="2014125" y="2003475"/>
              <a:ext cx="1825" cy="1825"/>
            </a:xfrm>
            <a:custGeom>
              <a:avLst/>
              <a:gdLst/>
              <a:ahLst/>
              <a:cxnLst/>
              <a:rect l="l" t="t" r="r" b="b"/>
              <a:pathLst>
                <a:path w="73" h="73" extrusionOk="0">
                  <a:moveTo>
                    <a:pt x="24" y="1"/>
                  </a:moveTo>
                  <a:lnTo>
                    <a:pt x="0" y="25"/>
                  </a:lnTo>
                  <a:lnTo>
                    <a:pt x="24" y="49"/>
                  </a:lnTo>
                  <a:lnTo>
                    <a:pt x="48" y="73"/>
                  </a:lnTo>
                  <a:lnTo>
                    <a:pt x="73"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2" name="Google Shape;10702;p25"/>
            <p:cNvSpPr/>
            <p:nvPr/>
          </p:nvSpPr>
          <p:spPr>
            <a:xfrm>
              <a:off x="2272900" y="2126850"/>
              <a:ext cx="2450" cy="1825"/>
            </a:xfrm>
            <a:custGeom>
              <a:avLst/>
              <a:gdLst/>
              <a:ahLst/>
              <a:cxnLst/>
              <a:rect l="l" t="t" r="r" b="b"/>
              <a:pathLst>
                <a:path w="98" h="73" extrusionOk="0">
                  <a:moveTo>
                    <a:pt x="25" y="1"/>
                  </a:moveTo>
                  <a:lnTo>
                    <a:pt x="1" y="25"/>
                  </a:lnTo>
                  <a:lnTo>
                    <a:pt x="25" y="73"/>
                  </a:lnTo>
                  <a:lnTo>
                    <a:pt x="73" y="73"/>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3" name="Google Shape;10703;p25"/>
            <p:cNvSpPr/>
            <p:nvPr/>
          </p:nvSpPr>
          <p:spPr>
            <a:xfrm>
              <a:off x="2083325" y="194872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4" name="Google Shape;10704;p25"/>
            <p:cNvSpPr/>
            <p:nvPr/>
          </p:nvSpPr>
          <p:spPr>
            <a:xfrm>
              <a:off x="2023750" y="1910800"/>
              <a:ext cx="1825" cy="1825"/>
            </a:xfrm>
            <a:custGeom>
              <a:avLst/>
              <a:gdLst/>
              <a:ahLst/>
              <a:cxnLst/>
              <a:rect l="l" t="t" r="r" b="b"/>
              <a:pathLst>
                <a:path w="73" h="73" extrusionOk="0">
                  <a:moveTo>
                    <a:pt x="25" y="0"/>
                  </a:moveTo>
                  <a:lnTo>
                    <a:pt x="0" y="49"/>
                  </a:lnTo>
                  <a:lnTo>
                    <a:pt x="25" y="73"/>
                  </a:lnTo>
                  <a:lnTo>
                    <a:pt x="73" y="49"/>
                  </a:lnTo>
                  <a:lnTo>
                    <a:pt x="73"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5" name="Google Shape;10705;p25"/>
            <p:cNvSpPr/>
            <p:nvPr/>
          </p:nvSpPr>
          <p:spPr>
            <a:xfrm>
              <a:off x="2019525" y="1909000"/>
              <a:ext cx="1850" cy="1825"/>
            </a:xfrm>
            <a:custGeom>
              <a:avLst/>
              <a:gdLst/>
              <a:ahLst/>
              <a:cxnLst/>
              <a:rect l="l" t="t" r="r" b="b"/>
              <a:pathLst>
                <a:path w="74" h="73" extrusionOk="0">
                  <a:moveTo>
                    <a:pt x="25" y="0"/>
                  </a:moveTo>
                  <a:lnTo>
                    <a:pt x="1" y="24"/>
                  </a:lnTo>
                  <a:lnTo>
                    <a:pt x="25" y="72"/>
                  </a:lnTo>
                  <a:lnTo>
                    <a:pt x="49" y="48"/>
                  </a:lnTo>
                  <a:lnTo>
                    <a:pt x="73"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6" name="Google Shape;10706;p25"/>
            <p:cNvSpPr/>
            <p:nvPr/>
          </p:nvSpPr>
          <p:spPr>
            <a:xfrm>
              <a:off x="2149525" y="1868675"/>
              <a:ext cx="1225" cy="3025"/>
            </a:xfrm>
            <a:custGeom>
              <a:avLst/>
              <a:gdLst/>
              <a:ahLst/>
              <a:cxnLst/>
              <a:rect l="l" t="t" r="r" b="b"/>
              <a:pathLst>
                <a:path w="49" h="121" extrusionOk="0">
                  <a:moveTo>
                    <a:pt x="49" y="0"/>
                  </a:moveTo>
                  <a:lnTo>
                    <a:pt x="37" y="30"/>
                  </a:lnTo>
                  <a:lnTo>
                    <a:pt x="49" y="24"/>
                  </a:lnTo>
                  <a:lnTo>
                    <a:pt x="49" y="0"/>
                  </a:lnTo>
                  <a:close/>
                  <a:moveTo>
                    <a:pt x="37" y="30"/>
                  </a:moveTo>
                  <a:lnTo>
                    <a:pt x="1" y="48"/>
                  </a:lnTo>
                  <a:lnTo>
                    <a:pt x="1" y="73"/>
                  </a:lnTo>
                  <a:lnTo>
                    <a:pt x="1" y="121"/>
                  </a:lnTo>
                  <a:lnTo>
                    <a:pt x="37" y="3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7" name="Google Shape;10707;p25"/>
            <p:cNvSpPr/>
            <p:nvPr/>
          </p:nvSpPr>
          <p:spPr>
            <a:xfrm>
              <a:off x="2064075" y="1910200"/>
              <a:ext cx="1225" cy="1225"/>
            </a:xfrm>
            <a:custGeom>
              <a:avLst/>
              <a:gdLst/>
              <a:ahLst/>
              <a:cxnLst/>
              <a:rect l="l" t="t" r="r" b="b"/>
              <a:pathLst>
                <a:path w="49" h="49" extrusionOk="0">
                  <a:moveTo>
                    <a:pt x="0" y="0"/>
                  </a:moveTo>
                  <a:lnTo>
                    <a:pt x="0" y="49"/>
                  </a:lnTo>
                  <a:lnTo>
                    <a:pt x="49"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8" name="Google Shape;10708;p25"/>
            <p:cNvSpPr/>
            <p:nvPr/>
          </p:nvSpPr>
          <p:spPr>
            <a:xfrm>
              <a:off x="2068275" y="1892750"/>
              <a:ext cx="1250" cy="1225"/>
            </a:xfrm>
            <a:custGeom>
              <a:avLst/>
              <a:gdLst/>
              <a:ahLst/>
              <a:cxnLst/>
              <a:rect l="l" t="t" r="r" b="b"/>
              <a:pathLst>
                <a:path w="50" h="49" extrusionOk="0">
                  <a:moveTo>
                    <a:pt x="25" y="0"/>
                  </a:moveTo>
                  <a:lnTo>
                    <a:pt x="1" y="24"/>
                  </a:lnTo>
                  <a:lnTo>
                    <a:pt x="1" y="48"/>
                  </a:lnTo>
                  <a:lnTo>
                    <a:pt x="49"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9" name="Google Shape;10709;p25"/>
            <p:cNvSpPr/>
            <p:nvPr/>
          </p:nvSpPr>
          <p:spPr>
            <a:xfrm>
              <a:off x="2091150" y="1887325"/>
              <a:ext cx="1825" cy="1225"/>
            </a:xfrm>
            <a:custGeom>
              <a:avLst/>
              <a:gdLst/>
              <a:ahLst/>
              <a:cxnLst/>
              <a:rect l="l" t="t" r="r" b="b"/>
              <a:pathLst>
                <a:path w="73" h="49" extrusionOk="0">
                  <a:moveTo>
                    <a:pt x="25" y="1"/>
                  </a:moveTo>
                  <a:lnTo>
                    <a:pt x="1" y="25"/>
                  </a:lnTo>
                  <a:lnTo>
                    <a:pt x="1" y="49"/>
                  </a:lnTo>
                  <a:lnTo>
                    <a:pt x="73"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0" name="Google Shape;10710;p25"/>
            <p:cNvSpPr/>
            <p:nvPr/>
          </p:nvSpPr>
          <p:spPr>
            <a:xfrm>
              <a:off x="2064675" y="1831350"/>
              <a:ext cx="1825" cy="1850"/>
            </a:xfrm>
            <a:custGeom>
              <a:avLst/>
              <a:gdLst/>
              <a:ahLst/>
              <a:cxnLst/>
              <a:rect l="l" t="t" r="r" b="b"/>
              <a:pathLst>
                <a:path w="73" h="74" extrusionOk="0">
                  <a:moveTo>
                    <a:pt x="49" y="1"/>
                  </a:moveTo>
                  <a:lnTo>
                    <a:pt x="0" y="25"/>
                  </a:lnTo>
                  <a:lnTo>
                    <a:pt x="0" y="49"/>
                  </a:lnTo>
                  <a:lnTo>
                    <a:pt x="25" y="73"/>
                  </a:lnTo>
                  <a:lnTo>
                    <a:pt x="73"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1" name="Google Shape;10711;p25"/>
            <p:cNvSpPr/>
            <p:nvPr/>
          </p:nvSpPr>
          <p:spPr>
            <a:xfrm>
              <a:off x="2349350" y="1951125"/>
              <a:ext cx="1225" cy="1825"/>
            </a:xfrm>
            <a:custGeom>
              <a:avLst/>
              <a:gdLst/>
              <a:ahLst/>
              <a:cxnLst/>
              <a:rect l="l" t="t" r="r" b="b"/>
              <a:pathLst>
                <a:path w="49" h="73" extrusionOk="0">
                  <a:moveTo>
                    <a:pt x="0" y="0"/>
                  </a:moveTo>
                  <a:lnTo>
                    <a:pt x="0" y="49"/>
                  </a:lnTo>
                  <a:lnTo>
                    <a:pt x="48" y="73"/>
                  </a:lnTo>
                  <a:lnTo>
                    <a:pt x="48" y="49"/>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2" name="Google Shape;10712;p25"/>
            <p:cNvSpPr/>
            <p:nvPr/>
          </p:nvSpPr>
          <p:spPr>
            <a:xfrm>
              <a:off x="2384850" y="1969175"/>
              <a:ext cx="1225" cy="1825"/>
            </a:xfrm>
            <a:custGeom>
              <a:avLst/>
              <a:gdLst/>
              <a:ahLst/>
              <a:cxnLst/>
              <a:rect l="l" t="t" r="r" b="b"/>
              <a:pathLst>
                <a:path w="49" h="73" extrusionOk="0">
                  <a:moveTo>
                    <a:pt x="25" y="1"/>
                  </a:moveTo>
                  <a:lnTo>
                    <a:pt x="0" y="25"/>
                  </a:lnTo>
                  <a:lnTo>
                    <a:pt x="0" y="49"/>
                  </a:lnTo>
                  <a:lnTo>
                    <a:pt x="25" y="73"/>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3" name="Google Shape;10713;p25"/>
            <p:cNvSpPr/>
            <p:nvPr/>
          </p:nvSpPr>
          <p:spPr>
            <a:xfrm>
              <a:off x="2321050" y="1930650"/>
              <a:ext cx="1825" cy="1850"/>
            </a:xfrm>
            <a:custGeom>
              <a:avLst/>
              <a:gdLst/>
              <a:ahLst/>
              <a:cxnLst/>
              <a:rect l="l" t="t" r="r" b="b"/>
              <a:pathLst>
                <a:path w="73" h="74" extrusionOk="0">
                  <a:moveTo>
                    <a:pt x="25" y="1"/>
                  </a:moveTo>
                  <a:lnTo>
                    <a:pt x="1" y="25"/>
                  </a:lnTo>
                  <a:lnTo>
                    <a:pt x="25" y="73"/>
                  </a:lnTo>
                  <a:lnTo>
                    <a:pt x="73" y="73"/>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4" name="Google Shape;10714;p25"/>
            <p:cNvSpPr/>
            <p:nvPr/>
          </p:nvSpPr>
          <p:spPr>
            <a:xfrm>
              <a:off x="1879300" y="2041400"/>
              <a:ext cx="1250" cy="625"/>
            </a:xfrm>
            <a:custGeom>
              <a:avLst/>
              <a:gdLst/>
              <a:ahLst/>
              <a:cxnLst/>
              <a:rect l="l" t="t" r="r" b="b"/>
              <a:pathLst>
                <a:path w="50" h="25" extrusionOk="0">
                  <a:moveTo>
                    <a:pt x="1" y="0"/>
                  </a:moveTo>
                  <a:lnTo>
                    <a:pt x="25" y="24"/>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5" name="Google Shape;10715;p25"/>
            <p:cNvSpPr/>
            <p:nvPr/>
          </p:nvSpPr>
          <p:spPr>
            <a:xfrm>
              <a:off x="1979825" y="2037175"/>
              <a:ext cx="1225" cy="1225"/>
            </a:xfrm>
            <a:custGeom>
              <a:avLst/>
              <a:gdLst/>
              <a:ahLst/>
              <a:cxnLst/>
              <a:rect l="l" t="t" r="r" b="b"/>
              <a:pathLst>
                <a:path w="49" h="49" extrusionOk="0">
                  <a:moveTo>
                    <a:pt x="48" y="1"/>
                  </a:moveTo>
                  <a:lnTo>
                    <a:pt x="0" y="25"/>
                  </a:lnTo>
                  <a:lnTo>
                    <a:pt x="0" y="49"/>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6" name="Google Shape;10716;p25"/>
            <p:cNvSpPr/>
            <p:nvPr/>
          </p:nvSpPr>
          <p:spPr>
            <a:xfrm>
              <a:off x="2061075" y="2510825"/>
              <a:ext cx="1225" cy="1225"/>
            </a:xfrm>
            <a:custGeom>
              <a:avLst/>
              <a:gdLst/>
              <a:ahLst/>
              <a:cxnLst/>
              <a:rect l="l" t="t" r="r" b="b"/>
              <a:pathLst>
                <a:path w="49" h="49" extrusionOk="0">
                  <a:moveTo>
                    <a:pt x="0" y="0"/>
                  </a:moveTo>
                  <a:lnTo>
                    <a:pt x="0" y="24"/>
                  </a:lnTo>
                  <a:lnTo>
                    <a:pt x="24" y="49"/>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7" name="Google Shape;10717;p25"/>
            <p:cNvSpPr/>
            <p:nvPr/>
          </p:nvSpPr>
          <p:spPr>
            <a:xfrm>
              <a:off x="2277725" y="2411525"/>
              <a:ext cx="1225" cy="1225"/>
            </a:xfrm>
            <a:custGeom>
              <a:avLst/>
              <a:gdLst/>
              <a:ahLst/>
              <a:cxnLst/>
              <a:rect l="l" t="t" r="r" b="b"/>
              <a:pathLst>
                <a:path w="49" h="49" extrusionOk="0">
                  <a:moveTo>
                    <a:pt x="0" y="0"/>
                  </a:moveTo>
                  <a:lnTo>
                    <a:pt x="0" y="48"/>
                  </a:lnTo>
                  <a:lnTo>
                    <a:pt x="24"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8" name="Google Shape;10718;p25"/>
            <p:cNvSpPr/>
            <p:nvPr/>
          </p:nvSpPr>
          <p:spPr>
            <a:xfrm>
              <a:off x="1893750" y="2028750"/>
              <a:ext cx="625" cy="1225"/>
            </a:xfrm>
            <a:custGeom>
              <a:avLst/>
              <a:gdLst/>
              <a:ahLst/>
              <a:cxnLst/>
              <a:rect l="l" t="t" r="r" b="b"/>
              <a:pathLst>
                <a:path w="25" h="49" extrusionOk="0">
                  <a:moveTo>
                    <a:pt x="25" y="1"/>
                  </a:moveTo>
                  <a:lnTo>
                    <a:pt x="1" y="25"/>
                  </a:ln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9" name="Google Shape;10719;p25"/>
            <p:cNvSpPr/>
            <p:nvPr/>
          </p:nvSpPr>
          <p:spPr>
            <a:xfrm>
              <a:off x="2325875" y="2286350"/>
              <a:ext cx="25" cy="625"/>
            </a:xfrm>
            <a:custGeom>
              <a:avLst/>
              <a:gdLst/>
              <a:ahLst/>
              <a:cxnLst/>
              <a:rect l="l" t="t" r="r" b="b"/>
              <a:pathLst>
                <a:path w="1" h="25" extrusionOk="0">
                  <a:moveTo>
                    <a:pt x="0" y="0"/>
                  </a:moveTo>
                  <a:lnTo>
                    <a:pt x="0" y="0"/>
                  </a:lnTo>
                  <a:lnTo>
                    <a:pt x="0" y="0"/>
                  </a:lnTo>
                  <a:lnTo>
                    <a:pt x="0" y="0"/>
                  </a:lnTo>
                  <a:lnTo>
                    <a:pt x="0" y="24"/>
                  </a:lnTo>
                  <a:lnTo>
                    <a:pt x="0"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0" name="Google Shape;10720;p25"/>
            <p:cNvSpPr/>
            <p:nvPr/>
          </p:nvSpPr>
          <p:spPr>
            <a:xfrm>
              <a:off x="2021950" y="2483150"/>
              <a:ext cx="625" cy="1225"/>
            </a:xfrm>
            <a:custGeom>
              <a:avLst/>
              <a:gdLst/>
              <a:ahLst/>
              <a:cxnLst/>
              <a:rect l="l" t="t" r="r" b="b"/>
              <a:pathLst>
                <a:path w="25" h="49" extrusionOk="0">
                  <a:moveTo>
                    <a:pt x="24" y="0"/>
                  </a:moveTo>
                  <a:lnTo>
                    <a:pt x="0" y="24"/>
                  </a:lnTo>
                  <a:lnTo>
                    <a:pt x="0" y="48"/>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1" name="Google Shape;10721;p25"/>
            <p:cNvSpPr/>
            <p:nvPr/>
          </p:nvSpPr>
          <p:spPr>
            <a:xfrm>
              <a:off x="2214525" y="2354950"/>
              <a:ext cx="625" cy="1225"/>
            </a:xfrm>
            <a:custGeom>
              <a:avLst/>
              <a:gdLst/>
              <a:ahLst/>
              <a:cxnLst/>
              <a:rect l="l" t="t" r="r" b="b"/>
              <a:pathLst>
                <a:path w="25" h="49" extrusionOk="0">
                  <a:moveTo>
                    <a:pt x="1" y="0"/>
                  </a:moveTo>
                  <a:lnTo>
                    <a:pt x="1" y="49"/>
                  </a:lnTo>
                  <a:lnTo>
                    <a:pt x="25"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2" name="Google Shape;10722;p25"/>
            <p:cNvSpPr/>
            <p:nvPr/>
          </p:nvSpPr>
          <p:spPr>
            <a:xfrm>
              <a:off x="2185050" y="2481925"/>
              <a:ext cx="1225" cy="625"/>
            </a:xfrm>
            <a:custGeom>
              <a:avLst/>
              <a:gdLst/>
              <a:ahLst/>
              <a:cxnLst/>
              <a:rect l="l" t="t" r="r" b="b"/>
              <a:pathLst>
                <a:path w="49" h="25" extrusionOk="0">
                  <a:moveTo>
                    <a:pt x="24" y="1"/>
                  </a:moveTo>
                  <a:lnTo>
                    <a:pt x="0" y="25"/>
                  </a:lnTo>
                  <a:lnTo>
                    <a:pt x="48"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3" name="Google Shape;10723;p25"/>
            <p:cNvSpPr/>
            <p:nvPr/>
          </p:nvSpPr>
          <p:spPr>
            <a:xfrm>
              <a:off x="2399900" y="2465675"/>
              <a:ext cx="625" cy="625"/>
            </a:xfrm>
            <a:custGeom>
              <a:avLst/>
              <a:gdLst/>
              <a:ahLst/>
              <a:cxnLst/>
              <a:rect l="l" t="t" r="r" b="b"/>
              <a:pathLst>
                <a:path w="25" h="25" extrusionOk="0">
                  <a:moveTo>
                    <a:pt x="0" y="1"/>
                  </a:moveTo>
                  <a:lnTo>
                    <a:pt x="0"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4" name="Google Shape;10724;p25"/>
            <p:cNvSpPr/>
            <p:nvPr/>
          </p:nvSpPr>
          <p:spPr>
            <a:xfrm>
              <a:off x="1927450" y="1967975"/>
              <a:ext cx="25" cy="25"/>
            </a:xfrm>
            <a:custGeom>
              <a:avLst/>
              <a:gdLst/>
              <a:ahLst/>
              <a:cxnLst/>
              <a:rect l="l" t="t" r="r" b="b"/>
              <a:pathLst>
                <a:path w="1" h="1" extrusionOk="0">
                  <a:moveTo>
                    <a:pt x="1" y="0"/>
                  </a:move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5" name="Google Shape;10725;p25"/>
            <p:cNvSpPr/>
            <p:nvPr/>
          </p:nvSpPr>
          <p:spPr>
            <a:xfrm>
              <a:off x="2052025" y="20311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6" name="Google Shape;10726;p25"/>
            <p:cNvSpPr/>
            <p:nvPr/>
          </p:nvSpPr>
          <p:spPr>
            <a:xfrm>
              <a:off x="1893150" y="1937275"/>
              <a:ext cx="1225" cy="625"/>
            </a:xfrm>
            <a:custGeom>
              <a:avLst/>
              <a:gdLst/>
              <a:ahLst/>
              <a:cxnLst/>
              <a:rect l="l" t="t" r="r" b="b"/>
              <a:pathLst>
                <a:path w="49" h="25" extrusionOk="0">
                  <a:moveTo>
                    <a:pt x="1" y="1"/>
                  </a:moveTo>
                  <a:lnTo>
                    <a:pt x="1" y="25"/>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7" name="Google Shape;10727;p25"/>
            <p:cNvSpPr/>
            <p:nvPr/>
          </p:nvSpPr>
          <p:spPr>
            <a:xfrm>
              <a:off x="1941300" y="1962550"/>
              <a:ext cx="1825" cy="1225"/>
            </a:xfrm>
            <a:custGeom>
              <a:avLst/>
              <a:gdLst/>
              <a:ahLst/>
              <a:cxnLst/>
              <a:rect l="l" t="t" r="r" b="b"/>
              <a:pathLst>
                <a:path w="73" h="49" extrusionOk="0">
                  <a:moveTo>
                    <a:pt x="24" y="1"/>
                  </a:moveTo>
                  <a:lnTo>
                    <a:pt x="0" y="25"/>
                  </a:lnTo>
                  <a:lnTo>
                    <a:pt x="24" y="49"/>
                  </a:lnTo>
                  <a:lnTo>
                    <a:pt x="49"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8" name="Google Shape;10728;p25"/>
            <p:cNvSpPr/>
            <p:nvPr/>
          </p:nvSpPr>
          <p:spPr>
            <a:xfrm>
              <a:off x="1910600" y="1920425"/>
              <a:ext cx="625" cy="1225"/>
            </a:xfrm>
            <a:custGeom>
              <a:avLst/>
              <a:gdLst/>
              <a:ahLst/>
              <a:cxnLst/>
              <a:rect l="l" t="t" r="r" b="b"/>
              <a:pathLst>
                <a:path w="25" h="49" extrusionOk="0">
                  <a:moveTo>
                    <a:pt x="1" y="1"/>
                  </a:moveTo>
                  <a:lnTo>
                    <a:pt x="1" y="49"/>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9" name="Google Shape;10729;p25"/>
            <p:cNvSpPr/>
            <p:nvPr/>
          </p:nvSpPr>
          <p:spPr>
            <a:xfrm>
              <a:off x="1861250" y="1954725"/>
              <a:ext cx="25" cy="625"/>
            </a:xfrm>
            <a:custGeom>
              <a:avLst/>
              <a:gdLst/>
              <a:ahLst/>
              <a:cxnLst/>
              <a:rect l="l" t="t" r="r" b="b"/>
              <a:pathLst>
                <a:path w="1" h="25" extrusionOk="0">
                  <a:moveTo>
                    <a:pt x="1" y="25"/>
                  </a:moveTo>
                  <a:lnTo>
                    <a:pt x="1" y="1"/>
                  </a:lnTo>
                  <a:lnTo>
                    <a:pt x="1" y="1"/>
                  </a:lnTo>
                  <a:lnTo>
                    <a:pt x="1"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0" name="Google Shape;10730;p25"/>
            <p:cNvSpPr/>
            <p:nvPr/>
          </p:nvSpPr>
          <p:spPr>
            <a:xfrm>
              <a:off x="2337900" y="2406100"/>
              <a:ext cx="1225" cy="1225"/>
            </a:xfrm>
            <a:custGeom>
              <a:avLst/>
              <a:gdLst/>
              <a:ahLst/>
              <a:cxnLst/>
              <a:rect l="l" t="t" r="r" b="b"/>
              <a:pathLst>
                <a:path w="49" h="49" extrusionOk="0">
                  <a:moveTo>
                    <a:pt x="1" y="1"/>
                  </a:moveTo>
                  <a:lnTo>
                    <a:pt x="1" y="25"/>
                  </a:lnTo>
                  <a:lnTo>
                    <a:pt x="25"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1" name="Google Shape;10731;p25"/>
            <p:cNvSpPr/>
            <p:nvPr/>
          </p:nvSpPr>
          <p:spPr>
            <a:xfrm>
              <a:off x="1912400" y="2023350"/>
              <a:ext cx="1250" cy="1225"/>
            </a:xfrm>
            <a:custGeom>
              <a:avLst/>
              <a:gdLst/>
              <a:ahLst/>
              <a:cxnLst/>
              <a:rect l="l" t="t" r="r" b="b"/>
              <a:pathLst>
                <a:path w="50" h="49" extrusionOk="0">
                  <a:moveTo>
                    <a:pt x="1" y="0"/>
                  </a:moveTo>
                  <a:lnTo>
                    <a:pt x="25" y="48"/>
                  </a:lnTo>
                  <a:lnTo>
                    <a:pt x="49" y="48"/>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2" name="Google Shape;10732;p25"/>
            <p:cNvSpPr/>
            <p:nvPr/>
          </p:nvSpPr>
          <p:spPr>
            <a:xfrm>
              <a:off x="2395075" y="2403100"/>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3" name="Google Shape;10733;p25"/>
            <p:cNvSpPr/>
            <p:nvPr/>
          </p:nvSpPr>
          <p:spPr>
            <a:xfrm>
              <a:off x="2241600" y="2462075"/>
              <a:ext cx="1250" cy="1225"/>
            </a:xfrm>
            <a:custGeom>
              <a:avLst/>
              <a:gdLst/>
              <a:ahLst/>
              <a:cxnLst/>
              <a:rect l="l" t="t" r="r" b="b"/>
              <a:pathLst>
                <a:path w="50" h="49" extrusionOk="0">
                  <a:moveTo>
                    <a:pt x="1" y="0"/>
                  </a:moveTo>
                  <a:lnTo>
                    <a:pt x="25" y="49"/>
                  </a:lnTo>
                  <a:lnTo>
                    <a:pt x="49" y="49"/>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4" name="Google Shape;10734;p25"/>
            <p:cNvSpPr/>
            <p:nvPr/>
          </p:nvSpPr>
          <p:spPr>
            <a:xfrm>
              <a:off x="1857650" y="1984225"/>
              <a:ext cx="1225" cy="625"/>
            </a:xfrm>
            <a:custGeom>
              <a:avLst/>
              <a:gdLst/>
              <a:ahLst/>
              <a:cxnLst/>
              <a:rect l="l" t="t" r="r" b="b"/>
              <a:pathLst>
                <a:path w="49" h="25" extrusionOk="0">
                  <a:moveTo>
                    <a:pt x="0" y="0"/>
                  </a:moveTo>
                  <a:lnTo>
                    <a:pt x="24" y="24"/>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5" name="Google Shape;10735;p25"/>
            <p:cNvSpPr/>
            <p:nvPr/>
          </p:nvSpPr>
          <p:spPr>
            <a:xfrm>
              <a:off x="2059250" y="1912000"/>
              <a:ext cx="1225" cy="1225"/>
            </a:xfrm>
            <a:custGeom>
              <a:avLst/>
              <a:gdLst/>
              <a:ahLst/>
              <a:cxnLst/>
              <a:rect l="l" t="t" r="r" b="b"/>
              <a:pathLst>
                <a:path w="49" h="49" extrusionOk="0">
                  <a:moveTo>
                    <a:pt x="25" y="1"/>
                  </a:moveTo>
                  <a:lnTo>
                    <a:pt x="1" y="25"/>
                  </a:lnTo>
                  <a:lnTo>
                    <a:pt x="25" y="49"/>
                  </a:lnTo>
                  <a:lnTo>
                    <a:pt x="49"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6" name="Google Shape;10736;p25"/>
            <p:cNvSpPr/>
            <p:nvPr/>
          </p:nvSpPr>
          <p:spPr>
            <a:xfrm>
              <a:off x="2127875" y="1943900"/>
              <a:ext cx="1825" cy="1225"/>
            </a:xfrm>
            <a:custGeom>
              <a:avLst/>
              <a:gdLst/>
              <a:ahLst/>
              <a:cxnLst/>
              <a:rect l="l" t="t" r="r" b="b"/>
              <a:pathLst>
                <a:path w="73" h="49" extrusionOk="0">
                  <a:moveTo>
                    <a:pt x="24" y="0"/>
                  </a:moveTo>
                  <a:lnTo>
                    <a:pt x="0" y="25"/>
                  </a:lnTo>
                  <a:lnTo>
                    <a:pt x="24" y="49"/>
                  </a:lnTo>
                  <a:lnTo>
                    <a:pt x="72" y="49"/>
                  </a:lnTo>
                  <a:lnTo>
                    <a:pt x="72" y="25"/>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7" name="Google Shape;10737;p25"/>
            <p:cNvSpPr/>
            <p:nvPr/>
          </p:nvSpPr>
          <p:spPr>
            <a:xfrm>
              <a:off x="2145325" y="1943300"/>
              <a:ext cx="2425" cy="625"/>
            </a:xfrm>
            <a:custGeom>
              <a:avLst/>
              <a:gdLst/>
              <a:ahLst/>
              <a:cxnLst/>
              <a:rect l="l" t="t" r="r" b="b"/>
              <a:pathLst>
                <a:path w="97" h="25" extrusionOk="0">
                  <a:moveTo>
                    <a:pt x="0" y="0"/>
                  </a:moveTo>
                  <a:lnTo>
                    <a:pt x="0" y="0"/>
                  </a:lnTo>
                  <a:lnTo>
                    <a:pt x="97" y="24"/>
                  </a:lnTo>
                  <a:lnTo>
                    <a:pt x="97" y="24"/>
                  </a:lnTo>
                  <a:lnTo>
                    <a:pt x="97" y="24"/>
                  </a:lnTo>
                  <a:lnTo>
                    <a:pt x="97" y="24"/>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8" name="Google Shape;10738;p25"/>
            <p:cNvSpPr/>
            <p:nvPr/>
          </p:nvSpPr>
          <p:spPr>
            <a:xfrm>
              <a:off x="1929250" y="2019725"/>
              <a:ext cx="25" cy="25"/>
            </a:xfrm>
            <a:custGeom>
              <a:avLst/>
              <a:gdLst/>
              <a:ahLst/>
              <a:cxnLst/>
              <a:rect l="l" t="t" r="r" b="b"/>
              <a:pathLst>
                <a:path w="1" h="1" extrusionOk="0">
                  <a:moveTo>
                    <a:pt x="1" y="1"/>
                  </a:moveTo>
                  <a:lnTo>
                    <a:pt x="1" y="1"/>
                  </a:lnTo>
                  <a:lnTo>
                    <a:pt x="1" y="1"/>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9" name="Google Shape;10739;p25"/>
            <p:cNvSpPr/>
            <p:nvPr/>
          </p:nvSpPr>
          <p:spPr>
            <a:xfrm>
              <a:off x="2125450" y="1902375"/>
              <a:ext cx="625" cy="625"/>
            </a:xfrm>
            <a:custGeom>
              <a:avLst/>
              <a:gdLst/>
              <a:ahLst/>
              <a:cxnLst/>
              <a:rect l="l" t="t" r="r" b="b"/>
              <a:pathLst>
                <a:path w="25" h="25" extrusionOk="0">
                  <a:moveTo>
                    <a:pt x="1" y="0"/>
                  </a:moveTo>
                  <a:lnTo>
                    <a:pt x="1" y="25"/>
                  </a:lnTo>
                  <a:lnTo>
                    <a:pt x="25" y="25"/>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0" name="Google Shape;10740;p25"/>
            <p:cNvSpPr/>
            <p:nvPr/>
          </p:nvSpPr>
          <p:spPr>
            <a:xfrm>
              <a:off x="2153750" y="2506000"/>
              <a:ext cx="1225" cy="1225"/>
            </a:xfrm>
            <a:custGeom>
              <a:avLst/>
              <a:gdLst/>
              <a:ahLst/>
              <a:cxnLst/>
              <a:rect l="l" t="t" r="r" b="b"/>
              <a:pathLst>
                <a:path w="49" h="49" extrusionOk="0">
                  <a:moveTo>
                    <a:pt x="24" y="1"/>
                  </a:moveTo>
                  <a:lnTo>
                    <a:pt x="0" y="25"/>
                  </a:lnTo>
                  <a:lnTo>
                    <a:pt x="24" y="49"/>
                  </a:lnTo>
                  <a:lnTo>
                    <a:pt x="48"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1" name="Google Shape;10741;p25"/>
            <p:cNvSpPr/>
            <p:nvPr/>
          </p:nvSpPr>
          <p:spPr>
            <a:xfrm>
              <a:off x="2413725" y="2051025"/>
              <a:ext cx="1250" cy="625"/>
            </a:xfrm>
            <a:custGeom>
              <a:avLst/>
              <a:gdLst/>
              <a:ahLst/>
              <a:cxnLst/>
              <a:rect l="l" t="t" r="r" b="b"/>
              <a:pathLst>
                <a:path w="50" h="25" extrusionOk="0">
                  <a:moveTo>
                    <a:pt x="1" y="1"/>
                  </a:moveTo>
                  <a:lnTo>
                    <a:pt x="25" y="25"/>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2" name="Google Shape;10742;p25"/>
            <p:cNvSpPr/>
            <p:nvPr/>
          </p:nvSpPr>
          <p:spPr>
            <a:xfrm>
              <a:off x="2211525" y="2259250"/>
              <a:ext cx="625" cy="625"/>
            </a:xfrm>
            <a:custGeom>
              <a:avLst/>
              <a:gdLst/>
              <a:ahLst/>
              <a:cxnLst/>
              <a:rect l="l" t="t" r="r" b="b"/>
              <a:pathLst>
                <a:path w="25" h="25"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3" name="Google Shape;10743;p25"/>
            <p:cNvSpPr/>
            <p:nvPr/>
          </p:nvSpPr>
          <p:spPr>
            <a:xfrm>
              <a:off x="1967775" y="2001675"/>
              <a:ext cx="625" cy="625"/>
            </a:xfrm>
            <a:custGeom>
              <a:avLst/>
              <a:gdLst/>
              <a:ahLst/>
              <a:cxnLst/>
              <a:rect l="l" t="t" r="r" b="b"/>
              <a:pathLst>
                <a:path w="25" h="25" extrusionOk="0">
                  <a:moveTo>
                    <a:pt x="1" y="1"/>
                  </a:move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4" name="Google Shape;10744;p25"/>
            <p:cNvSpPr/>
            <p:nvPr/>
          </p:nvSpPr>
          <p:spPr>
            <a:xfrm>
              <a:off x="2125450" y="1833775"/>
              <a:ext cx="625" cy="625"/>
            </a:xfrm>
            <a:custGeom>
              <a:avLst/>
              <a:gdLst/>
              <a:ahLst/>
              <a:cxnLst/>
              <a:rect l="l" t="t" r="r" b="b"/>
              <a:pathLst>
                <a:path w="25" h="25" extrusionOk="0">
                  <a:moveTo>
                    <a:pt x="1" y="0"/>
                  </a:moveTo>
                  <a:lnTo>
                    <a:pt x="1"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5" name="Google Shape;10745;p25"/>
            <p:cNvSpPr/>
            <p:nvPr/>
          </p:nvSpPr>
          <p:spPr>
            <a:xfrm>
              <a:off x="2225975" y="226107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6" name="Google Shape;10746;p25"/>
            <p:cNvSpPr/>
            <p:nvPr/>
          </p:nvSpPr>
          <p:spPr>
            <a:xfrm>
              <a:off x="1913000" y="1970375"/>
              <a:ext cx="650" cy="625"/>
            </a:xfrm>
            <a:custGeom>
              <a:avLst/>
              <a:gdLst/>
              <a:ahLst/>
              <a:cxnLst/>
              <a:rect l="l" t="t" r="r" b="b"/>
              <a:pathLst>
                <a:path w="26"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7" name="Google Shape;10747;p25"/>
            <p:cNvSpPr/>
            <p:nvPr/>
          </p:nvSpPr>
          <p:spPr>
            <a:xfrm>
              <a:off x="2356550" y="1886725"/>
              <a:ext cx="1250" cy="625"/>
            </a:xfrm>
            <a:custGeom>
              <a:avLst/>
              <a:gdLst/>
              <a:ahLst/>
              <a:cxnLst/>
              <a:rect l="l" t="t" r="r" b="b"/>
              <a:pathLst>
                <a:path w="50" h="25" extrusionOk="0">
                  <a:moveTo>
                    <a:pt x="1" y="1"/>
                  </a:moveTo>
                  <a:lnTo>
                    <a:pt x="25" y="13"/>
                  </a:lnTo>
                  <a:lnTo>
                    <a:pt x="25" y="1"/>
                  </a:lnTo>
                  <a:close/>
                  <a:moveTo>
                    <a:pt x="25" y="13"/>
                  </a:moveTo>
                  <a:lnTo>
                    <a:pt x="25" y="25"/>
                  </a:lnTo>
                  <a:lnTo>
                    <a:pt x="49" y="25"/>
                  </a:lnTo>
                  <a:lnTo>
                    <a:pt x="25" y="1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8" name="Google Shape;10748;p25"/>
            <p:cNvSpPr/>
            <p:nvPr/>
          </p:nvSpPr>
          <p:spPr>
            <a:xfrm>
              <a:off x="2393275" y="1856625"/>
              <a:ext cx="1225" cy="1250"/>
            </a:xfrm>
            <a:custGeom>
              <a:avLst/>
              <a:gdLst/>
              <a:ahLst/>
              <a:cxnLst/>
              <a:rect l="l" t="t" r="r" b="b"/>
              <a:pathLst>
                <a:path w="49" h="50" extrusionOk="0">
                  <a:moveTo>
                    <a:pt x="0" y="1"/>
                  </a:moveTo>
                  <a:lnTo>
                    <a:pt x="49" y="49"/>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9" name="Google Shape;10749;p25"/>
            <p:cNvSpPr/>
            <p:nvPr/>
          </p:nvSpPr>
          <p:spPr>
            <a:xfrm>
              <a:off x="2076700" y="2016725"/>
              <a:ext cx="625" cy="625"/>
            </a:xfrm>
            <a:custGeom>
              <a:avLst/>
              <a:gdLst/>
              <a:ahLst/>
              <a:cxnLst/>
              <a:rect l="l" t="t" r="r" b="b"/>
              <a:pathLst>
                <a:path w="25" h="25" extrusionOk="0">
                  <a:moveTo>
                    <a:pt x="1"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0" name="Google Shape;10750;p25"/>
            <p:cNvSpPr/>
            <p:nvPr/>
          </p:nvSpPr>
          <p:spPr>
            <a:xfrm>
              <a:off x="2325275" y="2346525"/>
              <a:ext cx="625" cy="625"/>
            </a:xfrm>
            <a:custGeom>
              <a:avLst/>
              <a:gdLst/>
              <a:ahLst/>
              <a:cxnLst/>
              <a:rect l="l" t="t" r="r" b="b"/>
              <a:pathLst>
                <a:path w="25" h="25" extrusionOk="0">
                  <a:moveTo>
                    <a:pt x="0" y="0"/>
                  </a:moveTo>
                  <a:lnTo>
                    <a:pt x="0" y="24"/>
                  </a:ln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1" name="Google Shape;10751;p25"/>
            <p:cNvSpPr/>
            <p:nvPr/>
          </p:nvSpPr>
          <p:spPr>
            <a:xfrm>
              <a:off x="2127875" y="1944500"/>
              <a:ext cx="25" cy="25"/>
            </a:xfrm>
            <a:custGeom>
              <a:avLst/>
              <a:gdLst/>
              <a:ahLst/>
              <a:cxnLst/>
              <a:rect l="l" t="t" r="r" b="b"/>
              <a:pathLst>
                <a:path w="1" h="1" extrusionOk="0">
                  <a:moveTo>
                    <a:pt x="0" y="1"/>
                  </a:move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2" name="Google Shape;10752;p25"/>
            <p:cNvSpPr/>
            <p:nvPr/>
          </p:nvSpPr>
          <p:spPr>
            <a:xfrm>
              <a:off x="2375825" y="2359150"/>
              <a:ext cx="625" cy="650"/>
            </a:xfrm>
            <a:custGeom>
              <a:avLst/>
              <a:gdLst/>
              <a:ahLst/>
              <a:cxnLst/>
              <a:rect l="l" t="t" r="r" b="b"/>
              <a:pathLst>
                <a:path w="25" h="26"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3" name="Google Shape;10753;p25"/>
            <p:cNvSpPr/>
            <p:nvPr/>
          </p:nvSpPr>
          <p:spPr>
            <a:xfrm>
              <a:off x="2316250" y="2048625"/>
              <a:ext cx="25" cy="625"/>
            </a:xfrm>
            <a:custGeom>
              <a:avLst/>
              <a:gdLst/>
              <a:ahLst/>
              <a:cxnLst/>
              <a:rect l="l" t="t" r="r" b="b"/>
              <a:pathLst>
                <a:path w="1" h="25" extrusionOk="0">
                  <a:moveTo>
                    <a:pt x="0" y="24"/>
                  </a:moveTo>
                  <a:lnTo>
                    <a:pt x="0" y="24"/>
                  </a:lnTo>
                  <a:lnTo>
                    <a:pt x="0" y="0"/>
                  </a:lnTo>
                  <a:lnTo>
                    <a:pt x="0" y="0"/>
                  </a:lnTo>
                  <a:lnTo>
                    <a:pt x="0" y="0"/>
                  </a:lnTo>
                  <a:lnTo>
                    <a:pt x="0" y="0"/>
                  </a:lnTo>
                  <a:lnTo>
                    <a:pt x="0" y="24"/>
                  </a:lnTo>
                  <a:lnTo>
                    <a:pt x="0" y="24"/>
                  </a:lnTo>
                  <a:lnTo>
                    <a:pt x="0"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4" name="Google Shape;10754;p25"/>
            <p:cNvSpPr/>
            <p:nvPr/>
          </p:nvSpPr>
          <p:spPr>
            <a:xfrm>
              <a:off x="2142300" y="1943900"/>
              <a:ext cx="625" cy="625"/>
            </a:xfrm>
            <a:custGeom>
              <a:avLst/>
              <a:gdLst/>
              <a:ahLst/>
              <a:cxnLst/>
              <a:rect l="l" t="t" r="r" b="b"/>
              <a:pathLst>
                <a:path w="25" h="25" extrusionOk="0">
                  <a:moveTo>
                    <a:pt x="1" y="0"/>
                  </a:moveTo>
                  <a:lnTo>
                    <a:pt x="25" y="25"/>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5" name="Google Shape;10755;p25"/>
            <p:cNvSpPr/>
            <p:nvPr/>
          </p:nvSpPr>
          <p:spPr>
            <a:xfrm>
              <a:off x="2142900" y="1943300"/>
              <a:ext cx="2450" cy="625"/>
            </a:xfrm>
            <a:custGeom>
              <a:avLst/>
              <a:gdLst/>
              <a:ahLst/>
              <a:cxnLst/>
              <a:rect l="l" t="t" r="r" b="b"/>
              <a:pathLst>
                <a:path w="98" h="25" extrusionOk="0">
                  <a:moveTo>
                    <a:pt x="97" y="0"/>
                  </a:moveTo>
                  <a:lnTo>
                    <a:pt x="97" y="0"/>
                  </a:lnTo>
                  <a:lnTo>
                    <a:pt x="1" y="24"/>
                  </a:lnTo>
                  <a:lnTo>
                    <a:pt x="1" y="24"/>
                  </a:lnTo>
                  <a:lnTo>
                    <a:pt x="1" y="24"/>
                  </a:lnTo>
                  <a:lnTo>
                    <a:pt x="1" y="24"/>
                  </a:lnTo>
                  <a:lnTo>
                    <a:pt x="97" y="0"/>
                  </a:lnTo>
                  <a:lnTo>
                    <a:pt x="97" y="0"/>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6" name="Google Shape;10756;p25"/>
            <p:cNvSpPr/>
            <p:nvPr/>
          </p:nvSpPr>
          <p:spPr>
            <a:xfrm>
              <a:off x="2147725" y="1943300"/>
              <a:ext cx="2425" cy="625"/>
            </a:xfrm>
            <a:custGeom>
              <a:avLst/>
              <a:gdLst/>
              <a:ahLst/>
              <a:cxnLst/>
              <a:rect l="l" t="t" r="r" b="b"/>
              <a:pathLst>
                <a:path w="97" h="25" extrusionOk="0">
                  <a:moveTo>
                    <a:pt x="97" y="0"/>
                  </a:moveTo>
                  <a:lnTo>
                    <a:pt x="97" y="0"/>
                  </a:lnTo>
                  <a:lnTo>
                    <a:pt x="1" y="24"/>
                  </a:lnTo>
                  <a:lnTo>
                    <a:pt x="1" y="24"/>
                  </a:lnTo>
                  <a:lnTo>
                    <a:pt x="1" y="24"/>
                  </a:lnTo>
                  <a:lnTo>
                    <a:pt x="1" y="24"/>
                  </a:lnTo>
                  <a:lnTo>
                    <a:pt x="97" y="0"/>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7" name="Google Shape;10757;p25"/>
            <p:cNvSpPr/>
            <p:nvPr/>
          </p:nvSpPr>
          <p:spPr>
            <a:xfrm>
              <a:off x="2150125" y="1943300"/>
              <a:ext cx="25" cy="25"/>
            </a:xfrm>
            <a:custGeom>
              <a:avLst/>
              <a:gdLst/>
              <a:ahLst/>
              <a:cxnLst/>
              <a:rect l="l" t="t" r="r" b="b"/>
              <a:pathLst>
                <a:path w="1" h="1" extrusionOk="0">
                  <a:moveTo>
                    <a:pt x="1" y="0"/>
                  </a:moveTo>
                  <a:lnTo>
                    <a:pt x="1" y="0"/>
                  </a:lnTo>
                  <a:lnTo>
                    <a:pt x="1" y="0"/>
                  </a:lnTo>
                  <a:lnTo>
                    <a:pt x="1" y="0"/>
                  </a:lnTo>
                  <a:lnTo>
                    <a:pt x="1"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8" name="Google Shape;10758;p25"/>
            <p:cNvSpPr/>
            <p:nvPr/>
          </p:nvSpPr>
          <p:spPr>
            <a:xfrm>
              <a:off x="2154350" y="1943300"/>
              <a:ext cx="625" cy="25"/>
            </a:xfrm>
            <a:custGeom>
              <a:avLst/>
              <a:gdLst/>
              <a:ahLst/>
              <a:cxnLst/>
              <a:rect l="l" t="t" r="r" b="b"/>
              <a:pathLst>
                <a:path w="25" h="1" extrusionOk="0">
                  <a:moveTo>
                    <a:pt x="24" y="0"/>
                  </a:moveTo>
                  <a:lnTo>
                    <a:pt x="24" y="0"/>
                  </a:lnTo>
                  <a:lnTo>
                    <a:pt x="0" y="0"/>
                  </a:lnTo>
                  <a:lnTo>
                    <a:pt x="0" y="0"/>
                  </a:lnTo>
                  <a:lnTo>
                    <a:pt x="24" y="0"/>
                  </a:lnTo>
                  <a:lnTo>
                    <a:pt x="24" y="0"/>
                  </a:lnTo>
                  <a:lnTo>
                    <a:pt x="24"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9" name="Google Shape;10759;p25"/>
            <p:cNvSpPr/>
            <p:nvPr/>
          </p:nvSpPr>
          <p:spPr>
            <a:xfrm>
              <a:off x="2029775" y="1852425"/>
              <a:ext cx="625" cy="25"/>
            </a:xfrm>
            <a:custGeom>
              <a:avLst/>
              <a:gdLst/>
              <a:ahLst/>
              <a:cxnLst/>
              <a:rect l="l" t="t" r="r" b="b"/>
              <a:pathLst>
                <a:path w="25" h="1" extrusionOk="0">
                  <a:moveTo>
                    <a:pt x="24" y="0"/>
                  </a:moveTo>
                  <a:lnTo>
                    <a:pt x="24"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0" name="Google Shape;10760;p25"/>
            <p:cNvSpPr/>
            <p:nvPr/>
          </p:nvSpPr>
          <p:spPr>
            <a:xfrm>
              <a:off x="2135100" y="1908400"/>
              <a:ext cx="625" cy="25"/>
            </a:xfrm>
            <a:custGeom>
              <a:avLst/>
              <a:gdLst/>
              <a:ahLst/>
              <a:cxnLst/>
              <a:rect l="l" t="t" r="r" b="b"/>
              <a:pathLst>
                <a:path w="25" h="1" extrusionOk="0">
                  <a:moveTo>
                    <a:pt x="24" y="0"/>
                  </a:moveTo>
                  <a:lnTo>
                    <a:pt x="0" y="0"/>
                  </a:lnTo>
                  <a:lnTo>
                    <a:pt x="0" y="0"/>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1" name="Google Shape;10761;p25"/>
            <p:cNvSpPr/>
            <p:nvPr/>
          </p:nvSpPr>
          <p:spPr>
            <a:xfrm>
              <a:off x="2135100" y="1908400"/>
              <a:ext cx="625" cy="25"/>
            </a:xfrm>
            <a:custGeom>
              <a:avLst/>
              <a:gdLst/>
              <a:ahLst/>
              <a:cxnLst/>
              <a:rect l="l" t="t" r="r" b="b"/>
              <a:pathLst>
                <a:path w="25" h="1" extrusionOk="0">
                  <a:moveTo>
                    <a:pt x="0" y="0"/>
                  </a:moveTo>
                  <a:lnTo>
                    <a:pt x="24" y="0"/>
                  </a:lnTo>
                  <a:lnTo>
                    <a:pt x="24" y="0"/>
                  </a:lnTo>
                  <a:lnTo>
                    <a:pt x="0" y="0"/>
                  </a:lnTo>
                  <a:lnTo>
                    <a:pt x="0" y="0"/>
                  </a:lnTo>
                  <a:lnTo>
                    <a:pt x="0"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2" name="Google Shape;10762;p25"/>
            <p:cNvSpPr/>
            <p:nvPr/>
          </p:nvSpPr>
          <p:spPr>
            <a:xfrm>
              <a:off x="2139900" y="1907800"/>
              <a:ext cx="625" cy="625"/>
            </a:xfrm>
            <a:custGeom>
              <a:avLst/>
              <a:gdLst/>
              <a:ahLst/>
              <a:cxnLst/>
              <a:rect l="l" t="t" r="r" b="b"/>
              <a:pathLst>
                <a:path w="25" h="25" extrusionOk="0">
                  <a:moveTo>
                    <a:pt x="25" y="0"/>
                  </a:moveTo>
                  <a:lnTo>
                    <a:pt x="1" y="24"/>
                  </a:lnTo>
                  <a:lnTo>
                    <a:pt x="25"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3" name="Google Shape;10763;p25"/>
            <p:cNvSpPr/>
            <p:nvPr/>
          </p:nvSpPr>
          <p:spPr>
            <a:xfrm>
              <a:off x="2140500" y="1907800"/>
              <a:ext cx="25" cy="625"/>
            </a:xfrm>
            <a:custGeom>
              <a:avLst/>
              <a:gdLst/>
              <a:ahLst/>
              <a:cxnLst/>
              <a:rect l="l" t="t" r="r" b="b"/>
              <a:pathLst>
                <a:path w="1" h="25" extrusionOk="0">
                  <a:moveTo>
                    <a:pt x="1" y="24"/>
                  </a:moveTo>
                  <a:lnTo>
                    <a:pt x="1" y="24"/>
                  </a:lnTo>
                  <a:lnTo>
                    <a:pt x="1" y="24"/>
                  </a:lnTo>
                  <a:lnTo>
                    <a:pt x="1" y="24"/>
                  </a:lnTo>
                  <a:lnTo>
                    <a:pt x="1" y="0"/>
                  </a:lnTo>
                  <a:lnTo>
                    <a:pt x="1" y="24"/>
                  </a:lnTo>
                  <a:lnTo>
                    <a:pt x="1" y="24"/>
                  </a:lnTo>
                  <a:lnTo>
                    <a:pt x="1" y="24"/>
                  </a:lnTo>
                  <a:lnTo>
                    <a:pt x="1" y="24"/>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4" name="Google Shape;10764;p25"/>
            <p:cNvSpPr/>
            <p:nvPr/>
          </p:nvSpPr>
          <p:spPr>
            <a:xfrm>
              <a:off x="2128475" y="1897550"/>
              <a:ext cx="25" cy="25"/>
            </a:xfrm>
            <a:custGeom>
              <a:avLst/>
              <a:gdLst/>
              <a:ahLst/>
              <a:cxnLst/>
              <a:rect l="l" t="t" r="r" b="b"/>
              <a:pathLst>
                <a:path w="1" h="1" extrusionOk="0">
                  <a:moveTo>
                    <a:pt x="0" y="1"/>
                  </a:moveTo>
                  <a:lnTo>
                    <a:pt x="0" y="1"/>
                  </a:lnTo>
                  <a:lnTo>
                    <a:pt x="0" y="1"/>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5" name="Google Shape;10765;p25"/>
            <p:cNvSpPr/>
            <p:nvPr/>
          </p:nvSpPr>
          <p:spPr>
            <a:xfrm>
              <a:off x="2147125" y="1906575"/>
              <a:ext cx="25" cy="650"/>
            </a:xfrm>
            <a:custGeom>
              <a:avLst/>
              <a:gdLst/>
              <a:ahLst/>
              <a:cxnLst/>
              <a:rect l="l" t="t" r="r" b="b"/>
              <a:pathLst>
                <a:path w="1" h="26" extrusionOk="0">
                  <a:moveTo>
                    <a:pt x="0" y="1"/>
                  </a:moveTo>
                  <a:lnTo>
                    <a:pt x="0" y="25"/>
                  </a:lnTo>
                  <a:lnTo>
                    <a:pt x="0" y="25"/>
                  </a:lnTo>
                  <a:lnTo>
                    <a:pt x="0" y="1"/>
                  </a:lnTo>
                  <a:lnTo>
                    <a:pt x="0"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6" name="Google Shape;10766;p25"/>
            <p:cNvSpPr/>
            <p:nvPr/>
          </p:nvSpPr>
          <p:spPr>
            <a:xfrm>
              <a:off x="2128475" y="1897550"/>
              <a:ext cx="2425" cy="625"/>
            </a:xfrm>
            <a:custGeom>
              <a:avLst/>
              <a:gdLst/>
              <a:ahLst/>
              <a:cxnLst/>
              <a:rect l="l" t="t" r="r" b="b"/>
              <a:pathLst>
                <a:path w="97" h="25" extrusionOk="0">
                  <a:moveTo>
                    <a:pt x="0" y="1"/>
                  </a:moveTo>
                  <a:lnTo>
                    <a:pt x="24" y="25"/>
                  </a:lnTo>
                  <a:lnTo>
                    <a:pt x="97" y="25"/>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7" name="Google Shape;10767;p25"/>
            <p:cNvSpPr/>
            <p:nvPr/>
          </p:nvSpPr>
          <p:spPr>
            <a:xfrm>
              <a:off x="2139900" y="1902375"/>
              <a:ext cx="1825" cy="1225"/>
            </a:xfrm>
            <a:custGeom>
              <a:avLst/>
              <a:gdLst/>
              <a:ahLst/>
              <a:cxnLst/>
              <a:rect l="l" t="t" r="r" b="b"/>
              <a:pathLst>
                <a:path w="73" h="49" extrusionOk="0">
                  <a:moveTo>
                    <a:pt x="49" y="0"/>
                  </a:moveTo>
                  <a:lnTo>
                    <a:pt x="25" y="25"/>
                  </a:lnTo>
                  <a:lnTo>
                    <a:pt x="49" y="25"/>
                  </a:lnTo>
                  <a:lnTo>
                    <a:pt x="73" y="0"/>
                  </a:lnTo>
                  <a:close/>
                  <a:moveTo>
                    <a:pt x="1" y="25"/>
                  </a:moveTo>
                  <a:lnTo>
                    <a:pt x="1" y="49"/>
                  </a:lnTo>
                  <a:lnTo>
                    <a:pt x="25" y="2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8" name="Google Shape;10768;p25"/>
            <p:cNvSpPr/>
            <p:nvPr/>
          </p:nvSpPr>
          <p:spPr>
            <a:xfrm>
              <a:off x="2130275" y="1896350"/>
              <a:ext cx="2425" cy="1825"/>
            </a:xfrm>
            <a:custGeom>
              <a:avLst/>
              <a:gdLst/>
              <a:ahLst/>
              <a:cxnLst/>
              <a:rect l="l" t="t" r="r" b="b"/>
              <a:pathLst>
                <a:path w="97" h="73" extrusionOk="0">
                  <a:moveTo>
                    <a:pt x="25" y="1"/>
                  </a:moveTo>
                  <a:lnTo>
                    <a:pt x="44" y="7"/>
                  </a:lnTo>
                  <a:lnTo>
                    <a:pt x="44" y="7"/>
                  </a:lnTo>
                  <a:lnTo>
                    <a:pt x="49" y="1"/>
                  </a:lnTo>
                  <a:close/>
                  <a:moveTo>
                    <a:pt x="44" y="7"/>
                  </a:moveTo>
                  <a:lnTo>
                    <a:pt x="0" y="73"/>
                  </a:lnTo>
                  <a:lnTo>
                    <a:pt x="25" y="73"/>
                  </a:lnTo>
                  <a:lnTo>
                    <a:pt x="49" y="25"/>
                  </a:lnTo>
                  <a:lnTo>
                    <a:pt x="97" y="25"/>
                  </a:lnTo>
                  <a:lnTo>
                    <a:pt x="44" y="7"/>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9" name="Google Shape;10769;p25"/>
            <p:cNvSpPr/>
            <p:nvPr/>
          </p:nvSpPr>
          <p:spPr>
            <a:xfrm>
              <a:off x="2118850" y="2487350"/>
              <a:ext cx="625" cy="625"/>
            </a:xfrm>
            <a:custGeom>
              <a:avLst/>
              <a:gdLst/>
              <a:ahLst/>
              <a:cxnLst/>
              <a:rect l="l" t="t" r="r" b="b"/>
              <a:pathLst>
                <a:path w="25" h="25" extrusionOk="0">
                  <a:moveTo>
                    <a:pt x="0"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0" name="Google Shape;10770;p25"/>
            <p:cNvSpPr/>
            <p:nvPr/>
          </p:nvSpPr>
          <p:spPr>
            <a:xfrm>
              <a:off x="2136300" y="1887325"/>
              <a:ext cx="1825" cy="625"/>
            </a:xfrm>
            <a:custGeom>
              <a:avLst/>
              <a:gdLst/>
              <a:ahLst/>
              <a:cxnLst/>
              <a:rect l="l" t="t" r="r" b="b"/>
              <a:pathLst>
                <a:path w="73" h="25" extrusionOk="0">
                  <a:moveTo>
                    <a:pt x="24" y="1"/>
                  </a:moveTo>
                  <a:lnTo>
                    <a:pt x="0" y="25"/>
                  </a:lnTo>
                  <a:lnTo>
                    <a:pt x="48"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1" name="Google Shape;10771;p25"/>
            <p:cNvSpPr/>
            <p:nvPr/>
          </p:nvSpPr>
          <p:spPr>
            <a:xfrm>
              <a:off x="2138100" y="1886725"/>
              <a:ext cx="1825" cy="625"/>
            </a:xfrm>
            <a:custGeom>
              <a:avLst/>
              <a:gdLst/>
              <a:ahLst/>
              <a:cxnLst/>
              <a:rect l="l" t="t" r="r" b="b"/>
              <a:pathLst>
                <a:path w="73" h="25" extrusionOk="0">
                  <a:moveTo>
                    <a:pt x="49" y="1"/>
                  </a:moveTo>
                  <a:lnTo>
                    <a:pt x="0" y="25"/>
                  </a:lnTo>
                  <a:lnTo>
                    <a:pt x="49"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2" name="Google Shape;10772;p25"/>
            <p:cNvSpPr/>
            <p:nvPr/>
          </p:nvSpPr>
          <p:spPr>
            <a:xfrm>
              <a:off x="2074900" y="1848200"/>
              <a:ext cx="625" cy="25"/>
            </a:xfrm>
            <a:custGeom>
              <a:avLst/>
              <a:gdLst/>
              <a:ahLst/>
              <a:cxnLst/>
              <a:rect l="l" t="t" r="r" b="b"/>
              <a:pathLst>
                <a:path w="25" h="1" extrusionOk="0">
                  <a:moveTo>
                    <a:pt x="25" y="1"/>
                  </a:moveTo>
                  <a:lnTo>
                    <a:pt x="25" y="1"/>
                  </a:lnTo>
                  <a:lnTo>
                    <a:pt x="1" y="1"/>
                  </a:lnTo>
                  <a:lnTo>
                    <a:pt x="1" y="1"/>
                  </a:lnTo>
                  <a:lnTo>
                    <a:pt x="25" y="1"/>
                  </a:lnTo>
                  <a:lnTo>
                    <a:pt x="25" y="1"/>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3" name="Google Shape;10773;p25"/>
            <p:cNvSpPr/>
            <p:nvPr/>
          </p:nvSpPr>
          <p:spPr>
            <a:xfrm>
              <a:off x="2139900" y="1886125"/>
              <a:ext cx="2425" cy="625"/>
            </a:xfrm>
            <a:custGeom>
              <a:avLst/>
              <a:gdLst/>
              <a:ahLst/>
              <a:cxnLst/>
              <a:rect l="l" t="t" r="r" b="b"/>
              <a:pathLst>
                <a:path w="97" h="25" extrusionOk="0">
                  <a:moveTo>
                    <a:pt x="49" y="0"/>
                  </a:moveTo>
                  <a:lnTo>
                    <a:pt x="1" y="25"/>
                  </a:lnTo>
                  <a:lnTo>
                    <a:pt x="49" y="25"/>
                  </a:lnTo>
                  <a:lnTo>
                    <a:pt x="65" y="8"/>
                  </a:lnTo>
                  <a:lnTo>
                    <a:pt x="65" y="8"/>
                  </a:lnTo>
                  <a:lnTo>
                    <a:pt x="49" y="0"/>
                  </a:lnTo>
                  <a:close/>
                  <a:moveTo>
                    <a:pt x="73" y="0"/>
                  </a:moveTo>
                  <a:lnTo>
                    <a:pt x="65" y="8"/>
                  </a:lnTo>
                  <a:lnTo>
                    <a:pt x="65" y="8"/>
                  </a:lnTo>
                  <a:lnTo>
                    <a:pt x="97" y="25"/>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4" name="Google Shape;10774;p25"/>
            <p:cNvSpPr/>
            <p:nvPr/>
          </p:nvSpPr>
          <p:spPr>
            <a:xfrm>
              <a:off x="2075500" y="1847600"/>
              <a:ext cx="1225" cy="625"/>
            </a:xfrm>
            <a:custGeom>
              <a:avLst/>
              <a:gdLst/>
              <a:ahLst/>
              <a:cxnLst/>
              <a:rect l="l" t="t" r="r" b="b"/>
              <a:pathLst>
                <a:path w="49" h="25" extrusionOk="0">
                  <a:moveTo>
                    <a:pt x="25" y="1"/>
                  </a:moveTo>
                  <a:lnTo>
                    <a:pt x="1" y="25"/>
                  </a:lnTo>
                  <a:lnTo>
                    <a:pt x="25"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5" name="Google Shape;10775;p25"/>
            <p:cNvSpPr/>
            <p:nvPr/>
          </p:nvSpPr>
          <p:spPr>
            <a:xfrm>
              <a:off x="1965975" y="2039600"/>
              <a:ext cx="625" cy="25"/>
            </a:xfrm>
            <a:custGeom>
              <a:avLst/>
              <a:gdLst/>
              <a:ahLst/>
              <a:cxnLst/>
              <a:rect l="l" t="t" r="r" b="b"/>
              <a:pathLst>
                <a:path w="25" h="1" extrusionOk="0">
                  <a:moveTo>
                    <a:pt x="0" y="0"/>
                  </a:moveTo>
                  <a:lnTo>
                    <a:pt x="0" y="0"/>
                  </a:lnTo>
                  <a:lnTo>
                    <a:pt x="25" y="0"/>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6" name="Google Shape;10776;p25"/>
            <p:cNvSpPr/>
            <p:nvPr/>
          </p:nvSpPr>
          <p:spPr>
            <a:xfrm>
              <a:off x="1895550" y="1964350"/>
              <a:ext cx="625" cy="650"/>
            </a:xfrm>
            <a:custGeom>
              <a:avLst/>
              <a:gdLst/>
              <a:ahLst/>
              <a:cxnLst/>
              <a:rect l="l" t="t" r="r" b="b"/>
              <a:pathLst>
                <a:path w="25" h="26"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7" name="Google Shape;10777;p25"/>
            <p:cNvSpPr/>
            <p:nvPr/>
          </p:nvSpPr>
          <p:spPr>
            <a:xfrm>
              <a:off x="2027350" y="2037175"/>
              <a:ext cx="625" cy="625"/>
            </a:xfrm>
            <a:custGeom>
              <a:avLst/>
              <a:gdLst/>
              <a:ahLst/>
              <a:cxnLst/>
              <a:rect l="l" t="t" r="r" b="b"/>
              <a:pathLst>
                <a:path w="25" h="25" extrusionOk="0">
                  <a:moveTo>
                    <a:pt x="1" y="1"/>
                  </a:moveTo>
                  <a:lnTo>
                    <a:pt x="1" y="25"/>
                  </a:lnTo>
                  <a:lnTo>
                    <a:pt x="25" y="25"/>
                  </a:lnTo>
                  <a:lnTo>
                    <a:pt x="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8" name="Google Shape;10778;p25"/>
            <p:cNvSpPr/>
            <p:nvPr/>
          </p:nvSpPr>
          <p:spPr>
            <a:xfrm>
              <a:off x="2405300" y="1951725"/>
              <a:ext cx="650" cy="25"/>
            </a:xfrm>
            <a:custGeom>
              <a:avLst/>
              <a:gdLst/>
              <a:ahLst/>
              <a:cxnLst/>
              <a:rect l="l" t="t" r="r" b="b"/>
              <a:pathLst>
                <a:path w="26" h="1" extrusionOk="0">
                  <a:moveTo>
                    <a:pt x="25" y="0"/>
                  </a:moveTo>
                  <a:lnTo>
                    <a:pt x="1" y="0"/>
                  </a:lnTo>
                  <a:lnTo>
                    <a:pt x="25" y="0"/>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9" name="Google Shape;10779;p25"/>
            <p:cNvSpPr/>
            <p:nvPr/>
          </p:nvSpPr>
          <p:spPr>
            <a:xfrm>
              <a:off x="2357175" y="1887325"/>
              <a:ext cx="625" cy="25"/>
            </a:xfrm>
            <a:custGeom>
              <a:avLst/>
              <a:gdLst/>
              <a:ahLst/>
              <a:cxnLst/>
              <a:rect l="l" t="t" r="r" b="b"/>
              <a:pathLst>
                <a:path w="25" h="1" extrusionOk="0">
                  <a:moveTo>
                    <a:pt x="0" y="1"/>
                  </a:moveTo>
                  <a:lnTo>
                    <a:pt x="0" y="1"/>
                  </a:lnTo>
                  <a:lnTo>
                    <a:pt x="24" y="1"/>
                  </a:lnTo>
                  <a:lnTo>
                    <a:pt x="24" y="1"/>
                  </a:lnTo>
                  <a:lnTo>
                    <a:pt x="0" y="1"/>
                  </a:lnTo>
                  <a:lnTo>
                    <a:pt x="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0" name="Google Shape;10780;p25"/>
            <p:cNvSpPr/>
            <p:nvPr/>
          </p:nvSpPr>
          <p:spPr>
            <a:xfrm>
              <a:off x="2484150" y="1986025"/>
              <a:ext cx="101725" cy="97525"/>
            </a:xfrm>
            <a:custGeom>
              <a:avLst/>
              <a:gdLst/>
              <a:ahLst/>
              <a:cxnLst/>
              <a:rect l="l" t="t" r="r" b="b"/>
              <a:pathLst>
                <a:path w="4069" h="3901" extrusionOk="0">
                  <a:moveTo>
                    <a:pt x="2191" y="193"/>
                  </a:moveTo>
                  <a:lnTo>
                    <a:pt x="2649" y="265"/>
                  </a:lnTo>
                  <a:lnTo>
                    <a:pt x="2745" y="289"/>
                  </a:lnTo>
                  <a:lnTo>
                    <a:pt x="2865" y="338"/>
                  </a:lnTo>
                  <a:lnTo>
                    <a:pt x="3082" y="458"/>
                  </a:lnTo>
                  <a:lnTo>
                    <a:pt x="3299" y="602"/>
                  </a:lnTo>
                  <a:lnTo>
                    <a:pt x="3491" y="771"/>
                  </a:lnTo>
                  <a:lnTo>
                    <a:pt x="3636" y="988"/>
                  </a:lnTo>
                  <a:lnTo>
                    <a:pt x="3732" y="1180"/>
                  </a:lnTo>
                  <a:lnTo>
                    <a:pt x="3804" y="1373"/>
                  </a:lnTo>
                  <a:lnTo>
                    <a:pt x="3852" y="1662"/>
                  </a:lnTo>
                  <a:lnTo>
                    <a:pt x="3876" y="1926"/>
                  </a:lnTo>
                  <a:lnTo>
                    <a:pt x="3876" y="2095"/>
                  </a:lnTo>
                  <a:lnTo>
                    <a:pt x="3852" y="2263"/>
                  </a:lnTo>
                  <a:lnTo>
                    <a:pt x="3804" y="2432"/>
                  </a:lnTo>
                  <a:lnTo>
                    <a:pt x="3732" y="2601"/>
                  </a:lnTo>
                  <a:lnTo>
                    <a:pt x="3684" y="2697"/>
                  </a:lnTo>
                  <a:lnTo>
                    <a:pt x="3612" y="2793"/>
                  </a:lnTo>
                  <a:lnTo>
                    <a:pt x="3371" y="3010"/>
                  </a:lnTo>
                  <a:lnTo>
                    <a:pt x="3178" y="3250"/>
                  </a:lnTo>
                  <a:lnTo>
                    <a:pt x="3082" y="3347"/>
                  </a:lnTo>
                  <a:lnTo>
                    <a:pt x="2986" y="3419"/>
                  </a:lnTo>
                  <a:lnTo>
                    <a:pt x="2889" y="3467"/>
                  </a:lnTo>
                  <a:lnTo>
                    <a:pt x="2769" y="3515"/>
                  </a:lnTo>
                  <a:lnTo>
                    <a:pt x="2312" y="3660"/>
                  </a:lnTo>
                  <a:lnTo>
                    <a:pt x="2095" y="3684"/>
                  </a:lnTo>
                  <a:lnTo>
                    <a:pt x="1854" y="3708"/>
                  </a:lnTo>
                  <a:lnTo>
                    <a:pt x="1397" y="3636"/>
                  </a:lnTo>
                  <a:lnTo>
                    <a:pt x="1204" y="3612"/>
                  </a:lnTo>
                  <a:lnTo>
                    <a:pt x="988" y="3563"/>
                  </a:lnTo>
                  <a:lnTo>
                    <a:pt x="843" y="3491"/>
                  </a:lnTo>
                  <a:lnTo>
                    <a:pt x="699" y="3419"/>
                  </a:lnTo>
                  <a:lnTo>
                    <a:pt x="602" y="3323"/>
                  </a:lnTo>
                  <a:lnTo>
                    <a:pt x="506" y="3178"/>
                  </a:lnTo>
                  <a:lnTo>
                    <a:pt x="289" y="2865"/>
                  </a:lnTo>
                  <a:lnTo>
                    <a:pt x="217" y="2745"/>
                  </a:lnTo>
                  <a:lnTo>
                    <a:pt x="169" y="2625"/>
                  </a:lnTo>
                  <a:lnTo>
                    <a:pt x="145" y="2504"/>
                  </a:lnTo>
                  <a:lnTo>
                    <a:pt x="145" y="2360"/>
                  </a:lnTo>
                  <a:lnTo>
                    <a:pt x="169" y="2095"/>
                  </a:lnTo>
                  <a:lnTo>
                    <a:pt x="217" y="1734"/>
                  </a:lnTo>
                  <a:lnTo>
                    <a:pt x="289" y="1397"/>
                  </a:lnTo>
                  <a:lnTo>
                    <a:pt x="338" y="1204"/>
                  </a:lnTo>
                  <a:lnTo>
                    <a:pt x="410" y="1060"/>
                  </a:lnTo>
                  <a:lnTo>
                    <a:pt x="482" y="891"/>
                  </a:lnTo>
                  <a:lnTo>
                    <a:pt x="602" y="747"/>
                  </a:lnTo>
                  <a:lnTo>
                    <a:pt x="675" y="699"/>
                  </a:lnTo>
                  <a:lnTo>
                    <a:pt x="771" y="651"/>
                  </a:lnTo>
                  <a:lnTo>
                    <a:pt x="915" y="627"/>
                  </a:lnTo>
                  <a:lnTo>
                    <a:pt x="1060" y="578"/>
                  </a:lnTo>
                  <a:lnTo>
                    <a:pt x="1228" y="554"/>
                  </a:lnTo>
                  <a:lnTo>
                    <a:pt x="1373" y="458"/>
                  </a:lnTo>
                  <a:lnTo>
                    <a:pt x="1493" y="386"/>
                  </a:lnTo>
                  <a:lnTo>
                    <a:pt x="1613" y="314"/>
                  </a:lnTo>
                  <a:lnTo>
                    <a:pt x="1854" y="217"/>
                  </a:lnTo>
                  <a:lnTo>
                    <a:pt x="2023" y="193"/>
                  </a:lnTo>
                  <a:close/>
                  <a:moveTo>
                    <a:pt x="1902" y="1"/>
                  </a:moveTo>
                  <a:lnTo>
                    <a:pt x="1758" y="49"/>
                  </a:lnTo>
                  <a:lnTo>
                    <a:pt x="1589" y="121"/>
                  </a:lnTo>
                  <a:lnTo>
                    <a:pt x="1421" y="193"/>
                  </a:lnTo>
                  <a:lnTo>
                    <a:pt x="1349" y="241"/>
                  </a:lnTo>
                  <a:lnTo>
                    <a:pt x="1276" y="289"/>
                  </a:lnTo>
                  <a:lnTo>
                    <a:pt x="1204" y="338"/>
                  </a:lnTo>
                  <a:lnTo>
                    <a:pt x="1132" y="386"/>
                  </a:lnTo>
                  <a:lnTo>
                    <a:pt x="963" y="410"/>
                  </a:lnTo>
                  <a:lnTo>
                    <a:pt x="867" y="410"/>
                  </a:lnTo>
                  <a:lnTo>
                    <a:pt x="795" y="434"/>
                  </a:lnTo>
                  <a:lnTo>
                    <a:pt x="747" y="458"/>
                  </a:lnTo>
                  <a:lnTo>
                    <a:pt x="675" y="506"/>
                  </a:lnTo>
                  <a:lnTo>
                    <a:pt x="651" y="578"/>
                  </a:lnTo>
                  <a:lnTo>
                    <a:pt x="602" y="627"/>
                  </a:lnTo>
                  <a:lnTo>
                    <a:pt x="554" y="651"/>
                  </a:lnTo>
                  <a:lnTo>
                    <a:pt x="434" y="795"/>
                  </a:lnTo>
                  <a:lnTo>
                    <a:pt x="338" y="939"/>
                  </a:lnTo>
                  <a:lnTo>
                    <a:pt x="241" y="1108"/>
                  </a:lnTo>
                  <a:lnTo>
                    <a:pt x="193" y="1276"/>
                  </a:lnTo>
                  <a:lnTo>
                    <a:pt x="73" y="1854"/>
                  </a:lnTo>
                  <a:lnTo>
                    <a:pt x="25" y="2119"/>
                  </a:lnTo>
                  <a:lnTo>
                    <a:pt x="1" y="2360"/>
                  </a:lnTo>
                  <a:lnTo>
                    <a:pt x="1" y="2552"/>
                  </a:lnTo>
                  <a:lnTo>
                    <a:pt x="25" y="2721"/>
                  </a:lnTo>
                  <a:lnTo>
                    <a:pt x="97" y="2889"/>
                  </a:lnTo>
                  <a:lnTo>
                    <a:pt x="193" y="3034"/>
                  </a:lnTo>
                  <a:lnTo>
                    <a:pt x="289" y="3178"/>
                  </a:lnTo>
                  <a:lnTo>
                    <a:pt x="386" y="3323"/>
                  </a:lnTo>
                  <a:lnTo>
                    <a:pt x="506" y="3467"/>
                  </a:lnTo>
                  <a:lnTo>
                    <a:pt x="578" y="3563"/>
                  </a:lnTo>
                  <a:lnTo>
                    <a:pt x="675" y="3636"/>
                  </a:lnTo>
                  <a:lnTo>
                    <a:pt x="891" y="3732"/>
                  </a:lnTo>
                  <a:lnTo>
                    <a:pt x="1132" y="3804"/>
                  </a:lnTo>
                  <a:lnTo>
                    <a:pt x="1397" y="3852"/>
                  </a:lnTo>
                  <a:lnTo>
                    <a:pt x="1926" y="3900"/>
                  </a:lnTo>
                  <a:lnTo>
                    <a:pt x="2167" y="3900"/>
                  </a:lnTo>
                  <a:lnTo>
                    <a:pt x="2432" y="3852"/>
                  </a:lnTo>
                  <a:lnTo>
                    <a:pt x="2889" y="3684"/>
                  </a:lnTo>
                  <a:lnTo>
                    <a:pt x="3058" y="3612"/>
                  </a:lnTo>
                  <a:lnTo>
                    <a:pt x="3154" y="3539"/>
                  </a:lnTo>
                  <a:lnTo>
                    <a:pt x="3226" y="3467"/>
                  </a:lnTo>
                  <a:lnTo>
                    <a:pt x="3443" y="3226"/>
                  </a:lnTo>
                  <a:lnTo>
                    <a:pt x="3539" y="3106"/>
                  </a:lnTo>
                  <a:lnTo>
                    <a:pt x="3660" y="2986"/>
                  </a:lnTo>
                  <a:lnTo>
                    <a:pt x="3732" y="2889"/>
                  </a:lnTo>
                  <a:lnTo>
                    <a:pt x="3828" y="2793"/>
                  </a:lnTo>
                  <a:lnTo>
                    <a:pt x="3900" y="2697"/>
                  </a:lnTo>
                  <a:lnTo>
                    <a:pt x="3949" y="2576"/>
                  </a:lnTo>
                  <a:lnTo>
                    <a:pt x="3997" y="2408"/>
                  </a:lnTo>
                  <a:lnTo>
                    <a:pt x="4045" y="2239"/>
                  </a:lnTo>
                  <a:lnTo>
                    <a:pt x="4069" y="2047"/>
                  </a:lnTo>
                  <a:lnTo>
                    <a:pt x="4069" y="1878"/>
                  </a:lnTo>
                  <a:lnTo>
                    <a:pt x="4045" y="1614"/>
                  </a:lnTo>
                  <a:lnTo>
                    <a:pt x="3997" y="1349"/>
                  </a:lnTo>
                  <a:lnTo>
                    <a:pt x="3949" y="1204"/>
                  </a:lnTo>
                  <a:lnTo>
                    <a:pt x="3900" y="1036"/>
                  </a:lnTo>
                  <a:lnTo>
                    <a:pt x="3780" y="843"/>
                  </a:lnTo>
                  <a:lnTo>
                    <a:pt x="3636" y="651"/>
                  </a:lnTo>
                  <a:lnTo>
                    <a:pt x="3467" y="482"/>
                  </a:lnTo>
                  <a:lnTo>
                    <a:pt x="3299" y="338"/>
                  </a:lnTo>
                  <a:lnTo>
                    <a:pt x="3034" y="193"/>
                  </a:lnTo>
                  <a:lnTo>
                    <a:pt x="2889" y="121"/>
                  </a:lnTo>
                  <a:lnTo>
                    <a:pt x="2745" y="73"/>
                  </a:lnTo>
                  <a:lnTo>
                    <a:pt x="22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1" name="Google Shape;10781;p25"/>
            <p:cNvSpPr/>
            <p:nvPr/>
          </p:nvSpPr>
          <p:spPr>
            <a:xfrm>
              <a:off x="2516050" y="2013700"/>
              <a:ext cx="39750" cy="41575"/>
            </a:xfrm>
            <a:custGeom>
              <a:avLst/>
              <a:gdLst/>
              <a:ahLst/>
              <a:cxnLst/>
              <a:rect l="l" t="t" r="r" b="b"/>
              <a:pathLst>
                <a:path w="1590" h="1663" extrusionOk="0">
                  <a:moveTo>
                    <a:pt x="963" y="194"/>
                  </a:moveTo>
                  <a:lnTo>
                    <a:pt x="1060" y="242"/>
                  </a:lnTo>
                  <a:lnTo>
                    <a:pt x="1300" y="386"/>
                  </a:lnTo>
                  <a:lnTo>
                    <a:pt x="1373" y="458"/>
                  </a:lnTo>
                  <a:lnTo>
                    <a:pt x="1397" y="555"/>
                  </a:lnTo>
                  <a:lnTo>
                    <a:pt x="1421" y="819"/>
                  </a:lnTo>
                  <a:lnTo>
                    <a:pt x="1421" y="940"/>
                  </a:lnTo>
                  <a:lnTo>
                    <a:pt x="1397" y="1084"/>
                  </a:lnTo>
                  <a:lnTo>
                    <a:pt x="1349" y="1181"/>
                  </a:lnTo>
                  <a:lnTo>
                    <a:pt x="1276" y="1253"/>
                  </a:lnTo>
                  <a:lnTo>
                    <a:pt x="1060" y="1445"/>
                  </a:lnTo>
                  <a:lnTo>
                    <a:pt x="1012" y="1469"/>
                  </a:lnTo>
                  <a:lnTo>
                    <a:pt x="939" y="1494"/>
                  </a:lnTo>
                  <a:lnTo>
                    <a:pt x="747" y="1494"/>
                  </a:lnTo>
                  <a:lnTo>
                    <a:pt x="578" y="1469"/>
                  </a:lnTo>
                  <a:lnTo>
                    <a:pt x="434" y="1421"/>
                  </a:lnTo>
                  <a:lnTo>
                    <a:pt x="289" y="1349"/>
                  </a:lnTo>
                  <a:lnTo>
                    <a:pt x="241" y="1301"/>
                  </a:lnTo>
                  <a:lnTo>
                    <a:pt x="193" y="1229"/>
                  </a:lnTo>
                  <a:lnTo>
                    <a:pt x="169" y="1181"/>
                  </a:lnTo>
                  <a:lnTo>
                    <a:pt x="169" y="1084"/>
                  </a:lnTo>
                  <a:lnTo>
                    <a:pt x="169" y="1036"/>
                  </a:lnTo>
                  <a:lnTo>
                    <a:pt x="169" y="940"/>
                  </a:lnTo>
                  <a:lnTo>
                    <a:pt x="169" y="771"/>
                  </a:lnTo>
                  <a:lnTo>
                    <a:pt x="193" y="603"/>
                  </a:lnTo>
                  <a:lnTo>
                    <a:pt x="217" y="531"/>
                  </a:lnTo>
                  <a:lnTo>
                    <a:pt x="265" y="458"/>
                  </a:lnTo>
                  <a:lnTo>
                    <a:pt x="386" y="362"/>
                  </a:lnTo>
                  <a:lnTo>
                    <a:pt x="482" y="290"/>
                  </a:lnTo>
                  <a:lnTo>
                    <a:pt x="602" y="242"/>
                  </a:lnTo>
                  <a:lnTo>
                    <a:pt x="723" y="194"/>
                  </a:lnTo>
                  <a:close/>
                  <a:moveTo>
                    <a:pt x="747" y="1"/>
                  </a:moveTo>
                  <a:lnTo>
                    <a:pt x="602" y="49"/>
                  </a:lnTo>
                  <a:lnTo>
                    <a:pt x="458" y="97"/>
                  </a:lnTo>
                  <a:lnTo>
                    <a:pt x="313" y="169"/>
                  </a:lnTo>
                  <a:lnTo>
                    <a:pt x="241" y="218"/>
                  </a:lnTo>
                  <a:lnTo>
                    <a:pt x="169" y="290"/>
                  </a:lnTo>
                  <a:lnTo>
                    <a:pt x="73" y="434"/>
                  </a:lnTo>
                  <a:lnTo>
                    <a:pt x="24" y="627"/>
                  </a:lnTo>
                  <a:lnTo>
                    <a:pt x="0" y="795"/>
                  </a:lnTo>
                  <a:lnTo>
                    <a:pt x="0" y="940"/>
                  </a:lnTo>
                  <a:lnTo>
                    <a:pt x="24" y="1108"/>
                  </a:lnTo>
                  <a:lnTo>
                    <a:pt x="24" y="1205"/>
                  </a:lnTo>
                  <a:lnTo>
                    <a:pt x="73" y="1301"/>
                  </a:lnTo>
                  <a:lnTo>
                    <a:pt x="121" y="1373"/>
                  </a:lnTo>
                  <a:lnTo>
                    <a:pt x="193" y="1445"/>
                  </a:lnTo>
                  <a:lnTo>
                    <a:pt x="289" y="1518"/>
                  </a:lnTo>
                  <a:lnTo>
                    <a:pt x="410" y="1590"/>
                  </a:lnTo>
                  <a:lnTo>
                    <a:pt x="554" y="1614"/>
                  </a:lnTo>
                  <a:lnTo>
                    <a:pt x="699" y="1638"/>
                  </a:lnTo>
                  <a:lnTo>
                    <a:pt x="963" y="1662"/>
                  </a:lnTo>
                  <a:lnTo>
                    <a:pt x="1060" y="1638"/>
                  </a:lnTo>
                  <a:lnTo>
                    <a:pt x="1132" y="1590"/>
                  </a:lnTo>
                  <a:lnTo>
                    <a:pt x="1373" y="1373"/>
                  </a:lnTo>
                  <a:lnTo>
                    <a:pt x="1469" y="1277"/>
                  </a:lnTo>
                  <a:lnTo>
                    <a:pt x="1517" y="1132"/>
                  </a:lnTo>
                  <a:lnTo>
                    <a:pt x="1565" y="964"/>
                  </a:lnTo>
                  <a:lnTo>
                    <a:pt x="1589" y="771"/>
                  </a:lnTo>
                  <a:lnTo>
                    <a:pt x="1541" y="531"/>
                  </a:lnTo>
                  <a:lnTo>
                    <a:pt x="1541" y="434"/>
                  </a:lnTo>
                  <a:lnTo>
                    <a:pt x="1493" y="338"/>
                  </a:lnTo>
                  <a:lnTo>
                    <a:pt x="1445" y="266"/>
                  </a:lnTo>
                  <a:lnTo>
                    <a:pt x="1373" y="218"/>
                  </a:lnTo>
                  <a:lnTo>
                    <a:pt x="1228" y="121"/>
                  </a:lnTo>
                  <a:lnTo>
                    <a:pt x="1084" y="49"/>
                  </a:lnTo>
                  <a:lnTo>
                    <a:pt x="9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2" name="Google Shape;10782;p25"/>
            <p:cNvSpPr/>
            <p:nvPr/>
          </p:nvSpPr>
          <p:spPr>
            <a:xfrm>
              <a:off x="2528675" y="2028750"/>
              <a:ext cx="13875" cy="15075"/>
            </a:xfrm>
            <a:custGeom>
              <a:avLst/>
              <a:gdLst/>
              <a:ahLst/>
              <a:cxnLst/>
              <a:rect l="l" t="t" r="r" b="b"/>
              <a:pathLst>
                <a:path w="555" h="603" extrusionOk="0">
                  <a:moveTo>
                    <a:pt x="314" y="169"/>
                  </a:moveTo>
                  <a:lnTo>
                    <a:pt x="386" y="193"/>
                  </a:lnTo>
                  <a:lnTo>
                    <a:pt x="410" y="242"/>
                  </a:lnTo>
                  <a:lnTo>
                    <a:pt x="410" y="290"/>
                  </a:lnTo>
                  <a:lnTo>
                    <a:pt x="386" y="338"/>
                  </a:lnTo>
                  <a:lnTo>
                    <a:pt x="338" y="434"/>
                  </a:lnTo>
                  <a:lnTo>
                    <a:pt x="290" y="458"/>
                  </a:lnTo>
                  <a:lnTo>
                    <a:pt x="218" y="458"/>
                  </a:lnTo>
                  <a:lnTo>
                    <a:pt x="194" y="434"/>
                  </a:lnTo>
                  <a:lnTo>
                    <a:pt x="194" y="410"/>
                  </a:lnTo>
                  <a:lnTo>
                    <a:pt x="194" y="362"/>
                  </a:lnTo>
                  <a:lnTo>
                    <a:pt x="194" y="290"/>
                  </a:lnTo>
                  <a:lnTo>
                    <a:pt x="218" y="217"/>
                  </a:lnTo>
                  <a:lnTo>
                    <a:pt x="266" y="169"/>
                  </a:lnTo>
                  <a:close/>
                  <a:moveTo>
                    <a:pt x="218" y="1"/>
                  </a:moveTo>
                  <a:lnTo>
                    <a:pt x="145" y="49"/>
                  </a:lnTo>
                  <a:lnTo>
                    <a:pt x="25" y="169"/>
                  </a:lnTo>
                  <a:lnTo>
                    <a:pt x="1" y="217"/>
                  </a:lnTo>
                  <a:lnTo>
                    <a:pt x="1" y="314"/>
                  </a:lnTo>
                  <a:lnTo>
                    <a:pt x="1" y="434"/>
                  </a:lnTo>
                  <a:lnTo>
                    <a:pt x="49" y="482"/>
                  </a:lnTo>
                  <a:lnTo>
                    <a:pt x="73" y="554"/>
                  </a:lnTo>
                  <a:lnTo>
                    <a:pt x="145" y="579"/>
                  </a:lnTo>
                  <a:lnTo>
                    <a:pt x="194" y="603"/>
                  </a:lnTo>
                  <a:lnTo>
                    <a:pt x="290" y="603"/>
                  </a:lnTo>
                  <a:lnTo>
                    <a:pt x="362" y="579"/>
                  </a:lnTo>
                  <a:lnTo>
                    <a:pt x="434" y="530"/>
                  </a:lnTo>
                  <a:lnTo>
                    <a:pt x="482" y="482"/>
                  </a:lnTo>
                  <a:lnTo>
                    <a:pt x="507" y="410"/>
                  </a:lnTo>
                  <a:lnTo>
                    <a:pt x="531" y="338"/>
                  </a:lnTo>
                  <a:lnTo>
                    <a:pt x="555" y="266"/>
                  </a:lnTo>
                  <a:lnTo>
                    <a:pt x="555" y="193"/>
                  </a:lnTo>
                  <a:lnTo>
                    <a:pt x="531" y="121"/>
                  </a:lnTo>
                  <a:lnTo>
                    <a:pt x="482" y="49"/>
                  </a:lnTo>
                  <a:lnTo>
                    <a:pt x="434" y="25"/>
                  </a:lnTo>
                  <a:lnTo>
                    <a:pt x="3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83" name="Google Shape;10783;p25"/>
          <p:cNvSpPr/>
          <p:nvPr/>
        </p:nvSpPr>
        <p:spPr>
          <a:xfrm>
            <a:off x="-224787" y="747074"/>
            <a:ext cx="551518" cy="671941"/>
          </a:xfrm>
          <a:custGeom>
            <a:avLst/>
            <a:gdLst/>
            <a:ahLst/>
            <a:cxnLst/>
            <a:rect l="l" t="t" r="r" b="b"/>
            <a:pathLst>
              <a:path w="10039" h="12231" extrusionOk="0">
                <a:moveTo>
                  <a:pt x="4478" y="675"/>
                </a:moveTo>
                <a:lnTo>
                  <a:pt x="4887" y="699"/>
                </a:lnTo>
                <a:lnTo>
                  <a:pt x="5272" y="795"/>
                </a:lnTo>
                <a:lnTo>
                  <a:pt x="5633" y="916"/>
                </a:lnTo>
                <a:lnTo>
                  <a:pt x="5994" y="1084"/>
                </a:lnTo>
                <a:lnTo>
                  <a:pt x="6355" y="1277"/>
                </a:lnTo>
                <a:lnTo>
                  <a:pt x="6692" y="1517"/>
                </a:lnTo>
                <a:lnTo>
                  <a:pt x="7005" y="1758"/>
                </a:lnTo>
                <a:lnTo>
                  <a:pt x="7270" y="1999"/>
                </a:lnTo>
                <a:lnTo>
                  <a:pt x="7535" y="2264"/>
                </a:lnTo>
                <a:lnTo>
                  <a:pt x="7776" y="2529"/>
                </a:lnTo>
                <a:lnTo>
                  <a:pt x="7992" y="2817"/>
                </a:lnTo>
                <a:lnTo>
                  <a:pt x="8209" y="3130"/>
                </a:lnTo>
                <a:lnTo>
                  <a:pt x="8402" y="3443"/>
                </a:lnTo>
                <a:lnTo>
                  <a:pt x="8570" y="3780"/>
                </a:lnTo>
                <a:lnTo>
                  <a:pt x="8739" y="4117"/>
                </a:lnTo>
                <a:lnTo>
                  <a:pt x="8883" y="4478"/>
                </a:lnTo>
                <a:lnTo>
                  <a:pt x="9027" y="4840"/>
                </a:lnTo>
                <a:lnTo>
                  <a:pt x="9124" y="5201"/>
                </a:lnTo>
                <a:lnTo>
                  <a:pt x="9220" y="5586"/>
                </a:lnTo>
                <a:lnTo>
                  <a:pt x="9292" y="5971"/>
                </a:lnTo>
                <a:lnTo>
                  <a:pt x="9340" y="6356"/>
                </a:lnTo>
                <a:lnTo>
                  <a:pt x="9365" y="6741"/>
                </a:lnTo>
                <a:lnTo>
                  <a:pt x="9389" y="7127"/>
                </a:lnTo>
                <a:lnTo>
                  <a:pt x="9365" y="7488"/>
                </a:lnTo>
                <a:lnTo>
                  <a:pt x="9340" y="7849"/>
                </a:lnTo>
                <a:lnTo>
                  <a:pt x="9268" y="8210"/>
                </a:lnTo>
                <a:lnTo>
                  <a:pt x="9196" y="8571"/>
                </a:lnTo>
                <a:lnTo>
                  <a:pt x="9076" y="8932"/>
                </a:lnTo>
                <a:lnTo>
                  <a:pt x="8955" y="9293"/>
                </a:lnTo>
                <a:lnTo>
                  <a:pt x="8787" y="9630"/>
                </a:lnTo>
                <a:lnTo>
                  <a:pt x="8570" y="9967"/>
                </a:lnTo>
                <a:lnTo>
                  <a:pt x="8402" y="10232"/>
                </a:lnTo>
                <a:lnTo>
                  <a:pt x="8209" y="10449"/>
                </a:lnTo>
                <a:lnTo>
                  <a:pt x="7992" y="10665"/>
                </a:lnTo>
                <a:lnTo>
                  <a:pt x="7776" y="10858"/>
                </a:lnTo>
                <a:lnTo>
                  <a:pt x="7559" y="11026"/>
                </a:lnTo>
                <a:lnTo>
                  <a:pt x="7318" y="11171"/>
                </a:lnTo>
                <a:lnTo>
                  <a:pt x="7078" y="11291"/>
                </a:lnTo>
                <a:lnTo>
                  <a:pt x="6813" y="11387"/>
                </a:lnTo>
                <a:lnTo>
                  <a:pt x="6548" y="11460"/>
                </a:lnTo>
                <a:lnTo>
                  <a:pt x="6283" y="11508"/>
                </a:lnTo>
                <a:lnTo>
                  <a:pt x="6018" y="11556"/>
                </a:lnTo>
                <a:lnTo>
                  <a:pt x="5729" y="11556"/>
                </a:lnTo>
                <a:lnTo>
                  <a:pt x="5441" y="11532"/>
                </a:lnTo>
                <a:lnTo>
                  <a:pt x="5152" y="11484"/>
                </a:lnTo>
                <a:lnTo>
                  <a:pt x="4863" y="11436"/>
                </a:lnTo>
                <a:lnTo>
                  <a:pt x="4574" y="11339"/>
                </a:lnTo>
                <a:lnTo>
                  <a:pt x="4237" y="11195"/>
                </a:lnTo>
                <a:lnTo>
                  <a:pt x="3900" y="11050"/>
                </a:lnTo>
                <a:lnTo>
                  <a:pt x="3587" y="10858"/>
                </a:lnTo>
                <a:lnTo>
                  <a:pt x="3298" y="10665"/>
                </a:lnTo>
                <a:lnTo>
                  <a:pt x="3009" y="10449"/>
                </a:lnTo>
                <a:lnTo>
                  <a:pt x="2768" y="10208"/>
                </a:lnTo>
                <a:lnTo>
                  <a:pt x="2504" y="9943"/>
                </a:lnTo>
                <a:lnTo>
                  <a:pt x="2287" y="9654"/>
                </a:lnTo>
                <a:lnTo>
                  <a:pt x="2022" y="9293"/>
                </a:lnTo>
                <a:lnTo>
                  <a:pt x="1781" y="8932"/>
                </a:lnTo>
                <a:lnTo>
                  <a:pt x="1565" y="8547"/>
                </a:lnTo>
                <a:lnTo>
                  <a:pt x="1348" y="8186"/>
                </a:lnTo>
                <a:lnTo>
                  <a:pt x="1180" y="7801"/>
                </a:lnTo>
                <a:lnTo>
                  <a:pt x="1035" y="7415"/>
                </a:lnTo>
                <a:lnTo>
                  <a:pt x="915" y="7006"/>
                </a:lnTo>
                <a:lnTo>
                  <a:pt x="818" y="6621"/>
                </a:lnTo>
                <a:lnTo>
                  <a:pt x="746" y="6212"/>
                </a:lnTo>
                <a:lnTo>
                  <a:pt x="698" y="5803"/>
                </a:lnTo>
                <a:lnTo>
                  <a:pt x="674" y="5393"/>
                </a:lnTo>
                <a:lnTo>
                  <a:pt x="698" y="4984"/>
                </a:lnTo>
                <a:lnTo>
                  <a:pt x="722" y="4551"/>
                </a:lnTo>
                <a:lnTo>
                  <a:pt x="794" y="4117"/>
                </a:lnTo>
                <a:lnTo>
                  <a:pt x="891" y="3684"/>
                </a:lnTo>
                <a:lnTo>
                  <a:pt x="1011" y="3251"/>
                </a:lnTo>
                <a:lnTo>
                  <a:pt x="1107" y="2986"/>
                </a:lnTo>
                <a:lnTo>
                  <a:pt x="1204" y="2745"/>
                </a:lnTo>
                <a:lnTo>
                  <a:pt x="1324" y="2480"/>
                </a:lnTo>
                <a:lnTo>
                  <a:pt x="1468" y="2264"/>
                </a:lnTo>
                <a:lnTo>
                  <a:pt x="1613" y="2047"/>
                </a:lnTo>
                <a:lnTo>
                  <a:pt x="1757" y="1830"/>
                </a:lnTo>
                <a:lnTo>
                  <a:pt x="1926" y="1662"/>
                </a:lnTo>
                <a:lnTo>
                  <a:pt x="2118" y="1469"/>
                </a:lnTo>
                <a:lnTo>
                  <a:pt x="2311" y="1325"/>
                </a:lnTo>
                <a:lnTo>
                  <a:pt x="2528" y="1180"/>
                </a:lnTo>
                <a:lnTo>
                  <a:pt x="2744" y="1060"/>
                </a:lnTo>
                <a:lnTo>
                  <a:pt x="2985" y="940"/>
                </a:lnTo>
                <a:lnTo>
                  <a:pt x="3226" y="868"/>
                </a:lnTo>
                <a:lnTo>
                  <a:pt x="3491" y="771"/>
                </a:lnTo>
                <a:lnTo>
                  <a:pt x="3755" y="723"/>
                </a:lnTo>
                <a:lnTo>
                  <a:pt x="4044" y="699"/>
                </a:lnTo>
                <a:lnTo>
                  <a:pt x="4478" y="675"/>
                </a:lnTo>
                <a:close/>
                <a:moveTo>
                  <a:pt x="3924" y="1"/>
                </a:moveTo>
                <a:lnTo>
                  <a:pt x="3539" y="49"/>
                </a:lnTo>
                <a:lnTo>
                  <a:pt x="3154" y="145"/>
                </a:lnTo>
                <a:lnTo>
                  <a:pt x="2793" y="290"/>
                </a:lnTo>
                <a:lnTo>
                  <a:pt x="2407" y="482"/>
                </a:lnTo>
                <a:lnTo>
                  <a:pt x="2070" y="699"/>
                </a:lnTo>
                <a:lnTo>
                  <a:pt x="1733" y="940"/>
                </a:lnTo>
                <a:lnTo>
                  <a:pt x="1444" y="1205"/>
                </a:lnTo>
                <a:lnTo>
                  <a:pt x="1180" y="1517"/>
                </a:lnTo>
                <a:lnTo>
                  <a:pt x="939" y="1855"/>
                </a:lnTo>
                <a:lnTo>
                  <a:pt x="746" y="2192"/>
                </a:lnTo>
                <a:lnTo>
                  <a:pt x="554" y="2577"/>
                </a:lnTo>
                <a:lnTo>
                  <a:pt x="409" y="2986"/>
                </a:lnTo>
                <a:lnTo>
                  <a:pt x="289" y="3371"/>
                </a:lnTo>
                <a:lnTo>
                  <a:pt x="169" y="3756"/>
                </a:lnTo>
                <a:lnTo>
                  <a:pt x="96" y="4141"/>
                </a:lnTo>
                <a:lnTo>
                  <a:pt x="48" y="4551"/>
                </a:lnTo>
                <a:lnTo>
                  <a:pt x="24" y="4936"/>
                </a:lnTo>
                <a:lnTo>
                  <a:pt x="0" y="5321"/>
                </a:lnTo>
                <a:lnTo>
                  <a:pt x="24" y="5706"/>
                </a:lnTo>
                <a:lnTo>
                  <a:pt x="48" y="6091"/>
                </a:lnTo>
                <a:lnTo>
                  <a:pt x="120" y="6477"/>
                </a:lnTo>
                <a:lnTo>
                  <a:pt x="193" y="6838"/>
                </a:lnTo>
                <a:lnTo>
                  <a:pt x="289" y="7223"/>
                </a:lnTo>
                <a:lnTo>
                  <a:pt x="409" y="7608"/>
                </a:lnTo>
                <a:lnTo>
                  <a:pt x="554" y="7993"/>
                </a:lnTo>
                <a:lnTo>
                  <a:pt x="722" y="8354"/>
                </a:lnTo>
                <a:lnTo>
                  <a:pt x="891" y="8739"/>
                </a:lnTo>
                <a:lnTo>
                  <a:pt x="1204" y="9269"/>
                </a:lnTo>
                <a:lnTo>
                  <a:pt x="1517" y="9775"/>
                </a:lnTo>
                <a:lnTo>
                  <a:pt x="1878" y="10256"/>
                </a:lnTo>
                <a:lnTo>
                  <a:pt x="2287" y="10689"/>
                </a:lnTo>
                <a:lnTo>
                  <a:pt x="2504" y="10882"/>
                </a:lnTo>
                <a:lnTo>
                  <a:pt x="2744" y="11075"/>
                </a:lnTo>
                <a:lnTo>
                  <a:pt x="2985" y="11243"/>
                </a:lnTo>
                <a:lnTo>
                  <a:pt x="3226" y="11412"/>
                </a:lnTo>
                <a:lnTo>
                  <a:pt x="3491" y="11556"/>
                </a:lnTo>
                <a:lnTo>
                  <a:pt x="3755" y="11700"/>
                </a:lnTo>
                <a:lnTo>
                  <a:pt x="4044" y="11845"/>
                </a:lnTo>
                <a:lnTo>
                  <a:pt x="4333" y="11965"/>
                </a:lnTo>
                <a:lnTo>
                  <a:pt x="4670" y="12062"/>
                </a:lnTo>
                <a:lnTo>
                  <a:pt x="5007" y="12158"/>
                </a:lnTo>
                <a:lnTo>
                  <a:pt x="5344" y="12206"/>
                </a:lnTo>
                <a:lnTo>
                  <a:pt x="5681" y="12230"/>
                </a:lnTo>
                <a:lnTo>
                  <a:pt x="6018" y="12206"/>
                </a:lnTo>
                <a:lnTo>
                  <a:pt x="6331" y="12182"/>
                </a:lnTo>
                <a:lnTo>
                  <a:pt x="6668" y="12134"/>
                </a:lnTo>
                <a:lnTo>
                  <a:pt x="6981" y="12037"/>
                </a:lnTo>
                <a:lnTo>
                  <a:pt x="7270" y="11917"/>
                </a:lnTo>
                <a:lnTo>
                  <a:pt x="7583" y="11773"/>
                </a:lnTo>
                <a:lnTo>
                  <a:pt x="7872" y="11628"/>
                </a:lnTo>
                <a:lnTo>
                  <a:pt x="8137" y="11436"/>
                </a:lnTo>
                <a:lnTo>
                  <a:pt x="8402" y="11219"/>
                </a:lnTo>
                <a:lnTo>
                  <a:pt x="8642" y="10978"/>
                </a:lnTo>
                <a:lnTo>
                  <a:pt x="8859" y="10713"/>
                </a:lnTo>
                <a:lnTo>
                  <a:pt x="9076" y="10425"/>
                </a:lnTo>
                <a:lnTo>
                  <a:pt x="9316" y="10039"/>
                </a:lnTo>
                <a:lnTo>
                  <a:pt x="9509" y="9630"/>
                </a:lnTo>
                <a:lnTo>
                  <a:pt x="9677" y="9221"/>
                </a:lnTo>
                <a:lnTo>
                  <a:pt x="9822" y="8812"/>
                </a:lnTo>
                <a:lnTo>
                  <a:pt x="9918" y="8378"/>
                </a:lnTo>
                <a:lnTo>
                  <a:pt x="9990" y="7921"/>
                </a:lnTo>
                <a:lnTo>
                  <a:pt x="10039" y="7464"/>
                </a:lnTo>
                <a:lnTo>
                  <a:pt x="10039" y="6982"/>
                </a:lnTo>
                <a:lnTo>
                  <a:pt x="10014" y="6428"/>
                </a:lnTo>
                <a:lnTo>
                  <a:pt x="9966" y="5851"/>
                </a:lnTo>
                <a:lnTo>
                  <a:pt x="9846" y="5297"/>
                </a:lnTo>
                <a:lnTo>
                  <a:pt x="9702" y="4743"/>
                </a:lnTo>
                <a:lnTo>
                  <a:pt x="9509" y="4214"/>
                </a:lnTo>
                <a:lnTo>
                  <a:pt x="9268" y="3660"/>
                </a:lnTo>
                <a:lnTo>
                  <a:pt x="9003" y="3154"/>
                </a:lnTo>
                <a:lnTo>
                  <a:pt x="8690" y="2649"/>
                </a:lnTo>
                <a:lnTo>
                  <a:pt x="8402" y="2264"/>
                </a:lnTo>
                <a:lnTo>
                  <a:pt x="8113" y="1903"/>
                </a:lnTo>
                <a:lnTo>
                  <a:pt x="7800" y="1566"/>
                </a:lnTo>
                <a:lnTo>
                  <a:pt x="7463" y="1253"/>
                </a:lnTo>
                <a:lnTo>
                  <a:pt x="7078" y="964"/>
                </a:lnTo>
                <a:lnTo>
                  <a:pt x="6692" y="723"/>
                </a:lnTo>
                <a:lnTo>
                  <a:pt x="6283" y="506"/>
                </a:lnTo>
                <a:lnTo>
                  <a:pt x="5850" y="314"/>
                </a:lnTo>
                <a:lnTo>
                  <a:pt x="5465" y="169"/>
                </a:lnTo>
                <a:lnTo>
                  <a:pt x="5079" y="73"/>
                </a:lnTo>
                <a:lnTo>
                  <a:pt x="4694" y="25"/>
                </a:lnTo>
                <a:lnTo>
                  <a:pt x="4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84" name="Google Shape;10784;p25"/>
          <p:cNvGrpSpPr/>
          <p:nvPr/>
        </p:nvGrpSpPr>
        <p:grpSpPr>
          <a:xfrm>
            <a:off x="8798076" y="1547786"/>
            <a:ext cx="551525" cy="559295"/>
            <a:chOff x="1308175" y="3327500"/>
            <a:chExt cx="170350" cy="172750"/>
          </a:xfrm>
        </p:grpSpPr>
        <p:sp>
          <p:nvSpPr>
            <p:cNvPr id="10785" name="Google Shape;10785;p25"/>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6" name="Google Shape;10786;p25"/>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
  <p:cSld name="CUSTOM_13_1_1">
    <p:spTree>
      <p:nvGrpSpPr>
        <p:cNvPr id="1" name="Shape 12554"/>
        <p:cNvGrpSpPr/>
        <p:nvPr/>
      </p:nvGrpSpPr>
      <p:grpSpPr>
        <a:xfrm>
          <a:off x="0" y="0"/>
          <a:ext cx="0" cy="0"/>
          <a:chOff x="0" y="0"/>
          <a:chExt cx="0" cy="0"/>
        </a:xfrm>
      </p:grpSpPr>
      <p:sp>
        <p:nvSpPr>
          <p:cNvPr id="12555" name="Google Shape;12555;p30"/>
          <p:cNvSpPr/>
          <p:nvPr/>
        </p:nvSpPr>
        <p:spPr>
          <a:xfrm>
            <a:off x="145650" y="119725"/>
            <a:ext cx="8852700" cy="490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56" name="Google Shape;12556;p30"/>
          <p:cNvGrpSpPr/>
          <p:nvPr/>
        </p:nvGrpSpPr>
        <p:grpSpPr>
          <a:xfrm>
            <a:off x="-1506845" y="3866635"/>
            <a:ext cx="2955793" cy="3147574"/>
            <a:chOff x="2827954" y="5779702"/>
            <a:chExt cx="2144676" cy="2283829"/>
          </a:xfrm>
        </p:grpSpPr>
        <p:sp>
          <p:nvSpPr>
            <p:cNvPr id="12557" name="Google Shape;12557;p30"/>
            <p:cNvSpPr/>
            <p:nvPr/>
          </p:nvSpPr>
          <p:spPr>
            <a:xfrm rot="10800000">
              <a:off x="2827954" y="6935855"/>
              <a:ext cx="2132350" cy="1127676"/>
            </a:xfrm>
            <a:custGeom>
              <a:avLst/>
              <a:gdLst/>
              <a:ahLst/>
              <a:cxnLst/>
              <a:rect l="l" t="t" r="r" b="b"/>
              <a:pathLst>
                <a:path w="25085" h="13266" extrusionOk="0">
                  <a:moveTo>
                    <a:pt x="12494" y="1"/>
                  </a:moveTo>
                  <a:lnTo>
                    <a:pt x="12013" y="25"/>
                  </a:lnTo>
                  <a:lnTo>
                    <a:pt x="11507" y="49"/>
                  </a:lnTo>
                  <a:lnTo>
                    <a:pt x="11026" y="97"/>
                  </a:lnTo>
                  <a:lnTo>
                    <a:pt x="10544" y="145"/>
                  </a:lnTo>
                  <a:lnTo>
                    <a:pt x="10063" y="242"/>
                  </a:lnTo>
                  <a:lnTo>
                    <a:pt x="9317" y="386"/>
                  </a:lnTo>
                  <a:lnTo>
                    <a:pt x="8594" y="579"/>
                  </a:lnTo>
                  <a:lnTo>
                    <a:pt x="7896" y="819"/>
                  </a:lnTo>
                  <a:lnTo>
                    <a:pt x="7198" y="1060"/>
                  </a:lnTo>
                  <a:lnTo>
                    <a:pt x="6669" y="1277"/>
                  </a:lnTo>
                  <a:lnTo>
                    <a:pt x="6139" y="1542"/>
                  </a:lnTo>
                  <a:lnTo>
                    <a:pt x="5633" y="1782"/>
                  </a:lnTo>
                  <a:lnTo>
                    <a:pt x="5152" y="2071"/>
                  </a:lnTo>
                  <a:lnTo>
                    <a:pt x="4670" y="2360"/>
                  </a:lnTo>
                  <a:lnTo>
                    <a:pt x="4189" y="2673"/>
                  </a:lnTo>
                  <a:lnTo>
                    <a:pt x="3732" y="3010"/>
                  </a:lnTo>
                  <a:lnTo>
                    <a:pt x="3274" y="3347"/>
                  </a:lnTo>
                  <a:lnTo>
                    <a:pt x="2985" y="3612"/>
                  </a:lnTo>
                  <a:lnTo>
                    <a:pt x="2696" y="3877"/>
                  </a:lnTo>
                  <a:lnTo>
                    <a:pt x="2432" y="4141"/>
                  </a:lnTo>
                  <a:lnTo>
                    <a:pt x="2167" y="4430"/>
                  </a:lnTo>
                  <a:lnTo>
                    <a:pt x="1926" y="4719"/>
                  </a:lnTo>
                  <a:lnTo>
                    <a:pt x="1709" y="5032"/>
                  </a:lnTo>
                  <a:lnTo>
                    <a:pt x="1493" y="5345"/>
                  </a:lnTo>
                  <a:lnTo>
                    <a:pt x="1300" y="5658"/>
                  </a:lnTo>
                  <a:lnTo>
                    <a:pt x="1108" y="5971"/>
                  </a:lnTo>
                  <a:lnTo>
                    <a:pt x="939" y="6308"/>
                  </a:lnTo>
                  <a:lnTo>
                    <a:pt x="771" y="6645"/>
                  </a:lnTo>
                  <a:lnTo>
                    <a:pt x="626" y="7006"/>
                  </a:lnTo>
                  <a:lnTo>
                    <a:pt x="506" y="7367"/>
                  </a:lnTo>
                  <a:lnTo>
                    <a:pt x="385" y="7728"/>
                  </a:lnTo>
                  <a:lnTo>
                    <a:pt x="289" y="8114"/>
                  </a:lnTo>
                  <a:lnTo>
                    <a:pt x="193" y="8499"/>
                  </a:lnTo>
                  <a:lnTo>
                    <a:pt x="121" y="9028"/>
                  </a:lnTo>
                  <a:lnTo>
                    <a:pt x="48" y="9582"/>
                  </a:lnTo>
                  <a:lnTo>
                    <a:pt x="0" y="10112"/>
                  </a:lnTo>
                  <a:lnTo>
                    <a:pt x="0" y="10665"/>
                  </a:lnTo>
                  <a:lnTo>
                    <a:pt x="0" y="10954"/>
                  </a:lnTo>
                  <a:lnTo>
                    <a:pt x="24" y="11243"/>
                  </a:lnTo>
                  <a:lnTo>
                    <a:pt x="72" y="11532"/>
                  </a:lnTo>
                  <a:lnTo>
                    <a:pt x="145" y="11797"/>
                  </a:lnTo>
                  <a:lnTo>
                    <a:pt x="217" y="12086"/>
                  </a:lnTo>
                  <a:lnTo>
                    <a:pt x="313" y="12350"/>
                  </a:lnTo>
                  <a:lnTo>
                    <a:pt x="530" y="12880"/>
                  </a:lnTo>
                  <a:lnTo>
                    <a:pt x="578" y="12976"/>
                  </a:lnTo>
                  <a:lnTo>
                    <a:pt x="674" y="13073"/>
                  </a:lnTo>
                  <a:lnTo>
                    <a:pt x="771" y="13145"/>
                  </a:lnTo>
                  <a:lnTo>
                    <a:pt x="891" y="13193"/>
                  </a:lnTo>
                  <a:lnTo>
                    <a:pt x="1035" y="13241"/>
                  </a:lnTo>
                  <a:lnTo>
                    <a:pt x="1156" y="13265"/>
                  </a:lnTo>
                  <a:lnTo>
                    <a:pt x="1276" y="13265"/>
                  </a:lnTo>
                  <a:lnTo>
                    <a:pt x="1396" y="13241"/>
                  </a:lnTo>
                  <a:lnTo>
                    <a:pt x="1493" y="13193"/>
                  </a:lnTo>
                  <a:lnTo>
                    <a:pt x="1589" y="13145"/>
                  </a:lnTo>
                  <a:lnTo>
                    <a:pt x="1782" y="13000"/>
                  </a:lnTo>
                  <a:lnTo>
                    <a:pt x="2071" y="12712"/>
                  </a:lnTo>
                  <a:lnTo>
                    <a:pt x="2335" y="12423"/>
                  </a:lnTo>
                  <a:lnTo>
                    <a:pt x="2552" y="12110"/>
                  </a:lnTo>
                  <a:lnTo>
                    <a:pt x="2745" y="11773"/>
                  </a:lnTo>
                  <a:lnTo>
                    <a:pt x="2985" y="11315"/>
                  </a:lnTo>
                  <a:lnTo>
                    <a:pt x="3226" y="10882"/>
                  </a:lnTo>
                  <a:lnTo>
                    <a:pt x="3467" y="10473"/>
                  </a:lnTo>
                  <a:lnTo>
                    <a:pt x="3756" y="10039"/>
                  </a:lnTo>
                  <a:lnTo>
                    <a:pt x="3972" y="9775"/>
                  </a:lnTo>
                  <a:lnTo>
                    <a:pt x="4213" y="9486"/>
                  </a:lnTo>
                  <a:lnTo>
                    <a:pt x="4454" y="9245"/>
                  </a:lnTo>
                  <a:lnTo>
                    <a:pt x="4719" y="9004"/>
                  </a:lnTo>
                  <a:lnTo>
                    <a:pt x="4983" y="8764"/>
                  </a:lnTo>
                  <a:lnTo>
                    <a:pt x="5272" y="8571"/>
                  </a:lnTo>
                  <a:lnTo>
                    <a:pt x="5561" y="8378"/>
                  </a:lnTo>
                  <a:lnTo>
                    <a:pt x="5874" y="8186"/>
                  </a:lnTo>
                  <a:lnTo>
                    <a:pt x="6259" y="8017"/>
                  </a:lnTo>
                  <a:lnTo>
                    <a:pt x="6620" y="7873"/>
                  </a:lnTo>
                  <a:lnTo>
                    <a:pt x="7030" y="7777"/>
                  </a:lnTo>
                  <a:lnTo>
                    <a:pt x="7439" y="7728"/>
                  </a:lnTo>
                  <a:lnTo>
                    <a:pt x="8065" y="7680"/>
                  </a:lnTo>
                  <a:lnTo>
                    <a:pt x="8691" y="7656"/>
                  </a:lnTo>
                  <a:lnTo>
                    <a:pt x="9341" y="7704"/>
                  </a:lnTo>
                  <a:lnTo>
                    <a:pt x="9967" y="7801"/>
                  </a:lnTo>
                  <a:lnTo>
                    <a:pt x="10617" y="7921"/>
                  </a:lnTo>
                  <a:lnTo>
                    <a:pt x="11242" y="8089"/>
                  </a:lnTo>
                  <a:lnTo>
                    <a:pt x="11868" y="8282"/>
                  </a:lnTo>
                  <a:lnTo>
                    <a:pt x="12494" y="8499"/>
                  </a:lnTo>
                  <a:lnTo>
                    <a:pt x="13096" y="8739"/>
                  </a:lnTo>
                  <a:lnTo>
                    <a:pt x="13674" y="9028"/>
                  </a:lnTo>
                  <a:lnTo>
                    <a:pt x="14252" y="9341"/>
                  </a:lnTo>
                  <a:lnTo>
                    <a:pt x="14829" y="9654"/>
                  </a:lnTo>
                  <a:lnTo>
                    <a:pt x="15359" y="9991"/>
                  </a:lnTo>
                  <a:lnTo>
                    <a:pt x="15865" y="10304"/>
                  </a:lnTo>
                  <a:lnTo>
                    <a:pt x="16876" y="11002"/>
                  </a:lnTo>
                  <a:lnTo>
                    <a:pt x="17646" y="11508"/>
                  </a:lnTo>
                  <a:lnTo>
                    <a:pt x="18031" y="11749"/>
                  </a:lnTo>
                  <a:lnTo>
                    <a:pt x="18440" y="11965"/>
                  </a:lnTo>
                  <a:lnTo>
                    <a:pt x="18922" y="12206"/>
                  </a:lnTo>
                  <a:lnTo>
                    <a:pt x="19427" y="12423"/>
                  </a:lnTo>
                  <a:lnTo>
                    <a:pt x="19957" y="12567"/>
                  </a:lnTo>
                  <a:lnTo>
                    <a:pt x="20487" y="12687"/>
                  </a:lnTo>
                  <a:lnTo>
                    <a:pt x="20944" y="12736"/>
                  </a:lnTo>
                  <a:lnTo>
                    <a:pt x="21377" y="12760"/>
                  </a:lnTo>
                  <a:lnTo>
                    <a:pt x="21811" y="12712"/>
                  </a:lnTo>
                  <a:lnTo>
                    <a:pt x="22268" y="12639"/>
                  </a:lnTo>
                  <a:lnTo>
                    <a:pt x="22605" y="12543"/>
                  </a:lnTo>
                  <a:lnTo>
                    <a:pt x="22942" y="12399"/>
                  </a:lnTo>
                  <a:lnTo>
                    <a:pt x="23279" y="12206"/>
                  </a:lnTo>
                  <a:lnTo>
                    <a:pt x="23568" y="11989"/>
                  </a:lnTo>
                  <a:lnTo>
                    <a:pt x="23785" y="11797"/>
                  </a:lnTo>
                  <a:lnTo>
                    <a:pt x="24001" y="11604"/>
                  </a:lnTo>
                  <a:lnTo>
                    <a:pt x="24194" y="11363"/>
                  </a:lnTo>
                  <a:lnTo>
                    <a:pt x="24362" y="11123"/>
                  </a:lnTo>
                  <a:lnTo>
                    <a:pt x="24507" y="10858"/>
                  </a:lnTo>
                  <a:lnTo>
                    <a:pt x="24651" y="10593"/>
                  </a:lnTo>
                  <a:lnTo>
                    <a:pt x="24772" y="10328"/>
                  </a:lnTo>
                  <a:lnTo>
                    <a:pt x="24868" y="10039"/>
                  </a:lnTo>
                  <a:lnTo>
                    <a:pt x="24964" y="9751"/>
                  </a:lnTo>
                  <a:lnTo>
                    <a:pt x="25012" y="9438"/>
                  </a:lnTo>
                  <a:lnTo>
                    <a:pt x="25061" y="9149"/>
                  </a:lnTo>
                  <a:lnTo>
                    <a:pt x="25085" y="8860"/>
                  </a:lnTo>
                  <a:lnTo>
                    <a:pt x="25085" y="8547"/>
                  </a:lnTo>
                  <a:lnTo>
                    <a:pt x="25061" y="8258"/>
                  </a:lnTo>
                  <a:lnTo>
                    <a:pt x="25012" y="7969"/>
                  </a:lnTo>
                  <a:lnTo>
                    <a:pt x="24940" y="7680"/>
                  </a:lnTo>
                  <a:lnTo>
                    <a:pt x="24868" y="7439"/>
                  </a:lnTo>
                  <a:lnTo>
                    <a:pt x="24772" y="7223"/>
                  </a:lnTo>
                  <a:lnTo>
                    <a:pt x="24675" y="7030"/>
                  </a:lnTo>
                  <a:lnTo>
                    <a:pt x="24555" y="6814"/>
                  </a:lnTo>
                  <a:lnTo>
                    <a:pt x="24411" y="6621"/>
                  </a:lnTo>
                  <a:lnTo>
                    <a:pt x="24266" y="6452"/>
                  </a:lnTo>
                  <a:lnTo>
                    <a:pt x="24098" y="6284"/>
                  </a:lnTo>
                  <a:lnTo>
                    <a:pt x="23929" y="6115"/>
                  </a:lnTo>
                  <a:lnTo>
                    <a:pt x="23640" y="5899"/>
                  </a:lnTo>
                  <a:lnTo>
                    <a:pt x="23351" y="5682"/>
                  </a:lnTo>
                  <a:lnTo>
                    <a:pt x="23062" y="5490"/>
                  </a:lnTo>
                  <a:lnTo>
                    <a:pt x="22750" y="5321"/>
                  </a:lnTo>
                  <a:lnTo>
                    <a:pt x="22148" y="5008"/>
                  </a:lnTo>
                  <a:lnTo>
                    <a:pt x="21522" y="4719"/>
                  </a:lnTo>
                  <a:lnTo>
                    <a:pt x="21088" y="4527"/>
                  </a:lnTo>
                  <a:lnTo>
                    <a:pt x="20655" y="4310"/>
                  </a:lnTo>
                  <a:lnTo>
                    <a:pt x="20270" y="4069"/>
                  </a:lnTo>
                  <a:lnTo>
                    <a:pt x="19861" y="3804"/>
                  </a:lnTo>
                  <a:lnTo>
                    <a:pt x="19500" y="3540"/>
                  </a:lnTo>
                  <a:lnTo>
                    <a:pt x="19139" y="3227"/>
                  </a:lnTo>
                  <a:lnTo>
                    <a:pt x="18777" y="2914"/>
                  </a:lnTo>
                  <a:lnTo>
                    <a:pt x="18440" y="2577"/>
                  </a:lnTo>
                  <a:lnTo>
                    <a:pt x="18031" y="2143"/>
                  </a:lnTo>
                  <a:lnTo>
                    <a:pt x="17574" y="1734"/>
                  </a:lnTo>
                  <a:lnTo>
                    <a:pt x="17165" y="1397"/>
                  </a:lnTo>
                  <a:lnTo>
                    <a:pt x="16755" y="1108"/>
                  </a:lnTo>
                  <a:lnTo>
                    <a:pt x="16322" y="868"/>
                  </a:lnTo>
                  <a:lnTo>
                    <a:pt x="15889" y="627"/>
                  </a:lnTo>
                  <a:lnTo>
                    <a:pt x="15431" y="458"/>
                  </a:lnTo>
                  <a:lnTo>
                    <a:pt x="14950" y="290"/>
                  </a:lnTo>
                  <a:lnTo>
                    <a:pt x="14468" y="169"/>
                  </a:lnTo>
                  <a:lnTo>
                    <a:pt x="13963" y="97"/>
                  </a:lnTo>
                  <a:lnTo>
                    <a:pt x="13457" y="49"/>
                  </a:lnTo>
                  <a:lnTo>
                    <a:pt x="12976" y="25"/>
                  </a:lnTo>
                  <a:lnTo>
                    <a:pt x="1249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8" name="Google Shape;12558;p30"/>
            <p:cNvSpPr/>
            <p:nvPr/>
          </p:nvSpPr>
          <p:spPr>
            <a:xfrm rot="10800000">
              <a:off x="2930300" y="6948180"/>
              <a:ext cx="2042330" cy="818598"/>
            </a:xfrm>
            <a:custGeom>
              <a:avLst/>
              <a:gdLst/>
              <a:ahLst/>
              <a:cxnLst/>
              <a:rect l="l" t="t" r="r" b="b"/>
              <a:pathLst>
                <a:path w="24026" h="9630" extrusionOk="0">
                  <a:moveTo>
                    <a:pt x="19404" y="0"/>
                  </a:moveTo>
                  <a:lnTo>
                    <a:pt x="19356" y="410"/>
                  </a:lnTo>
                  <a:lnTo>
                    <a:pt x="19332" y="795"/>
                  </a:lnTo>
                  <a:lnTo>
                    <a:pt x="19308" y="1565"/>
                  </a:lnTo>
                  <a:lnTo>
                    <a:pt x="19284" y="1950"/>
                  </a:lnTo>
                  <a:lnTo>
                    <a:pt x="19284" y="2360"/>
                  </a:lnTo>
                  <a:lnTo>
                    <a:pt x="19308" y="2745"/>
                  </a:lnTo>
                  <a:lnTo>
                    <a:pt x="19356" y="3130"/>
                  </a:lnTo>
                  <a:lnTo>
                    <a:pt x="19693" y="4695"/>
                  </a:lnTo>
                  <a:lnTo>
                    <a:pt x="19693" y="4695"/>
                  </a:lnTo>
                  <a:lnTo>
                    <a:pt x="19548" y="4502"/>
                  </a:lnTo>
                  <a:lnTo>
                    <a:pt x="19428" y="4358"/>
                  </a:lnTo>
                  <a:lnTo>
                    <a:pt x="19211" y="3973"/>
                  </a:lnTo>
                  <a:lnTo>
                    <a:pt x="18946" y="3611"/>
                  </a:lnTo>
                  <a:lnTo>
                    <a:pt x="18682" y="3250"/>
                  </a:lnTo>
                  <a:lnTo>
                    <a:pt x="18393" y="2937"/>
                  </a:lnTo>
                  <a:lnTo>
                    <a:pt x="18104" y="2624"/>
                  </a:lnTo>
                  <a:lnTo>
                    <a:pt x="17767" y="2312"/>
                  </a:lnTo>
                  <a:lnTo>
                    <a:pt x="17430" y="2047"/>
                  </a:lnTo>
                  <a:lnTo>
                    <a:pt x="17093" y="1782"/>
                  </a:lnTo>
                  <a:lnTo>
                    <a:pt x="16298" y="1204"/>
                  </a:lnTo>
                  <a:lnTo>
                    <a:pt x="16034" y="1036"/>
                  </a:lnTo>
                  <a:lnTo>
                    <a:pt x="15745" y="891"/>
                  </a:lnTo>
                  <a:lnTo>
                    <a:pt x="15456" y="795"/>
                  </a:lnTo>
                  <a:lnTo>
                    <a:pt x="15167" y="723"/>
                  </a:lnTo>
                  <a:lnTo>
                    <a:pt x="14854" y="675"/>
                  </a:lnTo>
                  <a:lnTo>
                    <a:pt x="14565" y="650"/>
                  </a:lnTo>
                  <a:lnTo>
                    <a:pt x="14252" y="675"/>
                  </a:lnTo>
                  <a:lnTo>
                    <a:pt x="13939" y="723"/>
                  </a:lnTo>
                  <a:lnTo>
                    <a:pt x="13145" y="867"/>
                  </a:lnTo>
                  <a:lnTo>
                    <a:pt x="12399" y="1060"/>
                  </a:lnTo>
                  <a:lnTo>
                    <a:pt x="12086" y="1108"/>
                  </a:lnTo>
                  <a:lnTo>
                    <a:pt x="11773" y="1108"/>
                  </a:lnTo>
                  <a:lnTo>
                    <a:pt x="11484" y="1084"/>
                  </a:lnTo>
                  <a:lnTo>
                    <a:pt x="11171" y="1036"/>
                  </a:lnTo>
                  <a:lnTo>
                    <a:pt x="10593" y="891"/>
                  </a:lnTo>
                  <a:lnTo>
                    <a:pt x="9991" y="747"/>
                  </a:lnTo>
                  <a:lnTo>
                    <a:pt x="9630" y="699"/>
                  </a:lnTo>
                  <a:lnTo>
                    <a:pt x="9293" y="650"/>
                  </a:lnTo>
                  <a:lnTo>
                    <a:pt x="8932" y="626"/>
                  </a:lnTo>
                  <a:lnTo>
                    <a:pt x="8571" y="626"/>
                  </a:lnTo>
                  <a:lnTo>
                    <a:pt x="8354" y="650"/>
                  </a:lnTo>
                  <a:lnTo>
                    <a:pt x="8114" y="675"/>
                  </a:lnTo>
                  <a:lnTo>
                    <a:pt x="7897" y="747"/>
                  </a:lnTo>
                  <a:lnTo>
                    <a:pt x="7704" y="819"/>
                  </a:lnTo>
                  <a:lnTo>
                    <a:pt x="7512" y="915"/>
                  </a:lnTo>
                  <a:lnTo>
                    <a:pt x="7343" y="1036"/>
                  </a:lnTo>
                  <a:lnTo>
                    <a:pt x="7175" y="1180"/>
                  </a:lnTo>
                  <a:lnTo>
                    <a:pt x="7006" y="1349"/>
                  </a:lnTo>
                  <a:lnTo>
                    <a:pt x="6645" y="1758"/>
                  </a:lnTo>
                  <a:lnTo>
                    <a:pt x="6284" y="2143"/>
                  </a:lnTo>
                  <a:lnTo>
                    <a:pt x="5514" y="2889"/>
                  </a:lnTo>
                  <a:lnTo>
                    <a:pt x="5321" y="3082"/>
                  </a:lnTo>
                  <a:lnTo>
                    <a:pt x="5152" y="3299"/>
                  </a:lnTo>
                  <a:lnTo>
                    <a:pt x="4791" y="3732"/>
                  </a:lnTo>
                  <a:lnTo>
                    <a:pt x="4671" y="3876"/>
                  </a:lnTo>
                  <a:lnTo>
                    <a:pt x="4527" y="3997"/>
                  </a:lnTo>
                  <a:lnTo>
                    <a:pt x="4454" y="4045"/>
                  </a:lnTo>
                  <a:lnTo>
                    <a:pt x="4358" y="4069"/>
                  </a:lnTo>
                  <a:lnTo>
                    <a:pt x="4262" y="4093"/>
                  </a:lnTo>
                  <a:lnTo>
                    <a:pt x="4165" y="4069"/>
                  </a:lnTo>
                  <a:lnTo>
                    <a:pt x="3347" y="4334"/>
                  </a:lnTo>
                  <a:lnTo>
                    <a:pt x="2938" y="4502"/>
                  </a:lnTo>
                  <a:lnTo>
                    <a:pt x="2745" y="4598"/>
                  </a:lnTo>
                  <a:lnTo>
                    <a:pt x="2553" y="4695"/>
                  </a:lnTo>
                  <a:lnTo>
                    <a:pt x="2191" y="4911"/>
                  </a:lnTo>
                  <a:lnTo>
                    <a:pt x="1830" y="5104"/>
                  </a:lnTo>
                  <a:lnTo>
                    <a:pt x="1445" y="5273"/>
                  </a:lnTo>
                  <a:lnTo>
                    <a:pt x="1036" y="5417"/>
                  </a:lnTo>
                  <a:lnTo>
                    <a:pt x="338" y="5706"/>
                  </a:lnTo>
                  <a:lnTo>
                    <a:pt x="217" y="5754"/>
                  </a:lnTo>
                  <a:lnTo>
                    <a:pt x="121" y="5850"/>
                  </a:lnTo>
                  <a:lnTo>
                    <a:pt x="73" y="5947"/>
                  </a:lnTo>
                  <a:lnTo>
                    <a:pt x="49" y="6091"/>
                  </a:lnTo>
                  <a:lnTo>
                    <a:pt x="1" y="6597"/>
                  </a:lnTo>
                  <a:lnTo>
                    <a:pt x="1" y="6837"/>
                  </a:lnTo>
                  <a:lnTo>
                    <a:pt x="25" y="6958"/>
                  </a:lnTo>
                  <a:lnTo>
                    <a:pt x="73" y="7078"/>
                  </a:lnTo>
                  <a:lnTo>
                    <a:pt x="266" y="7054"/>
                  </a:lnTo>
                  <a:lnTo>
                    <a:pt x="482" y="7030"/>
                  </a:lnTo>
                  <a:lnTo>
                    <a:pt x="723" y="6934"/>
                  </a:lnTo>
                  <a:lnTo>
                    <a:pt x="988" y="6837"/>
                  </a:lnTo>
                  <a:lnTo>
                    <a:pt x="1349" y="6645"/>
                  </a:lnTo>
                  <a:lnTo>
                    <a:pt x="1782" y="6404"/>
                  </a:lnTo>
                  <a:lnTo>
                    <a:pt x="3082" y="5658"/>
                  </a:lnTo>
                  <a:lnTo>
                    <a:pt x="3106" y="5754"/>
                  </a:lnTo>
                  <a:lnTo>
                    <a:pt x="3082" y="5802"/>
                  </a:lnTo>
                  <a:lnTo>
                    <a:pt x="2986" y="5922"/>
                  </a:lnTo>
                  <a:lnTo>
                    <a:pt x="1469" y="8017"/>
                  </a:lnTo>
                  <a:lnTo>
                    <a:pt x="1132" y="8498"/>
                  </a:lnTo>
                  <a:lnTo>
                    <a:pt x="819" y="9004"/>
                  </a:lnTo>
                  <a:lnTo>
                    <a:pt x="771" y="9100"/>
                  </a:lnTo>
                  <a:lnTo>
                    <a:pt x="699" y="9221"/>
                  </a:lnTo>
                  <a:lnTo>
                    <a:pt x="675" y="9341"/>
                  </a:lnTo>
                  <a:lnTo>
                    <a:pt x="675" y="9485"/>
                  </a:lnTo>
                  <a:lnTo>
                    <a:pt x="940" y="9630"/>
                  </a:lnTo>
                  <a:lnTo>
                    <a:pt x="1108" y="9389"/>
                  </a:lnTo>
                  <a:lnTo>
                    <a:pt x="1397" y="8883"/>
                  </a:lnTo>
                  <a:lnTo>
                    <a:pt x="1541" y="8643"/>
                  </a:lnTo>
                  <a:lnTo>
                    <a:pt x="1686" y="8426"/>
                  </a:lnTo>
                  <a:lnTo>
                    <a:pt x="2793" y="6958"/>
                  </a:lnTo>
                  <a:lnTo>
                    <a:pt x="3925" y="5513"/>
                  </a:lnTo>
                  <a:lnTo>
                    <a:pt x="4334" y="5008"/>
                  </a:lnTo>
                  <a:lnTo>
                    <a:pt x="4767" y="4502"/>
                  </a:lnTo>
                  <a:lnTo>
                    <a:pt x="5658" y="3515"/>
                  </a:lnTo>
                  <a:lnTo>
                    <a:pt x="5802" y="3371"/>
                  </a:lnTo>
                  <a:lnTo>
                    <a:pt x="5851" y="3443"/>
                  </a:lnTo>
                  <a:lnTo>
                    <a:pt x="5851" y="3491"/>
                  </a:lnTo>
                  <a:lnTo>
                    <a:pt x="5778" y="3611"/>
                  </a:lnTo>
                  <a:lnTo>
                    <a:pt x="5369" y="4574"/>
                  </a:lnTo>
                  <a:lnTo>
                    <a:pt x="5321" y="4719"/>
                  </a:lnTo>
                  <a:lnTo>
                    <a:pt x="5297" y="4911"/>
                  </a:lnTo>
                  <a:lnTo>
                    <a:pt x="5490" y="4863"/>
                  </a:lnTo>
                  <a:lnTo>
                    <a:pt x="5634" y="4791"/>
                  </a:lnTo>
                  <a:lnTo>
                    <a:pt x="6067" y="4598"/>
                  </a:lnTo>
                  <a:lnTo>
                    <a:pt x="6501" y="4382"/>
                  </a:lnTo>
                  <a:lnTo>
                    <a:pt x="6645" y="4310"/>
                  </a:lnTo>
                  <a:lnTo>
                    <a:pt x="6789" y="4213"/>
                  </a:lnTo>
                  <a:lnTo>
                    <a:pt x="6862" y="4093"/>
                  </a:lnTo>
                  <a:lnTo>
                    <a:pt x="6934" y="3924"/>
                  </a:lnTo>
                  <a:lnTo>
                    <a:pt x="7054" y="3563"/>
                  </a:lnTo>
                  <a:lnTo>
                    <a:pt x="7199" y="3202"/>
                  </a:lnTo>
                  <a:lnTo>
                    <a:pt x="7367" y="2841"/>
                  </a:lnTo>
                  <a:lnTo>
                    <a:pt x="7536" y="2504"/>
                  </a:lnTo>
                  <a:lnTo>
                    <a:pt x="7921" y="1830"/>
                  </a:lnTo>
                  <a:lnTo>
                    <a:pt x="8330" y="1180"/>
                  </a:lnTo>
                  <a:lnTo>
                    <a:pt x="8402" y="1060"/>
                  </a:lnTo>
                  <a:lnTo>
                    <a:pt x="8499" y="987"/>
                  </a:lnTo>
                  <a:lnTo>
                    <a:pt x="8595" y="939"/>
                  </a:lnTo>
                  <a:lnTo>
                    <a:pt x="8739" y="915"/>
                  </a:lnTo>
                  <a:lnTo>
                    <a:pt x="9173" y="915"/>
                  </a:lnTo>
                  <a:lnTo>
                    <a:pt x="9582" y="939"/>
                  </a:lnTo>
                  <a:lnTo>
                    <a:pt x="10088" y="1036"/>
                  </a:lnTo>
                  <a:lnTo>
                    <a:pt x="10593" y="1156"/>
                  </a:lnTo>
                  <a:lnTo>
                    <a:pt x="11387" y="1349"/>
                  </a:lnTo>
                  <a:lnTo>
                    <a:pt x="11628" y="1373"/>
                  </a:lnTo>
                  <a:lnTo>
                    <a:pt x="11845" y="1397"/>
                  </a:lnTo>
                  <a:lnTo>
                    <a:pt x="12086" y="1421"/>
                  </a:lnTo>
                  <a:lnTo>
                    <a:pt x="12326" y="1397"/>
                  </a:lnTo>
                  <a:lnTo>
                    <a:pt x="12784" y="1349"/>
                  </a:lnTo>
                  <a:lnTo>
                    <a:pt x="13241" y="1252"/>
                  </a:lnTo>
                  <a:lnTo>
                    <a:pt x="14445" y="987"/>
                  </a:lnTo>
                  <a:lnTo>
                    <a:pt x="14589" y="963"/>
                  </a:lnTo>
                  <a:lnTo>
                    <a:pt x="14734" y="939"/>
                  </a:lnTo>
                  <a:lnTo>
                    <a:pt x="14878" y="963"/>
                  </a:lnTo>
                  <a:lnTo>
                    <a:pt x="15023" y="963"/>
                  </a:lnTo>
                  <a:lnTo>
                    <a:pt x="15167" y="1012"/>
                  </a:lnTo>
                  <a:lnTo>
                    <a:pt x="15287" y="1060"/>
                  </a:lnTo>
                  <a:lnTo>
                    <a:pt x="15432" y="1108"/>
                  </a:lnTo>
                  <a:lnTo>
                    <a:pt x="15552" y="1204"/>
                  </a:lnTo>
                  <a:lnTo>
                    <a:pt x="16034" y="1541"/>
                  </a:lnTo>
                  <a:lnTo>
                    <a:pt x="16515" y="1902"/>
                  </a:lnTo>
                  <a:lnTo>
                    <a:pt x="16997" y="2263"/>
                  </a:lnTo>
                  <a:lnTo>
                    <a:pt x="17430" y="2673"/>
                  </a:lnTo>
                  <a:lnTo>
                    <a:pt x="17767" y="3034"/>
                  </a:lnTo>
                  <a:lnTo>
                    <a:pt x="18080" y="3419"/>
                  </a:lnTo>
                  <a:lnTo>
                    <a:pt x="18369" y="3828"/>
                  </a:lnTo>
                  <a:lnTo>
                    <a:pt x="18658" y="4237"/>
                  </a:lnTo>
                  <a:lnTo>
                    <a:pt x="18706" y="4358"/>
                  </a:lnTo>
                  <a:lnTo>
                    <a:pt x="18730" y="4478"/>
                  </a:lnTo>
                  <a:lnTo>
                    <a:pt x="18754" y="4550"/>
                  </a:lnTo>
                  <a:lnTo>
                    <a:pt x="18778" y="4598"/>
                  </a:lnTo>
                  <a:lnTo>
                    <a:pt x="18874" y="4647"/>
                  </a:lnTo>
                  <a:lnTo>
                    <a:pt x="18946" y="4695"/>
                  </a:lnTo>
                  <a:lnTo>
                    <a:pt x="19067" y="4839"/>
                  </a:lnTo>
                  <a:lnTo>
                    <a:pt x="19187" y="5008"/>
                  </a:lnTo>
                  <a:lnTo>
                    <a:pt x="19308" y="5152"/>
                  </a:lnTo>
                  <a:lnTo>
                    <a:pt x="19596" y="5441"/>
                  </a:lnTo>
                  <a:lnTo>
                    <a:pt x="19885" y="5706"/>
                  </a:lnTo>
                  <a:lnTo>
                    <a:pt x="20439" y="6187"/>
                  </a:lnTo>
                  <a:lnTo>
                    <a:pt x="20728" y="6428"/>
                  </a:lnTo>
                  <a:lnTo>
                    <a:pt x="20993" y="6669"/>
                  </a:lnTo>
                  <a:lnTo>
                    <a:pt x="21258" y="6934"/>
                  </a:lnTo>
                  <a:lnTo>
                    <a:pt x="21546" y="7150"/>
                  </a:lnTo>
                  <a:lnTo>
                    <a:pt x="21835" y="7343"/>
                  </a:lnTo>
                  <a:lnTo>
                    <a:pt x="22148" y="7511"/>
                  </a:lnTo>
                  <a:lnTo>
                    <a:pt x="22461" y="7680"/>
                  </a:lnTo>
                  <a:lnTo>
                    <a:pt x="22774" y="7824"/>
                  </a:lnTo>
                  <a:lnTo>
                    <a:pt x="23111" y="7945"/>
                  </a:lnTo>
                  <a:lnTo>
                    <a:pt x="23448" y="8065"/>
                  </a:lnTo>
                  <a:lnTo>
                    <a:pt x="23665" y="8113"/>
                  </a:lnTo>
                  <a:lnTo>
                    <a:pt x="23882" y="8113"/>
                  </a:lnTo>
                  <a:lnTo>
                    <a:pt x="23930" y="8065"/>
                  </a:lnTo>
                  <a:lnTo>
                    <a:pt x="24026" y="7969"/>
                  </a:lnTo>
                  <a:lnTo>
                    <a:pt x="23617" y="7824"/>
                  </a:lnTo>
                  <a:lnTo>
                    <a:pt x="23352" y="7728"/>
                  </a:lnTo>
                  <a:lnTo>
                    <a:pt x="23111" y="7632"/>
                  </a:lnTo>
                  <a:lnTo>
                    <a:pt x="22846" y="7511"/>
                  </a:lnTo>
                  <a:lnTo>
                    <a:pt x="22630" y="7367"/>
                  </a:lnTo>
                  <a:lnTo>
                    <a:pt x="22389" y="7222"/>
                  </a:lnTo>
                  <a:lnTo>
                    <a:pt x="22172" y="7078"/>
                  </a:lnTo>
                  <a:lnTo>
                    <a:pt x="21956" y="6885"/>
                  </a:lnTo>
                  <a:lnTo>
                    <a:pt x="21739" y="6717"/>
                  </a:lnTo>
                  <a:lnTo>
                    <a:pt x="21378" y="6356"/>
                  </a:lnTo>
                  <a:lnTo>
                    <a:pt x="20993" y="6019"/>
                  </a:lnTo>
                  <a:lnTo>
                    <a:pt x="20872" y="5898"/>
                  </a:lnTo>
                  <a:lnTo>
                    <a:pt x="20776" y="5754"/>
                  </a:lnTo>
                  <a:lnTo>
                    <a:pt x="20704" y="5585"/>
                  </a:lnTo>
                  <a:lnTo>
                    <a:pt x="20656" y="5417"/>
                  </a:lnTo>
                  <a:lnTo>
                    <a:pt x="20583" y="4695"/>
                  </a:lnTo>
                  <a:lnTo>
                    <a:pt x="20535" y="3973"/>
                  </a:lnTo>
                  <a:lnTo>
                    <a:pt x="20535" y="3611"/>
                  </a:lnTo>
                  <a:lnTo>
                    <a:pt x="20559" y="3250"/>
                  </a:lnTo>
                  <a:lnTo>
                    <a:pt x="20583" y="2889"/>
                  </a:lnTo>
                  <a:lnTo>
                    <a:pt x="20632" y="2528"/>
                  </a:lnTo>
                  <a:lnTo>
                    <a:pt x="20680" y="2191"/>
                  </a:lnTo>
                  <a:lnTo>
                    <a:pt x="20728" y="1830"/>
                  </a:lnTo>
                  <a:lnTo>
                    <a:pt x="20800" y="1108"/>
                  </a:lnTo>
                  <a:lnTo>
                    <a:pt x="20800" y="987"/>
                  </a:lnTo>
                  <a:lnTo>
                    <a:pt x="20776" y="891"/>
                  </a:lnTo>
                  <a:lnTo>
                    <a:pt x="20728" y="795"/>
                  </a:lnTo>
                  <a:lnTo>
                    <a:pt x="20632" y="723"/>
                  </a:lnTo>
                  <a:lnTo>
                    <a:pt x="20367" y="578"/>
                  </a:lnTo>
                  <a:lnTo>
                    <a:pt x="20102" y="410"/>
                  </a:lnTo>
                  <a:lnTo>
                    <a:pt x="19861" y="241"/>
                  </a:lnTo>
                  <a:lnTo>
                    <a:pt x="19596" y="73"/>
                  </a:lnTo>
                  <a:lnTo>
                    <a:pt x="19524" y="49"/>
                  </a:lnTo>
                  <a:lnTo>
                    <a:pt x="194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9" name="Google Shape;12559;p30"/>
            <p:cNvSpPr/>
            <p:nvPr/>
          </p:nvSpPr>
          <p:spPr>
            <a:xfrm rot="10800000">
              <a:off x="2903694" y="5779702"/>
              <a:ext cx="976197" cy="910744"/>
            </a:xfrm>
            <a:custGeom>
              <a:avLst/>
              <a:gdLst/>
              <a:ahLst/>
              <a:cxnLst/>
              <a:rect l="l" t="t" r="r" b="b"/>
              <a:pathLst>
                <a:path w="11484" h="10714" extrusionOk="0">
                  <a:moveTo>
                    <a:pt x="7921" y="1"/>
                  </a:moveTo>
                  <a:lnTo>
                    <a:pt x="7416" y="49"/>
                  </a:lnTo>
                  <a:lnTo>
                    <a:pt x="6886" y="145"/>
                  </a:lnTo>
                  <a:lnTo>
                    <a:pt x="6453" y="242"/>
                  </a:lnTo>
                  <a:lnTo>
                    <a:pt x="6019" y="386"/>
                  </a:lnTo>
                  <a:lnTo>
                    <a:pt x="5610" y="555"/>
                  </a:lnTo>
                  <a:lnTo>
                    <a:pt x="5177" y="723"/>
                  </a:lnTo>
                  <a:lnTo>
                    <a:pt x="4792" y="916"/>
                  </a:lnTo>
                  <a:lnTo>
                    <a:pt x="4382" y="1132"/>
                  </a:lnTo>
                  <a:lnTo>
                    <a:pt x="3997" y="1373"/>
                  </a:lnTo>
                  <a:lnTo>
                    <a:pt x="3636" y="1638"/>
                  </a:lnTo>
                  <a:lnTo>
                    <a:pt x="3275" y="1903"/>
                  </a:lnTo>
                  <a:lnTo>
                    <a:pt x="2914" y="2192"/>
                  </a:lnTo>
                  <a:lnTo>
                    <a:pt x="2601" y="2505"/>
                  </a:lnTo>
                  <a:lnTo>
                    <a:pt x="2264" y="2818"/>
                  </a:lnTo>
                  <a:lnTo>
                    <a:pt x="1951" y="3155"/>
                  </a:lnTo>
                  <a:lnTo>
                    <a:pt x="1662" y="3492"/>
                  </a:lnTo>
                  <a:lnTo>
                    <a:pt x="1397" y="3853"/>
                  </a:lnTo>
                  <a:lnTo>
                    <a:pt x="1132" y="4214"/>
                  </a:lnTo>
                  <a:lnTo>
                    <a:pt x="964" y="4454"/>
                  </a:lnTo>
                  <a:lnTo>
                    <a:pt x="795" y="4695"/>
                  </a:lnTo>
                  <a:lnTo>
                    <a:pt x="651" y="4960"/>
                  </a:lnTo>
                  <a:lnTo>
                    <a:pt x="531" y="5225"/>
                  </a:lnTo>
                  <a:lnTo>
                    <a:pt x="410" y="5490"/>
                  </a:lnTo>
                  <a:lnTo>
                    <a:pt x="290" y="5754"/>
                  </a:lnTo>
                  <a:lnTo>
                    <a:pt x="218" y="6019"/>
                  </a:lnTo>
                  <a:lnTo>
                    <a:pt x="145" y="6308"/>
                  </a:lnTo>
                  <a:lnTo>
                    <a:pt x="73" y="6573"/>
                  </a:lnTo>
                  <a:lnTo>
                    <a:pt x="49" y="6862"/>
                  </a:lnTo>
                  <a:lnTo>
                    <a:pt x="1" y="7127"/>
                  </a:lnTo>
                  <a:lnTo>
                    <a:pt x="1" y="7391"/>
                  </a:lnTo>
                  <a:lnTo>
                    <a:pt x="1" y="7680"/>
                  </a:lnTo>
                  <a:lnTo>
                    <a:pt x="25" y="7945"/>
                  </a:lnTo>
                  <a:lnTo>
                    <a:pt x="49" y="8186"/>
                  </a:lnTo>
                  <a:lnTo>
                    <a:pt x="121" y="8451"/>
                  </a:lnTo>
                  <a:lnTo>
                    <a:pt x="194" y="8691"/>
                  </a:lnTo>
                  <a:lnTo>
                    <a:pt x="266" y="8932"/>
                  </a:lnTo>
                  <a:lnTo>
                    <a:pt x="362" y="9149"/>
                  </a:lnTo>
                  <a:lnTo>
                    <a:pt x="506" y="9365"/>
                  </a:lnTo>
                  <a:lnTo>
                    <a:pt x="627" y="9582"/>
                  </a:lnTo>
                  <a:lnTo>
                    <a:pt x="795" y="9775"/>
                  </a:lnTo>
                  <a:lnTo>
                    <a:pt x="964" y="9943"/>
                  </a:lnTo>
                  <a:lnTo>
                    <a:pt x="1156" y="10112"/>
                  </a:lnTo>
                  <a:lnTo>
                    <a:pt x="1373" y="10256"/>
                  </a:lnTo>
                  <a:lnTo>
                    <a:pt x="1614" y="10376"/>
                  </a:lnTo>
                  <a:lnTo>
                    <a:pt x="1855" y="10473"/>
                  </a:lnTo>
                  <a:lnTo>
                    <a:pt x="2143" y="10569"/>
                  </a:lnTo>
                  <a:lnTo>
                    <a:pt x="2432" y="10641"/>
                  </a:lnTo>
                  <a:lnTo>
                    <a:pt x="2745" y="10689"/>
                  </a:lnTo>
                  <a:lnTo>
                    <a:pt x="3082" y="10714"/>
                  </a:lnTo>
                  <a:lnTo>
                    <a:pt x="3419" y="10714"/>
                  </a:lnTo>
                  <a:lnTo>
                    <a:pt x="3829" y="10689"/>
                  </a:lnTo>
                  <a:lnTo>
                    <a:pt x="4214" y="10641"/>
                  </a:lnTo>
                  <a:lnTo>
                    <a:pt x="4623" y="10569"/>
                  </a:lnTo>
                  <a:lnTo>
                    <a:pt x="5008" y="10473"/>
                  </a:lnTo>
                  <a:lnTo>
                    <a:pt x="5393" y="10352"/>
                  </a:lnTo>
                  <a:lnTo>
                    <a:pt x="5779" y="10208"/>
                  </a:lnTo>
                  <a:lnTo>
                    <a:pt x="6140" y="10064"/>
                  </a:lnTo>
                  <a:lnTo>
                    <a:pt x="6525" y="9895"/>
                  </a:lnTo>
                  <a:lnTo>
                    <a:pt x="6862" y="9702"/>
                  </a:lnTo>
                  <a:lnTo>
                    <a:pt x="7223" y="9486"/>
                  </a:lnTo>
                  <a:lnTo>
                    <a:pt x="7560" y="9269"/>
                  </a:lnTo>
                  <a:lnTo>
                    <a:pt x="7897" y="9052"/>
                  </a:lnTo>
                  <a:lnTo>
                    <a:pt x="8210" y="8788"/>
                  </a:lnTo>
                  <a:lnTo>
                    <a:pt x="8523" y="8547"/>
                  </a:lnTo>
                  <a:lnTo>
                    <a:pt x="8836" y="8282"/>
                  </a:lnTo>
                  <a:lnTo>
                    <a:pt x="9125" y="7993"/>
                  </a:lnTo>
                  <a:lnTo>
                    <a:pt x="9438" y="7728"/>
                  </a:lnTo>
                  <a:lnTo>
                    <a:pt x="9727" y="7415"/>
                  </a:lnTo>
                  <a:lnTo>
                    <a:pt x="9991" y="7103"/>
                  </a:lnTo>
                  <a:lnTo>
                    <a:pt x="10232" y="6766"/>
                  </a:lnTo>
                  <a:lnTo>
                    <a:pt x="10449" y="6428"/>
                  </a:lnTo>
                  <a:lnTo>
                    <a:pt x="10665" y="6091"/>
                  </a:lnTo>
                  <a:lnTo>
                    <a:pt x="10858" y="5730"/>
                  </a:lnTo>
                  <a:lnTo>
                    <a:pt x="11002" y="5369"/>
                  </a:lnTo>
                  <a:lnTo>
                    <a:pt x="11147" y="5008"/>
                  </a:lnTo>
                  <a:lnTo>
                    <a:pt x="11267" y="4647"/>
                  </a:lnTo>
                  <a:lnTo>
                    <a:pt x="11364" y="4286"/>
                  </a:lnTo>
                  <a:lnTo>
                    <a:pt x="11436" y="3925"/>
                  </a:lnTo>
                  <a:lnTo>
                    <a:pt x="11484" y="3564"/>
                  </a:lnTo>
                  <a:lnTo>
                    <a:pt x="11484" y="3203"/>
                  </a:lnTo>
                  <a:lnTo>
                    <a:pt x="11484" y="2866"/>
                  </a:lnTo>
                  <a:lnTo>
                    <a:pt x="11460" y="2529"/>
                  </a:lnTo>
                  <a:lnTo>
                    <a:pt x="11388" y="2216"/>
                  </a:lnTo>
                  <a:lnTo>
                    <a:pt x="11315" y="1903"/>
                  </a:lnTo>
                  <a:lnTo>
                    <a:pt x="11195" y="1614"/>
                  </a:lnTo>
                  <a:lnTo>
                    <a:pt x="11051" y="1349"/>
                  </a:lnTo>
                  <a:lnTo>
                    <a:pt x="10882" y="1108"/>
                  </a:lnTo>
                  <a:lnTo>
                    <a:pt x="10665" y="868"/>
                  </a:lnTo>
                  <a:lnTo>
                    <a:pt x="10449" y="651"/>
                  </a:lnTo>
                  <a:lnTo>
                    <a:pt x="10184" y="482"/>
                  </a:lnTo>
                  <a:lnTo>
                    <a:pt x="9871" y="314"/>
                  </a:lnTo>
                  <a:lnTo>
                    <a:pt x="9558" y="194"/>
                  </a:lnTo>
                  <a:lnTo>
                    <a:pt x="9197" y="97"/>
                  </a:lnTo>
                  <a:lnTo>
                    <a:pt x="8812" y="25"/>
                  </a:lnTo>
                  <a:lnTo>
                    <a:pt x="83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0" name="Google Shape;12560;p30"/>
            <p:cNvSpPr/>
            <p:nvPr/>
          </p:nvSpPr>
          <p:spPr>
            <a:xfrm rot="10800000">
              <a:off x="3077614" y="6538881"/>
              <a:ext cx="24651" cy="43098"/>
            </a:xfrm>
            <a:custGeom>
              <a:avLst/>
              <a:gdLst/>
              <a:ahLst/>
              <a:cxnLst/>
              <a:rect l="l" t="t" r="r" b="b"/>
              <a:pathLst>
                <a:path w="290" h="507" extrusionOk="0">
                  <a:moveTo>
                    <a:pt x="242" y="1"/>
                  </a:moveTo>
                  <a:lnTo>
                    <a:pt x="193" y="25"/>
                  </a:lnTo>
                  <a:lnTo>
                    <a:pt x="145" y="73"/>
                  </a:lnTo>
                  <a:lnTo>
                    <a:pt x="73" y="193"/>
                  </a:lnTo>
                  <a:lnTo>
                    <a:pt x="1" y="314"/>
                  </a:lnTo>
                  <a:lnTo>
                    <a:pt x="25" y="362"/>
                  </a:lnTo>
                  <a:lnTo>
                    <a:pt x="73" y="458"/>
                  </a:lnTo>
                  <a:lnTo>
                    <a:pt x="97" y="506"/>
                  </a:lnTo>
                  <a:lnTo>
                    <a:pt x="121" y="482"/>
                  </a:lnTo>
                  <a:lnTo>
                    <a:pt x="145" y="458"/>
                  </a:lnTo>
                  <a:lnTo>
                    <a:pt x="121" y="410"/>
                  </a:lnTo>
                  <a:lnTo>
                    <a:pt x="121" y="362"/>
                  </a:lnTo>
                  <a:lnTo>
                    <a:pt x="193" y="266"/>
                  </a:lnTo>
                  <a:lnTo>
                    <a:pt x="266" y="169"/>
                  </a:lnTo>
                  <a:lnTo>
                    <a:pt x="290" y="121"/>
                  </a:lnTo>
                  <a:lnTo>
                    <a:pt x="290" y="73"/>
                  </a:lnTo>
                  <a:lnTo>
                    <a:pt x="266" y="25"/>
                  </a:lnTo>
                  <a:lnTo>
                    <a:pt x="2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1" name="Google Shape;12561;p30"/>
            <p:cNvSpPr/>
            <p:nvPr/>
          </p:nvSpPr>
          <p:spPr>
            <a:xfrm rot="10800000">
              <a:off x="2909814" y="6436535"/>
              <a:ext cx="18446" cy="24651"/>
            </a:xfrm>
            <a:custGeom>
              <a:avLst/>
              <a:gdLst/>
              <a:ahLst/>
              <a:cxnLst/>
              <a:rect l="l" t="t" r="r" b="b"/>
              <a:pathLst>
                <a:path w="217" h="290" extrusionOk="0">
                  <a:moveTo>
                    <a:pt x="48" y="0"/>
                  </a:moveTo>
                  <a:lnTo>
                    <a:pt x="24" y="24"/>
                  </a:lnTo>
                  <a:lnTo>
                    <a:pt x="0" y="72"/>
                  </a:lnTo>
                  <a:lnTo>
                    <a:pt x="0" y="121"/>
                  </a:lnTo>
                  <a:lnTo>
                    <a:pt x="0" y="193"/>
                  </a:lnTo>
                  <a:lnTo>
                    <a:pt x="48" y="241"/>
                  </a:lnTo>
                  <a:lnTo>
                    <a:pt x="96" y="289"/>
                  </a:lnTo>
                  <a:lnTo>
                    <a:pt x="144" y="289"/>
                  </a:lnTo>
                  <a:lnTo>
                    <a:pt x="193" y="265"/>
                  </a:lnTo>
                  <a:lnTo>
                    <a:pt x="217" y="241"/>
                  </a:lnTo>
                  <a:lnTo>
                    <a:pt x="217" y="193"/>
                  </a:lnTo>
                  <a:lnTo>
                    <a:pt x="144" y="145"/>
                  </a:lnTo>
                  <a:lnTo>
                    <a:pt x="120" y="121"/>
                  </a:lnTo>
                  <a:lnTo>
                    <a:pt x="144" y="72"/>
                  </a:lnTo>
                  <a:lnTo>
                    <a:pt x="169" y="48"/>
                  </a:lnTo>
                  <a:lnTo>
                    <a:pt x="169" y="24"/>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2" name="Google Shape;12562;p30"/>
            <p:cNvSpPr/>
            <p:nvPr/>
          </p:nvSpPr>
          <p:spPr>
            <a:xfrm rot="10800000">
              <a:off x="3046927" y="6604335"/>
              <a:ext cx="20486" cy="22611"/>
            </a:xfrm>
            <a:custGeom>
              <a:avLst/>
              <a:gdLst/>
              <a:ahLst/>
              <a:cxnLst/>
              <a:rect l="l" t="t" r="r" b="b"/>
              <a:pathLst>
                <a:path w="241" h="266" extrusionOk="0">
                  <a:moveTo>
                    <a:pt x="48" y="0"/>
                  </a:moveTo>
                  <a:lnTo>
                    <a:pt x="0" y="24"/>
                  </a:lnTo>
                  <a:lnTo>
                    <a:pt x="0" y="48"/>
                  </a:lnTo>
                  <a:lnTo>
                    <a:pt x="24" y="97"/>
                  </a:lnTo>
                  <a:lnTo>
                    <a:pt x="24" y="145"/>
                  </a:lnTo>
                  <a:lnTo>
                    <a:pt x="24" y="193"/>
                  </a:lnTo>
                  <a:lnTo>
                    <a:pt x="24" y="241"/>
                  </a:lnTo>
                  <a:lnTo>
                    <a:pt x="72" y="265"/>
                  </a:lnTo>
                  <a:lnTo>
                    <a:pt x="120" y="265"/>
                  </a:lnTo>
                  <a:lnTo>
                    <a:pt x="144" y="217"/>
                  </a:lnTo>
                  <a:lnTo>
                    <a:pt x="169" y="169"/>
                  </a:lnTo>
                  <a:lnTo>
                    <a:pt x="217" y="145"/>
                  </a:lnTo>
                  <a:lnTo>
                    <a:pt x="241" y="121"/>
                  </a:lnTo>
                  <a:lnTo>
                    <a:pt x="241" y="97"/>
                  </a:lnTo>
                  <a:lnTo>
                    <a:pt x="241" y="48"/>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3" name="Google Shape;12563;p30"/>
            <p:cNvSpPr/>
            <p:nvPr/>
          </p:nvSpPr>
          <p:spPr>
            <a:xfrm rot="10800000">
              <a:off x="3112381" y="6193081"/>
              <a:ext cx="24651" cy="16406"/>
            </a:xfrm>
            <a:custGeom>
              <a:avLst/>
              <a:gdLst/>
              <a:ahLst/>
              <a:cxnLst/>
              <a:rect l="l" t="t" r="r" b="b"/>
              <a:pathLst>
                <a:path w="290" h="193" extrusionOk="0">
                  <a:moveTo>
                    <a:pt x="73" y="0"/>
                  </a:moveTo>
                  <a:lnTo>
                    <a:pt x="25" y="24"/>
                  </a:lnTo>
                  <a:lnTo>
                    <a:pt x="1" y="48"/>
                  </a:lnTo>
                  <a:lnTo>
                    <a:pt x="25" y="96"/>
                  </a:lnTo>
                  <a:lnTo>
                    <a:pt x="25" y="121"/>
                  </a:lnTo>
                  <a:lnTo>
                    <a:pt x="73" y="145"/>
                  </a:lnTo>
                  <a:lnTo>
                    <a:pt x="121" y="169"/>
                  </a:lnTo>
                  <a:lnTo>
                    <a:pt x="193" y="193"/>
                  </a:lnTo>
                  <a:lnTo>
                    <a:pt x="241" y="169"/>
                  </a:lnTo>
                  <a:lnTo>
                    <a:pt x="265" y="145"/>
                  </a:lnTo>
                  <a:lnTo>
                    <a:pt x="289" y="96"/>
                  </a:lnTo>
                  <a:lnTo>
                    <a:pt x="289" y="72"/>
                  </a:lnTo>
                  <a:lnTo>
                    <a:pt x="289" y="24"/>
                  </a:lnTo>
                  <a:lnTo>
                    <a:pt x="2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4" name="Google Shape;12564;p30"/>
            <p:cNvSpPr/>
            <p:nvPr/>
          </p:nvSpPr>
          <p:spPr>
            <a:xfrm rot="10800000">
              <a:off x="3298627" y="6545002"/>
              <a:ext cx="20486" cy="16491"/>
            </a:xfrm>
            <a:custGeom>
              <a:avLst/>
              <a:gdLst/>
              <a:ahLst/>
              <a:cxnLst/>
              <a:rect l="l" t="t" r="r" b="b"/>
              <a:pathLst>
                <a:path w="241" h="194" extrusionOk="0">
                  <a:moveTo>
                    <a:pt x="120" y="1"/>
                  </a:moveTo>
                  <a:lnTo>
                    <a:pt x="72" y="25"/>
                  </a:lnTo>
                  <a:lnTo>
                    <a:pt x="24" y="49"/>
                  </a:lnTo>
                  <a:lnTo>
                    <a:pt x="0" y="73"/>
                  </a:lnTo>
                  <a:lnTo>
                    <a:pt x="0" y="121"/>
                  </a:lnTo>
                  <a:lnTo>
                    <a:pt x="0" y="169"/>
                  </a:lnTo>
                  <a:lnTo>
                    <a:pt x="24" y="193"/>
                  </a:lnTo>
                  <a:lnTo>
                    <a:pt x="169" y="193"/>
                  </a:lnTo>
                  <a:lnTo>
                    <a:pt x="217" y="145"/>
                  </a:lnTo>
                  <a:lnTo>
                    <a:pt x="241" y="73"/>
                  </a:lnTo>
                  <a:lnTo>
                    <a:pt x="217" y="49"/>
                  </a:lnTo>
                  <a:lnTo>
                    <a:pt x="193" y="25"/>
                  </a:lnTo>
                  <a:lnTo>
                    <a:pt x="1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5" name="Google Shape;12565;p30"/>
            <p:cNvSpPr/>
            <p:nvPr/>
          </p:nvSpPr>
          <p:spPr>
            <a:xfrm rot="10800000">
              <a:off x="3124707" y="6328154"/>
              <a:ext cx="18446" cy="18446"/>
            </a:xfrm>
            <a:custGeom>
              <a:avLst/>
              <a:gdLst/>
              <a:ahLst/>
              <a:cxnLst/>
              <a:rect l="l" t="t" r="r" b="b"/>
              <a:pathLst>
                <a:path w="217" h="217" extrusionOk="0">
                  <a:moveTo>
                    <a:pt x="169" y="0"/>
                  </a:moveTo>
                  <a:lnTo>
                    <a:pt x="73" y="24"/>
                  </a:lnTo>
                  <a:lnTo>
                    <a:pt x="24" y="97"/>
                  </a:lnTo>
                  <a:lnTo>
                    <a:pt x="0" y="121"/>
                  </a:lnTo>
                  <a:lnTo>
                    <a:pt x="0" y="169"/>
                  </a:lnTo>
                  <a:lnTo>
                    <a:pt x="24" y="217"/>
                  </a:lnTo>
                  <a:lnTo>
                    <a:pt x="97" y="217"/>
                  </a:lnTo>
                  <a:lnTo>
                    <a:pt x="121" y="193"/>
                  </a:lnTo>
                  <a:lnTo>
                    <a:pt x="193" y="121"/>
                  </a:lnTo>
                  <a:lnTo>
                    <a:pt x="217"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6" name="Google Shape;12566;p30"/>
            <p:cNvSpPr/>
            <p:nvPr/>
          </p:nvSpPr>
          <p:spPr>
            <a:xfrm rot="10800000">
              <a:off x="3220847" y="6109181"/>
              <a:ext cx="14366" cy="16406"/>
            </a:xfrm>
            <a:custGeom>
              <a:avLst/>
              <a:gdLst/>
              <a:ahLst/>
              <a:cxnLst/>
              <a:rect l="l" t="t" r="r" b="b"/>
              <a:pathLst>
                <a:path w="169" h="193" extrusionOk="0">
                  <a:moveTo>
                    <a:pt x="72" y="0"/>
                  </a:moveTo>
                  <a:lnTo>
                    <a:pt x="24" y="24"/>
                  </a:lnTo>
                  <a:lnTo>
                    <a:pt x="0" y="48"/>
                  </a:lnTo>
                  <a:lnTo>
                    <a:pt x="0" y="96"/>
                  </a:lnTo>
                  <a:lnTo>
                    <a:pt x="24" y="169"/>
                  </a:lnTo>
                  <a:lnTo>
                    <a:pt x="48" y="193"/>
                  </a:lnTo>
                  <a:lnTo>
                    <a:pt x="96" y="193"/>
                  </a:lnTo>
                  <a:lnTo>
                    <a:pt x="144" y="169"/>
                  </a:lnTo>
                  <a:lnTo>
                    <a:pt x="169" y="145"/>
                  </a:lnTo>
                  <a:lnTo>
                    <a:pt x="169" y="96"/>
                  </a:lnTo>
                  <a:lnTo>
                    <a:pt x="144" y="24"/>
                  </a:lnTo>
                  <a:lnTo>
                    <a:pt x="1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7" name="Google Shape;12567;p30"/>
            <p:cNvSpPr/>
            <p:nvPr/>
          </p:nvSpPr>
          <p:spPr>
            <a:xfrm rot="10800000">
              <a:off x="3194241" y="6459062"/>
              <a:ext cx="16491" cy="16491"/>
            </a:xfrm>
            <a:custGeom>
              <a:avLst/>
              <a:gdLst/>
              <a:ahLst/>
              <a:cxnLst/>
              <a:rect l="l" t="t" r="r" b="b"/>
              <a:pathLst>
                <a:path w="194" h="194" extrusionOk="0">
                  <a:moveTo>
                    <a:pt x="97" y="1"/>
                  </a:moveTo>
                  <a:lnTo>
                    <a:pt x="49" y="49"/>
                  </a:lnTo>
                  <a:lnTo>
                    <a:pt x="1" y="145"/>
                  </a:lnTo>
                  <a:lnTo>
                    <a:pt x="121" y="193"/>
                  </a:lnTo>
                  <a:lnTo>
                    <a:pt x="169" y="169"/>
                  </a:lnTo>
                  <a:lnTo>
                    <a:pt x="194" y="121"/>
                  </a:lnTo>
                  <a:lnTo>
                    <a:pt x="194" y="49"/>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8" name="Google Shape;12568;p30"/>
            <p:cNvSpPr/>
            <p:nvPr/>
          </p:nvSpPr>
          <p:spPr>
            <a:xfrm rot="10800000">
              <a:off x="3020321" y="6518395"/>
              <a:ext cx="16406" cy="16491"/>
            </a:xfrm>
            <a:custGeom>
              <a:avLst/>
              <a:gdLst/>
              <a:ahLst/>
              <a:cxnLst/>
              <a:rect l="l" t="t" r="r" b="b"/>
              <a:pathLst>
                <a:path w="193" h="194" extrusionOk="0">
                  <a:moveTo>
                    <a:pt x="96" y="1"/>
                  </a:moveTo>
                  <a:lnTo>
                    <a:pt x="24" y="25"/>
                  </a:lnTo>
                  <a:lnTo>
                    <a:pt x="0" y="73"/>
                  </a:lnTo>
                  <a:lnTo>
                    <a:pt x="0" y="121"/>
                  </a:lnTo>
                  <a:lnTo>
                    <a:pt x="48" y="169"/>
                  </a:lnTo>
                  <a:lnTo>
                    <a:pt x="72" y="193"/>
                  </a:lnTo>
                  <a:lnTo>
                    <a:pt x="121" y="193"/>
                  </a:lnTo>
                  <a:lnTo>
                    <a:pt x="169" y="169"/>
                  </a:lnTo>
                  <a:lnTo>
                    <a:pt x="193" y="121"/>
                  </a:lnTo>
                  <a:lnTo>
                    <a:pt x="169" y="73"/>
                  </a:lnTo>
                  <a:lnTo>
                    <a:pt x="169"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9" name="Google Shape;12569;p30"/>
            <p:cNvSpPr/>
            <p:nvPr/>
          </p:nvSpPr>
          <p:spPr>
            <a:xfrm rot="10800000">
              <a:off x="3114421" y="6418174"/>
              <a:ext cx="18531" cy="18446"/>
            </a:xfrm>
            <a:custGeom>
              <a:avLst/>
              <a:gdLst/>
              <a:ahLst/>
              <a:cxnLst/>
              <a:rect l="l" t="t" r="r" b="b"/>
              <a:pathLst>
                <a:path w="218" h="217" extrusionOk="0">
                  <a:moveTo>
                    <a:pt x="49" y="0"/>
                  </a:moveTo>
                  <a:lnTo>
                    <a:pt x="25" y="24"/>
                  </a:lnTo>
                  <a:lnTo>
                    <a:pt x="1" y="24"/>
                  </a:lnTo>
                  <a:lnTo>
                    <a:pt x="25" y="120"/>
                  </a:lnTo>
                  <a:lnTo>
                    <a:pt x="97" y="193"/>
                  </a:lnTo>
                  <a:lnTo>
                    <a:pt x="145" y="217"/>
                  </a:lnTo>
                  <a:lnTo>
                    <a:pt x="169" y="217"/>
                  </a:lnTo>
                  <a:lnTo>
                    <a:pt x="217" y="193"/>
                  </a:lnTo>
                  <a:lnTo>
                    <a:pt x="217" y="144"/>
                  </a:lnTo>
                  <a:lnTo>
                    <a:pt x="217" y="120"/>
                  </a:lnTo>
                  <a:lnTo>
                    <a:pt x="193" y="72"/>
                  </a:lnTo>
                  <a:lnTo>
                    <a:pt x="121"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0" name="Google Shape;12570;p30"/>
            <p:cNvSpPr/>
            <p:nvPr/>
          </p:nvSpPr>
          <p:spPr>
            <a:xfrm rot="10800000">
              <a:off x="2960987" y="6420214"/>
              <a:ext cx="16406" cy="16406"/>
            </a:xfrm>
            <a:custGeom>
              <a:avLst/>
              <a:gdLst/>
              <a:ahLst/>
              <a:cxnLst/>
              <a:rect l="l" t="t" r="r" b="b"/>
              <a:pathLst>
                <a:path w="193" h="193" extrusionOk="0">
                  <a:moveTo>
                    <a:pt x="72" y="0"/>
                  </a:moveTo>
                  <a:lnTo>
                    <a:pt x="24" y="24"/>
                  </a:lnTo>
                  <a:lnTo>
                    <a:pt x="0" y="72"/>
                  </a:lnTo>
                  <a:lnTo>
                    <a:pt x="0" y="144"/>
                  </a:lnTo>
                  <a:lnTo>
                    <a:pt x="48" y="169"/>
                  </a:lnTo>
                  <a:lnTo>
                    <a:pt x="97" y="193"/>
                  </a:lnTo>
                  <a:lnTo>
                    <a:pt x="169" y="193"/>
                  </a:lnTo>
                  <a:lnTo>
                    <a:pt x="193" y="169"/>
                  </a:lnTo>
                  <a:lnTo>
                    <a:pt x="193" y="96"/>
                  </a:lnTo>
                  <a:lnTo>
                    <a:pt x="169" y="48"/>
                  </a:lnTo>
                  <a:lnTo>
                    <a:pt x="145" y="24"/>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1" name="Google Shape;12571;p30"/>
            <p:cNvSpPr/>
            <p:nvPr/>
          </p:nvSpPr>
          <p:spPr>
            <a:xfrm rot="10800000">
              <a:off x="3153353" y="6399728"/>
              <a:ext cx="18446" cy="16491"/>
            </a:xfrm>
            <a:custGeom>
              <a:avLst/>
              <a:gdLst/>
              <a:ahLst/>
              <a:cxnLst/>
              <a:rect l="l" t="t" r="r" b="b"/>
              <a:pathLst>
                <a:path w="217" h="194" extrusionOk="0">
                  <a:moveTo>
                    <a:pt x="121" y="1"/>
                  </a:moveTo>
                  <a:lnTo>
                    <a:pt x="73" y="25"/>
                  </a:lnTo>
                  <a:lnTo>
                    <a:pt x="24" y="73"/>
                  </a:lnTo>
                  <a:lnTo>
                    <a:pt x="0" y="121"/>
                  </a:lnTo>
                  <a:lnTo>
                    <a:pt x="24" y="145"/>
                  </a:lnTo>
                  <a:lnTo>
                    <a:pt x="48" y="169"/>
                  </a:lnTo>
                  <a:lnTo>
                    <a:pt x="169" y="193"/>
                  </a:lnTo>
                  <a:lnTo>
                    <a:pt x="217" y="73"/>
                  </a:lnTo>
                  <a:lnTo>
                    <a:pt x="193" y="49"/>
                  </a:lnTo>
                  <a:lnTo>
                    <a:pt x="193"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2" name="Google Shape;12572;p30"/>
            <p:cNvSpPr/>
            <p:nvPr/>
          </p:nvSpPr>
          <p:spPr>
            <a:xfrm rot="10800000">
              <a:off x="3216767" y="6538881"/>
              <a:ext cx="12326" cy="22611"/>
            </a:xfrm>
            <a:custGeom>
              <a:avLst/>
              <a:gdLst/>
              <a:ahLst/>
              <a:cxnLst/>
              <a:rect l="l" t="t" r="r" b="b"/>
              <a:pathLst>
                <a:path w="145" h="266" extrusionOk="0">
                  <a:moveTo>
                    <a:pt x="121" y="1"/>
                  </a:moveTo>
                  <a:lnTo>
                    <a:pt x="97" y="25"/>
                  </a:lnTo>
                  <a:lnTo>
                    <a:pt x="48" y="49"/>
                  </a:lnTo>
                  <a:lnTo>
                    <a:pt x="0" y="121"/>
                  </a:lnTo>
                  <a:lnTo>
                    <a:pt x="0" y="217"/>
                  </a:lnTo>
                  <a:lnTo>
                    <a:pt x="24" y="241"/>
                  </a:lnTo>
                  <a:lnTo>
                    <a:pt x="48" y="265"/>
                  </a:lnTo>
                  <a:lnTo>
                    <a:pt x="72" y="265"/>
                  </a:lnTo>
                  <a:lnTo>
                    <a:pt x="97" y="241"/>
                  </a:lnTo>
                  <a:lnTo>
                    <a:pt x="145" y="169"/>
                  </a:lnTo>
                  <a:lnTo>
                    <a:pt x="145"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3" name="Google Shape;12573;p30"/>
            <p:cNvSpPr/>
            <p:nvPr/>
          </p:nvSpPr>
          <p:spPr>
            <a:xfrm rot="10800000">
              <a:off x="3171715" y="6598215"/>
              <a:ext cx="18531" cy="14451"/>
            </a:xfrm>
            <a:custGeom>
              <a:avLst/>
              <a:gdLst/>
              <a:ahLst/>
              <a:cxnLst/>
              <a:rect l="l" t="t" r="r" b="b"/>
              <a:pathLst>
                <a:path w="218" h="170" extrusionOk="0">
                  <a:moveTo>
                    <a:pt x="145" y="1"/>
                  </a:moveTo>
                  <a:lnTo>
                    <a:pt x="25" y="25"/>
                  </a:lnTo>
                  <a:lnTo>
                    <a:pt x="1" y="25"/>
                  </a:lnTo>
                  <a:lnTo>
                    <a:pt x="1" y="49"/>
                  </a:lnTo>
                  <a:lnTo>
                    <a:pt x="25" y="97"/>
                  </a:lnTo>
                  <a:lnTo>
                    <a:pt x="121" y="145"/>
                  </a:lnTo>
                  <a:lnTo>
                    <a:pt x="169" y="169"/>
                  </a:lnTo>
                  <a:lnTo>
                    <a:pt x="193" y="145"/>
                  </a:lnTo>
                  <a:lnTo>
                    <a:pt x="217" y="97"/>
                  </a:lnTo>
                  <a:lnTo>
                    <a:pt x="217" y="25"/>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4" name="Google Shape;12574;p30"/>
            <p:cNvSpPr/>
            <p:nvPr/>
          </p:nvSpPr>
          <p:spPr>
            <a:xfrm rot="10800000">
              <a:off x="3022361" y="6369041"/>
              <a:ext cx="14366" cy="14451"/>
            </a:xfrm>
            <a:custGeom>
              <a:avLst/>
              <a:gdLst/>
              <a:ahLst/>
              <a:cxnLst/>
              <a:rect l="l" t="t" r="r" b="b"/>
              <a:pathLst>
                <a:path w="169" h="170" extrusionOk="0">
                  <a:moveTo>
                    <a:pt x="72" y="1"/>
                  </a:moveTo>
                  <a:lnTo>
                    <a:pt x="24" y="25"/>
                  </a:lnTo>
                  <a:lnTo>
                    <a:pt x="0" y="49"/>
                  </a:lnTo>
                  <a:lnTo>
                    <a:pt x="0" y="97"/>
                  </a:lnTo>
                  <a:lnTo>
                    <a:pt x="24" y="145"/>
                  </a:lnTo>
                  <a:lnTo>
                    <a:pt x="48" y="169"/>
                  </a:lnTo>
                  <a:lnTo>
                    <a:pt x="96" y="169"/>
                  </a:lnTo>
                  <a:lnTo>
                    <a:pt x="169" y="145"/>
                  </a:lnTo>
                  <a:lnTo>
                    <a:pt x="169" y="97"/>
                  </a:lnTo>
                  <a:lnTo>
                    <a:pt x="169" y="73"/>
                  </a:lnTo>
                  <a:lnTo>
                    <a:pt x="169"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5" name="Google Shape;12575;p30"/>
            <p:cNvSpPr/>
            <p:nvPr/>
          </p:nvSpPr>
          <p:spPr>
            <a:xfrm rot="10800000">
              <a:off x="3384567" y="6575689"/>
              <a:ext cx="14366" cy="14451"/>
            </a:xfrm>
            <a:custGeom>
              <a:avLst/>
              <a:gdLst/>
              <a:ahLst/>
              <a:cxnLst/>
              <a:rect l="l" t="t" r="r" b="b"/>
              <a:pathLst>
                <a:path w="169" h="170" extrusionOk="0">
                  <a:moveTo>
                    <a:pt x="96" y="1"/>
                  </a:moveTo>
                  <a:lnTo>
                    <a:pt x="48" y="25"/>
                  </a:lnTo>
                  <a:lnTo>
                    <a:pt x="0" y="49"/>
                  </a:lnTo>
                  <a:lnTo>
                    <a:pt x="0" y="121"/>
                  </a:lnTo>
                  <a:lnTo>
                    <a:pt x="24" y="145"/>
                  </a:lnTo>
                  <a:lnTo>
                    <a:pt x="48" y="169"/>
                  </a:lnTo>
                  <a:lnTo>
                    <a:pt x="121" y="145"/>
                  </a:lnTo>
                  <a:lnTo>
                    <a:pt x="169" y="73"/>
                  </a:lnTo>
                  <a:lnTo>
                    <a:pt x="169" y="49"/>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6" name="Google Shape;12576;p30"/>
            <p:cNvSpPr/>
            <p:nvPr/>
          </p:nvSpPr>
          <p:spPr>
            <a:xfrm rot="10800000">
              <a:off x="3231048" y="6299507"/>
              <a:ext cx="14451" cy="16406"/>
            </a:xfrm>
            <a:custGeom>
              <a:avLst/>
              <a:gdLst/>
              <a:ahLst/>
              <a:cxnLst/>
              <a:rect l="l" t="t" r="r" b="b"/>
              <a:pathLst>
                <a:path w="170" h="193" extrusionOk="0">
                  <a:moveTo>
                    <a:pt x="25" y="0"/>
                  </a:moveTo>
                  <a:lnTo>
                    <a:pt x="1" y="48"/>
                  </a:lnTo>
                  <a:lnTo>
                    <a:pt x="25" y="121"/>
                  </a:lnTo>
                  <a:lnTo>
                    <a:pt x="73" y="169"/>
                  </a:lnTo>
                  <a:lnTo>
                    <a:pt x="121" y="193"/>
                  </a:lnTo>
                  <a:lnTo>
                    <a:pt x="145" y="169"/>
                  </a:lnTo>
                  <a:lnTo>
                    <a:pt x="169" y="145"/>
                  </a:lnTo>
                  <a:lnTo>
                    <a:pt x="97"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7" name="Google Shape;12577;p30"/>
            <p:cNvSpPr/>
            <p:nvPr/>
          </p:nvSpPr>
          <p:spPr>
            <a:xfrm rot="10800000">
              <a:off x="2983428" y="6579854"/>
              <a:ext cx="16491" cy="16406"/>
            </a:xfrm>
            <a:custGeom>
              <a:avLst/>
              <a:gdLst/>
              <a:ahLst/>
              <a:cxnLst/>
              <a:rect l="l" t="t" r="r" b="b"/>
              <a:pathLst>
                <a:path w="194" h="193" extrusionOk="0">
                  <a:moveTo>
                    <a:pt x="49" y="0"/>
                  </a:moveTo>
                  <a:lnTo>
                    <a:pt x="25" y="48"/>
                  </a:lnTo>
                  <a:lnTo>
                    <a:pt x="0" y="73"/>
                  </a:lnTo>
                  <a:lnTo>
                    <a:pt x="25" y="121"/>
                  </a:lnTo>
                  <a:lnTo>
                    <a:pt x="49" y="145"/>
                  </a:lnTo>
                  <a:lnTo>
                    <a:pt x="97" y="169"/>
                  </a:lnTo>
                  <a:lnTo>
                    <a:pt x="121" y="193"/>
                  </a:lnTo>
                  <a:lnTo>
                    <a:pt x="169" y="169"/>
                  </a:lnTo>
                  <a:lnTo>
                    <a:pt x="193" y="121"/>
                  </a:lnTo>
                  <a:lnTo>
                    <a:pt x="169" y="73"/>
                  </a:lnTo>
                  <a:lnTo>
                    <a:pt x="145" y="24"/>
                  </a:lnTo>
                  <a:lnTo>
                    <a:pt x="97"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8" name="Google Shape;12578;p30"/>
            <p:cNvSpPr/>
            <p:nvPr/>
          </p:nvSpPr>
          <p:spPr>
            <a:xfrm rot="10800000">
              <a:off x="3165594" y="6530721"/>
              <a:ext cx="14366" cy="16406"/>
            </a:xfrm>
            <a:custGeom>
              <a:avLst/>
              <a:gdLst/>
              <a:ahLst/>
              <a:cxnLst/>
              <a:rect l="l" t="t" r="r" b="b"/>
              <a:pathLst>
                <a:path w="169" h="193" extrusionOk="0">
                  <a:moveTo>
                    <a:pt x="96" y="0"/>
                  </a:moveTo>
                  <a:lnTo>
                    <a:pt x="24" y="24"/>
                  </a:lnTo>
                  <a:lnTo>
                    <a:pt x="24" y="48"/>
                  </a:lnTo>
                  <a:lnTo>
                    <a:pt x="0" y="72"/>
                  </a:lnTo>
                  <a:lnTo>
                    <a:pt x="24" y="120"/>
                  </a:lnTo>
                  <a:lnTo>
                    <a:pt x="24" y="145"/>
                  </a:lnTo>
                  <a:lnTo>
                    <a:pt x="72" y="193"/>
                  </a:lnTo>
                  <a:lnTo>
                    <a:pt x="120" y="193"/>
                  </a:lnTo>
                  <a:lnTo>
                    <a:pt x="144" y="169"/>
                  </a:lnTo>
                  <a:lnTo>
                    <a:pt x="169" y="145"/>
                  </a:lnTo>
                  <a:lnTo>
                    <a:pt x="169" y="96"/>
                  </a:lnTo>
                  <a:lnTo>
                    <a:pt x="144" y="48"/>
                  </a:lnTo>
                  <a:lnTo>
                    <a:pt x="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9" name="Google Shape;12579;p30"/>
            <p:cNvSpPr/>
            <p:nvPr/>
          </p:nvSpPr>
          <p:spPr>
            <a:xfrm rot="10800000">
              <a:off x="3407093" y="6514315"/>
              <a:ext cx="14366" cy="12411"/>
            </a:xfrm>
            <a:custGeom>
              <a:avLst/>
              <a:gdLst/>
              <a:ahLst/>
              <a:cxnLst/>
              <a:rect l="l" t="t" r="r" b="b"/>
              <a:pathLst>
                <a:path w="169" h="146" extrusionOk="0">
                  <a:moveTo>
                    <a:pt x="49" y="1"/>
                  </a:moveTo>
                  <a:lnTo>
                    <a:pt x="0" y="73"/>
                  </a:lnTo>
                  <a:lnTo>
                    <a:pt x="0" y="97"/>
                  </a:lnTo>
                  <a:lnTo>
                    <a:pt x="0" y="121"/>
                  </a:lnTo>
                  <a:lnTo>
                    <a:pt x="49" y="145"/>
                  </a:lnTo>
                  <a:lnTo>
                    <a:pt x="121" y="145"/>
                  </a:lnTo>
                  <a:lnTo>
                    <a:pt x="169" y="97"/>
                  </a:lnTo>
                  <a:lnTo>
                    <a:pt x="169"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0" name="Google Shape;12580;p30"/>
            <p:cNvSpPr/>
            <p:nvPr/>
          </p:nvSpPr>
          <p:spPr>
            <a:xfrm rot="10800000">
              <a:off x="3069453" y="6641227"/>
              <a:ext cx="12326" cy="16406"/>
            </a:xfrm>
            <a:custGeom>
              <a:avLst/>
              <a:gdLst/>
              <a:ahLst/>
              <a:cxnLst/>
              <a:rect l="l" t="t" r="r" b="b"/>
              <a:pathLst>
                <a:path w="145" h="193" extrusionOk="0">
                  <a:moveTo>
                    <a:pt x="73" y="0"/>
                  </a:moveTo>
                  <a:lnTo>
                    <a:pt x="49" y="24"/>
                  </a:lnTo>
                  <a:lnTo>
                    <a:pt x="25" y="72"/>
                  </a:lnTo>
                  <a:lnTo>
                    <a:pt x="1" y="120"/>
                  </a:lnTo>
                  <a:lnTo>
                    <a:pt x="1" y="169"/>
                  </a:lnTo>
                  <a:lnTo>
                    <a:pt x="49" y="193"/>
                  </a:lnTo>
                  <a:lnTo>
                    <a:pt x="97" y="169"/>
                  </a:lnTo>
                  <a:lnTo>
                    <a:pt x="145" y="120"/>
                  </a:lnTo>
                  <a:lnTo>
                    <a:pt x="145" y="48"/>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1" name="Google Shape;12581;p30"/>
            <p:cNvSpPr/>
            <p:nvPr/>
          </p:nvSpPr>
          <p:spPr>
            <a:xfrm rot="10800000">
              <a:off x="3233088" y="6203282"/>
              <a:ext cx="18531" cy="12411"/>
            </a:xfrm>
            <a:custGeom>
              <a:avLst/>
              <a:gdLst/>
              <a:ahLst/>
              <a:cxnLst/>
              <a:rect l="l" t="t" r="r" b="b"/>
              <a:pathLst>
                <a:path w="218" h="146" extrusionOk="0">
                  <a:moveTo>
                    <a:pt x="73" y="1"/>
                  </a:moveTo>
                  <a:lnTo>
                    <a:pt x="49" y="25"/>
                  </a:lnTo>
                  <a:lnTo>
                    <a:pt x="25" y="73"/>
                  </a:lnTo>
                  <a:lnTo>
                    <a:pt x="0" y="97"/>
                  </a:lnTo>
                  <a:lnTo>
                    <a:pt x="25" y="121"/>
                  </a:lnTo>
                  <a:lnTo>
                    <a:pt x="25" y="145"/>
                  </a:lnTo>
                  <a:lnTo>
                    <a:pt x="145" y="145"/>
                  </a:lnTo>
                  <a:lnTo>
                    <a:pt x="169" y="121"/>
                  </a:lnTo>
                  <a:lnTo>
                    <a:pt x="193" y="121"/>
                  </a:lnTo>
                  <a:lnTo>
                    <a:pt x="217" y="73"/>
                  </a:lnTo>
                  <a:lnTo>
                    <a:pt x="217" y="49"/>
                  </a:lnTo>
                  <a:lnTo>
                    <a:pt x="193"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2" name="Google Shape;12582;p30"/>
            <p:cNvSpPr/>
            <p:nvPr/>
          </p:nvSpPr>
          <p:spPr>
            <a:xfrm rot="10800000">
              <a:off x="3020321" y="6547042"/>
              <a:ext cx="14366" cy="14451"/>
            </a:xfrm>
            <a:custGeom>
              <a:avLst/>
              <a:gdLst/>
              <a:ahLst/>
              <a:cxnLst/>
              <a:rect l="l" t="t" r="r" b="b"/>
              <a:pathLst>
                <a:path w="169" h="170" extrusionOk="0">
                  <a:moveTo>
                    <a:pt x="48" y="1"/>
                  </a:moveTo>
                  <a:lnTo>
                    <a:pt x="24" y="25"/>
                  </a:lnTo>
                  <a:lnTo>
                    <a:pt x="0" y="73"/>
                  </a:lnTo>
                  <a:lnTo>
                    <a:pt x="24" y="145"/>
                  </a:lnTo>
                  <a:lnTo>
                    <a:pt x="97" y="169"/>
                  </a:lnTo>
                  <a:lnTo>
                    <a:pt x="145" y="121"/>
                  </a:lnTo>
                  <a:lnTo>
                    <a:pt x="169"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3" name="Google Shape;12583;p30"/>
            <p:cNvSpPr/>
            <p:nvPr/>
          </p:nvSpPr>
          <p:spPr>
            <a:xfrm rot="10800000">
              <a:off x="3239293" y="6463142"/>
              <a:ext cx="10286" cy="14451"/>
            </a:xfrm>
            <a:custGeom>
              <a:avLst/>
              <a:gdLst/>
              <a:ahLst/>
              <a:cxnLst/>
              <a:rect l="l" t="t" r="r" b="b"/>
              <a:pathLst>
                <a:path w="121" h="170" extrusionOk="0">
                  <a:moveTo>
                    <a:pt x="25" y="1"/>
                  </a:moveTo>
                  <a:lnTo>
                    <a:pt x="1" y="25"/>
                  </a:lnTo>
                  <a:lnTo>
                    <a:pt x="25" y="73"/>
                  </a:lnTo>
                  <a:lnTo>
                    <a:pt x="49" y="145"/>
                  </a:lnTo>
                  <a:lnTo>
                    <a:pt x="97" y="169"/>
                  </a:lnTo>
                  <a:lnTo>
                    <a:pt x="121" y="121"/>
                  </a:lnTo>
                  <a:lnTo>
                    <a:pt x="121" y="73"/>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4" name="Google Shape;12584;p30"/>
            <p:cNvSpPr/>
            <p:nvPr/>
          </p:nvSpPr>
          <p:spPr>
            <a:xfrm rot="10800000">
              <a:off x="3333394" y="6307668"/>
              <a:ext cx="14366" cy="12326"/>
            </a:xfrm>
            <a:custGeom>
              <a:avLst/>
              <a:gdLst/>
              <a:ahLst/>
              <a:cxnLst/>
              <a:rect l="l" t="t" r="r" b="b"/>
              <a:pathLst>
                <a:path w="169" h="145" extrusionOk="0">
                  <a:moveTo>
                    <a:pt x="72" y="0"/>
                  </a:moveTo>
                  <a:lnTo>
                    <a:pt x="24" y="24"/>
                  </a:lnTo>
                  <a:lnTo>
                    <a:pt x="0" y="72"/>
                  </a:lnTo>
                  <a:lnTo>
                    <a:pt x="24" y="96"/>
                  </a:lnTo>
                  <a:lnTo>
                    <a:pt x="24" y="121"/>
                  </a:lnTo>
                  <a:lnTo>
                    <a:pt x="72" y="145"/>
                  </a:lnTo>
                  <a:lnTo>
                    <a:pt x="144" y="121"/>
                  </a:lnTo>
                  <a:lnTo>
                    <a:pt x="144" y="96"/>
                  </a:lnTo>
                  <a:lnTo>
                    <a:pt x="169" y="72"/>
                  </a:lnTo>
                  <a:lnTo>
                    <a:pt x="120"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5" name="Google Shape;12585;p30"/>
            <p:cNvSpPr/>
            <p:nvPr/>
          </p:nvSpPr>
          <p:spPr>
            <a:xfrm rot="10800000">
              <a:off x="3274061" y="6166474"/>
              <a:ext cx="16406" cy="10286"/>
            </a:xfrm>
            <a:custGeom>
              <a:avLst/>
              <a:gdLst/>
              <a:ahLst/>
              <a:cxnLst/>
              <a:rect l="l" t="t" r="r" b="b"/>
              <a:pathLst>
                <a:path w="193" h="121" extrusionOk="0">
                  <a:moveTo>
                    <a:pt x="96" y="0"/>
                  </a:moveTo>
                  <a:lnTo>
                    <a:pt x="48" y="24"/>
                  </a:lnTo>
                  <a:lnTo>
                    <a:pt x="0" y="73"/>
                  </a:lnTo>
                  <a:lnTo>
                    <a:pt x="0" y="97"/>
                  </a:lnTo>
                  <a:lnTo>
                    <a:pt x="24" y="121"/>
                  </a:lnTo>
                  <a:lnTo>
                    <a:pt x="72" y="121"/>
                  </a:lnTo>
                  <a:lnTo>
                    <a:pt x="144" y="97"/>
                  </a:lnTo>
                  <a:lnTo>
                    <a:pt x="193" y="48"/>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6" name="Google Shape;12586;p30"/>
            <p:cNvSpPr/>
            <p:nvPr/>
          </p:nvSpPr>
          <p:spPr>
            <a:xfrm rot="10800000">
              <a:off x="3024401" y="6434495"/>
              <a:ext cx="14366" cy="12411"/>
            </a:xfrm>
            <a:custGeom>
              <a:avLst/>
              <a:gdLst/>
              <a:ahLst/>
              <a:cxnLst/>
              <a:rect l="l" t="t" r="r" b="b"/>
              <a:pathLst>
                <a:path w="169" h="146" extrusionOk="0">
                  <a:moveTo>
                    <a:pt x="24" y="1"/>
                  </a:moveTo>
                  <a:lnTo>
                    <a:pt x="0" y="97"/>
                  </a:lnTo>
                  <a:lnTo>
                    <a:pt x="24" y="121"/>
                  </a:lnTo>
                  <a:lnTo>
                    <a:pt x="72" y="145"/>
                  </a:lnTo>
                  <a:lnTo>
                    <a:pt x="120" y="121"/>
                  </a:lnTo>
                  <a:lnTo>
                    <a:pt x="145" y="97"/>
                  </a:lnTo>
                  <a:lnTo>
                    <a:pt x="169" y="49"/>
                  </a:lnTo>
                  <a:lnTo>
                    <a:pt x="120"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7" name="Google Shape;12587;p30"/>
            <p:cNvSpPr/>
            <p:nvPr/>
          </p:nvSpPr>
          <p:spPr>
            <a:xfrm rot="10800000">
              <a:off x="3179960" y="6381367"/>
              <a:ext cx="12326" cy="14366"/>
            </a:xfrm>
            <a:custGeom>
              <a:avLst/>
              <a:gdLst/>
              <a:ahLst/>
              <a:cxnLst/>
              <a:rect l="l" t="t" r="r" b="b"/>
              <a:pathLst>
                <a:path w="145" h="169" extrusionOk="0">
                  <a:moveTo>
                    <a:pt x="73" y="0"/>
                  </a:moveTo>
                  <a:lnTo>
                    <a:pt x="49" y="25"/>
                  </a:lnTo>
                  <a:lnTo>
                    <a:pt x="1" y="73"/>
                  </a:lnTo>
                  <a:lnTo>
                    <a:pt x="1" y="121"/>
                  </a:lnTo>
                  <a:lnTo>
                    <a:pt x="25" y="145"/>
                  </a:lnTo>
                  <a:lnTo>
                    <a:pt x="49" y="169"/>
                  </a:lnTo>
                  <a:lnTo>
                    <a:pt x="73" y="169"/>
                  </a:lnTo>
                  <a:lnTo>
                    <a:pt x="121" y="121"/>
                  </a:lnTo>
                  <a:lnTo>
                    <a:pt x="145" y="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8" name="Google Shape;12588;p30"/>
            <p:cNvSpPr/>
            <p:nvPr/>
          </p:nvSpPr>
          <p:spPr>
            <a:xfrm rot="10800000">
              <a:off x="3415254" y="6485668"/>
              <a:ext cx="14366" cy="12411"/>
            </a:xfrm>
            <a:custGeom>
              <a:avLst/>
              <a:gdLst/>
              <a:ahLst/>
              <a:cxnLst/>
              <a:rect l="l" t="t" r="r" b="b"/>
              <a:pathLst>
                <a:path w="169" h="146" extrusionOk="0">
                  <a:moveTo>
                    <a:pt x="48" y="1"/>
                  </a:moveTo>
                  <a:lnTo>
                    <a:pt x="24" y="25"/>
                  </a:lnTo>
                  <a:lnTo>
                    <a:pt x="0" y="49"/>
                  </a:lnTo>
                  <a:lnTo>
                    <a:pt x="48" y="97"/>
                  </a:lnTo>
                  <a:lnTo>
                    <a:pt x="120" y="145"/>
                  </a:lnTo>
                  <a:lnTo>
                    <a:pt x="145" y="121"/>
                  </a:lnTo>
                  <a:lnTo>
                    <a:pt x="169" y="121"/>
                  </a:lnTo>
                  <a:lnTo>
                    <a:pt x="169" y="73"/>
                  </a:lnTo>
                  <a:lnTo>
                    <a:pt x="120"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9" name="Google Shape;12589;p30"/>
            <p:cNvSpPr/>
            <p:nvPr/>
          </p:nvSpPr>
          <p:spPr>
            <a:xfrm rot="10800000">
              <a:off x="3216767" y="6418174"/>
              <a:ext cx="14366" cy="10286"/>
            </a:xfrm>
            <a:custGeom>
              <a:avLst/>
              <a:gdLst/>
              <a:ahLst/>
              <a:cxnLst/>
              <a:rect l="l" t="t" r="r" b="b"/>
              <a:pathLst>
                <a:path w="169" h="121" extrusionOk="0">
                  <a:moveTo>
                    <a:pt x="96" y="0"/>
                  </a:moveTo>
                  <a:lnTo>
                    <a:pt x="24" y="24"/>
                  </a:lnTo>
                  <a:lnTo>
                    <a:pt x="0" y="48"/>
                  </a:lnTo>
                  <a:lnTo>
                    <a:pt x="24" y="97"/>
                  </a:lnTo>
                  <a:lnTo>
                    <a:pt x="48" y="97"/>
                  </a:lnTo>
                  <a:lnTo>
                    <a:pt x="96" y="121"/>
                  </a:lnTo>
                  <a:lnTo>
                    <a:pt x="145" y="97"/>
                  </a:lnTo>
                  <a:lnTo>
                    <a:pt x="169" y="73"/>
                  </a:lnTo>
                  <a:lnTo>
                    <a:pt x="169" y="48"/>
                  </a:lnTo>
                  <a:lnTo>
                    <a:pt x="1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0" name="Google Shape;12590;p30"/>
            <p:cNvSpPr/>
            <p:nvPr/>
          </p:nvSpPr>
          <p:spPr>
            <a:xfrm rot="10800000">
              <a:off x="3093935" y="6055968"/>
              <a:ext cx="12411" cy="12326"/>
            </a:xfrm>
            <a:custGeom>
              <a:avLst/>
              <a:gdLst/>
              <a:ahLst/>
              <a:cxnLst/>
              <a:rect l="l" t="t" r="r" b="b"/>
              <a:pathLst>
                <a:path w="146" h="145" extrusionOk="0">
                  <a:moveTo>
                    <a:pt x="73" y="0"/>
                  </a:moveTo>
                  <a:lnTo>
                    <a:pt x="25" y="24"/>
                  </a:lnTo>
                  <a:lnTo>
                    <a:pt x="1" y="48"/>
                  </a:lnTo>
                  <a:lnTo>
                    <a:pt x="1" y="72"/>
                  </a:lnTo>
                  <a:lnTo>
                    <a:pt x="49" y="121"/>
                  </a:lnTo>
                  <a:lnTo>
                    <a:pt x="97" y="145"/>
                  </a:lnTo>
                  <a:lnTo>
                    <a:pt x="145" y="121"/>
                  </a:lnTo>
                  <a:lnTo>
                    <a:pt x="145" y="72"/>
                  </a:lnTo>
                  <a:lnTo>
                    <a:pt x="121"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1" name="Google Shape;12591;p30"/>
            <p:cNvSpPr/>
            <p:nvPr/>
          </p:nvSpPr>
          <p:spPr>
            <a:xfrm rot="10800000">
              <a:off x="3288341" y="5953622"/>
              <a:ext cx="10371" cy="12411"/>
            </a:xfrm>
            <a:custGeom>
              <a:avLst/>
              <a:gdLst/>
              <a:ahLst/>
              <a:cxnLst/>
              <a:rect l="l" t="t" r="r" b="b"/>
              <a:pathLst>
                <a:path w="122" h="146" extrusionOk="0">
                  <a:moveTo>
                    <a:pt x="49" y="1"/>
                  </a:moveTo>
                  <a:lnTo>
                    <a:pt x="1" y="25"/>
                  </a:lnTo>
                  <a:lnTo>
                    <a:pt x="1" y="49"/>
                  </a:lnTo>
                  <a:lnTo>
                    <a:pt x="25" y="121"/>
                  </a:lnTo>
                  <a:lnTo>
                    <a:pt x="25" y="145"/>
                  </a:lnTo>
                  <a:lnTo>
                    <a:pt x="97" y="145"/>
                  </a:lnTo>
                  <a:lnTo>
                    <a:pt x="121" y="121"/>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2" name="Google Shape;12592;p30"/>
            <p:cNvSpPr/>
            <p:nvPr/>
          </p:nvSpPr>
          <p:spPr>
            <a:xfrm rot="10800000">
              <a:off x="3077614" y="6313788"/>
              <a:ext cx="12326" cy="12411"/>
            </a:xfrm>
            <a:custGeom>
              <a:avLst/>
              <a:gdLst/>
              <a:ahLst/>
              <a:cxnLst/>
              <a:rect l="l" t="t" r="r" b="b"/>
              <a:pathLst>
                <a:path w="145" h="146" extrusionOk="0">
                  <a:moveTo>
                    <a:pt x="97" y="1"/>
                  </a:moveTo>
                  <a:lnTo>
                    <a:pt x="24" y="25"/>
                  </a:lnTo>
                  <a:lnTo>
                    <a:pt x="0" y="97"/>
                  </a:lnTo>
                  <a:lnTo>
                    <a:pt x="0" y="121"/>
                  </a:lnTo>
                  <a:lnTo>
                    <a:pt x="24" y="145"/>
                  </a:lnTo>
                  <a:lnTo>
                    <a:pt x="72" y="145"/>
                  </a:lnTo>
                  <a:lnTo>
                    <a:pt x="97" y="121"/>
                  </a:lnTo>
                  <a:lnTo>
                    <a:pt x="145"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3" name="Google Shape;12593;p30"/>
            <p:cNvSpPr/>
            <p:nvPr/>
          </p:nvSpPr>
          <p:spPr>
            <a:xfrm rot="10800000">
              <a:off x="3061208" y="6504114"/>
              <a:ext cx="10371" cy="14366"/>
            </a:xfrm>
            <a:custGeom>
              <a:avLst/>
              <a:gdLst/>
              <a:ahLst/>
              <a:cxnLst/>
              <a:rect l="l" t="t" r="r" b="b"/>
              <a:pathLst>
                <a:path w="122" h="169" extrusionOk="0">
                  <a:moveTo>
                    <a:pt x="49" y="0"/>
                  </a:moveTo>
                  <a:lnTo>
                    <a:pt x="1" y="48"/>
                  </a:lnTo>
                  <a:lnTo>
                    <a:pt x="1" y="96"/>
                  </a:lnTo>
                  <a:lnTo>
                    <a:pt x="25" y="145"/>
                  </a:lnTo>
                  <a:lnTo>
                    <a:pt x="73" y="169"/>
                  </a:lnTo>
                  <a:lnTo>
                    <a:pt x="97" y="145"/>
                  </a:lnTo>
                  <a:lnTo>
                    <a:pt x="121" y="96"/>
                  </a:lnTo>
                  <a:lnTo>
                    <a:pt x="97" y="24"/>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4" name="Google Shape;12594;p30"/>
            <p:cNvSpPr/>
            <p:nvPr/>
          </p:nvSpPr>
          <p:spPr>
            <a:xfrm rot="10800000">
              <a:off x="3372241" y="6565488"/>
              <a:ext cx="10371" cy="14451"/>
            </a:xfrm>
            <a:custGeom>
              <a:avLst/>
              <a:gdLst/>
              <a:ahLst/>
              <a:cxnLst/>
              <a:rect l="l" t="t" r="r" b="b"/>
              <a:pathLst>
                <a:path w="122" h="170" extrusionOk="0">
                  <a:moveTo>
                    <a:pt x="25" y="1"/>
                  </a:moveTo>
                  <a:lnTo>
                    <a:pt x="1" y="49"/>
                  </a:lnTo>
                  <a:lnTo>
                    <a:pt x="1" y="97"/>
                  </a:lnTo>
                  <a:lnTo>
                    <a:pt x="25" y="145"/>
                  </a:lnTo>
                  <a:lnTo>
                    <a:pt x="73" y="169"/>
                  </a:lnTo>
                  <a:lnTo>
                    <a:pt x="97" y="169"/>
                  </a:lnTo>
                  <a:lnTo>
                    <a:pt x="121" y="145"/>
                  </a:lnTo>
                  <a:lnTo>
                    <a:pt x="121" y="97"/>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5" name="Google Shape;12595;p30"/>
            <p:cNvSpPr/>
            <p:nvPr/>
          </p:nvSpPr>
          <p:spPr>
            <a:xfrm rot="10800000">
              <a:off x="3276101" y="6585974"/>
              <a:ext cx="14366" cy="12326"/>
            </a:xfrm>
            <a:custGeom>
              <a:avLst/>
              <a:gdLst/>
              <a:ahLst/>
              <a:cxnLst/>
              <a:rect l="l" t="t" r="r" b="b"/>
              <a:pathLst>
                <a:path w="169" h="145" extrusionOk="0">
                  <a:moveTo>
                    <a:pt x="72" y="0"/>
                  </a:moveTo>
                  <a:lnTo>
                    <a:pt x="24" y="24"/>
                  </a:lnTo>
                  <a:lnTo>
                    <a:pt x="0" y="72"/>
                  </a:lnTo>
                  <a:lnTo>
                    <a:pt x="24" y="97"/>
                  </a:lnTo>
                  <a:lnTo>
                    <a:pt x="72" y="145"/>
                  </a:lnTo>
                  <a:lnTo>
                    <a:pt x="144" y="121"/>
                  </a:lnTo>
                  <a:lnTo>
                    <a:pt x="169" y="121"/>
                  </a:lnTo>
                  <a:lnTo>
                    <a:pt x="169" y="97"/>
                  </a:lnTo>
                  <a:lnTo>
                    <a:pt x="169" y="48"/>
                  </a:lnTo>
                  <a:lnTo>
                    <a:pt x="120"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6" name="Google Shape;12596;p30"/>
            <p:cNvSpPr/>
            <p:nvPr/>
          </p:nvSpPr>
          <p:spPr>
            <a:xfrm rot="10800000">
              <a:off x="2909814" y="6369041"/>
              <a:ext cx="10286" cy="14451"/>
            </a:xfrm>
            <a:custGeom>
              <a:avLst/>
              <a:gdLst/>
              <a:ahLst/>
              <a:cxnLst/>
              <a:rect l="l" t="t" r="r" b="b"/>
              <a:pathLst>
                <a:path w="121" h="170" extrusionOk="0">
                  <a:moveTo>
                    <a:pt x="73" y="1"/>
                  </a:moveTo>
                  <a:lnTo>
                    <a:pt x="24" y="25"/>
                  </a:lnTo>
                  <a:lnTo>
                    <a:pt x="0" y="73"/>
                  </a:lnTo>
                  <a:lnTo>
                    <a:pt x="0" y="145"/>
                  </a:lnTo>
                  <a:lnTo>
                    <a:pt x="48" y="169"/>
                  </a:lnTo>
                  <a:lnTo>
                    <a:pt x="73" y="145"/>
                  </a:lnTo>
                  <a:lnTo>
                    <a:pt x="97" y="97"/>
                  </a:lnTo>
                  <a:lnTo>
                    <a:pt x="121"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7" name="Google Shape;12597;p30"/>
            <p:cNvSpPr/>
            <p:nvPr/>
          </p:nvSpPr>
          <p:spPr>
            <a:xfrm rot="10800000">
              <a:off x="3167634" y="6182795"/>
              <a:ext cx="14451" cy="14451"/>
            </a:xfrm>
            <a:custGeom>
              <a:avLst/>
              <a:gdLst/>
              <a:ahLst/>
              <a:cxnLst/>
              <a:rect l="l" t="t" r="r" b="b"/>
              <a:pathLst>
                <a:path w="170" h="170" extrusionOk="0">
                  <a:moveTo>
                    <a:pt x="121" y="1"/>
                  </a:moveTo>
                  <a:lnTo>
                    <a:pt x="73" y="25"/>
                  </a:lnTo>
                  <a:lnTo>
                    <a:pt x="1" y="73"/>
                  </a:lnTo>
                  <a:lnTo>
                    <a:pt x="1" y="121"/>
                  </a:lnTo>
                  <a:lnTo>
                    <a:pt x="25" y="145"/>
                  </a:lnTo>
                  <a:lnTo>
                    <a:pt x="73" y="169"/>
                  </a:lnTo>
                  <a:lnTo>
                    <a:pt x="121" y="145"/>
                  </a:lnTo>
                  <a:lnTo>
                    <a:pt x="145" y="121"/>
                  </a:lnTo>
                  <a:lnTo>
                    <a:pt x="169" y="49"/>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8" name="Google Shape;12598;p30"/>
            <p:cNvSpPr/>
            <p:nvPr/>
          </p:nvSpPr>
          <p:spPr>
            <a:xfrm rot="10800000">
              <a:off x="3355920" y="6319908"/>
              <a:ext cx="10286" cy="12411"/>
            </a:xfrm>
            <a:custGeom>
              <a:avLst/>
              <a:gdLst/>
              <a:ahLst/>
              <a:cxnLst/>
              <a:rect l="l" t="t" r="r" b="b"/>
              <a:pathLst>
                <a:path w="121" h="146" extrusionOk="0">
                  <a:moveTo>
                    <a:pt x="48" y="1"/>
                  </a:moveTo>
                  <a:lnTo>
                    <a:pt x="0" y="25"/>
                  </a:lnTo>
                  <a:lnTo>
                    <a:pt x="0" y="49"/>
                  </a:lnTo>
                  <a:lnTo>
                    <a:pt x="24" y="97"/>
                  </a:lnTo>
                  <a:lnTo>
                    <a:pt x="73" y="145"/>
                  </a:lnTo>
                  <a:lnTo>
                    <a:pt x="97" y="145"/>
                  </a:lnTo>
                  <a:lnTo>
                    <a:pt x="121" y="121"/>
                  </a:lnTo>
                  <a:lnTo>
                    <a:pt x="121" y="73"/>
                  </a:lnTo>
                  <a:lnTo>
                    <a:pt x="121" y="49"/>
                  </a:lnTo>
                  <a:lnTo>
                    <a:pt x="73"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9" name="Google Shape;12599;p30"/>
            <p:cNvSpPr/>
            <p:nvPr/>
          </p:nvSpPr>
          <p:spPr>
            <a:xfrm rot="10800000">
              <a:off x="3304747" y="6213567"/>
              <a:ext cx="10286" cy="10286"/>
            </a:xfrm>
            <a:custGeom>
              <a:avLst/>
              <a:gdLst/>
              <a:ahLst/>
              <a:cxnLst/>
              <a:rect l="l" t="t" r="r" b="b"/>
              <a:pathLst>
                <a:path w="121" h="121" extrusionOk="0">
                  <a:moveTo>
                    <a:pt x="72" y="1"/>
                  </a:moveTo>
                  <a:lnTo>
                    <a:pt x="24" y="25"/>
                  </a:lnTo>
                  <a:lnTo>
                    <a:pt x="0" y="49"/>
                  </a:lnTo>
                  <a:lnTo>
                    <a:pt x="0" y="97"/>
                  </a:lnTo>
                  <a:lnTo>
                    <a:pt x="48" y="121"/>
                  </a:lnTo>
                  <a:lnTo>
                    <a:pt x="96" y="97"/>
                  </a:lnTo>
                  <a:lnTo>
                    <a:pt x="121" y="73"/>
                  </a:lnTo>
                  <a:lnTo>
                    <a:pt x="121" y="2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0" name="Google Shape;12600;p30"/>
            <p:cNvSpPr/>
            <p:nvPr/>
          </p:nvSpPr>
          <p:spPr>
            <a:xfrm rot="10800000">
              <a:off x="3349800" y="6209402"/>
              <a:ext cx="8245" cy="10371"/>
            </a:xfrm>
            <a:custGeom>
              <a:avLst/>
              <a:gdLst/>
              <a:ahLst/>
              <a:cxnLst/>
              <a:rect l="l" t="t" r="r" b="b"/>
              <a:pathLst>
                <a:path w="97" h="122" extrusionOk="0">
                  <a:moveTo>
                    <a:pt x="25" y="1"/>
                  </a:moveTo>
                  <a:lnTo>
                    <a:pt x="1" y="49"/>
                  </a:lnTo>
                  <a:lnTo>
                    <a:pt x="1" y="97"/>
                  </a:lnTo>
                  <a:lnTo>
                    <a:pt x="49" y="121"/>
                  </a:lnTo>
                  <a:lnTo>
                    <a:pt x="97" y="97"/>
                  </a:lnTo>
                  <a:lnTo>
                    <a:pt x="97" y="49"/>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1" name="Google Shape;12601;p30"/>
            <p:cNvSpPr/>
            <p:nvPr/>
          </p:nvSpPr>
          <p:spPr>
            <a:xfrm rot="10800000">
              <a:off x="3222888" y="6671914"/>
              <a:ext cx="8245" cy="12326"/>
            </a:xfrm>
            <a:custGeom>
              <a:avLst/>
              <a:gdLst/>
              <a:ahLst/>
              <a:cxnLst/>
              <a:rect l="l" t="t" r="r" b="b"/>
              <a:pathLst>
                <a:path w="97" h="145" extrusionOk="0">
                  <a:moveTo>
                    <a:pt x="72" y="0"/>
                  </a:moveTo>
                  <a:lnTo>
                    <a:pt x="24" y="24"/>
                  </a:lnTo>
                  <a:lnTo>
                    <a:pt x="0" y="48"/>
                  </a:lnTo>
                  <a:lnTo>
                    <a:pt x="0" y="96"/>
                  </a:lnTo>
                  <a:lnTo>
                    <a:pt x="48" y="145"/>
                  </a:lnTo>
                  <a:lnTo>
                    <a:pt x="72" y="121"/>
                  </a:lnTo>
                  <a:lnTo>
                    <a:pt x="96" y="72"/>
                  </a:lnTo>
                  <a:lnTo>
                    <a:pt x="96"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2" name="Google Shape;12602;p30"/>
            <p:cNvSpPr/>
            <p:nvPr/>
          </p:nvSpPr>
          <p:spPr>
            <a:xfrm rot="10800000">
              <a:off x="3231048" y="6616661"/>
              <a:ext cx="10371" cy="12326"/>
            </a:xfrm>
            <a:custGeom>
              <a:avLst/>
              <a:gdLst/>
              <a:ahLst/>
              <a:cxnLst/>
              <a:rect l="l" t="t" r="r" b="b"/>
              <a:pathLst>
                <a:path w="122" h="145" extrusionOk="0">
                  <a:moveTo>
                    <a:pt x="49" y="0"/>
                  </a:moveTo>
                  <a:lnTo>
                    <a:pt x="1" y="24"/>
                  </a:lnTo>
                  <a:lnTo>
                    <a:pt x="1" y="72"/>
                  </a:lnTo>
                  <a:lnTo>
                    <a:pt x="1" y="121"/>
                  </a:lnTo>
                  <a:lnTo>
                    <a:pt x="49" y="145"/>
                  </a:lnTo>
                  <a:lnTo>
                    <a:pt x="97" y="121"/>
                  </a:lnTo>
                  <a:lnTo>
                    <a:pt x="121" y="72"/>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3" name="Google Shape;12603;p30"/>
            <p:cNvSpPr/>
            <p:nvPr/>
          </p:nvSpPr>
          <p:spPr>
            <a:xfrm rot="10800000">
              <a:off x="3310868" y="6520435"/>
              <a:ext cx="10371" cy="12411"/>
            </a:xfrm>
            <a:custGeom>
              <a:avLst/>
              <a:gdLst/>
              <a:ahLst/>
              <a:cxnLst/>
              <a:rect l="l" t="t" r="r" b="b"/>
              <a:pathLst>
                <a:path w="122" h="146" extrusionOk="0">
                  <a:moveTo>
                    <a:pt x="97" y="1"/>
                  </a:moveTo>
                  <a:lnTo>
                    <a:pt x="49" y="25"/>
                  </a:lnTo>
                  <a:lnTo>
                    <a:pt x="25" y="49"/>
                  </a:lnTo>
                  <a:lnTo>
                    <a:pt x="1" y="97"/>
                  </a:lnTo>
                  <a:lnTo>
                    <a:pt x="25" y="145"/>
                  </a:lnTo>
                  <a:lnTo>
                    <a:pt x="73" y="145"/>
                  </a:lnTo>
                  <a:lnTo>
                    <a:pt x="121" y="121"/>
                  </a:lnTo>
                  <a:lnTo>
                    <a:pt x="121" y="49"/>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4" name="Google Shape;12604;p30"/>
            <p:cNvSpPr/>
            <p:nvPr/>
          </p:nvSpPr>
          <p:spPr>
            <a:xfrm rot="10800000">
              <a:off x="3210647" y="6514315"/>
              <a:ext cx="10286" cy="12411"/>
            </a:xfrm>
            <a:custGeom>
              <a:avLst/>
              <a:gdLst/>
              <a:ahLst/>
              <a:cxnLst/>
              <a:rect l="l" t="t" r="r" b="b"/>
              <a:pathLst>
                <a:path w="121" h="146" extrusionOk="0">
                  <a:moveTo>
                    <a:pt x="49" y="1"/>
                  </a:moveTo>
                  <a:lnTo>
                    <a:pt x="25" y="25"/>
                  </a:lnTo>
                  <a:lnTo>
                    <a:pt x="1" y="49"/>
                  </a:lnTo>
                  <a:lnTo>
                    <a:pt x="25" y="121"/>
                  </a:lnTo>
                  <a:lnTo>
                    <a:pt x="73" y="145"/>
                  </a:lnTo>
                  <a:lnTo>
                    <a:pt x="97" y="121"/>
                  </a:lnTo>
                  <a:lnTo>
                    <a:pt x="121" y="97"/>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5" name="Google Shape;12605;p30"/>
            <p:cNvSpPr/>
            <p:nvPr/>
          </p:nvSpPr>
          <p:spPr>
            <a:xfrm rot="10800000">
              <a:off x="3044887" y="6483628"/>
              <a:ext cx="14366" cy="10371"/>
            </a:xfrm>
            <a:custGeom>
              <a:avLst/>
              <a:gdLst/>
              <a:ahLst/>
              <a:cxnLst/>
              <a:rect l="l" t="t" r="r" b="b"/>
              <a:pathLst>
                <a:path w="169" h="122" extrusionOk="0">
                  <a:moveTo>
                    <a:pt x="97" y="1"/>
                  </a:moveTo>
                  <a:lnTo>
                    <a:pt x="73" y="25"/>
                  </a:lnTo>
                  <a:lnTo>
                    <a:pt x="0" y="121"/>
                  </a:lnTo>
                  <a:lnTo>
                    <a:pt x="73" y="121"/>
                  </a:lnTo>
                  <a:lnTo>
                    <a:pt x="121" y="97"/>
                  </a:lnTo>
                  <a:lnTo>
                    <a:pt x="169" y="49"/>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6" name="Google Shape;12606;p30"/>
            <p:cNvSpPr/>
            <p:nvPr/>
          </p:nvSpPr>
          <p:spPr>
            <a:xfrm rot="10800000">
              <a:off x="3345635" y="6542962"/>
              <a:ext cx="10371" cy="10371"/>
            </a:xfrm>
            <a:custGeom>
              <a:avLst/>
              <a:gdLst/>
              <a:ahLst/>
              <a:cxnLst/>
              <a:rect l="l" t="t" r="r" b="b"/>
              <a:pathLst>
                <a:path w="122" h="122" extrusionOk="0">
                  <a:moveTo>
                    <a:pt x="1" y="1"/>
                  </a:moveTo>
                  <a:lnTo>
                    <a:pt x="1" y="25"/>
                  </a:lnTo>
                  <a:lnTo>
                    <a:pt x="1" y="49"/>
                  </a:lnTo>
                  <a:lnTo>
                    <a:pt x="49" y="97"/>
                  </a:lnTo>
                  <a:lnTo>
                    <a:pt x="97" y="121"/>
                  </a:lnTo>
                  <a:lnTo>
                    <a:pt x="121" y="121"/>
                  </a:lnTo>
                  <a:lnTo>
                    <a:pt x="121" y="97"/>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7" name="Google Shape;12607;p30"/>
            <p:cNvSpPr/>
            <p:nvPr/>
          </p:nvSpPr>
          <p:spPr>
            <a:xfrm rot="10800000">
              <a:off x="3316988" y="6342435"/>
              <a:ext cx="8330" cy="10286"/>
            </a:xfrm>
            <a:custGeom>
              <a:avLst/>
              <a:gdLst/>
              <a:ahLst/>
              <a:cxnLst/>
              <a:rect l="l" t="t" r="r" b="b"/>
              <a:pathLst>
                <a:path w="98" h="121" extrusionOk="0">
                  <a:moveTo>
                    <a:pt x="97" y="0"/>
                  </a:moveTo>
                  <a:lnTo>
                    <a:pt x="25" y="24"/>
                  </a:lnTo>
                  <a:lnTo>
                    <a:pt x="1" y="48"/>
                  </a:lnTo>
                  <a:lnTo>
                    <a:pt x="25" y="72"/>
                  </a:lnTo>
                  <a:lnTo>
                    <a:pt x="49" y="96"/>
                  </a:lnTo>
                  <a:lnTo>
                    <a:pt x="73" y="120"/>
                  </a:lnTo>
                  <a:lnTo>
                    <a:pt x="97" y="96"/>
                  </a:lnTo>
                  <a:lnTo>
                    <a:pt x="97" y="72"/>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8" name="Google Shape;12608;p30"/>
            <p:cNvSpPr/>
            <p:nvPr/>
          </p:nvSpPr>
          <p:spPr>
            <a:xfrm rot="10800000">
              <a:off x="3112381" y="6367001"/>
              <a:ext cx="8245" cy="12326"/>
            </a:xfrm>
            <a:custGeom>
              <a:avLst/>
              <a:gdLst/>
              <a:ahLst/>
              <a:cxnLst/>
              <a:rect l="l" t="t" r="r" b="b"/>
              <a:pathLst>
                <a:path w="97" h="145" extrusionOk="0">
                  <a:moveTo>
                    <a:pt x="24" y="0"/>
                  </a:moveTo>
                  <a:lnTo>
                    <a:pt x="0" y="48"/>
                  </a:lnTo>
                  <a:lnTo>
                    <a:pt x="0" y="72"/>
                  </a:lnTo>
                  <a:lnTo>
                    <a:pt x="24" y="120"/>
                  </a:lnTo>
                  <a:lnTo>
                    <a:pt x="72" y="145"/>
                  </a:lnTo>
                  <a:lnTo>
                    <a:pt x="96" y="145"/>
                  </a:lnTo>
                  <a:lnTo>
                    <a:pt x="96" y="120"/>
                  </a:lnTo>
                  <a:lnTo>
                    <a:pt x="96" y="72"/>
                  </a:lnTo>
                  <a:lnTo>
                    <a:pt x="72"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9" name="Google Shape;12609;p30"/>
            <p:cNvSpPr/>
            <p:nvPr/>
          </p:nvSpPr>
          <p:spPr>
            <a:xfrm rot="10800000">
              <a:off x="3173755" y="6637147"/>
              <a:ext cx="8330" cy="10286"/>
            </a:xfrm>
            <a:custGeom>
              <a:avLst/>
              <a:gdLst/>
              <a:ahLst/>
              <a:cxnLst/>
              <a:rect l="l" t="t" r="r" b="b"/>
              <a:pathLst>
                <a:path w="98" h="121" extrusionOk="0">
                  <a:moveTo>
                    <a:pt x="25" y="0"/>
                  </a:moveTo>
                  <a:lnTo>
                    <a:pt x="1" y="49"/>
                  </a:lnTo>
                  <a:lnTo>
                    <a:pt x="1" y="97"/>
                  </a:lnTo>
                  <a:lnTo>
                    <a:pt x="25" y="121"/>
                  </a:lnTo>
                  <a:lnTo>
                    <a:pt x="73" y="97"/>
                  </a:lnTo>
                  <a:lnTo>
                    <a:pt x="97" y="73"/>
                  </a:lnTo>
                  <a:lnTo>
                    <a:pt x="97" y="25"/>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0" name="Google Shape;12610;p30"/>
            <p:cNvSpPr/>
            <p:nvPr/>
          </p:nvSpPr>
          <p:spPr>
            <a:xfrm rot="10800000">
              <a:off x="3261735" y="6399728"/>
              <a:ext cx="8330" cy="12411"/>
            </a:xfrm>
            <a:custGeom>
              <a:avLst/>
              <a:gdLst/>
              <a:ahLst/>
              <a:cxnLst/>
              <a:rect l="l" t="t" r="r" b="b"/>
              <a:pathLst>
                <a:path w="98" h="146" extrusionOk="0">
                  <a:moveTo>
                    <a:pt x="49" y="1"/>
                  </a:moveTo>
                  <a:lnTo>
                    <a:pt x="25" y="25"/>
                  </a:lnTo>
                  <a:lnTo>
                    <a:pt x="1" y="49"/>
                  </a:lnTo>
                  <a:lnTo>
                    <a:pt x="1" y="97"/>
                  </a:lnTo>
                  <a:lnTo>
                    <a:pt x="25" y="145"/>
                  </a:lnTo>
                  <a:lnTo>
                    <a:pt x="73" y="121"/>
                  </a:lnTo>
                  <a:lnTo>
                    <a:pt x="97" y="73"/>
                  </a:lnTo>
                  <a:lnTo>
                    <a:pt x="97" y="25"/>
                  </a:lnTo>
                  <a:lnTo>
                    <a:pt x="73"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1" name="Google Shape;12611;p30"/>
            <p:cNvSpPr/>
            <p:nvPr/>
          </p:nvSpPr>
          <p:spPr>
            <a:xfrm rot="10800000">
              <a:off x="3194241" y="6323989"/>
              <a:ext cx="12326" cy="8330"/>
            </a:xfrm>
            <a:custGeom>
              <a:avLst/>
              <a:gdLst/>
              <a:ahLst/>
              <a:cxnLst/>
              <a:rect l="l" t="t" r="r" b="b"/>
              <a:pathLst>
                <a:path w="145" h="98" extrusionOk="0">
                  <a:moveTo>
                    <a:pt x="48" y="1"/>
                  </a:moveTo>
                  <a:lnTo>
                    <a:pt x="24" y="25"/>
                  </a:lnTo>
                  <a:lnTo>
                    <a:pt x="0" y="49"/>
                  </a:lnTo>
                  <a:lnTo>
                    <a:pt x="48" y="97"/>
                  </a:lnTo>
                  <a:lnTo>
                    <a:pt x="96" y="97"/>
                  </a:lnTo>
                  <a:lnTo>
                    <a:pt x="120" y="73"/>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2" name="Google Shape;12612;p30"/>
            <p:cNvSpPr/>
            <p:nvPr/>
          </p:nvSpPr>
          <p:spPr>
            <a:xfrm rot="10800000">
              <a:off x="3278141" y="6074414"/>
              <a:ext cx="10286" cy="8245"/>
            </a:xfrm>
            <a:custGeom>
              <a:avLst/>
              <a:gdLst/>
              <a:ahLst/>
              <a:cxnLst/>
              <a:rect l="l" t="t" r="r" b="b"/>
              <a:pathLst>
                <a:path w="121" h="97" extrusionOk="0">
                  <a:moveTo>
                    <a:pt x="48" y="1"/>
                  </a:moveTo>
                  <a:lnTo>
                    <a:pt x="0" y="25"/>
                  </a:lnTo>
                  <a:lnTo>
                    <a:pt x="0" y="49"/>
                  </a:lnTo>
                  <a:lnTo>
                    <a:pt x="24" y="97"/>
                  </a:lnTo>
                  <a:lnTo>
                    <a:pt x="72" y="97"/>
                  </a:lnTo>
                  <a:lnTo>
                    <a:pt x="120" y="73"/>
                  </a:lnTo>
                  <a:lnTo>
                    <a:pt x="120" y="49"/>
                  </a:lnTo>
                  <a:lnTo>
                    <a:pt x="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3" name="Google Shape;12613;p30"/>
            <p:cNvSpPr/>
            <p:nvPr/>
          </p:nvSpPr>
          <p:spPr>
            <a:xfrm rot="10800000">
              <a:off x="3087815" y="6436535"/>
              <a:ext cx="8245" cy="12411"/>
            </a:xfrm>
            <a:custGeom>
              <a:avLst/>
              <a:gdLst/>
              <a:ahLst/>
              <a:cxnLst/>
              <a:rect l="l" t="t" r="r" b="b"/>
              <a:pathLst>
                <a:path w="97" h="146" extrusionOk="0">
                  <a:moveTo>
                    <a:pt x="48" y="1"/>
                  </a:moveTo>
                  <a:lnTo>
                    <a:pt x="24" y="25"/>
                  </a:lnTo>
                  <a:lnTo>
                    <a:pt x="0" y="73"/>
                  </a:lnTo>
                  <a:lnTo>
                    <a:pt x="0" y="121"/>
                  </a:lnTo>
                  <a:lnTo>
                    <a:pt x="24" y="145"/>
                  </a:lnTo>
                  <a:lnTo>
                    <a:pt x="48" y="145"/>
                  </a:lnTo>
                  <a:lnTo>
                    <a:pt x="72" y="121"/>
                  </a:lnTo>
                  <a:lnTo>
                    <a:pt x="96" y="73"/>
                  </a:lnTo>
                  <a:lnTo>
                    <a:pt x="96" y="25"/>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4" name="Google Shape;12614;p30"/>
            <p:cNvSpPr/>
            <p:nvPr/>
          </p:nvSpPr>
          <p:spPr>
            <a:xfrm rot="10800000">
              <a:off x="3478668" y="6471387"/>
              <a:ext cx="8245" cy="10286"/>
            </a:xfrm>
            <a:custGeom>
              <a:avLst/>
              <a:gdLst/>
              <a:ahLst/>
              <a:cxnLst/>
              <a:rect l="l" t="t" r="r" b="b"/>
              <a:pathLst>
                <a:path w="97" h="121" extrusionOk="0">
                  <a:moveTo>
                    <a:pt x="24" y="0"/>
                  </a:moveTo>
                  <a:lnTo>
                    <a:pt x="0" y="49"/>
                  </a:lnTo>
                  <a:lnTo>
                    <a:pt x="0" y="97"/>
                  </a:lnTo>
                  <a:lnTo>
                    <a:pt x="48" y="121"/>
                  </a:lnTo>
                  <a:lnTo>
                    <a:pt x="96" y="97"/>
                  </a:lnTo>
                  <a:lnTo>
                    <a:pt x="96" y="73"/>
                  </a:lnTo>
                  <a:lnTo>
                    <a:pt x="96"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5" name="Google Shape;12615;p30"/>
            <p:cNvSpPr/>
            <p:nvPr/>
          </p:nvSpPr>
          <p:spPr>
            <a:xfrm rot="10800000">
              <a:off x="3308828" y="6258535"/>
              <a:ext cx="14451" cy="6205"/>
            </a:xfrm>
            <a:custGeom>
              <a:avLst/>
              <a:gdLst/>
              <a:ahLst/>
              <a:cxnLst/>
              <a:rect l="l" t="t" r="r" b="b"/>
              <a:pathLst>
                <a:path w="170" h="73" extrusionOk="0">
                  <a:moveTo>
                    <a:pt x="25" y="0"/>
                  </a:moveTo>
                  <a:lnTo>
                    <a:pt x="1" y="24"/>
                  </a:lnTo>
                  <a:lnTo>
                    <a:pt x="1" y="48"/>
                  </a:lnTo>
                  <a:lnTo>
                    <a:pt x="25" y="72"/>
                  </a:lnTo>
                  <a:lnTo>
                    <a:pt x="169" y="72"/>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6" name="Google Shape;12616;p30"/>
            <p:cNvSpPr/>
            <p:nvPr/>
          </p:nvSpPr>
          <p:spPr>
            <a:xfrm rot="10800000">
              <a:off x="2987594" y="6487708"/>
              <a:ext cx="8245" cy="12411"/>
            </a:xfrm>
            <a:custGeom>
              <a:avLst/>
              <a:gdLst/>
              <a:ahLst/>
              <a:cxnLst/>
              <a:rect l="l" t="t" r="r" b="b"/>
              <a:pathLst>
                <a:path w="97" h="146" extrusionOk="0">
                  <a:moveTo>
                    <a:pt x="49" y="1"/>
                  </a:moveTo>
                  <a:lnTo>
                    <a:pt x="25" y="25"/>
                  </a:lnTo>
                  <a:lnTo>
                    <a:pt x="1" y="97"/>
                  </a:lnTo>
                  <a:lnTo>
                    <a:pt x="49" y="145"/>
                  </a:lnTo>
                  <a:lnTo>
                    <a:pt x="73" y="121"/>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7" name="Google Shape;12617;p30"/>
            <p:cNvSpPr/>
            <p:nvPr/>
          </p:nvSpPr>
          <p:spPr>
            <a:xfrm rot="10800000">
              <a:off x="3278141" y="6495954"/>
              <a:ext cx="6205" cy="12326"/>
            </a:xfrm>
            <a:custGeom>
              <a:avLst/>
              <a:gdLst/>
              <a:ahLst/>
              <a:cxnLst/>
              <a:rect l="l" t="t" r="r" b="b"/>
              <a:pathLst>
                <a:path w="73" h="145" extrusionOk="0">
                  <a:moveTo>
                    <a:pt x="24" y="0"/>
                  </a:moveTo>
                  <a:lnTo>
                    <a:pt x="0" y="25"/>
                  </a:lnTo>
                  <a:lnTo>
                    <a:pt x="0" y="97"/>
                  </a:lnTo>
                  <a:lnTo>
                    <a:pt x="0" y="121"/>
                  </a:lnTo>
                  <a:lnTo>
                    <a:pt x="48" y="145"/>
                  </a:lnTo>
                  <a:lnTo>
                    <a:pt x="72" y="121"/>
                  </a:lnTo>
                  <a:lnTo>
                    <a:pt x="72" y="73"/>
                  </a:lnTo>
                  <a:lnTo>
                    <a:pt x="72" y="25"/>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8" name="Google Shape;12618;p30"/>
            <p:cNvSpPr/>
            <p:nvPr/>
          </p:nvSpPr>
          <p:spPr>
            <a:xfrm rot="10800000">
              <a:off x="3057128" y="6340395"/>
              <a:ext cx="8245" cy="10286"/>
            </a:xfrm>
            <a:custGeom>
              <a:avLst/>
              <a:gdLst/>
              <a:ahLst/>
              <a:cxnLst/>
              <a:rect l="l" t="t" r="r" b="b"/>
              <a:pathLst>
                <a:path w="97" h="121" extrusionOk="0">
                  <a:moveTo>
                    <a:pt x="48" y="0"/>
                  </a:moveTo>
                  <a:lnTo>
                    <a:pt x="24" y="24"/>
                  </a:lnTo>
                  <a:lnTo>
                    <a:pt x="0" y="48"/>
                  </a:lnTo>
                  <a:lnTo>
                    <a:pt x="0" y="96"/>
                  </a:lnTo>
                  <a:lnTo>
                    <a:pt x="48" y="120"/>
                  </a:lnTo>
                  <a:lnTo>
                    <a:pt x="72" y="96"/>
                  </a:lnTo>
                  <a:lnTo>
                    <a:pt x="96" y="72"/>
                  </a:lnTo>
                  <a:lnTo>
                    <a:pt x="72"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9" name="Google Shape;12619;p30"/>
            <p:cNvSpPr/>
            <p:nvPr/>
          </p:nvSpPr>
          <p:spPr>
            <a:xfrm rot="10800000">
              <a:off x="3169674" y="6303588"/>
              <a:ext cx="10286" cy="8245"/>
            </a:xfrm>
            <a:custGeom>
              <a:avLst/>
              <a:gdLst/>
              <a:ahLst/>
              <a:cxnLst/>
              <a:rect l="l" t="t" r="r" b="b"/>
              <a:pathLst>
                <a:path w="121" h="97" extrusionOk="0">
                  <a:moveTo>
                    <a:pt x="72" y="0"/>
                  </a:moveTo>
                  <a:lnTo>
                    <a:pt x="24" y="25"/>
                  </a:lnTo>
                  <a:lnTo>
                    <a:pt x="0" y="49"/>
                  </a:lnTo>
                  <a:lnTo>
                    <a:pt x="24" y="73"/>
                  </a:lnTo>
                  <a:lnTo>
                    <a:pt x="48" y="97"/>
                  </a:lnTo>
                  <a:lnTo>
                    <a:pt x="96" y="73"/>
                  </a:lnTo>
                  <a:lnTo>
                    <a:pt x="120" y="49"/>
                  </a:lnTo>
                  <a:lnTo>
                    <a:pt x="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0" name="Google Shape;12620;p30"/>
            <p:cNvSpPr/>
            <p:nvPr/>
          </p:nvSpPr>
          <p:spPr>
            <a:xfrm rot="10800000">
              <a:off x="3173755" y="5992554"/>
              <a:ext cx="10371" cy="8245"/>
            </a:xfrm>
            <a:custGeom>
              <a:avLst/>
              <a:gdLst/>
              <a:ahLst/>
              <a:cxnLst/>
              <a:rect l="l" t="t" r="r" b="b"/>
              <a:pathLst>
                <a:path w="122" h="97" extrusionOk="0">
                  <a:moveTo>
                    <a:pt x="73" y="1"/>
                  </a:moveTo>
                  <a:lnTo>
                    <a:pt x="25" y="25"/>
                  </a:lnTo>
                  <a:lnTo>
                    <a:pt x="1" y="49"/>
                  </a:lnTo>
                  <a:lnTo>
                    <a:pt x="25" y="97"/>
                  </a:lnTo>
                  <a:lnTo>
                    <a:pt x="73" y="97"/>
                  </a:lnTo>
                  <a:lnTo>
                    <a:pt x="97" y="73"/>
                  </a:lnTo>
                  <a:lnTo>
                    <a:pt x="121"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1" name="Google Shape;12621;p30"/>
            <p:cNvSpPr/>
            <p:nvPr/>
          </p:nvSpPr>
          <p:spPr>
            <a:xfrm rot="10800000">
              <a:off x="3331354" y="6649388"/>
              <a:ext cx="8245" cy="6205"/>
            </a:xfrm>
            <a:custGeom>
              <a:avLst/>
              <a:gdLst/>
              <a:ahLst/>
              <a:cxnLst/>
              <a:rect l="l" t="t" r="r" b="b"/>
              <a:pathLst>
                <a:path w="97" h="73" extrusionOk="0">
                  <a:moveTo>
                    <a:pt x="0" y="0"/>
                  </a:moveTo>
                  <a:lnTo>
                    <a:pt x="0" y="24"/>
                  </a:lnTo>
                  <a:lnTo>
                    <a:pt x="24" y="72"/>
                  </a:lnTo>
                  <a:lnTo>
                    <a:pt x="97" y="72"/>
                  </a:lnTo>
                  <a:lnTo>
                    <a:pt x="97" y="48"/>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2" name="Google Shape;12622;p30"/>
            <p:cNvSpPr/>
            <p:nvPr/>
          </p:nvSpPr>
          <p:spPr>
            <a:xfrm rot="10800000">
              <a:off x="3220847" y="6647348"/>
              <a:ext cx="10286" cy="8245"/>
            </a:xfrm>
            <a:custGeom>
              <a:avLst/>
              <a:gdLst/>
              <a:ahLst/>
              <a:cxnLst/>
              <a:rect l="l" t="t" r="r" b="b"/>
              <a:pathLst>
                <a:path w="121" h="97" extrusionOk="0">
                  <a:moveTo>
                    <a:pt x="48" y="0"/>
                  </a:moveTo>
                  <a:lnTo>
                    <a:pt x="0" y="24"/>
                  </a:lnTo>
                  <a:lnTo>
                    <a:pt x="0" y="48"/>
                  </a:lnTo>
                  <a:lnTo>
                    <a:pt x="48" y="96"/>
                  </a:lnTo>
                  <a:lnTo>
                    <a:pt x="96" y="96"/>
                  </a:lnTo>
                  <a:lnTo>
                    <a:pt x="121" y="72"/>
                  </a:lnTo>
                  <a:lnTo>
                    <a:pt x="121"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3" name="Google Shape;12623;p30"/>
            <p:cNvSpPr/>
            <p:nvPr/>
          </p:nvSpPr>
          <p:spPr>
            <a:xfrm rot="10800000">
              <a:off x="3300667" y="6637147"/>
              <a:ext cx="10286" cy="10286"/>
            </a:xfrm>
            <a:custGeom>
              <a:avLst/>
              <a:gdLst/>
              <a:ahLst/>
              <a:cxnLst/>
              <a:rect l="l" t="t" r="r" b="b"/>
              <a:pathLst>
                <a:path w="121" h="121" extrusionOk="0">
                  <a:moveTo>
                    <a:pt x="48" y="0"/>
                  </a:moveTo>
                  <a:lnTo>
                    <a:pt x="0" y="25"/>
                  </a:lnTo>
                  <a:lnTo>
                    <a:pt x="0" y="73"/>
                  </a:lnTo>
                  <a:lnTo>
                    <a:pt x="24" y="97"/>
                  </a:lnTo>
                  <a:lnTo>
                    <a:pt x="48" y="121"/>
                  </a:lnTo>
                  <a:lnTo>
                    <a:pt x="97" y="97"/>
                  </a:lnTo>
                  <a:lnTo>
                    <a:pt x="121" y="73"/>
                  </a:lnTo>
                  <a:lnTo>
                    <a:pt x="97" y="25"/>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4" name="Google Shape;12624;p30"/>
            <p:cNvSpPr/>
            <p:nvPr/>
          </p:nvSpPr>
          <p:spPr>
            <a:xfrm rot="10800000">
              <a:off x="2950702" y="6555287"/>
              <a:ext cx="8330" cy="8245"/>
            </a:xfrm>
            <a:custGeom>
              <a:avLst/>
              <a:gdLst/>
              <a:ahLst/>
              <a:cxnLst/>
              <a:rect l="l" t="t" r="r" b="b"/>
              <a:pathLst>
                <a:path w="98" h="97" extrusionOk="0">
                  <a:moveTo>
                    <a:pt x="25" y="0"/>
                  </a:moveTo>
                  <a:lnTo>
                    <a:pt x="1" y="25"/>
                  </a:lnTo>
                  <a:lnTo>
                    <a:pt x="25" y="73"/>
                  </a:lnTo>
                  <a:lnTo>
                    <a:pt x="49" y="97"/>
                  </a:lnTo>
                  <a:lnTo>
                    <a:pt x="73" y="97"/>
                  </a:lnTo>
                  <a:lnTo>
                    <a:pt x="97" y="73"/>
                  </a:lnTo>
                  <a:lnTo>
                    <a:pt x="73" y="25"/>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5" name="Google Shape;12625;p30"/>
            <p:cNvSpPr/>
            <p:nvPr/>
          </p:nvSpPr>
          <p:spPr>
            <a:xfrm rot="10800000">
              <a:off x="3284261" y="6309708"/>
              <a:ext cx="6205" cy="6205"/>
            </a:xfrm>
            <a:custGeom>
              <a:avLst/>
              <a:gdLst/>
              <a:ahLst/>
              <a:cxnLst/>
              <a:rect l="l" t="t" r="r" b="b"/>
              <a:pathLst>
                <a:path w="73" h="73" extrusionOk="0">
                  <a:moveTo>
                    <a:pt x="0" y="0"/>
                  </a:moveTo>
                  <a:lnTo>
                    <a:pt x="0" y="48"/>
                  </a:lnTo>
                  <a:lnTo>
                    <a:pt x="0" y="73"/>
                  </a:lnTo>
                  <a:lnTo>
                    <a:pt x="72" y="73"/>
                  </a:lnTo>
                  <a:lnTo>
                    <a:pt x="72"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6" name="Google Shape;12626;p30"/>
            <p:cNvSpPr/>
            <p:nvPr/>
          </p:nvSpPr>
          <p:spPr>
            <a:xfrm rot="10800000">
              <a:off x="3007995" y="6313788"/>
              <a:ext cx="8330" cy="8245"/>
            </a:xfrm>
            <a:custGeom>
              <a:avLst/>
              <a:gdLst/>
              <a:ahLst/>
              <a:cxnLst/>
              <a:rect l="l" t="t" r="r" b="b"/>
              <a:pathLst>
                <a:path w="98" h="97" extrusionOk="0">
                  <a:moveTo>
                    <a:pt x="49" y="0"/>
                  </a:moveTo>
                  <a:lnTo>
                    <a:pt x="1" y="24"/>
                  </a:lnTo>
                  <a:lnTo>
                    <a:pt x="1" y="48"/>
                  </a:lnTo>
                  <a:lnTo>
                    <a:pt x="1" y="72"/>
                  </a:lnTo>
                  <a:lnTo>
                    <a:pt x="25" y="96"/>
                  </a:lnTo>
                  <a:lnTo>
                    <a:pt x="73" y="72"/>
                  </a:lnTo>
                  <a:lnTo>
                    <a:pt x="97"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7" name="Google Shape;12627;p30"/>
            <p:cNvSpPr/>
            <p:nvPr/>
          </p:nvSpPr>
          <p:spPr>
            <a:xfrm rot="10800000">
              <a:off x="2960987" y="6487708"/>
              <a:ext cx="8245" cy="8330"/>
            </a:xfrm>
            <a:custGeom>
              <a:avLst/>
              <a:gdLst/>
              <a:ahLst/>
              <a:cxnLst/>
              <a:rect l="l" t="t" r="r" b="b"/>
              <a:pathLst>
                <a:path w="97" h="98" extrusionOk="0">
                  <a:moveTo>
                    <a:pt x="25" y="1"/>
                  </a:moveTo>
                  <a:lnTo>
                    <a:pt x="1" y="25"/>
                  </a:lnTo>
                  <a:lnTo>
                    <a:pt x="1" y="49"/>
                  </a:lnTo>
                  <a:lnTo>
                    <a:pt x="25" y="97"/>
                  </a:lnTo>
                  <a:lnTo>
                    <a:pt x="73" y="97"/>
                  </a:lnTo>
                  <a:lnTo>
                    <a:pt x="97"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8" name="Google Shape;12628;p30"/>
            <p:cNvSpPr/>
            <p:nvPr/>
          </p:nvSpPr>
          <p:spPr>
            <a:xfrm rot="10800000">
              <a:off x="3411174" y="6598215"/>
              <a:ext cx="8245" cy="6205"/>
            </a:xfrm>
            <a:custGeom>
              <a:avLst/>
              <a:gdLst/>
              <a:ahLst/>
              <a:cxnLst/>
              <a:rect l="l" t="t" r="r" b="b"/>
              <a:pathLst>
                <a:path w="97" h="73" extrusionOk="0">
                  <a:moveTo>
                    <a:pt x="25" y="0"/>
                  </a:moveTo>
                  <a:lnTo>
                    <a:pt x="0" y="24"/>
                  </a:lnTo>
                  <a:lnTo>
                    <a:pt x="25" y="48"/>
                  </a:lnTo>
                  <a:lnTo>
                    <a:pt x="49" y="72"/>
                  </a:lnTo>
                  <a:lnTo>
                    <a:pt x="73" y="72"/>
                  </a:lnTo>
                  <a:lnTo>
                    <a:pt x="97"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9" name="Google Shape;12629;p30"/>
            <p:cNvSpPr/>
            <p:nvPr/>
          </p:nvSpPr>
          <p:spPr>
            <a:xfrm rot="10800000">
              <a:off x="3081694" y="6211442"/>
              <a:ext cx="8245" cy="8330"/>
            </a:xfrm>
            <a:custGeom>
              <a:avLst/>
              <a:gdLst/>
              <a:ahLst/>
              <a:cxnLst/>
              <a:rect l="l" t="t" r="r" b="b"/>
              <a:pathLst>
                <a:path w="97" h="98" extrusionOk="0">
                  <a:moveTo>
                    <a:pt x="0" y="1"/>
                  </a:moveTo>
                  <a:lnTo>
                    <a:pt x="24" y="49"/>
                  </a:lnTo>
                  <a:lnTo>
                    <a:pt x="48" y="73"/>
                  </a:lnTo>
                  <a:lnTo>
                    <a:pt x="72" y="97"/>
                  </a:lnTo>
                  <a:lnTo>
                    <a:pt x="97" y="73"/>
                  </a:lnTo>
                  <a:lnTo>
                    <a:pt x="97" y="2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0" name="Google Shape;12630;p30"/>
            <p:cNvSpPr/>
            <p:nvPr/>
          </p:nvSpPr>
          <p:spPr>
            <a:xfrm rot="10800000">
              <a:off x="3116461" y="6283101"/>
              <a:ext cx="6205" cy="6205"/>
            </a:xfrm>
            <a:custGeom>
              <a:avLst/>
              <a:gdLst/>
              <a:ahLst/>
              <a:cxnLst/>
              <a:rect l="l" t="t" r="r" b="b"/>
              <a:pathLst>
                <a:path w="73" h="73" extrusionOk="0">
                  <a:moveTo>
                    <a:pt x="48" y="0"/>
                  </a:moveTo>
                  <a:lnTo>
                    <a:pt x="0" y="24"/>
                  </a:lnTo>
                  <a:lnTo>
                    <a:pt x="0" y="48"/>
                  </a:lnTo>
                  <a:lnTo>
                    <a:pt x="24" y="73"/>
                  </a:lnTo>
                  <a:lnTo>
                    <a:pt x="48" y="48"/>
                  </a:lnTo>
                  <a:lnTo>
                    <a:pt x="72"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1" name="Google Shape;12631;p30"/>
            <p:cNvSpPr/>
            <p:nvPr/>
          </p:nvSpPr>
          <p:spPr>
            <a:xfrm rot="10800000">
              <a:off x="3108301" y="6461102"/>
              <a:ext cx="8245" cy="6290"/>
            </a:xfrm>
            <a:custGeom>
              <a:avLst/>
              <a:gdLst/>
              <a:ahLst/>
              <a:cxnLst/>
              <a:rect l="l" t="t" r="r" b="b"/>
              <a:pathLst>
                <a:path w="97" h="74" extrusionOk="0">
                  <a:moveTo>
                    <a:pt x="0" y="1"/>
                  </a:moveTo>
                  <a:lnTo>
                    <a:pt x="0" y="49"/>
                  </a:lnTo>
                  <a:lnTo>
                    <a:pt x="0" y="73"/>
                  </a:lnTo>
                  <a:lnTo>
                    <a:pt x="73" y="73"/>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2" name="Google Shape;12632;p30"/>
            <p:cNvSpPr/>
            <p:nvPr/>
          </p:nvSpPr>
          <p:spPr>
            <a:xfrm rot="10800000">
              <a:off x="3470507" y="6440701"/>
              <a:ext cx="6205" cy="8245"/>
            </a:xfrm>
            <a:custGeom>
              <a:avLst/>
              <a:gdLst/>
              <a:ahLst/>
              <a:cxnLst/>
              <a:rect l="l" t="t" r="r" b="b"/>
              <a:pathLst>
                <a:path w="73" h="97" extrusionOk="0">
                  <a:moveTo>
                    <a:pt x="24" y="1"/>
                  </a:moveTo>
                  <a:lnTo>
                    <a:pt x="0" y="25"/>
                  </a:lnTo>
                  <a:lnTo>
                    <a:pt x="0" y="49"/>
                  </a:lnTo>
                  <a:lnTo>
                    <a:pt x="0" y="73"/>
                  </a:lnTo>
                  <a:lnTo>
                    <a:pt x="49" y="97"/>
                  </a:lnTo>
                  <a:lnTo>
                    <a:pt x="73" y="73"/>
                  </a:lnTo>
                  <a:lnTo>
                    <a:pt x="73" y="49"/>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3" name="Google Shape;12633;p30"/>
            <p:cNvSpPr/>
            <p:nvPr/>
          </p:nvSpPr>
          <p:spPr>
            <a:xfrm rot="10800000">
              <a:off x="3278141" y="6643267"/>
              <a:ext cx="8245" cy="8245"/>
            </a:xfrm>
            <a:custGeom>
              <a:avLst/>
              <a:gdLst/>
              <a:ahLst/>
              <a:cxnLst/>
              <a:rect l="l" t="t" r="r" b="b"/>
              <a:pathLst>
                <a:path w="97" h="97" extrusionOk="0">
                  <a:moveTo>
                    <a:pt x="72" y="0"/>
                  </a:moveTo>
                  <a:lnTo>
                    <a:pt x="48" y="24"/>
                  </a:lnTo>
                  <a:lnTo>
                    <a:pt x="0" y="48"/>
                  </a:lnTo>
                  <a:lnTo>
                    <a:pt x="0" y="73"/>
                  </a:lnTo>
                  <a:lnTo>
                    <a:pt x="24" y="97"/>
                  </a:lnTo>
                  <a:lnTo>
                    <a:pt x="48" y="97"/>
                  </a:lnTo>
                  <a:lnTo>
                    <a:pt x="96" y="73"/>
                  </a:lnTo>
                  <a:lnTo>
                    <a:pt x="96" y="48"/>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4" name="Google Shape;12634;p30"/>
            <p:cNvSpPr/>
            <p:nvPr/>
          </p:nvSpPr>
          <p:spPr>
            <a:xfrm rot="10800000">
              <a:off x="3044887" y="6291262"/>
              <a:ext cx="6205" cy="6205"/>
            </a:xfrm>
            <a:custGeom>
              <a:avLst/>
              <a:gdLst/>
              <a:ahLst/>
              <a:cxnLst/>
              <a:rect l="l" t="t" r="r" b="b"/>
              <a:pathLst>
                <a:path w="73" h="73" extrusionOk="0">
                  <a:moveTo>
                    <a:pt x="1" y="0"/>
                  </a:moveTo>
                  <a:lnTo>
                    <a:pt x="1" y="24"/>
                  </a:lnTo>
                  <a:lnTo>
                    <a:pt x="25" y="72"/>
                  </a:lnTo>
                  <a:lnTo>
                    <a:pt x="49" y="72"/>
                  </a:lnTo>
                  <a:lnTo>
                    <a:pt x="73" y="48"/>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5" name="Google Shape;12635;p30"/>
            <p:cNvSpPr/>
            <p:nvPr/>
          </p:nvSpPr>
          <p:spPr>
            <a:xfrm rot="10800000">
              <a:off x="3276101" y="6401768"/>
              <a:ext cx="8245" cy="8330"/>
            </a:xfrm>
            <a:custGeom>
              <a:avLst/>
              <a:gdLst/>
              <a:ahLst/>
              <a:cxnLst/>
              <a:rect l="l" t="t" r="r" b="b"/>
              <a:pathLst>
                <a:path w="97" h="98" extrusionOk="0">
                  <a:moveTo>
                    <a:pt x="48" y="1"/>
                  </a:moveTo>
                  <a:lnTo>
                    <a:pt x="0" y="25"/>
                  </a:lnTo>
                  <a:lnTo>
                    <a:pt x="0" y="49"/>
                  </a:lnTo>
                  <a:lnTo>
                    <a:pt x="24" y="97"/>
                  </a:lnTo>
                  <a:lnTo>
                    <a:pt x="72" y="97"/>
                  </a:lnTo>
                  <a:lnTo>
                    <a:pt x="97" y="73"/>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6" name="Google Shape;12636;p30"/>
            <p:cNvSpPr/>
            <p:nvPr/>
          </p:nvSpPr>
          <p:spPr>
            <a:xfrm rot="10800000">
              <a:off x="3124707" y="6401768"/>
              <a:ext cx="8245" cy="8330"/>
            </a:xfrm>
            <a:custGeom>
              <a:avLst/>
              <a:gdLst/>
              <a:ahLst/>
              <a:cxnLst/>
              <a:rect l="l" t="t" r="r" b="b"/>
              <a:pathLst>
                <a:path w="97" h="98" extrusionOk="0">
                  <a:moveTo>
                    <a:pt x="25" y="1"/>
                  </a:moveTo>
                  <a:lnTo>
                    <a:pt x="1" y="49"/>
                  </a:lnTo>
                  <a:lnTo>
                    <a:pt x="1" y="73"/>
                  </a:lnTo>
                  <a:lnTo>
                    <a:pt x="49" y="97"/>
                  </a:lnTo>
                  <a:lnTo>
                    <a:pt x="97" y="97"/>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7" name="Google Shape;12637;p30"/>
            <p:cNvSpPr/>
            <p:nvPr/>
          </p:nvSpPr>
          <p:spPr>
            <a:xfrm rot="10800000">
              <a:off x="3151228" y="6321949"/>
              <a:ext cx="8330" cy="6290"/>
            </a:xfrm>
            <a:custGeom>
              <a:avLst/>
              <a:gdLst/>
              <a:ahLst/>
              <a:cxnLst/>
              <a:rect l="l" t="t" r="r" b="b"/>
              <a:pathLst>
                <a:path w="98" h="74" extrusionOk="0">
                  <a:moveTo>
                    <a:pt x="49" y="1"/>
                  </a:moveTo>
                  <a:lnTo>
                    <a:pt x="25" y="25"/>
                  </a:lnTo>
                  <a:lnTo>
                    <a:pt x="1" y="49"/>
                  </a:lnTo>
                  <a:lnTo>
                    <a:pt x="25" y="73"/>
                  </a:lnTo>
                  <a:lnTo>
                    <a:pt x="97" y="73"/>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8" name="Google Shape;12638;p30"/>
            <p:cNvSpPr/>
            <p:nvPr/>
          </p:nvSpPr>
          <p:spPr>
            <a:xfrm rot="10800000">
              <a:off x="3278141" y="6123462"/>
              <a:ext cx="6205" cy="8330"/>
            </a:xfrm>
            <a:custGeom>
              <a:avLst/>
              <a:gdLst/>
              <a:ahLst/>
              <a:cxnLst/>
              <a:rect l="l" t="t" r="r" b="b"/>
              <a:pathLst>
                <a:path w="73" h="98" extrusionOk="0">
                  <a:moveTo>
                    <a:pt x="24" y="1"/>
                  </a:moveTo>
                  <a:lnTo>
                    <a:pt x="0" y="25"/>
                  </a:lnTo>
                  <a:lnTo>
                    <a:pt x="0" y="73"/>
                  </a:lnTo>
                  <a:lnTo>
                    <a:pt x="24" y="97"/>
                  </a:lnTo>
                  <a:lnTo>
                    <a:pt x="72" y="97"/>
                  </a:lnTo>
                  <a:lnTo>
                    <a:pt x="72" y="73"/>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9" name="Google Shape;12639;p30"/>
            <p:cNvSpPr/>
            <p:nvPr/>
          </p:nvSpPr>
          <p:spPr>
            <a:xfrm rot="10800000">
              <a:off x="3368161" y="6491789"/>
              <a:ext cx="6205" cy="8330"/>
            </a:xfrm>
            <a:custGeom>
              <a:avLst/>
              <a:gdLst/>
              <a:ahLst/>
              <a:cxnLst/>
              <a:rect l="l" t="t" r="r" b="b"/>
              <a:pathLst>
                <a:path w="73" h="98" extrusionOk="0">
                  <a:moveTo>
                    <a:pt x="24" y="1"/>
                  </a:moveTo>
                  <a:lnTo>
                    <a:pt x="0" y="25"/>
                  </a:lnTo>
                  <a:lnTo>
                    <a:pt x="0" y="73"/>
                  </a:lnTo>
                  <a:lnTo>
                    <a:pt x="24" y="97"/>
                  </a:lnTo>
                  <a:lnTo>
                    <a:pt x="72" y="73"/>
                  </a:lnTo>
                  <a:lnTo>
                    <a:pt x="72" y="49"/>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0" name="Google Shape;12640;p30"/>
            <p:cNvSpPr/>
            <p:nvPr/>
          </p:nvSpPr>
          <p:spPr>
            <a:xfrm rot="10800000">
              <a:off x="3456141" y="6452941"/>
              <a:ext cx="6290" cy="8245"/>
            </a:xfrm>
            <a:custGeom>
              <a:avLst/>
              <a:gdLst/>
              <a:ahLst/>
              <a:cxnLst/>
              <a:rect l="l" t="t" r="r" b="b"/>
              <a:pathLst>
                <a:path w="74" h="97" extrusionOk="0">
                  <a:moveTo>
                    <a:pt x="49" y="0"/>
                  </a:moveTo>
                  <a:lnTo>
                    <a:pt x="1" y="24"/>
                  </a:lnTo>
                  <a:lnTo>
                    <a:pt x="1" y="72"/>
                  </a:lnTo>
                  <a:lnTo>
                    <a:pt x="1" y="96"/>
                  </a:lnTo>
                  <a:lnTo>
                    <a:pt x="25" y="96"/>
                  </a:lnTo>
                  <a:lnTo>
                    <a:pt x="49" y="72"/>
                  </a:lnTo>
                  <a:lnTo>
                    <a:pt x="73" y="48"/>
                  </a:lnTo>
                  <a:lnTo>
                    <a:pt x="49"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1" name="Google Shape;12641;p30"/>
            <p:cNvSpPr/>
            <p:nvPr/>
          </p:nvSpPr>
          <p:spPr>
            <a:xfrm rot="10800000">
              <a:off x="3212687" y="6444781"/>
              <a:ext cx="8245" cy="6205"/>
            </a:xfrm>
            <a:custGeom>
              <a:avLst/>
              <a:gdLst/>
              <a:ahLst/>
              <a:cxnLst/>
              <a:rect l="l" t="t" r="r" b="b"/>
              <a:pathLst>
                <a:path w="97" h="73" extrusionOk="0">
                  <a:moveTo>
                    <a:pt x="49" y="1"/>
                  </a:moveTo>
                  <a:lnTo>
                    <a:pt x="25" y="25"/>
                  </a:lnTo>
                  <a:lnTo>
                    <a:pt x="1" y="49"/>
                  </a:lnTo>
                  <a:lnTo>
                    <a:pt x="25" y="73"/>
                  </a:lnTo>
                  <a:lnTo>
                    <a:pt x="49" y="73"/>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2" name="Google Shape;12642;p30"/>
            <p:cNvSpPr/>
            <p:nvPr/>
          </p:nvSpPr>
          <p:spPr>
            <a:xfrm rot="10800000">
              <a:off x="3149188" y="6440701"/>
              <a:ext cx="6290" cy="8245"/>
            </a:xfrm>
            <a:custGeom>
              <a:avLst/>
              <a:gdLst/>
              <a:ahLst/>
              <a:cxnLst/>
              <a:rect l="l" t="t" r="r" b="b"/>
              <a:pathLst>
                <a:path w="74" h="97" extrusionOk="0">
                  <a:moveTo>
                    <a:pt x="25" y="1"/>
                  </a:moveTo>
                  <a:lnTo>
                    <a:pt x="25" y="25"/>
                  </a:lnTo>
                  <a:lnTo>
                    <a:pt x="1" y="73"/>
                  </a:lnTo>
                  <a:lnTo>
                    <a:pt x="25" y="97"/>
                  </a:lnTo>
                  <a:lnTo>
                    <a:pt x="49" y="97"/>
                  </a:lnTo>
                  <a:lnTo>
                    <a:pt x="73" y="73"/>
                  </a:lnTo>
                  <a:lnTo>
                    <a:pt x="73"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3" name="Google Shape;12643;p30"/>
            <p:cNvSpPr/>
            <p:nvPr/>
          </p:nvSpPr>
          <p:spPr>
            <a:xfrm rot="10800000">
              <a:off x="3337474" y="6399728"/>
              <a:ext cx="4165" cy="6205"/>
            </a:xfrm>
            <a:custGeom>
              <a:avLst/>
              <a:gdLst/>
              <a:ahLst/>
              <a:cxnLst/>
              <a:rect l="l" t="t" r="r" b="b"/>
              <a:pathLst>
                <a:path w="49" h="73" extrusionOk="0">
                  <a:moveTo>
                    <a:pt x="24" y="0"/>
                  </a:moveTo>
                  <a:lnTo>
                    <a:pt x="0" y="24"/>
                  </a:lnTo>
                  <a:lnTo>
                    <a:pt x="0" y="48"/>
                  </a:lnTo>
                  <a:lnTo>
                    <a:pt x="24" y="72"/>
                  </a:lnTo>
                  <a:lnTo>
                    <a:pt x="48" y="48"/>
                  </a:lnTo>
                  <a:lnTo>
                    <a:pt x="48"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4" name="Google Shape;12644;p30"/>
            <p:cNvSpPr/>
            <p:nvPr/>
          </p:nvSpPr>
          <p:spPr>
            <a:xfrm rot="10800000">
              <a:off x="3466427" y="6367001"/>
              <a:ext cx="6205" cy="6205"/>
            </a:xfrm>
            <a:custGeom>
              <a:avLst/>
              <a:gdLst/>
              <a:ahLst/>
              <a:cxnLst/>
              <a:rect l="l" t="t" r="r" b="b"/>
              <a:pathLst>
                <a:path w="73" h="73" extrusionOk="0">
                  <a:moveTo>
                    <a:pt x="25" y="0"/>
                  </a:moveTo>
                  <a:lnTo>
                    <a:pt x="1" y="24"/>
                  </a:lnTo>
                  <a:lnTo>
                    <a:pt x="1" y="48"/>
                  </a:lnTo>
                  <a:lnTo>
                    <a:pt x="25" y="73"/>
                  </a:lnTo>
                  <a:lnTo>
                    <a:pt x="73" y="73"/>
                  </a:lnTo>
                  <a:lnTo>
                    <a:pt x="73"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5" name="Google Shape;12645;p30"/>
            <p:cNvSpPr/>
            <p:nvPr/>
          </p:nvSpPr>
          <p:spPr>
            <a:xfrm rot="10800000">
              <a:off x="3141028" y="6248334"/>
              <a:ext cx="8245" cy="6205"/>
            </a:xfrm>
            <a:custGeom>
              <a:avLst/>
              <a:gdLst/>
              <a:ahLst/>
              <a:cxnLst/>
              <a:rect l="l" t="t" r="r" b="b"/>
              <a:pathLst>
                <a:path w="97" h="73" extrusionOk="0">
                  <a:moveTo>
                    <a:pt x="24" y="1"/>
                  </a:moveTo>
                  <a:lnTo>
                    <a:pt x="0" y="25"/>
                  </a:lnTo>
                  <a:lnTo>
                    <a:pt x="0" y="49"/>
                  </a:lnTo>
                  <a:lnTo>
                    <a:pt x="48" y="73"/>
                  </a:lnTo>
                  <a:lnTo>
                    <a:pt x="72" y="73"/>
                  </a:lnTo>
                  <a:lnTo>
                    <a:pt x="96" y="49"/>
                  </a:lnTo>
                  <a:lnTo>
                    <a:pt x="96"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6" name="Google Shape;12646;p30"/>
            <p:cNvSpPr/>
            <p:nvPr/>
          </p:nvSpPr>
          <p:spPr>
            <a:xfrm rot="10800000">
              <a:off x="3005955" y="6240089"/>
              <a:ext cx="8330" cy="6290"/>
            </a:xfrm>
            <a:custGeom>
              <a:avLst/>
              <a:gdLst/>
              <a:ahLst/>
              <a:cxnLst/>
              <a:rect l="l" t="t" r="r" b="b"/>
              <a:pathLst>
                <a:path w="98" h="74" extrusionOk="0">
                  <a:moveTo>
                    <a:pt x="49" y="1"/>
                  </a:moveTo>
                  <a:lnTo>
                    <a:pt x="25" y="25"/>
                  </a:lnTo>
                  <a:lnTo>
                    <a:pt x="1" y="25"/>
                  </a:lnTo>
                  <a:lnTo>
                    <a:pt x="25" y="73"/>
                  </a:lnTo>
                  <a:lnTo>
                    <a:pt x="73" y="73"/>
                  </a:lnTo>
                  <a:lnTo>
                    <a:pt x="97" y="49"/>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7" name="Google Shape;12647;p30"/>
            <p:cNvSpPr/>
            <p:nvPr/>
          </p:nvSpPr>
          <p:spPr>
            <a:xfrm rot="10800000">
              <a:off x="3071494" y="6665794"/>
              <a:ext cx="6205" cy="6205"/>
            </a:xfrm>
            <a:custGeom>
              <a:avLst/>
              <a:gdLst/>
              <a:ahLst/>
              <a:cxnLst/>
              <a:rect l="l" t="t" r="r" b="b"/>
              <a:pathLst>
                <a:path w="73" h="73" extrusionOk="0">
                  <a:moveTo>
                    <a:pt x="25" y="1"/>
                  </a:moveTo>
                  <a:lnTo>
                    <a:pt x="1" y="49"/>
                  </a:lnTo>
                  <a:lnTo>
                    <a:pt x="25" y="73"/>
                  </a:lnTo>
                  <a:lnTo>
                    <a:pt x="49" y="73"/>
                  </a:lnTo>
                  <a:lnTo>
                    <a:pt x="73"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8" name="Google Shape;12648;p30"/>
            <p:cNvSpPr/>
            <p:nvPr/>
          </p:nvSpPr>
          <p:spPr>
            <a:xfrm rot="10800000">
              <a:off x="3245414" y="6581894"/>
              <a:ext cx="4165" cy="4165"/>
            </a:xfrm>
            <a:custGeom>
              <a:avLst/>
              <a:gdLst/>
              <a:ahLst/>
              <a:cxnLst/>
              <a:rect l="l" t="t" r="r" b="b"/>
              <a:pathLst>
                <a:path w="49" h="49" extrusionOk="0">
                  <a:moveTo>
                    <a:pt x="1" y="1"/>
                  </a:moveTo>
                  <a:lnTo>
                    <a:pt x="1" y="25"/>
                  </a:lnTo>
                  <a:lnTo>
                    <a:pt x="1"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9" name="Google Shape;12649;p30"/>
            <p:cNvSpPr/>
            <p:nvPr/>
          </p:nvSpPr>
          <p:spPr>
            <a:xfrm rot="10800000">
              <a:off x="3208607" y="6581894"/>
              <a:ext cx="4165" cy="4165"/>
            </a:xfrm>
            <a:custGeom>
              <a:avLst/>
              <a:gdLst/>
              <a:ahLst/>
              <a:cxnLst/>
              <a:rect l="l" t="t" r="r" b="b"/>
              <a:pathLst>
                <a:path w="49" h="49" extrusionOk="0">
                  <a:moveTo>
                    <a:pt x="1" y="1"/>
                  </a:moveTo>
                  <a:lnTo>
                    <a:pt x="1" y="25"/>
                  </a:lnTo>
                  <a:lnTo>
                    <a:pt x="1" y="49"/>
                  </a:lnTo>
                  <a:lnTo>
                    <a:pt x="25"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0" name="Google Shape;12650;p30"/>
            <p:cNvSpPr/>
            <p:nvPr/>
          </p:nvSpPr>
          <p:spPr>
            <a:xfrm rot="10800000">
              <a:off x="3130827" y="6571608"/>
              <a:ext cx="4165" cy="4165"/>
            </a:xfrm>
            <a:custGeom>
              <a:avLst/>
              <a:gdLst/>
              <a:ahLst/>
              <a:cxnLst/>
              <a:rect l="l" t="t" r="r" b="b"/>
              <a:pathLst>
                <a:path w="49" h="49" extrusionOk="0">
                  <a:moveTo>
                    <a:pt x="1" y="0"/>
                  </a:moveTo>
                  <a:lnTo>
                    <a:pt x="1" y="24"/>
                  </a:lnTo>
                  <a:lnTo>
                    <a:pt x="1" y="48"/>
                  </a:lnTo>
                  <a:lnTo>
                    <a:pt x="49" y="48"/>
                  </a:lnTo>
                  <a:lnTo>
                    <a:pt x="49"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1" name="Google Shape;12651;p30"/>
            <p:cNvSpPr/>
            <p:nvPr/>
          </p:nvSpPr>
          <p:spPr>
            <a:xfrm rot="10800000">
              <a:off x="3490993" y="6530721"/>
              <a:ext cx="4165" cy="4165"/>
            </a:xfrm>
            <a:custGeom>
              <a:avLst/>
              <a:gdLst/>
              <a:ahLst/>
              <a:cxnLst/>
              <a:rect l="l" t="t" r="r" b="b"/>
              <a:pathLst>
                <a:path w="49" h="49" extrusionOk="0">
                  <a:moveTo>
                    <a:pt x="25" y="1"/>
                  </a:moveTo>
                  <a:lnTo>
                    <a:pt x="1" y="25"/>
                  </a:lnTo>
                  <a:lnTo>
                    <a:pt x="25"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2" name="Google Shape;12652;p30"/>
            <p:cNvSpPr/>
            <p:nvPr/>
          </p:nvSpPr>
          <p:spPr>
            <a:xfrm rot="10800000">
              <a:off x="3523720" y="6500034"/>
              <a:ext cx="4165" cy="4165"/>
            </a:xfrm>
            <a:custGeom>
              <a:avLst/>
              <a:gdLst/>
              <a:ahLst/>
              <a:cxnLst/>
              <a:rect l="l" t="t" r="r" b="b"/>
              <a:pathLst>
                <a:path w="49" h="49" extrusionOk="0">
                  <a:moveTo>
                    <a:pt x="1" y="1"/>
                  </a:moveTo>
                  <a:lnTo>
                    <a:pt x="1" y="25"/>
                  </a:lnTo>
                  <a:lnTo>
                    <a:pt x="1" y="49"/>
                  </a:lnTo>
                  <a:lnTo>
                    <a:pt x="25"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3" name="Google Shape;12653;p30"/>
            <p:cNvSpPr/>
            <p:nvPr/>
          </p:nvSpPr>
          <p:spPr>
            <a:xfrm rot="10800000">
              <a:off x="3511394" y="6487708"/>
              <a:ext cx="6290" cy="4165"/>
            </a:xfrm>
            <a:custGeom>
              <a:avLst/>
              <a:gdLst/>
              <a:ahLst/>
              <a:cxnLst/>
              <a:rect l="l" t="t" r="r" b="b"/>
              <a:pathLst>
                <a:path w="74" h="49" extrusionOk="0">
                  <a:moveTo>
                    <a:pt x="1" y="0"/>
                  </a:moveTo>
                  <a:lnTo>
                    <a:pt x="1" y="24"/>
                  </a:lnTo>
                  <a:lnTo>
                    <a:pt x="25"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4" name="Google Shape;12654;p30"/>
            <p:cNvSpPr/>
            <p:nvPr/>
          </p:nvSpPr>
          <p:spPr>
            <a:xfrm rot="10800000">
              <a:off x="3347760" y="6487708"/>
              <a:ext cx="6205" cy="6290"/>
            </a:xfrm>
            <a:custGeom>
              <a:avLst/>
              <a:gdLst/>
              <a:ahLst/>
              <a:cxnLst/>
              <a:rect l="l" t="t" r="r" b="b"/>
              <a:pathLst>
                <a:path w="73" h="74" extrusionOk="0">
                  <a:moveTo>
                    <a:pt x="1" y="1"/>
                  </a:moveTo>
                  <a:lnTo>
                    <a:pt x="1" y="25"/>
                  </a:lnTo>
                  <a:lnTo>
                    <a:pt x="1" y="49"/>
                  </a:lnTo>
                  <a:lnTo>
                    <a:pt x="49" y="73"/>
                  </a:lnTo>
                  <a:lnTo>
                    <a:pt x="73" y="49"/>
                  </a:lnTo>
                  <a:lnTo>
                    <a:pt x="73"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5" name="Google Shape;12655;p30"/>
            <p:cNvSpPr/>
            <p:nvPr/>
          </p:nvSpPr>
          <p:spPr>
            <a:xfrm rot="10800000">
              <a:off x="3306787" y="6477508"/>
              <a:ext cx="6205" cy="6205"/>
            </a:xfrm>
            <a:custGeom>
              <a:avLst/>
              <a:gdLst/>
              <a:ahLst/>
              <a:cxnLst/>
              <a:rect l="l" t="t" r="r" b="b"/>
              <a:pathLst>
                <a:path w="73" h="73" extrusionOk="0">
                  <a:moveTo>
                    <a:pt x="24" y="0"/>
                  </a:moveTo>
                  <a:lnTo>
                    <a:pt x="0" y="24"/>
                  </a:lnTo>
                  <a:lnTo>
                    <a:pt x="0" y="48"/>
                  </a:lnTo>
                  <a:lnTo>
                    <a:pt x="0" y="73"/>
                  </a:lnTo>
                  <a:lnTo>
                    <a:pt x="48" y="73"/>
                  </a:lnTo>
                  <a:lnTo>
                    <a:pt x="72" y="48"/>
                  </a:lnTo>
                  <a:lnTo>
                    <a:pt x="48"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6" name="Google Shape;12656;p30"/>
            <p:cNvSpPr/>
            <p:nvPr/>
          </p:nvSpPr>
          <p:spPr>
            <a:xfrm rot="10800000">
              <a:off x="3036642" y="6446821"/>
              <a:ext cx="6290" cy="6205"/>
            </a:xfrm>
            <a:custGeom>
              <a:avLst/>
              <a:gdLst/>
              <a:ahLst/>
              <a:cxnLst/>
              <a:rect l="l" t="t" r="r" b="b"/>
              <a:pathLst>
                <a:path w="74" h="73" extrusionOk="0">
                  <a:moveTo>
                    <a:pt x="25" y="0"/>
                  </a:moveTo>
                  <a:lnTo>
                    <a:pt x="1" y="25"/>
                  </a:lnTo>
                  <a:lnTo>
                    <a:pt x="1" y="49"/>
                  </a:lnTo>
                  <a:lnTo>
                    <a:pt x="25" y="73"/>
                  </a:lnTo>
                  <a:lnTo>
                    <a:pt x="73" y="73"/>
                  </a:lnTo>
                  <a:lnTo>
                    <a:pt x="73" y="25"/>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7" name="Google Shape;12657;p30"/>
            <p:cNvSpPr/>
            <p:nvPr/>
          </p:nvSpPr>
          <p:spPr>
            <a:xfrm rot="10800000">
              <a:off x="3394768" y="6420214"/>
              <a:ext cx="6205" cy="8245"/>
            </a:xfrm>
            <a:custGeom>
              <a:avLst/>
              <a:gdLst/>
              <a:ahLst/>
              <a:cxnLst/>
              <a:rect l="l" t="t" r="r" b="b"/>
              <a:pathLst>
                <a:path w="73" h="97" extrusionOk="0">
                  <a:moveTo>
                    <a:pt x="24" y="0"/>
                  </a:moveTo>
                  <a:lnTo>
                    <a:pt x="0" y="24"/>
                  </a:lnTo>
                  <a:lnTo>
                    <a:pt x="0" y="48"/>
                  </a:lnTo>
                  <a:lnTo>
                    <a:pt x="0" y="73"/>
                  </a:lnTo>
                  <a:lnTo>
                    <a:pt x="24" y="97"/>
                  </a:lnTo>
                  <a:lnTo>
                    <a:pt x="72" y="73"/>
                  </a:lnTo>
                  <a:lnTo>
                    <a:pt x="72" y="48"/>
                  </a:lnTo>
                  <a:lnTo>
                    <a:pt x="72"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8" name="Google Shape;12658;p30"/>
            <p:cNvSpPr/>
            <p:nvPr/>
          </p:nvSpPr>
          <p:spPr>
            <a:xfrm rot="10800000">
              <a:off x="3130827" y="6416134"/>
              <a:ext cx="4165" cy="4165"/>
            </a:xfrm>
            <a:custGeom>
              <a:avLst/>
              <a:gdLst/>
              <a:ahLst/>
              <a:cxnLst/>
              <a:rect l="l" t="t" r="r" b="b"/>
              <a:pathLst>
                <a:path w="49" h="49" extrusionOk="0">
                  <a:moveTo>
                    <a:pt x="1" y="1"/>
                  </a:moveTo>
                  <a:lnTo>
                    <a:pt x="1" y="25"/>
                  </a:lnTo>
                  <a:lnTo>
                    <a:pt x="1"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9" name="Google Shape;12659;p30"/>
            <p:cNvSpPr/>
            <p:nvPr/>
          </p:nvSpPr>
          <p:spPr>
            <a:xfrm rot="10800000">
              <a:off x="3286301" y="6334274"/>
              <a:ext cx="6290" cy="6205"/>
            </a:xfrm>
            <a:custGeom>
              <a:avLst/>
              <a:gdLst/>
              <a:ahLst/>
              <a:cxnLst/>
              <a:rect l="l" t="t" r="r" b="b"/>
              <a:pathLst>
                <a:path w="74" h="73" extrusionOk="0">
                  <a:moveTo>
                    <a:pt x="1" y="0"/>
                  </a:moveTo>
                  <a:lnTo>
                    <a:pt x="1" y="49"/>
                  </a:lnTo>
                  <a:lnTo>
                    <a:pt x="49" y="73"/>
                  </a:lnTo>
                  <a:lnTo>
                    <a:pt x="73" y="49"/>
                  </a:lnTo>
                  <a:lnTo>
                    <a:pt x="73" y="25"/>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0" name="Google Shape;12660;p30"/>
            <p:cNvSpPr/>
            <p:nvPr/>
          </p:nvSpPr>
          <p:spPr>
            <a:xfrm rot="10800000">
              <a:off x="3343595" y="6332234"/>
              <a:ext cx="4165" cy="6205"/>
            </a:xfrm>
            <a:custGeom>
              <a:avLst/>
              <a:gdLst/>
              <a:ahLst/>
              <a:cxnLst/>
              <a:rect l="l" t="t" r="r" b="b"/>
              <a:pathLst>
                <a:path w="49" h="73" extrusionOk="0">
                  <a:moveTo>
                    <a:pt x="48" y="1"/>
                  </a:moveTo>
                  <a:lnTo>
                    <a:pt x="0" y="25"/>
                  </a:lnTo>
                  <a:lnTo>
                    <a:pt x="0" y="49"/>
                  </a:lnTo>
                  <a:lnTo>
                    <a:pt x="24" y="73"/>
                  </a:lnTo>
                  <a:lnTo>
                    <a:pt x="48" y="49"/>
                  </a:lnTo>
                  <a:lnTo>
                    <a:pt x="48"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1" name="Google Shape;12661;p30"/>
            <p:cNvSpPr/>
            <p:nvPr/>
          </p:nvSpPr>
          <p:spPr>
            <a:xfrm rot="10800000">
              <a:off x="2932340" y="6293302"/>
              <a:ext cx="6205" cy="6290"/>
            </a:xfrm>
            <a:custGeom>
              <a:avLst/>
              <a:gdLst/>
              <a:ahLst/>
              <a:cxnLst/>
              <a:rect l="l" t="t" r="r" b="b"/>
              <a:pathLst>
                <a:path w="73" h="74" extrusionOk="0">
                  <a:moveTo>
                    <a:pt x="25" y="1"/>
                  </a:moveTo>
                  <a:lnTo>
                    <a:pt x="1" y="25"/>
                  </a:lnTo>
                  <a:lnTo>
                    <a:pt x="1" y="49"/>
                  </a:lnTo>
                  <a:lnTo>
                    <a:pt x="1" y="73"/>
                  </a:lnTo>
                  <a:lnTo>
                    <a:pt x="73" y="73"/>
                  </a:lnTo>
                  <a:lnTo>
                    <a:pt x="73" y="25"/>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2" name="Google Shape;12662;p30"/>
            <p:cNvSpPr/>
            <p:nvPr/>
          </p:nvSpPr>
          <p:spPr>
            <a:xfrm rot="10800000">
              <a:off x="3190161" y="6203282"/>
              <a:ext cx="2125" cy="4165"/>
            </a:xfrm>
            <a:custGeom>
              <a:avLst/>
              <a:gdLst/>
              <a:ahLst/>
              <a:cxnLst/>
              <a:rect l="l" t="t" r="r" b="b"/>
              <a:pathLst>
                <a:path w="25" h="49" extrusionOk="0">
                  <a:moveTo>
                    <a:pt x="1" y="0"/>
                  </a:moveTo>
                  <a:lnTo>
                    <a:pt x="1" y="24"/>
                  </a:lnTo>
                  <a:lnTo>
                    <a:pt x="25" y="48"/>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3" name="Google Shape;12663;p30"/>
            <p:cNvSpPr/>
            <p:nvPr/>
          </p:nvSpPr>
          <p:spPr>
            <a:xfrm rot="10800000">
              <a:off x="3202401" y="5965948"/>
              <a:ext cx="4165" cy="2125"/>
            </a:xfrm>
            <a:custGeom>
              <a:avLst/>
              <a:gdLst/>
              <a:ahLst/>
              <a:cxnLst/>
              <a:rect l="l" t="t" r="r" b="b"/>
              <a:pathLst>
                <a:path w="49" h="25" extrusionOk="0">
                  <a:moveTo>
                    <a:pt x="24" y="1"/>
                  </a:moveTo>
                  <a:lnTo>
                    <a:pt x="0" y="25"/>
                  </a:lnTo>
                  <a:lnTo>
                    <a:pt x="48"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4" name="Google Shape;12664;p30"/>
            <p:cNvSpPr/>
            <p:nvPr/>
          </p:nvSpPr>
          <p:spPr>
            <a:xfrm rot="10800000">
              <a:off x="2975268" y="6551207"/>
              <a:ext cx="4165" cy="2125"/>
            </a:xfrm>
            <a:custGeom>
              <a:avLst/>
              <a:gdLst/>
              <a:ahLst/>
              <a:cxnLst/>
              <a:rect l="l" t="t" r="r" b="b"/>
              <a:pathLst>
                <a:path w="49" h="25" extrusionOk="0">
                  <a:moveTo>
                    <a:pt x="0" y="1"/>
                  </a:moveTo>
                  <a:lnTo>
                    <a:pt x="0"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5" name="Google Shape;12665;p30"/>
            <p:cNvSpPr/>
            <p:nvPr/>
          </p:nvSpPr>
          <p:spPr>
            <a:xfrm rot="10800000">
              <a:off x="3173755" y="6551207"/>
              <a:ext cx="4165" cy="6205"/>
            </a:xfrm>
            <a:custGeom>
              <a:avLst/>
              <a:gdLst/>
              <a:ahLst/>
              <a:cxnLst/>
              <a:rect l="l" t="t" r="r" b="b"/>
              <a:pathLst>
                <a:path w="49" h="73" extrusionOk="0">
                  <a:moveTo>
                    <a:pt x="24" y="1"/>
                  </a:moveTo>
                  <a:lnTo>
                    <a:pt x="0" y="25"/>
                  </a:lnTo>
                  <a:lnTo>
                    <a:pt x="24" y="49"/>
                  </a:lnTo>
                  <a:lnTo>
                    <a:pt x="48" y="73"/>
                  </a:lnTo>
                  <a:lnTo>
                    <a:pt x="48" y="49"/>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6" name="Google Shape;12666;p30"/>
            <p:cNvSpPr/>
            <p:nvPr/>
          </p:nvSpPr>
          <p:spPr>
            <a:xfrm rot="10800000">
              <a:off x="3439820" y="6602295"/>
              <a:ext cx="4165" cy="4250"/>
            </a:xfrm>
            <a:custGeom>
              <a:avLst/>
              <a:gdLst/>
              <a:ahLst/>
              <a:cxnLst/>
              <a:rect l="l" t="t" r="r" b="b"/>
              <a:pathLst>
                <a:path w="49" h="50" extrusionOk="0">
                  <a:moveTo>
                    <a:pt x="25" y="1"/>
                  </a:moveTo>
                  <a:lnTo>
                    <a:pt x="1" y="25"/>
                  </a:lnTo>
                  <a:lnTo>
                    <a:pt x="25" y="49"/>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7" name="Google Shape;12667;p30"/>
            <p:cNvSpPr/>
            <p:nvPr/>
          </p:nvSpPr>
          <p:spPr>
            <a:xfrm rot="10800000">
              <a:off x="3257655" y="6647348"/>
              <a:ext cx="4165" cy="4165"/>
            </a:xfrm>
            <a:custGeom>
              <a:avLst/>
              <a:gdLst/>
              <a:ahLst/>
              <a:cxnLst/>
              <a:rect l="l" t="t" r="r" b="b"/>
              <a:pathLst>
                <a:path w="49" h="49" extrusionOk="0">
                  <a:moveTo>
                    <a:pt x="24" y="0"/>
                  </a:moveTo>
                  <a:lnTo>
                    <a:pt x="0" y="24"/>
                  </a:lnTo>
                  <a:lnTo>
                    <a:pt x="0" y="48"/>
                  </a:lnTo>
                  <a:lnTo>
                    <a:pt x="48" y="48"/>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8" name="Google Shape;12668;p30"/>
            <p:cNvSpPr/>
            <p:nvPr/>
          </p:nvSpPr>
          <p:spPr>
            <a:xfrm rot="10800000">
              <a:off x="3083734" y="6227848"/>
              <a:ext cx="2125" cy="85"/>
            </a:xfrm>
            <a:custGeom>
              <a:avLst/>
              <a:gdLst/>
              <a:ahLst/>
              <a:cxnLst/>
              <a:rect l="l" t="t" r="r" b="b"/>
              <a:pathLst>
                <a:path w="25" h="1" extrusionOk="0">
                  <a:moveTo>
                    <a:pt x="0" y="0"/>
                  </a:moveTo>
                  <a:lnTo>
                    <a:pt x="0" y="0"/>
                  </a:lnTo>
                  <a:lnTo>
                    <a:pt x="24"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9" name="Google Shape;12669;p30"/>
            <p:cNvSpPr/>
            <p:nvPr/>
          </p:nvSpPr>
          <p:spPr>
            <a:xfrm rot="10800000">
              <a:off x="3173755" y="6686195"/>
              <a:ext cx="2125" cy="4250"/>
            </a:xfrm>
            <a:custGeom>
              <a:avLst/>
              <a:gdLst/>
              <a:ahLst/>
              <a:cxnLst/>
              <a:rect l="l" t="t" r="r" b="b"/>
              <a:pathLst>
                <a:path w="25" h="50" extrusionOk="0">
                  <a:moveTo>
                    <a:pt x="0" y="1"/>
                  </a:moveTo>
                  <a:lnTo>
                    <a:pt x="0" y="25"/>
                  </a:lnTo>
                  <a:lnTo>
                    <a:pt x="0" y="49"/>
                  </a:lnTo>
                  <a:lnTo>
                    <a:pt x="24" y="49"/>
                  </a:lnTo>
                  <a:lnTo>
                    <a:pt x="24"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0" name="Google Shape;12670;p30"/>
            <p:cNvSpPr/>
            <p:nvPr/>
          </p:nvSpPr>
          <p:spPr>
            <a:xfrm rot="10800000">
              <a:off x="3247454" y="6266695"/>
              <a:ext cx="4165" cy="4250"/>
            </a:xfrm>
            <a:custGeom>
              <a:avLst/>
              <a:gdLst/>
              <a:ahLst/>
              <a:cxnLst/>
              <a:rect l="l" t="t" r="r" b="b"/>
              <a:pathLst>
                <a:path w="49" h="50" extrusionOk="0">
                  <a:moveTo>
                    <a:pt x="25" y="1"/>
                  </a:moveTo>
                  <a:lnTo>
                    <a:pt x="0" y="25"/>
                  </a:lnTo>
                  <a:lnTo>
                    <a:pt x="0" y="49"/>
                  </a:lnTo>
                  <a:lnTo>
                    <a:pt x="25" y="49"/>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1" name="Google Shape;12671;p30"/>
            <p:cNvSpPr/>
            <p:nvPr/>
          </p:nvSpPr>
          <p:spPr>
            <a:xfrm rot="10800000">
              <a:off x="3124707" y="6323989"/>
              <a:ext cx="2125" cy="2210"/>
            </a:xfrm>
            <a:custGeom>
              <a:avLst/>
              <a:gdLst/>
              <a:ahLst/>
              <a:cxnLst/>
              <a:rect l="l" t="t" r="r" b="b"/>
              <a:pathLst>
                <a:path w="25" h="26" extrusionOk="0">
                  <a:moveTo>
                    <a:pt x="25" y="1"/>
                  </a:moveTo>
                  <a:lnTo>
                    <a:pt x="1" y="25"/>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2" name="Google Shape;12672;p30"/>
            <p:cNvSpPr/>
            <p:nvPr/>
          </p:nvSpPr>
          <p:spPr>
            <a:xfrm rot="10800000">
              <a:off x="3155394" y="6393608"/>
              <a:ext cx="4165" cy="6205"/>
            </a:xfrm>
            <a:custGeom>
              <a:avLst/>
              <a:gdLst/>
              <a:ahLst/>
              <a:cxnLst/>
              <a:rect l="l" t="t" r="r" b="b"/>
              <a:pathLst>
                <a:path w="49" h="73" extrusionOk="0">
                  <a:moveTo>
                    <a:pt x="25" y="0"/>
                  </a:moveTo>
                  <a:lnTo>
                    <a:pt x="1" y="24"/>
                  </a:lnTo>
                  <a:lnTo>
                    <a:pt x="1" y="48"/>
                  </a:lnTo>
                  <a:lnTo>
                    <a:pt x="25" y="73"/>
                  </a:lnTo>
                  <a:lnTo>
                    <a:pt x="49" y="48"/>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3" name="Google Shape;12673;p30"/>
            <p:cNvSpPr/>
            <p:nvPr/>
          </p:nvSpPr>
          <p:spPr>
            <a:xfrm rot="10800000">
              <a:off x="3417294" y="6330194"/>
              <a:ext cx="4165" cy="6205"/>
            </a:xfrm>
            <a:custGeom>
              <a:avLst/>
              <a:gdLst/>
              <a:ahLst/>
              <a:cxnLst/>
              <a:rect l="l" t="t" r="r" b="b"/>
              <a:pathLst>
                <a:path w="49" h="73" extrusionOk="0">
                  <a:moveTo>
                    <a:pt x="24" y="1"/>
                  </a:moveTo>
                  <a:lnTo>
                    <a:pt x="0" y="25"/>
                  </a:lnTo>
                  <a:lnTo>
                    <a:pt x="0" y="49"/>
                  </a:lnTo>
                  <a:lnTo>
                    <a:pt x="24" y="73"/>
                  </a:lnTo>
                  <a:lnTo>
                    <a:pt x="49" y="73"/>
                  </a:lnTo>
                  <a:lnTo>
                    <a:pt x="49" y="49"/>
                  </a:lnTo>
                  <a:lnTo>
                    <a:pt x="49"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4" name="Google Shape;12674;p30"/>
            <p:cNvSpPr/>
            <p:nvPr/>
          </p:nvSpPr>
          <p:spPr>
            <a:xfrm rot="10800000">
              <a:off x="3073534" y="6375162"/>
              <a:ext cx="6205" cy="4165"/>
            </a:xfrm>
            <a:custGeom>
              <a:avLst/>
              <a:gdLst/>
              <a:ahLst/>
              <a:cxnLst/>
              <a:rect l="l" t="t" r="r" b="b"/>
              <a:pathLst>
                <a:path w="73" h="49" extrusionOk="0">
                  <a:moveTo>
                    <a:pt x="1" y="0"/>
                  </a:moveTo>
                  <a:lnTo>
                    <a:pt x="1" y="24"/>
                  </a:lnTo>
                  <a:lnTo>
                    <a:pt x="1"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5" name="Google Shape;12675;p30"/>
            <p:cNvSpPr/>
            <p:nvPr/>
          </p:nvSpPr>
          <p:spPr>
            <a:xfrm rot="10800000">
              <a:off x="3018280" y="6389528"/>
              <a:ext cx="2125" cy="4165"/>
            </a:xfrm>
            <a:custGeom>
              <a:avLst/>
              <a:gdLst/>
              <a:ahLst/>
              <a:cxnLst/>
              <a:rect l="l" t="t" r="r" b="b"/>
              <a:pathLst>
                <a:path w="25" h="49" extrusionOk="0">
                  <a:moveTo>
                    <a:pt x="1" y="1"/>
                  </a:moveTo>
                  <a:lnTo>
                    <a:pt x="1" y="25"/>
                  </a:lnTo>
                  <a:lnTo>
                    <a:pt x="25" y="49"/>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6" name="Google Shape;12676;p30"/>
            <p:cNvSpPr/>
            <p:nvPr/>
          </p:nvSpPr>
          <p:spPr>
            <a:xfrm rot="10800000">
              <a:off x="3177835" y="6424295"/>
              <a:ext cx="6290" cy="4165"/>
            </a:xfrm>
            <a:custGeom>
              <a:avLst/>
              <a:gdLst/>
              <a:ahLst/>
              <a:cxnLst/>
              <a:rect l="l" t="t" r="r" b="b"/>
              <a:pathLst>
                <a:path w="74" h="49" extrusionOk="0">
                  <a:moveTo>
                    <a:pt x="1" y="0"/>
                  </a:moveTo>
                  <a:lnTo>
                    <a:pt x="1" y="24"/>
                  </a:lnTo>
                  <a:lnTo>
                    <a:pt x="25"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7" name="Google Shape;12677;p30"/>
            <p:cNvSpPr/>
            <p:nvPr/>
          </p:nvSpPr>
          <p:spPr>
            <a:xfrm rot="10800000">
              <a:off x="3212687" y="6483628"/>
              <a:ext cx="4165" cy="4165"/>
            </a:xfrm>
            <a:custGeom>
              <a:avLst/>
              <a:gdLst/>
              <a:ahLst/>
              <a:cxnLst/>
              <a:rect l="l" t="t" r="r" b="b"/>
              <a:pathLst>
                <a:path w="49" h="49" extrusionOk="0">
                  <a:moveTo>
                    <a:pt x="1" y="0"/>
                  </a:moveTo>
                  <a:lnTo>
                    <a:pt x="1" y="24"/>
                  </a:lnTo>
                  <a:lnTo>
                    <a:pt x="25" y="48"/>
                  </a:lnTo>
                  <a:lnTo>
                    <a:pt x="49" y="2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8" name="Google Shape;12678;p30"/>
            <p:cNvSpPr/>
            <p:nvPr/>
          </p:nvSpPr>
          <p:spPr>
            <a:xfrm rot="10800000">
              <a:off x="3192201" y="6491789"/>
              <a:ext cx="4165" cy="4250"/>
            </a:xfrm>
            <a:custGeom>
              <a:avLst/>
              <a:gdLst/>
              <a:ahLst/>
              <a:cxnLst/>
              <a:rect l="l" t="t" r="r" b="b"/>
              <a:pathLst>
                <a:path w="49" h="50" extrusionOk="0">
                  <a:moveTo>
                    <a:pt x="49" y="1"/>
                  </a:moveTo>
                  <a:lnTo>
                    <a:pt x="0" y="25"/>
                  </a:lnTo>
                  <a:lnTo>
                    <a:pt x="25" y="49"/>
                  </a:lnTo>
                  <a:lnTo>
                    <a:pt x="49" y="49"/>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9" name="Google Shape;12679;p30"/>
            <p:cNvSpPr/>
            <p:nvPr/>
          </p:nvSpPr>
          <p:spPr>
            <a:xfrm rot="10800000">
              <a:off x="3108301" y="6516355"/>
              <a:ext cx="6205" cy="6290"/>
            </a:xfrm>
            <a:custGeom>
              <a:avLst/>
              <a:gdLst/>
              <a:ahLst/>
              <a:cxnLst/>
              <a:rect l="l" t="t" r="r" b="b"/>
              <a:pathLst>
                <a:path w="73" h="74" extrusionOk="0">
                  <a:moveTo>
                    <a:pt x="24" y="1"/>
                  </a:moveTo>
                  <a:lnTo>
                    <a:pt x="24" y="25"/>
                  </a:lnTo>
                  <a:lnTo>
                    <a:pt x="0" y="49"/>
                  </a:lnTo>
                  <a:lnTo>
                    <a:pt x="24" y="49"/>
                  </a:lnTo>
                  <a:lnTo>
                    <a:pt x="49" y="73"/>
                  </a:lnTo>
                  <a:lnTo>
                    <a:pt x="73" y="25"/>
                  </a:lnTo>
                  <a:lnTo>
                    <a:pt x="49"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0" name="Google Shape;12680;p30"/>
            <p:cNvSpPr/>
            <p:nvPr/>
          </p:nvSpPr>
          <p:spPr>
            <a:xfrm rot="10800000">
              <a:off x="3308828" y="6256495"/>
              <a:ext cx="85" cy="2125"/>
            </a:xfrm>
            <a:custGeom>
              <a:avLst/>
              <a:gdLst/>
              <a:ahLst/>
              <a:cxnLst/>
              <a:rect l="l" t="t" r="r" b="b"/>
              <a:pathLst>
                <a:path w="1" h="25" extrusionOk="0">
                  <a:moveTo>
                    <a:pt x="0" y="0"/>
                  </a:moveTo>
                  <a:lnTo>
                    <a:pt x="0" y="0"/>
                  </a:lnTo>
                  <a:lnTo>
                    <a:pt x="0" y="24"/>
                  </a:lnTo>
                  <a:lnTo>
                    <a:pt x="0" y="24"/>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1" name="Google Shape;12681;p30"/>
            <p:cNvSpPr/>
            <p:nvPr/>
          </p:nvSpPr>
          <p:spPr>
            <a:xfrm rot="10800000">
              <a:off x="3366121" y="6524601"/>
              <a:ext cx="4165" cy="4165"/>
            </a:xfrm>
            <a:custGeom>
              <a:avLst/>
              <a:gdLst/>
              <a:ahLst/>
              <a:cxnLst/>
              <a:rect l="l" t="t" r="r" b="b"/>
              <a:pathLst>
                <a:path w="49" h="49" extrusionOk="0">
                  <a:moveTo>
                    <a:pt x="24" y="1"/>
                  </a:moveTo>
                  <a:lnTo>
                    <a:pt x="0" y="25"/>
                  </a:lnTo>
                  <a:lnTo>
                    <a:pt x="24" y="49"/>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2" name="Google Shape;12682;p30"/>
            <p:cNvSpPr/>
            <p:nvPr/>
          </p:nvSpPr>
          <p:spPr>
            <a:xfrm rot="10800000">
              <a:off x="3110341" y="6528681"/>
              <a:ext cx="2125" cy="4165"/>
            </a:xfrm>
            <a:custGeom>
              <a:avLst/>
              <a:gdLst/>
              <a:ahLst/>
              <a:cxnLst/>
              <a:rect l="l" t="t" r="r" b="b"/>
              <a:pathLst>
                <a:path w="25" h="49" extrusionOk="0">
                  <a:moveTo>
                    <a:pt x="0" y="1"/>
                  </a:moveTo>
                  <a:lnTo>
                    <a:pt x="0" y="25"/>
                  </a:lnTo>
                  <a:lnTo>
                    <a:pt x="0" y="49"/>
                  </a:lnTo>
                  <a:lnTo>
                    <a:pt x="25"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3" name="Google Shape;12683;p30"/>
            <p:cNvSpPr/>
            <p:nvPr/>
          </p:nvSpPr>
          <p:spPr>
            <a:xfrm rot="10800000">
              <a:off x="3259695" y="6530721"/>
              <a:ext cx="2125" cy="4165"/>
            </a:xfrm>
            <a:custGeom>
              <a:avLst/>
              <a:gdLst/>
              <a:ahLst/>
              <a:cxnLst/>
              <a:rect l="l" t="t" r="r" b="b"/>
              <a:pathLst>
                <a:path w="25" h="49" extrusionOk="0">
                  <a:moveTo>
                    <a:pt x="24" y="1"/>
                  </a:moveTo>
                  <a:lnTo>
                    <a:pt x="0" y="25"/>
                  </a:lnTo>
                  <a:lnTo>
                    <a:pt x="24" y="49"/>
                  </a:lnTo>
                  <a:lnTo>
                    <a:pt x="24"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4" name="Google Shape;12684;p30"/>
            <p:cNvSpPr/>
            <p:nvPr/>
          </p:nvSpPr>
          <p:spPr>
            <a:xfrm rot="10800000">
              <a:off x="3218807" y="6326114"/>
              <a:ext cx="2125" cy="2125"/>
            </a:xfrm>
            <a:custGeom>
              <a:avLst/>
              <a:gdLst/>
              <a:ahLst/>
              <a:cxnLst/>
              <a:rect l="l" t="t" r="r" b="b"/>
              <a:pathLst>
                <a:path w="25" h="25" extrusionOk="0">
                  <a:moveTo>
                    <a:pt x="25" y="1"/>
                  </a:moveTo>
                  <a:lnTo>
                    <a:pt x="1" y="25"/>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5" name="Google Shape;12685;p30"/>
            <p:cNvSpPr/>
            <p:nvPr/>
          </p:nvSpPr>
          <p:spPr>
            <a:xfrm rot="10800000">
              <a:off x="3233088" y="6037522"/>
              <a:ext cx="2125" cy="4165"/>
            </a:xfrm>
            <a:custGeom>
              <a:avLst/>
              <a:gdLst/>
              <a:ahLst/>
              <a:cxnLst/>
              <a:rect l="l" t="t" r="r" b="b"/>
              <a:pathLst>
                <a:path w="25" h="49" extrusionOk="0">
                  <a:moveTo>
                    <a:pt x="0" y="0"/>
                  </a:moveTo>
                  <a:lnTo>
                    <a:pt x="0" y="24"/>
                  </a:lnTo>
                  <a:lnTo>
                    <a:pt x="0" y="48"/>
                  </a:lnTo>
                  <a:lnTo>
                    <a:pt x="24" y="2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6" name="Google Shape;12686;p30"/>
            <p:cNvSpPr/>
            <p:nvPr/>
          </p:nvSpPr>
          <p:spPr>
            <a:xfrm rot="10800000">
              <a:off x="3405053" y="6618701"/>
              <a:ext cx="85" cy="85"/>
            </a:xfrm>
            <a:custGeom>
              <a:avLst/>
              <a:gdLst/>
              <a:ahLst/>
              <a:cxnLst/>
              <a:rect l="l" t="t" r="r" b="b"/>
              <a:pathLst>
                <a:path w="1" h="1" extrusionOk="0">
                  <a:moveTo>
                    <a:pt x="1" y="1"/>
                  </a:moveTo>
                  <a:lnTo>
                    <a:pt x="1" y="1"/>
                  </a:ln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7" name="Google Shape;12687;p30"/>
            <p:cNvSpPr/>
            <p:nvPr/>
          </p:nvSpPr>
          <p:spPr>
            <a:xfrm rot="10800000">
              <a:off x="3306787" y="6622781"/>
              <a:ext cx="2125" cy="2125"/>
            </a:xfrm>
            <a:custGeom>
              <a:avLst/>
              <a:gdLst/>
              <a:ahLst/>
              <a:cxnLst/>
              <a:rect l="l" t="t" r="r" b="b"/>
              <a:pathLst>
                <a:path w="25" h="25" extrusionOk="0">
                  <a:moveTo>
                    <a:pt x="0" y="0"/>
                  </a:moveTo>
                  <a:lnTo>
                    <a:pt x="0" y="24"/>
                  </a:ln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8" name="Google Shape;12688;p30"/>
            <p:cNvSpPr/>
            <p:nvPr/>
          </p:nvSpPr>
          <p:spPr>
            <a:xfrm rot="10800000">
              <a:off x="3398848" y="6236009"/>
              <a:ext cx="2125" cy="2125"/>
            </a:xfrm>
            <a:custGeom>
              <a:avLst/>
              <a:gdLst/>
              <a:ahLst/>
              <a:cxnLst/>
              <a:rect l="l" t="t" r="r" b="b"/>
              <a:pathLst>
                <a:path w="25" h="25" extrusionOk="0">
                  <a:moveTo>
                    <a:pt x="0" y="0"/>
                  </a:moveTo>
                  <a:lnTo>
                    <a:pt x="0" y="24"/>
                  </a:ln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9" name="Google Shape;12689;p30"/>
            <p:cNvSpPr/>
            <p:nvPr/>
          </p:nvSpPr>
          <p:spPr>
            <a:xfrm rot="10800000">
              <a:off x="3355920" y="6240089"/>
              <a:ext cx="2125" cy="4250"/>
            </a:xfrm>
            <a:custGeom>
              <a:avLst/>
              <a:gdLst/>
              <a:ahLst/>
              <a:cxnLst/>
              <a:rect l="l" t="t" r="r" b="b"/>
              <a:pathLst>
                <a:path w="25" h="50" extrusionOk="0">
                  <a:moveTo>
                    <a:pt x="1" y="1"/>
                  </a:moveTo>
                  <a:lnTo>
                    <a:pt x="1" y="25"/>
                  </a:lnTo>
                  <a:lnTo>
                    <a:pt x="1" y="49"/>
                  </a:lnTo>
                  <a:lnTo>
                    <a:pt x="25" y="2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0" name="Google Shape;12690;p30"/>
            <p:cNvSpPr/>
            <p:nvPr/>
          </p:nvSpPr>
          <p:spPr>
            <a:xfrm rot="10800000">
              <a:off x="3316988" y="6352635"/>
              <a:ext cx="85" cy="4250"/>
            </a:xfrm>
            <a:custGeom>
              <a:avLst/>
              <a:gdLst/>
              <a:ahLst/>
              <a:cxnLst/>
              <a:rect l="l" t="t" r="r" b="b"/>
              <a:pathLst>
                <a:path w="1" h="50" extrusionOk="0">
                  <a:moveTo>
                    <a:pt x="0" y="49"/>
                  </a:moveTo>
                  <a:lnTo>
                    <a:pt x="0" y="49"/>
                  </a:lnTo>
                  <a:lnTo>
                    <a:pt x="0" y="1"/>
                  </a:lnTo>
                  <a:lnTo>
                    <a:pt x="0" y="49"/>
                  </a:lnTo>
                  <a:lnTo>
                    <a:pt x="0" y="49"/>
                  </a:lnTo>
                  <a:lnTo>
                    <a:pt x="0" y="49"/>
                  </a:lnTo>
                  <a:lnTo>
                    <a:pt x="0" y="4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1" name="Google Shape;12691;p30"/>
            <p:cNvSpPr/>
            <p:nvPr/>
          </p:nvSpPr>
          <p:spPr>
            <a:xfrm rot="10800000">
              <a:off x="3251534" y="6373122"/>
              <a:ext cx="4165" cy="4165"/>
            </a:xfrm>
            <a:custGeom>
              <a:avLst/>
              <a:gdLst/>
              <a:ahLst/>
              <a:cxnLst/>
              <a:rect l="l" t="t" r="r" b="b"/>
              <a:pathLst>
                <a:path w="49" h="49" extrusionOk="0">
                  <a:moveTo>
                    <a:pt x="24" y="0"/>
                  </a:moveTo>
                  <a:lnTo>
                    <a:pt x="0" y="24"/>
                  </a:lnTo>
                  <a:lnTo>
                    <a:pt x="24" y="48"/>
                  </a:lnTo>
                  <a:lnTo>
                    <a:pt x="48"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2" name="Google Shape;12692;p30"/>
            <p:cNvSpPr/>
            <p:nvPr/>
          </p:nvSpPr>
          <p:spPr>
            <a:xfrm rot="10800000">
              <a:off x="3323193" y="6377202"/>
              <a:ext cx="4165" cy="2125"/>
            </a:xfrm>
            <a:custGeom>
              <a:avLst/>
              <a:gdLst/>
              <a:ahLst/>
              <a:cxnLst/>
              <a:rect l="l" t="t" r="r" b="b"/>
              <a:pathLst>
                <a:path w="49" h="25" extrusionOk="0">
                  <a:moveTo>
                    <a:pt x="25" y="0"/>
                  </a:moveTo>
                  <a:lnTo>
                    <a:pt x="1" y="24"/>
                  </a:lnTo>
                  <a:lnTo>
                    <a:pt x="49" y="24"/>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3" name="Google Shape;12693;p30"/>
            <p:cNvSpPr/>
            <p:nvPr/>
          </p:nvSpPr>
          <p:spPr>
            <a:xfrm rot="10800000">
              <a:off x="3083734" y="6393608"/>
              <a:ext cx="2125" cy="85"/>
            </a:xfrm>
            <a:custGeom>
              <a:avLst/>
              <a:gdLst/>
              <a:ahLst/>
              <a:cxnLst/>
              <a:rect l="l" t="t" r="r" b="b"/>
              <a:pathLst>
                <a:path w="25" h="1" extrusionOk="0">
                  <a:moveTo>
                    <a:pt x="24" y="1"/>
                  </a:moveTo>
                  <a:lnTo>
                    <a:pt x="0" y="1"/>
                  </a:lnTo>
                  <a:lnTo>
                    <a:pt x="0" y="1"/>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4" name="Google Shape;12694;p30"/>
            <p:cNvSpPr/>
            <p:nvPr/>
          </p:nvSpPr>
          <p:spPr>
            <a:xfrm rot="10800000">
              <a:off x="2973228" y="6391568"/>
              <a:ext cx="4165" cy="4165"/>
            </a:xfrm>
            <a:custGeom>
              <a:avLst/>
              <a:gdLst/>
              <a:ahLst/>
              <a:cxnLst/>
              <a:rect l="l" t="t" r="r" b="b"/>
              <a:pathLst>
                <a:path w="49" h="49" extrusionOk="0">
                  <a:moveTo>
                    <a:pt x="24" y="0"/>
                  </a:moveTo>
                  <a:lnTo>
                    <a:pt x="0" y="25"/>
                  </a:lnTo>
                  <a:lnTo>
                    <a:pt x="24" y="49"/>
                  </a:lnTo>
                  <a:lnTo>
                    <a:pt x="48" y="25"/>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5" name="Google Shape;12695;p30"/>
            <p:cNvSpPr/>
            <p:nvPr/>
          </p:nvSpPr>
          <p:spPr>
            <a:xfrm rot="10800000">
              <a:off x="3249494" y="6182795"/>
              <a:ext cx="85" cy="2125"/>
            </a:xfrm>
            <a:custGeom>
              <a:avLst/>
              <a:gdLst/>
              <a:ahLst/>
              <a:cxnLst/>
              <a:rect l="l" t="t" r="r" b="b"/>
              <a:pathLst>
                <a:path w="1" h="25" extrusionOk="0">
                  <a:moveTo>
                    <a:pt x="1" y="0"/>
                  </a:moveTo>
                  <a:lnTo>
                    <a:pt x="1" y="0"/>
                  </a:lnTo>
                  <a:lnTo>
                    <a:pt x="1" y="0"/>
                  </a:lnTo>
                  <a:lnTo>
                    <a:pt x="1" y="24"/>
                  </a:lnTo>
                  <a:lnTo>
                    <a:pt x="1" y="24"/>
                  </a:lnTo>
                  <a:lnTo>
                    <a:pt x="1" y="24"/>
                  </a:ln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6" name="Google Shape;12696;p30"/>
            <p:cNvSpPr/>
            <p:nvPr/>
          </p:nvSpPr>
          <p:spPr>
            <a:xfrm rot="10800000">
              <a:off x="3407093" y="6457022"/>
              <a:ext cx="2125" cy="4165"/>
            </a:xfrm>
            <a:custGeom>
              <a:avLst/>
              <a:gdLst/>
              <a:ahLst/>
              <a:cxnLst/>
              <a:rect l="l" t="t" r="r" b="b"/>
              <a:pathLst>
                <a:path w="25" h="49" extrusionOk="0">
                  <a:moveTo>
                    <a:pt x="1" y="0"/>
                  </a:moveTo>
                  <a:lnTo>
                    <a:pt x="1" y="24"/>
                  </a:lnTo>
                  <a:lnTo>
                    <a:pt x="1" y="48"/>
                  </a:lnTo>
                  <a:lnTo>
                    <a:pt x="25" y="2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7" name="Google Shape;12697;p30"/>
            <p:cNvSpPr/>
            <p:nvPr/>
          </p:nvSpPr>
          <p:spPr>
            <a:xfrm rot="10800000">
              <a:off x="3120541" y="6477508"/>
              <a:ext cx="4250" cy="4165"/>
            </a:xfrm>
            <a:custGeom>
              <a:avLst/>
              <a:gdLst/>
              <a:ahLst/>
              <a:cxnLst/>
              <a:rect l="l" t="t" r="r" b="b"/>
              <a:pathLst>
                <a:path w="50" h="49" extrusionOk="0">
                  <a:moveTo>
                    <a:pt x="25" y="0"/>
                  </a:moveTo>
                  <a:lnTo>
                    <a:pt x="1" y="24"/>
                  </a:lnTo>
                  <a:lnTo>
                    <a:pt x="1" y="49"/>
                  </a:lnTo>
                  <a:lnTo>
                    <a:pt x="25" y="49"/>
                  </a:lnTo>
                  <a:lnTo>
                    <a:pt x="49" y="24"/>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8" name="Google Shape;12698;p30"/>
            <p:cNvSpPr/>
            <p:nvPr/>
          </p:nvSpPr>
          <p:spPr>
            <a:xfrm rot="10800000">
              <a:off x="3089855" y="6622781"/>
              <a:ext cx="85" cy="2125"/>
            </a:xfrm>
            <a:custGeom>
              <a:avLst/>
              <a:gdLst/>
              <a:ahLst/>
              <a:cxnLst/>
              <a:rect l="l" t="t" r="r" b="b"/>
              <a:pathLst>
                <a:path w="1" h="25" extrusionOk="0">
                  <a:moveTo>
                    <a:pt x="0" y="0"/>
                  </a:moveTo>
                  <a:lnTo>
                    <a:pt x="0" y="24"/>
                  </a:lnTo>
                  <a:lnTo>
                    <a:pt x="0" y="2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9" name="Google Shape;12699;p30"/>
            <p:cNvSpPr/>
            <p:nvPr/>
          </p:nvSpPr>
          <p:spPr>
            <a:xfrm rot="10800000">
              <a:off x="3177835" y="6244254"/>
              <a:ext cx="2125" cy="2125"/>
            </a:xfrm>
            <a:custGeom>
              <a:avLst/>
              <a:gdLst/>
              <a:ahLst/>
              <a:cxnLst/>
              <a:rect l="l" t="t" r="r" b="b"/>
              <a:pathLst>
                <a:path w="25" h="25" extrusionOk="0">
                  <a:moveTo>
                    <a:pt x="0" y="1"/>
                  </a:moveTo>
                  <a:lnTo>
                    <a:pt x="0" y="25"/>
                  </a:lnTo>
                  <a:lnTo>
                    <a:pt x="24"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0" name="Google Shape;12700;p30"/>
            <p:cNvSpPr/>
            <p:nvPr/>
          </p:nvSpPr>
          <p:spPr>
            <a:xfrm rot="10800000">
              <a:off x="3400888" y="6094815"/>
              <a:ext cx="2125" cy="2125"/>
            </a:xfrm>
            <a:custGeom>
              <a:avLst/>
              <a:gdLst/>
              <a:ahLst/>
              <a:cxnLst/>
              <a:rect l="l" t="t" r="r" b="b"/>
              <a:pathLst>
                <a:path w="25" h="25" extrusionOk="0">
                  <a:moveTo>
                    <a:pt x="0" y="0"/>
                  </a:move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1" name="Google Shape;12701;p30"/>
            <p:cNvSpPr/>
            <p:nvPr/>
          </p:nvSpPr>
          <p:spPr>
            <a:xfrm rot="10800000">
              <a:off x="3300667" y="5892248"/>
              <a:ext cx="2125" cy="85"/>
            </a:xfrm>
            <a:custGeom>
              <a:avLst/>
              <a:gdLst/>
              <a:ahLst/>
              <a:cxnLst/>
              <a:rect l="l" t="t" r="r" b="b"/>
              <a:pathLst>
                <a:path w="25" h="1" extrusionOk="0">
                  <a:moveTo>
                    <a:pt x="25" y="0"/>
                  </a:moveTo>
                  <a:lnTo>
                    <a:pt x="25" y="0"/>
                  </a:lnTo>
                  <a:lnTo>
                    <a:pt x="25" y="0"/>
                  </a:lnTo>
                  <a:lnTo>
                    <a:pt x="1" y="0"/>
                  </a:lnTo>
                  <a:lnTo>
                    <a:pt x="1" y="0"/>
                  </a:lnTo>
                  <a:lnTo>
                    <a:pt x="25" y="0"/>
                  </a:lnTo>
                  <a:lnTo>
                    <a:pt x="25" y="0"/>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2" name="Google Shape;12702;p30"/>
            <p:cNvSpPr/>
            <p:nvPr/>
          </p:nvSpPr>
          <p:spPr>
            <a:xfrm rot="10800000">
              <a:off x="3382527" y="6156189"/>
              <a:ext cx="85" cy="85"/>
            </a:xfrm>
            <a:custGeom>
              <a:avLst/>
              <a:gdLst/>
              <a:ahLst/>
              <a:cxnLst/>
              <a:rect l="l" t="t" r="r" b="b"/>
              <a:pathLst>
                <a:path w="1" h="1" extrusionOk="0">
                  <a:moveTo>
                    <a:pt x="1" y="0"/>
                  </a:moveTo>
                  <a:lnTo>
                    <a:pt x="1" y="0"/>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3" name="Google Shape;12703;p30"/>
            <p:cNvSpPr/>
            <p:nvPr/>
          </p:nvSpPr>
          <p:spPr>
            <a:xfrm rot="10800000">
              <a:off x="3216767" y="6428375"/>
              <a:ext cx="2125" cy="2125"/>
            </a:xfrm>
            <a:custGeom>
              <a:avLst/>
              <a:gdLst/>
              <a:ahLst/>
              <a:cxnLst/>
              <a:rect l="l" t="t" r="r" b="b"/>
              <a:pathLst>
                <a:path w="25" h="25" extrusionOk="0">
                  <a:moveTo>
                    <a:pt x="25" y="24"/>
                  </a:moveTo>
                  <a:lnTo>
                    <a:pt x="25" y="24"/>
                  </a:lnTo>
                  <a:lnTo>
                    <a:pt x="25" y="0"/>
                  </a:lnTo>
                  <a:lnTo>
                    <a:pt x="25" y="0"/>
                  </a:lnTo>
                  <a:lnTo>
                    <a:pt x="25" y="24"/>
                  </a:lnTo>
                  <a:lnTo>
                    <a:pt x="1" y="24"/>
                  </a:lnTo>
                  <a:lnTo>
                    <a:pt x="25" y="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4" name="Google Shape;12704;p30"/>
            <p:cNvSpPr/>
            <p:nvPr/>
          </p:nvSpPr>
          <p:spPr>
            <a:xfrm rot="10800000">
              <a:off x="3304747" y="6432455"/>
              <a:ext cx="85" cy="2125"/>
            </a:xfrm>
            <a:custGeom>
              <a:avLst/>
              <a:gdLst/>
              <a:ahLst/>
              <a:cxnLst/>
              <a:rect l="l" t="t" r="r" b="b"/>
              <a:pathLst>
                <a:path w="1" h="25" extrusionOk="0">
                  <a:moveTo>
                    <a:pt x="1" y="0"/>
                  </a:move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5" name="Google Shape;12705;p30"/>
            <p:cNvSpPr/>
            <p:nvPr/>
          </p:nvSpPr>
          <p:spPr>
            <a:xfrm rot="10800000">
              <a:off x="3210647" y="6461102"/>
              <a:ext cx="85" cy="2125"/>
            </a:xfrm>
            <a:custGeom>
              <a:avLst/>
              <a:gdLst/>
              <a:ahLst/>
              <a:cxnLst/>
              <a:rect l="l" t="t" r="r" b="b"/>
              <a:pathLst>
                <a:path w="1" h="25" extrusionOk="0">
                  <a:moveTo>
                    <a:pt x="1" y="0"/>
                  </a:moveTo>
                  <a:lnTo>
                    <a:pt x="1" y="24"/>
                  </a:ln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6" name="Google Shape;12706;p30"/>
            <p:cNvSpPr/>
            <p:nvPr/>
          </p:nvSpPr>
          <p:spPr>
            <a:xfrm rot="10800000">
              <a:off x="3454101" y="6524601"/>
              <a:ext cx="2125" cy="85"/>
            </a:xfrm>
            <a:custGeom>
              <a:avLst/>
              <a:gdLst/>
              <a:ahLst/>
              <a:cxnLst/>
              <a:rect l="l" t="t" r="r" b="b"/>
              <a:pathLst>
                <a:path w="25" h="1" extrusionOk="0">
                  <a:moveTo>
                    <a:pt x="0" y="1"/>
                  </a:moveTo>
                  <a:lnTo>
                    <a:pt x="24"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7" name="Google Shape;12707;p30"/>
            <p:cNvSpPr/>
            <p:nvPr/>
          </p:nvSpPr>
          <p:spPr>
            <a:xfrm rot="10800000">
              <a:off x="3454101" y="6524601"/>
              <a:ext cx="2125" cy="2125"/>
            </a:xfrm>
            <a:custGeom>
              <a:avLst/>
              <a:gdLst/>
              <a:ahLst/>
              <a:cxnLst/>
              <a:rect l="l" t="t" r="r" b="b"/>
              <a:pathLst>
                <a:path w="25" h="25" extrusionOk="0">
                  <a:moveTo>
                    <a:pt x="24" y="25"/>
                  </a:moveTo>
                  <a:lnTo>
                    <a:pt x="24" y="25"/>
                  </a:lnTo>
                  <a:lnTo>
                    <a:pt x="24" y="1"/>
                  </a:lnTo>
                  <a:lnTo>
                    <a:pt x="24" y="1"/>
                  </a:lnTo>
                  <a:lnTo>
                    <a:pt x="24" y="25"/>
                  </a:lnTo>
                  <a:lnTo>
                    <a:pt x="0" y="25"/>
                  </a:lnTo>
                  <a:lnTo>
                    <a:pt x="0" y="25"/>
                  </a:lnTo>
                  <a:lnTo>
                    <a:pt x="24" y="25"/>
                  </a:lnTo>
                  <a:lnTo>
                    <a:pt x="24" y="2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8" name="Google Shape;12708;p30"/>
            <p:cNvSpPr/>
            <p:nvPr/>
          </p:nvSpPr>
          <p:spPr>
            <a:xfrm rot="10800000">
              <a:off x="3529841" y="6536841"/>
              <a:ext cx="2125" cy="2125"/>
            </a:xfrm>
            <a:custGeom>
              <a:avLst/>
              <a:gdLst/>
              <a:ahLst/>
              <a:cxnLst/>
              <a:rect l="l" t="t" r="r" b="b"/>
              <a:pathLst>
                <a:path w="25" h="25" extrusionOk="0">
                  <a:moveTo>
                    <a:pt x="0" y="0"/>
                  </a:moveTo>
                  <a:lnTo>
                    <a:pt x="0"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9" name="Google Shape;12709;p30"/>
            <p:cNvSpPr/>
            <p:nvPr/>
          </p:nvSpPr>
          <p:spPr>
            <a:xfrm rot="10800000">
              <a:off x="3646467" y="6217647"/>
              <a:ext cx="1086704" cy="939305"/>
            </a:xfrm>
            <a:custGeom>
              <a:avLst/>
              <a:gdLst/>
              <a:ahLst/>
              <a:cxnLst/>
              <a:rect l="l" t="t" r="r" b="b"/>
              <a:pathLst>
                <a:path w="12784" h="11050" extrusionOk="0">
                  <a:moveTo>
                    <a:pt x="6813" y="0"/>
                  </a:moveTo>
                  <a:lnTo>
                    <a:pt x="6163" y="24"/>
                  </a:lnTo>
                  <a:lnTo>
                    <a:pt x="5513" y="121"/>
                  </a:lnTo>
                  <a:lnTo>
                    <a:pt x="4863" y="241"/>
                  </a:lnTo>
                  <a:lnTo>
                    <a:pt x="4237" y="385"/>
                  </a:lnTo>
                  <a:lnTo>
                    <a:pt x="3611" y="578"/>
                  </a:lnTo>
                  <a:lnTo>
                    <a:pt x="3010" y="819"/>
                  </a:lnTo>
                  <a:lnTo>
                    <a:pt x="2408" y="1084"/>
                  </a:lnTo>
                  <a:lnTo>
                    <a:pt x="2095" y="1252"/>
                  </a:lnTo>
                  <a:lnTo>
                    <a:pt x="1806" y="1421"/>
                  </a:lnTo>
                  <a:lnTo>
                    <a:pt x="1517" y="1637"/>
                  </a:lnTo>
                  <a:lnTo>
                    <a:pt x="1276" y="1854"/>
                  </a:lnTo>
                  <a:lnTo>
                    <a:pt x="1036" y="2095"/>
                  </a:lnTo>
                  <a:lnTo>
                    <a:pt x="843" y="2359"/>
                  </a:lnTo>
                  <a:lnTo>
                    <a:pt x="650" y="2648"/>
                  </a:lnTo>
                  <a:lnTo>
                    <a:pt x="482" y="2961"/>
                  </a:lnTo>
                  <a:lnTo>
                    <a:pt x="337" y="3346"/>
                  </a:lnTo>
                  <a:lnTo>
                    <a:pt x="193" y="3756"/>
                  </a:lnTo>
                  <a:lnTo>
                    <a:pt x="97" y="4141"/>
                  </a:lnTo>
                  <a:lnTo>
                    <a:pt x="49" y="4550"/>
                  </a:lnTo>
                  <a:lnTo>
                    <a:pt x="0" y="4959"/>
                  </a:lnTo>
                  <a:lnTo>
                    <a:pt x="0" y="5369"/>
                  </a:lnTo>
                  <a:lnTo>
                    <a:pt x="24" y="5778"/>
                  </a:lnTo>
                  <a:lnTo>
                    <a:pt x="97" y="6187"/>
                  </a:lnTo>
                  <a:lnTo>
                    <a:pt x="193" y="6596"/>
                  </a:lnTo>
                  <a:lnTo>
                    <a:pt x="289" y="6981"/>
                  </a:lnTo>
                  <a:lnTo>
                    <a:pt x="434" y="7367"/>
                  </a:lnTo>
                  <a:lnTo>
                    <a:pt x="578" y="7728"/>
                  </a:lnTo>
                  <a:lnTo>
                    <a:pt x="747" y="8065"/>
                  </a:lnTo>
                  <a:lnTo>
                    <a:pt x="939" y="8378"/>
                  </a:lnTo>
                  <a:lnTo>
                    <a:pt x="1156" y="8691"/>
                  </a:lnTo>
                  <a:lnTo>
                    <a:pt x="1373" y="8980"/>
                  </a:lnTo>
                  <a:lnTo>
                    <a:pt x="1613" y="9244"/>
                  </a:lnTo>
                  <a:lnTo>
                    <a:pt x="1902" y="9509"/>
                  </a:lnTo>
                  <a:lnTo>
                    <a:pt x="2191" y="9750"/>
                  </a:lnTo>
                  <a:lnTo>
                    <a:pt x="2480" y="9967"/>
                  </a:lnTo>
                  <a:lnTo>
                    <a:pt x="2817" y="10183"/>
                  </a:lnTo>
                  <a:lnTo>
                    <a:pt x="3154" y="10376"/>
                  </a:lnTo>
                  <a:lnTo>
                    <a:pt x="3515" y="10544"/>
                  </a:lnTo>
                  <a:lnTo>
                    <a:pt x="3900" y="10713"/>
                  </a:lnTo>
                  <a:lnTo>
                    <a:pt x="4358" y="10857"/>
                  </a:lnTo>
                  <a:lnTo>
                    <a:pt x="4839" y="10978"/>
                  </a:lnTo>
                  <a:lnTo>
                    <a:pt x="5297" y="11050"/>
                  </a:lnTo>
                  <a:lnTo>
                    <a:pt x="5754" y="11050"/>
                  </a:lnTo>
                  <a:lnTo>
                    <a:pt x="5995" y="11026"/>
                  </a:lnTo>
                  <a:lnTo>
                    <a:pt x="6235" y="11002"/>
                  </a:lnTo>
                  <a:lnTo>
                    <a:pt x="6452" y="10954"/>
                  </a:lnTo>
                  <a:lnTo>
                    <a:pt x="6693" y="10881"/>
                  </a:lnTo>
                  <a:lnTo>
                    <a:pt x="6909" y="10809"/>
                  </a:lnTo>
                  <a:lnTo>
                    <a:pt x="7126" y="10713"/>
                  </a:lnTo>
                  <a:lnTo>
                    <a:pt x="7343" y="10592"/>
                  </a:lnTo>
                  <a:lnTo>
                    <a:pt x="7583" y="10448"/>
                  </a:lnTo>
                  <a:lnTo>
                    <a:pt x="9293" y="9341"/>
                  </a:lnTo>
                  <a:lnTo>
                    <a:pt x="10135" y="8787"/>
                  </a:lnTo>
                  <a:lnTo>
                    <a:pt x="10978" y="8209"/>
                  </a:lnTo>
                  <a:lnTo>
                    <a:pt x="11194" y="8041"/>
                  </a:lnTo>
                  <a:lnTo>
                    <a:pt x="11387" y="7848"/>
                  </a:lnTo>
                  <a:lnTo>
                    <a:pt x="11580" y="7680"/>
                  </a:lnTo>
                  <a:lnTo>
                    <a:pt x="11772" y="7487"/>
                  </a:lnTo>
                  <a:lnTo>
                    <a:pt x="11917" y="7294"/>
                  </a:lnTo>
                  <a:lnTo>
                    <a:pt x="12061" y="7078"/>
                  </a:lnTo>
                  <a:lnTo>
                    <a:pt x="12206" y="6885"/>
                  </a:lnTo>
                  <a:lnTo>
                    <a:pt x="12326" y="6669"/>
                  </a:lnTo>
                  <a:lnTo>
                    <a:pt x="12422" y="6428"/>
                  </a:lnTo>
                  <a:lnTo>
                    <a:pt x="12518" y="6211"/>
                  </a:lnTo>
                  <a:lnTo>
                    <a:pt x="12663" y="5730"/>
                  </a:lnTo>
                  <a:lnTo>
                    <a:pt x="12735" y="5248"/>
                  </a:lnTo>
                  <a:lnTo>
                    <a:pt x="12783" y="4767"/>
                  </a:lnTo>
                  <a:lnTo>
                    <a:pt x="12783" y="4358"/>
                  </a:lnTo>
                  <a:lnTo>
                    <a:pt x="12735" y="3996"/>
                  </a:lnTo>
                  <a:lnTo>
                    <a:pt x="12663" y="3635"/>
                  </a:lnTo>
                  <a:lnTo>
                    <a:pt x="12567" y="3274"/>
                  </a:lnTo>
                  <a:lnTo>
                    <a:pt x="12446" y="2961"/>
                  </a:lnTo>
                  <a:lnTo>
                    <a:pt x="12302" y="2648"/>
                  </a:lnTo>
                  <a:lnTo>
                    <a:pt x="12109" y="2359"/>
                  </a:lnTo>
                  <a:lnTo>
                    <a:pt x="11893" y="2071"/>
                  </a:lnTo>
                  <a:lnTo>
                    <a:pt x="11676" y="1830"/>
                  </a:lnTo>
                  <a:lnTo>
                    <a:pt x="11459" y="1589"/>
                  </a:lnTo>
                  <a:lnTo>
                    <a:pt x="11219" y="1372"/>
                  </a:lnTo>
                  <a:lnTo>
                    <a:pt x="10978" y="1180"/>
                  </a:lnTo>
                  <a:lnTo>
                    <a:pt x="10713" y="987"/>
                  </a:lnTo>
                  <a:lnTo>
                    <a:pt x="10448" y="819"/>
                  </a:lnTo>
                  <a:lnTo>
                    <a:pt x="10183" y="674"/>
                  </a:lnTo>
                  <a:lnTo>
                    <a:pt x="9919" y="554"/>
                  </a:lnTo>
                  <a:lnTo>
                    <a:pt x="9630" y="434"/>
                  </a:lnTo>
                  <a:lnTo>
                    <a:pt x="9341" y="313"/>
                  </a:lnTo>
                  <a:lnTo>
                    <a:pt x="9028" y="241"/>
                  </a:lnTo>
                  <a:lnTo>
                    <a:pt x="8739" y="169"/>
                  </a:lnTo>
                  <a:lnTo>
                    <a:pt x="8426" y="97"/>
                  </a:lnTo>
                  <a:lnTo>
                    <a:pt x="8113" y="48"/>
                  </a:lnTo>
                  <a:lnTo>
                    <a:pt x="746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0" name="Google Shape;12710;p30"/>
            <p:cNvSpPr/>
            <p:nvPr/>
          </p:nvSpPr>
          <p:spPr>
            <a:xfrm rot="10800000">
              <a:off x="4049646" y="6440701"/>
              <a:ext cx="362291" cy="446191"/>
            </a:xfrm>
            <a:custGeom>
              <a:avLst/>
              <a:gdLst/>
              <a:ahLst/>
              <a:cxnLst/>
              <a:rect l="l" t="t" r="r" b="b"/>
              <a:pathLst>
                <a:path w="4262" h="5249" extrusionOk="0">
                  <a:moveTo>
                    <a:pt x="1782" y="1"/>
                  </a:moveTo>
                  <a:lnTo>
                    <a:pt x="1590" y="25"/>
                  </a:lnTo>
                  <a:lnTo>
                    <a:pt x="1397" y="73"/>
                  </a:lnTo>
                  <a:lnTo>
                    <a:pt x="1205" y="145"/>
                  </a:lnTo>
                  <a:lnTo>
                    <a:pt x="916" y="314"/>
                  </a:lnTo>
                  <a:lnTo>
                    <a:pt x="771" y="410"/>
                  </a:lnTo>
                  <a:lnTo>
                    <a:pt x="651" y="531"/>
                  </a:lnTo>
                  <a:lnTo>
                    <a:pt x="531" y="675"/>
                  </a:lnTo>
                  <a:lnTo>
                    <a:pt x="410" y="795"/>
                  </a:lnTo>
                  <a:lnTo>
                    <a:pt x="314" y="964"/>
                  </a:lnTo>
                  <a:lnTo>
                    <a:pt x="242" y="1108"/>
                  </a:lnTo>
                  <a:lnTo>
                    <a:pt x="145" y="1349"/>
                  </a:lnTo>
                  <a:lnTo>
                    <a:pt x="73" y="1614"/>
                  </a:lnTo>
                  <a:lnTo>
                    <a:pt x="25" y="1879"/>
                  </a:lnTo>
                  <a:lnTo>
                    <a:pt x="1" y="2143"/>
                  </a:lnTo>
                  <a:lnTo>
                    <a:pt x="1" y="2408"/>
                  </a:lnTo>
                  <a:lnTo>
                    <a:pt x="1" y="2697"/>
                  </a:lnTo>
                  <a:lnTo>
                    <a:pt x="49" y="2962"/>
                  </a:lnTo>
                  <a:lnTo>
                    <a:pt x="121" y="3227"/>
                  </a:lnTo>
                  <a:lnTo>
                    <a:pt x="218" y="3492"/>
                  </a:lnTo>
                  <a:lnTo>
                    <a:pt x="314" y="3732"/>
                  </a:lnTo>
                  <a:lnTo>
                    <a:pt x="434" y="3997"/>
                  </a:lnTo>
                  <a:lnTo>
                    <a:pt x="579" y="4214"/>
                  </a:lnTo>
                  <a:lnTo>
                    <a:pt x="747" y="4430"/>
                  </a:lnTo>
                  <a:lnTo>
                    <a:pt x="916" y="4623"/>
                  </a:lnTo>
                  <a:lnTo>
                    <a:pt x="1132" y="4816"/>
                  </a:lnTo>
                  <a:lnTo>
                    <a:pt x="1349" y="4960"/>
                  </a:lnTo>
                  <a:lnTo>
                    <a:pt x="1518" y="5056"/>
                  </a:lnTo>
                  <a:lnTo>
                    <a:pt x="1710" y="5129"/>
                  </a:lnTo>
                  <a:lnTo>
                    <a:pt x="1927" y="5201"/>
                  </a:lnTo>
                  <a:lnTo>
                    <a:pt x="2167" y="5249"/>
                  </a:lnTo>
                  <a:lnTo>
                    <a:pt x="2408" y="5249"/>
                  </a:lnTo>
                  <a:lnTo>
                    <a:pt x="2625" y="5225"/>
                  </a:lnTo>
                  <a:lnTo>
                    <a:pt x="2866" y="5153"/>
                  </a:lnTo>
                  <a:lnTo>
                    <a:pt x="3058" y="5080"/>
                  </a:lnTo>
                  <a:lnTo>
                    <a:pt x="3275" y="4960"/>
                  </a:lnTo>
                  <a:lnTo>
                    <a:pt x="3467" y="4840"/>
                  </a:lnTo>
                  <a:lnTo>
                    <a:pt x="3636" y="4671"/>
                  </a:lnTo>
                  <a:lnTo>
                    <a:pt x="3780" y="4503"/>
                  </a:lnTo>
                  <a:lnTo>
                    <a:pt x="3925" y="4286"/>
                  </a:lnTo>
                  <a:lnTo>
                    <a:pt x="4045" y="4069"/>
                  </a:lnTo>
                  <a:lnTo>
                    <a:pt x="4141" y="3853"/>
                  </a:lnTo>
                  <a:lnTo>
                    <a:pt x="4214" y="3588"/>
                  </a:lnTo>
                  <a:lnTo>
                    <a:pt x="4238" y="3347"/>
                  </a:lnTo>
                  <a:lnTo>
                    <a:pt x="4262" y="3058"/>
                  </a:lnTo>
                  <a:lnTo>
                    <a:pt x="4238" y="2817"/>
                  </a:lnTo>
                  <a:lnTo>
                    <a:pt x="4214" y="2577"/>
                  </a:lnTo>
                  <a:lnTo>
                    <a:pt x="4117" y="2071"/>
                  </a:lnTo>
                  <a:lnTo>
                    <a:pt x="3949" y="1542"/>
                  </a:lnTo>
                  <a:lnTo>
                    <a:pt x="3780" y="1036"/>
                  </a:lnTo>
                  <a:lnTo>
                    <a:pt x="3636" y="771"/>
                  </a:lnTo>
                  <a:lnTo>
                    <a:pt x="3467" y="531"/>
                  </a:lnTo>
                  <a:lnTo>
                    <a:pt x="3275" y="362"/>
                  </a:lnTo>
                  <a:lnTo>
                    <a:pt x="3058" y="242"/>
                  </a:lnTo>
                  <a:lnTo>
                    <a:pt x="2817" y="145"/>
                  </a:lnTo>
                  <a:lnTo>
                    <a:pt x="2553" y="73"/>
                  </a:lnTo>
                  <a:lnTo>
                    <a:pt x="2264" y="25"/>
                  </a:lnTo>
                  <a:lnTo>
                    <a:pt x="19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1" name="Google Shape;12711;p30"/>
            <p:cNvSpPr/>
            <p:nvPr/>
          </p:nvSpPr>
          <p:spPr>
            <a:xfrm rot="10800000">
              <a:off x="4248133" y="6084615"/>
              <a:ext cx="100306" cy="86025"/>
            </a:xfrm>
            <a:custGeom>
              <a:avLst/>
              <a:gdLst/>
              <a:ahLst/>
              <a:cxnLst/>
              <a:rect l="l" t="t" r="r" b="b"/>
              <a:pathLst>
                <a:path w="1180" h="1012" extrusionOk="0">
                  <a:moveTo>
                    <a:pt x="313" y="1"/>
                  </a:moveTo>
                  <a:lnTo>
                    <a:pt x="241" y="25"/>
                  </a:lnTo>
                  <a:lnTo>
                    <a:pt x="169" y="49"/>
                  </a:lnTo>
                  <a:lnTo>
                    <a:pt x="121" y="97"/>
                  </a:lnTo>
                  <a:lnTo>
                    <a:pt x="72" y="169"/>
                  </a:lnTo>
                  <a:lnTo>
                    <a:pt x="24" y="289"/>
                  </a:lnTo>
                  <a:lnTo>
                    <a:pt x="0" y="410"/>
                  </a:lnTo>
                  <a:lnTo>
                    <a:pt x="24" y="530"/>
                  </a:lnTo>
                  <a:lnTo>
                    <a:pt x="48" y="651"/>
                  </a:lnTo>
                  <a:lnTo>
                    <a:pt x="96" y="747"/>
                  </a:lnTo>
                  <a:lnTo>
                    <a:pt x="193" y="843"/>
                  </a:lnTo>
                  <a:lnTo>
                    <a:pt x="289" y="915"/>
                  </a:lnTo>
                  <a:lnTo>
                    <a:pt x="409" y="963"/>
                  </a:lnTo>
                  <a:lnTo>
                    <a:pt x="530" y="988"/>
                  </a:lnTo>
                  <a:lnTo>
                    <a:pt x="674" y="1012"/>
                  </a:lnTo>
                  <a:lnTo>
                    <a:pt x="819" y="988"/>
                  </a:lnTo>
                  <a:lnTo>
                    <a:pt x="963" y="939"/>
                  </a:lnTo>
                  <a:lnTo>
                    <a:pt x="1083" y="867"/>
                  </a:lnTo>
                  <a:lnTo>
                    <a:pt x="1156" y="747"/>
                  </a:lnTo>
                  <a:lnTo>
                    <a:pt x="1180" y="626"/>
                  </a:lnTo>
                  <a:lnTo>
                    <a:pt x="1180" y="554"/>
                  </a:lnTo>
                  <a:lnTo>
                    <a:pt x="1156" y="506"/>
                  </a:lnTo>
                  <a:lnTo>
                    <a:pt x="1083" y="386"/>
                  </a:lnTo>
                  <a:lnTo>
                    <a:pt x="1011" y="289"/>
                  </a:lnTo>
                  <a:lnTo>
                    <a:pt x="915" y="217"/>
                  </a:lnTo>
                  <a:lnTo>
                    <a:pt x="795" y="121"/>
                  </a:lnTo>
                  <a:lnTo>
                    <a:pt x="674" y="73"/>
                  </a:lnTo>
                  <a:lnTo>
                    <a:pt x="554" y="25"/>
                  </a:lnTo>
                  <a:lnTo>
                    <a:pt x="4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2" name="Google Shape;12712;p30"/>
            <p:cNvSpPr/>
            <p:nvPr/>
          </p:nvSpPr>
          <p:spPr>
            <a:xfrm rot="10800000">
              <a:off x="4311547" y="6317868"/>
              <a:ext cx="92145" cy="83985"/>
            </a:xfrm>
            <a:custGeom>
              <a:avLst/>
              <a:gdLst/>
              <a:ahLst/>
              <a:cxnLst/>
              <a:rect l="l" t="t" r="r" b="b"/>
              <a:pathLst>
                <a:path w="1084" h="988" extrusionOk="0">
                  <a:moveTo>
                    <a:pt x="409" y="0"/>
                  </a:moveTo>
                  <a:lnTo>
                    <a:pt x="337" y="48"/>
                  </a:lnTo>
                  <a:lnTo>
                    <a:pt x="241" y="97"/>
                  </a:lnTo>
                  <a:lnTo>
                    <a:pt x="169" y="169"/>
                  </a:lnTo>
                  <a:lnTo>
                    <a:pt x="96" y="241"/>
                  </a:lnTo>
                  <a:lnTo>
                    <a:pt x="48" y="337"/>
                  </a:lnTo>
                  <a:lnTo>
                    <a:pt x="0" y="434"/>
                  </a:lnTo>
                  <a:lnTo>
                    <a:pt x="0" y="506"/>
                  </a:lnTo>
                  <a:lnTo>
                    <a:pt x="0" y="602"/>
                  </a:lnTo>
                  <a:lnTo>
                    <a:pt x="24" y="674"/>
                  </a:lnTo>
                  <a:lnTo>
                    <a:pt x="48" y="747"/>
                  </a:lnTo>
                  <a:lnTo>
                    <a:pt x="96" y="819"/>
                  </a:lnTo>
                  <a:lnTo>
                    <a:pt x="145" y="891"/>
                  </a:lnTo>
                  <a:lnTo>
                    <a:pt x="217" y="939"/>
                  </a:lnTo>
                  <a:lnTo>
                    <a:pt x="289" y="963"/>
                  </a:lnTo>
                  <a:lnTo>
                    <a:pt x="434" y="987"/>
                  </a:lnTo>
                  <a:lnTo>
                    <a:pt x="698" y="987"/>
                  </a:lnTo>
                  <a:lnTo>
                    <a:pt x="795" y="939"/>
                  </a:lnTo>
                  <a:lnTo>
                    <a:pt x="891" y="891"/>
                  </a:lnTo>
                  <a:lnTo>
                    <a:pt x="987" y="819"/>
                  </a:lnTo>
                  <a:lnTo>
                    <a:pt x="1035" y="722"/>
                  </a:lnTo>
                  <a:lnTo>
                    <a:pt x="1083" y="602"/>
                  </a:lnTo>
                  <a:lnTo>
                    <a:pt x="1083" y="530"/>
                  </a:lnTo>
                  <a:lnTo>
                    <a:pt x="1059" y="434"/>
                  </a:lnTo>
                  <a:lnTo>
                    <a:pt x="1035" y="337"/>
                  </a:lnTo>
                  <a:lnTo>
                    <a:pt x="963" y="265"/>
                  </a:lnTo>
                  <a:lnTo>
                    <a:pt x="891" y="169"/>
                  </a:lnTo>
                  <a:lnTo>
                    <a:pt x="795" y="97"/>
                  </a:lnTo>
                  <a:lnTo>
                    <a:pt x="698" y="48"/>
                  </a:lnTo>
                  <a:lnTo>
                    <a:pt x="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3" name="Google Shape;12713;p30"/>
            <p:cNvSpPr/>
            <p:nvPr/>
          </p:nvSpPr>
          <p:spPr>
            <a:xfrm rot="10800000">
              <a:off x="4139666" y="6252415"/>
              <a:ext cx="57378" cy="40972"/>
            </a:xfrm>
            <a:custGeom>
              <a:avLst/>
              <a:gdLst/>
              <a:ahLst/>
              <a:cxnLst/>
              <a:rect l="l" t="t" r="r" b="b"/>
              <a:pathLst>
                <a:path w="675" h="482" extrusionOk="0">
                  <a:moveTo>
                    <a:pt x="338" y="0"/>
                  </a:moveTo>
                  <a:lnTo>
                    <a:pt x="145" y="72"/>
                  </a:lnTo>
                  <a:lnTo>
                    <a:pt x="97" y="96"/>
                  </a:lnTo>
                  <a:lnTo>
                    <a:pt x="25" y="145"/>
                  </a:lnTo>
                  <a:lnTo>
                    <a:pt x="1" y="217"/>
                  </a:lnTo>
                  <a:lnTo>
                    <a:pt x="1" y="289"/>
                  </a:lnTo>
                  <a:lnTo>
                    <a:pt x="25" y="337"/>
                  </a:lnTo>
                  <a:lnTo>
                    <a:pt x="73" y="385"/>
                  </a:lnTo>
                  <a:lnTo>
                    <a:pt x="121" y="433"/>
                  </a:lnTo>
                  <a:lnTo>
                    <a:pt x="217" y="458"/>
                  </a:lnTo>
                  <a:lnTo>
                    <a:pt x="362" y="482"/>
                  </a:lnTo>
                  <a:lnTo>
                    <a:pt x="530" y="482"/>
                  </a:lnTo>
                  <a:lnTo>
                    <a:pt x="602" y="458"/>
                  </a:lnTo>
                  <a:lnTo>
                    <a:pt x="675" y="385"/>
                  </a:lnTo>
                  <a:lnTo>
                    <a:pt x="675" y="289"/>
                  </a:lnTo>
                  <a:lnTo>
                    <a:pt x="675" y="193"/>
                  </a:lnTo>
                  <a:lnTo>
                    <a:pt x="578" y="72"/>
                  </a:lnTo>
                  <a:lnTo>
                    <a:pt x="530" y="24"/>
                  </a:ln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4" name="Google Shape;12714;p30"/>
            <p:cNvSpPr/>
            <p:nvPr/>
          </p:nvSpPr>
          <p:spPr>
            <a:xfrm rot="10800000">
              <a:off x="4010714" y="6168515"/>
              <a:ext cx="39017" cy="43013"/>
            </a:xfrm>
            <a:custGeom>
              <a:avLst/>
              <a:gdLst/>
              <a:ahLst/>
              <a:cxnLst/>
              <a:rect l="l" t="t" r="r" b="b"/>
              <a:pathLst>
                <a:path w="459" h="506" extrusionOk="0">
                  <a:moveTo>
                    <a:pt x="121" y="0"/>
                  </a:moveTo>
                  <a:lnTo>
                    <a:pt x="49" y="72"/>
                  </a:lnTo>
                  <a:lnTo>
                    <a:pt x="25" y="145"/>
                  </a:lnTo>
                  <a:lnTo>
                    <a:pt x="1" y="217"/>
                  </a:lnTo>
                  <a:lnTo>
                    <a:pt x="25" y="289"/>
                  </a:lnTo>
                  <a:lnTo>
                    <a:pt x="49" y="361"/>
                  </a:lnTo>
                  <a:lnTo>
                    <a:pt x="97" y="433"/>
                  </a:lnTo>
                  <a:lnTo>
                    <a:pt x="169" y="482"/>
                  </a:lnTo>
                  <a:lnTo>
                    <a:pt x="242" y="506"/>
                  </a:lnTo>
                  <a:lnTo>
                    <a:pt x="338" y="506"/>
                  </a:lnTo>
                  <a:lnTo>
                    <a:pt x="410" y="482"/>
                  </a:lnTo>
                  <a:lnTo>
                    <a:pt x="434" y="433"/>
                  </a:lnTo>
                  <a:lnTo>
                    <a:pt x="458" y="361"/>
                  </a:lnTo>
                  <a:lnTo>
                    <a:pt x="458" y="313"/>
                  </a:lnTo>
                  <a:lnTo>
                    <a:pt x="434" y="241"/>
                  </a:lnTo>
                  <a:lnTo>
                    <a:pt x="410" y="169"/>
                  </a:lnTo>
                  <a:lnTo>
                    <a:pt x="386" y="120"/>
                  </a:lnTo>
                  <a:lnTo>
                    <a:pt x="314" y="72"/>
                  </a:lnTo>
                  <a:lnTo>
                    <a:pt x="266"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5" name="Google Shape;12715;p30"/>
            <p:cNvSpPr/>
            <p:nvPr/>
          </p:nvSpPr>
          <p:spPr>
            <a:xfrm rot="10800000">
              <a:off x="4025080" y="6008875"/>
              <a:ext cx="51258" cy="39017"/>
            </a:xfrm>
            <a:custGeom>
              <a:avLst/>
              <a:gdLst/>
              <a:ahLst/>
              <a:cxnLst/>
              <a:rect l="l" t="t" r="r" b="b"/>
              <a:pathLst>
                <a:path w="603" h="459" extrusionOk="0">
                  <a:moveTo>
                    <a:pt x="242" y="1"/>
                  </a:moveTo>
                  <a:lnTo>
                    <a:pt x="145" y="49"/>
                  </a:lnTo>
                  <a:lnTo>
                    <a:pt x="49" y="97"/>
                  </a:lnTo>
                  <a:lnTo>
                    <a:pt x="1" y="169"/>
                  </a:lnTo>
                  <a:lnTo>
                    <a:pt x="1" y="242"/>
                  </a:lnTo>
                  <a:lnTo>
                    <a:pt x="25" y="314"/>
                  </a:lnTo>
                  <a:lnTo>
                    <a:pt x="97" y="362"/>
                  </a:lnTo>
                  <a:lnTo>
                    <a:pt x="145" y="410"/>
                  </a:lnTo>
                  <a:lnTo>
                    <a:pt x="218" y="434"/>
                  </a:lnTo>
                  <a:lnTo>
                    <a:pt x="314" y="458"/>
                  </a:lnTo>
                  <a:lnTo>
                    <a:pt x="482" y="458"/>
                  </a:lnTo>
                  <a:lnTo>
                    <a:pt x="555" y="410"/>
                  </a:lnTo>
                  <a:lnTo>
                    <a:pt x="579" y="386"/>
                  </a:lnTo>
                  <a:lnTo>
                    <a:pt x="603" y="314"/>
                  </a:lnTo>
                  <a:lnTo>
                    <a:pt x="555" y="218"/>
                  </a:lnTo>
                  <a:lnTo>
                    <a:pt x="506" y="121"/>
                  </a:lnTo>
                  <a:lnTo>
                    <a:pt x="434" y="73"/>
                  </a:lnTo>
                  <a:lnTo>
                    <a:pt x="338" y="25"/>
                  </a:lnTo>
                  <a:lnTo>
                    <a:pt x="2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6" name="Google Shape;12716;p30"/>
            <p:cNvSpPr/>
            <p:nvPr/>
          </p:nvSpPr>
          <p:spPr>
            <a:xfrm rot="10800000">
              <a:off x="4166273" y="6027321"/>
              <a:ext cx="28732" cy="38932"/>
            </a:xfrm>
            <a:custGeom>
              <a:avLst/>
              <a:gdLst/>
              <a:ahLst/>
              <a:cxnLst/>
              <a:rect l="l" t="t" r="r" b="b"/>
              <a:pathLst>
                <a:path w="338" h="458" extrusionOk="0">
                  <a:moveTo>
                    <a:pt x="193" y="0"/>
                  </a:moveTo>
                  <a:lnTo>
                    <a:pt x="121" y="24"/>
                  </a:lnTo>
                  <a:lnTo>
                    <a:pt x="73" y="72"/>
                  </a:lnTo>
                  <a:lnTo>
                    <a:pt x="25" y="169"/>
                  </a:lnTo>
                  <a:lnTo>
                    <a:pt x="1" y="265"/>
                  </a:lnTo>
                  <a:lnTo>
                    <a:pt x="25" y="337"/>
                  </a:lnTo>
                  <a:lnTo>
                    <a:pt x="25" y="385"/>
                  </a:lnTo>
                  <a:lnTo>
                    <a:pt x="73" y="434"/>
                  </a:lnTo>
                  <a:lnTo>
                    <a:pt x="121" y="458"/>
                  </a:lnTo>
                  <a:lnTo>
                    <a:pt x="169" y="458"/>
                  </a:lnTo>
                  <a:lnTo>
                    <a:pt x="241" y="434"/>
                  </a:lnTo>
                  <a:lnTo>
                    <a:pt x="265" y="385"/>
                  </a:lnTo>
                  <a:lnTo>
                    <a:pt x="314" y="337"/>
                  </a:lnTo>
                  <a:lnTo>
                    <a:pt x="338" y="265"/>
                  </a:lnTo>
                  <a:lnTo>
                    <a:pt x="338" y="193"/>
                  </a:lnTo>
                  <a:lnTo>
                    <a:pt x="338" y="145"/>
                  </a:lnTo>
                  <a:lnTo>
                    <a:pt x="290" y="72"/>
                  </a:lnTo>
                  <a:lnTo>
                    <a:pt x="265"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7" name="Google Shape;12717;p30"/>
            <p:cNvSpPr/>
            <p:nvPr/>
          </p:nvSpPr>
          <p:spPr>
            <a:xfrm rot="10800000">
              <a:off x="4436419" y="6178715"/>
              <a:ext cx="26607" cy="39017"/>
            </a:xfrm>
            <a:custGeom>
              <a:avLst/>
              <a:gdLst/>
              <a:ahLst/>
              <a:cxnLst/>
              <a:rect l="l" t="t" r="r" b="b"/>
              <a:pathLst>
                <a:path w="313" h="459" extrusionOk="0">
                  <a:moveTo>
                    <a:pt x="193" y="1"/>
                  </a:moveTo>
                  <a:lnTo>
                    <a:pt x="144" y="25"/>
                  </a:lnTo>
                  <a:lnTo>
                    <a:pt x="96" y="49"/>
                  </a:lnTo>
                  <a:lnTo>
                    <a:pt x="24" y="145"/>
                  </a:lnTo>
                  <a:lnTo>
                    <a:pt x="0" y="242"/>
                  </a:lnTo>
                  <a:lnTo>
                    <a:pt x="24" y="338"/>
                  </a:lnTo>
                  <a:lnTo>
                    <a:pt x="96" y="434"/>
                  </a:lnTo>
                  <a:lnTo>
                    <a:pt x="120" y="458"/>
                  </a:lnTo>
                  <a:lnTo>
                    <a:pt x="169" y="458"/>
                  </a:lnTo>
                  <a:lnTo>
                    <a:pt x="217" y="434"/>
                  </a:lnTo>
                  <a:lnTo>
                    <a:pt x="241" y="410"/>
                  </a:lnTo>
                  <a:lnTo>
                    <a:pt x="289" y="338"/>
                  </a:lnTo>
                  <a:lnTo>
                    <a:pt x="313" y="242"/>
                  </a:lnTo>
                  <a:lnTo>
                    <a:pt x="313" y="169"/>
                  </a:lnTo>
                  <a:lnTo>
                    <a:pt x="289" y="73"/>
                  </a:lnTo>
                  <a:lnTo>
                    <a:pt x="241" y="25"/>
                  </a:lnTo>
                  <a:lnTo>
                    <a:pt x="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8" name="Google Shape;12718;p30"/>
            <p:cNvSpPr/>
            <p:nvPr/>
          </p:nvSpPr>
          <p:spPr>
            <a:xfrm rot="10800000">
              <a:off x="4420013" y="6008875"/>
              <a:ext cx="24651" cy="32812"/>
            </a:xfrm>
            <a:custGeom>
              <a:avLst/>
              <a:gdLst/>
              <a:ahLst/>
              <a:cxnLst/>
              <a:rect l="l" t="t" r="r" b="b"/>
              <a:pathLst>
                <a:path w="290" h="386" extrusionOk="0">
                  <a:moveTo>
                    <a:pt x="73" y="0"/>
                  </a:moveTo>
                  <a:lnTo>
                    <a:pt x="25" y="48"/>
                  </a:lnTo>
                  <a:lnTo>
                    <a:pt x="1" y="72"/>
                  </a:lnTo>
                  <a:lnTo>
                    <a:pt x="1" y="169"/>
                  </a:lnTo>
                  <a:lnTo>
                    <a:pt x="25" y="241"/>
                  </a:lnTo>
                  <a:lnTo>
                    <a:pt x="97" y="313"/>
                  </a:lnTo>
                  <a:lnTo>
                    <a:pt x="169" y="385"/>
                  </a:lnTo>
                  <a:lnTo>
                    <a:pt x="217" y="385"/>
                  </a:lnTo>
                  <a:lnTo>
                    <a:pt x="266" y="361"/>
                  </a:lnTo>
                  <a:lnTo>
                    <a:pt x="290" y="313"/>
                  </a:lnTo>
                  <a:lnTo>
                    <a:pt x="290" y="193"/>
                  </a:lnTo>
                  <a:lnTo>
                    <a:pt x="241" y="96"/>
                  </a:lnTo>
                  <a:lnTo>
                    <a:pt x="169"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9" name="Google Shape;12719;p30"/>
            <p:cNvSpPr/>
            <p:nvPr/>
          </p:nvSpPr>
          <p:spPr>
            <a:xfrm rot="10800000">
              <a:off x="4248133" y="6495954"/>
              <a:ext cx="26692" cy="26692"/>
            </a:xfrm>
            <a:custGeom>
              <a:avLst/>
              <a:gdLst/>
              <a:ahLst/>
              <a:cxnLst/>
              <a:rect l="l" t="t" r="r" b="b"/>
              <a:pathLst>
                <a:path w="314" h="314" extrusionOk="0">
                  <a:moveTo>
                    <a:pt x="145" y="1"/>
                  </a:moveTo>
                  <a:lnTo>
                    <a:pt x="73" y="25"/>
                  </a:lnTo>
                  <a:lnTo>
                    <a:pt x="25" y="49"/>
                  </a:lnTo>
                  <a:lnTo>
                    <a:pt x="1" y="121"/>
                  </a:lnTo>
                  <a:lnTo>
                    <a:pt x="1" y="194"/>
                  </a:lnTo>
                  <a:lnTo>
                    <a:pt x="25" y="242"/>
                  </a:lnTo>
                  <a:lnTo>
                    <a:pt x="49" y="266"/>
                  </a:lnTo>
                  <a:lnTo>
                    <a:pt x="121" y="290"/>
                  </a:lnTo>
                  <a:lnTo>
                    <a:pt x="169" y="314"/>
                  </a:lnTo>
                  <a:lnTo>
                    <a:pt x="217" y="290"/>
                  </a:lnTo>
                  <a:lnTo>
                    <a:pt x="266" y="266"/>
                  </a:lnTo>
                  <a:lnTo>
                    <a:pt x="314" y="218"/>
                  </a:lnTo>
                  <a:lnTo>
                    <a:pt x="314" y="145"/>
                  </a:lnTo>
                  <a:lnTo>
                    <a:pt x="314" y="97"/>
                  </a:lnTo>
                  <a:lnTo>
                    <a:pt x="266" y="49"/>
                  </a:lnTo>
                  <a:lnTo>
                    <a:pt x="2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0" name="Google Shape;12720;p30"/>
            <p:cNvSpPr/>
            <p:nvPr/>
          </p:nvSpPr>
          <p:spPr>
            <a:xfrm rot="10800000">
              <a:off x="4242012" y="6328154"/>
              <a:ext cx="22526" cy="20486"/>
            </a:xfrm>
            <a:custGeom>
              <a:avLst/>
              <a:gdLst/>
              <a:ahLst/>
              <a:cxnLst/>
              <a:rect l="l" t="t" r="r" b="b"/>
              <a:pathLst>
                <a:path w="265" h="241" extrusionOk="0">
                  <a:moveTo>
                    <a:pt x="96" y="0"/>
                  </a:moveTo>
                  <a:lnTo>
                    <a:pt x="48" y="24"/>
                  </a:lnTo>
                  <a:lnTo>
                    <a:pt x="0" y="72"/>
                  </a:lnTo>
                  <a:lnTo>
                    <a:pt x="0" y="96"/>
                  </a:lnTo>
                  <a:lnTo>
                    <a:pt x="0" y="145"/>
                  </a:lnTo>
                  <a:lnTo>
                    <a:pt x="24" y="169"/>
                  </a:lnTo>
                  <a:lnTo>
                    <a:pt x="48" y="217"/>
                  </a:lnTo>
                  <a:lnTo>
                    <a:pt x="96" y="241"/>
                  </a:lnTo>
                  <a:lnTo>
                    <a:pt x="145" y="217"/>
                  </a:lnTo>
                  <a:lnTo>
                    <a:pt x="193" y="193"/>
                  </a:lnTo>
                  <a:lnTo>
                    <a:pt x="241" y="145"/>
                  </a:lnTo>
                  <a:lnTo>
                    <a:pt x="265" y="121"/>
                  </a:lnTo>
                  <a:lnTo>
                    <a:pt x="265" y="72"/>
                  </a:lnTo>
                  <a:lnTo>
                    <a:pt x="217" y="24"/>
                  </a:lnTo>
                  <a:lnTo>
                    <a:pt x="1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1" name="Google Shape;12721;p30"/>
            <p:cNvSpPr/>
            <p:nvPr/>
          </p:nvSpPr>
          <p:spPr>
            <a:xfrm rot="10800000">
              <a:off x="4299306" y="6481588"/>
              <a:ext cx="20486" cy="20571"/>
            </a:xfrm>
            <a:custGeom>
              <a:avLst/>
              <a:gdLst/>
              <a:ahLst/>
              <a:cxnLst/>
              <a:rect l="l" t="t" r="r" b="b"/>
              <a:pathLst>
                <a:path w="241" h="242" extrusionOk="0">
                  <a:moveTo>
                    <a:pt x="121" y="1"/>
                  </a:moveTo>
                  <a:lnTo>
                    <a:pt x="72" y="25"/>
                  </a:lnTo>
                  <a:lnTo>
                    <a:pt x="24" y="73"/>
                  </a:lnTo>
                  <a:lnTo>
                    <a:pt x="0" y="121"/>
                  </a:lnTo>
                  <a:lnTo>
                    <a:pt x="24" y="193"/>
                  </a:lnTo>
                  <a:lnTo>
                    <a:pt x="24" y="217"/>
                  </a:lnTo>
                  <a:lnTo>
                    <a:pt x="96" y="241"/>
                  </a:lnTo>
                  <a:lnTo>
                    <a:pt x="145" y="217"/>
                  </a:lnTo>
                  <a:lnTo>
                    <a:pt x="193" y="193"/>
                  </a:lnTo>
                  <a:lnTo>
                    <a:pt x="217" y="145"/>
                  </a:lnTo>
                  <a:lnTo>
                    <a:pt x="241" y="97"/>
                  </a:lnTo>
                  <a:lnTo>
                    <a:pt x="241" y="73"/>
                  </a:lnTo>
                  <a:lnTo>
                    <a:pt x="217" y="25"/>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2" name="Google Shape;12722;p30"/>
            <p:cNvSpPr/>
            <p:nvPr/>
          </p:nvSpPr>
          <p:spPr>
            <a:xfrm rot="10800000">
              <a:off x="4454780" y="6305628"/>
              <a:ext cx="16491" cy="16406"/>
            </a:xfrm>
            <a:custGeom>
              <a:avLst/>
              <a:gdLst/>
              <a:ahLst/>
              <a:cxnLst/>
              <a:rect l="l" t="t" r="r" b="b"/>
              <a:pathLst>
                <a:path w="194" h="193" extrusionOk="0">
                  <a:moveTo>
                    <a:pt x="25" y="0"/>
                  </a:moveTo>
                  <a:lnTo>
                    <a:pt x="1" y="48"/>
                  </a:lnTo>
                  <a:lnTo>
                    <a:pt x="1" y="120"/>
                  </a:lnTo>
                  <a:lnTo>
                    <a:pt x="25" y="169"/>
                  </a:lnTo>
                  <a:lnTo>
                    <a:pt x="49" y="193"/>
                  </a:lnTo>
                  <a:lnTo>
                    <a:pt x="145" y="193"/>
                  </a:lnTo>
                  <a:lnTo>
                    <a:pt x="169" y="169"/>
                  </a:lnTo>
                  <a:lnTo>
                    <a:pt x="193" y="120"/>
                  </a:lnTo>
                  <a:lnTo>
                    <a:pt x="193" y="72"/>
                  </a:lnTo>
                  <a:lnTo>
                    <a:pt x="169" y="24"/>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3" name="Google Shape;12723;p30"/>
            <p:cNvSpPr/>
            <p:nvPr/>
          </p:nvSpPr>
          <p:spPr>
            <a:xfrm rot="10800000">
              <a:off x="4340193" y="6283101"/>
              <a:ext cx="14451" cy="14366"/>
            </a:xfrm>
            <a:custGeom>
              <a:avLst/>
              <a:gdLst/>
              <a:ahLst/>
              <a:cxnLst/>
              <a:rect l="l" t="t" r="r" b="b"/>
              <a:pathLst>
                <a:path w="170" h="169" extrusionOk="0">
                  <a:moveTo>
                    <a:pt x="49" y="0"/>
                  </a:moveTo>
                  <a:lnTo>
                    <a:pt x="25" y="24"/>
                  </a:lnTo>
                  <a:lnTo>
                    <a:pt x="1" y="72"/>
                  </a:lnTo>
                  <a:lnTo>
                    <a:pt x="1" y="96"/>
                  </a:lnTo>
                  <a:lnTo>
                    <a:pt x="25" y="144"/>
                  </a:lnTo>
                  <a:lnTo>
                    <a:pt x="49" y="169"/>
                  </a:lnTo>
                  <a:lnTo>
                    <a:pt x="97" y="169"/>
                  </a:lnTo>
                  <a:lnTo>
                    <a:pt x="145" y="144"/>
                  </a:lnTo>
                  <a:lnTo>
                    <a:pt x="169" y="96"/>
                  </a:lnTo>
                  <a:lnTo>
                    <a:pt x="169" y="72"/>
                  </a:lnTo>
                  <a:lnTo>
                    <a:pt x="145" y="24"/>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4" name="Google Shape;12724;p30"/>
            <p:cNvSpPr/>
            <p:nvPr/>
          </p:nvSpPr>
          <p:spPr>
            <a:xfrm rot="10800000">
              <a:off x="4374960" y="6497994"/>
              <a:ext cx="18531" cy="8245"/>
            </a:xfrm>
            <a:custGeom>
              <a:avLst/>
              <a:gdLst/>
              <a:ahLst/>
              <a:cxnLst/>
              <a:rect l="l" t="t" r="r" b="b"/>
              <a:pathLst>
                <a:path w="218" h="97" extrusionOk="0">
                  <a:moveTo>
                    <a:pt x="1" y="49"/>
                  </a:moveTo>
                  <a:lnTo>
                    <a:pt x="25" y="73"/>
                  </a:lnTo>
                  <a:lnTo>
                    <a:pt x="43" y="61"/>
                  </a:lnTo>
                  <a:lnTo>
                    <a:pt x="43" y="61"/>
                  </a:lnTo>
                  <a:lnTo>
                    <a:pt x="1" y="49"/>
                  </a:lnTo>
                  <a:close/>
                  <a:moveTo>
                    <a:pt x="169" y="1"/>
                  </a:moveTo>
                  <a:lnTo>
                    <a:pt x="97" y="25"/>
                  </a:lnTo>
                  <a:lnTo>
                    <a:pt x="43" y="61"/>
                  </a:lnTo>
                  <a:lnTo>
                    <a:pt x="43" y="61"/>
                  </a:lnTo>
                  <a:lnTo>
                    <a:pt x="169" y="97"/>
                  </a:lnTo>
                  <a:lnTo>
                    <a:pt x="217" y="73"/>
                  </a:lnTo>
                  <a:lnTo>
                    <a:pt x="2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5" name="Google Shape;12725;p30"/>
            <p:cNvSpPr/>
            <p:nvPr/>
          </p:nvSpPr>
          <p:spPr>
            <a:xfrm rot="10800000">
              <a:off x="4199000" y="6156189"/>
              <a:ext cx="10286" cy="8330"/>
            </a:xfrm>
            <a:custGeom>
              <a:avLst/>
              <a:gdLst/>
              <a:ahLst/>
              <a:cxnLst/>
              <a:rect l="l" t="t" r="r" b="b"/>
              <a:pathLst>
                <a:path w="121" h="98" extrusionOk="0">
                  <a:moveTo>
                    <a:pt x="48" y="1"/>
                  </a:moveTo>
                  <a:lnTo>
                    <a:pt x="0" y="25"/>
                  </a:lnTo>
                  <a:lnTo>
                    <a:pt x="48" y="97"/>
                  </a:lnTo>
                  <a:lnTo>
                    <a:pt x="96" y="73"/>
                  </a:lnTo>
                  <a:lnTo>
                    <a:pt x="121"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6" name="Google Shape;12726;p30"/>
            <p:cNvSpPr/>
            <p:nvPr/>
          </p:nvSpPr>
          <p:spPr>
            <a:xfrm rot="10800000">
              <a:off x="4174433" y="6217647"/>
              <a:ext cx="4165" cy="8245"/>
            </a:xfrm>
            <a:custGeom>
              <a:avLst/>
              <a:gdLst/>
              <a:ahLst/>
              <a:cxnLst/>
              <a:rect l="l" t="t" r="r" b="b"/>
              <a:pathLst>
                <a:path w="49" h="97" extrusionOk="0">
                  <a:moveTo>
                    <a:pt x="24" y="1"/>
                  </a:moveTo>
                  <a:lnTo>
                    <a:pt x="0" y="49"/>
                  </a:lnTo>
                  <a:lnTo>
                    <a:pt x="24" y="97"/>
                  </a:lnTo>
                  <a:lnTo>
                    <a:pt x="48" y="73"/>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7" name="Google Shape;12727;p30"/>
            <p:cNvSpPr/>
            <p:nvPr/>
          </p:nvSpPr>
          <p:spPr>
            <a:xfrm rot="10800000">
              <a:off x="4391366" y="6500034"/>
              <a:ext cx="2125" cy="2125"/>
            </a:xfrm>
            <a:custGeom>
              <a:avLst/>
              <a:gdLst/>
              <a:ahLst/>
              <a:cxnLst/>
              <a:rect l="l" t="t" r="r" b="b"/>
              <a:pathLst>
                <a:path w="25" h="25" extrusionOk="0">
                  <a:moveTo>
                    <a:pt x="1" y="1"/>
                  </a:moveTo>
                  <a:lnTo>
                    <a:pt x="1" y="1"/>
                  </a:lnTo>
                  <a:lnTo>
                    <a:pt x="25" y="25"/>
                  </a:lnTo>
                  <a:lnTo>
                    <a:pt x="25" y="25"/>
                  </a:ln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28" name="Google Shape;12728;p30"/>
          <p:cNvGrpSpPr/>
          <p:nvPr/>
        </p:nvGrpSpPr>
        <p:grpSpPr>
          <a:xfrm>
            <a:off x="-1222880" y="-1712677"/>
            <a:ext cx="4231619" cy="3791016"/>
            <a:chOff x="-2029316" y="-2059789"/>
            <a:chExt cx="4231619" cy="3791016"/>
          </a:xfrm>
        </p:grpSpPr>
        <p:sp>
          <p:nvSpPr>
            <p:cNvPr id="12729" name="Google Shape;12729;p30"/>
            <p:cNvSpPr/>
            <p:nvPr/>
          </p:nvSpPr>
          <p:spPr>
            <a:xfrm rot="-1874795">
              <a:off x="-1701239" y="-1296710"/>
              <a:ext cx="3575465" cy="2264857"/>
            </a:xfrm>
            <a:custGeom>
              <a:avLst/>
              <a:gdLst/>
              <a:ahLst/>
              <a:cxnLst/>
              <a:rect l="l" t="t" r="r" b="b"/>
              <a:pathLst>
                <a:path w="43934" h="27829" extrusionOk="0">
                  <a:moveTo>
                    <a:pt x="16852" y="0"/>
                  </a:moveTo>
                  <a:lnTo>
                    <a:pt x="16322" y="49"/>
                  </a:lnTo>
                  <a:lnTo>
                    <a:pt x="15792" y="121"/>
                  </a:lnTo>
                  <a:lnTo>
                    <a:pt x="15263" y="217"/>
                  </a:lnTo>
                  <a:lnTo>
                    <a:pt x="14733" y="362"/>
                  </a:lnTo>
                  <a:lnTo>
                    <a:pt x="13963" y="650"/>
                  </a:lnTo>
                  <a:lnTo>
                    <a:pt x="13168" y="963"/>
                  </a:lnTo>
                  <a:lnTo>
                    <a:pt x="12422" y="1300"/>
                  </a:lnTo>
                  <a:lnTo>
                    <a:pt x="11652" y="1662"/>
                  </a:lnTo>
                  <a:lnTo>
                    <a:pt x="10905" y="2047"/>
                  </a:lnTo>
                  <a:lnTo>
                    <a:pt x="10183" y="2456"/>
                  </a:lnTo>
                  <a:lnTo>
                    <a:pt x="9485" y="2889"/>
                  </a:lnTo>
                  <a:lnTo>
                    <a:pt x="8787" y="3371"/>
                  </a:lnTo>
                  <a:lnTo>
                    <a:pt x="8113" y="3900"/>
                  </a:lnTo>
                  <a:lnTo>
                    <a:pt x="7463" y="4430"/>
                  </a:lnTo>
                  <a:lnTo>
                    <a:pt x="6813" y="4984"/>
                  </a:lnTo>
                  <a:lnTo>
                    <a:pt x="6139" y="5489"/>
                  </a:lnTo>
                  <a:lnTo>
                    <a:pt x="5032" y="6308"/>
                  </a:lnTo>
                  <a:lnTo>
                    <a:pt x="3900" y="7102"/>
                  </a:lnTo>
                  <a:lnTo>
                    <a:pt x="3346" y="7487"/>
                  </a:lnTo>
                  <a:lnTo>
                    <a:pt x="2793" y="7896"/>
                  </a:lnTo>
                  <a:lnTo>
                    <a:pt x="2263" y="8330"/>
                  </a:lnTo>
                  <a:lnTo>
                    <a:pt x="1733" y="8787"/>
                  </a:lnTo>
                  <a:lnTo>
                    <a:pt x="1324" y="9148"/>
                  </a:lnTo>
                  <a:lnTo>
                    <a:pt x="963" y="9558"/>
                  </a:lnTo>
                  <a:lnTo>
                    <a:pt x="771" y="9774"/>
                  </a:lnTo>
                  <a:lnTo>
                    <a:pt x="626" y="9991"/>
                  </a:lnTo>
                  <a:lnTo>
                    <a:pt x="482" y="10207"/>
                  </a:lnTo>
                  <a:lnTo>
                    <a:pt x="337" y="10448"/>
                  </a:lnTo>
                  <a:lnTo>
                    <a:pt x="217" y="10689"/>
                  </a:lnTo>
                  <a:lnTo>
                    <a:pt x="145" y="10930"/>
                  </a:lnTo>
                  <a:lnTo>
                    <a:pt x="72" y="11170"/>
                  </a:lnTo>
                  <a:lnTo>
                    <a:pt x="24" y="11411"/>
                  </a:lnTo>
                  <a:lnTo>
                    <a:pt x="0" y="11652"/>
                  </a:lnTo>
                  <a:lnTo>
                    <a:pt x="24" y="11893"/>
                  </a:lnTo>
                  <a:lnTo>
                    <a:pt x="48" y="12133"/>
                  </a:lnTo>
                  <a:lnTo>
                    <a:pt x="72" y="12374"/>
                  </a:lnTo>
                  <a:lnTo>
                    <a:pt x="145" y="12591"/>
                  </a:lnTo>
                  <a:lnTo>
                    <a:pt x="241" y="12807"/>
                  </a:lnTo>
                  <a:lnTo>
                    <a:pt x="337" y="13000"/>
                  </a:lnTo>
                  <a:lnTo>
                    <a:pt x="458" y="13193"/>
                  </a:lnTo>
                  <a:lnTo>
                    <a:pt x="602" y="13385"/>
                  </a:lnTo>
                  <a:lnTo>
                    <a:pt x="771" y="13530"/>
                  </a:lnTo>
                  <a:lnTo>
                    <a:pt x="963" y="13674"/>
                  </a:lnTo>
                  <a:lnTo>
                    <a:pt x="1156" y="13818"/>
                  </a:lnTo>
                  <a:lnTo>
                    <a:pt x="1493" y="13987"/>
                  </a:lnTo>
                  <a:lnTo>
                    <a:pt x="1854" y="14155"/>
                  </a:lnTo>
                  <a:lnTo>
                    <a:pt x="2215" y="14300"/>
                  </a:lnTo>
                  <a:lnTo>
                    <a:pt x="2576" y="14396"/>
                  </a:lnTo>
                  <a:lnTo>
                    <a:pt x="3154" y="14517"/>
                  </a:lnTo>
                  <a:lnTo>
                    <a:pt x="3732" y="14685"/>
                  </a:lnTo>
                  <a:lnTo>
                    <a:pt x="4285" y="14878"/>
                  </a:lnTo>
                  <a:lnTo>
                    <a:pt x="4839" y="15070"/>
                  </a:lnTo>
                  <a:lnTo>
                    <a:pt x="5369" y="15287"/>
                  </a:lnTo>
                  <a:lnTo>
                    <a:pt x="5898" y="15528"/>
                  </a:lnTo>
                  <a:lnTo>
                    <a:pt x="6428" y="15792"/>
                  </a:lnTo>
                  <a:lnTo>
                    <a:pt x="6957" y="16057"/>
                  </a:lnTo>
                  <a:lnTo>
                    <a:pt x="7607" y="16370"/>
                  </a:lnTo>
                  <a:lnTo>
                    <a:pt x="8281" y="16659"/>
                  </a:lnTo>
                  <a:lnTo>
                    <a:pt x="8955" y="16876"/>
                  </a:lnTo>
                  <a:lnTo>
                    <a:pt x="9630" y="17068"/>
                  </a:lnTo>
                  <a:lnTo>
                    <a:pt x="10328" y="17237"/>
                  </a:lnTo>
                  <a:lnTo>
                    <a:pt x="11050" y="17357"/>
                  </a:lnTo>
                  <a:lnTo>
                    <a:pt x="11748" y="17429"/>
                  </a:lnTo>
                  <a:lnTo>
                    <a:pt x="12470" y="17478"/>
                  </a:lnTo>
                  <a:lnTo>
                    <a:pt x="13048" y="17502"/>
                  </a:lnTo>
                  <a:lnTo>
                    <a:pt x="13602" y="17526"/>
                  </a:lnTo>
                  <a:lnTo>
                    <a:pt x="14155" y="17598"/>
                  </a:lnTo>
                  <a:lnTo>
                    <a:pt x="14709" y="17670"/>
                  </a:lnTo>
                  <a:lnTo>
                    <a:pt x="15239" y="17766"/>
                  </a:lnTo>
                  <a:lnTo>
                    <a:pt x="15792" y="17911"/>
                  </a:lnTo>
                  <a:lnTo>
                    <a:pt x="16322" y="18079"/>
                  </a:lnTo>
                  <a:lnTo>
                    <a:pt x="16852" y="18296"/>
                  </a:lnTo>
                  <a:lnTo>
                    <a:pt x="17453" y="18537"/>
                  </a:lnTo>
                  <a:lnTo>
                    <a:pt x="18079" y="18729"/>
                  </a:lnTo>
                  <a:lnTo>
                    <a:pt x="18705" y="18874"/>
                  </a:lnTo>
                  <a:lnTo>
                    <a:pt x="19379" y="18970"/>
                  </a:lnTo>
                  <a:lnTo>
                    <a:pt x="19813" y="19018"/>
                  </a:lnTo>
                  <a:lnTo>
                    <a:pt x="20246" y="19090"/>
                  </a:lnTo>
                  <a:lnTo>
                    <a:pt x="20655" y="19211"/>
                  </a:lnTo>
                  <a:lnTo>
                    <a:pt x="21040" y="19355"/>
                  </a:lnTo>
                  <a:lnTo>
                    <a:pt x="21401" y="19572"/>
                  </a:lnTo>
                  <a:lnTo>
                    <a:pt x="21762" y="19813"/>
                  </a:lnTo>
                  <a:lnTo>
                    <a:pt x="21931" y="19933"/>
                  </a:lnTo>
                  <a:lnTo>
                    <a:pt x="22099" y="20102"/>
                  </a:lnTo>
                  <a:lnTo>
                    <a:pt x="22244" y="20270"/>
                  </a:lnTo>
                  <a:lnTo>
                    <a:pt x="22388" y="20439"/>
                  </a:lnTo>
                  <a:lnTo>
                    <a:pt x="22798" y="20968"/>
                  </a:lnTo>
                  <a:lnTo>
                    <a:pt x="23207" y="21450"/>
                  </a:lnTo>
                  <a:lnTo>
                    <a:pt x="24073" y="22413"/>
                  </a:lnTo>
                  <a:lnTo>
                    <a:pt x="24964" y="23375"/>
                  </a:lnTo>
                  <a:lnTo>
                    <a:pt x="25855" y="24314"/>
                  </a:lnTo>
                  <a:lnTo>
                    <a:pt x="26336" y="24844"/>
                  </a:lnTo>
                  <a:lnTo>
                    <a:pt x="26842" y="25349"/>
                  </a:lnTo>
                  <a:lnTo>
                    <a:pt x="27372" y="25831"/>
                  </a:lnTo>
                  <a:lnTo>
                    <a:pt x="27901" y="26240"/>
                  </a:lnTo>
                  <a:lnTo>
                    <a:pt x="28190" y="26457"/>
                  </a:lnTo>
                  <a:lnTo>
                    <a:pt x="28479" y="26625"/>
                  </a:lnTo>
                  <a:lnTo>
                    <a:pt x="28792" y="26818"/>
                  </a:lnTo>
                  <a:lnTo>
                    <a:pt x="29105" y="26962"/>
                  </a:lnTo>
                  <a:lnTo>
                    <a:pt x="29418" y="27107"/>
                  </a:lnTo>
                  <a:lnTo>
                    <a:pt x="29755" y="27251"/>
                  </a:lnTo>
                  <a:lnTo>
                    <a:pt x="30092" y="27372"/>
                  </a:lnTo>
                  <a:lnTo>
                    <a:pt x="30453" y="27468"/>
                  </a:lnTo>
                  <a:lnTo>
                    <a:pt x="31079" y="27636"/>
                  </a:lnTo>
                  <a:lnTo>
                    <a:pt x="31705" y="27733"/>
                  </a:lnTo>
                  <a:lnTo>
                    <a:pt x="32307" y="27805"/>
                  </a:lnTo>
                  <a:lnTo>
                    <a:pt x="32620" y="27829"/>
                  </a:lnTo>
                  <a:lnTo>
                    <a:pt x="32908" y="27805"/>
                  </a:lnTo>
                  <a:lnTo>
                    <a:pt x="33221" y="27805"/>
                  </a:lnTo>
                  <a:lnTo>
                    <a:pt x="33510" y="27757"/>
                  </a:lnTo>
                  <a:lnTo>
                    <a:pt x="33823" y="27709"/>
                  </a:lnTo>
                  <a:lnTo>
                    <a:pt x="34112" y="27612"/>
                  </a:lnTo>
                  <a:lnTo>
                    <a:pt x="34401" y="27516"/>
                  </a:lnTo>
                  <a:lnTo>
                    <a:pt x="34714" y="27396"/>
                  </a:lnTo>
                  <a:lnTo>
                    <a:pt x="35003" y="27251"/>
                  </a:lnTo>
                  <a:lnTo>
                    <a:pt x="35292" y="27083"/>
                  </a:lnTo>
                  <a:lnTo>
                    <a:pt x="35653" y="26842"/>
                  </a:lnTo>
                  <a:lnTo>
                    <a:pt x="36038" y="26625"/>
                  </a:lnTo>
                  <a:lnTo>
                    <a:pt x="36423" y="26409"/>
                  </a:lnTo>
                  <a:lnTo>
                    <a:pt x="36832" y="26240"/>
                  </a:lnTo>
                  <a:lnTo>
                    <a:pt x="37218" y="26096"/>
                  </a:lnTo>
                  <a:lnTo>
                    <a:pt x="37627" y="25951"/>
                  </a:lnTo>
                  <a:lnTo>
                    <a:pt x="38012" y="25807"/>
                  </a:lnTo>
                  <a:lnTo>
                    <a:pt x="38180" y="25711"/>
                  </a:lnTo>
                  <a:lnTo>
                    <a:pt x="38373" y="25590"/>
                  </a:lnTo>
                  <a:lnTo>
                    <a:pt x="39577" y="24724"/>
                  </a:lnTo>
                  <a:lnTo>
                    <a:pt x="40804" y="23905"/>
                  </a:lnTo>
                  <a:lnTo>
                    <a:pt x="41117" y="23688"/>
                  </a:lnTo>
                  <a:lnTo>
                    <a:pt x="41406" y="23472"/>
                  </a:lnTo>
                  <a:lnTo>
                    <a:pt x="41695" y="23255"/>
                  </a:lnTo>
                  <a:lnTo>
                    <a:pt x="41960" y="23014"/>
                  </a:lnTo>
                  <a:lnTo>
                    <a:pt x="42201" y="22750"/>
                  </a:lnTo>
                  <a:lnTo>
                    <a:pt x="42441" y="22485"/>
                  </a:lnTo>
                  <a:lnTo>
                    <a:pt x="42658" y="22220"/>
                  </a:lnTo>
                  <a:lnTo>
                    <a:pt x="42875" y="21931"/>
                  </a:lnTo>
                  <a:lnTo>
                    <a:pt x="43043" y="21642"/>
                  </a:lnTo>
                  <a:lnTo>
                    <a:pt x="43212" y="21353"/>
                  </a:lnTo>
                  <a:lnTo>
                    <a:pt x="43380" y="21016"/>
                  </a:lnTo>
                  <a:lnTo>
                    <a:pt x="43501" y="20703"/>
                  </a:lnTo>
                  <a:lnTo>
                    <a:pt x="43621" y="20366"/>
                  </a:lnTo>
                  <a:lnTo>
                    <a:pt x="43717" y="20005"/>
                  </a:lnTo>
                  <a:lnTo>
                    <a:pt x="43790" y="19644"/>
                  </a:lnTo>
                  <a:lnTo>
                    <a:pt x="43862" y="19259"/>
                  </a:lnTo>
                  <a:lnTo>
                    <a:pt x="43910" y="18778"/>
                  </a:lnTo>
                  <a:lnTo>
                    <a:pt x="43934" y="18272"/>
                  </a:lnTo>
                  <a:lnTo>
                    <a:pt x="43934" y="17791"/>
                  </a:lnTo>
                  <a:lnTo>
                    <a:pt x="43886" y="17309"/>
                  </a:lnTo>
                  <a:lnTo>
                    <a:pt x="43765" y="16852"/>
                  </a:lnTo>
                  <a:lnTo>
                    <a:pt x="43693" y="16635"/>
                  </a:lnTo>
                  <a:lnTo>
                    <a:pt x="43621" y="16394"/>
                  </a:lnTo>
                  <a:lnTo>
                    <a:pt x="43525" y="16178"/>
                  </a:lnTo>
                  <a:lnTo>
                    <a:pt x="43404" y="15961"/>
                  </a:lnTo>
                  <a:lnTo>
                    <a:pt x="43260" y="15720"/>
                  </a:lnTo>
                  <a:lnTo>
                    <a:pt x="43115" y="15504"/>
                  </a:lnTo>
                  <a:lnTo>
                    <a:pt x="42610" y="14805"/>
                  </a:lnTo>
                  <a:lnTo>
                    <a:pt x="42104" y="14083"/>
                  </a:lnTo>
                  <a:lnTo>
                    <a:pt x="41647" y="13337"/>
                  </a:lnTo>
                  <a:lnTo>
                    <a:pt x="41214" y="12591"/>
                  </a:lnTo>
                  <a:lnTo>
                    <a:pt x="40756" y="11893"/>
                  </a:lnTo>
                  <a:lnTo>
                    <a:pt x="40275" y="11194"/>
                  </a:lnTo>
                  <a:lnTo>
                    <a:pt x="39769" y="10545"/>
                  </a:lnTo>
                  <a:lnTo>
                    <a:pt x="39216" y="9943"/>
                  </a:lnTo>
                  <a:lnTo>
                    <a:pt x="38638" y="9341"/>
                  </a:lnTo>
                  <a:lnTo>
                    <a:pt x="38036" y="8787"/>
                  </a:lnTo>
                  <a:lnTo>
                    <a:pt x="37386" y="8258"/>
                  </a:lnTo>
                  <a:lnTo>
                    <a:pt x="36712" y="7752"/>
                  </a:lnTo>
                  <a:lnTo>
                    <a:pt x="36206" y="7391"/>
                  </a:lnTo>
                  <a:lnTo>
                    <a:pt x="35653" y="7054"/>
                  </a:lnTo>
                  <a:lnTo>
                    <a:pt x="35099" y="6741"/>
                  </a:lnTo>
                  <a:lnTo>
                    <a:pt x="34545" y="6452"/>
                  </a:lnTo>
                  <a:lnTo>
                    <a:pt x="33438" y="5850"/>
                  </a:lnTo>
                  <a:lnTo>
                    <a:pt x="32884" y="5537"/>
                  </a:lnTo>
                  <a:lnTo>
                    <a:pt x="32331" y="5224"/>
                  </a:lnTo>
                  <a:lnTo>
                    <a:pt x="31079" y="4430"/>
                  </a:lnTo>
                  <a:lnTo>
                    <a:pt x="29803" y="3660"/>
                  </a:lnTo>
                  <a:lnTo>
                    <a:pt x="28527" y="2889"/>
                  </a:lnTo>
                  <a:lnTo>
                    <a:pt x="27901" y="2480"/>
                  </a:lnTo>
                  <a:lnTo>
                    <a:pt x="27275" y="2071"/>
                  </a:lnTo>
                  <a:lnTo>
                    <a:pt x="26649" y="1662"/>
                  </a:lnTo>
                  <a:lnTo>
                    <a:pt x="26023" y="1300"/>
                  </a:lnTo>
                  <a:lnTo>
                    <a:pt x="25349" y="987"/>
                  </a:lnTo>
                  <a:lnTo>
                    <a:pt x="24675" y="723"/>
                  </a:lnTo>
                  <a:lnTo>
                    <a:pt x="24001" y="530"/>
                  </a:lnTo>
                  <a:lnTo>
                    <a:pt x="23303" y="362"/>
                  </a:lnTo>
                  <a:lnTo>
                    <a:pt x="22581" y="265"/>
                  </a:lnTo>
                  <a:lnTo>
                    <a:pt x="21835" y="193"/>
                  </a:lnTo>
                  <a:lnTo>
                    <a:pt x="20414" y="121"/>
                  </a:lnTo>
                  <a:lnTo>
                    <a:pt x="19018" y="49"/>
                  </a:lnTo>
                  <a:lnTo>
                    <a:pt x="184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0" name="Google Shape;12730;p30"/>
            <p:cNvSpPr/>
            <p:nvPr/>
          </p:nvSpPr>
          <p:spPr>
            <a:xfrm rot="-1874795">
              <a:off x="-1074672" y="-823504"/>
              <a:ext cx="2343250" cy="1326409"/>
            </a:xfrm>
            <a:custGeom>
              <a:avLst/>
              <a:gdLst/>
              <a:ahLst/>
              <a:cxnLst/>
              <a:rect l="l" t="t" r="r" b="b"/>
              <a:pathLst>
                <a:path w="28793" h="16298" extrusionOk="0">
                  <a:moveTo>
                    <a:pt x="10400" y="0"/>
                  </a:moveTo>
                  <a:lnTo>
                    <a:pt x="9750" y="48"/>
                  </a:lnTo>
                  <a:lnTo>
                    <a:pt x="9076" y="145"/>
                  </a:lnTo>
                  <a:lnTo>
                    <a:pt x="6910" y="530"/>
                  </a:lnTo>
                  <a:lnTo>
                    <a:pt x="6356" y="626"/>
                  </a:lnTo>
                  <a:lnTo>
                    <a:pt x="5826" y="747"/>
                  </a:lnTo>
                  <a:lnTo>
                    <a:pt x="5273" y="891"/>
                  </a:lnTo>
                  <a:lnTo>
                    <a:pt x="4743" y="1060"/>
                  </a:lnTo>
                  <a:lnTo>
                    <a:pt x="4286" y="1204"/>
                  </a:lnTo>
                  <a:lnTo>
                    <a:pt x="3804" y="1348"/>
                  </a:lnTo>
                  <a:lnTo>
                    <a:pt x="2841" y="1589"/>
                  </a:lnTo>
                  <a:lnTo>
                    <a:pt x="2552" y="1661"/>
                  </a:lnTo>
                  <a:lnTo>
                    <a:pt x="2287" y="1758"/>
                  </a:lnTo>
                  <a:lnTo>
                    <a:pt x="2023" y="1878"/>
                  </a:lnTo>
                  <a:lnTo>
                    <a:pt x="1782" y="1998"/>
                  </a:lnTo>
                  <a:lnTo>
                    <a:pt x="1276" y="2287"/>
                  </a:lnTo>
                  <a:lnTo>
                    <a:pt x="771" y="2600"/>
                  </a:lnTo>
                  <a:lnTo>
                    <a:pt x="650" y="2697"/>
                  </a:lnTo>
                  <a:lnTo>
                    <a:pt x="530" y="2817"/>
                  </a:lnTo>
                  <a:lnTo>
                    <a:pt x="434" y="2961"/>
                  </a:lnTo>
                  <a:lnTo>
                    <a:pt x="362" y="3130"/>
                  </a:lnTo>
                  <a:lnTo>
                    <a:pt x="193" y="3659"/>
                  </a:lnTo>
                  <a:lnTo>
                    <a:pt x="73" y="4213"/>
                  </a:lnTo>
                  <a:lnTo>
                    <a:pt x="25" y="4478"/>
                  </a:lnTo>
                  <a:lnTo>
                    <a:pt x="1" y="4767"/>
                  </a:lnTo>
                  <a:lnTo>
                    <a:pt x="1" y="5032"/>
                  </a:lnTo>
                  <a:lnTo>
                    <a:pt x="25" y="5320"/>
                  </a:lnTo>
                  <a:lnTo>
                    <a:pt x="73" y="5489"/>
                  </a:lnTo>
                  <a:lnTo>
                    <a:pt x="97" y="5658"/>
                  </a:lnTo>
                  <a:lnTo>
                    <a:pt x="169" y="5826"/>
                  </a:lnTo>
                  <a:lnTo>
                    <a:pt x="241" y="5995"/>
                  </a:lnTo>
                  <a:lnTo>
                    <a:pt x="410" y="6283"/>
                  </a:lnTo>
                  <a:lnTo>
                    <a:pt x="626" y="6524"/>
                  </a:lnTo>
                  <a:lnTo>
                    <a:pt x="771" y="6644"/>
                  </a:lnTo>
                  <a:lnTo>
                    <a:pt x="891" y="6741"/>
                  </a:lnTo>
                  <a:lnTo>
                    <a:pt x="1036" y="6813"/>
                  </a:lnTo>
                  <a:lnTo>
                    <a:pt x="1180" y="6885"/>
                  </a:lnTo>
                  <a:lnTo>
                    <a:pt x="1325" y="6933"/>
                  </a:lnTo>
                  <a:lnTo>
                    <a:pt x="1469" y="6982"/>
                  </a:lnTo>
                  <a:lnTo>
                    <a:pt x="1637" y="7006"/>
                  </a:lnTo>
                  <a:lnTo>
                    <a:pt x="1782" y="7006"/>
                  </a:lnTo>
                  <a:lnTo>
                    <a:pt x="3106" y="6933"/>
                  </a:lnTo>
                  <a:lnTo>
                    <a:pt x="4406" y="6861"/>
                  </a:lnTo>
                  <a:lnTo>
                    <a:pt x="6187" y="6717"/>
                  </a:lnTo>
                  <a:lnTo>
                    <a:pt x="7078" y="6644"/>
                  </a:lnTo>
                  <a:lnTo>
                    <a:pt x="7969" y="6596"/>
                  </a:lnTo>
                  <a:lnTo>
                    <a:pt x="8763" y="6596"/>
                  </a:lnTo>
                  <a:lnTo>
                    <a:pt x="9558" y="6644"/>
                  </a:lnTo>
                  <a:lnTo>
                    <a:pt x="10352" y="6765"/>
                  </a:lnTo>
                  <a:lnTo>
                    <a:pt x="11122" y="6909"/>
                  </a:lnTo>
                  <a:lnTo>
                    <a:pt x="11869" y="7126"/>
                  </a:lnTo>
                  <a:lnTo>
                    <a:pt x="12615" y="7391"/>
                  </a:lnTo>
                  <a:lnTo>
                    <a:pt x="13337" y="7704"/>
                  </a:lnTo>
                  <a:lnTo>
                    <a:pt x="14059" y="8065"/>
                  </a:lnTo>
                  <a:lnTo>
                    <a:pt x="14830" y="8474"/>
                  </a:lnTo>
                  <a:lnTo>
                    <a:pt x="15576" y="8907"/>
                  </a:lnTo>
                  <a:lnTo>
                    <a:pt x="16322" y="9365"/>
                  </a:lnTo>
                  <a:lnTo>
                    <a:pt x="17068" y="9822"/>
                  </a:lnTo>
                  <a:lnTo>
                    <a:pt x="17718" y="10255"/>
                  </a:lnTo>
                  <a:lnTo>
                    <a:pt x="18344" y="10737"/>
                  </a:lnTo>
                  <a:lnTo>
                    <a:pt x="18970" y="11218"/>
                  </a:lnTo>
                  <a:lnTo>
                    <a:pt x="19572" y="11748"/>
                  </a:lnTo>
                  <a:lnTo>
                    <a:pt x="20150" y="12278"/>
                  </a:lnTo>
                  <a:lnTo>
                    <a:pt x="20704" y="12831"/>
                  </a:lnTo>
                  <a:lnTo>
                    <a:pt x="21257" y="13385"/>
                  </a:lnTo>
                  <a:lnTo>
                    <a:pt x="21787" y="13987"/>
                  </a:lnTo>
                  <a:lnTo>
                    <a:pt x="22052" y="14300"/>
                  </a:lnTo>
                  <a:lnTo>
                    <a:pt x="22341" y="14589"/>
                  </a:lnTo>
                  <a:lnTo>
                    <a:pt x="22629" y="14853"/>
                  </a:lnTo>
                  <a:lnTo>
                    <a:pt x="22942" y="15094"/>
                  </a:lnTo>
                  <a:lnTo>
                    <a:pt x="23279" y="15311"/>
                  </a:lnTo>
                  <a:lnTo>
                    <a:pt x="23616" y="15503"/>
                  </a:lnTo>
                  <a:lnTo>
                    <a:pt x="23978" y="15648"/>
                  </a:lnTo>
                  <a:lnTo>
                    <a:pt x="24363" y="15768"/>
                  </a:lnTo>
                  <a:lnTo>
                    <a:pt x="24652" y="15865"/>
                  </a:lnTo>
                  <a:lnTo>
                    <a:pt x="24772" y="15913"/>
                  </a:lnTo>
                  <a:lnTo>
                    <a:pt x="24892" y="15961"/>
                  </a:lnTo>
                  <a:lnTo>
                    <a:pt x="25181" y="16129"/>
                  </a:lnTo>
                  <a:lnTo>
                    <a:pt x="25470" y="16226"/>
                  </a:lnTo>
                  <a:lnTo>
                    <a:pt x="25783" y="16274"/>
                  </a:lnTo>
                  <a:lnTo>
                    <a:pt x="26072" y="16298"/>
                  </a:lnTo>
                  <a:lnTo>
                    <a:pt x="26361" y="16274"/>
                  </a:lnTo>
                  <a:lnTo>
                    <a:pt x="26650" y="16226"/>
                  </a:lnTo>
                  <a:lnTo>
                    <a:pt x="26963" y="16129"/>
                  </a:lnTo>
                  <a:lnTo>
                    <a:pt x="27251" y="16033"/>
                  </a:lnTo>
                  <a:lnTo>
                    <a:pt x="27589" y="15913"/>
                  </a:lnTo>
                  <a:lnTo>
                    <a:pt x="27901" y="15720"/>
                  </a:lnTo>
                  <a:lnTo>
                    <a:pt x="28142" y="15527"/>
                  </a:lnTo>
                  <a:lnTo>
                    <a:pt x="28359" y="15287"/>
                  </a:lnTo>
                  <a:lnTo>
                    <a:pt x="28527" y="14998"/>
                  </a:lnTo>
                  <a:lnTo>
                    <a:pt x="28672" y="14685"/>
                  </a:lnTo>
                  <a:lnTo>
                    <a:pt x="28744" y="14348"/>
                  </a:lnTo>
                  <a:lnTo>
                    <a:pt x="28792" y="13987"/>
                  </a:lnTo>
                  <a:lnTo>
                    <a:pt x="28768" y="13722"/>
                  </a:lnTo>
                  <a:lnTo>
                    <a:pt x="28768" y="13433"/>
                  </a:lnTo>
                  <a:lnTo>
                    <a:pt x="28696" y="12904"/>
                  </a:lnTo>
                  <a:lnTo>
                    <a:pt x="28576" y="12374"/>
                  </a:lnTo>
                  <a:lnTo>
                    <a:pt x="28431" y="11844"/>
                  </a:lnTo>
                  <a:lnTo>
                    <a:pt x="28311" y="11435"/>
                  </a:lnTo>
                  <a:lnTo>
                    <a:pt x="28166" y="11050"/>
                  </a:lnTo>
                  <a:lnTo>
                    <a:pt x="27998" y="10665"/>
                  </a:lnTo>
                  <a:lnTo>
                    <a:pt x="27805" y="10304"/>
                  </a:lnTo>
                  <a:lnTo>
                    <a:pt x="26914" y="8956"/>
                  </a:lnTo>
                  <a:lnTo>
                    <a:pt x="26481" y="8306"/>
                  </a:lnTo>
                  <a:lnTo>
                    <a:pt x="26000" y="7680"/>
                  </a:lnTo>
                  <a:lnTo>
                    <a:pt x="25518" y="7054"/>
                  </a:lnTo>
                  <a:lnTo>
                    <a:pt x="25013" y="6428"/>
                  </a:lnTo>
                  <a:lnTo>
                    <a:pt x="24483" y="5826"/>
                  </a:lnTo>
                  <a:lnTo>
                    <a:pt x="23929" y="5272"/>
                  </a:lnTo>
                  <a:lnTo>
                    <a:pt x="23424" y="4767"/>
                  </a:lnTo>
                  <a:lnTo>
                    <a:pt x="22918" y="4309"/>
                  </a:lnTo>
                  <a:lnTo>
                    <a:pt x="22389" y="3876"/>
                  </a:lnTo>
                  <a:lnTo>
                    <a:pt x="21835" y="3467"/>
                  </a:lnTo>
                  <a:lnTo>
                    <a:pt x="21281" y="3082"/>
                  </a:lnTo>
                  <a:lnTo>
                    <a:pt x="20728" y="2721"/>
                  </a:lnTo>
                  <a:lnTo>
                    <a:pt x="20126" y="2384"/>
                  </a:lnTo>
                  <a:lnTo>
                    <a:pt x="19548" y="2071"/>
                  </a:lnTo>
                  <a:lnTo>
                    <a:pt x="18946" y="1758"/>
                  </a:lnTo>
                  <a:lnTo>
                    <a:pt x="18320" y="1493"/>
                  </a:lnTo>
                  <a:lnTo>
                    <a:pt x="17694" y="1252"/>
                  </a:lnTo>
                  <a:lnTo>
                    <a:pt x="17044" y="1035"/>
                  </a:lnTo>
                  <a:lnTo>
                    <a:pt x="16394" y="843"/>
                  </a:lnTo>
                  <a:lnTo>
                    <a:pt x="15720" y="674"/>
                  </a:lnTo>
                  <a:lnTo>
                    <a:pt x="15046" y="506"/>
                  </a:lnTo>
                  <a:lnTo>
                    <a:pt x="14372" y="385"/>
                  </a:lnTo>
                  <a:lnTo>
                    <a:pt x="13048" y="193"/>
                  </a:lnTo>
                  <a:lnTo>
                    <a:pt x="12398" y="97"/>
                  </a:lnTo>
                  <a:lnTo>
                    <a:pt x="11724" y="48"/>
                  </a:lnTo>
                  <a:lnTo>
                    <a:pt x="110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1" name="Google Shape;12731;p30"/>
            <p:cNvSpPr/>
            <p:nvPr/>
          </p:nvSpPr>
          <p:spPr>
            <a:xfrm rot="-1874795">
              <a:off x="-154991" y="-560249"/>
              <a:ext cx="129398" cy="92128"/>
            </a:xfrm>
            <a:custGeom>
              <a:avLst/>
              <a:gdLst/>
              <a:ahLst/>
              <a:cxnLst/>
              <a:rect l="l" t="t" r="r" b="b"/>
              <a:pathLst>
                <a:path w="1590" h="1132" extrusionOk="0">
                  <a:moveTo>
                    <a:pt x="1108" y="0"/>
                  </a:moveTo>
                  <a:lnTo>
                    <a:pt x="1012" y="25"/>
                  </a:lnTo>
                  <a:lnTo>
                    <a:pt x="940" y="49"/>
                  </a:lnTo>
                  <a:lnTo>
                    <a:pt x="771" y="169"/>
                  </a:lnTo>
                  <a:lnTo>
                    <a:pt x="579" y="289"/>
                  </a:lnTo>
                  <a:lnTo>
                    <a:pt x="482" y="313"/>
                  </a:lnTo>
                  <a:lnTo>
                    <a:pt x="386" y="337"/>
                  </a:lnTo>
                  <a:lnTo>
                    <a:pt x="290" y="337"/>
                  </a:lnTo>
                  <a:lnTo>
                    <a:pt x="169" y="313"/>
                  </a:lnTo>
                  <a:lnTo>
                    <a:pt x="121" y="313"/>
                  </a:lnTo>
                  <a:lnTo>
                    <a:pt x="73" y="337"/>
                  </a:lnTo>
                  <a:lnTo>
                    <a:pt x="49" y="386"/>
                  </a:lnTo>
                  <a:lnTo>
                    <a:pt x="25" y="434"/>
                  </a:lnTo>
                  <a:lnTo>
                    <a:pt x="1" y="482"/>
                  </a:lnTo>
                  <a:lnTo>
                    <a:pt x="25" y="530"/>
                  </a:lnTo>
                  <a:lnTo>
                    <a:pt x="49" y="554"/>
                  </a:lnTo>
                  <a:lnTo>
                    <a:pt x="97" y="578"/>
                  </a:lnTo>
                  <a:lnTo>
                    <a:pt x="217" y="578"/>
                  </a:lnTo>
                  <a:lnTo>
                    <a:pt x="314" y="626"/>
                  </a:lnTo>
                  <a:lnTo>
                    <a:pt x="410" y="674"/>
                  </a:lnTo>
                  <a:lnTo>
                    <a:pt x="506" y="747"/>
                  </a:lnTo>
                  <a:lnTo>
                    <a:pt x="843" y="1036"/>
                  </a:lnTo>
                  <a:lnTo>
                    <a:pt x="964" y="1108"/>
                  </a:lnTo>
                  <a:lnTo>
                    <a:pt x="1084" y="1132"/>
                  </a:lnTo>
                  <a:lnTo>
                    <a:pt x="1229" y="1108"/>
                  </a:lnTo>
                  <a:lnTo>
                    <a:pt x="1349" y="1012"/>
                  </a:lnTo>
                  <a:lnTo>
                    <a:pt x="1469" y="915"/>
                  </a:lnTo>
                  <a:lnTo>
                    <a:pt x="1541" y="771"/>
                  </a:lnTo>
                  <a:lnTo>
                    <a:pt x="1590" y="626"/>
                  </a:lnTo>
                  <a:lnTo>
                    <a:pt x="1566" y="458"/>
                  </a:lnTo>
                  <a:lnTo>
                    <a:pt x="1517" y="362"/>
                  </a:lnTo>
                  <a:lnTo>
                    <a:pt x="1445" y="241"/>
                  </a:lnTo>
                  <a:lnTo>
                    <a:pt x="1373" y="169"/>
                  </a:lnTo>
                  <a:lnTo>
                    <a:pt x="1277" y="97"/>
                  </a:lnTo>
                  <a:lnTo>
                    <a:pt x="1204" y="25"/>
                  </a:lnTo>
                  <a:lnTo>
                    <a:pt x="11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2" name="Google Shape;12732;p30"/>
            <p:cNvSpPr/>
            <p:nvPr/>
          </p:nvSpPr>
          <p:spPr>
            <a:xfrm rot="-1874795">
              <a:off x="-527659" y="59908"/>
              <a:ext cx="100019" cy="94162"/>
            </a:xfrm>
            <a:custGeom>
              <a:avLst/>
              <a:gdLst/>
              <a:ahLst/>
              <a:cxnLst/>
              <a:rect l="l" t="t" r="r" b="b"/>
              <a:pathLst>
                <a:path w="1229" h="1157" extrusionOk="0">
                  <a:moveTo>
                    <a:pt x="868" y="1"/>
                  </a:moveTo>
                  <a:lnTo>
                    <a:pt x="771" y="25"/>
                  </a:lnTo>
                  <a:lnTo>
                    <a:pt x="723" y="25"/>
                  </a:lnTo>
                  <a:lnTo>
                    <a:pt x="555" y="97"/>
                  </a:lnTo>
                  <a:lnTo>
                    <a:pt x="386" y="169"/>
                  </a:lnTo>
                  <a:lnTo>
                    <a:pt x="266" y="266"/>
                  </a:lnTo>
                  <a:lnTo>
                    <a:pt x="169" y="338"/>
                  </a:lnTo>
                  <a:lnTo>
                    <a:pt x="97" y="458"/>
                  </a:lnTo>
                  <a:lnTo>
                    <a:pt x="49" y="554"/>
                  </a:lnTo>
                  <a:lnTo>
                    <a:pt x="25" y="675"/>
                  </a:lnTo>
                  <a:lnTo>
                    <a:pt x="1" y="819"/>
                  </a:lnTo>
                  <a:lnTo>
                    <a:pt x="1" y="915"/>
                  </a:lnTo>
                  <a:lnTo>
                    <a:pt x="25" y="988"/>
                  </a:lnTo>
                  <a:lnTo>
                    <a:pt x="73" y="1060"/>
                  </a:lnTo>
                  <a:lnTo>
                    <a:pt x="145" y="1132"/>
                  </a:lnTo>
                  <a:lnTo>
                    <a:pt x="242" y="1156"/>
                  </a:lnTo>
                  <a:lnTo>
                    <a:pt x="314" y="1156"/>
                  </a:lnTo>
                  <a:lnTo>
                    <a:pt x="410" y="1132"/>
                  </a:lnTo>
                  <a:lnTo>
                    <a:pt x="482" y="1084"/>
                  </a:lnTo>
                  <a:lnTo>
                    <a:pt x="1108" y="482"/>
                  </a:lnTo>
                  <a:lnTo>
                    <a:pt x="1180" y="410"/>
                  </a:lnTo>
                  <a:lnTo>
                    <a:pt x="1229" y="338"/>
                  </a:lnTo>
                  <a:lnTo>
                    <a:pt x="1229" y="241"/>
                  </a:lnTo>
                  <a:lnTo>
                    <a:pt x="1205" y="145"/>
                  </a:lnTo>
                  <a:lnTo>
                    <a:pt x="1132" y="73"/>
                  </a:lnTo>
                  <a:lnTo>
                    <a:pt x="1060" y="25"/>
                  </a:lnTo>
                  <a:lnTo>
                    <a:pt x="9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3" name="Google Shape;12733;p30"/>
            <p:cNvSpPr/>
            <p:nvPr/>
          </p:nvSpPr>
          <p:spPr>
            <a:xfrm rot="-1874795">
              <a:off x="-340562" y="-560299"/>
              <a:ext cx="64699" cy="72514"/>
            </a:xfrm>
            <a:custGeom>
              <a:avLst/>
              <a:gdLst/>
              <a:ahLst/>
              <a:cxnLst/>
              <a:rect l="l" t="t" r="r" b="b"/>
              <a:pathLst>
                <a:path w="795" h="891" extrusionOk="0">
                  <a:moveTo>
                    <a:pt x="289" y="0"/>
                  </a:moveTo>
                  <a:lnTo>
                    <a:pt x="169" y="24"/>
                  </a:lnTo>
                  <a:lnTo>
                    <a:pt x="72" y="97"/>
                  </a:lnTo>
                  <a:lnTo>
                    <a:pt x="24" y="193"/>
                  </a:lnTo>
                  <a:lnTo>
                    <a:pt x="0" y="313"/>
                  </a:lnTo>
                  <a:lnTo>
                    <a:pt x="24" y="385"/>
                  </a:lnTo>
                  <a:lnTo>
                    <a:pt x="72" y="482"/>
                  </a:lnTo>
                  <a:lnTo>
                    <a:pt x="169" y="578"/>
                  </a:lnTo>
                  <a:lnTo>
                    <a:pt x="289" y="674"/>
                  </a:lnTo>
                  <a:lnTo>
                    <a:pt x="409" y="771"/>
                  </a:lnTo>
                  <a:lnTo>
                    <a:pt x="530" y="843"/>
                  </a:lnTo>
                  <a:lnTo>
                    <a:pt x="626" y="867"/>
                  </a:lnTo>
                  <a:lnTo>
                    <a:pt x="722" y="891"/>
                  </a:lnTo>
                  <a:lnTo>
                    <a:pt x="746" y="867"/>
                  </a:lnTo>
                  <a:lnTo>
                    <a:pt x="771" y="819"/>
                  </a:lnTo>
                  <a:lnTo>
                    <a:pt x="795" y="674"/>
                  </a:lnTo>
                  <a:lnTo>
                    <a:pt x="795" y="530"/>
                  </a:lnTo>
                  <a:lnTo>
                    <a:pt x="771" y="385"/>
                  </a:lnTo>
                  <a:lnTo>
                    <a:pt x="698" y="265"/>
                  </a:lnTo>
                  <a:lnTo>
                    <a:pt x="626" y="145"/>
                  </a:lnTo>
                  <a:lnTo>
                    <a:pt x="530" y="72"/>
                  </a:lnTo>
                  <a:lnTo>
                    <a:pt x="4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4" name="Google Shape;12734;p30"/>
            <p:cNvSpPr/>
            <p:nvPr/>
          </p:nvSpPr>
          <p:spPr>
            <a:xfrm rot="-1874795">
              <a:off x="-185679" y="-130684"/>
              <a:ext cx="60874" cy="72595"/>
            </a:xfrm>
            <a:custGeom>
              <a:avLst/>
              <a:gdLst/>
              <a:ahLst/>
              <a:cxnLst/>
              <a:rect l="l" t="t" r="r" b="b"/>
              <a:pathLst>
                <a:path w="748" h="892" extrusionOk="0">
                  <a:moveTo>
                    <a:pt x="530" y="1"/>
                  </a:moveTo>
                  <a:lnTo>
                    <a:pt x="482" y="25"/>
                  </a:lnTo>
                  <a:lnTo>
                    <a:pt x="362" y="49"/>
                  </a:lnTo>
                  <a:lnTo>
                    <a:pt x="266" y="121"/>
                  </a:lnTo>
                  <a:lnTo>
                    <a:pt x="193" y="194"/>
                  </a:lnTo>
                  <a:lnTo>
                    <a:pt x="121" y="290"/>
                  </a:lnTo>
                  <a:lnTo>
                    <a:pt x="49" y="362"/>
                  </a:lnTo>
                  <a:lnTo>
                    <a:pt x="25" y="458"/>
                  </a:lnTo>
                  <a:lnTo>
                    <a:pt x="1" y="555"/>
                  </a:lnTo>
                  <a:lnTo>
                    <a:pt x="1" y="627"/>
                  </a:lnTo>
                  <a:lnTo>
                    <a:pt x="49" y="699"/>
                  </a:lnTo>
                  <a:lnTo>
                    <a:pt x="73" y="747"/>
                  </a:lnTo>
                  <a:lnTo>
                    <a:pt x="193" y="843"/>
                  </a:lnTo>
                  <a:lnTo>
                    <a:pt x="338" y="892"/>
                  </a:lnTo>
                  <a:lnTo>
                    <a:pt x="410" y="892"/>
                  </a:lnTo>
                  <a:lnTo>
                    <a:pt x="482" y="868"/>
                  </a:lnTo>
                  <a:lnTo>
                    <a:pt x="555" y="843"/>
                  </a:lnTo>
                  <a:lnTo>
                    <a:pt x="627" y="771"/>
                  </a:lnTo>
                  <a:lnTo>
                    <a:pt x="675" y="699"/>
                  </a:lnTo>
                  <a:lnTo>
                    <a:pt x="699" y="627"/>
                  </a:lnTo>
                  <a:lnTo>
                    <a:pt x="747" y="531"/>
                  </a:lnTo>
                  <a:lnTo>
                    <a:pt x="747" y="434"/>
                  </a:lnTo>
                  <a:lnTo>
                    <a:pt x="747" y="338"/>
                  </a:lnTo>
                  <a:lnTo>
                    <a:pt x="723" y="218"/>
                  </a:lnTo>
                  <a:lnTo>
                    <a:pt x="699" y="145"/>
                  </a:lnTo>
                  <a:lnTo>
                    <a:pt x="651" y="49"/>
                  </a:lnTo>
                  <a:lnTo>
                    <a:pt x="627" y="25"/>
                  </a:lnTo>
                  <a:lnTo>
                    <a:pt x="6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5" name="Google Shape;12735;p30"/>
            <p:cNvSpPr/>
            <p:nvPr/>
          </p:nvSpPr>
          <p:spPr>
            <a:xfrm rot="-1874795">
              <a:off x="-767165" y="-429007"/>
              <a:ext cx="74465" cy="62748"/>
            </a:xfrm>
            <a:custGeom>
              <a:avLst/>
              <a:gdLst/>
              <a:ahLst/>
              <a:cxnLst/>
              <a:rect l="l" t="t" r="r" b="b"/>
              <a:pathLst>
                <a:path w="915" h="771" extrusionOk="0">
                  <a:moveTo>
                    <a:pt x="602" y="0"/>
                  </a:moveTo>
                  <a:lnTo>
                    <a:pt x="457" y="48"/>
                  </a:lnTo>
                  <a:lnTo>
                    <a:pt x="361" y="97"/>
                  </a:lnTo>
                  <a:lnTo>
                    <a:pt x="313" y="145"/>
                  </a:lnTo>
                  <a:lnTo>
                    <a:pt x="289" y="193"/>
                  </a:lnTo>
                  <a:lnTo>
                    <a:pt x="265" y="265"/>
                  </a:lnTo>
                  <a:lnTo>
                    <a:pt x="265" y="337"/>
                  </a:lnTo>
                  <a:lnTo>
                    <a:pt x="241" y="434"/>
                  </a:lnTo>
                  <a:lnTo>
                    <a:pt x="169" y="482"/>
                  </a:lnTo>
                  <a:lnTo>
                    <a:pt x="48" y="554"/>
                  </a:lnTo>
                  <a:lnTo>
                    <a:pt x="0" y="602"/>
                  </a:lnTo>
                  <a:lnTo>
                    <a:pt x="24" y="674"/>
                  </a:lnTo>
                  <a:lnTo>
                    <a:pt x="48" y="747"/>
                  </a:lnTo>
                  <a:lnTo>
                    <a:pt x="120" y="771"/>
                  </a:lnTo>
                  <a:lnTo>
                    <a:pt x="578" y="771"/>
                  </a:lnTo>
                  <a:lnTo>
                    <a:pt x="722" y="674"/>
                  </a:lnTo>
                  <a:lnTo>
                    <a:pt x="819" y="578"/>
                  </a:lnTo>
                  <a:lnTo>
                    <a:pt x="891" y="458"/>
                  </a:lnTo>
                  <a:lnTo>
                    <a:pt x="915" y="337"/>
                  </a:lnTo>
                  <a:lnTo>
                    <a:pt x="891" y="193"/>
                  </a:lnTo>
                  <a:lnTo>
                    <a:pt x="843" y="97"/>
                  </a:lnTo>
                  <a:lnTo>
                    <a:pt x="770" y="24"/>
                  </a:lnTo>
                  <a:lnTo>
                    <a:pt x="6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6" name="Google Shape;12736;p30"/>
            <p:cNvSpPr/>
            <p:nvPr/>
          </p:nvSpPr>
          <p:spPr>
            <a:xfrm rot="-1874795">
              <a:off x="-304284" y="-355216"/>
              <a:ext cx="51027" cy="80408"/>
            </a:xfrm>
            <a:custGeom>
              <a:avLst/>
              <a:gdLst/>
              <a:ahLst/>
              <a:cxnLst/>
              <a:rect l="l" t="t" r="r" b="b"/>
              <a:pathLst>
                <a:path w="627" h="988" extrusionOk="0">
                  <a:moveTo>
                    <a:pt x="241" y="0"/>
                  </a:moveTo>
                  <a:lnTo>
                    <a:pt x="145" y="24"/>
                  </a:lnTo>
                  <a:lnTo>
                    <a:pt x="73" y="73"/>
                  </a:lnTo>
                  <a:lnTo>
                    <a:pt x="24" y="169"/>
                  </a:lnTo>
                  <a:lnTo>
                    <a:pt x="0" y="265"/>
                  </a:lnTo>
                  <a:lnTo>
                    <a:pt x="24" y="361"/>
                  </a:lnTo>
                  <a:lnTo>
                    <a:pt x="97" y="434"/>
                  </a:lnTo>
                  <a:lnTo>
                    <a:pt x="169" y="506"/>
                  </a:lnTo>
                  <a:lnTo>
                    <a:pt x="265" y="602"/>
                  </a:lnTo>
                  <a:lnTo>
                    <a:pt x="361" y="698"/>
                  </a:lnTo>
                  <a:lnTo>
                    <a:pt x="434" y="843"/>
                  </a:lnTo>
                  <a:lnTo>
                    <a:pt x="530" y="987"/>
                  </a:lnTo>
                  <a:lnTo>
                    <a:pt x="626" y="554"/>
                  </a:lnTo>
                  <a:lnTo>
                    <a:pt x="626" y="410"/>
                  </a:lnTo>
                  <a:lnTo>
                    <a:pt x="626" y="289"/>
                  </a:lnTo>
                  <a:lnTo>
                    <a:pt x="578" y="193"/>
                  </a:lnTo>
                  <a:lnTo>
                    <a:pt x="530" y="97"/>
                  </a:lnTo>
                  <a:lnTo>
                    <a:pt x="434" y="24"/>
                  </a:lnTo>
                  <a:lnTo>
                    <a:pt x="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7" name="Google Shape;12737;p30"/>
            <p:cNvSpPr/>
            <p:nvPr/>
          </p:nvSpPr>
          <p:spPr>
            <a:xfrm rot="-1874795">
              <a:off x="-416347" y="-240129"/>
              <a:ext cx="66734" cy="43134"/>
            </a:xfrm>
            <a:custGeom>
              <a:avLst/>
              <a:gdLst/>
              <a:ahLst/>
              <a:cxnLst/>
              <a:rect l="l" t="t" r="r" b="b"/>
              <a:pathLst>
                <a:path w="820" h="530" extrusionOk="0">
                  <a:moveTo>
                    <a:pt x="314" y="0"/>
                  </a:moveTo>
                  <a:lnTo>
                    <a:pt x="218" y="24"/>
                  </a:lnTo>
                  <a:lnTo>
                    <a:pt x="121" y="72"/>
                  </a:lnTo>
                  <a:lnTo>
                    <a:pt x="25" y="145"/>
                  </a:lnTo>
                  <a:lnTo>
                    <a:pt x="1" y="241"/>
                  </a:lnTo>
                  <a:lnTo>
                    <a:pt x="1" y="289"/>
                  </a:lnTo>
                  <a:lnTo>
                    <a:pt x="25" y="337"/>
                  </a:lnTo>
                  <a:lnTo>
                    <a:pt x="73" y="433"/>
                  </a:lnTo>
                  <a:lnTo>
                    <a:pt x="121" y="482"/>
                  </a:lnTo>
                  <a:lnTo>
                    <a:pt x="193" y="506"/>
                  </a:lnTo>
                  <a:lnTo>
                    <a:pt x="266" y="530"/>
                  </a:lnTo>
                  <a:lnTo>
                    <a:pt x="410" y="530"/>
                  </a:lnTo>
                  <a:lnTo>
                    <a:pt x="579" y="506"/>
                  </a:lnTo>
                  <a:lnTo>
                    <a:pt x="675" y="482"/>
                  </a:lnTo>
                  <a:lnTo>
                    <a:pt x="771" y="409"/>
                  </a:lnTo>
                  <a:lnTo>
                    <a:pt x="819" y="337"/>
                  </a:lnTo>
                  <a:lnTo>
                    <a:pt x="819" y="217"/>
                  </a:lnTo>
                  <a:lnTo>
                    <a:pt x="795" y="169"/>
                  </a:lnTo>
                  <a:lnTo>
                    <a:pt x="747" y="120"/>
                  </a:lnTo>
                  <a:lnTo>
                    <a:pt x="579" y="48"/>
                  </a:lnTo>
                  <a:lnTo>
                    <a:pt x="3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8" name="Google Shape;12738;p30"/>
            <p:cNvSpPr/>
            <p:nvPr/>
          </p:nvSpPr>
          <p:spPr>
            <a:xfrm rot="-1874795">
              <a:off x="-20813" y="-488236"/>
              <a:ext cx="58840" cy="54935"/>
            </a:xfrm>
            <a:custGeom>
              <a:avLst/>
              <a:gdLst/>
              <a:ahLst/>
              <a:cxnLst/>
              <a:rect l="l" t="t" r="r" b="b"/>
              <a:pathLst>
                <a:path w="723" h="675" extrusionOk="0">
                  <a:moveTo>
                    <a:pt x="554" y="1"/>
                  </a:moveTo>
                  <a:lnTo>
                    <a:pt x="458" y="25"/>
                  </a:lnTo>
                  <a:lnTo>
                    <a:pt x="337" y="49"/>
                  </a:lnTo>
                  <a:lnTo>
                    <a:pt x="241" y="73"/>
                  </a:lnTo>
                  <a:lnTo>
                    <a:pt x="169" y="121"/>
                  </a:lnTo>
                  <a:lnTo>
                    <a:pt x="97" y="193"/>
                  </a:lnTo>
                  <a:lnTo>
                    <a:pt x="48" y="241"/>
                  </a:lnTo>
                  <a:lnTo>
                    <a:pt x="24" y="314"/>
                  </a:lnTo>
                  <a:lnTo>
                    <a:pt x="0" y="386"/>
                  </a:lnTo>
                  <a:lnTo>
                    <a:pt x="0" y="458"/>
                  </a:lnTo>
                  <a:lnTo>
                    <a:pt x="24" y="554"/>
                  </a:lnTo>
                  <a:lnTo>
                    <a:pt x="72" y="627"/>
                  </a:lnTo>
                  <a:lnTo>
                    <a:pt x="145" y="675"/>
                  </a:lnTo>
                  <a:lnTo>
                    <a:pt x="217" y="675"/>
                  </a:lnTo>
                  <a:lnTo>
                    <a:pt x="313" y="651"/>
                  </a:lnTo>
                  <a:lnTo>
                    <a:pt x="482" y="554"/>
                  </a:lnTo>
                  <a:lnTo>
                    <a:pt x="626" y="434"/>
                  </a:lnTo>
                  <a:lnTo>
                    <a:pt x="674" y="362"/>
                  </a:lnTo>
                  <a:lnTo>
                    <a:pt x="722" y="290"/>
                  </a:lnTo>
                  <a:lnTo>
                    <a:pt x="722" y="217"/>
                  </a:lnTo>
                  <a:lnTo>
                    <a:pt x="722" y="145"/>
                  </a:lnTo>
                  <a:lnTo>
                    <a:pt x="698" y="97"/>
                  </a:lnTo>
                  <a:lnTo>
                    <a:pt x="650" y="49"/>
                  </a:lnTo>
                  <a:lnTo>
                    <a:pt x="602" y="25"/>
                  </a:lnTo>
                  <a:lnTo>
                    <a:pt x="5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9" name="Google Shape;12739;p30"/>
            <p:cNvSpPr/>
            <p:nvPr/>
          </p:nvSpPr>
          <p:spPr>
            <a:xfrm rot="-1874795">
              <a:off x="-466615" y="-99585"/>
              <a:ext cx="47121" cy="54935"/>
            </a:xfrm>
            <a:custGeom>
              <a:avLst/>
              <a:gdLst/>
              <a:ahLst/>
              <a:cxnLst/>
              <a:rect l="l" t="t" r="r" b="b"/>
              <a:pathLst>
                <a:path w="579" h="675" extrusionOk="0">
                  <a:moveTo>
                    <a:pt x="193" y="0"/>
                  </a:moveTo>
                  <a:lnTo>
                    <a:pt x="121" y="24"/>
                  </a:lnTo>
                  <a:lnTo>
                    <a:pt x="73" y="73"/>
                  </a:lnTo>
                  <a:lnTo>
                    <a:pt x="25" y="121"/>
                  </a:lnTo>
                  <a:lnTo>
                    <a:pt x="0" y="193"/>
                  </a:lnTo>
                  <a:lnTo>
                    <a:pt x="0" y="313"/>
                  </a:lnTo>
                  <a:lnTo>
                    <a:pt x="0" y="434"/>
                  </a:lnTo>
                  <a:lnTo>
                    <a:pt x="49" y="578"/>
                  </a:lnTo>
                  <a:lnTo>
                    <a:pt x="145" y="650"/>
                  </a:lnTo>
                  <a:lnTo>
                    <a:pt x="241" y="674"/>
                  </a:lnTo>
                  <a:lnTo>
                    <a:pt x="362" y="674"/>
                  </a:lnTo>
                  <a:lnTo>
                    <a:pt x="434" y="650"/>
                  </a:lnTo>
                  <a:lnTo>
                    <a:pt x="482" y="602"/>
                  </a:lnTo>
                  <a:lnTo>
                    <a:pt x="530" y="554"/>
                  </a:lnTo>
                  <a:lnTo>
                    <a:pt x="554" y="506"/>
                  </a:lnTo>
                  <a:lnTo>
                    <a:pt x="578" y="410"/>
                  </a:lnTo>
                  <a:lnTo>
                    <a:pt x="530" y="265"/>
                  </a:lnTo>
                  <a:lnTo>
                    <a:pt x="482" y="145"/>
                  </a:lnTo>
                  <a:lnTo>
                    <a:pt x="434" y="49"/>
                  </a:lnTo>
                  <a:lnTo>
                    <a:pt x="386" y="24"/>
                  </a:lnTo>
                  <a:lnTo>
                    <a:pt x="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0" name="Google Shape;12740;p30"/>
            <p:cNvSpPr/>
            <p:nvPr/>
          </p:nvSpPr>
          <p:spPr>
            <a:xfrm rot="-1874795">
              <a:off x="-275122" y="-15808"/>
              <a:ext cx="50946" cy="49075"/>
            </a:xfrm>
            <a:custGeom>
              <a:avLst/>
              <a:gdLst/>
              <a:ahLst/>
              <a:cxnLst/>
              <a:rect l="l" t="t" r="r" b="b"/>
              <a:pathLst>
                <a:path w="626" h="603" extrusionOk="0">
                  <a:moveTo>
                    <a:pt x="169" y="1"/>
                  </a:moveTo>
                  <a:lnTo>
                    <a:pt x="72" y="49"/>
                  </a:lnTo>
                  <a:lnTo>
                    <a:pt x="0" y="121"/>
                  </a:lnTo>
                  <a:lnTo>
                    <a:pt x="0" y="217"/>
                  </a:lnTo>
                  <a:lnTo>
                    <a:pt x="0" y="338"/>
                  </a:lnTo>
                  <a:lnTo>
                    <a:pt x="72" y="458"/>
                  </a:lnTo>
                  <a:lnTo>
                    <a:pt x="169" y="555"/>
                  </a:lnTo>
                  <a:lnTo>
                    <a:pt x="289" y="603"/>
                  </a:lnTo>
                  <a:lnTo>
                    <a:pt x="361" y="603"/>
                  </a:lnTo>
                  <a:lnTo>
                    <a:pt x="433" y="579"/>
                  </a:lnTo>
                  <a:lnTo>
                    <a:pt x="554" y="530"/>
                  </a:lnTo>
                  <a:lnTo>
                    <a:pt x="602" y="458"/>
                  </a:lnTo>
                  <a:lnTo>
                    <a:pt x="626" y="338"/>
                  </a:lnTo>
                  <a:lnTo>
                    <a:pt x="602" y="242"/>
                  </a:lnTo>
                  <a:lnTo>
                    <a:pt x="578" y="169"/>
                  </a:lnTo>
                  <a:lnTo>
                    <a:pt x="530" y="97"/>
                  </a:lnTo>
                  <a:lnTo>
                    <a:pt x="481" y="49"/>
                  </a:lnTo>
                  <a:lnTo>
                    <a:pt x="433" y="25"/>
                  </a:lnTo>
                  <a:lnTo>
                    <a:pt x="3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1" name="Google Shape;12741;p30"/>
            <p:cNvSpPr/>
            <p:nvPr/>
          </p:nvSpPr>
          <p:spPr>
            <a:xfrm rot="-1874795">
              <a:off x="-663726" y="-184663"/>
              <a:ext cx="41261" cy="52981"/>
            </a:xfrm>
            <a:custGeom>
              <a:avLst/>
              <a:gdLst/>
              <a:ahLst/>
              <a:cxnLst/>
              <a:rect l="l" t="t" r="r" b="b"/>
              <a:pathLst>
                <a:path w="507" h="651" extrusionOk="0">
                  <a:moveTo>
                    <a:pt x="242" y="1"/>
                  </a:moveTo>
                  <a:lnTo>
                    <a:pt x="169" y="25"/>
                  </a:lnTo>
                  <a:lnTo>
                    <a:pt x="121" y="73"/>
                  </a:lnTo>
                  <a:lnTo>
                    <a:pt x="73" y="121"/>
                  </a:lnTo>
                  <a:lnTo>
                    <a:pt x="49" y="193"/>
                  </a:lnTo>
                  <a:lnTo>
                    <a:pt x="25" y="338"/>
                  </a:lnTo>
                  <a:lnTo>
                    <a:pt x="1" y="482"/>
                  </a:lnTo>
                  <a:lnTo>
                    <a:pt x="73" y="603"/>
                  </a:lnTo>
                  <a:lnTo>
                    <a:pt x="97" y="651"/>
                  </a:lnTo>
                  <a:lnTo>
                    <a:pt x="193" y="651"/>
                  </a:lnTo>
                  <a:lnTo>
                    <a:pt x="266" y="627"/>
                  </a:lnTo>
                  <a:lnTo>
                    <a:pt x="314" y="579"/>
                  </a:lnTo>
                  <a:lnTo>
                    <a:pt x="434" y="458"/>
                  </a:lnTo>
                  <a:lnTo>
                    <a:pt x="506" y="338"/>
                  </a:lnTo>
                  <a:lnTo>
                    <a:pt x="506" y="266"/>
                  </a:lnTo>
                  <a:lnTo>
                    <a:pt x="506" y="217"/>
                  </a:lnTo>
                  <a:lnTo>
                    <a:pt x="482" y="121"/>
                  </a:lnTo>
                  <a:lnTo>
                    <a:pt x="434" y="49"/>
                  </a:lnTo>
                  <a:lnTo>
                    <a:pt x="3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2" name="Google Shape;12742;p30"/>
            <p:cNvSpPr/>
            <p:nvPr/>
          </p:nvSpPr>
          <p:spPr>
            <a:xfrm rot="-1874795">
              <a:off x="-394519" y="-488998"/>
              <a:ext cx="43214" cy="45169"/>
            </a:xfrm>
            <a:custGeom>
              <a:avLst/>
              <a:gdLst/>
              <a:ahLst/>
              <a:cxnLst/>
              <a:rect l="l" t="t" r="r" b="b"/>
              <a:pathLst>
                <a:path w="531" h="555" extrusionOk="0">
                  <a:moveTo>
                    <a:pt x="313" y="0"/>
                  </a:moveTo>
                  <a:lnTo>
                    <a:pt x="193" y="24"/>
                  </a:lnTo>
                  <a:lnTo>
                    <a:pt x="97" y="73"/>
                  </a:lnTo>
                  <a:lnTo>
                    <a:pt x="25" y="145"/>
                  </a:lnTo>
                  <a:lnTo>
                    <a:pt x="0" y="241"/>
                  </a:lnTo>
                  <a:lnTo>
                    <a:pt x="25" y="361"/>
                  </a:lnTo>
                  <a:lnTo>
                    <a:pt x="73" y="458"/>
                  </a:lnTo>
                  <a:lnTo>
                    <a:pt x="145" y="530"/>
                  </a:lnTo>
                  <a:lnTo>
                    <a:pt x="217" y="554"/>
                  </a:lnTo>
                  <a:lnTo>
                    <a:pt x="337" y="554"/>
                  </a:lnTo>
                  <a:lnTo>
                    <a:pt x="458" y="506"/>
                  </a:lnTo>
                  <a:lnTo>
                    <a:pt x="506" y="434"/>
                  </a:lnTo>
                  <a:lnTo>
                    <a:pt x="530" y="337"/>
                  </a:lnTo>
                  <a:lnTo>
                    <a:pt x="530" y="217"/>
                  </a:lnTo>
                  <a:lnTo>
                    <a:pt x="482" y="121"/>
                  </a:lnTo>
                  <a:lnTo>
                    <a:pt x="410" y="24"/>
                  </a:lnTo>
                  <a:lnTo>
                    <a:pt x="3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3" name="Google Shape;12743;p30"/>
            <p:cNvSpPr/>
            <p:nvPr/>
          </p:nvSpPr>
          <p:spPr>
            <a:xfrm rot="-1874795">
              <a:off x="-203026" y="-458212"/>
              <a:ext cx="41180" cy="41181"/>
            </a:xfrm>
            <a:custGeom>
              <a:avLst/>
              <a:gdLst/>
              <a:ahLst/>
              <a:cxnLst/>
              <a:rect l="l" t="t" r="r" b="b"/>
              <a:pathLst>
                <a:path w="506" h="506" extrusionOk="0">
                  <a:moveTo>
                    <a:pt x="289" y="0"/>
                  </a:moveTo>
                  <a:lnTo>
                    <a:pt x="193" y="24"/>
                  </a:lnTo>
                  <a:lnTo>
                    <a:pt x="96" y="72"/>
                  </a:lnTo>
                  <a:lnTo>
                    <a:pt x="24" y="144"/>
                  </a:lnTo>
                  <a:lnTo>
                    <a:pt x="0" y="241"/>
                  </a:lnTo>
                  <a:lnTo>
                    <a:pt x="0" y="337"/>
                  </a:lnTo>
                  <a:lnTo>
                    <a:pt x="72" y="433"/>
                  </a:lnTo>
                  <a:lnTo>
                    <a:pt x="144" y="482"/>
                  </a:lnTo>
                  <a:lnTo>
                    <a:pt x="241" y="506"/>
                  </a:lnTo>
                  <a:lnTo>
                    <a:pt x="337" y="482"/>
                  </a:lnTo>
                  <a:lnTo>
                    <a:pt x="433" y="433"/>
                  </a:lnTo>
                  <a:lnTo>
                    <a:pt x="481" y="361"/>
                  </a:lnTo>
                  <a:lnTo>
                    <a:pt x="506" y="289"/>
                  </a:lnTo>
                  <a:lnTo>
                    <a:pt x="481" y="193"/>
                  </a:lnTo>
                  <a:lnTo>
                    <a:pt x="433" y="96"/>
                  </a:lnTo>
                  <a:lnTo>
                    <a:pt x="361" y="24"/>
                  </a:lnTo>
                  <a:lnTo>
                    <a:pt x="2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4" name="Google Shape;12744;p30"/>
            <p:cNvSpPr/>
            <p:nvPr/>
          </p:nvSpPr>
          <p:spPr>
            <a:xfrm rot="-1874795">
              <a:off x="-592216" y="48846"/>
              <a:ext cx="39308" cy="41262"/>
            </a:xfrm>
            <a:custGeom>
              <a:avLst/>
              <a:gdLst/>
              <a:ahLst/>
              <a:cxnLst/>
              <a:rect l="l" t="t" r="r" b="b"/>
              <a:pathLst>
                <a:path w="483" h="507" extrusionOk="0">
                  <a:moveTo>
                    <a:pt x="169" y="1"/>
                  </a:moveTo>
                  <a:lnTo>
                    <a:pt x="97" y="49"/>
                  </a:lnTo>
                  <a:lnTo>
                    <a:pt x="25" y="121"/>
                  </a:lnTo>
                  <a:lnTo>
                    <a:pt x="1" y="193"/>
                  </a:lnTo>
                  <a:lnTo>
                    <a:pt x="1" y="290"/>
                  </a:lnTo>
                  <a:lnTo>
                    <a:pt x="73" y="410"/>
                  </a:lnTo>
                  <a:lnTo>
                    <a:pt x="145" y="458"/>
                  </a:lnTo>
                  <a:lnTo>
                    <a:pt x="241" y="506"/>
                  </a:lnTo>
                  <a:lnTo>
                    <a:pt x="362" y="482"/>
                  </a:lnTo>
                  <a:lnTo>
                    <a:pt x="434" y="458"/>
                  </a:lnTo>
                  <a:lnTo>
                    <a:pt x="482" y="386"/>
                  </a:lnTo>
                  <a:lnTo>
                    <a:pt x="482" y="290"/>
                  </a:lnTo>
                  <a:lnTo>
                    <a:pt x="482" y="217"/>
                  </a:lnTo>
                  <a:lnTo>
                    <a:pt x="434" y="121"/>
                  </a:lnTo>
                  <a:lnTo>
                    <a:pt x="386" y="49"/>
                  </a:lnTo>
                  <a:lnTo>
                    <a:pt x="29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5" name="Google Shape;12745;p30"/>
            <p:cNvSpPr/>
            <p:nvPr/>
          </p:nvSpPr>
          <p:spPr>
            <a:xfrm rot="-1874795">
              <a:off x="-370183" y="105756"/>
              <a:ext cx="62827" cy="33368"/>
            </a:xfrm>
            <a:custGeom>
              <a:avLst/>
              <a:gdLst/>
              <a:ahLst/>
              <a:cxnLst/>
              <a:rect l="l" t="t" r="r" b="b"/>
              <a:pathLst>
                <a:path w="772" h="410" extrusionOk="0">
                  <a:moveTo>
                    <a:pt x="25" y="0"/>
                  </a:moveTo>
                  <a:lnTo>
                    <a:pt x="1" y="120"/>
                  </a:lnTo>
                  <a:lnTo>
                    <a:pt x="1" y="241"/>
                  </a:lnTo>
                  <a:lnTo>
                    <a:pt x="25" y="265"/>
                  </a:lnTo>
                  <a:lnTo>
                    <a:pt x="73" y="313"/>
                  </a:lnTo>
                  <a:lnTo>
                    <a:pt x="121" y="313"/>
                  </a:lnTo>
                  <a:lnTo>
                    <a:pt x="193" y="337"/>
                  </a:lnTo>
                  <a:lnTo>
                    <a:pt x="362" y="361"/>
                  </a:lnTo>
                  <a:lnTo>
                    <a:pt x="506" y="385"/>
                  </a:lnTo>
                  <a:lnTo>
                    <a:pt x="675" y="409"/>
                  </a:lnTo>
                  <a:lnTo>
                    <a:pt x="747" y="385"/>
                  </a:lnTo>
                  <a:lnTo>
                    <a:pt x="771" y="361"/>
                  </a:lnTo>
                  <a:lnTo>
                    <a:pt x="771" y="313"/>
                  </a:lnTo>
                  <a:lnTo>
                    <a:pt x="771" y="265"/>
                  </a:lnTo>
                  <a:lnTo>
                    <a:pt x="771" y="217"/>
                  </a:lnTo>
                  <a:lnTo>
                    <a:pt x="723" y="144"/>
                  </a:lnTo>
                  <a:lnTo>
                    <a:pt x="627" y="120"/>
                  </a:lnTo>
                  <a:lnTo>
                    <a:pt x="266" y="120"/>
                  </a:lnTo>
                  <a:lnTo>
                    <a:pt x="145" y="72"/>
                  </a:lnTo>
                  <a:lnTo>
                    <a:pt x="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6" name="Google Shape;12746;p30"/>
            <p:cNvSpPr/>
            <p:nvPr/>
          </p:nvSpPr>
          <p:spPr>
            <a:xfrm rot="-1874795">
              <a:off x="-790902" y="-171636"/>
              <a:ext cx="37355" cy="39309"/>
            </a:xfrm>
            <a:custGeom>
              <a:avLst/>
              <a:gdLst/>
              <a:ahLst/>
              <a:cxnLst/>
              <a:rect l="l" t="t" r="r" b="b"/>
              <a:pathLst>
                <a:path w="459" h="483" extrusionOk="0">
                  <a:moveTo>
                    <a:pt x="145" y="1"/>
                  </a:moveTo>
                  <a:lnTo>
                    <a:pt x="73" y="73"/>
                  </a:lnTo>
                  <a:lnTo>
                    <a:pt x="25" y="145"/>
                  </a:lnTo>
                  <a:lnTo>
                    <a:pt x="1" y="217"/>
                  </a:lnTo>
                  <a:lnTo>
                    <a:pt x="1" y="314"/>
                  </a:lnTo>
                  <a:lnTo>
                    <a:pt x="49" y="386"/>
                  </a:lnTo>
                  <a:lnTo>
                    <a:pt x="121" y="458"/>
                  </a:lnTo>
                  <a:lnTo>
                    <a:pt x="193" y="482"/>
                  </a:lnTo>
                  <a:lnTo>
                    <a:pt x="290" y="458"/>
                  </a:lnTo>
                  <a:lnTo>
                    <a:pt x="386" y="410"/>
                  </a:lnTo>
                  <a:lnTo>
                    <a:pt x="434" y="338"/>
                  </a:lnTo>
                  <a:lnTo>
                    <a:pt x="458" y="266"/>
                  </a:lnTo>
                  <a:lnTo>
                    <a:pt x="434" y="169"/>
                  </a:lnTo>
                  <a:lnTo>
                    <a:pt x="386" y="97"/>
                  </a:lnTo>
                  <a:lnTo>
                    <a:pt x="338" y="25"/>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7" name="Google Shape;12747;p30"/>
            <p:cNvSpPr/>
            <p:nvPr/>
          </p:nvSpPr>
          <p:spPr>
            <a:xfrm rot="-1874795">
              <a:off x="-636781" y="-296940"/>
              <a:ext cx="35320" cy="35402"/>
            </a:xfrm>
            <a:custGeom>
              <a:avLst/>
              <a:gdLst/>
              <a:ahLst/>
              <a:cxnLst/>
              <a:rect l="l" t="t" r="r" b="b"/>
              <a:pathLst>
                <a:path w="434" h="435" extrusionOk="0">
                  <a:moveTo>
                    <a:pt x="145" y="1"/>
                  </a:moveTo>
                  <a:lnTo>
                    <a:pt x="72" y="49"/>
                  </a:lnTo>
                  <a:lnTo>
                    <a:pt x="24" y="121"/>
                  </a:lnTo>
                  <a:lnTo>
                    <a:pt x="0" y="193"/>
                  </a:lnTo>
                  <a:lnTo>
                    <a:pt x="0" y="290"/>
                  </a:lnTo>
                  <a:lnTo>
                    <a:pt x="72" y="362"/>
                  </a:lnTo>
                  <a:lnTo>
                    <a:pt x="120" y="410"/>
                  </a:lnTo>
                  <a:lnTo>
                    <a:pt x="217" y="434"/>
                  </a:lnTo>
                  <a:lnTo>
                    <a:pt x="313" y="434"/>
                  </a:lnTo>
                  <a:lnTo>
                    <a:pt x="385" y="386"/>
                  </a:lnTo>
                  <a:lnTo>
                    <a:pt x="433" y="314"/>
                  </a:lnTo>
                  <a:lnTo>
                    <a:pt x="433" y="217"/>
                  </a:lnTo>
                  <a:lnTo>
                    <a:pt x="433" y="145"/>
                  </a:lnTo>
                  <a:lnTo>
                    <a:pt x="385" y="49"/>
                  </a:lnTo>
                  <a:lnTo>
                    <a:pt x="3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8" name="Google Shape;12748;p30"/>
            <p:cNvSpPr/>
            <p:nvPr/>
          </p:nvSpPr>
          <p:spPr>
            <a:xfrm rot="-1874795">
              <a:off x="-243483" y="-412088"/>
              <a:ext cx="31414" cy="45169"/>
            </a:xfrm>
            <a:custGeom>
              <a:avLst/>
              <a:gdLst/>
              <a:ahLst/>
              <a:cxnLst/>
              <a:rect l="l" t="t" r="r" b="b"/>
              <a:pathLst>
                <a:path w="386" h="555" extrusionOk="0">
                  <a:moveTo>
                    <a:pt x="217" y="1"/>
                  </a:moveTo>
                  <a:lnTo>
                    <a:pt x="145" y="25"/>
                  </a:lnTo>
                  <a:lnTo>
                    <a:pt x="97" y="49"/>
                  </a:lnTo>
                  <a:lnTo>
                    <a:pt x="49" y="97"/>
                  </a:lnTo>
                  <a:lnTo>
                    <a:pt x="25" y="193"/>
                  </a:lnTo>
                  <a:lnTo>
                    <a:pt x="1" y="290"/>
                  </a:lnTo>
                  <a:lnTo>
                    <a:pt x="25" y="410"/>
                  </a:lnTo>
                  <a:lnTo>
                    <a:pt x="49" y="482"/>
                  </a:lnTo>
                  <a:lnTo>
                    <a:pt x="97" y="530"/>
                  </a:lnTo>
                  <a:lnTo>
                    <a:pt x="145" y="554"/>
                  </a:lnTo>
                  <a:lnTo>
                    <a:pt x="242" y="530"/>
                  </a:lnTo>
                  <a:lnTo>
                    <a:pt x="338" y="482"/>
                  </a:lnTo>
                  <a:lnTo>
                    <a:pt x="362" y="410"/>
                  </a:lnTo>
                  <a:lnTo>
                    <a:pt x="386" y="314"/>
                  </a:lnTo>
                  <a:lnTo>
                    <a:pt x="362" y="193"/>
                  </a:lnTo>
                  <a:lnTo>
                    <a:pt x="314" y="121"/>
                  </a:lnTo>
                  <a:lnTo>
                    <a:pt x="266" y="49"/>
                  </a:lnTo>
                  <a:lnTo>
                    <a:pt x="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9" name="Google Shape;12749;p30"/>
            <p:cNvSpPr/>
            <p:nvPr/>
          </p:nvSpPr>
          <p:spPr>
            <a:xfrm rot="-1874795">
              <a:off x="-440431" y="-314410"/>
              <a:ext cx="31414" cy="31496"/>
            </a:xfrm>
            <a:custGeom>
              <a:avLst/>
              <a:gdLst/>
              <a:ahLst/>
              <a:cxnLst/>
              <a:rect l="l" t="t" r="r" b="b"/>
              <a:pathLst>
                <a:path w="386" h="387" extrusionOk="0">
                  <a:moveTo>
                    <a:pt x="241" y="1"/>
                  </a:moveTo>
                  <a:lnTo>
                    <a:pt x="145" y="25"/>
                  </a:lnTo>
                  <a:lnTo>
                    <a:pt x="73" y="49"/>
                  </a:lnTo>
                  <a:lnTo>
                    <a:pt x="25" y="97"/>
                  </a:lnTo>
                  <a:lnTo>
                    <a:pt x="1" y="169"/>
                  </a:lnTo>
                  <a:lnTo>
                    <a:pt x="1" y="266"/>
                  </a:lnTo>
                  <a:lnTo>
                    <a:pt x="25" y="338"/>
                  </a:lnTo>
                  <a:lnTo>
                    <a:pt x="97" y="386"/>
                  </a:lnTo>
                  <a:lnTo>
                    <a:pt x="217" y="386"/>
                  </a:lnTo>
                  <a:lnTo>
                    <a:pt x="314" y="362"/>
                  </a:lnTo>
                  <a:lnTo>
                    <a:pt x="362" y="290"/>
                  </a:lnTo>
                  <a:lnTo>
                    <a:pt x="386" y="218"/>
                  </a:lnTo>
                  <a:lnTo>
                    <a:pt x="386" y="145"/>
                  </a:lnTo>
                  <a:lnTo>
                    <a:pt x="338" y="73"/>
                  </a:lnTo>
                  <a:lnTo>
                    <a:pt x="290" y="25"/>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0" name="Google Shape;12750;p30"/>
            <p:cNvSpPr/>
            <p:nvPr/>
          </p:nvSpPr>
          <p:spPr>
            <a:xfrm rot="-1874795">
              <a:off x="-536720" y="-37268"/>
              <a:ext cx="27507" cy="29461"/>
            </a:xfrm>
            <a:custGeom>
              <a:avLst/>
              <a:gdLst/>
              <a:ahLst/>
              <a:cxnLst/>
              <a:rect l="l" t="t" r="r" b="b"/>
              <a:pathLst>
                <a:path w="338" h="362" extrusionOk="0">
                  <a:moveTo>
                    <a:pt x="169" y="1"/>
                  </a:moveTo>
                  <a:lnTo>
                    <a:pt x="97" y="25"/>
                  </a:lnTo>
                  <a:lnTo>
                    <a:pt x="48" y="49"/>
                  </a:lnTo>
                  <a:lnTo>
                    <a:pt x="0" y="97"/>
                  </a:lnTo>
                  <a:lnTo>
                    <a:pt x="0" y="169"/>
                  </a:lnTo>
                  <a:lnTo>
                    <a:pt x="0" y="218"/>
                  </a:lnTo>
                  <a:lnTo>
                    <a:pt x="48" y="290"/>
                  </a:lnTo>
                  <a:lnTo>
                    <a:pt x="97" y="338"/>
                  </a:lnTo>
                  <a:lnTo>
                    <a:pt x="169" y="362"/>
                  </a:lnTo>
                  <a:lnTo>
                    <a:pt x="241" y="338"/>
                  </a:lnTo>
                  <a:lnTo>
                    <a:pt x="289" y="314"/>
                  </a:lnTo>
                  <a:lnTo>
                    <a:pt x="337" y="242"/>
                  </a:lnTo>
                  <a:lnTo>
                    <a:pt x="337" y="194"/>
                  </a:lnTo>
                  <a:lnTo>
                    <a:pt x="337" y="121"/>
                  </a:lnTo>
                  <a:lnTo>
                    <a:pt x="289" y="49"/>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1" name="Google Shape;12751;p30"/>
            <p:cNvSpPr/>
            <p:nvPr/>
          </p:nvSpPr>
          <p:spPr>
            <a:xfrm rot="-1874795">
              <a:off x="67415" y="-506912"/>
              <a:ext cx="27507" cy="29461"/>
            </a:xfrm>
            <a:custGeom>
              <a:avLst/>
              <a:gdLst/>
              <a:ahLst/>
              <a:cxnLst/>
              <a:rect l="l" t="t" r="r" b="b"/>
              <a:pathLst>
                <a:path w="338" h="362" extrusionOk="0">
                  <a:moveTo>
                    <a:pt x="121" y="1"/>
                  </a:moveTo>
                  <a:lnTo>
                    <a:pt x="49" y="25"/>
                  </a:lnTo>
                  <a:lnTo>
                    <a:pt x="1" y="73"/>
                  </a:lnTo>
                  <a:lnTo>
                    <a:pt x="1" y="145"/>
                  </a:lnTo>
                  <a:lnTo>
                    <a:pt x="1" y="217"/>
                  </a:lnTo>
                  <a:lnTo>
                    <a:pt x="25" y="290"/>
                  </a:lnTo>
                  <a:lnTo>
                    <a:pt x="73" y="338"/>
                  </a:lnTo>
                  <a:lnTo>
                    <a:pt x="145" y="362"/>
                  </a:lnTo>
                  <a:lnTo>
                    <a:pt x="217" y="338"/>
                  </a:lnTo>
                  <a:lnTo>
                    <a:pt x="266" y="314"/>
                  </a:lnTo>
                  <a:lnTo>
                    <a:pt x="314" y="265"/>
                  </a:lnTo>
                  <a:lnTo>
                    <a:pt x="338" y="217"/>
                  </a:lnTo>
                  <a:lnTo>
                    <a:pt x="338" y="145"/>
                  </a:lnTo>
                  <a:lnTo>
                    <a:pt x="290" y="73"/>
                  </a:lnTo>
                  <a:lnTo>
                    <a:pt x="241" y="25"/>
                  </a:lnTo>
                  <a:lnTo>
                    <a:pt x="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2" name="Google Shape;12752;p30"/>
            <p:cNvSpPr/>
            <p:nvPr/>
          </p:nvSpPr>
          <p:spPr>
            <a:xfrm rot="-1874795">
              <a:off x="-265193" y="-128785"/>
              <a:ext cx="27507" cy="27508"/>
            </a:xfrm>
            <a:custGeom>
              <a:avLst/>
              <a:gdLst/>
              <a:ahLst/>
              <a:cxnLst/>
              <a:rect l="l" t="t" r="r" b="b"/>
              <a:pathLst>
                <a:path w="338" h="338" extrusionOk="0">
                  <a:moveTo>
                    <a:pt x="217" y="0"/>
                  </a:moveTo>
                  <a:lnTo>
                    <a:pt x="145" y="24"/>
                  </a:lnTo>
                  <a:lnTo>
                    <a:pt x="73" y="48"/>
                  </a:lnTo>
                  <a:lnTo>
                    <a:pt x="25" y="97"/>
                  </a:lnTo>
                  <a:lnTo>
                    <a:pt x="1" y="169"/>
                  </a:lnTo>
                  <a:lnTo>
                    <a:pt x="1" y="241"/>
                  </a:lnTo>
                  <a:lnTo>
                    <a:pt x="25" y="289"/>
                  </a:lnTo>
                  <a:lnTo>
                    <a:pt x="73" y="337"/>
                  </a:lnTo>
                  <a:lnTo>
                    <a:pt x="193" y="337"/>
                  </a:lnTo>
                  <a:lnTo>
                    <a:pt x="266" y="289"/>
                  </a:lnTo>
                  <a:lnTo>
                    <a:pt x="314" y="241"/>
                  </a:lnTo>
                  <a:lnTo>
                    <a:pt x="338" y="193"/>
                  </a:lnTo>
                  <a:lnTo>
                    <a:pt x="338" y="97"/>
                  </a:lnTo>
                  <a:lnTo>
                    <a:pt x="290" y="48"/>
                  </a:lnTo>
                  <a:lnTo>
                    <a:pt x="266" y="24"/>
                  </a:lnTo>
                  <a:lnTo>
                    <a:pt x="2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3" name="Google Shape;12753;p30"/>
            <p:cNvSpPr/>
            <p:nvPr/>
          </p:nvSpPr>
          <p:spPr>
            <a:xfrm rot="-1874795">
              <a:off x="-674391" y="-258191"/>
              <a:ext cx="25554" cy="25555"/>
            </a:xfrm>
            <a:custGeom>
              <a:avLst/>
              <a:gdLst/>
              <a:ahLst/>
              <a:cxnLst/>
              <a:rect l="l" t="t" r="r" b="b"/>
              <a:pathLst>
                <a:path w="314" h="314" extrusionOk="0">
                  <a:moveTo>
                    <a:pt x="121" y="0"/>
                  </a:moveTo>
                  <a:lnTo>
                    <a:pt x="72" y="48"/>
                  </a:lnTo>
                  <a:lnTo>
                    <a:pt x="24" y="72"/>
                  </a:lnTo>
                  <a:lnTo>
                    <a:pt x="0" y="121"/>
                  </a:lnTo>
                  <a:lnTo>
                    <a:pt x="0" y="193"/>
                  </a:lnTo>
                  <a:lnTo>
                    <a:pt x="24" y="241"/>
                  </a:lnTo>
                  <a:lnTo>
                    <a:pt x="72" y="289"/>
                  </a:lnTo>
                  <a:lnTo>
                    <a:pt x="145" y="313"/>
                  </a:lnTo>
                  <a:lnTo>
                    <a:pt x="217" y="313"/>
                  </a:lnTo>
                  <a:lnTo>
                    <a:pt x="265" y="289"/>
                  </a:lnTo>
                  <a:lnTo>
                    <a:pt x="313" y="241"/>
                  </a:lnTo>
                  <a:lnTo>
                    <a:pt x="313" y="193"/>
                  </a:lnTo>
                  <a:lnTo>
                    <a:pt x="313" y="145"/>
                  </a:lnTo>
                  <a:lnTo>
                    <a:pt x="289" y="72"/>
                  </a:lnTo>
                  <a:lnTo>
                    <a:pt x="265" y="24"/>
                  </a:lnTo>
                  <a:lnTo>
                    <a:pt x="1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4" name="Google Shape;12754;p30"/>
            <p:cNvSpPr/>
            <p:nvPr/>
          </p:nvSpPr>
          <p:spPr>
            <a:xfrm rot="-1874795">
              <a:off x="-73795" y="-40320"/>
              <a:ext cx="23601" cy="21648"/>
            </a:xfrm>
            <a:custGeom>
              <a:avLst/>
              <a:gdLst/>
              <a:ahLst/>
              <a:cxnLst/>
              <a:rect l="l" t="t" r="r" b="b"/>
              <a:pathLst>
                <a:path w="290" h="266" extrusionOk="0">
                  <a:moveTo>
                    <a:pt x="72" y="1"/>
                  </a:moveTo>
                  <a:lnTo>
                    <a:pt x="24" y="73"/>
                  </a:lnTo>
                  <a:lnTo>
                    <a:pt x="0" y="97"/>
                  </a:lnTo>
                  <a:lnTo>
                    <a:pt x="0" y="169"/>
                  </a:lnTo>
                  <a:lnTo>
                    <a:pt x="48" y="217"/>
                  </a:lnTo>
                  <a:lnTo>
                    <a:pt x="72" y="241"/>
                  </a:lnTo>
                  <a:lnTo>
                    <a:pt x="121" y="266"/>
                  </a:lnTo>
                  <a:lnTo>
                    <a:pt x="193" y="266"/>
                  </a:lnTo>
                  <a:lnTo>
                    <a:pt x="241" y="217"/>
                  </a:lnTo>
                  <a:lnTo>
                    <a:pt x="289" y="193"/>
                  </a:lnTo>
                  <a:lnTo>
                    <a:pt x="289" y="145"/>
                  </a:lnTo>
                  <a:lnTo>
                    <a:pt x="289" y="73"/>
                  </a:lnTo>
                  <a:lnTo>
                    <a:pt x="241" y="25"/>
                  </a:lnTo>
                  <a:lnTo>
                    <a:pt x="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5" name="Google Shape;12755;p30"/>
            <p:cNvSpPr/>
            <p:nvPr/>
          </p:nvSpPr>
          <p:spPr>
            <a:xfrm rot="-1874795">
              <a:off x="-634059" y="-447300"/>
              <a:ext cx="23601" cy="23602"/>
            </a:xfrm>
            <a:custGeom>
              <a:avLst/>
              <a:gdLst/>
              <a:ahLst/>
              <a:cxnLst/>
              <a:rect l="l" t="t" r="r" b="b"/>
              <a:pathLst>
                <a:path w="290" h="290" extrusionOk="0">
                  <a:moveTo>
                    <a:pt x="145" y="1"/>
                  </a:moveTo>
                  <a:lnTo>
                    <a:pt x="97" y="25"/>
                  </a:lnTo>
                  <a:lnTo>
                    <a:pt x="24" y="49"/>
                  </a:lnTo>
                  <a:lnTo>
                    <a:pt x="0" y="97"/>
                  </a:lnTo>
                  <a:lnTo>
                    <a:pt x="0" y="145"/>
                  </a:lnTo>
                  <a:lnTo>
                    <a:pt x="0" y="194"/>
                  </a:lnTo>
                  <a:lnTo>
                    <a:pt x="48" y="242"/>
                  </a:lnTo>
                  <a:lnTo>
                    <a:pt x="72" y="290"/>
                  </a:lnTo>
                  <a:lnTo>
                    <a:pt x="193" y="290"/>
                  </a:lnTo>
                  <a:lnTo>
                    <a:pt x="241" y="242"/>
                  </a:lnTo>
                  <a:lnTo>
                    <a:pt x="289" y="194"/>
                  </a:lnTo>
                  <a:lnTo>
                    <a:pt x="289" y="145"/>
                  </a:lnTo>
                  <a:lnTo>
                    <a:pt x="289" y="97"/>
                  </a:lnTo>
                  <a:lnTo>
                    <a:pt x="265" y="49"/>
                  </a:lnTo>
                  <a:lnTo>
                    <a:pt x="217" y="25"/>
                  </a:lnTo>
                  <a:lnTo>
                    <a:pt x="1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6" name="Google Shape;12756;p30"/>
            <p:cNvSpPr/>
            <p:nvPr/>
          </p:nvSpPr>
          <p:spPr>
            <a:xfrm rot="-1874795">
              <a:off x="-497580" y="-436909"/>
              <a:ext cx="25554" cy="21648"/>
            </a:xfrm>
            <a:custGeom>
              <a:avLst/>
              <a:gdLst/>
              <a:ahLst/>
              <a:cxnLst/>
              <a:rect l="l" t="t" r="r" b="b"/>
              <a:pathLst>
                <a:path w="314" h="266" extrusionOk="0">
                  <a:moveTo>
                    <a:pt x="97" y="1"/>
                  </a:moveTo>
                  <a:lnTo>
                    <a:pt x="49" y="25"/>
                  </a:lnTo>
                  <a:lnTo>
                    <a:pt x="24" y="49"/>
                  </a:lnTo>
                  <a:lnTo>
                    <a:pt x="0" y="97"/>
                  </a:lnTo>
                  <a:lnTo>
                    <a:pt x="24" y="169"/>
                  </a:lnTo>
                  <a:lnTo>
                    <a:pt x="73" y="218"/>
                  </a:lnTo>
                  <a:lnTo>
                    <a:pt x="121" y="242"/>
                  </a:lnTo>
                  <a:lnTo>
                    <a:pt x="169" y="266"/>
                  </a:lnTo>
                  <a:lnTo>
                    <a:pt x="241" y="242"/>
                  </a:lnTo>
                  <a:lnTo>
                    <a:pt x="265" y="218"/>
                  </a:lnTo>
                  <a:lnTo>
                    <a:pt x="313" y="169"/>
                  </a:lnTo>
                  <a:lnTo>
                    <a:pt x="313" y="121"/>
                  </a:lnTo>
                  <a:lnTo>
                    <a:pt x="289" y="73"/>
                  </a:lnTo>
                  <a:lnTo>
                    <a:pt x="265" y="25"/>
                  </a:lnTo>
                  <a:lnTo>
                    <a:pt x="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7" name="Google Shape;12757;p30"/>
          <p:cNvGrpSpPr/>
          <p:nvPr/>
        </p:nvGrpSpPr>
        <p:grpSpPr>
          <a:xfrm flipH="1">
            <a:off x="4055434" y="4696649"/>
            <a:ext cx="551525" cy="559295"/>
            <a:chOff x="1308175" y="3327500"/>
            <a:chExt cx="170350" cy="172750"/>
          </a:xfrm>
        </p:grpSpPr>
        <p:sp>
          <p:nvSpPr>
            <p:cNvPr id="12758" name="Google Shape;12758;p30"/>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9" name="Google Shape;12759;p30"/>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60" name="Google Shape;12760;p30"/>
          <p:cNvSpPr/>
          <p:nvPr/>
        </p:nvSpPr>
        <p:spPr>
          <a:xfrm flipH="1">
            <a:off x="382605" y="1406399"/>
            <a:ext cx="551518" cy="671941"/>
          </a:xfrm>
          <a:custGeom>
            <a:avLst/>
            <a:gdLst/>
            <a:ahLst/>
            <a:cxnLst/>
            <a:rect l="l" t="t" r="r" b="b"/>
            <a:pathLst>
              <a:path w="10039" h="12231" extrusionOk="0">
                <a:moveTo>
                  <a:pt x="4478" y="675"/>
                </a:moveTo>
                <a:lnTo>
                  <a:pt x="4887" y="699"/>
                </a:lnTo>
                <a:lnTo>
                  <a:pt x="5272" y="795"/>
                </a:lnTo>
                <a:lnTo>
                  <a:pt x="5633" y="916"/>
                </a:lnTo>
                <a:lnTo>
                  <a:pt x="5994" y="1084"/>
                </a:lnTo>
                <a:lnTo>
                  <a:pt x="6355" y="1277"/>
                </a:lnTo>
                <a:lnTo>
                  <a:pt x="6692" y="1517"/>
                </a:lnTo>
                <a:lnTo>
                  <a:pt x="7005" y="1758"/>
                </a:lnTo>
                <a:lnTo>
                  <a:pt x="7270" y="1999"/>
                </a:lnTo>
                <a:lnTo>
                  <a:pt x="7535" y="2264"/>
                </a:lnTo>
                <a:lnTo>
                  <a:pt x="7776" y="2529"/>
                </a:lnTo>
                <a:lnTo>
                  <a:pt x="7992" y="2817"/>
                </a:lnTo>
                <a:lnTo>
                  <a:pt x="8209" y="3130"/>
                </a:lnTo>
                <a:lnTo>
                  <a:pt x="8402" y="3443"/>
                </a:lnTo>
                <a:lnTo>
                  <a:pt x="8570" y="3780"/>
                </a:lnTo>
                <a:lnTo>
                  <a:pt x="8739" y="4117"/>
                </a:lnTo>
                <a:lnTo>
                  <a:pt x="8883" y="4478"/>
                </a:lnTo>
                <a:lnTo>
                  <a:pt x="9027" y="4840"/>
                </a:lnTo>
                <a:lnTo>
                  <a:pt x="9124" y="5201"/>
                </a:lnTo>
                <a:lnTo>
                  <a:pt x="9220" y="5586"/>
                </a:lnTo>
                <a:lnTo>
                  <a:pt x="9292" y="5971"/>
                </a:lnTo>
                <a:lnTo>
                  <a:pt x="9340" y="6356"/>
                </a:lnTo>
                <a:lnTo>
                  <a:pt x="9365" y="6741"/>
                </a:lnTo>
                <a:lnTo>
                  <a:pt x="9389" y="7127"/>
                </a:lnTo>
                <a:lnTo>
                  <a:pt x="9365" y="7488"/>
                </a:lnTo>
                <a:lnTo>
                  <a:pt x="9340" y="7849"/>
                </a:lnTo>
                <a:lnTo>
                  <a:pt x="9268" y="8210"/>
                </a:lnTo>
                <a:lnTo>
                  <a:pt x="9196" y="8571"/>
                </a:lnTo>
                <a:lnTo>
                  <a:pt x="9076" y="8932"/>
                </a:lnTo>
                <a:lnTo>
                  <a:pt x="8955" y="9293"/>
                </a:lnTo>
                <a:lnTo>
                  <a:pt x="8787" y="9630"/>
                </a:lnTo>
                <a:lnTo>
                  <a:pt x="8570" y="9967"/>
                </a:lnTo>
                <a:lnTo>
                  <a:pt x="8402" y="10232"/>
                </a:lnTo>
                <a:lnTo>
                  <a:pt x="8209" y="10449"/>
                </a:lnTo>
                <a:lnTo>
                  <a:pt x="7992" y="10665"/>
                </a:lnTo>
                <a:lnTo>
                  <a:pt x="7776" y="10858"/>
                </a:lnTo>
                <a:lnTo>
                  <a:pt x="7559" y="11026"/>
                </a:lnTo>
                <a:lnTo>
                  <a:pt x="7318" y="11171"/>
                </a:lnTo>
                <a:lnTo>
                  <a:pt x="7078" y="11291"/>
                </a:lnTo>
                <a:lnTo>
                  <a:pt x="6813" y="11387"/>
                </a:lnTo>
                <a:lnTo>
                  <a:pt x="6548" y="11460"/>
                </a:lnTo>
                <a:lnTo>
                  <a:pt x="6283" y="11508"/>
                </a:lnTo>
                <a:lnTo>
                  <a:pt x="6018" y="11556"/>
                </a:lnTo>
                <a:lnTo>
                  <a:pt x="5729" y="11556"/>
                </a:lnTo>
                <a:lnTo>
                  <a:pt x="5441" y="11532"/>
                </a:lnTo>
                <a:lnTo>
                  <a:pt x="5152" y="11484"/>
                </a:lnTo>
                <a:lnTo>
                  <a:pt x="4863" y="11436"/>
                </a:lnTo>
                <a:lnTo>
                  <a:pt x="4574" y="11339"/>
                </a:lnTo>
                <a:lnTo>
                  <a:pt x="4237" y="11195"/>
                </a:lnTo>
                <a:lnTo>
                  <a:pt x="3900" y="11050"/>
                </a:lnTo>
                <a:lnTo>
                  <a:pt x="3587" y="10858"/>
                </a:lnTo>
                <a:lnTo>
                  <a:pt x="3298" y="10665"/>
                </a:lnTo>
                <a:lnTo>
                  <a:pt x="3009" y="10449"/>
                </a:lnTo>
                <a:lnTo>
                  <a:pt x="2768" y="10208"/>
                </a:lnTo>
                <a:lnTo>
                  <a:pt x="2504" y="9943"/>
                </a:lnTo>
                <a:lnTo>
                  <a:pt x="2287" y="9654"/>
                </a:lnTo>
                <a:lnTo>
                  <a:pt x="2022" y="9293"/>
                </a:lnTo>
                <a:lnTo>
                  <a:pt x="1781" y="8932"/>
                </a:lnTo>
                <a:lnTo>
                  <a:pt x="1565" y="8547"/>
                </a:lnTo>
                <a:lnTo>
                  <a:pt x="1348" y="8186"/>
                </a:lnTo>
                <a:lnTo>
                  <a:pt x="1180" y="7801"/>
                </a:lnTo>
                <a:lnTo>
                  <a:pt x="1035" y="7415"/>
                </a:lnTo>
                <a:lnTo>
                  <a:pt x="915" y="7006"/>
                </a:lnTo>
                <a:lnTo>
                  <a:pt x="818" y="6621"/>
                </a:lnTo>
                <a:lnTo>
                  <a:pt x="746" y="6212"/>
                </a:lnTo>
                <a:lnTo>
                  <a:pt x="698" y="5803"/>
                </a:lnTo>
                <a:lnTo>
                  <a:pt x="674" y="5393"/>
                </a:lnTo>
                <a:lnTo>
                  <a:pt x="698" y="4984"/>
                </a:lnTo>
                <a:lnTo>
                  <a:pt x="722" y="4551"/>
                </a:lnTo>
                <a:lnTo>
                  <a:pt x="794" y="4117"/>
                </a:lnTo>
                <a:lnTo>
                  <a:pt x="891" y="3684"/>
                </a:lnTo>
                <a:lnTo>
                  <a:pt x="1011" y="3251"/>
                </a:lnTo>
                <a:lnTo>
                  <a:pt x="1107" y="2986"/>
                </a:lnTo>
                <a:lnTo>
                  <a:pt x="1204" y="2745"/>
                </a:lnTo>
                <a:lnTo>
                  <a:pt x="1324" y="2480"/>
                </a:lnTo>
                <a:lnTo>
                  <a:pt x="1468" y="2264"/>
                </a:lnTo>
                <a:lnTo>
                  <a:pt x="1613" y="2047"/>
                </a:lnTo>
                <a:lnTo>
                  <a:pt x="1757" y="1830"/>
                </a:lnTo>
                <a:lnTo>
                  <a:pt x="1926" y="1662"/>
                </a:lnTo>
                <a:lnTo>
                  <a:pt x="2118" y="1469"/>
                </a:lnTo>
                <a:lnTo>
                  <a:pt x="2311" y="1325"/>
                </a:lnTo>
                <a:lnTo>
                  <a:pt x="2528" y="1180"/>
                </a:lnTo>
                <a:lnTo>
                  <a:pt x="2744" y="1060"/>
                </a:lnTo>
                <a:lnTo>
                  <a:pt x="2985" y="940"/>
                </a:lnTo>
                <a:lnTo>
                  <a:pt x="3226" y="868"/>
                </a:lnTo>
                <a:lnTo>
                  <a:pt x="3491" y="771"/>
                </a:lnTo>
                <a:lnTo>
                  <a:pt x="3755" y="723"/>
                </a:lnTo>
                <a:lnTo>
                  <a:pt x="4044" y="699"/>
                </a:lnTo>
                <a:lnTo>
                  <a:pt x="4478" y="675"/>
                </a:lnTo>
                <a:close/>
                <a:moveTo>
                  <a:pt x="3924" y="1"/>
                </a:moveTo>
                <a:lnTo>
                  <a:pt x="3539" y="49"/>
                </a:lnTo>
                <a:lnTo>
                  <a:pt x="3154" y="145"/>
                </a:lnTo>
                <a:lnTo>
                  <a:pt x="2793" y="290"/>
                </a:lnTo>
                <a:lnTo>
                  <a:pt x="2407" y="482"/>
                </a:lnTo>
                <a:lnTo>
                  <a:pt x="2070" y="699"/>
                </a:lnTo>
                <a:lnTo>
                  <a:pt x="1733" y="940"/>
                </a:lnTo>
                <a:lnTo>
                  <a:pt x="1444" y="1205"/>
                </a:lnTo>
                <a:lnTo>
                  <a:pt x="1180" y="1517"/>
                </a:lnTo>
                <a:lnTo>
                  <a:pt x="939" y="1855"/>
                </a:lnTo>
                <a:lnTo>
                  <a:pt x="746" y="2192"/>
                </a:lnTo>
                <a:lnTo>
                  <a:pt x="554" y="2577"/>
                </a:lnTo>
                <a:lnTo>
                  <a:pt x="409" y="2986"/>
                </a:lnTo>
                <a:lnTo>
                  <a:pt x="289" y="3371"/>
                </a:lnTo>
                <a:lnTo>
                  <a:pt x="169" y="3756"/>
                </a:lnTo>
                <a:lnTo>
                  <a:pt x="96" y="4141"/>
                </a:lnTo>
                <a:lnTo>
                  <a:pt x="48" y="4551"/>
                </a:lnTo>
                <a:lnTo>
                  <a:pt x="24" y="4936"/>
                </a:lnTo>
                <a:lnTo>
                  <a:pt x="0" y="5321"/>
                </a:lnTo>
                <a:lnTo>
                  <a:pt x="24" y="5706"/>
                </a:lnTo>
                <a:lnTo>
                  <a:pt x="48" y="6091"/>
                </a:lnTo>
                <a:lnTo>
                  <a:pt x="120" y="6477"/>
                </a:lnTo>
                <a:lnTo>
                  <a:pt x="193" y="6838"/>
                </a:lnTo>
                <a:lnTo>
                  <a:pt x="289" y="7223"/>
                </a:lnTo>
                <a:lnTo>
                  <a:pt x="409" y="7608"/>
                </a:lnTo>
                <a:lnTo>
                  <a:pt x="554" y="7993"/>
                </a:lnTo>
                <a:lnTo>
                  <a:pt x="722" y="8354"/>
                </a:lnTo>
                <a:lnTo>
                  <a:pt x="891" y="8739"/>
                </a:lnTo>
                <a:lnTo>
                  <a:pt x="1204" y="9269"/>
                </a:lnTo>
                <a:lnTo>
                  <a:pt x="1517" y="9775"/>
                </a:lnTo>
                <a:lnTo>
                  <a:pt x="1878" y="10256"/>
                </a:lnTo>
                <a:lnTo>
                  <a:pt x="2287" y="10689"/>
                </a:lnTo>
                <a:lnTo>
                  <a:pt x="2504" y="10882"/>
                </a:lnTo>
                <a:lnTo>
                  <a:pt x="2744" y="11075"/>
                </a:lnTo>
                <a:lnTo>
                  <a:pt x="2985" y="11243"/>
                </a:lnTo>
                <a:lnTo>
                  <a:pt x="3226" y="11412"/>
                </a:lnTo>
                <a:lnTo>
                  <a:pt x="3491" y="11556"/>
                </a:lnTo>
                <a:lnTo>
                  <a:pt x="3755" y="11700"/>
                </a:lnTo>
                <a:lnTo>
                  <a:pt x="4044" y="11845"/>
                </a:lnTo>
                <a:lnTo>
                  <a:pt x="4333" y="11965"/>
                </a:lnTo>
                <a:lnTo>
                  <a:pt x="4670" y="12062"/>
                </a:lnTo>
                <a:lnTo>
                  <a:pt x="5007" y="12158"/>
                </a:lnTo>
                <a:lnTo>
                  <a:pt x="5344" y="12206"/>
                </a:lnTo>
                <a:lnTo>
                  <a:pt x="5681" y="12230"/>
                </a:lnTo>
                <a:lnTo>
                  <a:pt x="6018" y="12206"/>
                </a:lnTo>
                <a:lnTo>
                  <a:pt x="6331" y="12182"/>
                </a:lnTo>
                <a:lnTo>
                  <a:pt x="6668" y="12134"/>
                </a:lnTo>
                <a:lnTo>
                  <a:pt x="6981" y="12037"/>
                </a:lnTo>
                <a:lnTo>
                  <a:pt x="7270" y="11917"/>
                </a:lnTo>
                <a:lnTo>
                  <a:pt x="7583" y="11773"/>
                </a:lnTo>
                <a:lnTo>
                  <a:pt x="7872" y="11628"/>
                </a:lnTo>
                <a:lnTo>
                  <a:pt x="8137" y="11436"/>
                </a:lnTo>
                <a:lnTo>
                  <a:pt x="8402" y="11219"/>
                </a:lnTo>
                <a:lnTo>
                  <a:pt x="8642" y="10978"/>
                </a:lnTo>
                <a:lnTo>
                  <a:pt x="8859" y="10713"/>
                </a:lnTo>
                <a:lnTo>
                  <a:pt x="9076" y="10425"/>
                </a:lnTo>
                <a:lnTo>
                  <a:pt x="9316" y="10039"/>
                </a:lnTo>
                <a:lnTo>
                  <a:pt x="9509" y="9630"/>
                </a:lnTo>
                <a:lnTo>
                  <a:pt x="9677" y="9221"/>
                </a:lnTo>
                <a:lnTo>
                  <a:pt x="9822" y="8812"/>
                </a:lnTo>
                <a:lnTo>
                  <a:pt x="9918" y="8378"/>
                </a:lnTo>
                <a:lnTo>
                  <a:pt x="9990" y="7921"/>
                </a:lnTo>
                <a:lnTo>
                  <a:pt x="10039" y="7464"/>
                </a:lnTo>
                <a:lnTo>
                  <a:pt x="10039" y="6982"/>
                </a:lnTo>
                <a:lnTo>
                  <a:pt x="10014" y="6428"/>
                </a:lnTo>
                <a:lnTo>
                  <a:pt x="9966" y="5851"/>
                </a:lnTo>
                <a:lnTo>
                  <a:pt x="9846" y="5297"/>
                </a:lnTo>
                <a:lnTo>
                  <a:pt x="9702" y="4743"/>
                </a:lnTo>
                <a:lnTo>
                  <a:pt x="9509" y="4214"/>
                </a:lnTo>
                <a:lnTo>
                  <a:pt x="9268" y="3660"/>
                </a:lnTo>
                <a:lnTo>
                  <a:pt x="9003" y="3154"/>
                </a:lnTo>
                <a:lnTo>
                  <a:pt x="8690" y="2649"/>
                </a:lnTo>
                <a:lnTo>
                  <a:pt x="8402" y="2264"/>
                </a:lnTo>
                <a:lnTo>
                  <a:pt x="8113" y="1903"/>
                </a:lnTo>
                <a:lnTo>
                  <a:pt x="7800" y="1566"/>
                </a:lnTo>
                <a:lnTo>
                  <a:pt x="7463" y="1253"/>
                </a:lnTo>
                <a:lnTo>
                  <a:pt x="7078" y="964"/>
                </a:lnTo>
                <a:lnTo>
                  <a:pt x="6692" y="723"/>
                </a:lnTo>
                <a:lnTo>
                  <a:pt x="6283" y="506"/>
                </a:lnTo>
                <a:lnTo>
                  <a:pt x="5850" y="314"/>
                </a:lnTo>
                <a:lnTo>
                  <a:pt x="5465" y="169"/>
                </a:lnTo>
                <a:lnTo>
                  <a:pt x="5079" y="73"/>
                </a:lnTo>
                <a:lnTo>
                  <a:pt x="4694" y="25"/>
                </a:lnTo>
                <a:lnTo>
                  <a:pt x="4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61" name="Google Shape;12761;p30"/>
          <p:cNvGrpSpPr/>
          <p:nvPr/>
        </p:nvGrpSpPr>
        <p:grpSpPr>
          <a:xfrm rot="-3463747">
            <a:off x="8389264" y="-1931727"/>
            <a:ext cx="1782737" cy="4456717"/>
            <a:chOff x="1094525" y="1997475"/>
            <a:chExt cx="357500" cy="893725"/>
          </a:xfrm>
        </p:grpSpPr>
        <p:sp>
          <p:nvSpPr>
            <p:cNvPr id="12762" name="Google Shape;12762;p30"/>
            <p:cNvSpPr/>
            <p:nvPr/>
          </p:nvSpPr>
          <p:spPr>
            <a:xfrm>
              <a:off x="1269650" y="2297175"/>
              <a:ext cx="49975" cy="48775"/>
            </a:xfrm>
            <a:custGeom>
              <a:avLst/>
              <a:gdLst/>
              <a:ahLst/>
              <a:cxnLst/>
              <a:rect l="l" t="t" r="r" b="b"/>
              <a:pathLst>
                <a:path w="1999" h="1951" extrusionOk="0">
                  <a:moveTo>
                    <a:pt x="1565" y="0"/>
                  </a:moveTo>
                  <a:lnTo>
                    <a:pt x="1493" y="24"/>
                  </a:lnTo>
                  <a:lnTo>
                    <a:pt x="1445" y="73"/>
                  </a:lnTo>
                  <a:lnTo>
                    <a:pt x="1349" y="217"/>
                  </a:lnTo>
                  <a:lnTo>
                    <a:pt x="1277" y="362"/>
                  </a:lnTo>
                  <a:lnTo>
                    <a:pt x="1156" y="602"/>
                  </a:lnTo>
                  <a:lnTo>
                    <a:pt x="1036" y="795"/>
                  </a:lnTo>
                  <a:lnTo>
                    <a:pt x="867" y="939"/>
                  </a:lnTo>
                  <a:lnTo>
                    <a:pt x="771" y="1011"/>
                  </a:lnTo>
                  <a:lnTo>
                    <a:pt x="651" y="1084"/>
                  </a:lnTo>
                  <a:lnTo>
                    <a:pt x="434" y="1204"/>
                  </a:lnTo>
                  <a:lnTo>
                    <a:pt x="193" y="1349"/>
                  </a:lnTo>
                  <a:lnTo>
                    <a:pt x="97" y="1445"/>
                  </a:lnTo>
                  <a:lnTo>
                    <a:pt x="25" y="1541"/>
                  </a:lnTo>
                  <a:lnTo>
                    <a:pt x="1" y="1686"/>
                  </a:lnTo>
                  <a:lnTo>
                    <a:pt x="49" y="1806"/>
                  </a:lnTo>
                  <a:lnTo>
                    <a:pt x="97" y="1878"/>
                  </a:lnTo>
                  <a:lnTo>
                    <a:pt x="145" y="1902"/>
                  </a:lnTo>
                  <a:lnTo>
                    <a:pt x="193" y="1926"/>
                  </a:lnTo>
                  <a:lnTo>
                    <a:pt x="241" y="1950"/>
                  </a:lnTo>
                  <a:lnTo>
                    <a:pt x="362" y="1926"/>
                  </a:lnTo>
                  <a:lnTo>
                    <a:pt x="482" y="1878"/>
                  </a:lnTo>
                  <a:lnTo>
                    <a:pt x="554" y="1902"/>
                  </a:lnTo>
                  <a:lnTo>
                    <a:pt x="602" y="1878"/>
                  </a:lnTo>
                  <a:lnTo>
                    <a:pt x="675" y="1854"/>
                  </a:lnTo>
                  <a:lnTo>
                    <a:pt x="699" y="1806"/>
                  </a:lnTo>
                  <a:lnTo>
                    <a:pt x="771" y="1710"/>
                  </a:lnTo>
                  <a:lnTo>
                    <a:pt x="843" y="1589"/>
                  </a:lnTo>
                  <a:lnTo>
                    <a:pt x="891" y="1493"/>
                  </a:lnTo>
                  <a:lnTo>
                    <a:pt x="964" y="1421"/>
                  </a:lnTo>
                  <a:lnTo>
                    <a:pt x="1060" y="1349"/>
                  </a:lnTo>
                  <a:lnTo>
                    <a:pt x="1156" y="1300"/>
                  </a:lnTo>
                  <a:lnTo>
                    <a:pt x="1373" y="1204"/>
                  </a:lnTo>
                  <a:lnTo>
                    <a:pt x="1589" y="1084"/>
                  </a:lnTo>
                  <a:lnTo>
                    <a:pt x="1758" y="939"/>
                  </a:lnTo>
                  <a:lnTo>
                    <a:pt x="1830" y="843"/>
                  </a:lnTo>
                  <a:lnTo>
                    <a:pt x="1902" y="747"/>
                  </a:lnTo>
                  <a:lnTo>
                    <a:pt x="1951" y="650"/>
                  </a:lnTo>
                  <a:lnTo>
                    <a:pt x="1975" y="530"/>
                  </a:lnTo>
                  <a:lnTo>
                    <a:pt x="1999" y="434"/>
                  </a:lnTo>
                  <a:lnTo>
                    <a:pt x="1975" y="313"/>
                  </a:lnTo>
                  <a:lnTo>
                    <a:pt x="1951" y="217"/>
                  </a:lnTo>
                  <a:lnTo>
                    <a:pt x="1902" y="145"/>
                  </a:lnTo>
                  <a:lnTo>
                    <a:pt x="1854" y="73"/>
                  </a:lnTo>
                  <a:lnTo>
                    <a:pt x="1782" y="24"/>
                  </a:lnTo>
                  <a:lnTo>
                    <a:pt x="166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3" name="Google Shape;12763;p30"/>
            <p:cNvSpPr/>
            <p:nvPr/>
          </p:nvSpPr>
          <p:spPr>
            <a:xfrm>
              <a:off x="1213075" y="2269500"/>
              <a:ext cx="25300" cy="25900"/>
            </a:xfrm>
            <a:custGeom>
              <a:avLst/>
              <a:gdLst/>
              <a:ahLst/>
              <a:cxnLst/>
              <a:rect l="l" t="t" r="r" b="b"/>
              <a:pathLst>
                <a:path w="1012" h="1036" extrusionOk="0">
                  <a:moveTo>
                    <a:pt x="578" y="0"/>
                  </a:moveTo>
                  <a:lnTo>
                    <a:pt x="434" y="48"/>
                  </a:lnTo>
                  <a:lnTo>
                    <a:pt x="290" y="120"/>
                  </a:lnTo>
                  <a:lnTo>
                    <a:pt x="193" y="193"/>
                  </a:lnTo>
                  <a:lnTo>
                    <a:pt x="121" y="289"/>
                  </a:lnTo>
                  <a:lnTo>
                    <a:pt x="49" y="385"/>
                  </a:lnTo>
                  <a:lnTo>
                    <a:pt x="25" y="482"/>
                  </a:lnTo>
                  <a:lnTo>
                    <a:pt x="1" y="578"/>
                  </a:lnTo>
                  <a:lnTo>
                    <a:pt x="25" y="698"/>
                  </a:lnTo>
                  <a:lnTo>
                    <a:pt x="49" y="794"/>
                  </a:lnTo>
                  <a:lnTo>
                    <a:pt x="97" y="891"/>
                  </a:lnTo>
                  <a:lnTo>
                    <a:pt x="145" y="963"/>
                  </a:lnTo>
                  <a:lnTo>
                    <a:pt x="217" y="987"/>
                  </a:lnTo>
                  <a:lnTo>
                    <a:pt x="290" y="1011"/>
                  </a:lnTo>
                  <a:lnTo>
                    <a:pt x="362" y="1035"/>
                  </a:lnTo>
                  <a:lnTo>
                    <a:pt x="554" y="1011"/>
                  </a:lnTo>
                  <a:lnTo>
                    <a:pt x="675" y="963"/>
                  </a:lnTo>
                  <a:lnTo>
                    <a:pt x="771" y="915"/>
                  </a:lnTo>
                  <a:lnTo>
                    <a:pt x="843" y="843"/>
                  </a:lnTo>
                  <a:lnTo>
                    <a:pt x="916" y="746"/>
                  </a:lnTo>
                  <a:lnTo>
                    <a:pt x="988" y="650"/>
                  </a:lnTo>
                  <a:lnTo>
                    <a:pt x="1012" y="554"/>
                  </a:lnTo>
                  <a:lnTo>
                    <a:pt x="1012" y="457"/>
                  </a:lnTo>
                  <a:lnTo>
                    <a:pt x="1012" y="337"/>
                  </a:lnTo>
                  <a:lnTo>
                    <a:pt x="964" y="265"/>
                  </a:lnTo>
                  <a:lnTo>
                    <a:pt x="916" y="169"/>
                  </a:lnTo>
                  <a:lnTo>
                    <a:pt x="819" y="72"/>
                  </a:lnTo>
                  <a:lnTo>
                    <a:pt x="69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4" name="Google Shape;12764;p30"/>
            <p:cNvSpPr/>
            <p:nvPr/>
          </p:nvSpPr>
          <p:spPr>
            <a:xfrm>
              <a:off x="1270250" y="2283925"/>
              <a:ext cx="19300" cy="21100"/>
            </a:xfrm>
            <a:custGeom>
              <a:avLst/>
              <a:gdLst/>
              <a:ahLst/>
              <a:cxnLst/>
              <a:rect l="l" t="t" r="r" b="b"/>
              <a:pathLst>
                <a:path w="772" h="844" extrusionOk="0">
                  <a:moveTo>
                    <a:pt x="434" y="1"/>
                  </a:moveTo>
                  <a:lnTo>
                    <a:pt x="241" y="25"/>
                  </a:lnTo>
                  <a:lnTo>
                    <a:pt x="121" y="73"/>
                  </a:lnTo>
                  <a:lnTo>
                    <a:pt x="25" y="145"/>
                  </a:lnTo>
                  <a:lnTo>
                    <a:pt x="1" y="193"/>
                  </a:lnTo>
                  <a:lnTo>
                    <a:pt x="1" y="242"/>
                  </a:lnTo>
                  <a:lnTo>
                    <a:pt x="1" y="314"/>
                  </a:lnTo>
                  <a:lnTo>
                    <a:pt x="25" y="386"/>
                  </a:lnTo>
                  <a:lnTo>
                    <a:pt x="97" y="554"/>
                  </a:lnTo>
                  <a:lnTo>
                    <a:pt x="193" y="723"/>
                  </a:lnTo>
                  <a:lnTo>
                    <a:pt x="266" y="771"/>
                  </a:lnTo>
                  <a:lnTo>
                    <a:pt x="362" y="819"/>
                  </a:lnTo>
                  <a:lnTo>
                    <a:pt x="434" y="843"/>
                  </a:lnTo>
                  <a:lnTo>
                    <a:pt x="554" y="843"/>
                  </a:lnTo>
                  <a:lnTo>
                    <a:pt x="627" y="819"/>
                  </a:lnTo>
                  <a:lnTo>
                    <a:pt x="675" y="771"/>
                  </a:lnTo>
                  <a:lnTo>
                    <a:pt x="723" y="723"/>
                  </a:lnTo>
                  <a:lnTo>
                    <a:pt x="747" y="651"/>
                  </a:lnTo>
                  <a:lnTo>
                    <a:pt x="771" y="506"/>
                  </a:lnTo>
                  <a:lnTo>
                    <a:pt x="747" y="338"/>
                  </a:lnTo>
                  <a:lnTo>
                    <a:pt x="723" y="242"/>
                  </a:lnTo>
                  <a:lnTo>
                    <a:pt x="699" y="169"/>
                  </a:lnTo>
                  <a:lnTo>
                    <a:pt x="651" y="97"/>
                  </a:lnTo>
                  <a:lnTo>
                    <a:pt x="578" y="49"/>
                  </a:lnTo>
                  <a:lnTo>
                    <a:pt x="506" y="25"/>
                  </a:lnTo>
                  <a:lnTo>
                    <a:pt x="43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5" name="Google Shape;12765;p30"/>
            <p:cNvSpPr/>
            <p:nvPr/>
          </p:nvSpPr>
          <p:spPr>
            <a:xfrm>
              <a:off x="1403250" y="2264075"/>
              <a:ext cx="18700" cy="17475"/>
            </a:xfrm>
            <a:custGeom>
              <a:avLst/>
              <a:gdLst/>
              <a:ahLst/>
              <a:cxnLst/>
              <a:rect l="l" t="t" r="r" b="b"/>
              <a:pathLst>
                <a:path w="748" h="699" extrusionOk="0">
                  <a:moveTo>
                    <a:pt x="338" y="0"/>
                  </a:moveTo>
                  <a:lnTo>
                    <a:pt x="193" y="73"/>
                  </a:lnTo>
                  <a:lnTo>
                    <a:pt x="73" y="169"/>
                  </a:lnTo>
                  <a:lnTo>
                    <a:pt x="49" y="217"/>
                  </a:lnTo>
                  <a:lnTo>
                    <a:pt x="25" y="265"/>
                  </a:lnTo>
                  <a:lnTo>
                    <a:pt x="1" y="337"/>
                  </a:lnTo>
                  <a:lnTo>
                    <a:pt x="1" y="434"/>
                  </a:lnTo>
                  <a:lnTo>
                    <a:pt x="49" y="554"/>
                  </a:lnTo>
                  <a:lnTo>
                    <a:pt x="145" y="650"/>
                  </a:lnTo>
                  <a:lnTo>
                    <a:pt x="266" y="699"/>
                  </a:lnTo>
                  <a:lnTo>
                    <a:pt x="410" y="699"/>
                  </a:lnTo>
                  <a:lnTo>
                    <a:pt x="482" y="674"/>
                  </a:lnTo>
                  <a:lnTo>
                    <a:pt x="555" y="650"/>
                  </a:lnTo>
                  <a:lnTo>
                    <a:pt x="627" y="602"/>
                  </a:lnTo>
                  <a:lnTo>
                    <a:pt x="675" y="554"/>
                  </a:lnTo>
                  <a:lnTo>
                    <a:pt x="699" y="482"/>
                  </a:lnTo>
                  <a:lnTo>
                    <a:pt x="723" y="410"/>
                  </a:lnTo>
                  <a:lnTo>
                    <a:pt x="747" y="265"/>
                  </a:lnTo>
                  <a:lnTo>
                    <a:pt x="723" y="193"/>
                  </a:lnTo>
                  <a:lnTo>
                    <a:pt x="699" y="121"/>
                  </a:lnTo>
                  <a:lnTo>
                    <a:pt x="651" y="73"/>
                  </a:lnTo>
                  <a:lnTo>
                    <a:pt x="603" y="49"/>
                  </a:lnTo>
                  <a:lnTo>
                    <a:pt x="482" y="24"/>
                  </a:lnTo>
                  <a:lnTo>
                    <a:pt x="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6" name="Google Shape;12766;p30"/>
            <p:cNvSpPr/>
            <p:nvPr/>
          </p:nvSpPr>
          <p:spPr>
            <a:xfrm>
              <a:off x="1150500" y="2347725"/>
              <a:ext cx="13250" cy="11450"/>
            </a:xfrm>
            <a:custGeom>
              <a:avLst/>
              <a:gdLst/>
              <a:ahLst/>
              <a:cxnLst/>
              <a:rect l="l" t="t" r="r" b="b"/>
              <a:pathLst>
                <a:path w="530" h="458" extrusionOk="0">
                  <a:moveTo>
                    <a:pt x="217" y="1"/>
                  </a:moveTo>
                  <a:lnTo>
                    <a:pt x="120" y="25"/>
                  </a:lnTo>
                  <a:lnTo>
                    <a:pt x="48" y="97"/>
                  </a:lnTo>
                  <a:lnTo>
                    <a:pt x="24" y="169"/>
                  </a:lnTo>
                  <a:lnTo>
                    <a:pt x="0" y="193"/>
                  </a:lnTo>
                  <a:lnTo>
                    <a:pt x="24" y="241"/>
                  </a:lnTo>
                  <a:lnTo>
                    <a:pt x="72" y="338"/>
                  </a:lnTo>
                  <a:lnTo>
                    <a:pt x="169" y="410"/>
                  </a:lnTo>
                  <a:lnTo>
                    <a:pt x="265" y="458"/>
                  </a:lnTo>
                  <a:lnTo>
                    <a:pt x="361" y="458"/>
                  </a:lnTo>
                  <a:lnTo>
                    <a:pt x="433" y="434"/>
                  </a:lnTo>
                  <a:lnTo>
                    <a:pt x="482" y="386"/>
                  </a:lnTo>
                  <a:lnTo>
                    <a:pt x="530" y="289"/>
                  </a:lnTo>
                  <a:lnTo>
                    <a:pt x="530" y="193"/>
                  </a:lnTo>
                  <a:lnTo>
                    <a:pt x="482" y="97"/>
                  </a:lnTo>
                  <a:lnTo>
                    <a:pt x="409" y="25"/>
                  </a:lnTo>
                  <a:lnTo>
                    <a:pt x="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7" name="Google Shape;12767;p30"/>
            <p:cNvSpPr/>
            <p:nvPr/>
          </p:nvSpPr>
          <p:spPr>
            <a:xfrm>
              <a:off x="1094525" y="1997475"/>
              <a:ext cx="357500" cy="893725"/>
            </a:xfrm>
            <a:custGeom>
              <a:avLst/>
              <a:gdLst/>
              <a:ahLst/>
              <a:cxnLst/>
              <a:rect l="l" t="t" r="r" b="b"/>
              <a:pathLst>
                <a:path w="14300" h="35749" extrusionOk="0">
                  <a:moveTo>
                    <a:pt x="7343" y="0"/>
                  </a:moveTo>
                  <a:lnTo>
                    <a:pt x="6982" y="24"/>
                  </a:lnTo>
                  <a:lnTo>
                    <a:pt x="6620" y="72"/>
                  </a:lnTo>
                  <a:lnTo>
                    <a:pt x="6259" y="144"/>
                  </a:lnTo>
                  <a:lnTo>
                    <a:pt x="5922" y="217"/>
                  </a:lnTo>
                  <a:lnTo>
                    <a:pt x="5561" y="313"/>
                  </a:lnTo>
                  <a:lnTo>
                    <a:pt x="5224" y="433"/>
                  </a:lnTo>
                  <a:lnTo>
                    <a:pt x="4863" y="554"/>
                  </a:lnTo>
                  <a:lnTo>
                    <a:pt x="4526" y="698"/>
                  </a:lnTo>
                  <a:lnTo>
                    <a:pt x="4213" y="843"/>
                  </a:lnTo>
                  <a:lnTo>
                    <a:pt x="3876" y="1011"/>
                  </a:lnTo>
                  <a:lnTo>
                    <a:pt x="3563" y="1204"/>
                  </a:lnTo>
                  <a:lnTo>
                    <a:pt x="3250" y="1396"/>
                  </a:lnTo>
                  <a:lnTo>
                    <a:pt x="2937" y="1613"/>
                  </a:lnTo>
                  <a:lnTo>
                    <a:pt x="2648" y="1830"/>
                  </a:lnTo>
                  <a:lnTo>
                    <a:pt x="2359" y="2070"/>
                  </a:lnTo>
                  <a:lnTo>
                    <a:pt x="2095" y="2311"/>
                  </a:lnTo>
                  <a:lnTo>
                    <a:pt x="1830" y="2576"/>
                  </a:lnTo>
                  <a:lnTo>
                    <a:pt x="1589" y="2841"/>
                  </a:lnTo>
                  <a:lnTo>
                    <a:pt x="1348" y="3105"/>
                  </a:lnTo>
                  <a:lnTo>
                    <a:pt x="1132" y="3394"/>
                  </a:lnTo>
                  <a:lnTo>
                    <a:pt x="939" y="3683"/>
                  </a:lnTo>
                  <a:lnTo>
                    <a:pt x="747" y="3972"/>
                  </a:lnTo>
                  <a:lnTo>
                    <a:pt x="554" y="4285"/>
                  </a:lnTo>
                  <a:lnTo>
                    <a:pt x="410" y="4598"/>
                  </a:lnTo>
                  <a:lnTo>
                    <a:pt x="265" y="4935"/>
                  </a:lnTo>
                  <a:lnTo>
                    <a:pt x="169" y="5176"/>
                  </a:lnTo>
                  <a:lnTo>
                    <a:pt x="97" y="5441"/>
                  </a:lnTo>
                  <a:lnTo>
                    <a:pt x="24" y="5705"/>
                  </a:lnTo>
                  <a:lnTo>
                    <a:pt x="0" y="5946"/>
                  </a:lnTo>
                  <a:lnTo>
                    <a:pt x="24" y="6211"/>
                  </a:lnTo>
                  <a:lnTo>
                    <a:pt x="48" y="6452"/>
                  </a:lnTo>
                  <a:lnTo>
                    <a:pt x="121" y="6716"/>
                  </a:lnTo>
                  <a:lnTo>
                    <a:pt x="241" y="6981"/>
                  </a:lnTo>
                  <a:lnTo>
                    <a:pt x="313" y="7174"/>
                  </a:lnTo>
                  <a:lnTo>
                    <a:pt x="385" y="7366"/>
                  </a:lnTo>
                  <a:lnTo>
                    <a:pt x="482" y="7727"/>
                  </a:lnTo>
                  <a:lnTo>
                    <a:pt x="602" y="8065"/>
                  </a:lnTo>
                  <a:lnTo>
                    <a:pt x="747" y="8377"/>
                  </a:lnTo>
                  <a:lnTo>
                    <a:pt x="939" y="8690"/>
                  </a:lnTo>
                  <a:lnTo>
                    <a:pt x="1108" y="9003"/>
                  </a:lnTo>
                  <a:lnTo>
                    <a:pt x="1324" y="9292"/>
                  </a:lnTo>
                  <a:lnTo>
                    <a:pt x="1758" y="9870"/>
                  </a:lnTo>
                  <a:lnTo>
                    <a:pt x="1950" y="10111"/>
                  </a:lnTo>
                  <a:lnTo>
                    <a:pt x="2167" y="10327"/>
                  </a:lnTo>
                  <a:lnTo>
                    <a:pt x="2408" y="10520"/>
                  </a:lnTo>
                  <a:lnTo>
                    <a:pt x="2672" y="10688"/>
                  </a:lnTo>
                  <a:lnTo>
                    <a:pt x="3178" y="11025"/>
                  </a:lnTo>
                  <a:lnTo>
                    <a:pt x="3708" y="11338"/>
                  </a:lnTo>
                  <a:lnTo>
                    <a:pt x="4093" y="11603"/>
                  </a:lnTo>
                  <a:lnTo>
                    <a:pt x="4285" y="11748"/>
                  </a:lnTo>
                  <a:lnTo>
                    <a:pt x="4454" y="11916"/>
                  </a:lnTo>
                  <a:lnTo>
                    <a:pt x="4622" y="12085"/>
                  </a:lnTo>
                  <a:lnTo>
                    <a:pt x="4767" y="12277"/>
                  </a:lnTo>
                  <a:lnTo>
                    <a:pt x="4887" y="12470"/>
                  </a:lnTo>
                  <a:lnTo>
                    <a:pt x="5008" y="12711"/>
                  </a:lnTo>
                  <a:lnTo>
                    <a:pt x="5056" y="12879"/>
                  </a:lnTo>
                  <a:lnTo>
                    <a:pt x="5104" y="13072"/>
                  </a:lnTo>
                  <a:lnTo>
                    <a:pt x="5128" y="13240"/>
                  </a:lnTo>
                  <a:lnTo>
                    <a:pt x="5152" y="13409"/>
                  </a:lnTo>
                  <a:lnTo>
                    <a:pt x="5128" y="13553"/>
                  </a:lnTo>
                  <a:lnTo>
                    <a:pt x="5128" y="13722"/>
                  </a:lnTo>
                  <a:lnTo>
                    <a:pt x="5032" y="14011"/>
                  </a:lnTo>
                  <a:lnTo>
                    <a:pt x="4911" y="14299"/>
                  </a:lnTo>
                  <a:lnTo>
                    <a:pt x="4743" y="14564"/>
                  </a:lnTo>
                  <a:lnTo>
                    <a:pt x="4526" y="14829"/>
                  </a:lnTo>
                  <a:lnTo>
                    <a:pt x="4285" y="15094"/>
                  </a:lnTo>
                  <a:lnTo>
                    <a:pt x="3419" y="15864"/>
                  </a:lnTo>
                  <a:lnTo>
                    <a:pt x="2600" y="16635"/>
                  </a:lnTo>
                  <a:lnTo>
                    <a:pt x="2167" y="17020"/>
                  </a:lnTo>
                  <a:lnTo>
                    <a:pt x="1782" y="17429"/>
                  </a:lnTo>
                  <a:lnTo>
                    <a:pt x="1397" y="17862"/>
                  </a:lnTo>
                  <a:lnTo>
                    <a:pt x="1035" y="18320"/>
                  </a:lnTo>
                  <a:lnTo>
                    <a:pt x="819" y="18609"/>
                  </a:lnTo>
                  <a:lnTo>
                    <a:pt x="650" y="18921"/>
                  </a:lnTo>
                  <a:lnTo>
                    <a:pt x="530" y="19234"/>
                  </a:lnTo>
                  <a:lnTo>
                    <a:pt x="434" y="19571"/>
                  </a:lnTo>
                  <a:lnTo>
                    <a:pt x="385" y="19884"/>
                  </a:lnTo>
                  <a:lnTo>
                    <a:pt x="337" y="20221"/>
                  </a:lnTo>
                  <a:lnTo>
                    <a:pt x="361" y="20534"/>
                  </a:lnTo>
                  <a:lnTo>
                    <a:pt x="385" y="20871"/>
                  </a:lnTo>
                  <a:lnTo>
                    <a:pt x="434" y="21184"/>
                  </a:lnTo>
                  <a:lnTo>
                    <a:pt x="530" y="21497"/>
                  </a:lnTo>
                  <a:lnTo>
                    <a:pt x="626" y="21786"/>
                  </a:lnTo>
                  <a:lnTo>
                    <a:pt x="771" y="22075"/>
                  </a:lnTo>
                  <a:lnTo>
                    <a:pt x="915" y="22340"/>
                  </a:lnTo>
                  <a:lnTo>
                    <a:pt x="1084" y="22581"/>
                  </a:lnTo>
                  <a:lnTo>
                    <a:pt x="1276" y="22797"/>
                  </a:lnTo>
                  <a:lnTo>
                    <a:pt x="1493" y="22990"/>
                  </a:lnTo>
                  <a:lnTo>
                    <a:pt x="1854" y="23351"/>
                  </a:lnTo>
                  <a:lnTo>
                    <a:pt x="2215" y="23712"/>
                  </a:lnTo>
                  <a:lnTo>
                    <a:pt x="2552" y="24097"/>
                  </a:lnTo>
                  <a:lnTo>
                    <a:pt x="2865" y="24506"/>
                  </a:lnTo>
                  <a:lnTo>
                    <a:pt x="3467" y="25325"/>
                  </a:lnTo>
                  <a:lnTo>
                    <a:pt x="4045" y="26167"/>
                  </a:lnTo>
                  <a:lnTo>
                    <a:pt x="4213" y="26408"/>
                  </a:lnTo>
                  <a:lnTo>
                    <a:pt x="4382" y="26697"/>
                  </a:lnTo>
                  <a:lnTo>
                    <a:pt x="4526" y="26962"/>
                  </a:lnTo>
                  <a:lnTo>
                    <a:pt x="4574" y="27130"/>
                  </a:lnTo>
                  <a:lnTo>
                    <a:pt x="4598" y="27275"/>
                  </a:lnTo>
                  <a:lnTo>
                    <a:pt x="4671" y="27829"/>
                  </a:lnTo>
                  <a:lnTo>
                    <a:pt x="4743" y="28358"/>
                  </a:lnTo>
                  <a:lnTo>
                    <a:pt x="4791" y="28912"/>
                  </a:lnTo>
                  <a:lnTo>
                    <a:pt x="4791" y="29466"/>
                  </a:lnTo>
                  <a:lnTo>
                    <a:pt x="4767" y="30067"/>
                  </a:lnTo>
                  <a:lnTo>
                    <a:pt x="4767" y="30645"/>
                  </a:lnTo>
                  <a:lnTo>
                    <a:pt x="4767" y="31223"/>
                  </a:lnTo>
                  <a:lnTo>
                    <a:pt x="4815" y="31801"/>
                  </a:lnTo>
                  <a:lnTo>
                    <a:pt x="4887" y="32378"/>
                  </a:lnTo>
                  <a:lnTo>
                    <a:pt x="4983" y="32932"/>
                  </a:lnTo>
                  <a:lnTo>
                    <a:pt x="5128" y="33510"/>
                  </a:lnTo>
                  <a:lnTo>
                    <a:pt x="5296" y="34063"/>
                  </a:lnTo>
                  <a:lnTo>
                    <a:pt x="5369" y="34232"/>
                  </a:lnTo>
                  <a:lnTo>
                    <a:pt x="5465" y="34401"/>
                  </a:lnTo>
                  <a:lnTo>
                    <a:pt x="5561" y="34545"/>
                  </a:lnTo>
                  <a:lnTo>
                    <a:pt x="5706" y="34713"/>
                  </a:lnTo>
                  <a:lnTo>
                    <a:pt x="5995" y="35002"/>
                  </a:lnTo>
                  <a:lnTo>
                    <a:pt x="6332" y="35267"/>
                  </a:lnTo>
                  <a:lnTo>
                    <a:pt x="6693" y="35484"/>
                  </a:lnTo>
                  <a:lnTo>
                    <a:pt x="6861" y="35580"/>
                  </a:lnTo>
                  <a:lnTo>
                    <a:pt x="7054" y="35652"/>
                  </a:lnTo>
                  <a:lnTo>
                    <a:pt x="7246" y="35700"/>
                  </a:lnTo>
                  <a:lnTo>
                    <a:pt x="7439" y="35725"/>
                  </a:lnTo>
                  <a:lnTo>
                    <a:pt x="7607" y="35749"/>
                  </a:lnTo>
                  <a:lnTo>
                    <a:pt x="7776" y="35725"/>
                  </a:lnTo>
                  <a:lnTo>
                    <a:pt x="8354" y="35628"/>
                  </a:lnTo>
                  <a:lnTo>
                    <a:pt x="8883" y="35484"/>
                  </a:lnTo>
                  <a:lnTo>
                    <a:pt x="9413" y="35291"/>
                  </a:lnTo>
                  <a:lnTo>
                    <a:pt x="9894" y="35050"/>
                  </a:lnTo>
                  <a:lnTo>
                    <a:pt x="10376" y="34786"/>
                  </a:lnTo>
                  <a:lnTo>
                    <a:pt x="10809" y="34449"/>
                  </a:lnTo>
                  <a:lnTo>
                    <a:pt x="11218" y="34063"/>
                  </a:lnTo>
                  <a:lnTo>
                    <a:pt x="11604" y="33654"/>
                  </a:lnTo>
                  <a:lnTo>
                    <a:pt x="11772" y="33414"/>
                  </a:lnTo>
                  <a:lnTo>
                    <a:pt x="11844" y="33293"/>
                  </a:lnTo>
                  <a:lnTo>
                    <a:pt x="11917" y="33149"/>
                  </a:lnTo>
                  <a:lnTo>
                    <a:pt x="11965" y="33004"/>
                  </a:lnTo>
                  <a:lnTo>
                    <a:pt x="11989" y="32836"/>
                  </a:lnTo>
                  <a:lnTo>
                    <a:pt x="12013" y="32499"/>
                  </a:lnTo>
                  <a:lnTo>
                    <a:pt x="12037" y="31849"/>
                  </a:lnTo>
                  <a:lnTo>
                    <a:pt x="12013" y="31247"/>
                  </a:lnTo>
                  <a:lnTo>
                    <a:pt x="11941" y="30693"/>
                  </a:lnTo>
                  <a:lnTo>
                    <a:pt x="11844" y="30164"/>
                  </a:lnTo>
                  <a:lnTo>
                    <a:pt x="11700" y="29634"/>
                  </a:lnTo>
                  <a:lnTo>
                    <a:pt x="11507" y="29104"/>
                  </a:lnTo>
                  <a:lnTo>
                    <a:pt x="11291" y="28551"/>
                  </a:lnTo>
                  <a:lnTo>
                    <a:pt x="11026" y="27949"/>
                  </a:lnTo>
                  <a:lnTo>
                    <a:pt x="10881" y="27636"/>
                  </a:lnTo>
                  <a:lnTo>
                    <a:pt x="10761" y="27323"/>
                  </a:lnTo>
                  <a:lnTo>
                    <a:pt x="10665" y="27034"/>
                  </a:lnTo>
                  <a:lnTo>
                    <a:pt x="10593" y="26721"/>
                  </a:lnTo>
                  <a:lnTo>
                    <a:pt x="10544" y="26432"/>
                  </a:lnTo>
                  <a:lnTo>
                    <a:pt x="10520" y="26143"/>
                  </a:lnTo>
                  <a:lnTo>
                    <a:pt x="10496" y="25855"/>
                  </a:lnTo>
                  <a:lnTo>
                    <a:pt x="10496" y="25566"/>
                  </a:lnTo>
                  <a:lnTo>
                    <a:pt x="10544" y="25277"/>
                  </a:lnTo>
                  <a:lnTo>
                    <a:pt x="10593" y="24988"/>
                  </a:lnTo>
                  <a:lnTo>
                    <a:pt x="10665" y="24723"/>
                  </a:lnTo>
                  <a:lnTo>
                    <a:pt x="10761" y="24434"/>
                  </a:lnTo>
                  <a:lnTo>
                    <a:pt x="10906" y="24169"/>
                  </a:lnTo>
                  <a:lnTo>
                    <a:pt x="11050" y="23881"/>
                  </a:lnTo>
                  <a:lnTo>
                    <a:pt x="11218" y="23616"/>
                  </a:lnTo>
                  <a:lnTo>
                    <a:pt x="11435" y="23351"/>
                  </a:lnTo>
                  <a:lnTo>
                    <a:pt x="12326" y="22220"/>
                  </a:lnTo>
                  <a:lnTo>
                    <a:pt x="13168" y="21064"/>
                  </a:lnTo>
                  <a:lnTo>
                    <a:pt x="13505" y="20607"/>
                  </a:lnTo>
                  <a:lnTo>
                    <a:pt x="13794" y="20149"/>
                  </a:lnTo>
                  <a:lnTo>
                    <a:pt x="13939" y="19908"/>
                  </a:lnTo>
                  <a:lnTo>
                    <a:pt x="14059" y="19668"/>
                  </a:lnTo>
                  <a:lnTo>
                    <a:pt x="14155" y="19403"/>
                  </a:lnTo>
                  <a:lnTo>
                    <a:pt x="14228" y="19138"/>
                  </a:lnTo>
                  <a:lnTo>
                    <a:pt x="14276" y="18777"/>
                  </a:lnTo>
                  <a:lnTo>
                    <a:pt x="14300" y="18416"/>
                  </a:lnTo>
                  <a:lnTo>
                    <a:pt x="14300" y="18055"/>
                  </a:lnTo>
                  <a:lnTo>
                    <a:pt x="14252" y="17694"/>
                  </a:lnTo>
                  <a:lnTo>
                    <a:pt x="14179" y="17357"/>
                  </a:lnTo>
                  <a:lnTo>
                    <a:pt x="14083" y="16996"/>
                  </a:lnTo>
                  <a:lnTo>
                    <a:pt x="13963" y="16659"/>
                  </a:lnTo>
                  <a:lnTo>
                    <a:pt x="13818" y="16322"/>
                  </a:lnTo>
                  <a:lnTo>
                    <a:pt x="13650" y="15985"/>
                  </a:lnTo>
                  <a:lnTo>
                    <a:pt x="13433" y="15672"/>
                  </a:lnTo>
                  <a:lnTo>
                    <a:pt x="13192" y="15383"/>
                  </a:lnTo>
                  <a:lnTo>
                    <a:pt x="12952" y="15118"/>
                  </a:lnTo>
                  <a:lnTo>
                    <a:pt x="12398" y="14588"/>
                  </a:lnTo>
                  <a:lnTo>
                    <a:pt x="11868" y="14083"/>
                  </a:lnTo>
                  <a:lnTo>
                    <a:pt x="11676" y="13914"/>
                  </a:lnTo>
                  <a:lnTo>
                    <a:pt x="11507" y="13722"/>
                  </a:lnTo>
                  <a:lnTo>
                    <a:pt x="11363" y="13529"/>
                  </a:lnTo>
                  <a:lnTo>
                    <a:pt x="11267" y="13288"/>
                  </a:lnTo>
                  <a:lnTo>
                    <a:pt x="11074" y="12783"/>
                  </a:lnTo>
                  <a:lnTo>
                    <a:pt x="10930" y="12277"/>
                  </a:lnTo>
                  <a:lnTo>
                    <a:pt x="10833" y="11796"/>
                  </a:lnTo>
                  <a:lnTo>
                    <a:pt x="10809" y="11290"/>
                  </a:lnTo>
                  <a:lnTo>
                    <a:pt x="10809" y="11025"/>
                  </a:lnTo>
                  <a:lnTo>
                    <a:pt x="10833" y="10785"/>
                  </a:lnTo>
                  <a:lnTo>
                    <a:pt x="10857" y="10520"/>
                  </a:lnTo>
                  <a:lnTo>
                    <a:pt x="10930" y="10279"/>
                  </a:lnTo>
                  <a:lnTo>
                    <a:pt x="11002" y="10038"/>
                  </a:lnTo>
                  <a:lnTo>
                    <a:pt x="11074" y="9774"/>
                  </a:lnTo>
                  <a:lnTo>
                    <a:pt x="11194" y="9533"/>
                  </a:lnTo>
                  <a:lnTo>
                    <a:pt x="11315" y="9268"/>
                  </a:lnTo>
                  <a:lnTo>
                    <a:pt x="11652" y="8618"/>
                  </a:lnTo>
                  <a:lnTo>
                    <a:pt x="11820" y="8281"/>
                  </a:lnTo>
                  <a:lnTo>
                    <a:pt x="11965" y="7944"/>
                  </a:lnTo>
                  <a:lnTo>
                    <a:pt x="12109" y="7583"/>
                  </a:lnTo>
                  <a:lnTo>
                    <a:pt x="12230" y="7222"/>
                  </a:lnTo>
                  <a:lnTo>
                    <a:pt x="12302" y="6861"/>
                  </a:lnTo>
                  <a:lnTo>
                    <a:pt x="12350" y="6476"/>
                  </a:lnTo>
                  <a:lnTo>
                    <a:pt x="12398" y="5994"/>
                  </a:lnTo>
                  <a:lnTo>
                    <a:pt x="12398" y="5489"/>
                  </a:lnTo>
                  <a:lnTo>
                    <a:pt x="12374" y="5007"/>
                  </a:lnTo>
                  <a:lnTo>
                    <a:pt x="12326" y="4502"/>
                  </a:lnTo>
                  <a:lnTo>
                    <a:pt x="12254" y="4020"/>
                  </a:lnTo>
                  <a:lnTo>
                    <a:pt x="12157" y="3539"/>
                  </a:lnTo>
                  <a:lnTo>
                    <a:pt x="12037" y="3057"/>
                  </a:lnTo>
                  <a:lnTo>
                    <a:pt x="11917" y="2576"/>
                  </a:lnTo>
                  <a:lnTo>
                    <a:pt x="11772" y="2167"/>
                  </a:lnTo>
                  <a:lnTo>
                    <a:pt x="11580" y="1781"/>
                  </a:lnTo>
                  <a:lnTo>
                    <a:pt x="11363" y="1444"/>
                  </a:lnTo>
                  <a:lnTo>
                    <a:pt x="11098" y="1156"/>
                  </a:lnTo>
                  <a:lnTo>
                    <a:pt x="10833" y="891"/>
                  </a:lnTo>
                  <a:lnTo>
                    <a:pt x="10520" y="698"/>
                  </a:lnTo>
                  <a:lnTo>
                    <a:pt x="10183" y="506"/>
                  </a:lnTo>
                  <a:lnTo>
                    <a:pt x="9822" y="361"/>
                  </a:lnTo>
                  <a:lnTo>
                    <a:pt x="9485" y="241"/>
                  </a:lnTo>
                  <a:lnTo>
                    <a:pt x="9124" y="169"/>
                  </a:lnTo>
                  <a:lnTo>
                    <a:pt x="8787" y="96"/>
                  </a:lnTo>
                  <a:lnTo>
                    <a:pt x="8426" y="48"/>
                  </a:lnTo>
                  <a:lnTo>
                    <a:pt x="80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8" name="Google Shape;12768;p30"/>
            <p:cNvSpPr/>
            <p:nvPr/>
          </p:nvSpPr>
          <p:spPr>
            <a:xfrm>
              <a:off x="1157700" y="2029950"/>
              <a:ext cx="235350" cy="827550"/>
            </a:xfrm>
            <a:custGeom>
              <a:avLst/>
              <a:gdLst/>
              <a:ahLst/>
              <a:cxnLst/>
              <a:rect l="l" t="t" r="r" b="b"/>
              <a:pathLst>
                <a:path w="9414" h="33102" extrusionOk="0">
                  <a:moveTo>
                    <a:pt x="5177" y="1"/>
                  </a:moveTo>
                  <a:lnTo>
                    <a:pt x="4816" y="25"/>
                  </a:lnTo>
                  <a:lnTo>
                    <a:pt x="4455" y="73"/>
                  </a:lnTo>
                  <a:lnTo>
                    <a:pt x="4069" y="121"/>
                  </a:lnTo>
                  <a:lnTo>
                    <a:pt x="3684" y="218"/>
                  </a:lnTo>
                  <a:lnTo>
                    <a:pt x="3299" y="314"/>
                  </a:lnTo>
                  <a:lnTo>
                    <a:pt x="2938" y="458"/>
                  </a:lnTo>
                  <a:lnTo>
                    <a:pt x="2577" y="603"/>
                  </a:lnTo>
                  <a:lnTo>
                    <a:pt x="2216" y="771"/>
                  </a:lnTo>
                  <a:lnTo>
                    <a:pt x="1903" y="940"/>
                  </a:lnTo>
                  <a:lnTo>
                    <a:pt x="1614" y="1132"/>
                  </a:lnTo>
                  <a:lnTo>
                    <a:pt x="1349" y="1349"/>
                  </a:lnTo>
                  <a:lnTo>
                    <a:pt x="1132" y="1566"/>
                  </a:lnTo>
                  <a:lnTo>
                    <a:pt x="964" y="1782"/>
                  </a:lnTo>
                  <a:lnTo>
                    <a:pt x="723" y="2192"/>
                  </a:lnTo>
                  <a:lnTo>
                    <a:pt x="434" y="2601"/>
                  </a:lnTo>
                  <a:lnTo>
                    <a:pt x="314" y="2793"/>
                  </a:lnTo>
                  <a:lnTo>
                    <a:pt x="218" y="3010"/>
                  </a:lnTo>
                  <a:lnTo>
                    <a:pt x="121" y="3203"/>
                  </a:lnTo>
                  <a:lnTo>
                    <a:pt x="73" y="3419"/>
                  </a:lnTo>
                  <a:lnTo>
                    <a:pt x="25" y="3660"/>
                  </a:lnTo>
                  <a:lnTo>
                    <a:pt x="1" y="3877"/>
                  </a:lnTo>
                  <a:lnTo>
                    <a:pt x="25" y="4093"/>
                  </a:lnTo>
                  <a:lnTo>
                    <a:pt x="25" y="4334"/>
                  </a:lnTo>
                  <a:lnTo>
                    <a:pt x="97" y="4840"/>
                  </a:lnTo>
                  <a:lnTo>
                    <a:pt x="145" y="5321"/>
                  </a:lnTo>
                  <a:lnTo>
                    <a:pt x="194" y="5682"/>
                  </a:lnTo>
                  <a:lnTo>
                    <a:pt x="242" y="6019"/>
                  </a:lnTo>
                  <a:lnTo>
                    <a:pt x="314" y="6356"/>
                  </a:lnTo>
                  <a:lnTo>
                    <a:pt x="434" y="6693"/>
                  </a:lnTo>
                  <a:lnTo>
                    <a:pt x="555" y="7006"/>
                  </a:lnTo>
                  <a:lnTo>
                    <a:pt x="699" y="7319"/>
                  </a:lnTo>
                  <a:lnTo>
                    <a:pt x="868" y="7632"/>
                  </a:lnTo>
                  <a:lnTo>
                    <a:pt x="1060" y="7945"/>
                  </a:lnTo>
                  <a:lnTo>
                    <a:pt x="1205" y="8138"/>
                  </a:lnTo>
                  <a:lnTo>
                    <a:pt x="1373" y="8306"/>
                  </a:lnTo>
                  <a:lnTo>
                    <a:pt x="1710" y="8643"/>
                  </a:lnTo>
                  <a:lnTo>
                    <a:pt x="2047" y="9004"/>
                  </a:lnTo>
                  <a:lnTo>
                    <a:pt x="2216" y="9173"/>
                  </a:lnTo>
                  <a:lnTo>
                    <a:pt x="2360" y="9389"/>
                  </a:lnTo>
                  <a:lnTo>
                    <a:pt x="2577" y="9678"/>
                  </a:lnTo>
                  <a:lnTo>
                    <a:pt x="2818" y="9967"/>
                  </a:lnTo>
                  <a:lnTo>
                    <a:pt x="3058" y="10256"/>
                  </a:lnTo>
                  <a:lnTo>
                    <a:pt x="3275" y="10569"/>
                  </a:lnTo>
                  <a:lnTo>
                    <a:pt x="3419" y="10786"/>
                  </a:lnTo>
                  <a:lnTo>
                    <a:pt x="3540" y="11026"/>
                  </a:lnTo>
                  <a:lnTo>
                    <a:pt x="3636" y="11267"/>
                  </a:lnTo>
                  <a:lnTo>
                    <a:pt x="3708" y="11508"/>
                  </a:lnTo>
                  <a:lnTo>
                    <a:pt x="3756" y="11749"/>
                  </a:lnTo>
                  <a:lnTo>
                    <a:pt x="3805" y="11989"/>
                  </a:lnTo>
                  <a:lnTo>
                    <a:pt x="3829" y="12230"/>
                  </a:lnTo>
                  <a:lnTo>
                    <a:pt x="3853" y="12471"/>
                  </a:lnTo>
                  <a:lnTo>
                    <a:pt x="3829" y="12952"/>
                  </a:lnTo>
                  <a:lnTo>
                    <a:pt x="3756" y="13434"/>
                  </a:lnTo>
                  <a:lnTo>
                    <a:pt x="3636" y="13915"/>
                  </a:lnTo>
                  <a:lnTo>
                    <a:pt x="3492" y="14421"/>
                  </a:lnTo>
                  <a:lnTo>
                    <a:pt x="3443" y="14541"/>
                  </a:lnTo>
                  <a:lnTo>
                    <a:pt x="3371" y="14637"/>
                  </a:lnTo>
                  <a:lnTo>
                    <a:pt x="3299" y="14710"/>
                  </a:lnTo>
                  <a:lnTo>
                    <a:pt x="3203" y="14782"/>
                  </a:lnTo>
                  <a:lnTo>
                    <a:pt x="2914" y="15023"/>
                  </a:lnTo>
                  <a:lnTo>
                    <a:pt x="2649" y="15239"/>
                  </a:lnTo>
                  <a:lnTo>
                    <a:pt x="2144" y="15745"/>
                  </a:lnTo>
                  <a:lnTo>
                    <a:pt x="1686" y="16274"/>
                  </a:lnTo>
                  <a:lnTo>
                    <a:pt x="1205" y="16804"/>
                  </a:lnTo>
                  <a:lnTo>
                    <a:pt x="1084" y="16948"/>
                  </a:lnTo>
                  <a:lnTo>
                    <a:pt x="988" y="17117"/>
                  </a:lnTo>
                  <a:lnTo>
                    <a:pt x="916" y="17285"/>
                  </a:lnTo>
                  <a:lnTo>
                    <a:pt x="844" y="17454"/>
                  </a:lnTo>
                  <a:lnTo>
                    <a:pt x="771" y="17743"/>
                  </a:lnTo>
                  <a:lnTo>
                    <a:pt x="723" y="18032"/>
                  </a:lnTo>
                  <a:lnTo>
                    <a:pt x="699" y="18321"/>
                  </a:lnTo>
                  <a:lnTo>
                    <a:pt x="699" y="18609"/>
                  </a:lnTo>
                  <a:lnTo>
                    <a:pt x="699" y="18874"/>
                  </a:lnTo>
                  <a:lnTo>
                    <a:pt x="723" y="19139"/>
                  </a:lnTo>
                  <a:lnTo>
                    <a:pt x="771" y="19404"/>
                  </a:lnTo>
                  <a:lnTo>
                    <a:pt x="819" y="19669"/>
                  </a:lnTo>
                  <a:lnTo>
                    <a:pt x="892" y="19934"/>
                  </a:lnTo>
                  <a:lnTo>
                    <a:pt x="988" y="20198"/>
                  </a:lnTo>
                  <a:lnTo>
                    <a:pt x="1084" y="20439"/>
                  </a:lnTo>
                  <a:lnTo>
                    <a:pt x="1205" y="20680"/>
                  </a:lnTo>
                  <a:lnTo>
                    <a:pt x="1349" y="20921"/>
                  </a:lnTo>
                  <a:lnTo>
                    <a:pt x="1518" y="21161"/>
                  </a:lnTo>
                  <a:lnTo>
                    <a:pt x="1855" y="21619"/>
                  </a:lnTo>
                  <a:lnTo>
                    <a:pt x="2071" y="21883"/>
                  </a:lnTo>
                  <a:lnTo>
                    <a:pt x="2264" y="22172"/>
                  </a:lnTo>
                  <a:lnTo>
                    <a:pt x="2456" y="22461"/>
                  </a:lnTo>
                  <a:lnTo>
                    <a:pt x="2601" y="22774"/>
                  </a:lnTo>
                  <a:lnTo>
                    <a:pt x="2745" y="23087"/>
                  </a:lnTo>
                  <a:lnTo>
                    <a:pt x="2866" y="23400"/>
                  </a:lnTo>
                  <a:lnTo>
                    <a:pt x="2962" y="23713"/>
                  </a:lnTo>
                  <a:lnTo>
                    <a:pt x="3058" y="24050"/>
                  </a:lnTo>
                  <a:lnTo>
                    <a:pt x="3275" y="24917"/>
                  </a:lnTo>
                  <a:lnTo>
                    <a:pt x="3492" y="25807"/>
                  </a:lnTo>
                  <a:lnTo>
                    <a:pt x="3636" y="26698"/>
                  </a:lnTo>
                  <a:lnTo>
                    <a:pt x="3708" y="27155"/>
                  </a:lnTo>
                  <a:lnTo>
                    <a:pt x="3756" y="27589"/>
                  </a:lnTo>
                  <a:lnTo>
                    <a:pt x="3781" y="27781"/>
                  </a:lnTo>
                  <a:lnTo>
                    <a:pt x="3781" y="27950"/>
                  </a:lnTo>
                  <a:lnTo>
                    <a:pt x="3756" y="28118"/>
                  </a:lnTo>
                  <a:lnTo>
                    <a:pt x="3684" y="28287"/>
                  </a:lnTo>
                  <a:lnTo>
                    <a:pt x="3540" y="28624"/>
                  </a:lnTo>
                  <a:lnTo>
                    <a:pt x="3395" y="28961"/>
                  </a:lnTo>
                  <a:lnTo>
                    <a:pt x="3299" y="29322"/>
                  </a:lnTo>
                  <a:lnTo>
                    <a:pt x="3227" y="29659"/>
                  </a:lnTo>
                  <a:lnTo>
                    <a:pt x="3179" y="30020"/>
                  </a:lnTo>
                  <a:lnTo>
                    <a:pt x="3179" y="30381"/>
                  </a:lnTo>
                  <a:lnTo>
                    <a:pt x="3203" y="30766"/>
                  </a:lnTo>
                  <a:lnTo>
                    <a:pt x="3251" y="31152"/>
                  </a:lnTo>
                  <a:lnTo>
                    <a:pt x="3323" y="31440"/>
                  </a:lnTo>
                  <a:lnTo>
                    <a:pt x="3443" y="31729"/>
                  </a:lnTo>
                  <a:lnTo>
                    <a:pt x="3588" y="31994"/>
                  </a:lnTo>
                  <a:lnTo>
                    <a:pt x="3756" y="32235"/>
                  </a:lnTo>
                  <a:lnTo>
                    <a:pt x="3949" y="32452"/>
                  </a:lnTo>
                  <a:lnTo>
                    <a:pt x="4166" y="32620"/>
                  </a:lnTo>
                  <a:lnTo>
                    <a:pt x="4406" y="32789"/>
                  </a:lnTo>
                  <a:lnTo>
                    <a:pt x="4647" y="32909"/>
                  </a:lnTo>
                  <a:lnTo>
                    <a:pt x="4912" y="33005"/>
                  </a:lnTo>
                  <a:lnTo>
                    <a:pt x="5177" y="33053"/>
                  </a:lnTo>
                  <a:lnTo>
                    <a:pt x="5466" y="33102"/>
                  </a:lnTo>
                  <a:lnTo>
                    <a:pt x="5730" y="33077"/>
                  </a:lnTo>
                  <a:lnTo>
                    <a:pt x="5995" y="33029"/>
                  </a:lnTo>
                  <a:lnTo>
                    <a:pt x="6284" y="32957"/>
                  </a:lnTo>
                  <a:lnTo>
                    <a:pt x="6549" y="32813"/>
                  </a:lnTo>
                  <a:lnTo>
                    <a:pt x="6790" y="32644"/>
                  </a:lnTo>
                  <a:lnTo>
                    <a:pt x="7079" y="32403"/>
                  </a:lnTo>
                  <a:lnTo>
                    <a:pt x="7319" y="32163"/>
                  </a:lnTo>
                  <a:lnTo>
                    <a:pt x="7560" y="31874"/>
                  </a:lnTo>
                  <a:lnTo>
                    <a:pt x="7753" y="31585"/>
                  </a:lnTo>
                  <a:lnTo>
                    <a:pt x="7945" y="31296"/>
                  </a:lnTo>
                  <a:lnTo>
                    <a:pt x="8090" y="30959"/>
                  </a:lnTo>
                  <a:lnTo>
                    <a:pt x="8210" y="30622"/>
                  </a:lnTo>
                  <a:lnTo>
                    <a:pt x="8306" y="30261"/>
                  </a:lnTo>
                  <a:lnTo>
                    <a:pt x="8354" y="29948"/>
                  </a:lnTo>
                  <a:lnTo>
                    <a:pt x="8354" y="29779"/>
                  </a:lnTo>
                  <a:lnTo>
                    <a:pt x="8354" y="29611"/>
                  </a:lnTo>
                  <a:lnTo>
                    <a:pt x="8330" y="29466"/>
                  </a:lnTo>
                  <a:lnTo>
                    <a:pt x="8282" y="29298"/>
                  </a:lnTo>
                  <a:lnTo>
                    <a:pt x="8210" y="29154"/>
                  </a:lnTo>
                  <a:lnTo>
                    <a:pt x="8114" y="29009"/>
                  </a:lnTo>
                  <a:lnTo>
                    <a:pt x="7969" y="28816"/>
                  </a:lnTo>
                  <a:lnTo>
                    <a:pt x="7849" y="28600"/>
                  </a:lnTo>
                  <a:lnTo>
                    <a:pt x="7584" y="28167"/>
                  </a:lnTo>
                  <a:lnTo>
                    <a:pt x="7343" y="27733"/>
                  </a:lnTo>
                  <a:lnTo>
                    <a:pt x="7199" y="27517"/>
                  </a:lnTo>
                  <a:lnTo>
                    <a:pt x="7054" y="27324"/>
                  </a:lnTo>
                  <a:lnTo>
                    <a:pt x="6910" y="27107"/>
                  </a:lnTo>
                  <a:lnTo>
                    <a:pt x="6766" y="26891"/>
                  </a:lnTo>
                  <a:lnTo>
                    <a:pt x="6669" y="26650"/>
                  </a:lnTo>
                  <a:lnTo>
                    <a:pt x="6597" y="26433"/>
                  </a:lnTo>
                  <a:lnTo>
                    <a:pt x="6549" y="26193"/>
                  </a:lnTo>
                  <a:lnTo>
                    <a:pt x="6525" y="25928"/>
                  </a:lnTo>
                  <a:lnTo>
                    <a:pt x="6525" y="25687"/>
                  </a:lnTo>
                  <a:lnTo>
                    <a:pt x="6549" y="25422"/>
                  </a:lnTo>
                  <a:lnTo>
                    <a:pt x="6573" y="25206"/>
                  </a:lnTo>
                  <a:lnTo>
                    <a:pt x="6573" y="24989"/>
                  </a:lnTo>
                  <a:lnTo>
                    <a:pt x="6549" y="24796"/>
                  </a:lnTo>
                  <a:lnTo>
                    <a:pt x="6525" y="24580"/>
                  </a:lnTo>
                  <a:lnTo>
                    <a:pt x="6477" y="24339"/>
                  </a:lnTo>
                  <a:lnTo>
                    <a:pt x="6453" y="24074"/>
                  </a:lnTo>
                  <a:lnTo>
                    <a:pt x="6453" y="23833"/>
                  </a:lnTo>
                  <a:lnTo>
                    <a:pt x="6453" y="23593"/>
                  </a:lnTo>
                  <a:lnTo>
                    <a:pt x="6477" y="23376"/>
                  </a:lnTo>
                  <a:lnTo>
                    <a:pt x="6525" y="23135"/>
                  </a:lnTo>
                  <a:lnTo>
                    <a:pt x="6621" y="22678"/>
                  </a:lnTo>
                  <a:lnTo>
                    <a:pt x="6790" y="22269"/>
                  </a:lnTo>
                  <a:lnTo>
                    <a:pt x="7006" y="21835"/>
                  </a:lnTo>
                  <a:lnTo>
                    <a:pt x="7271" y="21450"/>
                  </a:lnTo>
                  <a:lnTo>
                    <a:pt x="7560" y="21065"/>
                  </a:lnTo>
                  <a:lnTo>
                    <a:pt x="7849" y="20680"/>
                  </a:lnTo>
                  <a:lnTo>
                    <a:pt x="8114" y="20295"/>
                  </a:lnTo>
                  <a:lnTo>
                    <a:pt x="8354" y="19885"/>
                  </a:lnTo>
                  <a:lnTo>
                    <a:pt x="8595" y="19476"/>
                  </a:lnTo>
                  <a:lnTo>
                    <a:pt x="8788" y="19067"/>
                  </a:lnTo>
                  <a:lnTo>
                    <a:pt x="8980" y="18634"/>
                  </a:lnTo>
                  <a:lnTo>
                    <a:pt x="9125" y="18176"/>
                  </a:lnTo>
                  <a:lnTo>
                    <a:pt x="9269" y="17719"/>
                  </a:lnTo>
                  <a:lnTo>
                    <a:pt x="9341" y="17454"/>
                  </a:lnTo>
                  <a:lnTo>
                    <a:pt x="9390" y="17165"/>
                  </a:lnTo>
                  <a:lnTo>
                    <a:pt x="9414" y="16900"/>
                  </a:lnTo>
                  <a:lnTo>
                    <a:pt x="9414" y="16635"/>
                  </a:lnTo>
                  <a:lnTo>
                    <a:pt x="9366" y="16371"/>
                  </a:lnTo>
                  <a:lnTo>
                    <a:pt x="9293" y="16106"/>
                  </a:lnTo>
                  <a:lnTo>
                    <a:pt x="9197" y="15841"/>
                  </a:lnTo>
                  <a:lnTo>
                    <a:pt x="9077" y="15600"/>
                  </a:lnTo>
                  <a:lnTo>
                    <a:pt x="8619" y="14830"/>
                  </a:lnTo>
                  <a:lnTo>
                    <a:pt x="8210" y="14036"/>
                  </a:lnTo>
                  <a:lnTo>
                    <a:pt x="7825" y="13241"/>
                  </a:lnTo>
                  <a:lnTo>
                    <a:pt x="7464" y="12447"/>
                  </a:lnTo>
                  <a:lnTo>
                    <a:pt x="7271" y="11989"/>
                  </a:lnTo>
                  <a:lnTo>
                    <a:pt x="7127" y="11508"/>
                  </a:lnTo>
                  <a:lnTo>
                    <a:pt x="7054" y="11051"/>
                  </a:lnTo>
                  <a:lnTo>
                    <a:pt x="7030" y="10593"/>
                  </a:lnTo>
                  <a:lnTo>
                    <a:pt x="7030" y="10112"/>
                  </a:lnTo>
                  <a:lnTo>
                    <a:pt x="7127" y="9654"/>
                  </a:lnTo>
                  <a:lnTo>
                    <a:pt x="7247" y="9197"/>
                  </a:lnTo>
                  <a:lnTo>
                    <a:pt x="7440" y="8739"/>
                  </a:lnTo>
                  <a:lnTo>
                    <a:pt x="7704" y="8186"/>
                  </a:lnTo>
                  <a:lnTo>
                    <a:pt x="7969" y="7632"/>
                  </a:lnTo>
                  <a:lnTo>
                    <a:pt x="8114" y="7367"/>
                  </a:lnTo>
                  <a:lnTo>
                    <a:pt x="8282" y="7103"/>
                  </a:lnTo>
                  <a:lnTo>
                    <a:pt x="8451" y="6838"/>
                  </a:lnTo>
                  <a:lnTo>
                    <a:pt x="8667" y="6597"/>
                  </a:lnTo>
                  <a:lnTo>
                    <a:pt x="8691" y="6525"/>
                  </a:lnTo>
                  <a:lnTo>
                    <a:pt x="8740" y="6453"/>
                  </a:lnTo>
                  <a:lnTo>
                    <a:pt x="8788" y="6308"/>
                  </a:lnTo>
                  <a:lnTo>
                    <a:pt x="8932" y="5875"/>
                  </a:lnTo>
                  <a:lnTo>
                    <a:pt x="9028" y="5441"/>
                  </a:lnTo>
                  <a:lnTo>
                    <a:pt x="9077" y="5008"/>
                  </a:lnTo>
                  <a:lnTo>
                    <a:pt x="9077" y="4575"/>
                  </a:lnTo>
                  <a:lnTo>
                    <a:pt x="9053" y="4166"/>
                  </a:lnTo>
                  <a:lnTo>
                    <a:pt x="8980" y="3732"/>
                  </a:lnTo>
                  <a:lnTo>
                    <a:pt x="8884" y="3299"/>
                  </a:lnTo>
                  <a:lnTo>
                    <a:pt x="8764" y="2890"/>
                  </a:lnTo>
                  <a:lnTo>
                    <a:pt x="8595" y="2456"/>
                  </a:lnTo>
                  <a:lnTo>
                    <a:pt x="8403" y="2023"/>
                  </a:lnTo>
                  <a:lnTo>
                    <a:pt x="8138" y="1638"/>
                  </a:lnTo>
                  <a:lnTo>
                    <a:pt x="7993" y="1445"/>
                  </a:lnTo>
                  <a:lnTo>
                    <a:pt x="7849" y="1253"/>
                  </a:lnTo>
                  <a:lnTo>
                    <a:pt x="7680" y="1084"/>
                  </a:lnTo>
                  <a:lnTo>
                    <a:pt x="7512" y="940"/>
                  </a:lnTo>
                  <a:lnTo>
                    <a:pt x="7295" y="771"/>
                  </a:lnTo>
                  <a:lnTo>
                    <a:pt x="7103" y="627"/>
                  </a:lnTo>
                  <a:lnTo>
                    <a:pt x="6862" y="482"/>
                  </a:lnTo>
                  <a:lnTo>
                    <a:pt x="6621" y="362"/>
                  </a:lnTo>
                  <a:lnTo>
                    <a:pt x="6356" y="242"/>
                  </a:lnTo>
                  <a:lnTo>
                    <a:pt x="6092" y="145"/>
                  </a:lnTo>
                  <a:lnTo>
                    <a:pt x="5803" y="73"/>
                  </a:lnTo>
                  <a:lnTo>
                    <a:pt x="5514" y="25"/>
                  </a:lnTo>
                  <a:lnTo>
                    <a:pt x="51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9" name="Google Shape;12769;p30"/>
            <p:cNvSpPr/>
            <p:nvPr/>
          </p:nvSpPr>
          <p:spPr>
            <a:xfrm>
              <a:off x="1204650" y="2410925"/>
              <a:ext cx="150500" cy="145050"/>
            </a:xfrm>
            <a:custGeom>
              <a:avLst/>
              <a:gdLst/>
              <a:ahLst/>
              <a:cxnLst/>
              <a:rect l="l" t="t" r="r" b="b"/>
              <a:pathLst>
                <a:path w="6020" h="5802" extrusionOk="0">
                  <a:moveTo>
                    <a:pt x="3130" y="289"/>
                  </a:moveTo>
                  <a:lnTo>
                    <a:pt x="3251" y="313"/>
                  </a:lnTo>
                  <a:lnTo>
                    <a:pt x="3925" y="409"/>
                  </a:lnTo>
                  <a:lnTo>
                    <a:pt x="4093" y="458"/>
                  </a:lnTo>
                  <a:lnTo>
                    <a:pt x="4238" y="506"/>
                  </a:lnTo>
                  <a:lnTo>
                    <a:pt x="4575" y="698"/>
                  </a:lnTo>
                  <a:lnTo>
                    <a:pt x="4888" y="915"/>
                  </a:lnTo>
                  <a:lnTo>
                    <a:pt x="5152" y="1156"/>
                  </a:lnTo>
                  <a:lnTo>
                    <a:pt x="5273" y="1300"/>
                  </a:lnTo>
                  <a:lnTo>
                    <a:pt x="5393" y="1469"/>
                  </a:lnTo>
                  <a:lnTo>
                    <a:pt x="5465" y="1613"/>
                  </a:lnTo>
                  <a:lnTo>
                    <a:pt x="5538" y="1758"/>
                  </a:lnTo>
                  <a:lnTo>
                    <a:pt x="5634" y="2046"/>
                  </a:lnTo>
                  <a:lnTo>
                    <a:pt x="5706" y="2456"/>
                  </a:lnTo>
                  <a:lnTo>
                    <a:pt x="5754" y="2889"/>
                  </a:lnTo>
                  <a:lnTo>
                    <a:pt x="5730" y="3130"/>
                  </a:lnTo>
                  <a:lnTo>
                    <a:pt x="5706" y="3370"/>
                  </a:lnTo>
                  <a:lnTo>
                    <a:pt x="5634" y="3611"/>
                  </a:lnTo>
                  <a:lnTo>
                    <a:pt x="5538" y="3852"/>
                  </a:lnTo>
                  <a:lnTo>
                    <a:pt x="5441" y="3996"/>
                  </a:lnTo>
                  <a:lnTo>
                    <a:pt x="5321" y="4141"/>
                  </a:lnTo>
                  <a:lnTo>
                    <a:pt x="5008" y="4454"/>
                  </a:lnTo>
                  <a:lnTo>
                    <a:pt x="4695" y="4815"/>
                  </a:lnTo>
                  <a:lnTo>
                    <a:pt x="4575" y="4959"/>
                  </a:lnTo>
                  <a:lnTo>
                    <a:pt x="4430" y="5056"/>
                  </a:lnTo>
                  <a:lnTo>
                    <a:pt x="4262" y="5152"/>
                  </a:lnTo>
                  <a:lnTo>
                    <a:pt x="4093" y="5200"/>
                  </a:lnTo>
                  <a:lnTo>
                    <a:pt x="3756" y="5320"/>
                  </a:lnTo>
                  <a:lnTo>
                    <a:pt x="3443" y="5417"/>
                  </a:lnTo>
                  <a:lnTo>
                    <a:pt x="3275" y="5465"/>
                  </a:lnTo>
                  <a:lnTo>
                    <a:pt x="3082" y="5489"/>
                  </a:lnTo>
                  <a:lnTo>
                    <a:pt x="2745" y="5489"/>
                  </a:lnTo>
                  <a:lnTo>
                    <a:pt x="2095" y="5417"/>
                  </a:lnTo>
                  <a:lnTo>
                    <a:pt x="1782" y="5344"/>
                  </a:lnTo>
                  <a:lnTo>
                    <a:pt x="1469" y="5272"/>
                  </a:lnTo>
                  <a:lnTo>
                    <a:pt x="1253" y="5200"/>
                  </a:lnTo>
                  <a:lnTo>
                    <a:pt x="1060" y="5080"/>
                  </a:lnTo>
                  <a:lnTo>
                    <a:pt x="891" y="4935"/>
                  </a:lnTo>
                  <a:lnTo>
                    <a:pt x="747" y="4743"/>
                  </a:lnTo>
                  <a:lnTo>
                    <a:pt x="578" y="4502"/>
                  </a:lnTo>
                  <a:lnTo>
                    <a:pt x="410" y="4261"/>
                  </a:lnTo>
                  <a:lnTo>
                    <a:pt x="314" y="4093"/>
                  </a:lnTo>
                  <a:lnTo>
                    <a:pt x="266" y="3900"/>
                  </a:lnTo>
                  <a:lnTo>
                    <a:pt x="217" y="3708"/>
                  </a:lnTo>
                  <a:lnTo>
                    <a:pt x="217" y="3515"/>
                  </a:lnTo>
                  <a:lnTo>
                    <a:pt x="217" y="3322"/>
                  </a:lnTo>
                  <a:lnTo>
                    <a:pt x="241" y="3106"/>
                  </a:lnTo>
                  <a:lnTo>
                    <a:pt x="338" y="2600"/>
                  </a:lnTo>
                  <a:lnTo>
                    <a:pt x="434" y="2071"/>
                  </a:lnTo>
                  <a:lnTo>
                    <a:pt x="506" y="1806"/>
                  </a:lnTo>
                  <a:lnTo>
                    <a:pt x="603" y="1565"/>
                  </a:lnTo>
                  <a:lnTo>
                    <a:pt x="723" y="1348"/>
                  </a:lnTo>
                  <a:lnTo>
                    <a:pt x="891" y="1132"/>
                  </a:lnTo>
                  <a:lnTo>
                    <a:pt x="988" y="1035"/>
                  </a:lnTo>
                  <a:lnTo>
                    <a:pt x="1060" y="1011"/>
                  </a:lnTo>
                  <a:lnTo>
                    <a:pt x="1132" y="987"/>
                  </a:lnTo>
                  <a:lnTo>
                    <a:pt x="1349" y="939"/>
                  </a:lnTo>
                  <a:lnTo>
                    <a:pt x="1590" y="891"/>
                  </a:lnTo>
                  <a:lnTo>
                    <a:pt x="1710" y="867"/>
                  </a:lnTo>
                  <a:lnTo>
                    <a:pt x="1830" y="819"/>
                  </a:lnTo>
                  <a:lnTo>
                    <a:pt x="1927" y="771"/>
                  </a:lnTo>
                  <a:lnTo>
                    <a:pt x="2047" y="698"/>
                  </a:lnTo>
                  <a:lnTo>
                    <a:pt x="2215" y="578"/>
                  </a:lnTo>
                  <a:lnTo>
                    <a:pt x="2384" y="482"/>
                  </a:lnTo>
                  <a:lnTo>
                    <a:pt x="2745" y="337"/>
                  </a:lnTo>
                  <a:lnTo>
                    <a:pt x="2865" y="313"/>
                  </a:lnTo>
                  <a:lnTo>
                    <a:pt x="2986" y="289"/>
                  </a:lnTo>
                  <a:close/>
                  <a:moveTo>
                    <a:pt x="3082" y="0"/>
                  </a:moveTo>
                  <a:lnTo>
                    <a:pt x="2817" y="24"/>
                  </a:lnTo>
                  <a:lnTo>
                    <a:pt x="2601" y="97"/>
                  </a:lnTo>
                  <a:lnTo>
                    <a:pt x="2360" y="217"/>
                  </a:lnTo>
                  <a:lnTo>
                    <a:pt x="2240" y="265"/>
                  </a:lnTo>
                  <a:lnTo>
                    <a:pt x="2119" y="313"/>
                  </a:lnTo>
                  <a:lnTo>
                    <a:pt x="1999" y="385"/>
                  </a:lnTo>
                  <a:lnTo>
                    <a:pt x="1903" y="434"/>
                  </a:lnTo>
                  <a:lnTo>
                    <a:pt x="1806" y="530"/>
                  </a:lnTo>
                  <a:lnTo>
                    <a:pt x="1686" y="578"/>
                  </a:lnTo>
                  <a:lnTo>
                    <a:pt x="1445" y="626"/>
                  </a:lnTo>
                  <a:lnTo>
                    <a:pt x="1301" y="650"/>
                  </a:lnTo>
                  <a:lnTo>
                    <a:pt x="1180" y="674"/>
                  </a:lnTo>
                  <a:lnTo>
                    <a:pt x="1108" y="698"/>
                  </a:lnTo>
                  <a:lnTo>
                    <a:pt x="1012" y="771"/>
                  </a:lnTo>
                  <a:lnTo>
                    <a:pt x="964" y="867"/>
                  </a:lnTo>
                  <a:lnTo>
                    <a:pt x="915" y="939"/>
                  </a:lnTo>
                  <a:lnTo>
                    <a:pt x="843" y="987"/>
                  </a:lnTo>
                  <a:lnTo>
                    <a:pt x="651" y="1180"/>
                  </a:lnTo>
                  <a:lnTo>
                    <a:pt x="506" y="1396"/>
                  </a:lnTo>
                  <a:lnTo>
                    <a:pt x="386" y="1637"/>
                  </a:lnTo>
                  <a:lnTo>
                    <a:pt x="290" y="1926"/>
                  </a:lnTo>
                  <a:lnTo>
                    <a:pt x="97" y="2769"/>
                  </a:lnTo>
                  <a:lnTo>
                    <a:pt x="25" y="3154"/>
                  </a:lnTo>
                  <a:lnTo>
                    <a:pt x="1" y="3322"/>
                  </a:lnTo>
                  <a:lnTo>
                    <a:pt x="1" y="3515"/>
                  </a:lnTo>
                  <a:lnTo>
                    <a:pt x="1" y="3804"/>
                  </a:lnTo>
                  <a:lnTo>
                    <a:pt x="73" y="4045"/>
                  </a:lnTo>
                  <a:lnTo>
                    <a:pt x="169" y="4285"/>
                  </a:lnTo>
                  <a:lnTo>
                    <a:pt x="290" y="4526"/>
                  </a:lnTo>
                  <a:lnTo>
                    <a:pt x="434" y="4719"/>
                  </a:lnTo>
                  <a:lnTo>
                    <a:pt x="578" y="4935"/>
                  </a:lnTo>
                  <a:lnTo>
                    <a:pt x="747" y="5152"/>
                  </a:lnTo>
                  <a:lnTo>
                    <a:pt x="867" y="5272"/>
                  </a:lnTo>
                  <a:lnTo>
                    <a:pt x="1012" y="5369"/>
                  </a:lnTo>
                  <a:lnTo>
                    <a:pt x="1156" y="5465"/>
                  </a:lnTo>
                  <a:lnTo>
                    <a:pt x="1325" y="5537"/>
                  </a:lnTo>
                  <a:lnTo>
                    <a:pt x="1686" y="5633"/>
                  </a:lnTo>
                  <a:lnTo>
                    <a:pt x="2071" y="5730"/>
                  </a:lnTo>
                  <a:lnTo>
                    <a:pt x="2456" y="5778"/>
                  </a:lnTo>
                  <a:lnTo>
                    <a:pt x="2841" y="5802"/>
                  </a:lnTo>
                  <a:lnTo>
                    <a:pt x="3034" y="5802"/>
                  </a:lnTo>
                  <a:lnTo>
                    <a:pt x="3227" y="5778"/>
                  </a:lnTo>
                  <a:lnTo>
                    <a:pt x="3395" y="5754"/>
                  </a:lnTo>
                  <a:lnTo>
                    <a:pt x="3588" y="5706"/>
                  </a:lnTo>
                  <a:lnTo>
                    <a:pt x="4286" y="5465"/>
                  </a:lnTo>
                  <a:lnTo>
                    <a:pt x="4406" y="5417"/>
                  </a:lnTo>
                  <a:lnTo>
                    <a:pt x="4551" y="5344"/>
                  </a:lnTo>
                  <a:lnTo>
                    <a:pt x="4671" y="5272"/>
                  </a:lnTo>
                  <a:lnTo>
                    <a:pt x="4767" y="5152"/>
                  </a:lnTo>
                  <a:lnTo>
                    <a:pt x="5080" y="4791"/>
                  </a:lnTo>
                  <a:lnTo>
                    <a:pt x="5225" y="4622"/>
                  </a:lnTo>
                  <a:lnTo>
                    <a:pt x="5393" y="4454"/>
                  </a:lnTo>
                  <a:lnTo>
                    <a:pt x="5538" y="4309"/>
                  </a:lnTo>
                  <a:lnTo>
                    <a:pt x="5658" y="4165"/>
                  </a:lnTo>
                  <a:lnTo>
                    <a:pt x="5754" y="4020"/>
                  </a:lnTo>
                  <a:lnTo>
                    <a:pt x="5826" y="3828"/>
                  </a:lnTo>
                  <a:lnTo>
                    <a:pt x="5923" y="3587"/>
                  </a:lnTo>
                  <a:lnTo>
                    <a:pt x="5995" y="3322"/>
                  </a:lnTo>
                  <a:lnTo>
                    <a:pt x="6019" y="3058"/>
                  </a:lnTo>
                  <a:lnTo>
                    <a:pt x="6019" y="2793"/>
                  </a:lnTo>
                  <a:lnTo>
                    <a:pt x="5971" y="2408"/>
                  </a:lnTo>
                  <a:lnTo>
                    <a:pt x="5899" y="2022"/>
                  </a:lnTo>
                  <a:lnTo>
                    <a:pt x="5851" y="1806"/>
                  </a:lnTo>
                  <a:lnTo>
                    <a:pt x="5754" y="1565"/>
                  </a:lnTo>
                  <a:lnTo>
                    <a:pt x="5586" y="1252"/>
                  </a:lnTo>
                  <a:lnTo>
                    <a:pt x="5393" y="987"/>
                  </a:lnTo>
                  <a:lnTo>
                    <a:pt x="5152" y="747"/>
                  </a:lnTo>
                  <a:lnTo>
                    <a:pt x="4864" y="530"/>
                  </a:lnTo>
                  <a:lnTo>
                    <a:pt x="4671" y="409"/>
                  </a:lnTo>
                  <a:lnTo>
                    <a:pt x="4478" y="289"/>
                  </a:lnTo>
                  <a:lnTo>
                    <a:pt x="4286" y="193"/>
                  </a:lnTo>
                  <a:lnTo>
                    <a:pt x="4069" y="145"/>
                  </a:lnTo>
                  <a:lnTo>
                    <a:pt x="3323" y="24"/>
                  </a:lnTo>
                  <a:lnTo>
                    <a:pt x="3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0" name="Google Shape;12770;p30"/>
            <p:cNvSpPr/>
            <p:nvPr/>
          </p:nvSpPr>
          <p:spPr>
            <a:xfrm>
              <a:off x="1252200" y="2451850"/>
              <a:ext cx="58400" cy="61400"/>
            </a:xfrm>
            <a:custGeom>
              <a:avLst/>
              <a:gdLst/>
              <a:ahLst/>
              <a:cxnLst/>
              <a:rect l="l" t="t" r="r" b="b"/>
              <a:pathLst>
                <a:path w="2336" h="2456" extrusionOk="0">
                  <a:moveTo>
                    <a:pt x="1252" y="289"/>
                  </a:moveTo>
                  <a:lnTo>
                    <a:pt x="1421" y="313"/>
                  </a:lnTo>
                  <a:lnTo>
                    <a:pt x="1565" y="361"/>
                  </a:lnTo>
                  <a:lnTo>
                    <a:pt x="1758" y="482"/>
                  </a:lnTo>
                  <a:lnTo>
                    <a:pt x="1926" y="578"/>
                  </a:lnTo>
                  <a:lnTo>
                    <a:pt x="1975" y="626"/>
                  </a:lnTo>
                  <a:lnTo>
                    <a:pt x="2023" y="698"/>
                  </a:lnTo>
                  <a:lnTo>
                    <a:pt x="2047" y="771"/>
                  </a:lnTo>
                  <a:lnTo>
                    <a:pt x="2071" y="843"/>
                  </a:lnTo>
                  <a:lnTo>
                    <a:pt x="2095" y="1228"/>
                  </a:lnTo>
                  <a:lnTo>
                    <a:pt x="2071" y="1421"/>
                  </a:lnTo>
                  <a:lnTo>
                    <a:pt x="2047" y="1613"/>
                  </a:lnTo>
                  <a:lnTo>
                    <a:pt x="1975" y="1758"/>
                  </a:lnTo>
                  <a:lnTo>
                    <a:pt x="1878" y="1878"/>
                  </a:lnTo>
                  <a:lnTo>
                    <a:pt x="1565" y="2143"/>
                  </a:lnTo>
                  <a:lnTo>
                    <a:pt x="1469" y="2215"/>
                  </a:lnTo>
                  <a:lnTo>
                    <a:pt x="1108" y="2215"/>
                  </a:lnTo>
                  <a:lnTo>
                    <a:pt x="843" y="2191"/>
                  </a:lnTo>
                  <a:lnTo>
                    <a:pt x="723" y="2167"/>
                  </a:lnTo>
                  <a:lnTo>
                    <a:pt x="626" y="2119"/>
                  </a:lnTo>
                  <a:lnTo>
                    <a:pt x="410" y="1998"/>
                  </a:lnTo>
                  <a:lnTo>
                    <a:pt x="338" y="1926"/>
                  </a:lnTo>
                  <a:lnTo>
                    <a:pt x="289" y="1854"/>
                  </a:lnTo>
                  <a:lnTo>
                    <a:pt x="241" y="1758"/>
                  </a:lnTo>
                  <a:lnTo>
                    <a:pt x="241" y="1637"/>
                  </a:lnTo>
                  <a:lnTo>
                    <a:pt x="241" y="1541"/>
                  </a:lnTo>
                  <a:lnTo>
                    <a:pt x="241" y="1396"/>
                  </a:lnTo>
                  <a:lnTo>
                    <a:pt x="217" y="1300"/>
                  </a:lnTo>
                  <a:lnTo>
                    <a:pt x="241" y="1180"/>
                  </a:lnTo>
                  <a:lnTo>
                    <a:pt x="289" y="915"/>
                  </a:lnTo>
                  <a:lnTo>
                    <a:pt x="338" y="795"/>
                  </a:lnTo>
                  <a:lnTo>
                    <a:pt x="386" y="698"/>
                  </a:lnTo>
                  <a:lnTo>
                    <a:pt x="458" y="602"/>
                  </a:lnTo>
                  <a:lnTo>
                    <a:pt x="554" y="530"/>
                  </a:lnTo>
                  <a:lnTo>
                    <a:pt x="723" y="434"/>
                  </a:lnTo>
                  <a:lnTo>
                    <a:pt x="891" y="361"/>
                  </a:lnTo>
                  <a:lnTo>
                    <a:pt x="1084" y="313"/>
                  </a:lnTo>
                  <a:lnTo>
                    <a:pt x="1252" y="289"/>
                  </a:lnTo>
                  <a:close/>
                  <a:moveTo>
                    <a:pt x="1300" y="0"/>
                  </a:moveTo>
                  <a:lnTo>
                    <a:pt x="1084" y="24"/>
                  </a:lnTo>
                  <a:lnTo>
                    <a:pt x="867" y="72"/>
                  </a:lnTo>
                  <a:lnTo>
                    <a:pt x="650" y="169"/>
                  </a:lnTo>
                  <a:lnTo>
                    <a:pt x="458" y="265"/>
                  </a:lnTo>
                  <a:lnTo>
                    <a:pt x="338" y="361"/>
                  </a:lnTo>
                  <a:lnTo>
                    <a:pt x="241" y="458"/>
                  </a:lnTo>
                  <a:lnTo>
                    <a:pt x="169" y="554"/>
                  </a:lnTo>
                  <a:lnTo>
                    <a:pt x="121" y="674"/>
                  </a:lnTo>
                  <a:lnTo>
                    <a:pt x="25" y="939"/>
                  </a:lnTo>
                  <a:lnTo>
                    <a:pt x="1" y="1204"/>
                  </a:lnTo>
                  <a:lnTo>
                    <a:pt x="1" y="1421"/>
                  </a:lnTo>
                  <a:lnTo>
                    <a:pt x="25" y="1637"/>
                  </a:lnTo>
                  <a:lnTo>
                    <a:pt x="25" y="1806"/>
                  </a:lnTo>
                  <a:lnTo>
                    <a:pt x="73" y="1926"/>
                  </a:lnTo>
                  <a:lnTo>
                    <a:pt x="169" y="2046"/>
                  </a:lnTo>
                  <a:lnTo>
                    <a:pt x="265" y="2167"/>
                  </a:lnTo>
                  <a:lnTo>
                    <a:pt x="434" y="2287"/>
                  </a:lnTo>
                  <a:lnTo>
                    <a:pt x="530" y="2335"/>
                  </a:lnTo>
                  <a:lnTo>
                    <a:pt x="626" y="2383"/>
                  </a:lnTo>
                  <a:lnTo>
                    <a:pt x="819" y="2432"/>
                  </a:lnTo>
                  <a:lnTo>
                    <a:pt x="1012" y="2456"/>
                  </a:lnTo>
                  <a:lnTo>
                    <a:pt x="1421" y="2456"/>
                  </a:lnTo>
                  <a:lnTo>
                    <a:pt x="1565" y="2432"/>
                  </a:lnTo>
                  <a:lnTo>
                    <a:pt x="1662" y="2359"/>
                  </a:lnTo>
                  <a:lnTo>
                    <a:pt x="2023" y="2071"/>
                  </a:lnTo>
                  <a:lnTo>
                    <a:pt x="2095" y="1998"/>
                  </a:lnTo>
                  <a:lnTo>
                    <a:pt x="2167" y="1902"/>
                  </a:lnTo>
                  <a:lnTo>
                    <a:pt x="2215" y="1806"/>
                  </a:lnTo>
                  <a:lnTo>
                    <a:pt x="2263" y="1685"/>
                  </a:lnTo>
                  <a:lnTo>
                    <a:pt x="2312" y="1445"/>
                  </a:lnTo>
                  <a:lnTo>
                    <a:pt x="2336" y="1180"/>
                  </a:lnTo>
                  <a:lnTo>
                    <a:pt x="2287" y="795"/>
                  </a:lnTo>
                  <a:lnTo>
                    <a:pt x="2263" y="650"/>
                  </a:lnTo>
                  <a:lnTo>
                    <a:pt x="2191" y="530"/>
                  </a:lnTo>
                  <a:lnTo>
                    <a:pt x="2119" y="409"/>
                  </a:lnTo>
                  <a:lnTo>
                    <a:pt x="1999" y="337"/>
                  </a:lnTo>
                  <a:lnTo>
                    <a:pt x="1806" y="193"/>
                  </a:lnTo>
                  <a:lnTo>
                    <a:pt x="1589" y="72"/>
                  </a:lnTo>
                  <a:lnTo>
                    <a:pt x="1445" y="24"/>
                  </a:lnTo>
                  <a:lnTo>
                    <a:pt x="1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1" name="Google Shape;12771;p30"/>
            <p:cNvSpPr/>
            <p:nvPr/>
          </p:nvSpPr>
          <p:spPr>
            <a:xfrm>
              <a:off x="1270850" y="2474700"/>
              <a:ext cx="19900" cy="22300"/>
            </a:xfrm>
            <a:custGeom>
              <a:avLst/>
              <a:gdLst/>
              <a:ahLst/>
              <a:cxnLst/>
              <a:rect l="l" t="t" r="r" b="b"/>
              <a:pathLst>
                <a:path w="796" h="892" extrusionOk="0">
                  <a:moveTo>
                    <a:pt x="506" y="242"/>
                  </a:moveTo>
                  <a:lnTo>
                    <a:pt x="554" y="266"/>
                  </a:lnTo>
                  <a:lnTo>
                    <a:pt x="579" y="290"/>
                  </a:lnTo>
                  <a:lnTo>
                    <a:pt x="603" y="338"/>
                  </a:lnTo>
                  <a:lnTo>
                    <a:pt x="603" y="434"/>
                  </a:lnTo>
                  <a:lnTo>
                    <a:pt x="579" y="507"/>
                  </a:lnTo>
                  <a:lnTo>
                    <a:pt x="530" y="579"/>
                  </a:lnTo>
                  <a:lnTo>
                    <a:pt x="482" y="627"/>
                  </a:lnTo>
                  <a:lnTo>
                    <a:pt x="410" y="675"/>
                  </a:lnTo>
                  <a:lnTo>
                    <a:pt x="362" y="699"/>
                  </a:lnTo>
                  <a:lnTo>
                    <a:pt x="338" y="675"/>
                  </a:lnTo>
                  <a:lnTo>
                    <a:pt x="290" y="651"/>
                  </a:lnTo>
                  <a:lnTo>
                    <a:pt x="266" y="627"/>
                  </a:lnTo>
                  <a:lnTo>
                    <a:pt x="266" y="531"/>
                  </a:lnTo>
                  <a:lnTo>
                    <a:pt x="290" y="410"/>
                  </a:lnTo>
                  <a:lnTo>
                    <a:pt x="338" y="314"/>
                  </a:lnTo>
                  <a:lnTo>
                    <a:pt x="386" y="266"/>
                  </a:lnTo>
                  <a:lnTo>
                    <a:pt x="482" y="242"/>
                  </a:lnTo>
                  <a:close/>
                  <a:moveTo>
                    <a:pt x="434" y="1"/>
                  </a:moveTo>
                  <a:lnTo>
                    <a:pt x="314" y="25"/>
                  </a:lnTo>
                  <a:lnTo>
                    <a:pt x="217" y="73"/>
                  </a:lnTo>
                  <a:lnTo>
                    <a:pt x="25" y="242"/>
                  </a:lnTo>
                  <a:lnTo>
                    <a:pt x="1" y="266"/>
                  </a:lnTo>
                  <a:lnTo>
                    <a:pt x="1" y="314"/>
                  </a:lnTo>
                  <a:lnTo>
                    <a:pt x="1" y="458"/>
                  </a:lnTo>
                  <a:lnTo>
                    <a:pt x="1" y="627"/>
                  </a:lnTo>
                  <a:lnTo>
                    <a:pt x="49" y="723"/>
                  </a:lnTo>
                  <a:lnTo>
                    <a:pt x="121" y="795"/>
                  </a:lnTo>
                  <a:lnTo>
                    <a:pt x="193" y="868"/>
                  </a:lnTo>
                  <a:lnTo>
                    <a:pt x="290" y="892"/>
                  </a:lnTo>
                  <a:lnTo>
                    <a:pt x="410" y="868"/>
                  </a:lnTo>
                  <a:lnTo>
                    <a:pt x="530" y="844"/>
                  </a:lnTo>
                  <a:lnTo>
                    <a:pt x="627" y="771"/>
                  </a:lnTo>
                  <a:lnTo>
                    <a:pt x="699" y="699"/>
                  </a:lnTo>
                  <a:lnTo>
                    <a:pt x="747" y="603"/>
                  </a:lnTo>
                  <a:lnTo>
                    <a:pt x="795" y="507"/>
                  </a:lnTo>
                  <a:lnTo>
                    <a:pt x="795" y="386"/>
                  </a:lnTo>
                  <a:lnTo>
                    <a:pt x="795" y="290"/>
                  </a:lnTo>
                  <a:lnTo>
                    <a:pt x="771" y="170"/>
                  </a:lnTo>
                  <a:lnTo>
                    <a:pt x="699" y="73"/>
                  </a:lnTo>
                  <a:lnTo>
                    <a:pt x="627" y="25"/>
                  </a:lnTo>
                  <a:lnTo>
                    <a:pt x="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2" name="Google Shape;12772;p30"/>
            <p:cNvSpPr/>
            <p:nvPr/>
          </p:nvSpPr>
          <p:spPr>
            <a:xfrm>
              <a:off x="1249200" y="2726875"/>
              <a:ext cx="108350" cy="104750"/>
            </a:xfrm>
            <a:custGeom>
              <a:avLst/>
              <a:gdLst/>
              <a:ahLst/>
              <a:cxnLst/>
              <a:rect l="l" t="t" r="r" b="b"/>
              <a:pathLst>
                <a:path w="4334" h="4190" extrusionOk="0">
                  <a:moveTo>
                    <a:pt x="2335" y="217"/>
                  </a:moveTo>
                  <a:lnTo>
                    <a:pt x="2817" y="314"/>
                  </a:lnTo>
                  <a:lnTo>
                    <a:pt x="2937" y="338"/>
                  </a:lnTo>
                  <a:lnTo>
                    <a:pt x="3057" y="386"/>
                  </a:lnTo>
                  <a:lnTo>
                    <a:pt x="3298" y="506"/>
                  </a:lnTo>
                  <a:lnTo>
                    <a:pt x="3515" y="651"/>
                  </a:lnTo>
                  <a:lnTo>
                    <a:pt x="3707" y="843"/>
                  </a:lnTo>
                  <a:lnTo>
                    <a:pt x="3876" y="1060"/>
                  </a:lnTo>
                  <a:lnTo>
                    <a:pt x="3996" y="1277"/>
                  </a:lnTo>
                  <a:lnTo>
                    <a:pt x="4044" y="1493"/>
                  </a:lnTo>
                  <a:lnTo>
                    <a:pt x="4117" y="1782"/>
                  </a:lnTo>
                  <a:lnTo>
                    <a:pt x="4141" y="2071"/>
                  </a:lnTo>
                  <a:lnTo>
                    <a:pt x="4141" y="2264"/>
                  </a:lnTo>
                  <a:lnTo>
                    <a:pt x="4093" y="2432"/>
                  </a:lnTo>
                  <a:lnTo>
                    <a:pt x="4044" y="2601"/>
                  </a:lnTo>
                  <a:lnTo>
                    <a:pt x="3996" y="2769"/>
                  </a:lnTo>
                  <a:lnTo>
                    <a:pt x="3924" y="2889"/>
                  </a:lnTo>
                  <a:lnTo>
                    <a:pt x="3828" y="2986"/>
                  </a:lnTo>
                  <a:lnTo>
                    <a:pt x="3587" y="3202"/>
                  </a:lnTo>
                  <a:lnTo>
                    <a:pt x="3394" y="3467"/>
                  </a:lnTo>
                  <a:lnTo>
                    <a:pt x="3298" y="3563"/>
                  </a:lnTo>
                  <a:lnTo>
                    <a:pt x="3178" y="3660"/>
                  </a:lnTo>
                  <a:lnTo>
                    <a:pt x="3082" y="3708"/>
                  </a:lnTo>
                  <a:lnTo>
                    <a:pt x="2937" y="3756"/>
                  </a:lnTo>
                  <a:lnTo>
                    <a:pt x="2480" y="3900"/>
                  </a:lnTo>
                  <a:lnTo>
                    <a:pt x="2359" y="3925"/>
                  </a:lnTo>
                  <a:lnTo>
                    <a:pt x="2215" y="3949"/>
                  </a:lnTo>
                  <a:lnTo>
                    <a:pt x="1974" y="3949"/>
                  </a:lnTo>
                  <a:lnTo>
                    <a:pt x="1517" y="3900"/>
                  </a:lnTo>
                  <a:lnTo>
                    <a:pt x="1276" y="3852"/>
                  </a:lnTo>
                  <a:lnTo>
                    <a:pt x="1059" y="3804"/>
                  </a:lnTo>
                  <a:lnTo>
                    <a:pt x="891" y="3732"/>
                  </a:lnTo>
                  <a:lnTo>
                    <a:pt x="770" y="3660"/>
                  </a:lnTo>
                  <a:lnTo>
                    <a:pt x="650" y="3539"/>
                  </a:lnTo>
                  <a:lnTo>
                    <a:pt x="530" y="3419"/>
                  </a:lnTo>
                  <a:lnTo>
                    <a:pt x="313" y="3058"/>
                  </a:lnTo>
                  <a:lnTo>
                    <a:pt x="241" y="2938"/>
                  </a:lnTo>
                  <a:lnTo>
                    <a:pt x="193" y="2817"/>
                  </a:lnTo>
                  <a:lnTo>
                    <a:pt x="169" y="2673"/>
                  </a:lnTo>
                  <a:lnTo>
                    <a:pt x="169" y="2528"/>
                  </a:lnTo>
                  <a:lnTo>
                    <a:pt x="193" y="2239"/>
                  </a:lnTo>
                  <a:lnTo>
                    <a:pt x="241" y="1854"/>
                  </a:lnTo>
                  <a:lnTo>
                    <a:pt x="313" y="1493"/>
                  </a:lnTo>
                  <a:lnTo>
                    <a:pt x="361" y="1301"/>
                  </a:lnTo>
                  <a:lnTo>
                    <a:pt x="433" y="1132"/>
                  </a:lnTo>
                  <a:lnTo>
                    <a:pt x="530" y="964"/>
                  </a:lnTo>
                  <a:lnTo>
                    <a:pt x="650" y="819"/>
                  </a:lnTo>
                  <a:lnTo>
                    <a:pt x="722" y="747"/>
                  </a:lnTo>
                  <a:lnTo>
                    <a:pt x="819" y="723"/>
                  </a:lnTo>
                  <a:lnTo>
                    <a:pt x="987" y="675"/>
                  </a:lnTo>
                  <a:lnTo>
                    <a:pt x="1132" y="651"/>
                  </a:lnTo>
                  <a:lnTo>
                    <a:pt x="1324" y="602"/>
                  </a:lnTo>
                  <a:lnTo>
                    <a:pt x="1469" y="506"/>
                  </a:lnTo>
                  <a:lnTo>
                    <a:pt x="1589" y="410"/>
                  </a:lnTo>
                  <a:lnTo>
                    <a:pt x="1709" y="362"/>
                  </a:lnTo>
                  <a:lnTo>
                    <a:pt x="1974" y="241"/>
                  </a:lnTo>
                  <a:lnTo>
                    <a:pt x="2070" y="217"/>
                  </a:lnTo>
                  <a:close/>
                  <a:moveTo>
                    <a:pt x="2215" y="1"/>
                  </a:moveTo>
                  <a:lnTo>
                    <a:pt x="2046" y="25"/>
                  </a:lnTo>
                  <a:lnTo>
                    <a:pt x="1878" y="73"/>
                  </a:lnTo>
                  <a:lnTo>
                    <a:pt x="1709" y="145"/>
                  </a:lnTo>
                  <a:lnTo>
                    <a:pt x="1517" y="241"/>
                  </a:lnTo>
                  <a:lnTo>
                    <a:pt x="1445" y="265"/>
                  </a:lnTo>
                  <a:lnTo>
                    <a:pt x="1372" y="314"/>
                  </a:lnTo>
                  <a:lnTo>
                    <a:pt x="1300" y="386"/>
                  </a:lnTo>
                  <a:lnTo>
                    <a:pt x="1204" y="410"/>
                  </a:lnTo>
                  <a:lnTo>
                    <a:pt x="1035" y="458"/>
                  </a:lnTo>
                  <a:lnTo>
                    <a:pt x="939" y="458"/>
                  </a:lnTo>
                  <a:lnTo>
                    <a:pt x="867" y="482"/>
                  </a:lnTo>
                  <a:lnTo>
                    <a:pt x="795" y="506"/>
                  </a:lnTo>
                  <a:lnTo>
                    <a:pt x="746" y="554"/>
                  </a:lnTo>
                  <a:lnTo>
                    <a:pt x="698" y="627"/>
                  </a:lnTo>
                  <a:lnTo>
                    <a:pt x="650" y="675"/>
                  </a:lnTo>
                  <a:lnTo>
                    <a:pt x="602" y="723"/>
                  </a:lnTo>
                  <a:lnTo>
                    <a:pt x="482" y="867"/>
                  </a:lnTo>
                  <a:lnTo>
                    <a:pt x="361" y="1012"/>
                  </a:lnTo>
                  <a:lnTo>
                    <a:pt x="265" y="1180"/>
                  </a:lnTo>
                  <a:lnTo>
                    <a:pt x="217" y="1373"/>
                  </a:lnTo>
                  <a:lnTo>
                    <a:pt x="72" y="1999"/>
                  </a:lnTo>
                  <a:lnTo>
                    <a:pt x="24" y="2264"/>
                  </a:lnTo>
                  <a:lnTo>
                    <a:pt x="0" y="2528"/>
                  </a:lnTo>
                  <a:lnTo>
                    <a:pt x="0" y="2745"/>
                  </a:lnTo>
                  <a:lnTo>
                    <a:pt x="48" y="2913"/>
                  </a:lnTo>
                  <a:lnTo>
                    <a:pt x="121" y="3106"/>
                  </a:lnTo>
                  <a:lnTo>
                    <a:pt x="217" y="3251"/>
                  </a:lnTo>
                  <a:lnTo>
                    <a:pt x="313" y="3395"/>
                  </a:lnTo>
                  <a:lnTo>
                    <a:pt x="409" y="3563"/>
                  </a:lnTo>
                  <a:lnTo>
                    <a:pt x="554" y="3708"/>
                  </a:lnTo>
                  <a:lnTo>
                    <a:pt x="626" y="3804"/>
                  </a:lnTo>
                  <a:lnTo>
                    <a:pt x="722" y="3876"/>
                  </a:lnTo>
                  <a:lnTo>
                    <a:pt x="963" y="3973"/>
                  </a:lnTo>
                  <a:lnTo>
                    <a:pt x="1228" y="4069"/>
                  </a:lnTo>
                  <a:lnTo>
                    <a:pt x="1493" y="4117"/>
                  </a:lnTo>
                  <a:lnTo>
                    <a:pt x="1782" y="4165"/>
                  </a:lnTo>
                  <a:lnTo>
                    <a:pt x="2046" y="4189"/>
                  </a:lnTo>
                  <a:lnTo>
                    <a:pt x="2311" y="4165"/>
                  </a:lnTo>
                  <a:lnTo>
                    <a:pt x="2456" y="4141"/>
                  </a:lnTo>
                  <a:lnTo>
                    <a:pt x="2576" y="4117"/>
                  </a:lnTo>
                  <a:lnTo>
                    <a:pt x="3082" y="3925"/>
                  </a:lnTo>
                  <a:lnTo>
                    <a:pt x="3274" y="3852"/>
                  </a:lnTo>
                  <a:lnTo>
                    <a:pt x="3370" y="3780"/>
                  </a:lnTo>
                  <a:lnTo>
                    <a:pt x="3443" y="3708"/>
                  </a:lnTo>
                  <a:lnTo>
                    <a:pt x="3659" y="3467"/>
                  </a:lnTo>
                  <a:lnTo>
                    <a:pt x="3780" y="3323"/>
                  </a:lnTo>
                  <a:lnTo>
                    <a:pt x="3900" y="3202"/>
                  </a:lnTo>
                  <a:lnTo>
                    <a:pt x="3996" y="3106"/>
                  </a:lnTo>
                  <a:lnTo>
                    <a:pt x="4069" y="3010"/>
                  </a:lnTo>
                  <a:lnTo>
                    <a:pt x="4141" y="2889"/>
                  </a:lnTo>
                  <a:lnTo>
                    <a:pt x="4213" y="2769"/>
                  </a:lnTo>
                  <a:lnTo>
                    <a:pt x="4261" y="2576"/>
                  </a:lnTo>
                  <a:lnTo>
                    <a:pt x="4309" y="2408"/>
                  </a:lnTo>
                  <a:lnTo>
                    <a:pt x="4333" y="2215"/>
                  </a:lnTo>
                  <a:lnTo>
                    <a:pt x="4333" y="2023"/>
                  </a:lnTo>
                  <a:lnTo>
                    <a:pt x="4309" y="1734"/>
                  </a:lnTo>
                  <a:lnTo>
                    <a:pt x="4261" y="1469"/>
                  </a:lnTo>
                  <a:lnTo>
                    <a:pt x="4213" y="1301"/>
                  </a:lnTo>
                  <a:lnTo>
                    <a:pt x="4141" y="1132"/>
                  </a:lnTo>
                  <a:lnTo>
                    <a:pt x="4020" y="915"/>
                  </a:lnTo>
                  <a:lnTo>
                    <a:pt x="3876" y="723"/>
                  </a:lnTo>
                  <a:lnTo>
                    <a:pt x="3707" y="530"/>
                  </a:lnTo>
                  <a:lnTo>
                    <a:pt x="3515" y="386"/>
                  </a:lnTo>
                  <a:lnTo>
                    <a:pt x="3226" y="217"/>
                  </a:lnTo>
                  <a:lnTo>
                    <a:pt x="3082" y="145"/>
                  </a:lnTo>
                  <a:lnTo>
                    <a:pt x="2913" y="97"/>
                  </a:lnTo>
                  <a:lnTo>
                    <a:pt x="2383" y="25"/>
                  </a:lnTo>
                  <a:lnTo>
                    <a:pt x="2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3" name="Google Shape;12773;p30"/>
            <p:cNvSpPr/>
            <p:nvPr/>
          </p:nvSpPr>
          <p:spPr>
            <a:xfrm>
              <a:off x="1283500" y="2756375"/>
              <a:ext cx="42150" cy="44550"/>
            </a:xfrm>
            <a:custGeom>
              <a:avLst/>
              <a:gdLst/>
              <a:ahLst/>
              <a:cxnLst/>
              <a:rect l="l" t="t" r="r" b="b"/>
              <a:pathLst>
                <a:path w="1686" h="1782" extrusionOk="0">
                  <a:moveTo>
                    <a:pt x="1011" y="217"/>
                  </a:moveTo>
                  <a:lnTo>
                    <a:pt x="1132" y="265"/>
                  </a:lnTo>
                  <a:lnTo>
                    <a:pt x="1372" y="434"/>
                  </a:lnTo>
                  <a:lnTo>
                    <a:pt x="1445" y="506"/>
                  </a:lnTo>
                  <a:lnTo>
                    <a:pt x="1493" y="602"/>
                  </a:lnTo>
                  <a:lnTo>
                    <a:pt x="1493" y="891"/>
                  </a:lnTo>
                  <a:lnTo>
                    <a:pt x="1493" y="1035"/>
                  </a:lnTo>
                  <a:lnTo>
                    <a:pt x="1469" y="1156"/>
                  </a:lnTo>
                  <a:lnTo>
                    <a:pt x="1421" y="1276"/>
                  </a:lnTo>
                  <a:lnTo>
                    <a:pt x="1348" y="1348"/>
                  </a:lnTo>
                  <a:lnTo>
                    <a:pt x="1132" y="1541"/>
                  </a:lnTo>
                  <a:lnTo>
                    <a:pt x="1060" y="1589"/>
                  </a:lnTo>
                  <a:lnTo>
                    <a:pt x="987" y="1613"/>
                  </a:lnTo>
                  <a:lnTo>
                    <a:pt x="795" y="1589"/>
                  </a:lnTo>
                  <a:lnTo>
                    <a:pt x="602" y="1589"/>
                  </a:lnTo>
                  <a:lnTo>
                    <a:pt x="434" y="1517"/>
                  </a:lnTo>
                  <a:lnTo>
                    <a:pt x="313" y="1445"/>
                  </a:lnTo>
                  <a:lnTo>
                    <a:pt x="241" y="1396"/>
                  </a:lnTo>
                  <a:lnTo>
                    <a:pt x="193" y="1324"/>
                  </a:lnTo>
                  <a:lnTo>
                    <a:pt x="169" y="1252"/>
                  </a:lnTo>
                  <a:lnTo>
                    <a:pt x="169" y="1180"/>
                  </a:lnTo>
                  <a:lnTo>
                    <a:pt x="169" y="1108"/>
                  </a:lnTo>
                  <a:lnTo>
                    <a:pt x="169" y="1011"/>
                  </a:lnTo>
                  <a:lnTo>
                    <a:pt x="169" y="843"/>
                  </a:lnTo>
                  <a:lnTo>
                    <a:pt x="193" y="674"/>
                  </a:lnTo>
                  <a:lnTo>
                    <a:pt x="241" y="578"/>
                  </a:lnTo>
                  <a:lnTo>
                    <a:pt x="289" y="506"/>
                  </a:lnTo>
                  <a:lnTo>
                    <a:pt x="410" y="385"/>
                  </a:lnTo>
                  <a:lnTo>
                    <a:pt x="506" y="313"/>
                  </a:lnTo>
                  <a:lnTo>
                    <a:pt x="650" y="265"/>
                  </a:lnTo>
                  <a:lnTo>
                    <a:pt x="771" y="241"/>
                  </a:lnTo>
                  <a:lnTo>
                    <a:pt x="915" y="217"/>
                  </a:lnTo>
                  <a:close/>
                  <a:moveTo>
                    <a:pt x="939" y="0"/>
                  </a:moveTo>
                  <a:lnTo>
                    <a:pt x="771" y="24"/>
                  </a:lnTo>
                  <a:lnTo>
                    <a:pt x="626" y="48"/>
                  </a:lnTo>
                  <a:lnTo>
                    <a:pt x="482" y="121"/>
                  </a:lnTo>
                  <a:lnTo>
                    <a:pt x="337" y="193"/>
                  </a:lnTo>
                  <a:lnTo>
                    <a:pt x="241" y="265"/>
                  </a:lnTo>
                  <a:lnTo>
                    <a:pt x="169" y="337"/>
                  </a:lnTo>
                  <a:lnTo>
                    <a:pt x="73" y="482"/>
                  </a:lnTo>
                  <a:lnTo>
                    <a:pt x="24" y="674"/>
                  </a:lnTo>
                  <a:lnTo>
                    <a:pt x="0" y="867"/>
                  </a:lnTo>
                  <a:lnTo>
                    <a:pt x="0" y="1035"/>
                  </a:lnTo>
                  <a:lnTo>
                    <a:pt x="0" y="1180"/>
                  </a:lnTo>
                  <a:lnTo>
                    <a:pt x="24" y="1300"/>
                  </a:lnTo>
                  <a:lnTo>
                    <a:pt x="48" y="1396"/>
                  </a:lnTo>
                  <a:lnTo>
                    <a:pt x="121" y="1469"/>
                  </a:lnTo>
                  <a:lnTo>
                    <a:pt x="193" y="1565"/>
                  </a:lnTo>
                  <a:lnTo>
                    <a:pt x="313" y="1637"/>
                  </a:lnTo>
                  <a:lnTo>
                    <a:pt x="434" y="1709"/>
                  </a:lnTo>
                  <a:lnTo>
                    <a:pt x="578" y="1733"/>
                  </a:lnTo>
                  <a:lnTo>
                    <a:pt x="723" y="1758"/>
                  </a:lnTo>
                  <a:lnTo>
                    <a:pt x="1035" y="1782"/>
                  </a:lnTo>
                  <a:lnTo>
                    <a:pt x="1132" y="1758"/>
                  </a:lnTo>
                  <a:lnTo>
                    <a:pt x="1204" y="1685"/>
                  </a:lnTo>
                  <a:lnTo>
                    <a:pt x="1445" y="1493"/>
                  </a:lnTo>
                  <a:lnTo>
                    <a:pt x="1565" y="1372"/>
                  </a:lnTo>
                  <a:lnTo>
                    <a:pt x="1613" y="1228"/>
                  </a:lnTo>
                  <a:lnTo>
                    <a:pt x="1661" y="1035"/>
                  </a:lnTo>
                  <a:lnTo>
                    <a:pt x="1685" y="843"/>
                  </a:lnTo>
                  <a:lnTo>
                    <a:pt x="1637" y="578"/>
                  </a:lnTo>
                  <a:lnTo>
                    <a:pt x="1613" y="458"/>
                  </a:lnTo>
                  <a:lnTo>
                    <a:pt x="1589" y="385"/>
                  </a:lnTo>
                  <a:lnTo>
                    <a:pt x="1517" y="313"/>
                  </a:lnTo>
                  <a:lnTo>
                    <a:pt x="1445" y="241"/>
                  </a:lnTo>
                  <a:lnTo>
                    <a:pt x="1300" y="145"/>
                  </a:lnTo>
                  <a:lnTo>
                    <a:pt x="1132" y="48"/>
                  </a:lnTo>
                  <a:lnTo>
                    <a:pt x="1035" y="24"/>
                  </a:lnTo>
                  <a:lnTo>
                    <a:pt x="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4" name="Google Shape;12774;p30"/>
            <p:cNvSpPr/>
            <p:nvPr/>
          </p:nvSpPr>
          <p:spPr>
            <a:xfrm>
              <a:off x="1296725" y="2772625"/>
              <a:ext cx="14475" cy="16275"/>
            </a:xfrm>
            <a:custGeom>
              <a:avLst/>
              <a:gdLst/>
              <a:ahLst/>
              <a:cxnLst/>
              <a:rect l="l" t="t" r="r" b="b"/>
              <a:pathLst>
                <a:path w="579" h="651" extrusionOk="0">
                  <a:moveTo>
                    <a:pt x="410" y="193"/>
                  </a:moveTo>
                  <a:lnTo>
                    <a:pt x="434" y="265"/>
                  </a:lnTo>
                  <a:lnTo>
                    <a:pt x="434" y="313"/>
                  </a:lnTo>
                  <a:lnTo>
                    <a:pt x="410" y="385"/>
                  </a:lnTo>
                  <a:lnTo>
                    <a:pt x="362" y="458"/>
                  </a:lnTo>
                  <a:lnTo>
                    <a:pt x="290" y="506"/>
                  </a:lnTo>
                  <a:lnTo>
                    <a:pt x="242" y="506"/>
                  </a:lnTo>
                  <a:lnTo>
                    <a:pt x="218" y="482"/>
                  </a:lnTo>
                  <a:lnTo>
                    <a:pt x="194" y="458"/>
                  </a:lnTo>
                  <a:lnTo>
                    <a:pt x="194" y="385"/>
                  </a:lnTo>
                  <a:lnTo>
                    <a:pt x="218" y="313"/>
                  </a:lnTo>
                  <a:lnTo>
                    <a:pt x="242" y="241"/>
                  </a:lnTo>
                  <a:lnTo>
                    <a:pt x="290" y="193"/>
                  </a:lnTo>
                  <a:close/>
                  <a:moveTo>
                    <a:pt x="314" y="0"/>
                  </a:moveTo>
                  <a:lnTo>
                    <a:pt x="242" y="24"/>
                  </a:lnTo>
                  <a:lnTo>
                    <a:pt x="169" y="48"/>
                  </a:lnTo>
                  <a:lnTo>
                    <a:pt x="25" y="193"/>
                  </a:lnTo>
                  <a:lnTo>
                    <a:pt x="1" y="241"/>
                  </a:lnTo>
                  <a:lnTo>
                    <a:pt x="1" y="337"/>
                  </a:lnTo>
                  <a:lnTo>
                    <a:pt x="25" y="458"/>
                  </a:lnTo>
                  <a:lnTo>
                    <a:pt x="49" y="530"/>
                  </a:lnTo>
                  <a:lnTo>
                    <a:pt x="97" y="578"/>
                  </a:lnTo>
                  <a:lnTo>
                    <a:pt x="145" y="626"/>
                  </a:lnTo>
                  <a:lnTo>
                    <a:pt x="218" y="650"/>
                  </a:lnTo>
                  <a:lnTo>
                    <a:pt x="314" y="650"/>
                  </a:lnTo>
                  <a:lnTo>
                    <a:pt x="386" y="602"/>
                  </a:lnTo>
                  <a:lnTo>
                    <a:pt x="458" y="578"/>
                  </a:lnTo>
                  <a:lnTo>
                    <a:pt x="506" y="506"/>
                  </a:lnTo>
                  <a:lnTo>
                    <a:pt x="555" y="458"/>
                  </a:lnTo>
                  <a:lnTo>
                    <a:pt x="579" y="385"/>
                  </a:lnTo>
                  <a:lnTo>
                    <a:pt x="579" y="289"/>
                  </a:lnTo>
                  <a:lnTo>
                    <a:pt x="579" y="217"/>
                  </a:lnTo>
                  <a:lnTo>
                    <a:pt x="555" y="121"/>
                  </a:lnTo>
                  <a:lnTo>
                    <a:pt x="506" y="72"/>
                  </a:lnTo>
                  <a:lnTo>
                    <a:pt x="458" y="24"/>
                  </a:lnTo>
                  <a:lnTo>
                    <a:pt x="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5" name="Google Shape;12775;p30"/>
            <p:cNvSpPr/>
            <p:nvPr/>
          </p:nvSpPr>
          <p:spPr>
            <a:xfrm>
              <a:off x="1207675" y="2091350"/>
              <a:ext cx="145050" cy="155300"/>
            </a:xfrm>
            <a:custGeom>
              <a:avLst/>
              <a:gdLst/>
              <a:ahLst/>
              <a:cxnLst/>
              <a:rect l="l" t="t" r="r" b="b"/>
              <a:pathLst>
                <a:path w="5802" h="6212" extrusionOk="0">
                  <a:moveTo>
                    <a:pt x="3178" y="265"/>
                  </a:moveTo>
                  <a:lnTo>
                    <a:pt x="3394" y="289"/>
                  </a:lnTo>
                  <a:lnTo>
                    <a:pt x="3635" y="362"/>
                  </a:lnTo>
                  <a:lnTo>
                    <a:pt x="3900" y="482"/>
                  </a:lnTo>
                  <a:lnTo>
                    <a:pt x="4189" y="554"/>
                  </a:lnTo>
                  <a:lnTo>
                    <a:pt x="4357" y="650"/>
                  </a:lnTo>
                  <a:lnTo>
                    <a:pt x="4502" y="747"/>
                  </a:lnTo>
                  <a:lnTo>
                    <a:pt x="4646" y="891"/>
                  </a:lnTo>
                  <a:lnTo>
                    <a:pt x="4767" y="1036"/>
                  </a:lnTo>
                  <a:lnTo>
                    <a:pt x="4887" y="1204"/>
                  </a:lnTo>
                  <a:lnTo>
                    <a:pt x="4983" y="1397"/>
                  </a:lnTo>
                  <a:lnTo>
                    <a:pt x="5248" y="1854"/>
                  </a:lnTo>
                  <a:lnTo>
                    <a:pt x="5465" y="2336"/>
                  </a:lnTo>
                  <a:lnTo>
                    <a:pt x="5561" y="2576"/>
                  </a:lnTo>
                  <a:lnTo>
                    <a:pt x="5609" y="2841"/>
                  </a:lnTo>
                  <a:lnTo>
                    <a:pt x="5657" y="3082"/>
                  </a:lnTo>
                  <a:lnTo>
                    <a:pt x="5657" y="3347"/>
                  </a:lnTo>
                  <a:lnTo>
                    <a:pt x="5609" y="3491"/>
                  </a:lnTo>
                  <a:lnTo>
                    <a:pt x="5585" y="3563"/>
                  </a:lnTo>
                  <a:lnTo>
                    <a:pt x="5537" y="3611"/>
                  </a:lnTo>
                  <a:lnTo>
                    <a:pt x="5392" y="3804"/>
                  </a:lnTo>
                  <a:lnTo>
                    <a:pt x="5224" y="3972"/>
                  </a:lnTo>
                  <a:lnTo>
                    <a:pt x="5152" y="4045"/>
                  </a:lnTo>
                  <a:lnTo>
                    <a:pt x="5080" y="4165"/>
                  </a:lnTo>
                  <a:lnTo>
                    <a:pt x="5007" y="4261"/>
                  </a:lnTo>
                  <a:lnTo>
                    <a:pt x="4983" y="4406"/>
                  </a:lnTo>
                  <a:lnTo>
                    <a:pt x="4911" y="4598"/>
                  </a:lnTo>
                  <a:lnTo>
                    <a:pt x="4839" y="4767"/>
                  </a:lnTo>
                  <a:lnTo>
                    <a:pt x="4622" y="5080"/>
                  </a:lnTo>
                  <a:lnTo>
                    <a:pt x="4550" y="5200"/>
                  </a:lnTo>
                  <a:lnTo>
                    <a:pt x="4454" y="5272"/>
                  </a:lnTo>
                  <a:lnTo>
                    <a:pt x="4357" y="5345"/>
                  </a:lnTo>
                  <a:lnTo>
                    <a:pt x="4237" y="5417"/>
                  </a:lnTo>
                  <a:lnTo>
                    <a:pt x="3635" y="5730"/>
                  </a:lnTo>
                  <a:lnTo>
                    <a:pt x="3467" y="5802"/>
                  </a:lnTo>
                  <a:lnTo>
                    <a:pt x="3322" y="5850"/>
                  </a:lnTo>
                  <a:lnTo>
                    <a:pt x="2937" y="5898"/>
                  </a:lnTo>
                  <a:lnTo>
                    <a:pt x="2576" y="5898"/>
                  </a:lnTo>
                  <a:lnTo>
                    <a:pt x="2191" y="5850"/>
                  </a:lnTo>
                  <a:lnTo>
                    <a:pt x="1998" y="5826"/>
                  </a:lnTo>
                  <a:lnTo>
                    <a:pt x="1830" y="5754"/>
                  </a:lnTo>
                  <a:lnTo>
                    <a:pt x="1661" y="5706"/>
                  </a:lnTo>
                  <a:lnTo>
                    <a:pt x="1541" y="5609"/>
                  </a:lnTo>
                  <a:lnTo>
                    <a:pt x="1276" y="5417"/>
                  </a:lnTo>
                  <a:lnTo>
                    <a:pt x="987" y="5152"/>
                  </a:lnTo>
                  <a:lnTo>
                    <a:pt x="698" y="4839"/>
                  </a:lnTo>
                  <a:lnTo>
                    <a:pt x="554" y="4622"/>
                  </a:lnTo>
                  <a:lnTo>
                    <a:pt x="433" y="4406"/>
                  </a:lnTo>
                  <a:lnTo>
                    <a:pt x="361" y="4165"/>
                  </a:lnTo>
                  <a:lnTo>
                    <a:pt x="289" y="3924"/>
                  </a:lnTo>
                  <a:lnTo>
                    <a:pt x="265" y="3756"/>
                  </a:lnTo>
                  <a:lnTo>
                    <a:pt x="289" y="3563"/>
                  </a:lnTo>
                  <a:lnTo>
                    <a:pt x="361" y="3106"/>
                  </a:lnTo>
                  <a:lnTo>
                    <a:pt x="409" y="2648"/>
                  </a:lnTo>
                  <a:lnTo>
                    <a:pt x="409" y="2456"/>
                  </a:lnTo>
                  <a:lnTo>
                    <a:pt x="457" y="2287"/>
                  </a:lnTo>
                  <a:lnTo>
                    <a:pt x="554" y="2119"/>
                  </a:lnTo>
                  <a:lnTo>
                    <a:pt x="650" y="1974"/>
                  </a:lnTo>
                  <a:lnTo>
                    <a:pt x="867" y="1710"/>
                  </a:lnTo>
                  <a:lnTo>
                    <a:pt x="1059" y="1421"/>
                  </a:lnTo>
                  <a:lnTo>
                    <a:pt x="1180" y="1276"/>
                  </a:lnTo>
                  <a:lnTo>
                    <a:pt x="1300" y="1156"/>
                  </a:lnTo>
                  <a:lnTo>
                    <a:pt x="1565" y="939"/>
                  </a:lnTo>
                  <a:lnTo>
                    <a:pt x="2143" y="626"/>
                  </a:lnTo>
                  <a:lnTo>
                    <a:pt x="2431" y="482"/>
                  </a:lnTo>
                  <a:lnTo>
                    <a:pt x="2744" y="362"/>
                  </a:lnTo>
                  <a:lnTo>
                    <a:pt x="2961" y="289"/>
                  </a:lnTo>
                  <a:lnTo>
                    <a:pt x="3178" y="265"/>
                  </a:lnTo>
                  <a:close/>
                  <a:moveTo>
                    <a:pt x="3033" y="0"/>
                  </a:moveTo>
                  <a:lnTo>
                    <a:pt x="2865" y="24"/>
                  </a:lnTo>
                  <a:lnTo>
                    <a:pt x="2696" y="73"/>
                  </a:lnTo>
                  <a:lnTo>
                    <a:pt x="2335" y="217"/>
                  </a:lnTo>
                  <a:lnTo>
                    <a:pt x="1974" y="362"/>
                  </a:lnTo>
                  <a:lnTo>
                    <a:pt x="1637" y="554"/>
                  </a:lnTo>
                  <a:lnTo>
                    <a:pt x="1300" y="747"/>
                  </a:lnTo>
                  <a:lnTo>
                    <a:pt x="1156" y="867"/>
                  </a:lnTo>
                  <a:lnTo>
                    <a:pt x="1011" y="987"/>
                  </a:lnTo>
                  <a:lnTo>
                    <a:pt x="891" y="1132"/>
                  </a:lnTo>
                  <a:lnTo>
                    <a:pt x="770" y="1276"/>
                  </a:lnTo>
                  <a:lnTo>
                    <a:pt x="361" y="1878"/>
                  </a:lnTo>
                  <a:lnTo>
                    <a:pt x="265" y="1998"/>
                  </a:lnTo>
                  <a:lnTo>
                    <a:pt x="217" y="2119"/>
                  </a:lnTo>
                  <a:lnTo>
                    <a:pt x="169" y="2263"/>
                  </a:lnTo>
                  <a:lnTo>
                    <a:pt x="120" y="2408"/>
                  </a:lnTo>
                  <a:lnTo>
                    <a:pt x="96" y="2889"/>
                  </a:lnTo>
                  <a:lnTo>
                    <a:pt x="96" y="3130"/>
                  </a:lnTo>
                  <a:lnTo>
                    <a:pt x="48" y="3371"/>
                  </a:lnTo>
                  <a:lnTo>
                    <a:pt x="24" y="3563"/>
                  </a:lnTo>
                  <a:lnTo>
                    <a:pt x="0" y="3732"/>
                  </a:lnTo>
                  <a:lnTo>
                    <a:pt x="24" y="3924"/>
                  </a:lnTo>
                  <a:lnTo>
                    <a:pt x="72" y="4117"/>
                  </a:lnTo>
                  <a:lnTo>
                    <a:pt x="145" y="4358"/>
                  </a:lnTo>
                  <a:lnTo>
                    <a:pt x="241" y="4622"/>
                  </a:lnTo>
                  <a:lnTo>
                    <a:pt x="361" y="4839"/>
                  </a:lnTo>
                  <a:lnTo>
                    <a:pt x="530" y="5056"/>
                  </a:lnTo>
                  <a:lnTo>
                    <a:pt x="794" y="5345"/>
                  </a:lnTo>
                  <a:lnTo>
                    <a:pt x="1059" y="5609"/>
                  </a:lnTo>
                  <a:lnTo>
                    <a:pt x="1252" y="5754"/>
                  </a:lnTo>
                  <a:lnTo>
                    <a:pt x="1469" y="5898"/>
                  </a:lnTo>
                  <a:lnTo>
                    <a:pt x="1782" y="6043"/>
                  </a:lnTo>
                  <a:lnTo>
                    <a:pt x="2119" y="6139"/>
                  </a:lnTo>
                  <a:lnTo>
                    <a:pt x="2456" y="6187"/>
                  </a:lnTo>
                  <a:lnTo>
                    <a:pt x="2793" y="6211"/>
                  </a:lnTo>
                  <a:lnTo>
                    <a:pt x="3033" y="6187"/>
                  </a:lnTo>
                  <a:lnTo>
                    <a:pt x="3250" y="6163"/>
                  </a:lnTo>
                  <a:lnTo>
                    <a:pt x="3467" y="6115"/>
                  </a:lnTo>
                  <a:lnTo>
                    <a:pt x="3683" y="6043"/>
                  </a:lnTo>
                  <a:lnTo>
                    <a:pt x="4333" y="5682"/>
                  </a:lnTo>
                  <a:lnTo>
                    <a:pt x="4550" y="5561"/>
                  </a:lnTo>
                  <a:lnTo>
                    <a:pt x="4743" y="5393"/>
                  </a:lnTo>
                  <a:lnTo>
                    <a:pt x="4887" y="5200"/>
                  </a:lnTo>
                  <a:lnTo>
                    <a:pt x="5007" y="4984"/>
                  </a:lnTo>
                  <a:lnTo>
                    <a:pt x="5080" y="4863"/>
                  </a:lnTo>
                  <a:lnTo>
                    <a:pt x="5128" y="4743"/>
                  </a:lnTo>
                  <a:lnTo>
                    <a:pt x="5200" y="4622"/>
                  </a:lnTo>
                  <a:lnTo>
                    <a:pt x="5224" y="4526"/>
                  </a:lnTo>
                  <a:lnTo>
                    <a:pt x="5272" y="4382"/>
                  </a:lnTo>
                  <a:lnTo>
                    <a:pt x="5344" y="4285"/>
                  </a:lnTo>
                  <a:lnTo>
                    <a:pt x="5513" y="4093"/>
                  </a:lnTo>
                  <a:lnTo>
                    <a:pt x="5609" y="3997"/>
                  </a:lnTo>
                  <a:lnTo>
                    <a:pt x="5681" y="3924"/>
                  </a:lnTo>
                  <a:lnTo>
                    <a:pt x="5730" y="3828"/>
                  </a:lnTo>
                  <a:lnTo>
                    <a:pt x="5754" y="3732"/>
                  </a:lnTo>
                  <a:lnTo>
                    <a:pt x="5754" y="3611"/>
                  </a:lnTo>
                  <a:lnTo>
                    <a:pt x="5754" y="3539"/>
                  </a:lnTo>
                  <a:lnTo>
                    <a:pt x="5778" y="3443"/>
                  </a:lnTo>
                  <a:lnTo>
                    <a:pt x="5802" y="3178"/>
                  </a:lnTo>
                  <a:lnTo>
                    <a:pt x="5802" y="2913"/>
                  </a:lnTo>
                  <a:lnTo>
                    <a:pt x="5754" y="2648"/>
                  </a:lnTo>
                  <a:lnTo>
                    <a:pt x="5657" y="2384"/>
                  </a:lnTo>
                  <a:lnTo>
                    <a:pt x="5320" y="1565"/>
                  </a:lnTo>
                  <a:lnTo>
                    <a:pt x="5152" y="1228"/>
                  </a:lnTo>
                  <a:lnTo>
                    <a:pt x="5055" y="1060"/>
                  </a:lnTo>
                  <a:lnTo>
                    <a:pt x="4959" y="915"/>
                  </a:lnTo>
                  <a:lnTo>
                    <a:pt x="4791" y="699"/>
                  </a:lnTo>
                  <a:lnTo>
                    <a:pt x="4574" y="506"/>
                  </a:lnTo>
                  <a:lnTo>
                    <a:pt x="4357" y="386"/>
                  </a:lnTo>
                  <a:lnTo>
                    <a:pt x="4117" y="289"/>
                  </a:lnTo>
                  <a:lnTo>
                    <a:pt x="3900" y="193"/>
                  </a:lnTo>
                  <a:lnTo>
                    <a:pt x="3635" y="97"/>
                  </a:lnTo>
                  <a:lnTo>
                    <a:pt x="3370" y="24"/>
                  </a:lnTo>
                  <a:lnTo>
                    <a:pt x="3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6" name="Google Shape;12776;p30"/>
            <p:cNvSpPr/>
            <p:nvPr/>
          </p:nvSpPr>
          <p:spPr>
            <a:xfrm>
              <a:off x="1249200" y="2140700"/>
              <a:ext cx="60200" cy="62625"/>
            </a:xfrm>
            <a:custGeom>
              <a:avLst/>
              <a:gdLst/>
              <a:ahLst/>
              <a:cxnLst/>
              <a:rect l="l" t="t" r="r" b="b"/>
              <a:pathLst>
                <a:path w="2408" h="2505" extrusionOk="0">
                  <a:moveTo>
                    <a:pt x="1469" y="217"/>
                  </a:moveTo>
                  <a:lnTo>
                    <a:pt x="1565" y="265"/>
                  </a:lnTo>
                  <a:lnTo>
                    <a:pt x="1637" y="313"/>
                  </a:lnTo>
                  <a:lnTo>
                    <a:pt x="1709" y="410"/>
                  </a:lnTo>
                  <a:lnTo>
                    <a:pt x="1757" y="482"/>
                  </a:lnTo>
                  <a:lnTo>
                    <a:pt x="1854" y="602"/>
                  </a:lnTo>
                  <a:lnTo>
                    <a:pt x="1926" y="674"/>
                  </a:lnTo>
                  <a:lnTo>
                    <a:pt x="1998" y="771"/>
                  </a:lnTo>
                  <a:lnTo>
                    <a:pt x="2095" y="1011"/>
                  </a:lnTo>
                  <a:lnTo>
                    <a:pt x="2143" y="1132"/>
                  </a:lnTo>
                  <a:lnTo>
                    <a:pt x="2143" y="1252"/>
                  </a:lnTo>
                  <a:lnTo>
                    <a:pt x="2143" y="1373"/>
                  </a:lnTo>
                  <a:lnTo>
                    <a:pt x="2095" y="1469"/>
                  </a:lnTo>
                  <a:lnTo>
                    <a:pt x="2022" y="1661"/>
                  </a:lnTo>
                  <a:lnTo>
                    <a:pt x="1926" y="1806"/>
                  </a:lnTo>
                  <a:lnTo>
                    <a:pt x="1806" y="1950"/>
                  </a:lnTo>
                  <a:lnTo>
                    <a:pt x="1685" y="2095"/>
                  </a:lnTo>
                  <a:lnTo>
                    <a:pt x="1541" y="2167"/>
                  </a:lnTo>
                  <a:lnTo>
                    <a:pt x="1396" y="2215"/>
                  </a:lnTo>
                  <a:lnTo>
                    <a:pt x="1180" y="2239"/>
                  </a:lnTo>
                  <a:lnTo>
                    <a:pt x="891" y="2239"/>
                  </a:lnTo>
                  <a:lnTo>
                    <a:pt x="843" y="2215"/>
                  </a:lnTo>
                  <a:lnTo>
                    <a:pt x="770" y="2191"/>
                  </a:lnTo>
                  <a:lnTo>
                    <a:pt x="698" y="2119"/>
                  </a:lnTo>
                  <a:lnTo>
                    <a:pt x="458" y="1830"/>
                  </a:lnTo>
                  <a:lnTo>
                    <a:pt x="361" y="1661"/>
                  </a:lnTo>
                  <a:lnTo>
                    <a:pt x="265" y="1493"/>
                  </a:lnTo>
                  <a:lnTo>
                    <a:pt x="241" y="1349"/>
                  </a:lnTo>
                  <a:lnTo>
                    <a:pt x="241" y="1180"/>
                  </a:lnTo>
                  <a:lnTo>
                    <a:pt x="337" y="771"/>
                  </a:lnTo>
                  <a:lnTo>
                    <a:pt x="385" y="674"/>
                  </a:lnTo>
                  <a:lnTo>
                    <a:pt x="458" y="602"/>
                  </a:lnTo>
                  <a:lnTo>
                    <a:pt x="674" y="458"/>
                  </a:lnTo>
                  <a:lnTo>
                    <a:pt x="891" y="313"/>
                  </a:lnTo>
                  <a:lnTo>
                    <a:pt x="1011" y="265"/>
                  </a:lnTo>
                  <a:lnTo>
                    <a:pt x="1108" y="241"/>
                  </a:lnTo>
                  <a:lnTo>
                    <a:pt x="1348" y="217"/>
                  </a:lnTo>
                  <a:close/>
                  <a:moveTo>
                    <a:pt x="1083" y="0"/>
                  </a:moveTo>
                  <a:lnTo>
                    <a:pt x="963" y="24"/>
                  </a:lnTo>
                  <a:lnTo>
                    <a:pt x="770" y="121"/>
                  </a:lnTo>
                  <a:lnTo>
                    <a:pt x="602" y="217"/>
                  </a:lnTo>
                  <a:lnTo>
                    <a:pt x="433" y="313"/>
                  </a:lnTo>
                  <a:lnTo>
                    <a:pt x="265" y="434"/>
                  </a:lnTo>
                  <a:lnTo>
                    <a:pt x="169" y="554"/>
                  </a:lnTo>
                  <a:lnTo>
                    <a:pt x="121" y="674"/>
                  </a:lnTo>
                  <a:lnTo>
                    <a:pt x="24" y="1108"/>
                  </a:lnTo>
                  <a:lnTo>
                    <a:pt x="0" y="1228"/>
                  </a:lnTo>
                  <a:lnTo>
                    <a:pt x="0" y="1324"/>
                  </a:lnTo>
                  <a:lnTo>
                    <a:pt x="24" y="1445"/>
                  </a:lnTo>
                  <a:lnTo>
                    <a:pt x="48" y="1541"/>
                  </a:lnTo>
                  <a:lnTo>
                    <a:pt x="169" y="1782"/>
                  </a:lnTo>
                  <a:lnTo>
                    <a:pt x="289" y="1998"/>
                  </a:lnTo>
                  <a:lnTo>
                    <a:pt x="554" y="2287"/>
                  </a:lnTo>
                  <a:lnTo>
                    <a:pt x="674" y="2384"/>
                  </a:lnTo>
                  <a:lnTo>
                    <a:pt x="795" y="2456"/>
                  </a:lnTo>
                  <a:lnTo>
                    <a:pt x="915" y="2504"/>
                  </a:lnTo>
                  <a:lnTo>
                    <a:pt x="1059" y="2504"/>
                  </a:lnTo>
                  <a:lnTo>
                    <a:pt x="1300" y="2480"/>
                  </a:lnTo>
                  <a:lnTo>
                    <a:pt x="1541" y="2456"/>
                  </a:lnTo>
                  <a:lnTo>
                    <a:pt x="1685" y="2408"/>
                  </a:lnTo>
                  <a:lnTo>
                    <a:pt x="1806" y="2336"/>
                  </a:lnTo>
                  <a:lnTo>
                    <a:pt x="1974" y="2191"/>
                  </a:lnTo>
                  <a:lnTo>
                    <a:pt x="2119" y="2023"/>
                  </a:lnTo>
                  <a:lnTo>
                    <a:pt x="2239" y="1854"/>
                  </a:lnTo>
                  <a:lnTo>
                    <a:pt x="2335" y="1637"/>
                  </a:lnTo>
                  <a:lnTo>
                    <a:pt x="2383" y="1493"/>
                  </a:lnTo>
                  <a:lnTo>
                    <a:pt x="2407" y="1349"/>
                  </a:lnTo>
                  <a:lnTo>
                    <a:pt x="2407" y="1228"/>
                  </a:lnTo>
                  <a:lnTo>
                    <a:pt x="2383" y="1108"/>
                  </a:lnTo>
                  <a:lnTo>
                    <a:pt x="2287" y="843"/>
                  </a:lnTo>
                  <a:lnTo>
                    <a:pt x="2167" y="602"/>
                  </a:lnTo>
                  <a:lnTo>
                    <a:pt x="2046" y="434"/>
                  </a:lnTo>
                  <a:lnTo>
                    <a:pt x="1878" y="265"/>
                  </a:lnTo>
                  <a:lnTo>
                    <a:pt x="1782" y="145"/>
                  </a:lnTo>
                  <a:lnTo>
                    <a:pt x="1661" y="73"/>
                  </a:lnTo>
                  <a:lnTo>
                    <a:pt x="1541" y="24"/>
                  </a:lnTo>
                  <a:lnTo>
                    <a:pt x="13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7" name="Google Shape;12777;p30"/>
            <p:cNvSpPr/>
            <p:nvPr/>
          </p:nvSpPr>
          <p:spPr>
            <a:xfrm>
              <a:off x="1267850" y="2158150"/>
              <a:ext cx="20475" cy="23500"/>
            </a:xfrm>
            <a:custGeom>
              <a:avLst/>
              <a:gdLst/>
              <a:ahLst/>
              <a:cxnLst/>
              <a:rect l="l" t="t" r="r" b="b"/>
              <a:pathLst>
                <a:path w="819" h="940" extrusionOk="0">
                  <a:moveTo>
                    <a:pt x="410" y="241"/>
                  </a:moveTo>
                  <a:lnTo>
                    <a:pt x="458" y="313"/>
                  </a:lnTo>
                  <a:lnTo>
                    <a:pt x="506" y="410"/>
                  </a:lnTo>
                  <a:lnTo>
                    <a:pt x="530" y="530"/>
                  </a:lnTo>
                  <a:lnTo>
                    <a:pt x="506" y="602"/>
                  </a:lnTo>
                  <a:lnTo>
                    <a:pt x="458" y="675"/>
                  </a:lnTo>
                  <a:lnTo>
                    <a:pt x="434" y="699"/>
                  </a:lnTo>
                  <a:lnTo>
                    <a:pt x="386" y="699"/>
                  </a:lnTo>
                  <a:lnTo>
                    <a:pt x="337" y="675"/>
                  </a:lnTo>
                  <a:lnTo>
                    <a:pt x="313" y="651"/>
                  </a:lnTo>
                  <a:lnTo>
                    <a:pt x="241" y="602"/>
                  </a:lnTo>
                  <a:lnTo>
                    <a:pt x="217" y="506"/>
                  </a:lnTo>
                  <a:lnTo>
                    <a:pt x="217" y="434"/>
                  </a:lnTo>
                  <a:lnTo>
                    <a:pt x="217" y="362"/>
                  </a:lnTo>
                  <a:lnTo>
                    <a:pt x="241" y="289"/>
                  </a:lnTo>
                  <a:lnTo>
                    <a:pt x="289" y="241"/>
                  </a:lnTo>
                  <a:close/>
                  <a:moveTo>
                    <a:pt x="313" y="1"/>
                  </a:moveTo>
                  <a:lnTo>
                    <a:pt x="241" y="49"/>
                  </a:lnTo>
                  <a:lnTo>
                    <a:pt x="145" y="121"/>
                  </a:lnTo>
                  <a:lnTo>
                    <a:pt x="73" y="217"/>
                  </a:lnTo>
                  <a:lnTo>
                    <a:pt x="24" y="338"/>
                  </a:lnTo>
                  <a:lnTo>
                    <a:pt x="0" y="434"/>
                  </a:lnTo>
                  <a:lnTo>
                    <a:pt x="24" y="554"/>
                  </a:lnTo>
                  <a:lnTo>
                    <a:pt x="49" y="651"/>
                  </a:lnTo>
                  <a:lnTo>
                    <a:pt x="97" y="747"/>
                  </a:lnTo>
                  <a:lnTo>
                    <a:pt x="169" y="819"/>
                  </a:lnTo>
                  <a:lnTo>
                    <a:pt x="265" y="915"/>
                  </a:lnTo>
                  <a:lnTo>
                    <a:pt x="362" y="939"/>
                  </a:lnTo>
                  <a:lnTo>
                    <a:pt x="482" y="939"/>
                  </a:lnTo>
                  <a:lnTo>
                    <a:pt x="578" y="891"/>
                  </a:lnTo>
                  <a:lnTo>
                    <a:pt x="626" y="843"/>
                  </a:lnTo>
                  <a:lnTo>
                    <a:pt x="723" y="771"/>
                  </a:lnTo>
                  <a:lnTo>
                    <a:pt x="771" y="651"/>
                  </a:lnTo>
                  <a:lnTo>
                    <a:pt x="819" y="410"/>
                  </a:lnTo>
                  <a:lnTo>
                    <a:pt x="819" y="362"/>
                  </a:lnTo>
                  <a:lnTo>
                    <a:pt x="795" y="338"/>
                  </a:lnTo>
                  <a:lnTo>
                    <a:pt x="723" y="193"/>
                  </a:lnTo>
                  <a:lnTo>
                    <a:pt x="602" y="97"/>
                  </a:lnTo>
                  <a:lnTo>
                    <a:pt x="530" y="25"/>
                  </a:lnTo>
                  <a:lnTo>
                    <a:pt x="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78" name="Google Shape;12778;p30"/>
          <p:cNvGrpSpPr/>
          <p:nvPr/>
        </p:nvGrpSpPr>
        <p:grpSpPr>
          <a:xfrm rot="5400000">
            <a:off x="7274816" y="4452128"/>
            <a:ext cx="2932767" cy="3055531"/>
            <a:chOff x="3729950" y="1579200"/>
            <a:chExt cx="546475" cy="569350"/>
          </a:xfrm>
        </p:grpSpPr>
        <p:sp>
          <p:nvSpPr>
            <p:cNvPr id="12779" name="Google Shape;12779;p30"/>
            <p:cNvSpPr/>
            <p:nvPr/>
          </p:nvSpPr>
          <p:spPr>
            <a:xfrm>
              <a:off x="3729950" y="1579200"/>
              <a:ext cx="546475" cy="569350"/>
            </a:xfrm>
            <a:custGeom>
              <a:avLst/>
              <a:gdLst/>
              <a:ahLst/>
              <a:cxnLst/>
              <a:rect l="l" t="t" r="r" b="b"/>
              <a:pathLst>
                <a:path w="21859" h="22774" extrusionOk="0">
                  <a:moveTo>
                    <a:pt x="5898" y="0"/>
                  </a:moveTo>
                  <a:lnTo>
                    <a:pt x="5537" y="48"/>
                  </a:lnTo>
                  <a:lnTo>
                    <a:pt x="5200" y="96"/>
                  </a:lnTo>
                  <a:lnTo>
                    <a:pt x="4839" y="169"/>
                  </a:lnTo>
                  <a:lnTo>
                    <a:pt x="4502" y="241"/>
                  </a:lnTo>
                  <a:lnTo>
                    <a:pt x="3804" y="458"/>
                  </a:lnTo>
                  <a:lnTo>
                    <a:pt x="3274" y="650"/>
                  </a:lnTo>
                  <a:lnTo>
                    <a:pt x="2745" y="915"/>
                  </a:lnTo>
                  <a:lnTo>
                    <a:pt x="2263" y="1228"/>
                  </a:lnTo>
                  <a:lnTo>
                    <a:pt x="1782" y="1565"/>
                  </a:lnTo>
                  <a:lnTo>
                    <a:pt x="1565" y="1758"/>
                  </a:lnTo>
                  <a:lnTo>
                    <a:pt x="1348" y="1974"/>
                  </a:lnTo>
                  <a:lnTo>
                    <a:pt x="1156" y="2191"/>
                  </a:lnTo>
                  <a:lnTo>
                    <a:pt x="987" y="2432"/>
                  </a:lnTo>
                  <a:lnTo>
                    <a:pt x="843" y="2672"/>
                  </a:lnTo>
                  <a:lnTo>
                    <a:pt x="722" y="2937"/>
                  </a:lnTo>
                  <a:lnTo>
                    <a:pt x="626" y="3226"/>
                  </a:lnTo>
                  <a:lnTo>
                    <a:pt x="530" y="3515"/>
                  </a:lnTo>
                  <a:lnTo>
                    <a:pt x="410" y="3900"/>
                  </a:lnTo>
                  <a:lnTo>
                    <a:pt x="337" y="4309"/>
                  </a:lnTo>
                  <a:lnTo>
                    <a:pt x="265" y="4694"/>
                  </a:lnTo>
                  <a:lnTo>
                    <a:pt x="217" y="5104"/>
                  </a:lnTo>
                  <a:lnTo>
                    <a:pt x="121" y="5898"/>
                  </a:lnTo>
                  <a:lnTo>
                    <a:pt x="48" y="6693"/>
                  </a:lnTo>
                  <a:lnTo>
                    <a:pt x="24" y="7078"/>
                  </a:lnTo>
                  <a:lnTo>
                    <a:pt x="0" y="7487"/>
                  </a:lnTo>
                  <a:lnTo>
                    <a:pt x="0" y="7872"/>
                  </a:lnTo>
                  <a:lnTo>
                    <a:pt x="24" y="8281"/>
                  </a:lnTo>
                  <a:lnTo>
                    <a:pt x="48" y="8378"/>
                  </a:lnTo>
                  <a:lnTo>
                    <a:pt x="24" y="8498"/>
                  </a:lnTo>
                  <a:lnTo>
                    <a:pt x="0" y="8883"/>
                  </a:lnTo>
                  <a:lnTo>
                    <a:pt x="0" y="9268"/>
                  </a:lnTo>
                  <a:lnTo>
                    <a:pt x="0" y="9654"/>
                  </a:lnTo>
                  <a:lnTo>
                    <a:pt x="48" y="10039"/>
                  </a:lnTo>
                  <a:lnTo>
                    <a:pt x="193" y="11603"/>
                  </a:lnTo>
                  <a:lnTo>
                    <a:pt x="337" y="13168"/>
                  </a:lnTo>
                  <a:lnTo>
                    <a:pt x="385" y="13866"/>
                  </a:lnTo>
                  <a:lnTo>
                    <a:pt x="458" y="14564"/>
                  </a:lnTo>
                  <a:lnTo>
                    <a:pt x="554" y="15263"/>
                  </a:lnTo>
                  <a:lnTo>
                    <a:pt x="650" y="15961"/>
                  </a:lnTo>
                  <a:lnTo>
                    <a:pt x="819" y="16707"/>
                  </a:lnTo>
                  <a:lnTo>
                    <a:pt x="1035" y="17453"/>
                  </a:lnTo>
                  <a:lnTo>
                    <a:pt x="1156" y="17814"/>
                  </a:lnTo>
                  <a:lnTo>
                    <a:pt x="1300" y="18175"/>
                  </a:lnTo>
                  <a:lnTo>
                    <a:pt x="1469" y="18536"/>
                  </a:lnTo>
                  <a:lnTo>
                    <a:pt x="1637" y="18874"/>
                  </a:lnTo>
                  <a:lnTo>
                    <a:pt x="1974" y="19451"/>
                  </a:lnTo>
                  <a:lnTo>
                    <a:pt x="2335" y="19957"/>
                  </a:lnTo>
                  <a:lnTo>
                    <a:pt x="2745" y="20462"/>
                  </a:lnTo>
                  <a:lnTo>
                    <a:pt x="3178" y="20896"/>
                  </a:lnTo>
                  <a:lnTo>
                    <a:pt x="3659" y="21305"/>
                  </a:lnTo>
                  <a:lnTo>
                    <a:pt x="4189" y="21666"/>
                  </a:lnTo>
                  <a:lnTo>
                    <a:pt x="4719" y="22003"/>
                  </a:lnTo>
                  <a:lnTo>
                    <a:pt x="5320" y="22292"/>
                  </a:lnTo>
                  <a:lnTo>
                    <a:pt x="5609" y="22412"/>
                  </a:lnTo>
                  <a:lnTo>
                    <a:pt x="5898" y="22509"/>
                  </a:lnTo>
                  <a:lnTo>
                    <a:pt x="6500" y="22653"/>
                  </a:lnTo>
                  <a:lnTo>
                    <a:pt x="7006" y="22749"/>
                  </a:lnTo>
                  <a:lnTo>
                    <a:pt x="7511" y="22773"/>
                  </a:lnTo>
                  <a:lnTo>
                    <a:pt x="8017" y="22773"/>
                  </a:lnTo>
                  <a:lnTo>
                    <a:pt x="8498" y="22725"/>
                  </a:lnTo>
                  <a:lnTo>
                    <a:pt x="8980" y="22605"/>
                  </a:lnTo>
                  <a:lnTo>
                    <a:pt x="9437" y="22460"/>
                  </a:lnTo>
                  <a:lnTo>
                    <a:pt x="9918" y="22244"/>
                  </a:lnTo>
                  <a:lnTo>
                    <a:pt x="10352" y="21955"/>
                  </a:lnTo>
                  <a:lnTo>
                    <a:pt x="11026" y="21497"/>
                  </a:lnTo>
                  <a:lnTo>
                    <a:pt x="11652" y="20968"/>
                  </a:lnTo>
                  <a:lnTo>
                    <a:pt x="12952" y="19836"/>
                  </a:lnTo>
                  <a:lnTo>
                    <a:pt x="13361" y="19499"/>
                  </a:lnTo>
                  <a:lnTo>
                    <a:pt x="13746" y="19186"/>
                  </a:lnTo>
                  <a:lnTo>
                    <a:pt x="14155" y="18898"/>
                  </a:lnTo>
                  <a:lnTo>
                    <a:pt x="14589" y="18585"/>
                  </a:lnTo>
                  <a:lnTo>
                    <a:pt x="14998" y="18320"/>
                  </a:lnTo>
                  <a:lnTo>
                    <a:pt x="15431" y="18055"/>
                  </a:lnTo>
                  <a:lnTo>
                    <a:pt x="15889" y="17814"/>
                  </a:lnTo>
                  <a:lnTo>
                    <a:pt x="16346" y="17574"/>
                  </a:lnTo>
                  <a:lnTo>
                    <a:pt x="17887" y="16779"/>
                  </a:lnTo>
                  <a:lnTo>
                    <a:pt x="18416" y="16466"/>
                  </a:lnTo>
                  <a:lnTo>
                    <a:pt x="18922" y="16153"/>
                  </a:lnTo>
                  <a:lnTo>
                    <a:pt x="19427" y="15816"/>
                  </a:lnTo>
                  <a:lnTo>
                    <a:pt x="19933" y="15431"/>
                  </a:lnTo>
                  <a:lnTo>
                    <a:pt x="20174" y="15214"/>
                  </a:lnTo>
                  <a:lnTo>
                    <a:pt x="20438" y="14974"/>
                  </a:lnTo>
                  <a:lnTo>
                    <a:pt x="20679" y="14733"/>
                  </a:lnTo>
                  <a:lnTo>
                    <a:pt x="20896" y="14492"/>
                  </a:lnTo>
                  <a:lnTo>
                    <a:pt x="21113" y="14203"/>
                  </a:lnTo>
                  <a:lnTo>
                    <a:pt x="21305" y="13890"/>
                  </a:lnTo>
                  <a:lnTo>
                    <a:pt x="21474" y="13577"/>
                  </a:lnTo>
                  <a:lnTo>
                    <a:pt x="21618" y="13264"/>
                  </a:lnTo>
                  <a:lnTo>
                    <a:pt x="21738" y="12927"/>
                  </a:lnTo>
                  <a:lnTo>
                    <a:pt x="21811" y="12590"/>
                  </a:lnTo>
                  <a:lnTo>
                    <a:pt x="21859" y="12229"/>
                  </a:lnTo>
                  <a:lnTo>
                    <a:pt x="21859" y="11868"/>
                  </a:lnTo>
                  <a:lnTo>
                    <a:pt x="21835" y="11411"/>
                  </a:lnTo>
                  <a:lnTo>
                    <a:pt x="21763" y="10978"/>
                  </a:lnTo>
                  <a:lnTo>
                    <a:pt x="21642" y="10544"/>
                  </a:lnTo>
                  <a:lnTo>
                    <a:pt x="21498" y="10135"/>
                  </a:lnTo>
                  <a:lnTo>
                    <a:pt x="21329" y="9726"/>
                  </a:lnTo>
                  <a:lnTo>
                    <a:pt x="21137" y="9316"/>
                  </a:lnTo>
                  <a:lnTo>
                    <a:pt x="20920" y="8931"/>
                  </a:lnTo>
                  <a:lnTo>
                    <a:pt x="20679" y="8570"/>
                  </a:lnTo>
                  <a:lnTo>
                    <a:pt x="20414" y="8209"/>
                  </a:lnTo>
                  <a:lnTo>
                    <a:pt x="20150" y="7872"/>
                  </a:lnTo>
                  <a:lnTo>
                    <a:pt x="19861" y="7535"/>
                  </a:lnTo>
                  <a:lnTo>
                    <a:pt x="19548" y="7222"/>
                  </a:lnTo>
                  <a:lnTo>
                    <a:pt x="19211" y="6909"/>
                  </a:lnTo>
                  <a:lnTo>
                    <a:pt x="18850" y="6596"/>
                  </a:lnTo>
                  <a:lnTo>
                    <a:pt x="18489" y="6307"/>
                  </a:lnTo>
                  <a:lnTo>
                    <a:pt x="18127" y="6043"/>
                  </a:lnTo>
                  <a:lnTo>
                    <a:pt x="17742" y="5802"/>
                  </a:lnTo>
                  <a:lnTo>
                    <a:pt x="17333" y="5585"/>
                  </a:lnTo>
                  <a:lnTo>
                    <a:pt x="16924" y="5368"/>
                  </a:lnTo>
                  <a:lnTo>
                    <a:pt x="16490" y="5200"/>
                  </a:lnTo>
                  <a:lnTo>
                    <a:pt x="16153" y="5056"/>
                  </a:lnTo>
                  <a:lnTo>
                    <a:pt x="15840" y="4911"/>
                  </a:lnTo>
                  <a:lnTo>
                    <a:pt x="15070" y="4526"/>
                  </a:lnTo>
                  <a:lnTo>
                    <a:pt x="14300" y="4141"/>
                  </a:lnTo>
                  <a:lnTo>
                    <a:pt x="12807" y="3322"/>
                  </a:lnTo>
                  <a:lnTo>
                    <a:pt x="12229" y="3009"/>
                  </a:lnTo>
                  <a:lnTo>
                    <a:pt x="11652" y="2672"/>
                  </a:lnTo>
                  <a:lnTo>
                    <a:pt x="11074" y="2311"/>
                  </a:lnTo>
                  <a:lnTo>
                    <a:pt x="10520" y="1926"/>
                  </a:lnTo>
                  <a:lnTo>
                    <a:pt x="10015" y="1565"/>
                  </a:lnTo>
                  <a:lnTo>
                    <a:pt x="9461" y="1252"/>
                  </a:lnTo>
                  <a:lnTo>
                    <a:pt x="9220" y="1083"/>
                  </a:lnTo>
                  <a:lnTo>
                    <a:pt x="8980" y="891"/>
                  </a:lnTo>
                  <a:lnTo>
                    <a:pt x="8715" y="698"/>
                  </a:lnTo>
                  <a:lnTo>
                    <a:pt x="8450" y="506"/>
                  </a:lnTo>
                  <a:lnTo>
                    <a:pt x="8161" y="361"/>
                  </a:lnTo>
                  <a:lnTo>
                    <a:pt x="7872" y="241"/>
                  </a:lnTo>
                  <a:lnTo>
                    <a:pt x="7583" y="145"/>
                  </a:lnTo>
                  <a:lnTo>
                    <a:pt x="7270" y="72"/>
                  </a:lnTo>
                  <a:lnTo>
                    <a:pt x="6933" y="24"/>
                  </a:lnTo>
                  <a:lnTo>
                    <a:pt x="662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0" name="Google Shape;12780;p30"/>
            <p:cNvSpPr/>
            <p:nvPr/>
          </p:nvSpPr>
          <p:spPr>
            <a:xfrm>
              <a:off x="3969475" y="1920425"/>
              <a:ext cx="18075" cy="18075"/>
            </a:xfrm>
            <a:custGeom>
              <a:avLst/>
              <a:gdLst/>
              <a:ahLst/>
              <a:cxnLst/>
              <a:rect l="l" t="t" r="r" b="b"/>
              <a:pathLst>
                <a:path w="723" h="723" extrusionOk="0">
                  <a:moveTo>
                    <a:pt x="482" y="1"/>
                  </a:moveTo>
                  <a:lnTo>
                    <a:pt x="410" y="49"/>
                  </a:lnTo>
                  <a:lnTo>
                    <a:pt x="386" y="97"/>
                  </a:lnTo>
                  <a:lnTo>
                    <a:pt x="337" y="217"/>
                  </a:lnTo>
                  <a:lnTo>
                    <a:pt x="289" y="314"/>
                  </a:lnTo>
                  <a:lnTo>
                    <a:pt x="193" y="410"/>
                  </a:lnTo>
                  <a:lnTo>
                    <a:pt x="97" y="458"/>
                  </a:lnTo>
                  <a:lnTo>
                    <a:pt x="49" y="482"/>
                  </a:lnTo>
                  <a:lnTo>
                    <a:pt x="25" y="530"/>
                  </a:lnTo>
                  <a:lnTo>
                    <a:pt x="0" y="602"/>
                  </a:lnTo>
                  <a:lnTo>
                    <a:pt x="0" y="675"/>
                  </a:lnTo>
                  <a:lnTo>
                    <a:pt x="25" y="699"/>
                  </a:lnTo>
                  <a:lnTo>
                    <a:pt x="73" y="723"/>
                  </a:lnTo>
                  <a:lnTo>
                    <a:pt x="145" y="699"/>
                  </a:lnTo>
                  <a:lnTo>
                    <a:pt x="241" y="651"/>
                  </a:lnTo>
                  <a:lnTo>
                    <a:pt x="434" y="530"/>
                  </a:lnTo>
                  <a:lnTo>
                    <a:pt x="626" y="386"/>
                  </a:lnTo>
                  <a:lnTo>
                    <a:pt x="674" y="314"/>
                  </a:lnTo>
                  <a:lnTo>
                    <a:pt x="723" y="241"/>
                  </a:lnTo>
                  <a:lnTo>
                    <a:pt x="723" y="169"/>
                  </a:lnTo>
                  <a:lnTo>
                    <a:pt x="699" y="121"/>
                  </a:lnTo>
                  <a:lnTo>
                    <a:pt x="674" y="49"/>
                  </a:lnTo>
                  <a:lnTo>
                    <a:pt x="602" y="25"/>
                  </a:lnTo>
                  <a:lnTo>
                    <a:pt x="55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1" name="Google Shape;12781;p30"/>
            <p:cNvSpPr/>
            <p:nvPr/>
          </p:nvSpPr>
          <p:spPr>
            <a:xfrm>
              <a:off x="3971275" y="1658025"/>
              <a:ext cx="9650" cy="18700"/>
            </a:xfrm>
            <a:custGeom>
              <a:avLst/>
              <a:gdLst/>
              <a:ahLst/>
              <a:cxnLst/>
              <a:rect l="l" t="t" r="r" b="b"/>
              <a:pathLst>
                <a:path w="386" h="748" extrusionOk="0">
                  <a:moveTo>
                    <a:pt x="290" y="1"/>
                  </a:moveTo>
                  <a:lnTo>
                    <a:pt x="241" y="25"/>
                  </a:lnTo>
                  <a:lnTo>
                    <a:pt x="169" y="73"/>
                  </a:lnTo>
                  <a:lnTo>
                    <a:pt x="145" y="121"/>
                  </a:lnTo>
                  <a:lnTo>
                    <a:pt x="121" y="145"/>
                  </a:lnTo>
                  <a:lnTo>
                    <a:pt x="73" y="386"/>
                  </a:lnTo>
                  <a:lnTo>
                    <a:pt x="1" y="603"/>
                  </a:lnTo>
                  <a:lnTo>
                    <a:pt x="1" y="675"/>
                  </a:lnTo>
                  <a:lnTo>
                    <a:pt x="49" y="723"/>
                  </a:lnTo>
                  <a:lnTo>
                    <a:pt x="121" y="747"/>
                  </a:lnTo>
                  <a:lnTo>
                    <a:pt x="169" y="747"/>
                  </a:lnTo>
                  <a:lnTo>
                    <a:pt x="241" y="723"/>
                  </a:lnTo>
                  <a:lnTo>
                    <a:pt x="314" y="675"/>
                  </a:lnTo>
                  <a:lnTo>
                    <a:pt x="338" y="627"/>
                  </a:lnTo>
                  <a:lnTo>
                    <a:pt x="338" y="554"/>
                  </a:lnTo>
                  <a:lnTo>
                    <a:pt x="338" y="314"/>
                  </a:lnTo>
                  <a:lnTo>
                    <a:pt x="386" y="73"/>
                  </a:lnTo>
                  <a:lnTo>
                    <a:pt x="362" y="49"/>
                  </a:lnTo>
                  <a:lnTo>
                    <a:pt x="338" y="25"/>
                  </a:lnTo>
                  <a:lnTo>
                    <a:pt x="2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2" name="Google Shape;12782;p30"/>
            <p:cNvSpPr/>
            <p:nvPr/>
          </p:nvSpPr>
          <p:spPr>
            <a:xfrm>
              <a:off x="3938175" y="1837375"/>
              <a:ext cx="12675" cy="13875"/>
            </a:xfrm>
            <a:custGeom>
              <a:avLst/>
              <a:gdLst/>
              <a:ahLst/>
              <a:cxnLst/>
              <a:rect l="l" t="t" r="r" b="b"/>
              <a:pathLst>
                <a:path w="507" h="555" extrusionOk="0">
                  <a:moveTo>
                    <a:pt x="97" y="1"/>
                  </a:moveTo>
                  <a:lnTo>
                    <a:pt x="73" y="25"/>
                  </a:lnTo>
                  <a:lnTo>
                    <a:pt x="25" y="73"/>
                  </a:lnTo>
                  <a:lnTo>
                    <a:pt x="1" y="169"/>
                  </a:lnTo>
                  <a:lnTo>
                    <a:pt x="1" y="241"/>
                  </a:lnTo>
                  <a:lnTo>
                    <a:pt x="1" y="289"/>
                  </a:lnTo>
                  <a:lnTo>
                    <a:pt x="25" y="362"/>
                  </a:lnTo>
                  <a:lnTo>
                    <a:pt x="73" y="410"/>
                  </a:lnTo>
                  <a:lnTo>
                    <a:pt x="121" y="458"/>
                  </a:lnTo>
                  <a:lnTo>
                    <a:pt x="265" y="506"/>
                  </a:lnTo>
                  <a:lnTo>
                    <a:pt x="362" y="554"/>
                  </a:lnTo>
                  <a:lnTo>
                    <a:pt x="410" y="554"/>
                  </a:lnTo>
                  <a:lnTo>
                    <a:pt x="458" y="530"/>
                  </a:lnTo>
                  <a:lnTo>
                    <a:pt x="506" y="458"/>
                  </a:lnTo>
                  <a:lnTo>
                    <a:pt x="506" y="410"/>
                  </a:lnTo>
                  <a:lnTo>
                    <a:pt x="482" y="338"/>
                  </a:lnTo>
                  <a:lnTo>
                    <a:pt x="458" y="289"/>
                  </a:lnTo>
                  <a:lnTo>
                    <a:pt x="338" y="145"/>
                  </a:lnTo>
                  <a:lnTo>
                    <a:pt x="289"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3" name="Google Shape;12783;p30"/>
            <p:cNvSpPr/>
            <p:nvPr/>
          </p:nvSpPr>
          <p:spPr>
            <a:xfrm>
              <a:off x="4033275" y="1750725"/>
              <a:ext cx="13850" cy="13850"/>
            </a:xfrm>
            <a:custGeom>
              <a:avLst/>
              <a:gdLst/>
              <a:ahLst/>
              <a:cxnLst/>
              <a:rect l="l" t="t" r="r" b="b"/>
              <a:pathLst>
                <a:path w="554" h="554" extrusionOk="0">
                  <a:moveTo>
                    <a:pt x="434" y="0"/>
                  </a:moveTo>
                  <a:lnTo>
                    <a:pt x="289" y="72"/>
                  </a:lnTo>
                  <a:lnTo>
                    <a:pt x="193" y="144"/>
                  </a:lnTo>
                  <a:lnTo>
                    <a:pt x="96" y="265"/>
                  </a:lnTo>
                  <a:lnTo>
                    <a:pt x="24" y="385"/>
                  </a:lnTo>
                  <a:lnTo>
                    <a:pt x="0" y="433"/>
                  </a:lnTo>
                  <a:lnTo>
                    <a:pt x="24" y="481"/>
                  </a:lnTo>
                  <a:lnTo>
                    <a:pt x="72" y="530"/>
                  </a:lnTo>
                  <a:lnTo>
                    <a:pt x="145" y="554"/>
                  </a:lnTo>
                  <a:lnTo>
                    <a:pt x="193" y="554"/>
                  </a:lnTo>
                  <a:lnTo>
                    <a:pt x="241" y="530"/>
                  </a:lnTo>
                  <a:lnTo>
                    <a:pt x="289" y="481"/>
                  </a:lnTo>
                  <a:lnTo>
                    <a:pt x="409" y="289"/>
                  </a:lnTo>
                  <a:lnTo>
                    <a:pt x="554" y="72"/>
                  </a:lnTo>
                  <a:lnTo>
                    <a:pt x="530" y="48"/>
                  </a:lnTo>
                  <a:lnTo>
                    <a:pt x="50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4" name="Google Shape;12784;p30"/>
            <p:cNvSpPr/>
            <p:nvPr/>
          </p:nvSpPr>
          <p:spPr>
            <a:xfrm>
              <a:off x="4004975" y="1683900"/>
              <a:ext cx="7850" cy="17500"/>
            </a:xfrm>
            <a:custGeom>
              <a:avLst/>
              <a:gdLst/>
              <a:ahLst/>
              <a:cxnLst/>
              <a:rect l="l" t="t" r="r" b="b"/>
              <a:pathLst>
                <a:path w="314" h="700" extrusionOk="0">
                  <a:moveTo>
                    <a:pt x="121" y="1"/>
                  </a:moveTo>
                  <a:lnTo>
                    <a:pt x="49" y="73"/>
                  </a:lnTo>
                  <a:lnTo>
                    <a:pt x="25" y="169"/>
                  </a:lnTo>
                  <a:lnTo>
                    <a:pt x="1" y="314"/>
                  </a:lnTo>
                  <a:lnTo>
                    <a:pt x="25" y="482"/>
                  </a:lnTo>
                  <a:lnTo>
                    <a:pt x="49" y="675"/>
                  </a:lnTo>
                  <a:lnTo>
                    <a:pt x="97" y="699"/>
                  </a:lnTo>
                  <a:lnTo>
                    <a:pt x="169" y="699"/>
                  </a:lnTo>
                  <a:lnTo>
                    <a:pt x="193" y="675"/>
                  </a:lnTo>
                  <a:lnTo>
                    <a:pt x="290" y="482"/>
                  </a:lnTo>
                  <a:lnTo>
                    <a:pt x="290" y="386"/>
                  </a:lnTo>
                  <a:lnTo>
                    <a:pt x="314" y="290"/>
                  </a:lnTo>
                  <a:lnTo>
                    <a:pt x="290" y="193"/>
                  </a:lnTo>
                  <a:lnTo>
                    <a:pt x="241" y="121"/>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5" name="Google Shape;12785;p30"/>
            <p:cNvSpPr/>
            <p:nvPr/>
          </p:nvSpPr>
          <p:spPr>
            <a:xfrm>
              <a:off x="3795550" y="1768175"/>
              <a:ext cx="7850" cy="14450"/>
            </a:xfrm>
            <a:custGeom>
              <a:avLst/>
              <a:gdLst/>
              <a:ahLst/>
              <a:cxnLst/>
              <a:rect l="l" t="t" r="r" b="b"/>
              <a:pathLst>
                <a:path w="314" h="578" extrusionOk="0">
                  <a:moveTo>
                    <a:pt x="97" y="0"/>
                  </a:moveTo>
                  <a:lnTo>
                    <a:pt x="48" y="48"/>
                  </a:lnTo>
                  <a:lnTo>
                    <a:pt x="24" y="96"/>
                  </a:lnTo>
                  <a:lnTo>
                    <a:pt x="0" y="193"/>
                  </a:lnTo>
                  <a:lnTo>
                    <a:pt x="0" y="313"/>
                  </a:lnTo>
                  <a:lnTo>
                    <a:pt x="0" y="409"/>
                  </a:lnTo>
                  <a:lnTo>
                    <a:pt x="0" y="458"/>
                  </a:lnTo>
                  <a:lnTo>
                    <a:pt x="24" y="530"/>
                  </a:lnTo>
                  <a:lnTo>
                    <a:pt x="72" y="554"/>
                  </a:lnTo>
                  <a:lnTo>
                    <a:pt x="97" y="578"/>
                  </a:lnTo>
                  <a:lnTo>
                    <a:pt x="169" y="578"/>
                  </a:lnTo>
                  <a:lnTo>
                    <a:pt x="217" y="554"/>
                  </a:lnTo>
                  <a:lnTo>
                    <a:pt x="265" y="506"/>
                  </a:lnTo>
                  <a:lnTo>
                    <a:pt x="313" y="458"/>
                  </a:lnTo>
                  <a:lnTo>
                    <a:pt x="265" y="241"/>
                  </a:lnTo>
                  <a:lnTo>
                    <a:pt x="241" y="121"/>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6" name="Google Shape;12786;p30"/>
            <p:cNvSpPr/>
            <p:nvPr/>
          </p:nvSpPr>
          <p:spPr>
            <a:xfrm>
              <a:off x="4183725" y="1777800"/>
              <a:ext cx="14475" cy="9050"/>
            </a:xfrm>
            <a:custGeom>
              <a:avLst/>
              <a:gdLst/>
              <a:ahLst/>
              <a:cxnLst/>
              <a:rect l="l" t="t" r="r" b="b"/>
              <a:pathLst>
                <a:path w="579" h="362" extrusionOk="0">
                  <a:moveTo>
                    <a:pt x="434" y="0"/>
                  </a:moveTo>
                  <a:lnTo>
                    <a:pt x="386" y="24"/>
                  </a:lnTo>
                  <a:lnTo>
                    <a:pt x="217" y="97"/>
                  </a:lnTo>
                  <a:lnTo>
                    <a:pt x="49" y="193"/>
                  </a:lnTo>
                  <a:lnTo>
                    <a:pt x="25" y="217"/>
                  </a:lnTo>
                  <a:lnTo>
                    <a:pt x="1" y="265"/>
                  </a:lnTo>
                  <a:lnTo>
                    <a:pt x="25" y="313"/>
                  </a:lnTo>
                  <a:lnTo>
                    <a:pt x="49" y="337"/>
                  </a:lnTo>
                  <a:lnTo>
                    <a:pt x="169" y="361"/>
                  </a:lnTo>
                  <a:lnTo>
                    <a:pt x="265" y="361"/>
                  </a:lnTo>
                  <a:lnTo>
                    <a:pt x="482" y="289"/>
                  </a:lnTo>
                  <a:lnTo>
                    <a:pt x="530" y="265"/>
                  </a:lnTo>
                  <a:lnTo>
                    <a:pt x="554" y="241"/>
                  </a:lnTo>
                  <a:lnTo>
                    <a:pt x="578" y="193"/>
                  </a:lnTo>
                  <a:lnTo>
                    <a:pt x="554" y="121"/>
                  </a:lnTo>
                  <a:lnTo>
                    <a:pt x="530" y="73"/>
                  </a:lnTo>
                  <a:lnTo>
                    <a:pt x="482" y="24"/>
                  </a:lnTo>
                  <a:lnTo>
                    <a:pt x="43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7" name="Google Shape;12787;p30"/>
            <p:cNvSpPr/>
            <p:nvPr/>
          </p:nvSpPr>
          <p:spPr>
            <a:xfrm>
              <a:off x="3845500" y="1831950"/>
              <a:ext cx="7850" cy="14475"/>
            </a:xfrm>
            <a:custGeom>
              <a:avLst/>
              <a:gdLst/>
              <a:ahLst/>
              <a:cxnLst/>
              <a:rect l="l" t="t" r="r" b="b"/>
              <a:pathLst>
                <a:path w="314" h="579" extrusionOk="0">
                  <a:moveTo>
                    <a:pt x="193" y="1"/>
                  </a:moveTo>
                  <a:lnTo>
                    <a:pt x="121" y="25"/>
                  </a:lnTo>
                  <a:lnTo>
                    <a:pt x="97" y="73"/>
                  </a:lnTo>
                  <a:lnTo>
                    <a:pt x="48" y="242"/>
                  </a:lnTo>
                  <a:lnTo>
                    <a:pt x="0" y="410"/>
                  </a:lnTo>
                  <a:lnTo>
                    <a:pt x="0" y="482"/>
                  </a:lnTo>
                  <a:lnTo>
                    <a:pt x="24" y="531"/>
                  </a:lnTo>
                  <a:lnTo>
                    <a:pt x="73" y="555"/>
                  </a:lnTo>
                  <a:lnTo>
                    <a:pt x="289" y="555"/>
                  </a:lnTo>
                  <a:lnTo>
                    <a:pt x="289" y="73"/>
                  </a:lnTo>
                  <a:lnTo>
                    <a:pt x="241" y="25"/>
                  </a:lnTo>
                  <a:lnTo>
                    <a:pt x="193" y="1"/>
                  </a:lnTo>
                  <a:close/>
                  <a:moveTo>
                    <a:pt x="289" y="555"/>
                  </a:moveTo>
                  <a:lnTo>
                    <a:pt x="289" y="579"/>
                  </a:lnTo>
                  <a:lnTo>
                    <a:pt x="313" y="55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8" name="Google Shape;12788;p30"/>
            <p:cNvSpPr/>
            <p:nvPr/>
          </p:nvSpPr>
          <p:spPr>
            <a:xfrm>
              <a:off x="3921925" y="1593625"/>
              <a:ext cx="12675" cy="10275"/>
            </a:xfrm>
            <a:custGeom>
              <a:avLst/>
              <a:gdLst/>
              <a:ahLst/>
              <a:cxnLst/>
              <a:rect l="l" t="t" r="r" b="b"/>
              <a:pathLst>
                <a:path w="507" h="411" extrusionOk="0">
                  <a:moveTo>
                    <a:pt x="314" y="1"/>
                  </a:moveTo>
                  <a:lnTo>
                    <a:pt x="265" y="49"/>
                  </a:lnTo>
                  <a:lnTo>
                    <a:pt x="217" y="73"/>
                  </a:lnTo>
                  <a:lnTo>
                    <a:pt x="169" y="97"/>
                  </a:lnTo>
                  <a:lnTo>
                    <a:pt x="49" y="97"/>
                  </a:lnTo>
                  <a:lnTo>
                    <a:pt x="25" y="145"/>
                  </a:lnTo>
                  <a:lnTo>
                    <a:pt x="1" y="169"/>
                  </a:lnTo>
                  <a:lnTo>
                    <a:pt x="25" y="242"/>
                  </a:lnTo>
                  <a:lnTo>
                    <a:pt x="49" y="314"/>
                  </a:lnTo>
                  <a:lnTo>
                    <a:pt x="97" y="362"/>
                  </a:lnTo>
                  <a:lnTo>
                    <a:pt x="145" y="410"/>
                  </a:lnTo>
                  <a:lnTo>
                    <a:pt x="193" y="410"/>
                  </a:lnTo>
                  <a:lnTo>
                    <a:pt x="217" y="386"/>
                  </a:lnTo>
                  <a:lnTo>
                    <a:pt x="290" y="338"/>
                  </a:lnTo>
                  <a:lnTo>
                    <a:pt x="338" y="290"/>
                  </a:lnTo>
                  <a:lnTo>
                    <a:pt x="386" y="242"/>
                  </a:lnTo>
                  <a:lnTo>
                    <a:pt x="434" y="194"/>
                  </a:lnTo>
                  <a:lnTo>
                    <a:pt x="482" y="145"/>
                  </a:lnTo>
                  <a:lnTo>
                    <a:pt x="506" y="97"/>
                  </a:lnTo>
                  <a:lnTo>
                    <a:pt x="458" y="25"/>
                  </a:lnTo>
                  <a:lnTo>
                    <a:pt x="43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9" name="Google Shape;12789;p30"/>
            <p:cNvSpPr/>
            <p:nvPr/>
          </p:nvSpPr>
          <p:spPr>
            <a:xfrm>
              <a:off x="4226450" y="1848200"/>
              <a:ext cx="10250" cy="9050"/>
            </a:xfrm>
            <a:custGeom>
              <a:avLst/>
              <a:gdLst/>
              <a:ahLst/>
              <a:cxnLst/>
              <a:rect l="l" t="t" r="r" b="b"/>
              <a:pathLst>
                <a:path w="410" h="362" extrusionOk="0">
                  <a:moveTo>
                    <a:pt x="217" y="1"/>
                  </a:moveTo>
                  <a:lnTo>
                    <a:pt x="145" y="25"/>
                  </a:lnTo>
                  <a:lnTo>
                    <a:pt x="73" y="97"/>
                  </a:lnTo>
                  <a:lnTo>
                    <a:pt x="25" y="145"/>
                  </a:lnTo>
                  <a:lnTo>
                    <a:pt x="1" y="218"/>
                  </a:lnTo>
                  <a:lnTo>
                    <a:pt x="25" y="266"/>
                  </a:lnTo>
                  <a:lnTo>
                    <a:pt x="49" y="338"/>
                  </a:lnTo>
                  <a:lnTo>
                    <a:pt x="121" y="362"/>
                  </a:lnTo>
                  <a:lnTo>
                    <a:pt x="241" y="362"/>
                  </a:lnTo>
                  <a:lnTo>
                    <a:pt x="290" y="338"/>
                  </a:lnTo>
                  <a:lnTo>
                    <a:pt x="338" y="314"/>
                  </a:lnTo>
                  <a:lnTo>
                    <a:pt x="386" y="290"/>
                  </a:lnTo>
                  <a:lnTo>
                    <a:pt x="410" y="218"/>
                  </a:lnTo>
                  <a:lnTo>
                    <a:pt x="410" y="169"/>
                  </a:lnTo>
                  <a:lnTo>
                    <a:pt x="386" y="97"/>
                  </a:lnTo>
                  <a:lnTo>
                    <a:pt x="314" y="25"/>
                  </a:lnTo>
                  <a:lnTo>
                    <a:pt x="26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0" name="Google Shape;12790;p30"/>
            <p:cNvSpPr/>
            <p:nvPr/>
          </p:nvSpPr>
          <p:spPr>
            <a:xfrm>
              <a:off x="3766650" y="1670675"/>
              <a:ext cx="14475" cy="7250"/>
            </a:xfrm>
            <a:custGeom>
              <a:avLst/>
              <a:gdLst/>
              <a:ahLst/>
              <a:cxnLst/>
              <a:rect l="l" t="t" r="r" b="b"/>
              <a:pathLst>
                <a:path w="579" h="290" extrusionOk="0">
                  <a:moveTo>
                    <a:pt x="314" y="0"/>
                  </a:moveTo>
                  <a:lnTo>
                    <a:pt x="97" y="24"/>
                  </a:lnTo>
                  <a:lnTo>
                    <a:pt x="49" y="24"/>
                  </a:lnTo>
                  <a:lnTo>
                    <a:pt x="25" y="48"/>
                  </a:lnTo>
                  <a:lnTo>
                    <a:pt x="1" y="97"/>
                  </a:lnTo>
                  <a:lnTo>
                    <a:pt x="1" y="145"/>
                  </a:lnTo>
                  <a:lnTo>
                    <a:pt x="49" y="217"/>
                  </a:lnTo>
                  <a:lnTo>
                    <a:pt x="73" y="265"/>
                  </a:lnTo>
                  <a:lnTo>
                    <a:pt x="145" y="289"/>
                  </a:lnTo>
                  <a:lnTo>
                    <a:pt x="338" y="265"/>
                  </a:lnTo>
                  <a:lnTo>
                    <a:pt x="458" y="241"/>
                  </a:lnTo>
                  <a:lnTo>
                    <a:pt x="554" y="169"/>
                  </a:lnTo>
                  <a:lnTo>
                    <a:pt x="578" y="145"/>
                  </a:lnTo>
                  <a:lnTo>
                    <a:pt x="578" y="121"/>
                  </a:lnTo>
                  <a:lnTo>
                    <a:pt x="530" y="48"/>
                  </a:lnTo>
                  <a:lnTo>
                    <a:pt x="434" y="24"/>
                  </a:lnTo>
                  <a:lnTo>
                    <a:pt x="31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1" name="Google Shape;12791;p30"/>
            <p:cNvSpPr/>
            <p:nvPr/>
          </p:nvSpPr>
          <p:spPr>
            <a:xfrm>
              <a:off x="3951425" y="1611700"/>
              <a:ext cx="10850" cy="9050"/>
            </a:xfrm>
            <a:custGeom>
              <a:avLst/>
              <a:gdLst/>
              <a:ahLst/>
              <a:cxnLst/>
              <a:rect l="l" t="t" r="r" b="b"/>
              <a:pathLst>
                <a:path w="434" h="362" extrusionOk="0">
                  <a:moveTo>
                    <a:pt x="145" y="0"/>
                  </a:moveTo>
                  <a:lnTo>
                    <a:pt x="72" y="24"/>
                  </a:lnTo>
                  <a:lnTo>
                    <a:pt x="24" y="72"/>
                  </a:lnTo>
                  <a:lnTo>
                    <a:pt x="0" y="145"/>
                  </a:lnTo>
                  <a:lnTo>
                    <a:pt x="0" y="169"/>
                  </a:lnTo>
                  <a:lnTo>
                    <a:pt x="0" y="217"/>
                  </a:lnTo>
                  <a:lnTo>
                    <a:pt x="97" y="313"/>
                  </a:lnTo>
                  <a:lnTo>
                    <a:pt x="145" y="361"/>
                  </a:lnTo>
                  <a:lnTo>
                    <a:pt x="217" y="361"/>
                  </a:lnTo>
                  <a:lnTo>
                    <a:pt x="337" y="313"/>
                  </a:lnTo>
                  <a:lnTo>
                    <a:pt x="385" y="265"/>
                  </a:lnTo>
                  <a:lnTo>
                    <a:pt x="434" y="217"/>
                  </a:lnTo>
                  <a:lnTo>
                    <a:pt x="434" y="169"/>
                  </a:lnTo>
                  <a:lnTo>
                    <a:pt x="434" y="120"/>
                  </a:lnTo>
                  <a:lnTo>
                    <a:pt x="385" y="72"/>
                  </a:lnTo>
                  <a:lnTo>
                    <a:pt x="337" y="24"/>
                  </a:lnTo>
                  <a:lnTo>
                    <a:pt x="28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2" name="Google Shape;12792;p30"/>
            <p:cNvSpPr/>
            <p:nvPr/>
          </p:nvSpPr>
          <p:spPr>
            <a:xfrm>
              <a:off x="4021825" y="1899975"/>
              <a:ext cx="10275" cy="9650"/>
            </a:xfrm>
            <a:custGeom>
              <a:avLst/>
              <a:gdLst/>
              <a:ahLst/>
              <a:cxnLst/>
              <a:rect l="l" t="t" r="r" b="b"/>
              <a:pathLst>
                <a:path w="411" h="386" extrusionOk="0">
                  <a:moveTo>
                    <a:pt x="145" y="0"/>
                  </a:moveTo>
                  <a:lnTo>
                    <a:pt x="73" y="24"/>
                  </a:lnTo>
                  <a:lnTo>
                    <a:pt x="25" y="48"/>
                  </a:lnTo>
                  <a:lnTo>
                    <a:pt x="1" y="96"/>
                  </a:lnTo>
                  <a:lnTo>
                    <a:pt x="1" y="169"/>
                  </a:lnTo>
                  <a:lnTo>
                    <a:pt x="25" y="265"/>
                  </a:lnTo>
                  <a:lnTo>
                    <a:pt x="97" y="337"/>
                  </a:lnTo>
                  <a:lnTo>
                    <a:pt x="169" y="361"/>
                  </a:lnTo>
                  <a:lnTo>
                    <a:pt x="242" y="385"/>
                  </a:lnTo>
                  <a:lnTo>
                    <a:pt x="314" y="361"/>
                  </a:lnTo>
                  <a:lnTo>
                    <a:pt x="362" y="337"/>
                  </a:lnTo>
                  <a:lnTo>
                    <a:pt x="386" y="265"/>
                  </a:lnTo>
                  <a:lnTo>
                    <a:pt x="410" y="193"/>
                  </a:lnTo>
                  <a:lnTo>
                    <a:pt x="362" y="121"/>
                  </a:lnTo>
                  <a:lnTo>
                    <a:pt x="314" y="48"/>
                  </a:lnTo>
                  <a:lnTo>
                    <a:pt x="217"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3" name="Google Shape;12793;p30"/>
            <p:cNvSpPr/>
            <p:nvPr/>
          </p:nvSpPr>
          <p:spPr>
            <a:xfrm>
              <a:off x="4086825" y="1952925"/>
              <a:ext cx="9650" cy="9650"/>
            </a:xfrm>
            <a:custGeom>
              <a:avLst/>
              <a:gdLst/>
              <a:ahLst/>
              <a:cxnLst/>
              <a:rect l="l" t="t" r="r" b="b"/>
              <a:pathLst>
                <a:path w="386" h="386" extrusionOk="0">
                  <a:moveTo>
                    <a:pt x="193" y="1"/>
                  </a:moveTo>
                  <a:lnTo>
                    <a:pt x="121" y="25"/>
                  </a:lnTo>
                  <a:lnTo>
                    <a:pt x="49" y="73"/>
                  </a:lnTo>
                  <a:lnTo>
                    <a:pt x="1" y="145"/>
                  </a:lnTo>
                  <a:lnTo>
                    <a:pt x="1" y="193"/>
                  </a:lnTo>
                  <a:lnTo>
                    <a:pt x="25" y="265"/>
                  </a:lnTo>
                  <a:lnTo>
                    <a:pt x="49" y="338"/>
                  </a:lnTo>
                  <a:lnTo>
                    <a:pt x="97" y="362"/>
                  </a:lnTo>
                  <a:lnTo>
                    <a:pt x="169" y="386"/>
                  </a:lnTo>
                  <a:lnTo>
                    <a:pt x="266" y="362"/>
                  </a:lnTo>
                  <a:lnTo>
                    <a:pt x="338" y="314"/>
                  </a:lnTo>
                  <a:lnTo>
                    <a:pt x="386" y="265"/>
                  </a:lnTo>
                  <a:lnTo>
                    <a:pt x="386" y="193"/>
                  </a:lnTo>
                  <a:lnTo>
                    <a:pt x="362" y="97"/>
                  </a:lnTo>
                  <a:lnTo>
                    <a:pt x="338" y="25"/>
                  </a:lnTo>
                  <a:lnTo>
                    <a:pt x="26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4" name="Google Shape;12794;p30"/>
            <p:cNvSpPr/>
            <p:nvPr/>
          </p:nvSpPr>
          <p:spPr>
            <a:xfrm>
              <a:off x="3868375" y="1606875"/>
              <a:ext cx="9650" cy="9650"/>
            </a:xfrm>
            <a:custGeom>
              <a:avLst/>
              <a:gdLst/>
              <a:ahLst/>
              <a:cxnLst/>
              <a:rect l="l" t="t" r="r" b="b"/>
              <a:pathLst>
                <a:path w="386" h="386" extrusionOk="0">
                  <a:moveTo>
                    <a:pt x="169" y="1"/>
                  </a:moveTo>
                  <a:lnTo>
                    <a:pt x="96" y="25"/>
                  </a:lnTo>
                  <a:lnTo>
                    <a:pt x="48" y="73"/>
                  </a:lnTo>
                  <a:lnTo>
                    <a:pt x="0" y="169"/>
                  </a:lnTo>
                  <a:lnTo>
                    <a:pt x="0" y="241"/>
                  </a:lnTo>
                  <a:lnTo>
                    <a:pt x="24" y="313"/>
                  </a:lnTo>
                  <a:lnTo>
                    <a:pt x="72" y="362"/>
                  </a:lnTo>
                  <a:lnTo>
                    <a:pt x="145" y="386"/>
                  </a:lnTo>
                  <a:lnTo>
                    <a:pt x="217" y="386"/>
                  </a:lnTo>
                  <a:lnTo>
                    <a:pt x="289" y="362"/>
                  </a:lnTo>
                  <a:lnTo>
                    <a:pt x="337" y="338"/>
                  </a:lnTo>
                  <a:lnTo>
                    <a:pt x="361" y="265"/>
                  </a:lnTo>
                  <a:lnTo>
                    <a:pt x="385" y="193"/>
                  </a:lnTo>
                  <a:lnTo>
                    <a:pt x="361" y="121"/>
                  </a:lnTo>
                  <a:lnTo>
                    <a:pt x="313" y="49"/>
                  </a:lnTo>
                  <a:lnTo>
                    <a:pt x="24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5" name="Google Shape;12795;p30"/>
            <p:cNvSpPr/>
            <p:nvPr/>
          </p:nvSpPr>
          <p:spPr>
            <a:xfrm>
              <a:off x="4026050" y="1804275"/>
              <a:ext cx="10850" cy="12050"/>
            </a:xfrm>
            <a:custGeom>
              <a:avLst/>
              <a:gdLst/>
              <a:ahLst/>
              <a:cxnLst/>
              <a:rect l="l" t="t" r="r" b="b"/>
              <a:pathLst>
                <a:path w="434" h="482" extrusionOk="0">
                  <a:moveTo>
                    <a:pt x="361" y="1"/>
                  </a:moveTo>
                  <a:lnTo>
                    <a:pt x="313" y="25"/>
                  </a:lnTo>
                  <a:lnTo>
                    <a:pt x="145" y="121"/>
                  </a:lnTo>
                  <a:lnTo>
                    <a:pt x="73" y="193"/>
                  </a:lnTo>
                  <a:lnTo>
                    <a:pt x="0" y="289"/>
                  </a:lnTo>
                  <a:lnTo>
                    <a:pt x="0" y="313"/>
                  </a:lnTo>
                  <a:lnTo>
                    <a:pt x="0" y="362"/>
                  </a:lnTo>
                  <a:lnTo>
                    <a:pt x="0" y="410"/>
                  </a:lnTo>
                  <a:lnTo>
                    <a:pt x="24" y="434"/>
                  </a:lnTo>
                  <a:lnTo>
                    <a:pt x="73" y="458"/>
                  </a:lnTo>
                  <a:lnTo>
                    <a:pt x="145" y="482"/>
                  </a:lnTo>
                  <a:lnTo>
                    <a:pt x="193" y="482"/>
                  </a:lnTo>
                  <a:lnTo>
                    <a:pt x="241" y="458"/>
                  </a:lnTo>
                  <a:lnTo>
                    <a:pt x="337" y="338"/>
                  </a:lnTo>
                  <a:lnTo>
                    <a:pt x="410" y="217"/>
                  </a:lnTo>
                  <a:lnTo>
                    <a:pt x="434" y="121"/>
                  </a:lnTo>
                  <a:lnTo>
                    <a:pt x="410" y="25"/>
                  </a:lnTo>
                  <a:lnTo>
                    <a:pt x="385" y="25"/>
                  </a:lnTo>
                  <a:lnTo>
                    <a:pt x="36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6" name="Google Shape;12796;p30"/>
            <p:cNvSpPr/>
            <p:nvPr/>
          </p:nvSpPr>
          <p:spPr>
            <a:xfrm>
              <a:off x="3852725" y="1844000"/>
              <a:ext cx="11450" cy="8450"/>
            </a:xfrm>
            <a:custGeom>
              <a:avLst/>
              <a:gdLst/>
              <a:ahLst/>
              <a:cxnLst/>
              <a:rect l="l" t="t" r="r" b="b"/>
              <a:pathLst>
                <a:path w="458" h="338" extrusionOk="0">
                  <a:moveTo>
                    <a:pt x="24" y="73"/>
                  </a:moveTo>
                  <a:lnTo>
                    <a:pt x="0" y="97"/>
                  </a:lnTo>
                  <a:lnTo>
                    <a:pt x="27" y="81"/>
                  </a:lnTo>
                  <a:lnTo>
                    <a:pt x="27" y="81"/>
                  </a:lnTo>
                  <a:lnTo>
                    <a:pt x="24" y="73"/>
                  </a:lnTo>
                  <a:close/>
                  <a:moveTo>
                    <a:pt x="265" y="0"/>
                  </a:moveTo>
                  <a:lnTo>
                    <a:pt x="121" y="24"/>
                  </a:lnTo>
                  <a:lnTo>
                    <a:pt x="27" y="81"/>
                  </a:lnTo>
                  <a:lnTo>
                    <a:pt x="27" y="81"/>
                  </a:lnTo>
                  <a:lnTo>
                    <a:pt x="72" y="217"/>
                  </a:lnTo>
                  <a:lnTo>
                    <a:pt x="121" y="313"/>
                  </a:lnTo>
                  <a:lnTo>
                    <a:pt x="193" y="337"/>
                  </a:lnTo>
                  <a:lnTo>
                    <a:pt x="289" y="337"/>
                  </a:lnTo>
                  <a:lnTo>
                    <a:pt x="361" y="313"/>
                  </a:lnTo>
                  <a:lnTo>
                    <a:pt x="409" y="289"/>
                  </a:lnTo>
                  <a:lnTo>
                    <a:pt x="458" y="241"/>
                  </a:lnTo>
                  <a:lnTo>
                    <a:pt x="458" y="169"/>
                  </a:lnTo>
                  <a:lnTo>
                    <a:pt x="458" y="97"/>
                  </a:lnTo>
                  <a:lnTo>
                    <a:pt x="409" y="24"/>
                  </a:lnTo>
                  <a:lnTo>
                    <a:pt x="33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7" name="Google Shape;12797;p30"/>
            <p:cNvSpPr/>
            <p:nvPr/>
          </p:nvSpPr>
          <p:spPr>
            <a:xfrm>
              <a:off x="3927350" y="1931875"/>
              <a:ext cx="9650" cy="12650"/>
            </a:xfrm>
            <a:custGeom>
              <a:avLst/>
              <a:gdLst/>
              <a:ahLst/>
              <a:cxnLst/>
              <a:rect l="l" t="t" r="r" b="b"/>
              <a:pathLst>
                <a:path w="386" h="506" extrusionOk="0">
                  <a:moveTo>
                    <a:pt x="73" y="0"/>
                  </a:moveTo>
                  <a:lnTo>
                    <a:pt x="48" y="24"/>
                  </a:lnTo>
                  <a:lnTo>
                    <a:pt x="0" y="48"/>
                  </a:lnTo>
                  <a:lnTo>
                    <a:pt x="0" y="96"/>
                  </a:lnTo>
                  <a:lnTo>
                    <a:pt x="73" y="313"/>
                  </a:lnTo>
                  <a:lnTo>
                    <a:pt x="145" y="433"/>
                  </a:lnTo>
                  <a:lnTo>
                    <a:pt x="230" y="498"/>
                  </a:lnTo>
                  <a:lnTo>
                    <a:pt x="230" y="498"/>
                  </a:lnTo>
                  <a:lnTo>
                    <a:pt x="337" y="433"/>
                  </a:lnTo>
                  <a:lnTo>
                    <a:pt x="361" y="385"/>
                  </a:lnTo>
                  <a:lnTo>
                    <a:pt x="385" y="361"/>
                  </a:lnTo>
                  <a:lnTo>
                    <a:pt x="385" y="313"/>
                  </a:lnTo>
                  <a:lnTo>
                    <a:pt x="385" y="265"/>
                  </a:lnTo>
                  <a:lnTo>
                    <a:pt x="313" y="193"/>
                  </a:lnTo>
                  <a:lnTo>
                    <a:pt x="241" y="120"/>
                  </a:lnTo>
                  <a:lnTo>
                    <a:pt x="73" y="0"/>
                  </a:lnTo>
                  <a:close/>
                  <a:moveTo>
                    <a:pt x="230" y="498"/>
                  </a:moveTo>
                  <a:lnTo>
                    <a:pt x="217" y="506"/>
                  </a:lnTo>
                  <a:lnTo>
                    <a:pt x="241" y="506"/>
                  </a:lnTo>
                  <a:lnTo>
                    <a:pt x="230" y="498"/>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8" name="Google Shape;12798;p30"/>
            <p:cNvSpPr/>
            <p:nvPr/>
          </p:nvSpPr>
          <p:spPr>
            <a:xfrm>
              <a:off x="3893650" y="1914400"/>
              <a:ext cx="11450" cy="9075"/>
            </a:xfrm>
            <a:custGeom>
              <a:avLst/>
              <a:gdLst/>
              <a:ahLst/>
              <a:cxnLst/>
              <a:rect l="l" t="t" r="r" b="b"/>
              <a:pathLst>
                <a:path w="458" h="363" extrusionOk="0">
                  <a:moveTo>
                    <a:pt x="217" y="1"/>
                  </a:moveTo>
                  <a:lnTo>
                    <a:pt x="169" y="25"/>
                  </a:lnTo>
                  <a:lnTo>
                    <a:pt x="96" y="73"/>
                  </a:lnTo>
                  <a:lnTo>
                    <a:pt x="24" y="121"/>
                  </a:lnTo>
                  <a:lnTo>
                    <a:pt x="0" y="169"/>
                  </a:lnTo>
                  <a:lnTo>
                    <a:pt x="0" y="193"/>
                  </a:lnTo>
                  <a:lnTo>
                    <a:pt x="48" y="266"/>
                  </a:lnTo>
                  <a:lnTo>
                    <a:pt x="96" y="314"/>
                  </a:lnTo>
                  <a:lnTo>
                    <a:pt x="145" y="338"/>
                  </a:lnTo>
                  <a:lnTo>
                    <a:pt x="217" y="362"/>
                  </a:lnTo>
                  <a:lnTo>
                    <a:pt x="289" y="362"/>
                  </a:lnTo>
                  <a:lnTo>
                    <a:pt x="337" y="338"/>
                  </a:lnTo>
                  <a:lnTo>
                    <a:pt x="385" y="290"/>
                  </a:lnTo>
                  <a:lnTo>
                    <a:pt x="434" y="242"/>
                  </a:lnTo>
                  <a:lnTo>
                    <a:pt x="458" y="193"/>
                  </a:lnTo>
                  <a:lnTo>
                    <a:pt x="434" y="145"/>
                  </a:lnTo>
                  <a:lnTo>
                    <a:pt x="361" y="49"/>
                  </a:lnTo>
                  <a:lnTo>
                    <a:pt x="28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9" name="Google Shape;12799;p30"/>
            <p:cNvSpPr/>
            <p:nvPr/>
          </p:nvSpPr>
          <p:spPr>
            <a:xfrm>
              <a:off x="3998975" y="1764550"/>
              <a:ext cx="15050" cy="10250"/>
            </a:xfrm>
            <a:custGeom>
              <a:avLst/>
              <a:gdLst/>
              <a:ahLst/>
              <a:cxnLst/>
              <a:rect l="l" t="t" r="r" b="b"/>
              <a:pathLst>
                <a:path w="602" h="410" extrusionOk="0">
                  <a:moveTo>
                    <a:pt x="48" y="1"/>
                  </a:moveTo>
                  <a:lnTo>
                    <a:pt x="24" y="49"/>
                  </a:lnTo>
                  <a:lnTo>
                    <a:pt x="0" y="73"/>
                  </a:lnTo>
                  <a:lnTo>
                    <a:pt x="385" y="362"/>
                  </a:lnTo>
                  <a:lnTo>
                    <a:pt x="506" y="410"/>
                  </a:lnTo>
                  <a:lnTo>
                    <a:pt x="554" y="410"/>
                  </a:lnTo>
                  <a:lnTo>
                    <a:pt x="602" y="362"/>
                  </a:lnTo>
                  <a:lnTo>
                    <a:pt x="602" y="314"/>
                  </a:lnTo>
                  <a:lnTo>
                    <a:pt x="578" y="241"/>
                  </a:lnTo>
                  <a:lnTo>
                    <a:pt x="554" y="169"/>
                  </a:lnTo>
                  <a:lnTo>
                    <a:pt x="506" y="14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0" name="Google Shape;12800;p30"/>
            <p:cNvSpPr/>
            <p:nvPr/>
          </p:nvSpPr>
          <p:spPr>
            <a:xfrm>
              <a:off x="3922525" y="1708575"/>
              <a:ext cx="13275" cy="9050"/>
            </a:xfrm>
            <a:custGeom>
              <a:avLst/>
              <a:gdLst/>
              <a:ahLst/>
              <a:cxnLst/>
              <a:rect l="l" t="t" r="r" b="b"/>
              <a:pathLst>
                <a:path w="531" h="362" extrusionOk="0">
                  <a:moveTo>
                    <a:pt x="73" y="1"/>
                  </a:moveTo>
                  <a:lnTo>
                    <a:pt x="25" y="49"/>
                  </a:lnTo>
                  <a:lnTo>
                    <a:pt x="1" y="97"/>
                  </a:lnTo>
                  <a:lnTo>
                    <a:pt x="25" y="169"/>
                  </a:lnTo>
                  <a:lnTo>
                    <a:pt x="73" y="242"/>
                  </a:lnTo>
                  <a:lnTo>
                    <a:pt x="97" y="266"/>
                  </a:lnTo>
                  <a:lnTo>
                    <a:pt x="145" y="290"/>
                  </a:lnTo>
                  <a:lnTo>
                    <a:pt x="266" y="290"/>
                  </a:lnTo>
                  <a:lnTo>
                    <a:pt x="314" y="314"/>
                  </a:lnTo>
                  <a:lnTo>
                    <a:pt x="386" y="362"/>
                  </a:lnTo>
                  <a:lnTo>
                    <a:pt x="434" y="362"/>
                  </a:lnTo>
                  <a:lnTo>
                    <a:pt x="482" y="338"/>
                  </a:lnTo>
                  <a:lnTo>
                    <a:pt x="506" y="290"/>
                  </a:lnTo>
                  <a:lnTo>
                    <a:pt x="530" y="242"/>
                  </a:lnTo>
                  <a:lnTo>
                    <a:pt x="506" y="145"/>
                  </a:lnTo>
                  <a:lnTo>
                    <a:pt x="458" y="97"/>
                  </a:lnTo>
                  <a:lnTo>
                    <a:pt x="410" y="73"/>
                  </a:lnTo>
                  <a:lnTo>
                    <a:pt x="314" y="73"/>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1" name="Google Shape;12801;p30"/>
            <p:cNvSpPr/>
            <p:nvPr/>
          </p:nvSpPr>
          <p:spPr>
            <a:xfrm>
              <a:off x="3878600" y="1842800"/>
              <a:ext cx="9050" cy="9050"/>
            </a:xfrm>
            <a:custGeom>
              <a:avLst/>
              <a:gdLst/>
              <a:ahLst/>
              <a:cxnLst/>
              <a:rect l="l" t="t" r="r" b="b"/>
              <a:pathLst>
                <a:path w="362" h="362" extrusionOk="0">
                  <a:moveTo>
                    <a:pt x="97" y="0"/>
                  </a:moveTo>
                  <a:lnTo>
                    <a:pt x="24" y="24"/>
                  </a:lnTo>
                  <a:lnTo>
                    <a:pt x="0" y="97"/>
                  </a:lnTo>
                  <a:lnTo>
                    <a:pt x="0" y="193"/>
                  </a:lnTo>
                  <a:lnTo>
                    <a:pt x="49" y="265"/>
                  </a:lnTo>
                  <a:lnTo>
                    <a:pt x="121" y="337"/>
                  </a:lnTo>
                  <a:lnTo>
                    <a:pt x="241" y="361"/>
                  </a:lnTo>
                  <a:lnTo>
                    <a:pt x="313" y="337"/>
                  </a:lnTo>
                  <a:lnTo>
                    <a:pt x="337" y="289"/>
                  </a:lnTo>
                  <a:lnTo>
                    <a:pt x="361" y="265"/>
                  </a:lnTo>
                  <a:lnTo>
                    <a:pt x="361" y="217"/>
                  </a:lnTo>
                  <a:lnTo>
                    <a:pt x="337" y="121"/>
                  </a:lnTo>
                  <a:lnTo>
                    <a:pt x="289" y="48"/>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2" name="Google Shape;12802;p30"/>
            <p:cNvSpPr/>
            <p:nvPr/>
          </p:nvSpPr>
          <p:spPr>
            <a:xfrm>
              <a:off x="3817200" y="1774175"/>
              <a:ext cx="9675" cy="9050"/>
            </a:xfrm>
            <a:custGeom>
              <a:avLst/>
              <a:gdLst/>
              <a:ahLst/>
              <a:cxnLst/>
              <a:rect l="l" t="t" r="r" b="b"/>
              <a:pathLst>
                <a:path w="387" h="362" extrusionOk="0">
                  <a:moveTo>
                    <a:pt x="193" y="1"/>
                  </a:moveTo>
                  <a:lnTo>
                    <a:pt x="97" y="49"/>
                  </a:lnTo>
                  <a:lnTo>
                    <a:pt x="25" y="145"/>
                  </a:lnTo>
                  <a:lnTo>
                    <a:pt x="1" y="193"/>
                  </a:lnTo>
                  <a:lnTo>
                    <a:pt x="1" y="218"/>
                  </a:lnTo>
                  <a:lnTo>
                    <a:pt x="49" y="314"/>
                  </a:lnTo>
                  <a:lnTo>
                    <a:pt x="97" y="362"/>
                  </a:lnTo>
                  <a:lnTo>
                    <a:pt x="193" y="362"/>
                  </a:lnTo>
                  <a:lnTo>
                    <a:pt x="266" y="338"/>
                  </a:lnTo>
                  <a:lnTo>
                    <a:pt x="314" y="290"/>
                  </a:lnTo>
                  <a:lnTo>
                    <a:pt x="338" y="242"/>
                  </a:lnTo>
                  <a:lnTo>
                    <a:pt x="386" y="169"/>
                  </a:lnTo>
                  <a:lnTo>
                    <a:pt x="386" y="121"/>
                  </a:lnTo>
                  <a:lnTo>
                    <a:pt x="362" y="49"/>
                  </a:lnTo>
                  <a:lnTo>
                    <a:pt x="338" y="25"/>
                  </a:lnTo>
                  <a:lnTo>
                    <a:pt x="2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3" name="Google Shape;12803;p30"/>
            <p:cNvSpPr/>
            <p:nvPr/>
          </p:nvSpPr>
          <p:spPr>
            <a:xfrm>
              <a:off x="4011000" y="1669475"/>
              <a:ext cx="9050" cy="9650"/>
            </a:xfrm>
            <a:custGeom>
              <a:avLst/>
              <a:gdLst/>
              <a:ahLst/>
              <a:cxnLst/>
              <a:rect l="l" t="t" r="r" b="b"/>
              <a:pathLst>
                <a:path w="362" h="386" extrusionOk="0">
                  <a:moveTo>
                    <a:pt x="49" y="0"/>
                  </a:moveTo>
                  <a:lnTo>
                    <a:pt x="25" y="24"/>
                  </a:lnTo>
                  <a:lnTo>
                    <a:pt x="0" y="72"/>
                  </a:lnTo>
                  <a:lnTo>
                    <a:pt x="25" y="193"/>
                  </a:lnTo>
                  <a:lnTo>
                    <a:pt x="73" y="289"/>
                  </a:lnTo>
                  <a:lnTo>
                    <a:pt x="169" y="361"/>
                  </a:lnTo>
                  <a:lnTo>
                    <a:pt x="313" y="385"/>
                  </a:lnTo>
                  <a:lnTo>
                    <a:pt x="338" y="361"/>
                  </a:lnTo>
                  <a:lnTo>
                    <a:pt x="362" y="313"/>
                  </a:lnTo>
                  <a:lnTo>
                    <a:pt x="313" y="145"/>
                  </a:lnTo>
                  <a:lnTo>
                    <a:pt x="265" y="72"/>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4" name="Google Shape;12804;p30"/>
            <p:cNvSpPr/>
            <p:nvPr/>
          </p:nvSpPr>
          <p:spPr>
            <a:xfrm>
              <a:off x="3884625" y="1596050"/>
              <a:ext cx="10250" cy="9050"/>
            </a:xfrm>
            <a:custGeom>
              <a:avLst/>
              <a:gdLst/>
              <a:ahLst/>
              <a:cxnLst/>
              <a:rect l="l" t="t" r="r" b="b"/>
              <a:pathLst>
                <a:path w="410" h="362" extrusionOk="0">
                  <a:moveTo>
                    <a:pt x="361" y="0"/>
                  </a:moveTo>
                  <a:lnTo>
                    <a:pt x="313" y="24"/>
                  </a:lnTo>
                  <a:lnTo>
                    <a:pt x="193" y="72"/>
                  </a:lnTo>
                  <a:lnTo>
                    <a:pt x="120" y="72"/>
                  </a:lnTo>
                  <a:lnTo>
                    <a:pt x="72" y="121"/>
                  </a:lnTo>
                  <a:lnTo>
                    <a:pt x="24" y="145"/>
                  </a:lnTo>
                  <a:lnTo>
                    <a:pt x="0" y="217"/>
                  </a:lnTo>
                  <a:lnTo>
                    <a:pt x="0" y="289"/>
                  </a:lnTo>
                  <a:lnTo>
                    <a:pt x="48" y="337"/>
                  </a:lnTo>
                  <a:lnTo>
                    <a:pt x="120" y="361"/>
                  </a:lnTo>
                  <a:lnTo>
                    <a:pt x="169" y="337"/>
                  </a:lnTo>
                  <a:lnTo>
                    <a:pt x="289" y="289"/>
                  </a:lnTo>
                  <a:lnTo>
                    <a:pt x="385" y="217"/>
                  </a:lnTo>
                  <a:lnTo>
                    <a:pt x="409" y="169"/>
                  </a:lnTo>
                  <a:lnTo>
                    <a:pt x="409" y="121"/>
                  </a:lnTo>
                  <a:lnTo>
                    <a:pt x="385" y="24"/>
                  </a:lnTo>
                  <a:lnTo>
                    <a:pt x="36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5" name="Google Shape;12805;p30"/>
            <p:cNvSpPr/>
            <p:nvPr/>
          </p:nvSpPr>
          <p:spPr>
            <a:xfrm>
              <a:off x="3949625" y="1831950"/>
              <a:ext cx="10250" cy="9050"/>
            </a:xfrm>
            <a:custGeom>
              <a:avLst/>
              <a:gdLst/>
              <a:ahLst/>
              <a:cxnLst/>
              <a:rect l="l" t="t" r="r" b="b"/>
              <a:pathLst>
                <a:path w="410" h="362" extrusionOk="0">
                  <a:moveTo>
                    <a:pt x="96" y="1"/>
                  </a:moveTo>
                  <a:lnTo>
                    <a:pt x="48" y="25"/>
                  </a:lnTo>
                  <a:lnTo>
                    <a:pt x="24" y="49"/>
                  </a:lnTo>
                  <a:lnTo>
                    <a:pt x="0" y="73"/>
                  </a:lnTo>
                  <a:lnTo>
                    <a:pt x="24" y="145"/>
                  </a:lnTo>
                  <a:lnTo>
                    <a:pt x="120" y="242"/>
                  </a:lnTo>
                  <a:lnTo>
                    <a:pt x="217" y="338"/>
                  </a:lnTo>
                  <a:lnTo>
                    <a:pt x="337" y="362"/>
                  </a:lnTo>
                  <a:lnTo>
                    <a:pt x="361" y="338"/>
                  </a:lnTo>
                  <a:lnTo>
                    <a:pt x="409" y="314"/>
                  </a:lnTo>
                  <a:lnTo>
                    <a:pt x="409" y="242"/>
                  </a:lnTo>
                  <a:lnTo>
                    <a:pt x="409" y="193"/>
                  </a:lnTo>
                  <a:lnTo>
                    <a:pt x="361" y="121"/>
                  </a:lnTo>
                  <a:lnTo>
                    <a:pt x="289" y="49"/>
                  </a:lnTo>
                  <a:lnTo>
                    <a:pt x="241"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6" name="Google Shape;12806;p30"/>
            <p:cNvSpPr/>
            <p:nvPr/>
          </p:nvSpPr>
          <p:spPr>
            <a:xfrm>
              <a:off x="4137375" y="1777800"/>
              <a:ext cx="9050" cy="9050"/>
            </a:xfrm>
            <a:custGeom>
              <a:avLst/>
              <a:gdLst/>
              <a:ahLst/>
              <a:cxnLst/>
              <a:rect l="l" t="t" r="r" b="b"/>
              <a:pathLst>
                <a:path w="362" h="362" extrusionOk="0">
                  <a:moveTo>
                    <a:pt x="97" y="0"/>
                  </a:moveTo>
                  <a:lnTo>
                    <a:pt x="73" y="24"/>
                  </a:lnTo>
                  <a:lnTo>
                    <a:pt x="25" y="48"/>
                  </a:lnTo>
                  <a:lnTo>
                    <a:pt x="1" y="145"/>
                  </a:lnTo>
                  <a:lnTo>
                    <a:pt x="1" y="217"/>
                  </a:lnTo>
                  <a:lnTo>
                    <a:pt x="49" y="289"/>
                  </a:lnTo>
                  <a:lnTo>
                    <a:pt x="97" y="337"/>
                  </a:lnTo>
                  <a:lnTo>
                    <a:pt x="145" y="361"/>
                  </a:lnTo>
                  <a:lnTo>
                    <a:pt x="218" y="361"/>
                  </a:lnTo>
                  <a:lnTo>
                    <a:pt x="338" y="313"/>
                  </a:lnTo>
                  <a:lnTo>
                    <a:pt x="362" y="265"/>
                  </a:lnTo>
                  <a:lnTo>
                    <a:pt x="338" y="193"/>
                  </a:lnTo>
                  <a:lnTo>
                    <a:pt x="266" y="97"/>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7" name="Google Shape;12807;p30"/>
            <p:cNvSpPr/>
            <p:nvPr/>
          </p:nvSpPr>
          <p:spPr>
            <a:xfrm>
              <a:off x="3876800" y="1699550"/>
              <a:ext cx="6025" cy="9650"/>
            </a:xfrm>
            <a:custGeom>
              <a:avLst/>
              <a:gdLst/>
              <a:ahLst/>
              <a:cxnLst/>
              <a:rect l="l" t="t" r="r" b="b"/>
              <a:pathLst>
                <a:path w="241" h="386" extrusionOk="0">
                  <a:moveTo>
                    <a:pt x="72" y="1"/>
                  </a:moveTo>
                  <a:lnTo>
                    <a:pt x="24" y="25"/>
                  </a:lnTo>
                  <a:lnTo>
                    <a:pt x="24" y="49"/>
                  </a:lnTo>
                  <a:lnTo>
                    <a:pt x="0" y="145"/>
                  </a:lnTo>
                  <a:lnTo>
                    <a:pt x="24" y="217"/>
                  </a:lnTo>
                  <a:lnTo>
                    <a:pt x="48" y="314"/>
                  </a:lnTo>
                  <a:lnTo>
                    <a:pt x="96" y="386"/>
                  </a:lnTo>
                  <a:lnTo>
                    <a:pt x="217" y="386"/>
                  </a:lnTo>
                  <a:lnTo>
                    <a:pt x="241" y="362"/>
                  </a:lnTo>
                  <a:lnTo>
                    <a:pt x="241" y="338"/>
                  </a:lnTo>
                  <a:lnTo>
                    <a:pt x="241" y="242"/>
                  </a:lnTo>
                  <a:lnTo>
                    <a:pt x="241" y="145"/>
                  </a:lnTo>
                  <a:lnTo>
                    <a:pt x="193" y="73"/>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8" name="Google Shape;12808;p30"/>
            <p:cNvSpPr/>
            <p:nvPr/>
          </p:nvSpPr>
          <p:spPr>
            <a:xfrm>
              <a:off x="3751600" y="1757925"/>
              <a:ext cx="9675" cy="6050"/>
            </a:xfrm>
            <a:custGeom>
              <a:avLst/>
              <a:gdLst/>
              <a:ahLst/>
              <a:cxnLst/>
              <a:rect l="l" t="t" r="r" b="b"/>
              <a:pathLst>
                <a:path w="387" h="242" extrusionOk="0">
                  <a:moveTo>
                    <a:pt x="97" y="1"/>
                  </a:moveTo>
                  <a:lnTo>
                    <a:pt x="49" y="49"/>
                  </a:lnTo>
                  <a:lnTo>
                    <a:pt x="1" y="73"/>
                  </a:lnTo>
                  <a:lnTo>
                    <a:pt x="1" y="121"/>
                  </a:lnTo>
                  <a:lnTo>
                    <a:pt x="25" y="169"/>
                  </a:lnTo>
                  <a:lnTo>
                    <a:pt x="49" y="218"/>
                  </a:lnTo>
                  <a:lnTo>
                    <a:pt x="73" y="242"/>
                  </a:lnTo>
                  <a:lnTo>
                    <a:pt x="290" y="242"/>
                  </a:lnTo>
                  <a:lnTo>
                    <a:pt x="338" y="193"/>
                  </a:lnTo>
                  <a:lnTo>
                    <a:pt x="386" y="145"/>
                  </a:lnTo>
                  <a:lnTo>
                    <a:pt x="386" y="97"/>
                  </a:lnTo>
                  <a:lnTo>
                    <a:pt x="314"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9" name="Google Shape;12809;p30"/>
            <p:cNvSpPr/>
            <p:nvPr/>
          </p:nvSpPr>
          <p:spPr>
            <a:xfrm>
              <a:off x="4184325" y="1822925"/>
              <a:ext cx="6650" cy="9650"/>
            </a:xfrm>
            <a:custGeom>
              <a:avLst/>
              <a:gdLst/>
              <a:ahLst/>
              <a:cxnLst/>
              <a:rect l="l" t="t" r="r" b="b"/>
              <a:pathLst>
                <a:path w="266" h="386" extrusionOk="0">
                  <a:moveTo>
                    <a:pt x="97" y="1"/>
                  </a:moveTo>
                  <a:lnTo>
                    <a:pt x="49" y="25"/>
                  </a:lnTo>
                  <a:lnTo>
                    <a:pt x="25" y="73"/>
                  </a:lnTo>
                  <a:lnTo>
                    <a:pt x="1" y="145"/>
                  </a:lnTo>
                  <a:lnTo>
                    <a:pt x="1" y="217"/>
                  </a:lnTo>
                  <a:lnTo>
                    <a:pt x="25" y="266"/>
                  </a:lnTo>
                  <a:lnTo>
                    <a:pt x="97" y="362"/>
                  </a:lnTo>
                  <a:lnTo>
                    <a:pt x="121" y="386"/>
                  </a:lnTo>
                  <a:lnTo>
                    <a:pt x="169" y="386"/>
                  </a:lnTo>
                  <a:lnTo>
                    <a:pt x="217" y="362"/>
                  </a:lnTo>
                  <a:lnTo>
                    <a:pt x="241" y="338"/>
                  </a:lnTo>
                  <a:lnTo>
                    <a:pt x="265" y="290"/>
                  </a:lnTo>
                  <a:lnTo>
                    <a:pt x="265" y="217"/>
                  </a:lnTo>
                  <a:lnTo>
                    <a:pt x="265" y="145"/>
                  </a:lnTo>
                  <a:lnTo>
                    <a:pt x="217" y="97"/>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0" name="Google Shape;12810;p30"/>
            <p:cNvSpPr/>
            <p:nvPr/>
          </p:nvSpPr>
          <p:spPr>
            <a:xfrm>
              <a:off x="4044700" y="1710400"/>
              <a:ext cx="9650" cy="6625"/>
            </a:xfrm>
            <a:custGeom>
              <a:avLst/>
              <a:gdLst/>
              <a:ahLst/>
              <a:cxnLst/>
              <a:rect l="l" t="t" r="r" b="b"/>
              <a:pathLst>
                <a:path w="386" h="265" extrusionOk="0">
                  <a:moveTo>
                    <a:pt x="289" y="0"/>
                  </a:moveTo>
                  <a:lnTo>
                    <a:pt x="121" y="24"/>
                  </a:lnTo>
                  <a:lnTo>
                    <a:pt x="25" y="48"/>
                  </a:lnTo>
                  <a:lnTo>
                    <a:pt x="1" y="96"/>
                  </a:lnTo>
                  <a:lnTo>
                    <a:pt x="1" y="120"/>
                  </a:lnTo>
                  <a:lnTo>
                    <a:pt x="49" y="193"/>
                  </a:lnTo>
                  <a:lnTo>
                    <a:pt x="121" y="241"/>
                  </a:lnTo>
                  <a:lnTo>
                    <a:pt x="217" y="265"/>
                  </a:lnTo>
                  <a:lnTo>
                    <a:pt x="289" y="241"/>
                  </a:lnTo>
                  <a:lnTo>
                    <a:pt x="338" y="217"/>
                  </a:lnTo>
                  <a:lnTo>
                    <a:pt x="386" y="169"/>
                  </a:lnTo>
                  <a:lnTo>
                    <a:pt x="386" y="96"/>
                  </a:lnTo>
                  <a:lnTo>
                    <a:pt x="362" y="48"/>
                  </a:lnTo>
                  <a:lnTo>
                    <a:pt x="33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1" name="Google Shape;12811;p30"/>
            <p:cNvSpPr/>
            <p:nvPr/>
          </p:nvSpPr>
          <p:spPr>
            <a:xfrm>
              <a:off x="3893050" y="1766950"/>
              <a:ext cx="7850" cy="7850"/>
            </a:xfrm>
            <a:custGeom>
              <a:avLst/>
              <a:gdLst/>
              <a:ahLst/>
              <a:cxnLst/>
              <a:rect l="l" t="t" r="r" b="b"/>
              <a:pathLst>
                <a:path w="314" h="314" extrusionOk="0">
                  <a:moveTo>
                    <a:pt x="120" y="1"/>
                  </a:moveTo>
                  <a:lnTo>
                    <a:pt x="96" y="25"/>
                  </a:lnTo>
                  <a:lnTo>
                    <a:pt x="48" y="73"/>
                  </a:lnTo>
                  <a:lnTo>
                    <a:pt x="24" y="121"/>
                  </a:lnTo>
                  <a:lnTo>
                    <a:pt x="0" y="194"/>
                  </a:lnTo>
                  <a:lnTo>
                    <a:pt x="24" y="266"/>
                  </a:lnTo>
                  <a:lnTo>
                    <a:pt x="48" y="314"/>
                  </a:lnTo>
                  <a:lnTo>
                    <a:pt x="169" y="314"/>
                  </a:lnTo>
                  <a:lnTo>
                    <a:pt x="241" y="290"/>
                  </a:lnTo>
                  <a:lnTo>
                    <a:pt x="289" y="266"/>
                  </a:lnTo>
                  <a:lnTo>
                    <a:pt x="313" y="194"/>
                  </a:lnTo>
                  <a:lnTo>
                    <a:pt x="289" y="121"/>
                  </a:lnTo>
                  <a:lnTo>
                    <a:pt x="265" y="73"/>
                  </a:lnTo>
                  <a:lnTo>
                    <a:pt x="217"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2" name="Google Shape;12812;p30"/>
            <p:cNvSpPr/>
            <p:nvPr/>
          </p:nvSpPr>
          <p:spPr>
            <a:xfrm>
              <a:off x="3804575" y="1815700"/>
              <a:ext cx="9050" cy="6650"/>
            </a:xfrm>
            <a:custGeom>
              <a:avLst/>
              <a:gdLst/>
              <a:ahLst/>
              <a:cxnLst/>
              <a:rect l="l" t="t" r="r" b="b"/>
              <a:pathLst>
                <a:path w="362" h="266" extrusionOk="0">
                  <a:moveTo>
                    <a:pt x="217" y="1"/>
                  </a:moveTo>
                  <a:lnTo>
                    <a:pt x="97" y="25"/>
                  </a:lnTo>
                  <a:lnTo>
                    <a:pt x="24" y="49"/>
                  </a:lnTo>
                  <a:lnTo>
                    <a:pt x="0" y="97"/>
                  </a:lnTo>
                  <a:lnTo>
                    <a:pt x="0" y="145"/>
                  </a:lnTo>
                  <a:lnTo>
                    <a:pt x="24" y="194"/>
                  </a:lnTo>
                  <a:lnTo>
                    <a:pt x="48" y="242"/>
                  </a:lnTo>
                  <a:lnTo>
                    <a:pt x="169" y="266"/>
                  </a:lnTo>
                  <a:lnTo>
                    <a:pt x="289" y="242"/>
                  </a:lnTo>
                  <a:lnTo>
                    <a:pt x="361" y="218"/>
                  </a:lnTo>
                  <a:lnTo>
                    <a:pt x="361" y="194"/>
                  </a:lnTo>
                  <a:lnTo>
                    <a:pt x="361" y="169"/>
                  </a:lnTo>
                  <a:lnTo>
                    <a:pt x="337" y="97"/>
                  </a:lnTo>
                  <a:lnTo>
                    <a:pt x="313" y="49"/>
                  </a:lnTo>
                  <a:lnTo>
                    <a:pt x="265" y="25"/>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3" name="Google Shape;12813;p30"/>
            <p:cNvSpPr/>
            <p:nvPr/>
          </p:nvSpPr>
          <p:spPr>
            <a:xfrm>
              <a:off x="4074800" y="1877100"/>
              <a:ext cx="6650" cy="7250"/>
            </a:xfrm>
            <a:custGeom>
              <a:avLst/>
              <a:gdLst/>
              <a:ahLst/>
              <a:cxnLst/>
              <a:rect l="l" t="t" r="r" b="b"/>
              <a:pathLst>
                <a:path w="266" h="290" extrusionOk="0">
                  <a:moveTo>
                    <a:pt x="121" y="0"/>
                  </a:moveTo>
                  <a:lnTo>
                    <a:pt x="48" y="49"/>
                  </a:lnTo>
                  <a:lnTo>
                    <a:pt x="24" y="73"/>
                  </a:lnTo>
                  <a:lnTo>
                    <a:pt x="0" y="169"/>
                  </a:lnTo>
                  <a:lnTo>
                    <a:pt x="0" y="241"/>
                  </a:lnTo>
                  <a:lnTo>
                    <a:pt x="48" y="289"/>
                  </a:lnTo>
                  <a:lnTo>
                    <a:pt x="169" y="289"/>
                  </a:lnTo>
                  <a:lnTo>
                    <a:pt x="217" y="241"/>
                  </a:lnTo>
                  <a:lnTo>
                    <a:pt x="241" y="193"/>
                  </a:lnTo>
                  <a:lnTo>
                    <a:pt x="265" y="145"/>
                  </a:lnTo>
                  <a:lnTo>
                    <a:pt x="265" y="97"/>
                  </a:lnTo>
                  <a:lnTo>
                    <a:pt x="241" y="49"/>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4" name="Google Shape;12814;p30"/>
            <p:cNvSpPr/>
            <p:nvPr/>
          </p:nvSpPr>
          <p:spPr>
            <a:xfrm>
              <a:off x="3783500" y="1626725"/>
              <a:ext cx="6650" cy="9075"/>
            </a:xfrm>
            <a:custGeom>
              <a:avLst/>
              <a:gdLst/>
              <a:ahLst/>
              <a:cxnLst/>
              <a:rect l="l" t="t" r="r" b="b"/>
              <a:pathLst>
                <a:path w="266" h="363" extrusionOk="0">
                  <a:moveTo>
                    <a:pt x="97" y="1"/>
                  </a:moveTo>
                  <a:lnTo>
                    <a:pt x="49" y="25"/>
                  </a:lnTo>
                  <a:lnTo>
                    <a:pt x="25" y="49"/>
                  </a:lnTo>
                  <a:lnTo>
                    <a:pt x="1" y="145"/>
                  </a:lnTo>
                  <a:lnTo>
                    <a:pt x="25" y="266"/>
                  </a:lnTo>
                  <a:lnTo>
                    <a:pt x="73" y="338"/>
                  </a:lnTo>
                  <a:lnTo>
                    <a:pt x="121" y="362"/>
                  </a:lnTo>
                  <a:lnTo>
                    <a:pt x="169" y="362"/>
                  </a:lnTo>
                  <a:lnTo>
                    <a:pt x="193" y="338"/>
                  </a:lnTo>
                  <a:lnTo>
                    <a:pt x="242" y="290"/>
                  </a:lnTo>
                  <a:lnTo>
                    <a:pt x="266" y="194"/>
                  </a:lnTo>
                  <a:lnTo>
                    <a:pt x="242"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5" name="Google Shape;12815;p30"/>
            <p:cNvSpPr/>
            <p:nvPr/>
          </p:nvSpPr>
          <p:spPr>
            <a:xfrm>
              <a:off x="4103675" y="1869875"/>
              <a:ext cx="6650" cy="8450"/>
            </a:xfrm>
            <a:custGeom>
              <a:avLst/>
              <a:gdLst/>
              <a:ahLst/>
              <a:cxnLst/>
              <a:rect l="l" t="t" r="r" b="b"/>
              <a:pathLst>
                <a:path w="266" h="338" extrusionOk="0">
                  <a:moveTo>
                    <a:pt x="73" y="0"/>
                  </a:moveTo>
                  <a:lnTo>
                    <a:pt x="25" y="73"/>
                  </a:lnTo>
                  <a:lnTo>
                    <a:pt x="1" y="169"/>
                  </a:lnTo>
                  <a:lnTo>
                    <a:pt x="1" y="217"/>
                  </a:lnTo>
                  <a:lnTo>
                    <a:pt x="1" y="265"/>
                  </a:lnTo>
                  <a:lnTo>
                    <a:pt x="25" y="313"/>
                  </a:lnTo>
                  <a:lnTo>
                    <a:pt x="97" y="338"/>
                  </a:lnTo>
                  <a:lnTo>
                    <a:pt x="145" y="338"/>
                  </a:lnTo>
                  <a:lnTo>
                    <a:pt x="193" y="313"/>
                  </a:lnTo>
                  <a:lnTo>
                    <a:pt x="242" y="289"/>
                  </a:lnTo>
                  <a:lnTo>
                    <a:pt x="266" y="217"/>
                  </a:lnTo>
                  <a:lnTo>
                    <a:pt x="266" y="97"/>
                  </a:lnTo>
                  <a:lnTo>
                    <a:pt x="266" y="49"/>
                  </a:lnTo>
                  <a:lnTo>
                    <a:pt x="242" y="25"/>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6" name="Google Shape;12816;p30"/>
            <p:cNvSpPr/>
            <p:nvPr/>
          </p:nvSpPr>
          <p:spPr>
            <a:xfrm>
              <a:off x="4027850" y="1783200"/>
              <a:ext cx="6050" cy="7850"/>
            </a:xfrm>
            <a:custGeom>
              <a:avLst/>
              <a:gdLst/>
              <a:ahLst/>
              <a:cxnLst/>
              <a:rect l="l" t="t" r="r" b="b"/>
              <a:pathLst>
                <a:path w="242" h="314" extrusionOk="0">
                  <a:moveTo>
                    <a:pt x="73" y="1"/>
                  </a:moveTo>
                  <a:lnTo>
                    <a:pt x="49" y="49"/>
                  </a:lnTo>
                  <a:lnTo>
                    <a:pt x="1" y="97"/>
                  </a:lnTo>
                  <a:lnTo>
                    <a:pt x="1" y="169"/>
                  </a:lnTo>
                  <a:lnTo>
                    <a:pt x="1" y="218"/>
                  </a:lnTo>
                  <a:lnTo>
                    <a:pt x="25" y="266"/>
                  </a:lnTo>
                  <a:lnTo>
                    <a:pt x="73" y="290"/>
                  </a:lnTo>
                  <a:lnTo>
                    <a:pt x="121" y="314"/>
                  </a:lnTo>
                  <a:lnTo>
                    <a:pt x="169" y="290"/>
                  </a:lnTo>
                  <a:lnTo>
                    <a:pt x="193" y="242"/>
                  </a:lnTo>
                  <a:lnTo>
                    <a:pt x="241" y="194"/>
                  </a:lnTo>
                  <a:lnTo>
                    <a:pt x="241" y="145"/>
                  </a:lnTo>
                  <a:lnTo>
                    <a:pt x="241" y="73"/>
                  </a:lnTo>
                  <a:lnTo>
                    <a:pt x="241"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7" name="Google Shape;12817;p30"/>
            <p:cNvSpPr/>
            <p:nvPr/>
          </p:nvSpPr>
          <p:spPr>
            <a:xfrm>
              <a:off x="3970675" y="1794650"/>
              <a:ext cx="7250" cy="8450"/>
            </a:xfrm>
            <a:custGeom>
              <a:avLst/>
              <a:gdLst/>
              <a:ahLst/>
              <a:cxnLst/>
              <a:rect l="l" t="t" r="r" b="b"/>
              <a:pathLst>
                <a:path w="290" h="338" extrusionOk="0">
                  <a:moveTo>
                    <a:pt x="169" y="0"/>
                  </a:moveTo>
                  <a:lnTo>
                    <a:pt x="73" y="24"/>
                  </a:lnTo>
                  <a:lnTo>
                    <a:pt x="25" y="97"/>
                  </a:lnTo>
                  <a:lnTo>
                    <a:pt x="1" y="145"/>
                  </a:lnTo>
                  <a:lnTo>
                    <a:pt x="1" y="193"/>
                  </a:lnTo>
                  <a:lnTo>
                    <a:pt x="25" y="241"/>
                  </a:lnTo>
                  <a:lnTo>
                    <a:pt x="73" y="265"/>
                  </a:lnTo>
                  <a:lnTo>
                    <a:pt x="166" y="312"/>
                  </a:lnTo>
                  <a:lnTo>
                    <a:pt x="166" y="312"/>
                  </a:lnTo>
                  <a:lnTo>
                    <a:pt x="265" y="193"/>
                  </a:lnTo>
                  <a:lnTo>
                    <a:pt x="289" y="97"/>
                  </a:lnTo>
                  <a:lnTo>
                    <a:pt x="265" y="73"/>
                  </a:lnTo>
                  <a:lnTo>
                    <a:pt x="241" y="24"/>
                  </a:lnTo>
                  <a:lnTo>
                    <a:pt x="193" y="0"/>
                  </a:lnTo>
                  <a:close/>
                  <a:moveTo>
                    <a:pt x="166" y="312"/>
                  </a:moveTo>
                  <a:lnTo>
                    <a:pt x="145" y="337"/>
                  </a:lnTo>
                  <a:lnTo>
                    <a:pt x="169" y="313"/>
                  </a:lnTo>
                  <a:lnTo>
                    <a:pt x="166" y="312"/>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8" name="Google Shape;12818;p30"/>
            <p:cNvSpPr/>
            <p:nvPr/>
          </p:nvSpPr>
          <p:spPr>
            <a:xfrm>
              <a:off x="3745000" y="1801875"/>
              <a:ext cx="6625" cy="7250"/>
            </a:xfrm>
            <a:custGeom>
              <a:avLst/>
              <a:gdLst/>
              <a:ahLst/>
              <a:cxnLst/>
              <a:rect l="l" t="t" r="r" b="b"/>
              <a:pathLst>
                <a:path w="265" h="290" extrusionOk="0">
                  <a:moveTo>
                    <a:pt x="72" y="0"/>
                  </a:moveTo>
                  <a:lnTo>
                    <a:pt x="24" y="48"/>
                  </a:lnTo>
                  <a:lnTo>
                    <a:pt x="24" y="97"/>
                  </a:lnTo>
                  <a:lnTo>
                    <a:pt x="0" y="169"/>
                  </a:lnTo>
                  <a:lnTo>
                    <a:pt x="24" y="217"/>
                  </a:lnTo>
                  <a:lnTo>
                    <a:pt x="48" y="241"/>
                  </a:lnTo>
                  <a:lnTo>
                    <a:pt x="96" y="289"/>
                  </a:lnTo>
                  <a:lnTo>
                    <a:pt x="145" y="289"/>
                  </a:lnTo>
                  <a:lnTo>
                    <a:pt x="193" y="265"/>
                  </a:lnTo>
                  <a:lnTo>
                    <a:pt x="241" y="217"/>
                  </a:lnTo>
                  <a:lnTo>
                    <a:pt x="265" y="169"/>
                  </a:lnTo>
                  <a:lnTo>
                    <a:pt x="265" y="121"/>
                  </a:lnTo>
                  <a:lnTo>
                    <a:pt x="241" y="72"/>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9" name="Google Shape;12819;p30"/>
            <p:cNvSpPr/>
            <p:nvPr/>
          </p:nvSpPr>
          <p:spPr>
            <a:xfrm>
              <a:off x="3766650" y="1902975"/>
              <a:ext cx="7850" cy="6650"/>
            </a:xfrm>
            <a:custGeom>
              <a:avLst/>
              <a:gdLst/>
              <a:ahLst/>
              <a:cxnLst/>
              <a:rect l="l" t="t" r="r" b="b"/>
              <a:pathLst>
                <a:path w="314" h="266" extrusionOk="0">
                  <a:moveTo>
                    <a:pt x="97" y="1"/>
                  </a:moveTo>
                  <a:lnTo>
                    <a:pt x="49" y="49"/>
                  </a:lnTo>
                  <a:lnTo>
                    <a:pt x="1" y="97"/>
                  </a:lnTo>
                  <a:lnTo>
                    <a:pt x="1" y="121"/>
                  </a:lnTo>
                  <a:lnTo>
                    <a:pt x="25" y="169"/>
                  </a:lnTo>
                  <a:lnTo>
                    <a:pt x="73" y="217"/>
                  </a:lnTo>
                  <a:lnTo>
                    <a:pt x="121" y="265"/>
                  </a:lnTo>
                  <a:lnTo>
                    <a:pt x="193" y="265"/>
                  </a:lnTo>
                  <a:lnTo>
                    <a:pt x="241" y="241"/>
                  </a:lnTo>
                  <a:lnTo>
                    <a:pt x="290" y="217"/>
                  </a:lnTo>
                  <a:lnTo>
                    <a:pt x="314" y="193"/>
                  </a:lnTo>
                  <a:lnTo>
                    <a:pt x="290" y="97"/>
                  </a:lnTo>
                  <a:lnTo>
                    <a:pt x="241" y="49"/>
                  </a:lnTo>
                  <a:lnTo>
                    <a:pt x="217"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0" name="Google Shape;12820;p30"/>
            <p:cNvSpPr/>
            <p:nvPr/>
          </p:nvSpPr>
          <p:spPr>
            <a:xfrm>
              <a:off x="3844300" y="1644200"/>
              <a:ext cx="7250" cy="4825"/>
            </a:xfrm>
            <a:custGeom>
              <a:avLst/>
              <a:gdLst/>
              <a:ahLst/>
              <a:cxnLst/>
              <a:rect l="l" t="t" r="r" b="b"/>
              <a:pathLst>
                <a:path w="290" h="193" extrusionOk="0">
                  <a:moveTo>
                    <a:pt x="72" y="0"/>
                  </a:moveTo>
                  <a:lnTo>
                    <a:pt x="24" y="24"/>
                  </a:lnTo>
                  <a:lnTo>
                    <a:pt x="0" y="72"/>
                  </a:lnTo>
                  <a:lnTo>
                    <a:pt x="0" y="120"/>
                  </a:lnTo>
                  <a:lnTo>
                    <a:pt x="24" y="169"/>
                  </a:lnTo>
                  <a:lnTo>
                    <a:pt x="48" y="193"/>
                  </a:lnTo>
                  <a:lnTo>
                    <a:pt x="217" y="193"/>
                  </a:lnTo>
                  <a:lnTo>
                    <a:pt x="265" y="169"/>
                  </a:lnTo>
                  <a:lnTo>
                    <a:pt x="289" y="120"/>
                  </a:lnTo>
                  <a:lnTo>
                    <a:pt x="241"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1" name="Google Shape;12821;p30"/>
            <p:cNvSpPr/>
            <p:nvPr/>
          </p:nvSpPr>
          <p:spPr>
            <a:xfrm>
              <a:off x="3931550" y="1796450"/>
              <a:ext cx="6650" cy="6050"/>
            </a:xfrm>
            <a:custGeom>
              <a:avLst/>
              <a:gdLst/>
              <a:ahLst/>
              <a:cxnLst/>
              <a:rect l="l" t="t" r="r" b="b"/>
              <a:pathLst>
                <a:path w="266" h="242" extrusionOk="0">
                  <a:moveTo>
                    <a:pt x="73" y="1"/>
                  </a:moveTo>
                  <a:lnTo>
                    <a:pt x="25" y="49"/>
                  </a:lnTo>
                  <a:lnTo>
                    <a:pt x="1" y="97"/>
                  </a:lnTo>
                  <a:lnTo>
                    <a:pt x="25" y="145"/>
                  </a:lnTo>
                  <a:lnTo>
                    <a:pt x="49" y="193"/>
                  </a:lnTo>
                  <a:lnTo>
                    <a:pt x="97" y="217"/>
                  </a:lnTo>
                  <a:lnTo>
                    <a:pt x="145" y="241"/>
                  </a:lnTo>
                  <a:lnTo>
                    <a:pt x="193" y="241"/>
                  </a:lnTo>
                  <a:lnTo>
                    <a:pt x="242" y="217"/>
                  </a:lnTo>
                  <a:lnTo>
                    <a:pt x="266" y="169"/>
                  </a:lnTo>
                  <a:lnTo>
                    <a:pt x="266" y="121"/>
                  </a:lnTo>
                  <a:lnTo>
                    <a:pt x="266" y="73"/>
                  </a:lnTo>
                  <a:lnTo>
                    <a:pt x="217" y="49"/>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2" name="Google Shape;12822;p30"/>
            <p:cNvSpPr/>
            <p:nvPr/>
          </p:nvSpPr>
          <p:spPr>
            <a:xfrm>
              <a:off x="4190950" y="1972175"/>
              <a:ext cx="7850" cy="6050"/>
            </a:xfrm>
            <a:custGeom>
              <a:avLst/>
              <a:gdLst/>
              <a:ahLst/>
              <a:cxnLst/>
              <a:rect l="l" t="t" r="r" b="b"/>
              <a:pathLst>
                <a:path w="314" h="242" extrusionOk="0">
                  <a:moveTo>
                    <a:pt x="169" y="1"/>
                  </a:moveTo>
                  <a:lnTo>
                    <a:pt x="97" y="25"/>
                  </a:lnTo>
                  <a:lnTo>
                    <a:pt x="49" y="73"/>
                  </a:lnTo>
                  <a:lnTo>
                    <a:pt x="0" y="145"/>
                  </a:lnTo>
                  <a:lnTo>
                    <a:pt x="24" y="194"/>
                  </a:lnTo>
                  <a:lnTo>
                    <a:pt x="73" y="242"/>
                  </a:lnTo>
                  <a:lnTo>
                    <a:pt x="217" y="242"/>
                  </a:lnTo>
                  <a:lnTo>
                    <a:pt x="265" y="194"/>
                  </a:lnTo>
                  <a:lnTo>
                    <a:pt x="313" y="121"/>
                  </a:lnTo>
                  <a:lnTo>
                    <a:pt x="313" y="49"/>
                  </a:lnTo>
                  <a:lnTo>
                    <a:pt x="26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3" name="Google Shape;12823;p30"/>
            <p:cNvSpPr/>
            <p:nvPr/>
          </p:nvSpPr>
          <p:spPr>
            <a:xfrm>
              <a:off x="3843100" y="1941500"/>
              <a:ext cx="7225" cy="7250"/>
            </a:xfrm>
            <a:custGeom>
              <a:avLst/>
              <a:gdLst/>
              <a:ahLst/>
              <a:cxnLst/>
              <a:rect l="l" t="t" r="r" b="b"/>
              <a:pathLst>
                <a:path w="289" h="290" extrusionOk="0">
                  <a:moveTo>
                    <a:pt x="96" y="0"/>
                  </a:moveTo>
                  <a:lnTo>
                    <a:pt x="72" y="24"/>
                  </a:lnTo>
                  <a:lnTo>
                    <a:pt x="24" y="72"/>
                  </a:lnTo>
                  <a:lnTo>
                    <a:pt x="0" y="121"/>
                  </a:lnTo>
                  <a:lnTo>
                    <a:pt x="24" y="193"/>
                  </a:lnTo>
                  <a:lnTo>
                    <a:pt x="48" y="241"/>
                  </a:lnTo>
                  <a:lnTo>
                    <a:pt x="120" y="289"/>
                  </a:lnTo>
                  <a:lnTo>
                    <a:pt x="169" y="289"/>
                  </a:lnTo>
                  <a:lnTo>
                    <a:pt x="217" y="265"/>
                  </a:lnTo>
                  <a:lnTo>
                    <a:pt x="265" y="241"/>
                  </a:lnTo>
                  <a:lnTo>
                    <a:pt x="289" y="193"/>
                  </a:lnTo>
                  <a:lnTo>
                    <a:pt x="289" y="145"/>
                  </a:lnTo>
                  <a:lnTo>
                    <a:pt x="289" y="96"/>
                  </a:lnTo>
                  <a:lnTo>
                    <a:pt x="265" y="48"/>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4" name="Google Shape;12824;p30"/>
            <p:cNvSpPr/>
            <p:nvPr/>
          </p:nvSpPr>
          <p:spPr>
            <a:xfrm>
              <a:off x="3791925" y="1858450"/>
              <a:ext cx="6650" cy="7225"/>
            </a:xfrm>
            <a:custGeom>
              <a:avLst/>
              <a:gdLst/>
              <a:ahLst/>
              <a:cxnLst/>
              <a:rect l="l" t="t" r="r" b="b"/>
              <a:pathLst>
                <a:path w="266" h="289" extrusionOk="0">
                  <a:moveTo>
                    <a:pt x="121" y="0"/>
                  </a:moveTo>
                  <a:lnTo>
                    <a:pt x="73" y="24"/>
                  </a:lnTo>
                  <a:lnTo>
                    <a:pt x="25" y="72"/>
                  </a:lnTo>
                  <a:lnTo>
                    <a:pt x="1" y="145"/>
                  </a:lnTo>
                  <a:lnTo>
                    <a:pt x="25" y="217"/>
                  </a:lnTo>
                  <a:lnTo>
                    <a:pt x="49" y="265"/>
                  </a:lnTo>
                  <a:lnTo>
                    <a:pt x="97" y="289"/>
                  </a:lnTo>
                  <a:lnTo>
                    <a:pt x="145" y="289"/>
                  </a:lnTo>
                  <a:lnTo>
                    <a:pt x="193" y="265"/>
                  </a:lnTo>
                  <a:lnTo>
                    <a:pt x="242" y="193"/>
                  </a:lnTo>
                  <a:lnTo>
                    <a:pt x="266" y="96"/>
                  </a:lnTo>
                  <a:lnTo>
                    <a:pt x="242" y="48"/>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5" name="Google Shape;12825;p30"/>
            <p:cNvSpPr/>
            <p:nvPr/>
          </p:nvSpPr>
          <p:spPr>
            <a:xfrm>
              <a:off x="3896050" y="1717000"/>
              <a:ext cx="6650" cy="7250"/>
            </a:xfrm>
            <a:custGeom>
              <a:avLst/>
              <a:gdLst/>
              <a:ahLst/>
              <a:cxnLst/>
              <a:rect l="l" t="t" r="r" b="b"/>
              <a:pathLst>
                <a:path w="266" h="290" extrusionOk="0">
                  <a:moveTo>
                    <a:pt x="97" y="1"/>
                  </a:moveTo>
                  <a:lnTo>
                    <a:pt x="25" y="49"/>
                  </a:lnTo>
                  <a:lnTo>
                    <a:pt x="0" y="121"/>
                  </a:lnTo>
                  <a:lnTo>
                    <a:pt x="0" y="194"/>
                  </a:lnTo>
                  <a:lnTo>
                    <a:pt x="25" y="242"/>
                  </a:lnTo>
                  <a:lnTo>
                    <a:pt x="73" y="290"/>
                  </a:lnTo>
                  <a:lnTo>
                    <a:pt x="169" y="290"/>
                  </a:lnTo>
                  <a:lnTo>
                    <a:pt x="217" y="266"/>
                  </a:lnTo>
                  <a:lnTo>
                    <a:pt x="265" y="218"/>
                  </a:lnTo>
                  <a:lnTo>
                    <a:pt x="265" y="169"/>
                  </a:lnTo>
                  <a:lnTo>
                    <a:pt x="265" y="97"/>
                  </a:lnTo>
                  <a:lnTo>
                    <a:pt x="241"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6" name="Google Shape;12826;p30"/>
            <p:cNvSpPr/>
            <p:nvPr/>
          </p:nvSpPr>
          <p:spPr>
            <a:xfrm>
              <a:off x="4041100" y="1795850"/>
              <a:ext cx="6625" cy="9050"/>
            </a:xfrm>
            <a:custGeom>
              <a:avLst/>
              <a:gdLst/>
              <a:ahLst/>
              <a:cxnLst/>
              <a:rect l="l" t="t" r="r" b="b"/>
              <a:pathLst>
                <a:path w="265" h="362" extrusionOk="0">
                  <a:moveTo>
                    <a:pt x="96" y="1"/>
                  </a:moveTo>
                  <a:lnTo>
                    <a:pt x="72" y="25"/>
                  </a:lnTo>
                  <a:lnTo>
                    <a:pt x="24" y="49"/>
                  </a:lnTo>
                  <a:lnTo>
                    <a:pt x="0" y="121"/>
                  </a:lnTo>
                  <a:lnTo>
                    <a:pt x="0" y="193"/>
                  </a:lnTo>
                  <a:lnTo>
                    <a:pt x="24" y="241"/>
                  </a:lnTo>
                  <a:lnTo>
                    <a:pt x="96" y="362"/>
                  </a:lnTo>
                  <a:lnTo>
                    <a:pt x="193" y="289"/>
                  </a:lnTo>
                  <a:lnTo>
                    <a:pt x="241" y="241"/>
                  </a:lnTo>
                  <a:lnTo>
                    <a:pt x="265" y="193"/>
                  </a:lnTo>
                  <a:lnTo>
                    <a:pt x="265" y="97"/>
                  </a:lnTo>
                  <a:lnTo>
                    <a:pt x="265" y="49"/>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7" name="Google Shape;12827;p30"/>
            <p:cNvSpPr/>
            <p:nvPr/>
          </p:nvSpPr>
          <p:spPr>
            <a:xfrm>
              <a:off x="4228875" y="1821125"/>
              <a:ext cx="7825" cy="6650"/>
            </a:xfrm>
            <a:custGeom>
              <a:avLst/>
              <a:gdLst/>
              <a:ahLst/>
              <a:cxnLst/>
              <a:rect l="l" t="t" r="r" b="b"/>
              <a:pathLst>
                <a:path w="313" h="266" extrusionOk="0">
                  <a:moveTo>
                    <a:pt x="144" y="1"/>
                  </a:moveTo>
                  <a:lnTo>
                    <a:pt x="72" y="25"/>
                  </a:lnTo>
                  <a:lnTo>
                    <a:pt x="24" y="49"/>
                  </a:lnTo>
                  <a:lnTo>
                    <a:pt x="0" y="121"/>
                  </a:lnTo>
                  <a:lnTo>
                    <a:pt x="0" y="169"/>
                  </a:lnTo>
                  <a:lnTo>
                    <a:pt x="24" y="193"/>
                  </a:lnTo>
                  <a:lnTo>
                    <a:pt x="48" y="217"/>
                  </a:lnTo>
                  <a:lnTo>
                    <a:pt x="96" y="241"/>
                  </a:lnTo>
                  <a:lnTo>
                    <a:pt x="169" y="265"/>
                  </a:lnTo>
                  <a:lnTo>
                    <a:pt x="217" y="241"/>
                  </a:lnTo>
                  <a:lnTo>
                    <a:pt x="265" y="193"/>
                  </a:lnTo>
                  <a:lnTo>
                    <a:pt x="313" y="145"/>
                  </a:lnTo>
                  <a:lnTo>
                    <a:pt x="313" y="97"/>
                  </a:lnTo>
                  <a:lnTo>
                    <a:pt x="289" y="73"/>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8" name="Google Shape;12828;p30"/>
            <p:cNvSpPr/>
            <p:nvPr/>
          </p:nvSpPr>
          <p:spPr>
            <a:xfrm>
              <a:off x="3831650" y="1757925"/>
              <a:ext cx="5450" cy="7250"/>
            </a:xfrm>
            <a:custGeom>
              <a:avLst/>
              <a:gdLst/>
              <a:ahLst/>
              <a:cxnLst/>
              <a:rect l="l" t="t" r="r" b="b"/>
              <a:pathLst>
                <a:path w="218" h="290" extrusionOk="0">
                  <a:moveTo>
                    <a:pt x="121" y="1"/>
                  </a:moveTo>
                  <a:lnTo>
                    <a:pt x="73" y="25"/>
                  </a:lnTo>
                  <a:lnTo>
                    <a:pt x="25" y="73"/>
                  </a:lnTo>
                  <a:lnTo>
                    <a:pt x="1" y="121"/>
                  </a:lnTo>
                  <a:lnTo>
                    <a:pt x="1" y="193"/>
                  </a:lnTo>
                  <a:lnTo>
                    <a:pt x="49" y="242"/>
                  </a:lnTo>
                  <a:lnTo>
                    <a:pt x="73" y="266"/>
                  </a:lnTo>
                  <a:lnTo>
                    <a:pt x="121" y="290"/>
                  </a:lnTo>
                  <a:lnTo>
                    <a:pt x="145" y="266"/>
                  </a:lnTo>
                  <a:lnTo>
                    <a:pt x="193" y="242"/>
                  </a:lnTo>
                  <a:lnTo>
                    <a:pt x="217" y="169"/>
                  </a:lnTo>
                  <a:lnTo>
                    <a:pt x="217" y="73"/>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9" name="Google Shape;12829;p30"/>
            <p:cNvSpPr/>
            <p:nvPr/>
          </p:nvSpPr>
          <p:spPr>
            <a:xfrm>
              <a:off x="3776275" y="1655025"/>
              <a:ext cx="6050" cy="7850"/>
            </a:xfrm>
            <a:custGeom>
              <a:avLst/>
              <a:gdLst/>
              <a:ahLst/>
              <a:cxnLst/>
              <a:rect l="l" t="t" r="r" b="b"/>
              <a:pathLst>
                <a:path w="242" h="314" extrusionOk="0">
                  <a:moveTo>
                    <a:pt x="121" y="0"/>
                  </a:moveTo>
                  <a:lnTo>
                    <a:pt x="73" y="49"/>
                  </a:lnTo>
                  <a:lnTo>
                    <a:pt x="25" y="73"/>
                  </a:lnTo>
                  <a:lnTo>
                    <a:pt x="1" y="121"/>
                  </a:lnTo>
                  <a:lnTo>
                    <a:pt x="1" y="193"/>
                  </a:lnTo>
                  <a:lnTo>
                    <a:pt x="1" y="265"/>
                  </a:lnTo>
                  <a:lnTo>
                    <a:pt x="1" y="289"/>
                  </a:lnTo>
                  <a:lnTo>
                    <a:pt x="49" y="313"/>
                  </a:lnTo>
                  <a:lnTo>
                    <a:pt x="97" y="313"/>
                  </a:lnTo>
                  <a:lnTo>
                    <a:pt x="169" y="289"/>
                  </a:lnTo>
                  <a:lnTo>
                    <a:pt x="242" y="193"/>
                  </a:lnTo>
                  <a:lnTo>
                    <a:pt x="242" y="145"/>
                  </a:lnTo>
                  <a:lnTo>
                    <a:pt x="242" y="97"/>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0" name="Google Shape;12830;p30"/>
            <p:cNvSpPr/>
            <p:nvPr/>
          </p:nvSpPr>
          <p:spPr>
            <a:xfrm>
              <a:off x="3778100" y="1768775"/>
              <a:ext cx="7225" cy="6650"/>
            </a:xfrm>
            <a:custGeom>
              <a:avLst/>
              <a:gdLst/>
              <a:ahLst/>
              <a:cxnLst/>
              <a:rect l="l" t="t" r="r" b="b"/>
              <a:pathLst>
                <a:path w="289" h="266" extrusionOk="0">
                  <a:moveTo>
                    <a:pt x="145" y="0"/>
                  </a:moveTo>
                  <a:lnTo>
                    <a:pt x="96" y="24"/>
                  </a:lnTo>
                  <a:lnTo>
                    <a:pt x="24" y="72"/>
                  </a:lnTo>
                  <a:lnTo>
                    <a:pt x="0" y="121"/>
                  </a:lnTo>
                  <a:lnTo>
                    <a:pt x="0" y="169"/>
                  </a:lnTo>
                  <a:lnTo>
                    <a:pt x="24" y="217"/>
                  </a:lnTo>
                  <a:lnTo>
                    <a:pt x="72" y="265"/>
                  </a:lnTo>
                  <a:lnTo>
                    <a:pt x="145" y="265"/>
                  </a:lnTo>
                  <a:lnTo>
                    <a:pt x="217" y="241"/>
                  </a:lnTo>
                  <a:lnTo>
                    <a:pt x="265" y="217"/>
                  </a:lnTo>
                  <a:lnTo>
                    <a:pt x="289" y="145"/>
                  </a:lnTo>
                  <a:lnTo>
                    <a:pt x="289" y="97"/>
                  </a:lnTo>
                  <a:lnTo>
                    <a:pt x="289" y="72"/>
                  </a:lnTo>
                  <a:lnTo>
                    <a:pt x="265"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1" name="Google Shape;12831;p30"/>
            <p:cNvSpPr/>
            <p:nvPr/>
          </p:nvSpPr>
          <p:spPr>
            <a:xfrm>
              <a:off x="3838875" y="1795250"/>
              <a:ext cx="6650" cy="6050"/>
            </a:xfrm>
            <a:custGeom>
              <a:avLst/>
              <a:gdLst/>
              <a:ahLst/>
              <a:cxnLst/>
              <a:rect l="l" t="t" r="r" b="b"/>
              <a:pathLst>
                <a:path w="266" h="242" extrusionOk="0">
                  <a:moveTo>
                    <a:pt x="121" y="0"/>
                  </a:moveTo>
                  <a:lnTo>
                    <a:pt x="73" y="25"/>
                  </a:lnTo>
                  <a:lnTo>
                    <a:pt x="49" y="49"/>
                  </a:lnTo>
                  <a:lnTo>
                    <a:pt x="1" y="97"/>
                  </a:lnTo>
                  <a:lnTo>
                    <a:pt x="1" y="145"/>
                  </a:lnTo>
                  <a:lnTo>
                    <a:pt x="25" y="193"/>
                  </a:lnTo>
                  <a:lnTo>
                    <a:pt x="49" y="217"/>
                  </a:lnTo>
                  <a:lnTo>
                    <a:pt x="73" y="241"/>
                  </a:lnTo>
                  <a:lnTo>
                    <a:pt x="193" y="241"/>
                  </a:lnTo>
                  <a:lnTo>
                    <a:pt x="217" y="193"/>
                  </a:lnTo>
                  <a:lnTo>
                    <a:pt x="241" y="145"/>
                  </a:lnTo>
                  <a:lnTo>
                    <a:pt x="265" y="97"/>
                  </a:lnTo>
                  <a:lnTo>
                    <a:pt x="241" y="73"/>
                  </a:lnTo>
                  <a:lnTo>
                    <a:pt x="217" y="25"/>
                  </a:lnTo>
                  <a:lnTo>
                    <a:pt x="169" y="25"/>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2" name="Google Shape;12832;p30"/>
            <p:cNvSpPr/>
            <p:nvPr/>
          </p:nvSpPr>
          <p:spPr>
            <a:xfrm>
              <a:off x="3907475" y="1685125"/>
              <a:ext cx="6050" cy="7225"/>
            </a:xfrm>
            <a:custGeom>
              <a:avLst/>
              <a:gdLst/>
              <a:ahLst/>
              <a:cxnLst/>
              <a:rect l="l" t="t" r="r" b="b"/>
              <a:pathLst>
                <a:path w="242" h="289" extrusionOk="0">
                  <a:moveTo>
                    <a:pt x="73" y="0"/>
                  </a:moveTo>
                  <a:lnTo>
                    <a:pt x="25" y="24"/>
                  </a:lnTo>
                  <a:lnTo>
                    <a:pt x="1" y="72"/>
                  </a:lnTo>
                  <a:lnTo>
                    <a:pt x="1" y="144"/>
                  </a:lnTo>
                  <a:lnTo>
                    <a:pt x="1" y="193"/>
                  </a:lnTo>
                  <a:lnTo>
                    <a:pt x="25" y="241"/>
                  </a:lnTo>
                  <a:lnTo>
                    <a:pt x="97" y="289"/>
                  </a:lnTo>
                  <a:lnTo>
                    <a:pt x="169" y="289"/>
                  </a:lnTo>
                  <a:lnTo>
                    <a:pt x="193" y="265"/>
                  </a:lnTo>
                  <a:lnTo>
                    <a:pt x="218" y="241"/>
                  </a:lnTo>
                  <a:lnTo>
                    <a:pt x="242" y="169"/>
                  </a:lnTo>
                  <a:lnTo>
                    <a:pt x="242" y="96"/>
                  </a:lnTo>
                  <a:lnTo>
                    <a:pt x="218"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3" name="Google Shape;12833;p30"/>
            <p:cNvSpPr/>
            <p:nvPr/>
          </p:nvSpPr>
          <p:spPr>
            <a:xfrm>
              <a:off x="3888825" y="1857225"/>
              <a:ext cx="6050" cy="6650"/>
            </a:xfrm>
            <a:custGeom>
              <a:avLst/>
              <a:gdLst/>
              <a:ahLst/>
              <a:cxnLst/>
              <a:rect l="l" t="t" r="r" b="b"/>
              <a:pathLst>
                <a:path w="242" h="266" extrusionOk="0">
                  <a:moveTo>
                    <a:pt x="25" y="1"/>
                  </a:moveTo>
                  <a:lnTo>
                    <a:pt x="1" y="25"/>
                  </a:lnTo>
                  <a:lnTo>
                    <a:pt x="1" y="121"/>
                  </a:lnTo>
                  <a:lnTo>
                    <a:pt x="25" y="169"/>
                  </a:lnTo>
                  <a:lnTo>
                    <a:pt x="97" y="218"/>
                  </a:lnTo>
                  <a:lnTo>
                    <a:pt x="145" y="266"/>
                  </a:lnTo>
                  <a:lnTo>
                    <a:pt x="241" y="266"/>
                  </a:lnTo>
                  <a:lnTo>
                    <a:pt x="241" y="218"/>
                  </a:lnTo>
                  <a:lnTo>
                    <a:pt x="241" y="169"/>
                  </a:lnTo>
                  <a:lnTo>
                    <a:pt x="193" y="73"/>
                  </a:lnTo>
                  <a:lnTo>
                    <a:pt x="145"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4" name="Google Shape;12834;p30"/>
            <p:cNvSpPr/>
            <p:nvPr/>
          </p:nvSpPr>
          <p:spPr>
            <a:xfrm>
              <a:off x="3761250" y="1839175"/>
              <a:ext cx="6025" cy="6050"/>
            </a:xfrm>
            <a:custGeom>
              <a:avLst/>
              <a:gdLst/>
              <a:ahLst/>
              <a:cxnLst/>
              <a:rect l="l" t="t" r="r" b="b"/>
              <a:pathLst>
                <a:path w="241" h="242" extrusionOk="0">
                  <a:moveTo>
                    <a:pt x="48" y="1"/>
                  </a:moveTo>
                  <a:lnTo>
                    <a:pt x="24" y="25"/>
                  </a:lnTo>
                  <a:lnTo>
                    <a:pt x="0" y="73"/>
                  </a:lnTo>
                  <a:lnTo>
                    <a:pt x="0" y="145"/>
                  </a:lnTo>
                  <a:lnTo>
                    <a:pt x="24" y="193"/>
                  </a:lnTo>
                  <a:lnTo>
                    <a:pt x="72" y="217"/>
                  </a:lnTo>
                  <a:lnTo>
                    <a:pt x="120" y="242"/>
                  </a:lnTo>
                  <a:lnTo>
                    <a:pt x="169" y="217"/>
                  </a:lnTo>
                  <a:lnTo>
                    <a:pt x="217" y="169"/>
                  </a:lnTo>
                  <a:lnTo>
                    <a:pt x="241" y="121"/>
                  </a:lnTo>
                  <a:lnTo>
                    <a:pt x="217" y="73"/>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5" name="Google Shape;12835;p30"/>
            <p:cNvSpPr/>
            <p:nvPr/>
          </p:nvSpPr>
          <p:spPr>
            <a:xfrm>
              <a:off x="3771475" y="1697150"/>
              <a:ext cx="4825" cy="7250"/>
            </a:xfrm>
            <a:custGeom>
              <a:avLst/>
              <a:gdLst/>
              <a:ahLst/>
              <a:cxnLst/>
              <a:rect l="l" t="t" r="r" b="b"/>
              <a:pathLst>
                <a:path w="193" h="290" extrusionOk="0">
                  <a:moveTo>
                    <a:pt x="121" y="1"/>
                  </a:moveTo>
                  <a:lnTo>
                    <a:pt x="48" y="25"/>
                  </a:lnTo>
                  <a:lnTo>
                    <a:pt x="24" y="73"/>
                  </a:lnTo>
                  <a:lnTo>
                    <a:pt x="0" y="121"/>
                  </a:lnTo>
                  <a:lnTo>
                    <a:pt x="0" y="193"/>
                  </a:lnTo>
                  <a:lnTo>
                    <a:pt x="24" y="241"/>
                  </a:lnTo>
                  <a:lnTo>
                    <a:pt x="73" y="289"/>
                  </a:lnTo>
                  <a:lnTo>
                    <a:pt x="145" y="265"/>
                  </a:lnTo>
                  <a:lnTo>
                    <a:pt x="193" y="217"/>
                  </a:lnTo>
                  <a:lnTo>
                    <a:pt x="193" y="145"/>
                  </a:lnTo>
                  <a:lnTo>
                    <a:pt x="193" y="73"/>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6" name="Google Shape;12836;p30"/>
            <p:cNvSpPr/>
            <p:nvPr/>
          </p:nvSpPr>
          <p:spPr>
            <a:xfrm>
              <a:off x="3873175" y="1742275"/>
              <a:ext cx="6050" cy="5450"/>
            </a:xfrm>
            <a:custGeom>
              <a:avLst/>
              <a:gdLst/>
              <a:ahLst/>
              <a:cxnLst/>
              <a:rect l="l" t="t" r="r" b="b"/>
              <a:pathLst>
                <a:path w="242" h="218" extrusionOk="0">
                  <a:moveTo>
                    <a:pt x="49" y="1"/>
                  </a:moveTo>
                  <a:lnTo>
                    <a:pt x="25" y="25"/>
                  </a:lnTo>
                  <a:lnTo>
                    <a:pt x="1" y="49"/>
                  </a:lnTo>
                  <a:lnTo>
                    <a:pt x="1" y="97"/>
                  </a:lnTo>
                  <a:lnTo>
                    <a:pt x="1" y="145"/>
                  </a:lnTo>
                  <a:lnTo>
                    <a:pt x="49" y="194"/>
                  </a:lnTo>
                  <a:lnTo>
                    <a:pt x="97" y="218"/>
                  </a:lnTo>
                  <a:lnTo>
                    <a:pt x="169" y="218"/>
                  </a:lnTo>
                  <a:lnTo>
                    <a:pt x="241" y="145"/>
                  </a:lnTo>
                  <a:lnTo>
                    <a:pt x="241" y="97"/>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7" name="Google Shape;12837;p30"/>
            <p:cNvSpPr/>
            <p:nvPr/>
          </p:nvSpPr>
          <p:spPr>
            <a:xfrm>
              <a:off x="3980300" y="1788625"/>
              <a:ext cx="6050" cy="6650"/>
            </a:xfrm>
            <a:custGeom>
              <a:avLst/>
              <a:gdLst/>
              <a:ahLst/>
              <a:cxnLst/>
              <a:rect l="l" t="t" r="r" b="b"/>
              <a:pathLst>
                <a:path w="242" h="266" extrusionOk="0">
                  <a:moveTo>
                    <a:pt x="73" y="1"/>
                  </a:moveTo>
                  <a:lnTo>
                    <a:pt x="49" y="25"/>
                  </a:lnTo>
                  <a:lnTo>
                    <a:pt x="25" y="73"/>
                  </a:lnTo>
                  <a:lnTo>
                    <a:pt x="1" y="121"/>
                  </a:lnTo>
                  <a:lnTo>
                    <a:pt x="25" y="169"/>
                  </a:lnTo>
                  <a:lnTo>
                    <a:pt x="49" y="217"/>
                  </a:lnTo>
                  <a:lnTo>
                    <a:pt x="73" y="265"/>
                  </a:lnTo>
                  <a:lnTo>
                    <a:pt x="169" y="265"/>
                  </a:lnTo>
                  <a:lnTo>
                    <a:pt x="193" y="241"/>
                  </a:lnTo>
                  <a:lnTo>
                    <a:pt x="241" y="217"/>
                  </a:lnTo>
                  <a:lnTo>
                    <a:pt x="241" y="145"/>
                  </a:lnTo>
                  <a:lnTo>
                    <a:pt x="241" y="97"/>
                  </a:lnTo>
                  <a:lnTo>
                    <a:pt x="193"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8" name="Google Shape;12838;p30"/>
            <p:cNvSpPr/>
            <p:nvPr/>
          </p:nvSpPr>
          <p:spPr>
            <a:xfrm>
              <a:off x="3914700" y="1776600"/>
              <a:ext cx="6050" cy="6025"/>
            </a:xfrm>
            <a:custGeom>
              <a:avLst/>
              <a:gdLst/>
              <a:ahLst/>
              <a:cxnLst/>
              <a:rect l="l" t="t" r="r" b="b"/>
              <a:pathLst>
                <a:path w="242" h="241" extrusionOk="0">
                  <a:moveTo>
                    <a:pt x="73" y="0"/>
                  </a:moveTo>
                  <a:lnTo>
                    <a:pt x="1" y="72"/>
                  </a:lnTo>
                  <a:lnTo>
                    <a:pt x="1" y="121"/>
                  </a:lnTo>
                  <a:lnTo>
                    <a:pt x="1" y="169"/>
                  </a:lnTo>
                  <a:lnTo>
                    <a:pt x="25" y="193"/>
                  </a:lnTo>
                  <a:lnTo>
                    <a:pt x="73" y="217"/>
                  </a:lnTo>
                  <a:lnTo>
                    <a:pt x="121" y="241"/>
                  </a:lnTo>
                  <a:lnTo>
                    <a:pt x="169" y="217"/>
                  </a:lnTo>
                  <a:lnTo>
                    <a:pt x="217" y="193"/>
                  </a:lnTo>
                  <a:lnTo>
                    <a:pt x="241" y="121"/>
                  </a:lnTo>
                  <a:lnTo>
                    <a:pt x="241" y="72"/>
                  </a:lnTo>
                  <a:lnTo>
                    <a:pt x="217"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9" name="Google Shape;12839;p30"/>
            <p:cNvSpPr/>
            <p:nvPr/>
          </p:nvSpPr>
          <p:spPr>
            <a:xfrm>
              <a:off x="3968875" y="2014925"/>
              <a:ext cx="6050" cy="6025"/>
            </a:xfrm>
            <a:custGeom>
              <a:avLst/>
              <a:gdLst/>
              <a:ahLst/>
              <a:cxnLst/>
              <a:rect l="l" t="t" r="r" b="b"/>
              <a:pathLst>
                <a:path w="242" h="241" extrusionOk="0">
                  <a:moveTo>
                    <a:pt x="73" y="0"/>
                  </a:moveTo>
                  <a:lnTo>
                    <a:pt x="24" y="48"/>
                  </a:lnTo>
                  <a:lnTo>
                    <a:pt x="0" y="96"/>
                  </a:lnTo>
                  <a:lnTo>
                    <a:pt x="0" y="145"/>
                  </a:lnTo>
                  <a:lnTo>
                    <a:pt x="0" y="169"/>
                  </a:lnTo>
                  <a:lnTo>
                    <a:pt x="73" y="217"/>
                  </a:lnTo>
                  <a:lnTo>
                    <a:pt x="121" y="241"/>
                  </a:lnTo>
                  <a:lnTo>
                    <a:pt x="169" y="217"/>
                  </a:lnTo>
                  <a:lnTo>
                    <a:pt x="217" y="193"/>
                  </a:lnTo>
                  <a:lnTo>
                    <a:pt x="241" y="145"/>
                  </a:lnTo>
                  <a:lnTo>
                    <a:pt x="241" y="96"/>
                  </a:lnTo>
                  <a:lnTo>
                    <a:pt x="241"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0" name="Google Shape;12840;p30"/>
            <p:cNvSpPr/>
            <p:nvPr/>
          </p:nvSpPr>
          <p:spPr>
            <a:xfrm>
              <a:off x="4152425" y="1934275"/>
              <a:ext cx="7250" cy="5425"/>
            </a:xfrm>
            <a:custGeom>
              <a:avLst/>
              <a:gdLst/>
              <a:ahLst/>
              <a:cxnLst/>
              <a:rect l="l" t="t" r="r" b="b"/>
              <a:pathLst>
                <a:path w="290" h="217" extrusionOk="0">
                  <a:moveTo>
                    <a:pt x="121" y="0"/>
                  </a:moveTo>
                  <a:lnTo>
                    <a:pt x="73" y="24"/>
                  </a:lnTo>
                  <a:lnTo>
                    <a:pt x="49" y="73"/>
                  </a:lnTo>
                  <a:lnTo>
                    <a:pt x="1" y="121"/>
                  </a:lnTo>
                  <a:lnTo>
                    <a:pt x="1" y="145"/>
                  </a:lnTo>
                  <a:lnTo>
                    <a:pt x="25" y="169"/>
                  </a:lnTo>
                  <a:lnTo>
                    <a:pt x="49" y="193"/>
                  </a:lnTo>
                  <a:lnTo>
                    <a:pt x="73" y="217"/>
                  </a:lnTo>
                  <a:lnTo>
                    <a:pt x="193" y="217"/>
                  </a:lnTo>
                  <a:lnTo>
                    <a:pt x="290" y="145"/>
                  </a:lnTo>
                  <a:lnTo>
                    <a:pt x="290" y="121"/>
                  </a:lnTo>
                  <a:lnTo>
                    <a:pt x="290" y="73"/>
                  </a:lnTo>
                  <a:lnTo>
                    <a:pt x="266" y="24"/>
                  </a:lnTo>
                  <a:lnTo>
                    <a:pt x="24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1" name="Google Shape;12841;p30"/>
            <p:cNvSpPr/>
            <p:nvPr/>
          </p:nvSpPr>
          <p:spPr>
            <a:xfrm>
              <a:off x="3729950" y="1765750"/>
              <a:ext cx="6025" cy="6650"/>
            </a:xfrm>
            <a:custGeom>
              <a:avLst/>
              <a:gdLst/>
              <a:ahLst/>
              <a:cxnLst/>
              <a:rect l="l" t="t" r="r" b="b"/>
              <a:pathLst>
                <a:path w="241" h="266" extrusionOk="0">
                  <a:moveTo>
                    <a:pt x="97" y="1"/>
                  </a:moveTo>
                  <a:lnTo>
                    <a:pt x="48" y="25"/>
                  </a:lnTo>
                  <a:lnTo>
                    <a:pt x="0" y="97"/>
                  </a:lnTo>
                  <a:lnTo>
                    <a:pt x="0" y="145"/>
                  </a:lnTo>
                  <a:lnTo>
                    <a:pt x="24" y="218"/>
                  </a:lnTo>
                  <a:lnTo>
                    <a:pt x="72" y="266"/>
                  </a:lnTo>
                  <a:lnTo>
                    <a:pt x="145" y="266"/>
                  </a:lnTo>
                  <a:lnTo>
                    <a:pt x="193" y="242"/>
                  </a:lnTo>
                  <a:lnTo>
                    <a:pt x="241" y="193"/>
                  </a:lnTo>
                  <a:lnTo>
                    <a:pt x="241" y="121"/>
                  </a:lnTo>
                  <a:lnTo>
                    <a:pt x="217"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2" name="Google Shape;12842;p30"/>
            <p:cNvSpPr/>
            <p:nvPr/>
          </p:nvSpPr>
          <p:spPr>
            <a:xfrm>
              <a:off x="3872575" y="1860250"/>
              <a:ext cx="6650" cy="6650"/>
            </a:xfrm>
            <a:custGeom>
              <a:avLst/>
              <a:gdLst/>
              <a:ahLst/>
              <a:cxnLst/>
              <a:rect l="l" t="t" r="r" b="b"/>
              <a:pathLst>
                <a:path w="266" h="266" extrusionOk="0">
                  <a:moveTo>
                    <a:pt x="97" y="0"/>
                  </a:moveTo>
                  <a:lnTo>
                    <a:pt x="73" y="24"/>
                  </a:lnTo>
                  <a:lnTo>
                    <a:pt x="1" y="73"/>
                  </a:lnTo>
                  <a:lnTo>
                    <a:pt x="1" y="145"/>
                  </a:lnTo>
                  <a:lnTo>
                    <a:pt x="25" y="193"/>
                  </a:lnTo>
                  <a:lnTo>
                    <a:pt x="49" y="241"/>
                  </a:lnTo>
                  <a:lnTo>
                    <a:pt x="97" y="265"/>
                  </a:lnTo>
                  <a:lnTo>
                    <a:pt x="145" y="265"/>
                  </a:lnTo>
                  <a:lnTo>
                    <a:pt x="193" y="241"/>
                  </a:lnTo>
                  <a:lnTo>
                    <a:pt x="241" y="169"/>
                  </a:lnTo>
                  <a:lnTo>
                    <a:pt x="265" y="121"/>
                  </a:lnTo>
                  <a:lnTo>
                    <a:pt x="241"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3" name="Google Shape;12843;p30"/>
            <p:cNvSpPr/>
            <p:nvPr/>
          </p:nvSpPr>
          <p:spPr>
            <a:xfrm>
              <a:off x="3862950" y="1636975"/>
              <a:ext cx="4850" cy="7250"/>
            </a:xfrm>
            <a:custGeom>
              <a:avLst/>
              <a:gdLst/>
              <a:ahLst/>
              <a:cxnLst/>
              <a:rect l="l" t="t" r="r" b="b"/>
              <a:pathLst>
                <a:path w="194" h="290" extrusionOk="0">
                  <a:moveTo>
                    <a:pt x="49" y="0"/>
                  </a:moveTo>
                  <a:lnTo>
                    <a:pt x="0" y="48"/>
                  </a:lnTo>
                  <a:lnTo>
                    <a:pt x="0" y="121"/>
                  </a:lnTo>
                  <a:lnTo>
                    <a:pt x="0" y="169"/>
                  </a:lnTo>
                  <a:lnTo>
                    <a:pt x="0" y="217"/>
                  </a:lnTo>
                  <a:lnTo>
                    <a:pt x="49" y="265"/>
                  </a:lnTo>
                  <a:lnTo>
                    <a:pt x="73" y="289"/>
                  </a:lnTo>
                  <a:lnTo>
                    <a:pt x="121" y="289"/>
                  </a:lnTo>
                  <a:lnTo>
                    <a:pt x="145" y="265"/>
                  </a:lnTo>
                  <a:lnTo>
                    <a:pt x="193" y="241"/>
                  </a:lnTo>
                  <a:lnTo>
                    <a:pt x="193" y="121"/>
                  </a:lnTo>
                  <a:lnTo>
                    <a:pt x="169"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4" name="Google Shape;12844;p30"/>
            <p:cNvSpPr/>
            <p:nvPr/>
          </p:nvSpPr>
          <p:spPr>
            <a:xfrm>
              <a:off x="4036275" y="1735075"/>
              <a:ext cx="6650" cy="6025"/>
            </a:xfrm>
            <a:custGeom>
              <a:avLst/>
              <a:gdLst/>
              <a:ahLst/>
              <a:cxnLst/>
              <a:rect l="l" t="t" r="r" b="b"/>
              <a:pathLst>
                <a:path w="266" h="241" extrusionOk="0">
                  <a:moveTo>
                    <a:pt x="97" y="0"/>
                  </a:moveTo>
                  <a:lnTo>
                    <a:pt x="73" y="24"/>
                  </a:lnTo>
                  <a:lnTo>
                    <a:pt x="25" y="72"/>
                  </a:lnTo>
                  <a:lnTo>
                    <a:pt x="1" y="145"/>
                  </a:lnTo>
                  <a:lnTo>
                    <a:pt x="25" y="193"/>
                  </a:lnTo>
                  <a:lnTo>
                    <a:pt x="49" y="217"/>
                  </a:lnTo>
                  <a:lnTo>
                    <a:pt x="97" y="241"/>
                  </a:lnTo>
                  <a:lnTo>
                    <a:pt x="169" y="217"/>
                  </a:lnTo>
                  <a:lnTo>
                    <a:pt x="217" y="193"/>
                  </a:lnTo>
                  <a:lnTo>
                    <a:pt x="241" y="145"/>
                  </a:lnTo>
                  <a:lnTo>
                    <a:pt x="265" y="120"/>
                  </a:lnTo>
                  <a:lnTo>
                    <a:pt x="241" y="72"/>
                  </a:lnTo>
                  <a:lnTo>
                    <a:pt x="217"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5" name="Google Shape;12845;p30"/>
            <p:cNvSpPr/>
            <p:nvPr/>
          </p:nvSpPr>
          <p:spPr>
            <a:xfrm>
              <a:off x="4168675" y="1752525"/>
              <a:ext cx="5450" cy="6025"/>
            </a:xfrm>
            <a:custGeom>
              <a:avLst/>
              <a:gdLst/>
              <a:ahLst/>
              <a:cxnLst/>
              <a:rect l="l" t="t" r="r" b="b"/>
              <a:pathLst>
                <a:path w="218" h="241" extrusionOk="0">
                  <a:moveTo>
                    <a:pt x="121" y="0"/>
                  </a:moveTo>
                  <a:lnTo>
                    <a:pt x="73" y="24"/>
                  </a:lnTo>
                  <a:lnTo>
                    <a:pt x="25" y="97"/>
                  </a:lnTo>
                  <a:lnTo>
                    <a:pt x="1" y="145"/>
                  </a:lnTo>
                  <a:lnTo>
                    <a:pt x="25" y="217"/>
                  </a:lnTo>
                  <a:lnTo>
                    <a:pt x="25" y="241"/>
                  </a:lnTo>
                  <a:lnTo>
                    <a:pt x="145" y="241"/>
                  </a:lnTo>
                  <a:lnTo>
                    <a:pt x="193" y="169"/>
                  </a:lnTo>
                  <a:lnTo>
                    <a:pt x="217" y="121"/>
                  </a:lnTo>
                  <a:lnTo>
                    <a:pt x="217" y="48"/>
                  </a:lnTo>
                  <a:lnTo>
                    <a:pt x="217"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6" name="Google Shape;12846;p30"/>
            <p:cNvSpPr/>
            <p:nvPr/>
          </p:nvSpPr>
          <p:spPr>
            <a:xfrm>
              <a:off x="3926150" y="1818125"/>
              <a:ext cx="4825" cy="7250"/>
            </a:xfrm>
            <a:custGeom>
              <a:avLst/>
              <a:gdLst/>
              <a:ahLst/>
              <a:cxnLst/>
              <a:rect l="l" t="t" r="r" b="b"/>
              <a:pathLst>
                <a:path w="193" h="290" extrusionOk="0">
                  <a:moveTo>
                    <a:pt x="96" y="0"/>
                  </a:moveTo>
                  <a:lnTo>
                    <a:pt x="48" y="24"/>
                  </a:lnTo>
                  <a:lnTo>
                    <a:pt x="24" y="24"/>
                  </a:lnTo>
                  <a:lnTo>
                    <a:pt x="0" y="97"/>
                  </a:lnTo>
                  <a:lnTo>
                    <a:pt x="0" y="193"/>
                  </a:lnTo>
                  <a:lnTo>
                    <a:pt x="24" y="241"/>
                  </a:lnTo>
                  <a:lnTo>
                    <a:pt x="96" y="289"/>
                  </a:lnTo>
                  <a:lnTo>
                    <a:pt x="121" y="289"/>
                  </a:lnTo>
                  <a:lnTo>
                    <a:pt x="169" y="265"/>
                  </a:lnTo>
                  <a:lnTo>
                    <a:pt x="193" y="217"/>
                  </a:lnTo>
                  <a:lnTo>
                    <a:pt x="193" y="145"/>
                  </a:lnTo>
                  <a:lnTo>
                    <a:pt x="169" y="48"/>
                  </a:lnTo>
                  <a:lnTo>
                    <a:pt x="145"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7" name="Google Shape;12847;p30"/>
            <p:cNvSpPr/>
            <p:nvPr/>
          </p:nvSpPr>
          <p:spPr>
            <a:xfrm>
              <a:off x="4040500" y="1932475"/>
              <a:ext cx="4225" cy="7850"/>
            </a:xfrm>
            <a:custGeom>
              <a:avLst/>
              <a:gdLst/>
              <a:ahLst/>
              <a:cxnLst/>
              <a:rect l="l" t="t" r="r" b="b"/>
              <a:pathLst>
                <a:path w="169" h="314" extrusionOk="0">
                  <a:moveTo>
                    <a:pt x="72" y="0"/>
                  </a:moveTo>
                  <a:lnTo>
                    <a:pt x="24" y="24"/>
                  </a:lnTo>
                  <a:lnTo>
                    <a:pt x="0" y="72"/>
                  </a:lnTo>
                  <a:lnTo>
                    <a:pt x="0" y="120"/>
                  </a:lnTo>
                  <a:lnTo>
                    <a:pt x="24" y="241"/>
                  </a:lnTo>
                  <a:lnTo>
                    <a:pt x="48" y="289"/>
                  </a:lnTo>
                  <a:lnTo>
                    <a:pt x="72" y="313"/>
                  </a:lnTo>
                  <a:lnTo>
                    <a:pt x="96" y="289"/>
                  </a:lnTo>
                  <a:lnTo>
                    <a:pt x="145" y="241"/>
                  </a:lnTo>
                  <a:lnTo>
                    <a:pt x="169" y="145"/>
                  </a:lnTo>
                  <a:lnTo>
                    <a:pt x="169" y="96"/>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8" name="Google Shape;12848;p30"/>
            <p:cNvSpPr/>
            <p:nvPr/>
          </p:nvSpPr>
          <p:spPr>
            <a:xfrm>
              <a:off x="3985125" y="1633950"/>
              <a:ext cx="4825" cy="5450"/>
            </a:xfrm>
            <a:custGeom>
              <a:avLst/>
              <a:gdLst/>
              <a:ahLst/>
              <a:cxnLst/>
              <a:rect l="l" t="t" r="r" b="b"/>
              <a:pathLst>
                <a:path w="193" h="218" extrusionOk="0">
                  <a:moveTo>
                    <a:pt x="145" y="1"/>
                  </a:moveTo>
                  <a:lnTo>
                    <a:pt x="73" y="25"/>
                  </a:lnTo>
                  <a:lnTo>
                    <a:pt x="48" y="49"/>
                  </a:lnTo>
                  <a:lnTo>
                    <a:pt x="24" y="97"/>
                  </a:lnTo>
                  <a:lnTo>
                    <a:pt x="0" y="145"/>
                  </a:lnTo>
                  <a:lnTo>
                    <a:pt x="24" y="169"/>
                  </a:lnTo>
                  <a:lnTo>
                    <a:pt x="48" y="193"/>
                  </a:lnTo>
                  <a:lnTo>
                    <a:pt x="97" y="217"/>
                  </a:lnTo>
                  <a:lnTo>
                    <a:pt x="121" y="217"/>
                  </a:lnTo>
                  <a:lnTo>
                    <a:pt x="169" y="193"/>
                  </a:lnTo>
                  <a:lnTo>
                    <a:pt x="193" y="121"/>
                  </a:lnTo>
                  <a:lnTo>
                    <a:pt x="193"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9" name="Google Shape;12849;p30"/>
            <p:cNvSpPr/>
            <p:nvPr/>
          </p:nvSpPr>
          <p:spPr>
            <a:xfrm>
              <a:off x="4121725" y="1823525"/>
              <a:ext cx="6650" cy="5450"/>
            </a:xfrm>
            <a:custGeom>
              <a:avLst/>
              <a:gdLst/>
              <a:ahLst/>
              <a:cxnLst/>
              <a:rect l="l" t="t" r="r" b="b"/>
              <a:pathLst>
                <a:path w="266" h="218" extrusionOk="0">
                  <a:moveTo>
                    <a:pt x="145" y="1"/>
                  </a:moveTo>
                  <a:lnTo>
                    <a:pt x="97" y="25"/>
                  </a:lnTo>
                  <a:lnTo>
                    <a:pt x="1" y="73"/>
                  </a:lnTo>
                  <a:lnTo>
                    <a:pt x="1" y="97"/>
                  </a:lnTo>
                  <a:lnTo>
                    <a:pt x="1" y="145"/>
                  </a:lnTo>
                  <a:lnTo>
                    <a:pt x="1" y="169"/>
                  </a:lnTo>
                  <a:lnTo>
                    <a:pt x="25" y="193"/>
                  </a:lnTo>
                  <a:lnTo>
                    <a:pt x="73" y="218"/>
                  </a:lnTo>
                  <a:lnTo>
                    <a:pt x="145" y="218"/>
                  </a:lnTo>
                  <a:lnTo>
                    <a:pt x="218" y="193"/>
                  </a:lnTo>
                  <a:lnTo>
                    <a:pt x="242" y="121"/>
                  </a:lnTo>
                  <a:lnTo>
                    <a:pt x="266" y="73"/>
                  </a:lnTo>
                  <a:lnTo>
                    <a:pt x="218"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0" name="Google Shape;12850;p30"/>
            <p:cNvSpPr/>
            <p:nvPr/>
          </p:nvSpPr>
          <p:spPr>
            <a:xfrm>
              <a:off x="4023650" y="1711600"/>
              <a:ext cx="6025" cy="6025"/>
            </a:xfrm>
            <a:custGeom>
              <a:avLst/>
              <a:gdLst/>
              <a:ahLst/>
              <a:cxnLst/>
              <a:rect l="l" t="t" r="r" b="b"/>
              <a:pathLst>
                <a:path w="241" h="241" extrusionOk="0">
                  <a:moveTo>
                    <a:pt x="48" y="0"/>
                  </a:moveTo>
                  <a:lnTo>
                    <a:pt x="24" y="72"/>
                  </a:lnTo>
                  <a:lnTo>
                    <a:pt x="0" y="121"/>
                  </a:lnTo>
                  <a:lnTo>
                    <a:pt x="24" y="169"/>
                  </a:lnTo>
                  <a:lnTo>
                    <a:pt x="72" y="217"/>
                  </a:lnTo>
                  <a:lnTo>
                    <a:pt x="120" y="241"/>
                  </a:lnTo>
                  <a:lnTo>
                    <a:pt x="169" y="241"/>
                  </a:lnTo>
                  <a:lnTo>
                    <a:pt x="217" y="217"/>
                  </a:lnTo>
                  <a:lnTo>
                    <a:pt x="241" y="193"/>
                  </a:lnTo>
                  <a:lnTo>
                    <a:pt x="241" y="169"/>
                  </a:lnTo>
                  <a:lnTo>
                    <a:pt x="241" y="97"/>
                  </a:lnTo>
                  <a:lnTo>
                    <a:pt x="217" y="48"/>
                  </a:lnTo>
                  <a:lnTo>
                    <a:pt x="169" y="24"/>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1" name="Google Shape;12851;p30"/>
            <p:cNvSpPr/>
            <p:nvPr/>
          </p:nvSpPr>
          <p:spPr>
            <a:xfrm>
              <a:off x="4015825" y="2027550"/>
              <a:ext cx="4225" cy="6050"/>
            </a:xfrm>
            <a:custGeom>
              <a:avLst/>
              <a:gdLst/>
              <a:ahLst/>
              <a:cxnLst/>
              <a:rect l="l" t="t" r="r" b="b"/>
              <a:pathLst>
                <a:path w="169" h="242" extrusionOk="0">
                  <a:moveTo>
                    <a:pt x="24" y="1"/>
                  </a:moveTo>
                  <a:lnTo>
                    <a:pt x="0" y="25"/>
                  </a:lnTo>
                  <a:lnTo>
                    <a:pt x="0" y="49"/>
                  </a:lnTo>
                  <a:lnTo>
                    <a:pt x="0" y="169"/>
                  </a:lnTo>
                  <a:lnTo>
                    <a:pt x="24" y="193"/>
                  </a:lnTo>
                  <a:lnTo>
                    <a:pt x="72" y="241"/>
                  </a:lnTo>
                  <a:lnTo>
                    <a:pt x="120" y="241"/>
                  </a:lnTo>
                  <a:lnTo>
                    <a:pt x="169" y="169"/>
                  </a:lnTo>
                  <a:lnTo>
                    <a:pt x="169" y="73"/>
                  </a:lnTo>
                  <a:lnTo>
                    <a:pt x="145"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2" name="Google Shape;12852;p30"/>
            <p:cNvSpPr/>
            <p:nvPr/>
          </p:nvSpPr>
          <p:spPr>
            <a:xfrm>
              <a:off x="3968875" y="1874700"/>
              <a:ext cx="6650" cy="4225"/>
            </a:xfrm>
            <a:custGeom>
              <a:avLst/>
              <a:gdLst/>
              <a:ahLst/>
              <a:cxnLst/>
              <a:rect l="l" t="t" r="r" b="b"/>
              <a:pathLst>
                <a:path w="266" h="169" extrusionOk="0">
                  <a:moveTo>
                    <a:pt x="97" y="0"/>
                  </a:moveTo>
                  <a:lnTo>
                    <a:pt x="49" y="24"/>
                  </a:lnTo>
                  <a:lnTo>
                    <a:pt x="0" y="72"/>
                  </a:lnTo>
                  <a:lnTo>
                    <a:pt x="0" y="120"/>
                  </a:lnTo>
                  <a:lnTo>
                    <a:pt x="24" y="145"/>
                  </a:lnTo>
                  <a:lnTo>
                    <a:pt x="97" y="169"/>
                  </a:lnTo>
                  <a:lnTo>
                    <a:pt x="169" y="169"/>
                  </a:lnTo>
                  <a:lnTo>
                    <a:pt x="217" y="145"/>
                  </a:lnTo>
                  <a:lnTo>
                    <a:pt x="265" y="96"/>
                  </a:lnTo>
                  <a:lnTo>
                    <a:pt x="241" y="48"/>
                  </a:lnTo>
                  <a:lnTo>
                    <a:pt x="241"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3" name="Google Shape;12853;p30"/>
            <p:cNvSpPr/>
            <p:nvPr/>
          </p:nvSpPr>
          <p:spPr>
            <a:xfrm>
              <a:off x="3898450" y="1843400"/>
              <a:ext cx="4850" cy="6050"/>
            </a:xfrm>
            <a:custGeom>
              <a:avLst/>
              <a:gdLst/>
              <a:ahLst/>
              <a:cxnLst/>
              <a:rect l="l" t="t" r="r" b="b"/>
              <a:pathLst>
                <a:path w="194" h="242" extrusionOk="0">
                  <a:moveTo>
                    <a:pt x="97" y="0"/>
                  </a:moveTo>
                  <a:lnTo>
                    <a:pt x="73" y="24"/>
                  </a:lnTo>
                  <a:lnTo>
                    <a:pt x="25" y="73"/>
                  </a:lnTo>
                  <a:lnTo>
                    <a:pt x="1" y="121"/>
                  </a:lnTo>
                  <a:lnTo>
                    <a:pt x="1" y="169"/>
                  </a:lnTo>
                  <a:lnTo>
                    <a:pt x="25" y="217"/>
                  </a:lnTo>
                  <a:lnTo>
                    <a:pt x="73" y="241"/>
                  </a:lnTo>
                  <a:lnTo>
                    <a:pt x="121" y="241"/>
                  </a:lnTo>
                  <a:lnTo>
                    <a:pt x="169" y="193"/>
                  </a:lnTo>
                  <a:lnTo>
                    <a:pt x="193" y="145"/>
                  </a:lnTo>
                  <a:lnTo>
                    <a:pt x="193" y="73"/>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4" name="Google Shape;12854;p30"/>
            <p:cNvSpPr/>
            <p:nvPr/>
          </p:nvSpPr>
          <p:spPr>
            <a:xfrm>
              <a:off x="3907475" y="1733250"/>
              <a:ext cx="6650" cy="4850"/>
            </a:xfrm>
            <a:custGeom>
              <a:avLst/>
              <a:gdLst/>
              <a:ahLst/>
              <a:cxnLst/>
              <a:rect l="l" t="t" r="r" b="b"/>
              <a:pathLst>
                <a:path w="266" h="194" extrusionOk="0">
                  <a:moveTo>
                    <a:pt x="169" y="1"/>
                  </a:moveTo>
                  <a:lnTo>
                    <a:pt x="73" y="25"/>
                  </a:lnTo>
                  <a:lnTo>
                    <a:pt x="49" y="49"/>
                  </a:lnTo>
                  <a:lnTo>
                    <a:pt x="25" y="73"/>
                  </a:lnTo>
                  <a:lnTo>
                    <a:pt x="1" y="145"/>
                  </a:lnTo>
                  <a:lnTo>
                    <a:pt x="25" y="169"/>
                  </a:lnTo>
                  <a:lnTo>
                    <a:pt x="97" y="193"/>
                  </a:lnTo>
                  <a:lnTo>
                    <a:pt x="145" y="193"/>
                  </a:lnTo>
                  <a:lnTo>
                    <a:pt x="218" y="169"/>
                  </a:lnTo>
                  <a:lnTo>
                    <a:pt x="266" y="121"/>
                  </a:lnTo>
                  <a:lnTo>
                    <a:pt x="266" y="49"/>
                  </a:lnTo>
                  <a:lnTo>
                    <a:pt x="242" y="25"/>
                  </a:lnTo>
                  <a:lnTo>
                    <a:pt x="21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5" name="Google Shape;12855;p30"/>
            <p:cNvSpPr/>
            <p:nvPr/>
          </p:nvSpPr>
          <p:spPr>
            <a:xfrm>
              <a:off x="4165675" y="1845800"/>
              <a:ext cx="5425" cy="6050"/>
            </a:xfrm>
            <a:custGeom>
              <a:avLst/>
              <a:gdLst/>
              <a:ahLst/>
              <a:cxnLst/>
              <a:rect l="l" t="t" r="r" b="b"/>
              <a:pathLst>
                <a:path w="217" h="242" extrusionOk="0">
                  <a:moveTo>
                    <a:pt x="24" y="1"/>
                  </a:moveTo>
                  <a:lnTo>
                    <a:pt x="0" y="49"/>
                  </a:lnTo>
                  <a:lnTo>
                    <a:pt x="0" y="97"/>
                  </a:lnTo>
                  <a:lnTo>
                    <a:pt x="0" y="145"/>
                  </a:lnTo>
                  <a:lnTo>
                    <a:pt x="24" y="193"/>
                  </a:lnTo>
                  <a:lnTo>
                    <a:pt x="73" y="241"/>
                  </a:lnTo>
                  <a:lnTo>
                    <a:pt x="121" y="241"/>
                  </a:lnTo>
                  <a:lnTo>
                    <a:pt x="169" y="193"/>
                  </a:lnTo>
                  <a:lnTo>
                    <a:pt x="217" y="145"/>
                  </a:lnTo>
                  <a:lnTo>
                    <a:pt x="217" y="97"/>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6" name="Google Shape;12856;p30"/>
            <p:cNvSpPr/>
            <p:nvPr/>
          </p:nvSpPr>
          <p:spPr>
            <a:xfrm>
              <a:off x="4023025" y="1768775"/>
              <a:ext cx="5450" cy="6650"/>
            </a:xfrm>
            <a:custGeom>
              <a:avLst/>
              <a:gdLst/>
              <a:ahLst/>
              <a:cxnLst/>
              <a:rect l="l" t="t" r="r" b="b"/>
              <a:pathLst>
                <a:path w="218" h="266" extrusionOk="0">
                  <a:moveTo>
                    <a:pt x="121" y="0"/>
                  </a:moveTo>
                  <a:lnTo>
                    <a:pt x="73" y="24"/>
                  </a:lnTo>
                  <a:lnTo>
                    <a:pt x="25" y="48"/>
                  </a:lnTo>
                  <a:lnTo>
                    <a:pt x="1" y="121"/>
                  </a:lnTo>
                  <a:lnTo>
                    <a:pt x="1" y="169"/>
                  </a:lnTo>
                  <a:lnTo>
                    <a:pt x="25" y="217"/>
                  </a:lnTo>
                  <a:lnTo>
                    <a:pt x="73" y="241"/>
                  </a:lnTo>
                  <a:lnTo>
                    <a:pt x="121" y="265"/>
                  </a:lnTo>
                  <a:lnTo>
                    <a:pt x="145" y="241"/>
                  </a:lnTo>
                  <a:lnTo>
                    <a:pt x="194" y="169"/>
                  </a:lnTo>
                  <a:lnTo>
                    <a:pt x="218" y="97"/>
                  </a:lnTo>
                  <a:lnTo>
                    <a:pt x="194"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7" name="Google Shape;12857;p30"/>
            <p:cNvSpPr/>
            <p:nvPr/>
          </p:nvSpPr>
          <p:spPr>
            <a:xfrm>
              <a:off x="3905675" y="1945700"/>
              <a:ext cx="5450" cy="6050"/>
            </a:xfrm>
            <a:custGeom>
              <a:avLst/>
              <a:gdLst/>
              <a:ahLst/>
              <a:cxnLst/>
              <a:rect l="l" t="t" r="r" b="b"/>
              <a:pathLst>
                <a:path w="218" h="242" extrusionOk="0">
                  <a:moveTo>
                    <a:pt x="73" y="1"/>
                  </a:moveTo>
                  <a:lnTo>
                    <a:pt x="25" y="25"/>
                  </a:lnTo>
                  <a:lnTo>
                    <a:pt x="1" y="73"/>
                  </a:lnTo>
                  <a:lnTo>
                    <a:pt x="1" y="121"/>
                  </a:lnTo>
                  <a:lnTo>
                    <a:pt x="1" y="169"/>
                  </a:lnTo>
                  <a:lnTo>
                    <a:pt x="49" y="217"/>
                  </a:lnTo>
                  <a:lnTo>
                    <a:pt x="73" y="241"/>
                  </a:lnTo>
                  <a:lnTo>
                    <a:pt x="121" y="241"/>
                  </a:lnTo>
                  <a:lnTo>
                    <a:pt x="193" y="217"/>
                  </a:lnTo>
                  <a:lnTo>
                    <a:pt x="217" y="169"/>
                  </a:lnTo>
                  <a:lnTo>
                    <a:pt x="217" y="145"/>
                  </a:lnTo>
                  <a:lnTo>
                    <a:pt x="193"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8" name="Google Shape;12858;p30"/>
            <p:cNvSpPr/>
            <p:nvPr/>
          </p:nvSpPr>
          <p:spPr>
            <a:xfrm>
              <a:off x="3767850" y="1848800"/>
              <a:ext cx="5450" cy="4850"/>
            </a:xfrm>
            <a:custGeom>
              <a:avLst/>
              <a:gdLst/>
              <a:ahLst/>
              <a:cxnLst/>
              <a:rect l="l" t="t" r="r" b="b"/>
              <a:pathLst>
                <a:path w="218" h="194" extrusionOk="0">
                  <a:moveTo>
                    <a:pt x="73" y="1"/>
                  </a:moveTo>
                  <a:lnTo>
                    <a:pt x="49" y="25"/>
                  </a:lnTo>
                  <a:lnTo>
                    <a:pt x="1" y="49"/>
                  </a:lnTo>
                  <a:lnTo>
                    <a:pt x="1" y="97"/>
                  </a:lnTo>
                  <a:lnTo>
                    <a:pt x="49" y="169"/>
                  </a:lnTo>
                  <a:lnTo>
                    <a:pt x="121" y="194"/>
                  </a:lnTo>
                  <a:lnTo>
                    <a:pt x="169" y="194"/>
                  </a:lnTo>
                  <a:lnTo>
                    <a:pt x="218" y="169"/>
                  </a:lnTo>
                  <a:lnTo>
                    <a:pt x="218" y="121"/>
                  </a:lnTo>
                  <a:lnTo>
                    <a:pt x="193"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9" name="Google Shape;12859;p30"/>
            <p:cNvSpPr/>
            <p:nvPr/>
          </p:nvSpPr>
          <p:spPr>
            <a:xfrm>
              <a:off x="4060350" y="1735675"/>
              <a:ext cx="6050" cy="5425"/>
            </a:xfrm>
            <a:custGeom>
              <a:avLst/>
              <a:gdLst/>
              <a:ahLst/>
              <a:cxnLst/>
              <a:rect l="l" t="t" r="r" b="b"/>
              <a:pathLst>
                <a:path w="242" h="217" extrusionOk="0">
                  <a:moveTo>
                    <a:pt x="121" y="0"/>
                  </a:moveTo>
                  <a:lnTo>
                    <a:pt x="73" y="24"/>
                  </a:lnTo>
                  <a:lnTo>
                    <a:pt x="25" y="72"/>
                  </a:lnTo>
                  <a:lnTo>
                    <a:pt x="0" y="145"/>
                  </a:lnTo>
                  <a:lnTo>
                    <a:pt x="25" y="169"/>
                  </a:lnTo>
                  <a:lnTo>
                    <a:pt x="49" y="193"/>
                  </a:lnTo>
                  <a:lnTo>
                    <a:pt x="97" y="217"/>
                  </a:lnTo>
                  <a:lnTo>
                    <a:pt x="145" y="193"/>
                  </a:lnTo>
                  <a:lnTo>
                    <a:pt x="193" y="145"/>
                  </a:lnTo>
                  <a:lnTo>
                    <a:pt x="241" y="96"/>
                  </a:lnTo>
                  <a:lnTo>
                    <a:pt x="241" y="48"/>
                  </a:lnTo>
                  <a:lnTo>
                    <a:pt x="241"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0" name="Google Shape;12860;p30"/>
            <p:cNvSpPr/>
            <p:nvPr/>
          </p:nvSpPr>
          <p:spPr>
            <a:xfrm>
              <a:off x="3843700" y="1597850"/>
              <a:ext cx="4825" cy="6650"/>
            </a:xfrm>
            <a:custGeom>
              <a:avLst/>
              <a:gdLst/>
              <a:ahLst/>
              <a:cxnLst/>
              <a:rect l="l" t="t" r="r" b="b"/>
              <a:pathLst>
                <a:path w="193" h="266" extrusionOk="0">
                  <a:moveTo>
                    <a:pt x="120" y="0"/>
                  </a:moveTo>
                  <a:lnTo>
                    <a:pt x="72" y="25"/>
                  </a:lnTo>
                  <a:lnTo>
                    <a:pt x="24" y="49"/>
                  </a:lnTo>
                  <a:lnTo>
                    <a:pt x="0" y="97"/>
                  </a:lnTo>
                  <a:lnTo>
                    <a:pt x="0" y="145"/>
                  </a:lnTo>
                  <a:lnTo>
                    <a:pt x="0" y="217"/>
                  </a:lnTo>
                  <a:lnTo>
                    <a:pt x="24" y="241"/>
                  </a:lnTo>
                  <a:lnTo>
                    <a:pt x="72" y="265"/>
                  </a:lnTo>
                  <a:lnTo>
                    <a:pt x="120" y="241"/>
                  </a:lnTo>
                  <a:lnTo>
                    <a:pt x="169" y="193"/>
                  </a:lnTo>
                  <a:lnTo>
                    <a:pt x="193" y="121"/>
                  </a:lnTo>
                  <a:lnTo>
                    <a:pt x="193" y="73"/>
                  </a:lnTo>
                  <a:lnTo>
                    <a:pt x="169" y="25"/>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1" name="Google Shape;12861;p30"/>
            <p:cNvSpPr/>
            <p:nvPr/>
          </p:nvSpPr>
          <p:spPr>
            <a:xfrm>
              <a:off x="4094650" y="1695350"/>
              <a:ext cx="6050" cy="6050"/>
            </a:xfrm>
            <a:custGeom>
              <a:avLst/>
              <a:gdLst/>
              <a:ahLst/>
              <a:cxnLst/>
              <a:rect l="l" t="t" r="r" b="b"/>
              <a:pathLst>
                <a:path w="242" h="242" extrusionOk="0">
                  <a:moveTo>
                    <a:pt x="121" y="0"/>
                  </a:moveTo>
                  <a:lnTo>
                    <a:pt x="73" y="24"/>
                  </a:lnTo>
                  <a:lnTo>
                    <a:pt x="49" y="48"/>
                  </a:lnTo>
                  <a:lnTo>
                    <a:pt x="25" y="73"/>
                  </a:lnTo>
                  <a:lnTo>
                    <a:pt x="1" y="121"/>
                  </a:lnTo>
                  <a:lnTo>
                    <a:pt x="25" y="169"/>
                  </a:lnTo>
                  <a:lnTo>
                    <a:pt x="49" y="193"/>
                  </a:lnTo>
                  <a:lnTo>
                    <a:pt x="73" y="217"/>
                  </a:lnTo>
                  <a:lnTo>
                    <a:pt x="145" y="241"/>
                  </a:lnTo>
                  <a:lnTo>
                    <a:pt x="193" y="217"/>
                  </a:lnTo>
                  <a:lnTo>
                    <a:pt x="217" y="193"/>
                  </a:lnTo>
                  <a:lnTo>
                    <a:pt x="241" y="145"/>
                  </a:lnTo>
                  <a:lnTo>
                    <a:pt x="217" y="73"/>
                  </a:lnTo>
                  <a:lnTo>
                    <a:pt x="193"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2" name="Google Shape;12862;p30"/>
            <p:cNvSpPr/>
            <p:nvPr/>
          </p:nvSpPr>
          <p:spPr>
            <a:xfrm>
              <a:off x="4016425" y="1929450"/>
              <a:ext cx="4225" cy="6650"/>
            </a:xfrm>
            <a:custGeom>
              <a:avLst/>
              <a:gdLst/>
              <a:ahLst/>
              <a:cxnLst/>
              <a:rect l="l" t="t" r="r" b="b"/>
              <a:pathLst>
                <a:path w="169" h="266" extrusionOk="0">
                  <a:moveTo>
                    <a:pt x="48" y="1"/>
                  </a:moveTo>
                  <a:lnTo>
                    <a:pt x="0" y="97"/>
                  </a:lnTo>
                  <a:lnTo>
                    <a:pt x="0" y="217"/>
                  </a:lnTo>
                  <a:lnTo>
                    <a:pt x="24" y="241"/>
                  </a:lnTo>
                  <a:lnTo>
                    <a:pt x="48" y="266"/>
                  </a:lnTo>
                  <a:lnTo>
                    <a:pt x="96" y="241"/>
                  </a:lnTo>
                  <a:lnTo>
                    <a:pt x="145" y="193"/>
                  </a:lnTo>
                  <a:lnTo>
                    <a:pt x="169" y="121"/>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3" name="Google Shape;12863;p30"/>
            <p:cNvSpPr/>
            <p:nvPr/>
          </p:nvSpPr>
          <p:spPr>
            <a:xfrm>
              <a:off x="3962250" y="1986025"/>
              <a:ext cx="6050" cy="4850"/>
            </a:xfrm>
            <a:custGeom>
              <a:avLst/>
              <a:gdLst/>
              <a:ahLst/>
              <a:cxnLst/>
              <a:rect l="l" t="t" r="r" b="b"/>
              <a:pathLst>
                <a:path w="242" h="194" extrusionOk="0">
                  <a:moveTo>
                    <a:pt x="49" y="1"/>
                  </a:moveTo>
                  <a:lnTo>
                    <a:pt x="1" y="25"/>
                  </a:lnTo>
                  <a:lnTo>
                    <a:pt x="1" y="73"/>
                  </a:lnTo>
                  <a:lnTo>
                    <a:pt x="1" y="121"/>
                  </a:lnTo>
                  <a:lnTo>
                    <a:pt x="73" y="169"/>
                  </a:lnTo>
                  <a:lnTo>
                    <a:pt x="97" y="193"/>
                  </a:lnTo>
                  <a:lnTo>
                    <a:pt x="193" y="193"/>
                  </a:lnTo>
                  <a:lnTo>
                    <a:pt x="217" y="145"/>
                  </a:lnTo>
                  <a:lnTo>
                    <a:pt x="241" y="121"/>
                  </a:lnTo>
                  <a:lnTo>
                    <a:pt x="217" y="73"/>
                  </a:lnTo>
                  <a:lnTo>
                    <a:pt x="169"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4" name="Google Shape;12864;p30"/>
            <p:cNvSpPr/>
            <p:nvPr/>
          </p:nvSpPr>
          <p:spPr>
            <a:xfrm>
              <a:off x="3956225" y="1940300"/>
              <a:ext cx="4250" cy="4225"/>
            </a:xfrm>
            <a:custGeom>
              <a:avLst/>
              <a:gdLst/>
              <a:ahLst/>
              <a:cxnLst/>
              <a:rect l="l" t="t" r="r" b="b"/>
              <a:pathLst>
                <a:path w="170" h="169" extrusionOk="0">
                  <a:moveTo>
                    <a:pt x="73" y="0"/>
                  </a:moveTo>
                  <a:lnTo>
                    <a:pt x="1" y="24"/>
                  </a:lnTo>
                  <a:lnTo>
                    <a:pt x="1" y="48"/>
                  </a:lnTo>
                  <a:lnTo>
                    <a:pt x="1" y="72"/>
                  </a:lnTo>
                  <a:lnTo>
                    <a:pt x="1" y="120"/>
                  </a:lnTo>
                  <a:lnTo>
                    <a:pt x="25" y="144"/>
                  </a:lnTo>
                  <a:lnTo>
                    <a:pt x="73" y="169"/>
                  </a:lnTo>
                  <a:lnTo>
                    <a:pt x="121" y="169"/>
                  </a:lnTo>
                  <a:lnTo>
                    <a:pt x="145" y="144"/>
                  </a:lnTo>
                  <a:lnTo>
                    <a:pt x="169" y="120"/>
                  </a:lnTo>
                  <a:lnTo>
                    <a:pt x="145"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5" name="Google Shape;12865;p30"/>
            <p:cNvSpPr/>
            <p:nvPr/>
          </p:nvSpPr>
          <p:spPr>
            <a:xfrm>
              <a:off x="4068775" y="1674275"/>
              <a:ext cx="3625" cy="4850"/>
            </a:xfrm>
            <a:custGeom>
              <a:avLst/>
              <a:gdLst/>
              <a:ahLst/>
              <a:cxnLst/>
              <a:rect l="l" t="t" r="r" b="b"/>
              <a:pathLst>
                <a:path w="145" h="194" extrusionOk="0">
                  <a:moveTo>
                    <a:pt x="49" y="1"/>
                  </a:moveTo>
                  <a:lnTo>
                    <a:pt x="25" y="25"/>
                  </a:lnTo>
                  <a:lnTo>
                    <a:pt x="1" y="73"/>
                  </a:lnTo>
                  <a:lnTo>
                    <a:pt x="1" y="121"/>
                  </a:lnTo>
                  <a:lnTo>
                    <a:pt x="1" y="193"/>
                  </a:lnTo>
                  <a:lnTo>
                    <a:pt x="73" y="193"/>
                  </a:lnTo>
                  <a:lnTo>
                    <a:pt x="121" y="169"/>
                  </a:lnTo>
                  <a:lnTo>
                    <a:pt x="145" y="97"/>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6" name="Google Shape;12866;p30"/>
            <p:cNvSpPr/>
            <p:nvPr/>
          </p:nvSpPr>
          <p:spPr>
            <a:xfrm>
              <a:off x="3943000" y="1805475"/>
              <a:ext cx="4225" cy="4250"/>
            </a:xfrm>
            <a:custGeom>
              <a:avLst/>
              <a:gdLst/>
              <a:ahLst/>
              <a:cxnLst/>
              <a:rect l="l" t="t" r="r" b="b"/>
              <a:pathLst>
                <a:path w="169" h="170" extrusionOk="0">
                  <a:moveTo>
                    <a:pt x="48" y="1"/>
                  </a:moveTo>
                  <a:lnTo>
                    <a:pt x="24" y="49"/>
                  </a:lnTo>
                  <a:lnTo>
                    <a:pt x="0" y="97"/>
                  </a:lnTo>
                  <a:lnTo>
                    <a:pt x="24" y="121"/>
                  </a:lnTo>
                  <a:lnTo>
                    <a:pt x="48" y="169"/>
                  </a:lnTo>
                  <a:lnTo>
                    <a:pt x="145" y="169"/>
                  </a:lnTo>
                  <a:lnTo>
                    <a:pt x="169" y="121"/>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7" name="Google Shape;12867;p30"/>
            <p:cNvSpPr/>
            <p:nvPr/>
          </p:nvSpPr>
          <p:spPr>
            <a:xfrm>
              <a:off x="4059150" y="1669475"/>
              <a:ext cx="4825" cy="4825"/>
            </a:xfrm>
            <a:custGeom>
              <a:avLst/>
              <a:gdLst/>
              <a:ahLst/>
              <a:cxnLst/>
              <a:rect l="l" t="t" r="r" b="b"/>
              <a:pathLst>
                <a:path w="193" h="193" extrusionOk="0">
                  <a:moveTo>
                    <a:pt x="48" y="0"/>
                  </a:moveTo>
                  <a:lnTo>
                    <a:pt x="24" y="24"/>
                  </a:lnTo>
                  <a:lnTo>
                    <a:pt x="0" y="48"/>
                  </a:lnTo>
                  <a:lnTo>
                    <a:pt x="0" y="96"/>
                  </a:lnTo>
                  <a:lnTo>
                    <a:pt x="24" y="121"/>
                  </a:lnTo>
                  <a:lnTo>
                    <a:pt x="73" y="193"/>
                  </a:lnTo>
                  <a:lnTo>
                    <a:pt x="145" y="193"/>
                  </a:lnTo>
                  <a:lnTo>
                    <a:pt x="193" y="145"/>
                  </a:lnTo>
                  <a:lnTo>
                    <a:pt x="193" y="96"/>
                  </a:lnTo>
                  <a:lnTo>
                    <a:pt x="193" y="48"/>
                  </a:lnTo>
                  <a:lnTo>
                    <a:pt x="121"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8" name="Google Shape;12868;p30"/>
            <p:cNvSpPr/>
            <p:nvPr/>
          </p:nvSpPr>
          <p:spPr>
            <a:xfrm>
              <a:off x="3831050" y="1920425"/>
              <a:ext cx="5450" cy="4250"/>
            </a:xfrm>
            <a:custGeom>
              <a:avLst/>
              <a:gdLst/>
              <a:ahLst/>
              <a:cxnLst/>
              <a:rect l="l" t="t" r="r" b="b"/>
              <a:pathLst>
                <a:path w="218" h="170" extrusionOk="0">
                  <a:moveTo>
                    <a:pt x="97" y="1"/>
                  </a:moveTo>
                  <a:lnTo>
                    <a:pt x="49" y="25"/>
                  </a:lnTo>
                  <a:lnTo>
                    <a:pt x="25" y="49"/>
                  </a:lnTo>
                  <a:lnTo>
                    <a:pt x="1" y="73"/>
                  </a:lnTo>
                  <a:lnTo>
                    <a:pt x="25" y="97"/>
                  </a:lnTo>
                  <a:lnTo>
                    <a:pt x="73" y="145"/>
                  </a:lnTo>
                  <a:lnTo>
                    <a:pt x="145" y="169"/>
                  </a:lnTo>
                  <a:lnTo>
                    <a:pt x="193" y="145"/>
                  </a:lnTo>
                  <a:lnTo>
                    <a:pt x="217" y="121"/>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9" name="Google Shape;12869;p30"/>
            <p:cNvSpPr/>
            <p:nvPr/>
          </p:nvSpPr>
          <p:spPr>
            <a:xfrm>
              <a:off x="3950225" y="1664050"/>
              <a:ext cx="4225" cy="4225"/>
            </a:xfrm>
            <a:custGeom>
              <a:avLst/>
              <a:gdLst/>
              <a:ahLst/>
              <a:cxnLst/>
              <a:rect l="l" t="t" r="r" b="b"/>
              <a:pathLst>
                <a:path w="169" h="169" extrusionOk="0">
                  <a:moveTo>
                    <a:pt x="48" y="0"/>
                  </a:moveTo>
                  <a:lnTo>
                    <a:pt x="0" y="49"/>
                  </a:lnTo>
                  <a:lnTo>
                    <a:pt x="24" y="121"/>
                  </a:lnTo>
                  <a:lnTo>
                    <a:pt x="72" y="169"/>
                  </a:lnTo>
                  <a:lnTo>
                    <a:pt x="120" y="145"/>
                  </a:lnTo>
                  <a:lnTo>
                    <a:pt x="169" y="97"/>
                  </a:lnTo>
                  <a:lnTo>
                    <a:pt x="169" y="49"/>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0" name="Google Shape;12870;p30"/>
            <p:cNvSpPr/>
            <p:nvPr/>
          </p:nvSpPr>
          <p:spPr>
            <a:xfrm>
              <a:off x="3957425" y="1763350"/>
              <a:ext cx="5450" cy="3625"/>
            </a:xfrm>
            <a:custGeom>
              <a:avLst/>
              <a:gdLst/>
              <a:ahLst/>
              <a:cxnLst/>
              <a:rect l="l" t="t" r="r" b="b"/>
              <a:pathLst>
                <a:path w="218" h="145" extrusionOk="0">
                  <a:moveTo>
                    <a:pt x="73" y="1"/>
                  </a:moveTo>
                  <a:lnTo>
                    <a:pt x="25" y="25"/>
                  </a:lnTo>
                  <a:lnTo>
                    <a:pt x="1" y="73"/>
                  </a:lnTo>
                  <a:lnTo>
                    <a:pt x="1" y="97"/>
                  </a:lnTo>
                  <a:lnTo>
                    <a:pt x="1" y="121"/>
                  </a:lnTo>
                  <a:lnTo>
                    <a:pt x="73" y="145"/>
                  </a:lnTo>
                  <a:lnTo>
                    <a:pt x="194" y="145"/>
                  </a:lnTo>
                  <a:lnTo>
                    <a:pt x="218" y="97"/>
                  </a:lnTo>
                  <a:lnTo>
                    <a:pt x="194"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1" name="Google Shape;12871;p30"/>
            <p:cNvSpPr/>
            <p:nvPr/>
          </p:nvSpPr>
          <p:spPr>
            <a:xfrm>
              <a:off x="3787725" y="1832550"/>
              <a:ext cx="4225" cy="4850"/>
            </a:xfrm>
            <a:custGeom>
              <a:avLst/>
              <a:gdLst/>
              <a:ahLst/>
              <a:cxnLst/>
              <a:rect l="l" t="t" r="r" b="b"/>
              <a:pathLst>
                <a:path w="169" h="194" extrusionOk="0">
                  <a:moveTo>
                    <a:pt x="48" y="1"/>
                  </a:moveTo>
                  <a:lnTo>
                    <a:pt x="0" y="49"/>
                  </a:lnTo>
                  <a:lnTo>
                    <a:pt x="0" y="121"/>
                  </a:lnTo>
                  <a:lnTo>
                    <a:pt x="0" y="169"/>
                  </a:lnTo>
                  <a:lnTo>
                    <a:pt x="48" y="194"/>
                  </a:lnTo>
                  <a:lnTo>
                    <a:pt x="97" y="194"/>
                  </a:lnTo>
                  <a:lnTo>
                    <a:pt x="145" y="145"/>
                  </a:lnTo>
                  <a:lnTo>
                    <a:pt x="169" y="97"/>
                  </a:lnTo>
                  <a:lnTo>
                    <a:pt x="169" y="73"/>
                  </a:lnTo>
                  <a:lnTo>
                    <a:pt x="145"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2" name="Google Shape;12872;p30"/>
            <p:cNvSpPr/>
            <p:nvPr/>
          </p:nvSpPr>
          <p:spPr>
            <a:xfrm>
              <a:off x="3933375" y="1944500"/>
              <a:ext cx="6625" cy="4850"/>
            </a:xfrm>
            <a:custGeom>
              <a:avLst/>
              <a:gdLst/>
              <a:ahLst/>
              <a:cxnLst/>
              <a:rect l="l" t="t" r="r" b="b"/>
              <a:pathLst>
                <a:path w="265" h="194" extrusionOk="0">
                  <a:moveTo>
                    <a:pt x="0" y="1"/>
                  </a:moveTo>
                  <a:lnTo>
                    <a:pt x="72" y="145"/>
                  </a:lnTo>
                  <a:lnTo>
                    <a:pt x="120" y="193"/>
                  </a:lnTo>
                  <a:lnTo>
                    <a:pt x="241" y="193"/>
                  </a:lnTo>
                  <a:lnTo>
                    <a:pt x="265" y="145"/>
                  </a:lnTo>
                  <a:lnTo>
                    <a:pt x="217" y="49"/>
                  </a:lnTo>
                  <a:lnTo>
                    <a:pt x="144"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3" name="Google Shape;12873;p30"/>
            <p:cNvSpPr/>
            <p:nvPr/>
          </p:nvSpPr>
          <p:spPr>
            <a:xfrm>
              <a:off x="3734750" y="1788625"/>
              <a:ext cx="4250" cy="4850"/>
            </a:xfrm>
            <a:custGeom>
              <a:avLst/>
              <a:gdLst/>
              <a:ahLst/>
              <a:cxnLst/>
              <a:rect l="l" t="t" r="r" b="b"/>
              <a:pathLst>
                <a:path w="170" h="194" extrusionOk="0">
                  <a:moveTo>
                    <a:pt x="25" y="1"/>
                  </a:moveTo>
                  <a:lnTo>
                    <a:pt x="1" y="25"/>
                  </a:lnTo>
                  <a:lnTo>
                    <a:pt x="1" y="73"/>
                  </a:lnTo>
                  <a:lnTo>
                    <a:pt x="1" y="145"/>
                  </a:lnTo>
                  <a:lnTo>
                    <a:pt x="49" y="193"/>
                  </a:lnTo>
                  <a:lnTo>
                    <a:pt x="121" y="193"/>
                  </a:lnTo>
                  <a:lnTo>
                    <a:pt x="169" y="121"/>
                  </a:lnTo>
                  <a:lnTo>
                    <a:pt x="169" y="73"/>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4" name="Google Shape;12874;p30"/>
            <p:cNvSpPr/>
            <p:nvPr/>
          </p:nvSpPr>
          <p:spPr>
            <a:xfrm>
              <a:off x="3964050" y="1703775"/>
              <a:ext cx="4850" cy="4825"/>
            </a:xfrm>
            <a:custGeom>
              <a:avLst/>
              <a:gdLst/>
              <a:ahLst/>
              <a:cxnLst/>
              <a:rect l="l" t="t" r="r" b="b"/>
              <a:pathLst>
                <a:path w="194" h="193" extrusionOk="0">
                  <a:moveTo>
                    <a:pt x="97" y="0"/>
                  </a:moveTo>
                  <a:lnTo>
                    <a:pt x="49" y="24"/>
                  </a:lnTo>
                  <a:lnTo>
                    <a:pt x="25" y="48"/>
                  </a:lnTo>
                  <a:lnTo>
                    <a:pt x="1" y="97"/>
                  </a:lnTo>
                  <a:lnTo>
                    <a:pt x="25" y="145"/>
                  </a:lnTo>
                  <a:lnTo>
                    <a:pt x="73" y="193"/>
                  </a:lnTo>
                  <a:lnTo>
                    <a:pt x="145" y="193"/>
                  </a:lnTo>
                  <a:lnTo>
                    <a:pt x="169" y="169"/>
                  </a:lnTo>
                  <a:lnTo>
                    <a:pt x="193" y="121"/>
                  </a:lnTo>
                  <a:lnTo>
                    <a:pt x="169"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5" name="Google Shape;12875;p30"/>
            <p:cNvSpPr/>
            <p:nvPr/>
          </p:nvSpPr>
          <p:spPr>
            <a:xfrm>
              <a:off x="3775075" y="1884325"/>
              <a:ext cx="4250" cy="4225"/>
            </a:xfrm>
            <a:custGeom>
              <a:avLst/>
              <a:gdLst/>
              <a:ahLst/>
              <a:cxnLst/>
              <a:rect l="l" t="t" r="r" b="b"/>
              <a:pathLst>
                <a:path w="170" h="169" extrusionOk="0">
                  <a:moveTo>
                    <a:pt x="25" y="0"/>
                  </a:moveTo>
                  <a:lnTo>
                    <a:pt x="1" y="24"/>
                  </a:lnTo>
                  <a:lnTo>
                    <a:pt x="1" y="72"/>
                  </a:lnTo>
                  <a:lnTo>
                    <a:pt x="1" y="121"/>
                  </a:lnTo>
                  <a:lnTo>
                    <a:pt x="49" y="145"/>
                  </a:lnTo>
                  <a:lnTo>
                    <a:pt x="73" y="169"/>
                  </a:lnTo>
                  <a:lnTo>
                    <a:pt x="145" y="145"/>
                  </a:lnTo>
                  <a:lnTo>
                    <a:pt x="169" y="121"/>
                  </a:lnTo>
                  <a:lnTo>
                    <a:pt x="169" y="97"/>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6" name="Google Shape;12876;p30"/>
            <p:cNvSpPr/>
            <p:nvPr/>
          </p:nvSpPr>
          <p:spPr>
            <a:xfrm>
              <a:off x="3961650" y="2025150"/>
              <a:ext cx="5450" cy="4825"/>
            </a:xfrm>
            <a:custGeom>
              <a:avLst/>
              <a:gdLst/>
              <a:ahLst/>
              <a:cxnLst/>
              <a:rect l="l" t="t" r="r" b="b"/>
              <a:pathLst>
                <a:path w="218" h="193" extrusionOk="0">
                  <a:moveTo>
                    <a:pt x="49" y="0"/>
                  </a:moveTo>
                  <a:lnTo>
                    <a:pt x="0" y="24"/>
                  </a:lnTo>
                  <a:lnTo>
                    <a:pt x="0" y="73"/>
                  </a:lnTo>
                  <a:lnTo>
                    <a:pt x="0" y="121"/>
                  </a:lnTo>
                  <a:lnTo>
                    <a:pt x="49" y="169"/>
                  </a:lnTo>
                  <a:lnTo>
                    <a:pt x="97" y="193"/>
                  </a:lnTo>
                  <a:lnTo>
                    <a:pt x="145" y="193"/>
                  </a:lnTo>
                  <a:lnTo>
                    <a:pt x="193" y="145"/>
                  </a:lnTo>
                  <a:lnTo>
                    <a:pt x="217" y="97"/>
                  </a:lnTo>
                  <a:lnTo>
                    <a:pt x="193" y="49"/>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7" name="Google Shape;12877;p30"/>
            <p:cNvSpPr/>
            <p:nvPr/>
          </p:nvSpPr>
          <p:spPr>
            <a:xfrm>
              <a:off x="4079000" y="1740475"/>
              <a:ext cx="4850" cy="4850"/>
            </a:xfrm>
            <a:custGeom>
              <a:avLst/>
              <a:gdLst/>
              <a:ahLst/>
              <a:cxnLst/>
              <a:rect l="l" t="t" r="r" b="b"/>
              <a:pathLst>
                <a:path w="194" h="194" extrusionOk="0">
                  <a:moveTo>
                    <a:pt x="25" y="1"/>
                  </a:moveTo>
                  <a:lnTo>
                    <a:pt x="1" y="49"/>
                  </a:lnTo>
                  <a:lnTo>
                    <a:pt x="1" y="97"/>
                  </a:lnTo>
                  <a:lnTo>
                    <a:pt x="25" y="145"/>
                  </a:lnTo>
                  <a:lnTo>
                    <a:pt x="49" y="169"/>
                  </a:lnTo>
                  <a:lnTo>
                    <a:pt x="121" y="193"/>
                  </a:lnTo>
                  <a:lnTo>
                    <a:pt x="145" y="169"/>
                  </a:lnTo>
                  <a:lnTo>
                    <a:pt x="193" y="145"/>
                  </a:lnTo>
                  <a:lnTo>
                    <a:pt x="169" y="73"/>
                  </a:lnTo>
                  <a:lnTo>
                    <a:pt x="145"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8" name="Google Shape;12878;p30"/>
            <p:cNvSpPr/>
            <p:nvPr/>
          </p:nvSpPr>
          <p:spPr>
            <a:xfrm>
              <a:off x="3797950" y="1830150"/>
              <a:ext cx="4250" cy="4850"/>
            </a:xfrm>
            <a:custGeom>
              <a:avLst/>
              <a:gdLst/>
              <a:ahLst/>
              <a:cxnLst/>
              <a:rect l="l" t="t" r="r" b="b"/>
              <a:pathLst>
                <a:path w="170" h="194" extrusionOk="0">
                  <a:moveTo>
                    <a:pt x="73" y="1"/>
                  </a:moveTo>
                  <a:lnTo>
                    <a:pt x="25" y="25"/>
                  </a:lnTo>
                  <a:lnTo>
                    <a:pt x="1" y="73"/>
                  </a:lnTo>
                  <a:lnTo>
                    <a:pt x="1" y="145"/>
                  </a:lnTo>
                  <a:lnTo>
                    <a:pt x="49" y="193"/>
                  </a:lnTo>
                  <a:lnTo>
                    <a:pt x="121" y="193"/>
                  </a:lnTo>
                  <a:lnTo>
                    <a:pt x="169" y="145"/>
                  </a:lnTo>
                  <a:lnTo>
                    <a:pt x="169" y="97"/>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9" name="Google Shape;12879;p30"/>
            <p:cNvSpPr/>
            <p:nvPr/>
          </p:nvSpPr>
          <p:spPr>
            <a:xfrm>
              <a:off x="3787725" y="1868075"/>
              <a:ext cx="4825" cy="4825"/>
            </a:xfrm>
            <a:custGeom>
              <a:avLst/>
              <a:gdLst/>
              <a:ahLst/>
              <a:cxnLst/>
              <a:rect l="l" t="t" r="r" b="b"/>
              <a:pathLst>
                <a:path w="193" h="193" extrusionOk="0">
                  <a:moveTo>
                    <a:pt x="97" y="0"/>
                  </a:moveTo>
                  <a:lnTo>
                    <a:pt x="24" y="24"/>
                  </a:lnTo>
                  <a:lnTo>
                    <a:pt x="0" y="48"/>
                  </a:lnTo>
                  <a:lnTo>
                    <a:pt x="0" y="72"/>
                  </a:lnTo>
                  <a:lnTo>
                    <a:pt x="0" y="121"/>
                  </a:lnTo>
                  <a:lnTo>
                    <a:pt x="24" y="145"/>
                  </a:lnTo>
                  <a:lnTo>
                    <a:pt x="48" y="169"/>
                  </a:lnTo>
                  <a:lnTo>
                    <a:pt x="97" y="193"/>
                  </a:lnTo>
                  <a:lnTo>
                    <a:pt x="169" y="169"/>
                  </a:lnTo>
                  <a:lnTo>
                    <a:pt x="193" y="121"/>
                  </a:lnTo>
                  <a:lnTo>
                    <a:pt x="169"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0" name="Google Shape;12880;p30"/>
            <p:cNvSpPr/>
            <p:nvPr/>
          </p:nvSpPr>
          <p:spPr>
            <a:xfrm>
              <a:off x="3950825" y="1893350"/>
              <a:ext cx="6025" cy="4825"/>
            </a:xfrm>
            <a:custGeom>
              <a:avLst/>
              <a:gdLst/>
              <a:ahLst/>
              <a:cxnLst/>
              <a:rect l="l" t="t" r="r" b="b"/>
              <a:pathLst>
                <a:path w="241" h="193" extrusionOk="0">
                  <a:moveTo>
                    <a:pt x="48" y="0"/>
                  </a:moveTo>
                  <a:lnTo>
                    <a:pt x="24" y="48"/>
                  </a:lnTo>
                  <a:lnTo>
                    <a:pt x="0" y="97"/>
                  </a:lnTo>
                  <a:lnTo>
                    <a:pt x="0" y="121"/>
                  </a:lnTo>
                  <a:lnTo>
                    <a:pt x="24" y="169"/>
                  </a:lnTo>
                  <a:lnTo>
                    <a:pt x="72" y="193"/>
                  </a:lnTo>
                  <a:lnTo>
                    <a:pt x="193" y="193"/>
                  </a:lnTo>
                  <a:lnTo>
                    <a:pt x="217" y="145"/>
                  </a:lnTo>
                  <a:lnTo>
                    <a:pt x="241" y="97"/>
                  </a:lnTo>
                  <a:lnTo>
                    <a:pt x="241" y="73"/>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1" name="Google Shape;12881;p30"/>
            <p:cNvSpPr/>
            <p:nvPr/>
          </p:nvSpPr>
          <p:spPr>
            <a:xfrm>
              <a:off x="4059750" y="1704375"/>
              <a:ext cx="4225" cy="4825"/>
            </a:xfrm>
            <a:custGeom>
              <a:avLst/>
              <a:gdLst/>
              <a:ahLst/>
              <a:cxnLst/>
              <a:rect l="l" t="t" r="r" b="b"/>
              <a:pathLst>
                <a:path w="169" h="193" extrusionOk="0">
                  <a:moveTo>
                    <a:pt x="49" y="0"/>
                  </a:moveTo>
                  <a:lnTo>
                    <a:pt x="0" y="49"/>
                  </a:lnTo>
                  <a:lnTo>
                    <a:pt x="0" y="73"/>
                  </a:lnTo>
                  <a:lnTo>
                    <a:pt x="0" y="121"/>
                  </a:lnTo>
                  <a:lnTo>
                    <a:pt x="49" y="169"/>
                  </a:lnTo>
                  <a:lnTo>
                    <a:pt x="121" y="193"/>
                  </a:lnTo>
                  <a:lnTo>
                    <a:pt x="145" y="169"/>
                  </a:lnTo>
                  <a:lnTo>
                    <a:pt x="169" y="145"/>
                  </a:lnTo>
                  <a:lnTo>
                    <a:pt x="169" y="97"/>
                  </a:lnTo>
                  <a:lnTo>
                    <a:pt x="169" y="73"/>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2" name="Google Shape;12882;p30"/>
            <p:cNvSpPr/>
            <p:nvPr/>
          </p:nvSpPr>
          <p:spPr>
            <a:xfrm>
              <a:off x="4119925" y="1737475"/>
              <a:ext cx="5450" cy="4825"/>
            </a:xfrm>
            <a:custGeom>
              <a:avLst/>
              <a:gdLst/>
              <a:ahLst/>
              <a:cxnLst/>
              <a:rect l="l" t="t" r="r" b="b"/>
              <a:pathLst>
                <a:path w="218" h="193" extrusionOk="0">
                  <a:moveTo>
                    <a:pt x="25" y="0"/>
                  </a:moveTo>
                  <a:lnTo>
                    <a:pt x="1" y="73"/>
                  </a:lnTo>
                  <a:lnTo>
                    <a:pt x="25" y="145"/>
                  </a:lnTo>
                  <a:lnTo>
                    <a:pt x="73" y="193"/>
                  </a:lnTo>
                  <a:lnTo>
                    <a:pt x="145" y="193"/>
                  </a:lnTo>
                  <a:lnTo>
                    <a:pt x="169" y="169"/>
                  </a:lnTo>
                  <a:lnTo>
                    <a:pt x="193" y="121"/>
                  </a:lnTo>
                  <a:lnTo>
                    <a:pt x="217" y="97"/>
                  </a:lnTo>
                  <a:lnTo>
                    <a:pt x="193" y="49"/>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3" name="Google Shape;12883;p30"/>
            <p:cNvSpPr/>
            <p:nvPr/>
          </p:nvSpPr>
          <p:spPr>
            <a:xfrm>
              <a:off x="3847900" y="1887925"/>
              <a:ext cx="4250" cy="4250"/>
            </a:xfrm>
            <a:custGeom>
              <a:avLst/>
              <a:gdLst/>
              <a:ahLst/>
              <a:cxnLst/>
              <a:rect l="l" t="t" r="r" b="b"/>
              <a:pathLst>
                <a:path w="170" h="170" extrusionOk="0">
                  <a:moveTo>
                    <a:pt x="97" y="1"/>
                  </a:moveTo>
                  <a:lnTo>
                    <a:pt x="49" y="25"/>
                  </a:lnTo>
                  <a:lnTo>
                    <a:pt x="25" y="73"/>
                  </a:lnTo>
                  <a:lnTo>
                    <a:pt x="1" y="121"/>
                  </a:lnTo>
                  <a:lnTo>
                    <a:pt x="25" y="145"/>
                  </a:lnTo>
                  <a:lnTo>
                    <a:pt x="49" y="169"/>
                  </a:lnTo>
                  <a:lnTo>
                    <a:pt x="97" y="145"/>
                  </a:lnTo>
                  <a:lnTo>
                    <a:pt x="169"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4" name="Google Shape;12884;p30"/>
            <p:cNvSpPr/>
            <p:nvPr/>
          </p:nvSpPr>
          <p:spPr>
            <a:xfrm>
              <a:off x="3958650" y="1872275"/>
              <a:ext cx="4225" cy="4250"/>
            </a:xfrm>
            <a:custGeom>
              <a:avLst/>
              <a:gdLst/>
              <a:ahLst/>
              <a:cxnLst/>
              <a:rect l="l" t="t" r="r" b="b"/>
              <a:pathLst>
                <a:path w="169" h="170" extrusionOk="0">
                  <a:moveTo>
                    <a:pt x="24" y="1"/>
                  </a:moveTo>
                  <a:lnTo>
                    <a:pt x="0" y="49"/>
                  </a:lnTo>
                  <a:lnTo>
                    <a:pt x="0" y="97"/>
                  </a:lnTo>
                  <a:lnTo>
                    <a:pt x="24" y="145"/>
                  </a:lnTo>
                  <a:lnTo>
                    <a:pt x="48" y="169"/>
                  </a:lnTo>
                  <a:lnTo>
                    <a:pt x="120" y="169"/>
                  </a:lnTo>
                  <a:lnTo>
                    <a:pt x="169" y="145"/>
                  </a:lnTo>
                  <a:lnTo>
                    <a:pt x="169" y="97"/>
                  </a:lnTo>
                  <a:lnTo>
                    <a:pt x="169" y="49"/>
                  </a:lnTo>
                  <a:lnTo>
                    <a:pt x="145"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5" name="Google Shape;12885;p30"/>
            <p:cNvSpPr/>
            <p:nvPr/>
          </p:nvSpPr>
          <p:spPr>
            <a:xfrm>
              <a:off x="3953225" y="1729650"/>
              <a:ext cx="3625" cy="4850"/>
            </a:xfrm>
            <a:custGeom>
              <a:avLst/>
              <a:gdLst/>
              <a:ahLst/>
              <a:cxnLst/>
              <a:rect l="l" t="t" r="r" b="b"/>
              <a:pathLst>
                <a:path w="145" h="194" extrusionOk="0">
                  <a:moveTo>
                    <a:pt x="73" y="0"/>
                  </a:moveTo>
                  <a:lnTo>
                    <a:pt x="0" y="25"/>
                  </a:lnTo>
                  <a:lnTo>
                    <a:pt x="25" y="145"/>
                  </a:lnTo>
                  <a:lnTo>
                    <a:pt x="73" y="169"/>
                  </a:lnTo>
                  <a:lnTo>
                    <a:pt x="97" y="193"/>
                  </a:lnTo>
                  <a:lnTo>
                    <a:pt x="121" y="169"/>
                  </a:lnTo>
                  <a:lnTo>
                    <a:pt x="145" y="145"/>
                  </a:lnTo>
                  <a:lnTo>
                    <a:pt x="145" y="121"/>
                  </a:lnTo>
                  <a:lnTo>
                    <a:pt x="145" y="73"/>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6" name="Google Shape;12886;p30"/>
            <p:cNvSpPr/>
            <p:nvPr/>
          </p:nvSpPr>
          <p:spPr>
            <a:xfrm>
              <a:off x="3754025" y="1652625"/>
              <a:ext cx="4825" cy="4225"/>
            </a:xfrm>
            <a:custGeom>
              <a:avLst/>
              <a:gdLst/>
              <a:ahLst/>
              <a:cxnLst/>
              <a:rect l="l" t="t" r="r" b="b"/>
              <a:pathLst>
                <a:path w="193" h="169" extrusionOk="0">
                  <a:moveTo>
                    <a:pt x="72" y="0"/>
                  </a:moveTo>
                  <a:lnTo>
                    <a:pt x="48" y="24"/>
                  </a:lnTo>
                  <a:lnTo>
                    <a:pt x="0" y="72"/>
                  </a:lnTo>
                  <a:lnTo>
                    <a:pt x="0" y="96"/>
                  </a:lnTo>
                  <a:lnTo>
                    <a:pt x="24" y="120"/>
                  </a:lnTo>
                  <a:lnTo>
                    <a:pt x="72" y="145"/>
                  </a:lnTo>
                  <a:lnTo>
                    <a:pt x="96" y="169"/>
                  </a:lnTo>
                  <a:lnTo>
                    <a:pt x="169" y="120"/>
                  </a:lnTo>
                  <a:lnTo>
                    <a:pt x="193" y="96"/>
                  </a:lnTo>
                  <a:lnTo>
                    <a:pt x="193"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7" name="Google Shape;12887;p30"/>
            <p:cNvSpPr/>
            <p:nvPr/>
          </p:nvSpPr>
          <p:spPr>
            <a:xfrm>
              <a:off x="3958050" y="1772375"/>
              <a:ext cx="4225" cy="5450"/>
            </a:xfrm>
            <a:custGeom>
              <a:avLst/>
              <a:gdLst/>
              <a:ahLst/>
              <a:cxnLst/>
              <a:rect l="l" t="t" r="r" b="b"/>
              <a:pathLst>
                <a:path w="169" h="218" extrusionOk="0">
                  <a:moveTo>
                    <a:pt x="72" y="1"/>
                  </a:moveTo>
                  <a:lnTo>
                    <a:pt x="24" y="25"/>
                  </a:lnTo>
                  <a:lnTo>
                    <a:pt x="0" y="73"/>
                  </a:lnTo>
                  <a:lnTo>
                    <a:pt x="0" y="145"/>
                  </a:lnTo>
                  <a:lnTo>
                    <a:pt x="24" y="193"/>
                  </a:lnTo>
                  <a:lnTo>
                    <a:pt x="72" y="217"/>
                  </a:lnTo>
                  <a:lnTo>
                    <a:pt x="120" y="217"/>
                  </a:lnTo>
                  <a:lnTo>
                    <a:pt x="169" y="169"/>
                  </a:lnTo>
                  <a:lnTo>
                    <a:pt x="144" y="73"/>
                  </a:lnTo>
                  <a:lnTo>
                    <a:pt x="120"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8" name="Google Shape;12888;p30"/>
            <p:cNvSpPr/>
            <p:nvPr/>
          </p:nvSpPr>
          <p:spPr>
            <a:xfrm>
              <a:off x="3844300" y="1685725"/>
              <a:ext cx="6025" cy="4225"/>
            </a:xfrm>
            <a:custGeom>
              <a:avLst/>
              <a:gdLst/>
              <a:ahLst/>
              <a:cxnLst/>
              <a:rect l="l" t="t" r="r" b="b"/>
              <a:pathLst>
                <a:path w="241" h="169" extrusionOk="0">
                  <a:moveTo>
                    <a:pt x="72" y="0"/>
                  </a:moveTo>
                  <a:lnTo>
                    <a:pt x="48" y="24"/>
                  </a:lnTo>
                  <a:lnTo>
                    <a:pt x="0" y="72"/>
                  </a:lnTo>
                  <a:lnTo>
                    <a:pt x="48" y="120"/>
                  </a:lnTo>
                  <a:lnTo>
                    <a:pt x="72" y="169"/>
                  </a:lnTo>
                  <a:lnTo>
                    <a:pt x="169" y="169"/>
                  </a:lnTo>
                  <a:lnTo>
                    <a:pt x="193" y="145"/>
                  </a:lnTo>
                  <a:lnTo>
                    <a:pt x="217" y="120"/>
                  </a:lnTo>
                  <a:lnTo>
                    <a:pt x="241" y="72"/>
                  </a:lnTo>
                  <a:lnTo>
                    <a:pt x="217" y="48"/>
                  </a:lnTo>
                  <a:lnTo>
                    <a:pt x="169"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9" name="Google Shape;12889;p30"/>
            <p:cNvSpPr/>
            <p:nvPr/>
          </p:nvSpPr>
          <p:spPr>
            <a:xfrm>
              <a:off x="4053725" y="1936675"/>
              <a:ext cx="3650" cy="4850"/>
            </a:xfrm>
            <a:custGeom>
              <a:avLst/>
              <a:gdLst/>
              <a:ahLst/>
              <a:cxnLst/>
              <a:rect l="l" t="t" r="r" b="b"/>
              <a:pathLst>
                <a:path w="146" h="194" extrusionOk="0">
                  <a:moveTo>
                    <a:pt x="49" y="1"/>
                  </a:moveTo>
                  <a:lnTo>
                    <a:pt x="25" y="25"/>
                  </a:lnTo>
                  <a:lnTo>
                    <a:pt x="1" y="49"/>
                  </a:lnTo>
                  <a:lnTo>
                    <a:pt x="1" y="73"/>
                  </a:lnTo>
                  <a:lnTo>
                    <a:pt x="1" y="121"/>
                  </a:lnTo>
                  <a:lnTo>
                    <a:pt x="49" y="193"/>
                  </a:lnTo>
                  <a:lnTo>
                    <a:pt x="97" y="193"/>
                  </a:lnTo>
                  <a:lnTo>
                    <a:pt x="145" y="169"/>
                  </a:lnTo>
                  <a:lnTo>
                    <a:pt x="145" y="145"/>
                  </a:lnTo>
                  <a:lnTo>
                    <a:pt x="145" y="97"/>
                  </a:lnTo>
                  <a:lnTo>
                    <a:pt x="145" y="49"/>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0" name="Google Shape;12890;p30"/>
            <p:cNvSpPr/>
            <p:nvPr/>
          </p:nvSpPr>
          <p:spPr>
            <a:xfrm>
              <a:off x="4187325" y="1902975"/>
              <a:ext cx="4250" cy="4850"/>
            </a:xfrm>
            <a:custGeom>
              <a:avLst/>
              <a:gdLst/>
              <a:ahLst/>
              <a:cxnLst/>
              <a:rect l="l" t="t" r="r" b="b"/>
              <a:pathLst>
                <a:path w="170" h="194" extrusionOk="0">
                  <a:moveTo>
                    <a:pt x="97" y="1"/>
                  </a:moveTo>
                  <a:lnTo>
                    <a:pt x="49" y="25"/>
                  </a:lnTo>
                  <a:lnTo>
                    <a:pt x="25" y="49"/>
                  </a:lnTo>
                  <a:lnTo>
                    <a:pt x="1" y="73"/>
                  </a:lnTo>
                  <a:lnTo>
                    <a:pt x="1" y="145"/>
                  </a:lnTo>
                  <a:lnTo>
                    <a:pt x="25" y="169"/>
                  </a:lnTo>
                  <a:lnTo>
                    <a:pt x="49" y="193"/>
                  </a:lnTo>
                  <a:lnTo>
                    <a:pt x="121" y="169"/>
                  </a:lnTo>
                  <a:lnTo>
                    <a:pt x="169" y="145"/>
                  </a:lnTo>
                  <a:lnTo>
                    <a:pt x="169"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1" name="Google Shape;12891;p30"/>
            <p:cNvSpPr/>
            <p:nvPr/>
          </p:nvSpPr>
          <p:spPr>
            <a:xfrm>
              <a:off x="4154850" y="1909000"/>
              <a:ext cx="4825" cy="4825"/>
            </a:xfrm>
            <a:custGeom>
              <a:avLst/>
              <a:gdLst/>
              <a:ahLst/>
              <a:cxnLst/>
              <a:rect l="l" t="t" r="r" b="b"/>
              <a:pathLst>
                <a:path w="193" h="193" extrusionOk="0">
                  <a:moveTo>
                    <a:pt x="72" y="0"/>
                  </a:moveTo>
                  <a:lnTo>
                    <a:pt x="48" y="24"/>
                  </a:lnTo>
                  <a:lnTo>
                    <a:pt x="24" y="48"/>
                  </a:lnTo>
                  <a:lnTo>
                    <a:pt x="0" y="97"/>
                  </a:lnTo>
                  <a:lnTo>
                    <a:pt x="24" y="121"/>
                  </a:lnTo>
                  <a:lnTo>
                    <a:pt x="96" y="193"/>
                  </a:lnTo>
                  <a:lnTo>
                    <a:pt x="120" y="193"/>
                  </a:lnTo>
                  <a:lnTo>
                    <a:pt x="169" y="169"/>
                  </a:lnTo>
                  <a:lnTo>
                    <a:pt x="193" y="145"/>
                  </a:lnTo>
                  <a:lnTo>
                    <a:pt x="193" y="97"/>
                  </a:lnTo>
                  <a:lnTo>
                    <a:pt x="169" y="72"/>
                  </a:lnTo>
                  <a:lnTo>
                    <a:pt x="144"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2" name="Google Shape;12892;p30"/>
            <p:cNvSpPr/>
            <p:nvPr/>
          </p:nvSpPr>
          <p:spPr>
            <a:xfrm>
              <a:off x="3933975" y="1667650"/>
              <a:ext cx="5425" cy="4250"/>
            </a:xfrm>
            <a:custGeom>
              <a:avLst/>
              <a:gdLst/>
              <a:ahLst/>
              <a:cxnLst/>
              <a:rect l="l" t="t" r="r" b="b"/>
              <a:pathLst>
                <a:path w="217" h="170" extrusionOk="0">
                  <a:moveTo>
                    <a:pt x="169" y="1"/>
                  </a:moveTo>
                  <a:lnTo>
                    <a:pt x="48" y="49"/>
                  </a:lnTo>
                  <a:lnTo>
                    <a:pt x="0" y="97"/>
                  </a:lnTo>
                  <a:lnTo>
                    <a:pt x="0" y="121"/>
                  </a:lnTo>
                  <a:lnTo>
                    <a:pt x="0" y="145"/>
                  </a:lnTo>
                  <a:lnTo>
                    <a:pt x="72" y="169"/>
                  </a:lnTo>
                  <a:lnTo>
                    <a:pt x="120" y="145"/>
                  </a:lnTo>
                  <a:lnTo>
                    <a:pt x="169" y="121"/>
                  </a:lnTo>
                  <a:lnTo>
                    <a:pt x="217" y="73"/>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3" name="Google Shape;12893;p30"/>
            <p:cNvSpPr/>
            <p:nvPr/>
          </p:nvSpPr>
          <p:spPr>
            <a:xfrm>
              <a:off x="4008000" y="1848200"/>
              <a:ext cx="4825" cy="4250"/>
            </a:xfrm>
            <a:custGeom>
              <a:avLst/>
              <a:gdLst/>
              <a:ahLst/>
              <a:cxnLst/>
              <a:rect l="l" t="t" r="r" b="b"/>
              <a:pathLst>
                <a:path w="193" h="170" extrusionOk="0">
                  <a:moveTo>
                    <a:pt x="48" y="1"/>
                  </a:moveTo>
                  <a:lnTo>
                    <a:pt x="0" y="49"/>
                  </a:lnTo>
                  <a:lnTo>
                    <a:pt x="0" y="97"/>
                  </a:lnTo>
                  <a:lnTo>
                    <a:pt x="24" y="121"/>
                  </a:lnTo>
                  <a:lnTo>
                    <a:pt x="48" y="145"/>
                  </a:lnTo>
                  <a:lnTo>
                    <a:pt x="96" y="169"/>
                  </a:lnTo>
                  <a:lnTo>
                    <a:pt x="169" y="145"/>
                  </a:lnTo>
                  <a:lnTo>
                    <a:pt x="193" y="121"/>
                  </a:lnTo>
                  <a:lnTo>
                    <a:pt x="193" y="97"/>
                  </a:lnTo>
                  <a:lnTo>
                    <a:pt x="169"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4" name="Google Shape;12894;p30"/>
            <p:cNvSpPr/>
            <p:nvPr/>
          </p:nvSpPr>
          <p:spPr>
            <a:xfrm>
              <a:off x="3826225" y="1930050"/>
              <a:ext cx="4250" cy="4250"/>
            </a:xfrm>
            <a:custGeom>
              <a:avLst/>
              <a:gdLst/>
              <a:ahLst/>
              <a:cxnLst/>
              <a:rect l="l" t="t" r="r" b="b"/>
              <a:pathLst>
                <a:path w="170" h="170" extrusionOk="0">
                  <a:moveTo>
                    <a:pt x="25" y="1"/>
                  </a:moveTo>
                  <a:lnTo>
                    <a:pt x="1" y="25"/>
                  </a:lnTo>
                  <a:lnTo>
                    <a:pt x="1" y="49"/>
                  </a:lnTo>
                  <a:lnTo>
                    <a:pt x="1" y="97"/>
                  </a:lnTo>
                  <a:lnTo>
                    <a:pt x="49" y="145"/>
                  </a:lnTo>
                  <a:lnTo>
                    <a:pt x="97" y="169"/>
                  </a:lnTo>
                  <a:lnTo>
                    <a:pt x="121" y="169"/>
                  </a:lnTo>
                  <a:lnTo>
                    <a:pt x="169" y="121"/>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5" name="Google Shape;12895;p30"/>
            <p:cNvSpPr/>
            <p:nvPr/>
          </p:nvSpPr>
          <p:spPr>
            <a:xfrm>
              <a:off x="3862350" y="1987225"/>
              <a:ext cx="4825" cy="4250"/>
            </a:xfrm>
            <a:custGeom>
              <a:avLst/>
              <a:gdLst/>
              <a:ahLst/>
              <a:cxnLst/>
              <a:rect l="l" t="t" r="r" b="b"/>
              <a:pathLst>
                <a:path w="193" h="170" extrusionOk="0">
                  <a:moveTo>
                    <a:pt x="121" y="1"/>
                  </a:moveTo>
                  <a:lnTo>
                    <a:pt x="49" y="25"/>
                  </a:lnTo>
                  <a:lnTo>
                    <a:pt x="24" y="49"/>
                  </a:lnTo>
                  <a:lnTo>
                    <a:pt x="0" y="73"/>
                  </a:lnTo>
                  <a:lnTo>
                    <a:pt x="24" y="121"/>
                  </a:lnTo>
                  <a:lnTo>
                    <a:pt x="73" y="169"/>
                  </a:lnTo>
                  <a:lnTo>
                    <a:pt x="121" y="169"/>
                  </a:lnTo>
                  <a:lnTo>
                    <a:pt x="145" y="145"/>
                  </a:lnTo>
                  <a:lnTo>
                    <a:pt x="193" y="121"/>
                  </a:lnTo>
                  <a:lnTo>
                    <a:pt x="193" y="97"/>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6" name="Google Shape;12896;p30"/>
            <p:cNvSpPr/>
            <p:nvPr/>
          </p:nvSpPr>
          <p:spPr>
            <a:xfrm>
              <a:off x="4260150" y="1829550"/>
              <a:ext cx="4250" cy="4850"/>
            </a:xfrm>
            <a:custGeom>
              <a:avLst/>
              <a:gdLst/>
              <a:ahLst/>
              <a:cxnLst/>
              <a:rect l="l" t="t" r="r" b="b"/>
              <a:pathLst>
                <a:path w="170" h="194" extrusionOk="0">
                  <a:moveTo>
                    <a:pt x="49" y="1"/>
                  </a:moveTo>
                  <a:lnTo>
                    <a:pt x="1" y="49"/>
                  </a:lnTo>
                  <a:lnTo>
                    <a:pt x="1" y="73"/>
                  </a:lnTo>
                  <a:lnTo>
                    <a:pt x="1" y="121"/>
                  </a:lnTo>
                  <a:lnTo>
                    <a:pt x="25" y="169"/>
                  </a:lnTo>
                  <a:lnTo>
                    <a:pt x="49" y="193"/>
                  </a:lnTo>
                  <a:lnTo>
                    <a:pt x="73" y="193"/>
                  </a:lnTo>
                  <a:lnTo>
                    <a:pt x="145" y="169"/>
                  </a:lnTo>
                  <a:lnTo>
                    <a:pt x="169" y="121"/>
                  </a:lnTo>
                  <a:lnTo>
                    <a:pt x="169"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7" name="Google Shape;12897;p30"/>
            <p:cNvSpPr/>
            <p:nvPr/>
          </p:nvSpPr>
          <p:spPr>
            <a:xfrm>
              <a:off x="3937575" y="1859050"/>
              <a:ext cx="4250" cy="4825"/>
            </a:xfrm>
            <a:custGeom>
              <a:avLst/>
              <a:gdLst/>
              <a:ahLst/>
              <a:cxnLst/>
              <a:rect l="l" t="t" r="r" b="b"/>
              <a:pathLst>
                <a:path w="170" h="193" extrusionOk="0">
                  <a:moveTo>
                    <a:pt x="97" y="0"/>
                  </a:moveTo>
                  <a:lnTo>
                    <a:pt x="49" y="24"/>
                  </a:lnTo>
                  <a:lnTo>
                    <a:pt x="1" y="72"/>
                  </a:lnTo>
                  <a:lnTo>
                    <a:pt x="1" y="145"/>
                  </a:lnTo>
                  <a:lnTo>
                    <a:pt x="1" y="169"/>
                  </a:lnTo>
                  <a:lnTo>
                    <a:pt x="25" y="193"/>
                  </a:lnTo>
                  <a:lnTo>
                    <a:pt x="121" y="193"/>
                  </a:lnTo>
                  <a:lnTo>
                    <a:pt x="169" y="121"/>
                  </a:lnTo>
                  <a:lnTo>
                    <a:pt x="169" y="72"/>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8" name="Google Shape;12898;p30"/>
            <p:cNvSpPr/>
            <p:nvPr/>
          </p:nvSpPr>
          <p:spPr>
            <a:xfrm>
              <a:off x="3814800" y="2020925"/>
              <a:ext cx="3025" cy="3050"/>
            </a:xfrm>
            <a:custGeom>
              <a:avLst/>
              <a:gdLst/>
              <a:ahLst/>
              <a:cxnLst/>
              <a:rect l="l" t="t" r="r" b="b"/>
              <a:pathLst>
                <a:path w="121" h="122" extrusionOk="0">
                  <a:moveTo>
                    <a:pt x="73" y="1"/>
                  </a:moveTo>
                  <a:lnTo>
                    <a:pt x="25" y="25"/>
                  </a:lnTo>
                  <a:lnTo>
                    <a:pt x="1" y="73"/>
                  </a:lnTo>
                  <a:lnTo>
                    <a:pt x="25" y="121"/>
                  </a:lnTo>
                  <a:lnTo>
                    <a:pt x="97" y="121"/>
                  </a:lnTo>
                  <a:lnTo>
                    <a:pt x="121" y="97"/>
                  </a:lnTo>
                  <a:lnTo>
                    <a:pt x="121"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9" name="Google Shape;12899;p30"/>
            <p:cNvSpPr/>
            <p:nvPr/>
          </p:nvSpPr>
          <p:spPr>
            <a:xfrm>
              <a:off x="4011600" y="1646600"/>
              <a:ext cx="3025" cy="3025"/>
            </a:xfrm>
            <a:custGeom>
              <a:avLst/>
              <a:gdLst/>
              <a:ahLst/>
              <a:cxnLst/>
              <a:rect l="l" t="t" r="r" b="b"/>
              <a:pathLst>
                <a:path w="121" h="121" extrusionOk="0">
                  <a:moveTo>
                    <a:pt x="49" y="0"/>
                  </a:moveTo>
                  <a:lnTo>
                    <a:pt x="1" y="49"/>
                  </a:lnTo>
                  <a:lnTo>
                    <a:pt x="25" y="73"/>
                  </a:lnTo>
                  <a:lnTo>
                    <a:pt x="25" y="121"/>
                  </a:lnTo>
                  <a:lnTo>
                    <a:pt x="97" y="121"/>
                  </a:lnTo>
                  <a:lnTo>
                    <a:pt x="121" y="97"/>
                  </a:lnTo>
                  <a:lnTo>
                    <a:pt x="121" y="73"/>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0" name="Google Shape;12900;p30"/>
            <p:cNvSpPr/>
            <p:nvPr/>
          </p:nvSpPr>
          <p:spPr>
            <a:xfrm>
              <a:off x="3860550" y="1594250"/>
              <a:ext cx="4825" cy="4225"/>
            </a:xfrm>
            <a:custGeom>
              <a:avLst/>
              <a:gdLst/>
              <a:ahLst/>
              <a:cxnLst/>
              <a:rect l="l" t="t" r="r" b="b"/>
              <a:pathLst>
                <a:path w="193" h="169" extrusionOk="0">
                  <a:moveTo>
                    <a:pt x="121" y="0"/>
                  </a:moveTo>
                  <a:lnTo>
                    <a:pt x="48" y="48"/>
                  </a:lnTo>
                  <a:lnTo>
                    <a:pt x="24" y="72"/>
                  </a:lnTo>
                  <a:lnTo>
                    <a:pt x="0" y="120"/>
                  </a:lnTo>
                  <a:lnTo>
                    <a:pt x="24" y="169"/>
                  </a:lnTo>
                  <a:lnTo>
                    <a:pt x="48" y="169"/>
                  </a:lnTo>
                  <a:lnTo>
                    <a:pt x="145" y="144"/>
                  </a:lnTo>
                  <a:lnTo>
                    <a:pt x="169" y="120"/>
                  </a:lnTo>
                  <a:lnTo>
                    <a:pt x="193" y="72"/>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1" name="Google Shape;12901;p30"/>
            <p:cNvSpPr/>
            <p:nvPr/>
          </p:nvSpPr>
          <p:spPr>
            <a:xfrm>
              <a:off x="3921325" y="1634550"/>
              <a:ext cx="3625" cy="3650"/>
            </a:xfrm>
            <a:custGeom>
              <a:avLst/>
              <a:gdLst/>
              <a:ahLst/>
              <a:cxnLst/>
              <a:rect l="l" t="t" r="r" b="b"/>
              <a:pathLst>
                <a:path w="145" h="146" extrusionOk="0">
                  <a:moveTo>
                    <a:pt x="73" y="1"/>
                  </a:moveTo>
                  <a:lnTo>
                    <a:pt x="25" y="25"/>
                  </a:lnTo>
                  <a:lnTo>
                    <a:pt x="1" y="73"/>
                  </a:lnTo>
                  <a:lnTo>
                    <a:pt x="25" y="97"/>
                  </a:lnTo>
                  <a:lnTo>
                    <a:pt x="73" y="145"/>
                  </a:lnTo>
                  <a:lnTo>
                    <a:pt x="121" y="121"/>
                  </a:lnTo>
                  <a:lnTo>
                    <a:pt x="145" y="73"/>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2" name="Google Shape;12902;p30"/>
            <p:cNvSpPr/>
            <p:nvPr/>
          </p:nvSpPr>
          <p:spPr>
            <a:xfrm>
              <a:off x="3879200" y="1621325"/>
              <a:ext cx="3625" cy="3025"/>
            </a:xfrm>
            <a:custGeom>
              <a:avLst/>
              <a:gdLst/>
              <a:ahLst/>
              <a:cxnLst/>
              <a:rect l="l" t="t" r="r" b="b"/>
              <a:pathLst>
                <a:path w="145" h="121" extrusionOk="0">
                  <a:moveTo>
                    <a:pt x="25" y="0"/>
                  </a:moveTo>
                  <a:lnTo>
                    <a:pt x="0" y="24"/>
                  </a:lnTo>
                  <a:lnTo>
                    <a:pt x="0" y="48"/>
                  </a:lnTo>
                  <a:lnTo>
                    <a:pt x="0" y="97"/>
                  </a:lnTo>
                  <a:lnTo>
                    <a:pt x="49" y="121"/>
                  </a:lnTo>
                  <a:lnTo>
                    <a:pt x="121" y="121"/>
                  </a:lnTo>
                  <a:lnTo>
                    <a:pt x="145" y="97"/>
                  </a:lnTo>
                  <a:lnTo>
                    <a:pt x="145" y="48"/>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3" name="Google Shape;12903;p30"/>
            <p:cNvSpPr/>
            <p:nvPr/>
          </p:nvSpPr>
          <p:spPr>
            <a:xfrm>
              <a:off x="4068175" y="1696550"/>
              <a:ext cx="3625" cy="3025"/>
            </a:xfrm>
            <a:custGeom>
              <a:avLst/>
              <a:gdLst/>
              <a:ahLst/>
              <a:cxnLst/>
              <a:rect l="l" t="t" r="r" b="b"/>
              <a:pathLst>
                <a:path w="145" h="121" extrusionOk="0">
                  <a:moveTo>
                    <a:pt x="49" y="0"/>
                  </a:moveTo>
                  <a:lnTo>
                    <a:pt x="0" y="25"/>
                  </a:lnTo>
                  <a:lnTo>
                    <a:pt x="0" y="49"/>
                  </a:lnTo>
                  <a:lnTo>
                    <a:pt x="0" y="73"/>
                  </a:lnTo>
                  <a:lnTo>
                    <a:pt x="25" y="121"/>
                  </a:lnTo>
                  <a:lnTo>
                    <a:pt x="121" y="121"/>
                  </a:lnTo>
                  <a:lnTo>
                    <a:pt x="121" y="73"/>
                  </a:lnTo>
                  <a:lnTo>
                    <a:pt x="145"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4" name="Google Shape;12904;p30"/>
            <p:cNvSpPr/>
            <p:nvPr/>
          </p:nvSpPr>
          <p:spPr>
            <a:xfrm>
              <a:off x="4148225" y="1742275"/>
              <a:ext cx="3025" cy="3650"/>
            </a:xfrm>
            <a:custGeom>
              <a:avLst/>
              <a:gdLst/>
              <a:ahLst/>
              <a:cxnLst/>
              <a:rect l="l" t="t" r="r" b="b"/>
              <a:pathLst>
                <a:path w="121" h="146" extrusionOk="0">
                  <a:moveTo>
                    <a:pt x="72" y="1"/>
                  </a:moveTo>
                  <a:lnTo>
                    <a:pt x="24" y="49"/>
                  </a:lnTo>
                  <a:lnTo>
                    <a:pt x="0" y="97"/>
                  </a:lnTo>
                  <a:lnTo>
                    <a:pt x="24" y="121"/>
                  </a:lnTo>
                  <a:lnTo>
                    <a:pt x="48" y="145"/>
                  </a:lnTo>
                  <a:lnTo>
                    <a:pt x="72" y="145"/>
                  </a:lnTo>
                  <a:lnTo>
                    <a:pt x="121" y="97"/>
                  </a:lnTo>
                  <a:lnTo>
                    <a:pt x="121"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5" name="Google Shape;12905;p30"/>
            <p:cNvSpPr/>
            <p:nvPr/>
          </p:nvSpPr>
          <p:spPr>
            <a:xfrm>
              <a:off x="3849700" y="1624325"/>
              <a:ext cx="2450" cy="2425"/>
            </a:xfrm>
            <a:custGeom>
              <a:avLst/>
              <a:gdLst/>
              <a:ahLst/>
              <a:cxnLst/>
              <a:rect l="l" t="t" r="r" b="b"/>
              <a:pathLst>
                <a:path w="98" h="97" extrusionOk="0">
                  <a:moveTo>
                    <a:pt x="25" y="1"/>
                  </a:moveTo>
                  <a:lnTo>
                    <a:pt x="1" y="25"/>
                  </a:lnTo>
                  <a:lnTo>
                    <a:pt x="1" y="49"/>
                  </a:lnTo>
                  <a:lnTo>
                    <a:pt x="25" y="73"/>
                  </a:lnTo>
                  <a:lnTo>
                    <a:pt x="49" y="97"/>
                  </a:lnTo>
                  <a:lnTo>
                    <a:pt x="97" y="73"/>
                  </a:lnTo>
                  <a:lnTo>
                    <a:pt x="97"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6" name="Google Shape;12906;p30"/>
            <p:cNvSpPr/>
            <p:nvPr/>
          </p:nvSpPr>
          <p:spPr>
            <a:xfrm>
              <a:off x="3950225" y="1702575"/>
              <a:ext cx="3625" cy="3025"/>
            </a:xfrm>
            <a:custGeom>
              <a:avLst/>
              <a:gdLst/>
              <a:ahLst/>
              <a:cxnLst/>
              <a:rect l="l" t="t" r="r" b="b"/>
              <a:pathLst>
                <a:path w="145" h="121" extrusionOk="0">
                  <a:moveTo>
                    <a:pt x="24" y="0"/>
                  </a:moveTo>
                  <a:lnTo>
                    <a:pt x="0" y="24"/>
                  </a:lnTo>
                  <a:lnTo>
                    <a:pt x="0" y="72"/>
                  </a:lnTo>
                  <a:lnTo>
                    <a:pt x="24" y="96"/>
                  </a:lnTo>
                  <a:lnTo>
                    <a:pt x="48" y="121"/>
                  </a:lnTo>
                  <a:lnTo>
                    <a:pt x="72" y="121"/>
                  </a:lnTo>
                  <a:lnTo>
                    <a:pt x="96" y="96"/>
                  </a:lnTo>
                  <a:lnTo>
                    <a:pt x="145" y="72"/>
                  </a:lnTo>
                  <a:lnTo>
                    <a:pt x="145" y="48"/>
                  </a:lnTo>
                  <a:lnTo>
                    <a:pt x="120"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7" name="Google Shape;12907;p30"/>
            <p:cNvSpPr/>
            <p:nvPr/>
          </p:nvSpPr>
          <p:spPr>
            <a:xfrm>
              <a:off x="4100675" y="1780200"/>
              <a:ext cx="3025" cy="2425"/>
            </a:xfrm>
            <a:custGeom>
              <a:avLst/>
              <a:gdLst/>
              <a:ahLst/>
              <a:cxnLst/>
              <a:rect l="l" t="t" r="r" b="b"/>
              <a:pathLst>
                <a:path w="121" h="97" extrusionOk="0">
                  <a:moveTo>
                    <a:pt x="24" y="1"/>
                  </a:moveTo>
                  <a:lnTo>
                    <a:pt x="0" y="49"/>
                  </a:lnTo>
                  <a:lnTo>
                    <a:pt x="73" y="97"/>
                  </a:lnTo>
                  <a:lnTo>
                    <a:pt x="97" y="73"/>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8" name="Google Shape;12908;p30"/>
            <p:cNvSpPr/>
            <p:nvPr/>
          </p:nvSpPr>
          <p:spPr>
            <a:xfrm>
              <a:off x="3924325" y="1720025"/>
              <a:ext cx="3050" cy="2425"/>
            </a:xfrm>
            <a:custGeom>
              <a:avLst/>
              <a:gdLst/>
              <a:ahLst/>
              <a:cxnLst/>
              <a:rect l="l" t="t" r="r" b="b"/>
              <a:pathLst>
                <a:path w="122" h="97" extrusionOk="0">
                  <a:moveTo>
                    <a:pt x="25" y="0"/>
                  </a:moveTo>
                  <a:lnTo>
                    <a:pt x="1" y="24"/>
                  </a:lnTo>
                  <a:lnTo>
                    <a:pt x="1" y="48"/>
                  </a:lnTo>
                  <a:lnTo>
                    <a:pt x="49" y="97"/>
                  </a:lnTo>
                  <a:lnTo>
                    <a:pt x="73" y="97"/>
                  </a:lnTo>
                  <a:lnTo>
                    <a:pt x="121" y="73"/>
                  </a:lnTo>
                  <a:lnTo>
                    <a:pt x="97" y="48"/>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9" name="Google Shape;12909;p30"/>
            <p:cNvSpPr/>
            <p:nvPr/>
          </p:nvSpPr>
          <p:spPr>
            <a:xfrm>
              <a:off x="4030850" y="1769375"/>
              <a:ext cx="3050" cy="3025"/>
            </a:xfrm>
            <a:custGeom>
              <a:avLst/>
              <a:gdLst/>
              <a:ahLst/>
              <a:cxnLst/>
              <a:rect l="l" t="t" r="r" b="b"/>
              <a:pathLst>
                <a:path w="122" h="121" extrusionOk="0">
                  <a:moveTo>
                    <a:pt x="25" y="0"/>
                  </a:moveTo>
                  <a:lnTo>
                    <a:pt x="1" y="24"/>
                  </a:lnTo>
                  <a:lnTo>
                    <a:pt x="1" y="73"/>
                  </a:lnTo>
                  <a:lnTo>
                    <a:pt x="25" y="97"/>
                  </a:lnTo>
                  <a:lnTo>
                    <a:pt x="73" y="121"/>
                  </a:lnTo>
                  <a:lnTo>
                    <a:pt x="97" y="97"/>
                  </a:lnTo>
                  <a:lnTo>
                    <a:pt x="121" y="73"/>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0" name="Google Shape;12910;p30"/>
            <p:cNvSpPr/>
            <p:nvPr/>
          </p:nvSpPr>
          <p:spPr>
            <a:xfrm>
              <a:off x="3749800" y="1665250"/>
              <a:ext cx="3650" cy="3025"/>
            </a:xfrm>
            <a:custGeom>
              <a:avLst/>
              <a:gdLst/>
              <a:ahLst/>
              <a:cxnLst/>
              <a:rect l="l" t="t" r="r" b="b"/>
              <a:pathLst>
                <a:path w="146" h="121" extrusionOk="0">
                  <a:moveTo>
                    <a:pt x="25" y="1"/>
                  </a:moveTo>
                  <a:lnTo>
                    <a:pt x="1" y="25"/>
                  </a:lnTo>
                  <a:lnTo>
                    <a:pt x="1" y="73"/>
                  </a:lnTo>
                  <a:lnTo>
                    <a:pt x="1" y="121"/>
                  </a:lnTo>
                  <a:lnTo>
                    <a:pt x="49" y="121"/>
                  </a:lnTo>
                  <a:lnTo>
                    <a:pt x="121" y="97"/>
                  </a:lnTo>
                  <a:lnTo>
                    <a:pt x="145" y="73"/>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1" name="Google Shape;12911;p30"/>
            <p:cNvSpPr/>
            <p:nvPr/>
          </p:nvSpPr>
          <p:spPr>
            <a:xfrm>
              <a:off x="4201175" y="1848200"/>
              <a:ext cx="3650" cy="3050"/>
            </a:xfrm>
            <a:custGeom>
              <a:avLst/>
              <a:gdLst/>
              <a:ahLst/>
              <a:cxnLst/>
              <a:rect l="l" t="t" r="r" b="b"/>
              <a:pathLst>
                <a:path w="146" h="122" extrusionOk="0">
                  <a:moveTo>
                    <a:pt x="25" y="1"/>
                  </a:moveTo>
                  <a:lnTo>
                    <a:pt x="1" y="25"/>
                  </a:lnTo>
                  <a:lnTo>
                    <a:pt x="1" y="49"/>
                  </a:lnTo>
                  <a:lnTo>
                    <a:pt x="25" y="97"/>
                  </a:lnTo>
                  <a:lnTo>
                    <a:pt x="73" y="121"/>
                  </a:lnTo>
                  <a:lnTo>
                    <a:pt x="145" y="121"/>
                  </a:lnTo>
                  <a:lnTo>
                    <a:pt x="145" y="73"/>
                  </a:lnTo>
                  <a:lnTo>
                    <a:pt x="121"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2" name="Google Shape;12912;p30"/>
            <p:cNvSpPr/>
            <p:nvPr/>
          </p:nvSpPr>
          <p:spPr>
            <a:xfrm>
              <a:off x="3926150" y="1751325"/>
              <a:ext cx="2425" cy="3025"/>
            </a:xfrm>
            <a:custGeom>
              <a:avLst/>
              <a:gdLst/>
              <a:ahLst/>
              <a:cxnLst/>
              <a:rect l="l" t="t" r="r" b="b"/>
              <a:pathLst>
                <a:path w="97" h="121" extrusionOk="0">
                  <a:moveTo>
                    <a:pt x="48" y="0"/>
                  </a:moveTo>
                  <a:lnTo>
                    <a:pt x="0" y="48"/>
                  </a:lnTo>
                  <a:lnTo>
                    <a:pt x="0" y="72"/>
                  </a:lnTo>
                  <a:lnTo>
                    <a:pt x="0" y="120"/>
                  </a:lnTo>
                  <a:lnTo>
                    <a:pt x="48" y="120"/>
                  </a:lnTo>
                  <a:lnTo>
                    <a:pt x="96" y="96"/>
                  </a:lnTo>
                  <a:lnTo>
                    <a:pt x="96" y="48"/>
                  </a:lnTo>
                  <a:lnTo>
                    <a:pt x="96"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3" name="Google Shape;12913;p30"/>
            <p:cNvSpPr/>
            <p:nvPr/>
          </p:nvSpPr>
          <p:spPr>
            <a:xfrm>
              <a:off x="4085625" y="1819325"/>
              <a:ext cx="3025" cy="4225"/>
            </a:xfrm>
            <a:custGeom>
              <a:avLst/>
              <a:gdLst/>
              <a:ahLst/>
              <a:cxnLst/>
              <a:rect l="l" t="t" r="r" b="b"/>
              <a:pathLst>
                <a:path w="121" h="169" extrusionOk="0">
                  <a:moveTo>
                    <a:pt x="73" y="0"/>
                  </a:moveTo>
                  <a:lnTo>
                    <a:pt x="25" y="24"/>
                  </a:lnTo>
                  <a:lnTo>
                    <a:pt x="1" y="49"/>
                  </a:lnTo>
                  <a:lnTo>
                    <a:pt x="1" y="73"/>
                  </a:lnTo>
                  <a:lnTo>
                    <a:pt x="25" y="121"/>
                  </a:lnTo>
                  <a:lnTo>
                    <a:pt x="49" y="169"/>
                  </a:lnTo>
                  <a:lnTo>
                    <a:pt x="121" y="73"/>
                  </a:lnTo>
                  <a:lnTo>
                    <a:pt x="121" y="49"/>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4" name="Google Shape;12914;p30"/>
            <p:cNvSpPr/>
            <p:nvPr/>
          </p:nvSpPr>
          <p:spPr>
            <a:xfrm>
              <a:off x="4042900" y="1804875"/>
              <a:ext cx="3625" cy="4250"/>
            </a:xfrm>
            <a:custGeom>
              <a:avLst/>
              <a:gdLst/>
              <a:ahLst/>
              <a:cxnLst/>
              <a:rect l="l" t="t" r="r" b="b"/>
              <a:pathLst>
                <a:path w="145" h="170" extrusionOk="0">
                  <a:moveTo>
                    <a:pt x="24" y="1"/>
                  </a:moveTo>
                  <a:lnTo>
                    <a:pt x="0" y="73"/>
                  </a:lnTo>
                  <a:lnTo>
                    <a:pt x="0" y="145"/>
                  </a:lnTo>
                  <a:lnTo>
                    <a:pt x="24" y="169"/>
                  </a:lnTo>
                  <a:lnTo>
                    <a:pt x="97" y="169"/>
                  </a:lnTo>
                  <a:lnTo>
                    <a:pt x="121" y="145"/>
                  </a:lnTo>
                  <a:lnTo>
                    <a:pt x="145" y="121"/>
                  </a:lnTo>
                  <a:lnTo>
                    <a:pt x="145" y="73"/>
                  </a:lnTo>
                  <a:lnTo>
                    <a:pt x="97"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5" name="Google Shape;12915;p30"/>
            <p:cNvSpPr/>
            <p:nvPr/>
          </p:nvSpPr>
          <p:spPr>
            <a:xfrm>
              <a:off x="3803375" y="1720025"/>
              <a:ext cx="3025" cy="3025"/>
            </a:xfrm>
            <a:custGeom>
              <a:avLst/>
              <a:gdLst/>
              <a:ahLst/>
              <a:cxnLst/>
              <a:rect l="l" t="t" r="r" b="b"/>
              <a:pathLst>
                <a:path w="121" h="121" extrusionOk="0">
                  <a:moveTo>
                    <a:pt x="72" y="0"/>
                  </a:moveTo>
                  <a:lnTo>
                    <a:pt x="24" y="24"/>
                  </a:lnTo>
                  <a:lnTo>
                    <a:pt x="0" y="73"/>
                  </a:lnTo>
                  <a:lnTo>
                    <a:pt x="24" y="97"/>
                  </a:lnTo>
                  <a:lnTo>
                    <a:pt x="48" y="121"/>
                  </a:lnTo>
                  <a:lnTo>
                    <a:pt x="72" y="121"/>
                  </a:lnTo>
                  <a:lnTo>
                    <a:pt x="121" y="97"/>
                  </a:lnTo>
                  <a:lnTo>
                    <a:pt x="121" y="48"/>
                  </a:lnTo>
                  <a:lnTo>
                    <a:pt x="121"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6" name="Google Shape;12916;p30"/>
            <p:cNvSpPr/>
            <p:nvPr/>
          </p:nvSpPr>
          <p:spPr>
            <a:xfrm>
              <a:off x="3814800" y="1723625"/>
              <a:ext cx="3650" cy="3050"/>
            </a:xfrm>
            <a:custGeom>
              <a:avLst/>
              <a:gdLst/>
              <a:ahLst/>
              <a:cxnLst/>
              <a:rect l="l" t="t" r="r" b="b"/>
              <a:pathLst>
                <a:path w="146" h="122" extrusionOk="0">
                  <a:moveTo>
                    <a:pt x="25" y="1"/>
                  </a:moveTo>
                  <a:lnTo>
                    <a:pt x="1" y="25"/>
                  </a:lnTo>
                  <a:lnTo>
                    <a:pt x="1" y="49"/>
                  </a:lnTo>
                  <a:lnTo>
                    <a:pt x="25" y="97"/>
                  </a:lnTo>
                  <a:lnTo>
                    <a:pt x="49" y="121"/>
                  </a:lnTo>
                  <a:lnTo>
                    <a:pt x="97" y="121"/>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7" name="Google Shape;12917;p30"/>
            <p:cNvSpPr/>
            <p:nvPr/>
          </p:nvSpPr>
          <p:spPr>
            <a:xfrm>
              <a:off x="3845500" y="1744700"/>
              <a:ext cx="3025" cy="2425"/>
            </a:xfrm>
            <a:custGeom>
              <a:avLst/>
              <a:gdLst/>
              <a:ahLst/>
              <a:cxnLst/>
              <a:rect l="l" t="t" r="r" b="b"/>
              <a:pathLst>
                <a:path w="121" h="97" extrusionOk="0">
                  <a:moveTo>
                    <a:pt x="24" y="0"/>
                  </a:moveTo>
                  <a:lnTo>
                    <a:pt x="0" y="48"/>
                  </a:lnTo>
                  <a:lnTo>
                    <a:pt x="0" y="73"/>
                  </a:lnTo>
                  <a:lnTo>
                    <a:pt x="48" y="97"/>
                  </a:lnTo>
                  <a:lnTo>
                    <a:pt x="121" y="97"/>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8" name="Google Shape;12918;p30"/>
            <p:cNvSpPr/>
            <p:nvPr/>
          </p:nvSpPr>
          <p:spPr>
            <a:xfrm>
              <a:off x="3987525" y="1802475"/>
              <a:ext cx="3650" cy="3025"/>
            </a:xfrm>
            <a:custGeom>
              <a:avLst/>
              <a:gdLst/>
              <a:ahLst/>
              <a:cxnLst/>
              <a:rect l="l" t="t" r="r" b="b"/>
              <a:pathLst>
                <a:path w="146" h="121" extrusionOk="0">
                  <a:moveTo>
                    <a:pt x="25" y="0"/>
                  </a:moveTo>
                  <a:lnTo>
                    <a:pt x="1" y="24"/>
                  </a:lnTo>
                  <a:lnTo>
                    <a:pt x="1" y="48"/>
                  </a:lnTo>
                  <a:lnTo>
                    <a:pt x="25" y="97"/>
                  </a:lnTo>
                  <a:lnTo>
                    <a:pt x="97" y="121"/>
                  </a:lnTo>
                  <a:lnTo>
                    <a:pt x="145" y="97"/>
                  </a:lnTo>
                  <a:lnTo>
                    <a:pt x="145" y="48"/>
                  </a:lnTo>
                  <a:lnTo>
                    <a:pt x="145"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9" name="Google Shape;12919;p30"/>
            <p:cNvSpPr/>
            <p:nvPr/>
          </p:nvSpPr>
          <p:spPr>
            <a:xfrm>
              <a:off x="4095850" y="1854825"/>
              <a:ext cx="4250" cy="3650"/>
            </a:xfrm>
            <a:custGeom>
              <a:avLst/>
              <a:gdLst/>
              <a:ahLst/>
              <a:cxnLst/>
              <a:rect l="l" t="t" r="r" b="b"/>
              <a:pathLst>
                <a:path w="170" h="146" extrusionOk="0">
                  <a:moveTo>
                    <a:pt x="97" y="1"/>
                  </a:moveTo>
                  <a:lnTo>
                    <a:pt x="25" y="25"/>
                  </a:lnTo>
                  <a:lnTo>
                    <a:pt x="25" y="49"/>
                  </a:lnTo>
                  <a:lnTo>
                    <a:pt x="1" y="73"/>
                  </a:lnTo>
                  <a:lnTo>
                    <a:pt x="25" y="121"/>
                  </a:lnTo>
                  <a:lnTo>
                    <a:pt x="73" y="145"/>
                  </a:lnTo>
                  <a:lnTo>
                    <a:pt x="121" y="145"/>
                  </a:lnTo>
                  <a:lnTo>
                    <a:pt x="145" y="121"/>
                  </a:lnTo>
                  <a:lnTo>
                    <a:pt x="169" y="97"/>
                  </a:lnTo>
                  <a:lnTo>
                    <a:pt x="145"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0" name="Google Shape;12920;p30"/>
            <p:cNvSpPr/>
            <p:nvPr/>
          </p:nvSpPr>
          <p:spPr>
            <a:xfrm>
              <a:off x="3978500" y="1839175"/>
              <a:ext cx="4250" cy="3650"/>
            </a:xfrm>
            <a:custGeom>
              <a:avLst/>
              <a:gdLst/>
              <a:ahLst/>
              <a:cxnLst/>
              <a:rect l="l" t="t" r="r" b="b"/>
              <a:pathLst>
                <a:path w="170" h="146" extrusionOk="0">
                  <a:moveTo>
                    <a:pt x="49" y="1"/>
                  </a:moveTo>
                  <a:lnTo>
                    <a:pt x="1" y="73"/>
                  </a:lnTo>
                  <a:lnTo>
                    <a:pt x="49" y="121"/>
                  </a:lnTo>
                  <a:lnTo>
                    <a:pt x="73" y="145"/>
                  </a:lnTo>
                  <a:lnTo>
                    <a:pt x="97" y="145"/>
                  </a:lnTo>
                  <a:lnTo>
                    <a:pt x="145" y="121"/>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1" name="Google Shape;12921;p30"/>
            <p:cNvSpPr/>
            <p:nvPr/>
          </p:nvSpPr>
          <p:spPr>
            <a:xfrm>
              <a:off x="3899650" y="1814500"/>
              <a:ext cx="3050" cy="3050"/>
            </a:xfrm>
            <a:custGeom>
              <a:avLst/>
              <a:gdLst/>
              <a:ahLst/>
              <a:cxnLst/>
              <a:rect l="l" t="t" r="r" b="b"/>
              <a:pathLst>
                <a:path w="122" h="122" extrusionOk="0">
                  <a:moveTo>
                    <a:pt x="25" y="1"/>
                  </a:moveTo>
                  <a:lnTo>
                    <a:pt x="1" y="49"/>
                  </a:lnTo>
                  <a:lnTo>
                    <a:pt x="1" y="73"/>
                  </a:lnTo>
                  <a:lnTo>
                    <a:pt x="25" y="121"/>
                  </a:lnTo>
                  <a:lnTo>
                    <a:pt x="121" y="121"/>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2" name="Google Shape;12922;p30"/>
            <p:cNvSpPr/>
            <p:nvPr/>
          </p:nvSpPr>
          <p:spPr>
            <a:xfrm>
              <a:off x="4017025" y="1891550"/>
              <a:ext cx="2425" cy="2425"/>
            </a:xfrm>
            <a:custGeom>
              <a:avLst/>
              <a:gdLst/>
              <a:ahLst/>
              <a:cxnLst/>
              <a:rect l="l" t="t" r="r" b="b"/>
              <a:pathLst>
                <a:path w="97" h="97" extrusionOk="0">
                  <a:moveTo>
                    <a:pt x="24" y="0"/>
                  </a:moveTo>
                  <a:lnTo>
                    <a:pt x="0" y="24"/>
                  </a:lnTo>
                  <a:lnTo>
                    <a:pt x="48" y="96"/>
                  </a:lnTo>
                  <a:lnTo>
                    <a:pt x="97" y="72"/>
                  </a:lnTo>
                  <a:lnTo>
                    <a:pt x="72"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3" name="Google Shape;12923;p30"/>
            <p:cNvSpPr/>
            <p:nvPr/>
          </p:nvSpPr>
          <p:spPr>
            <a:xfrm>
              <a:off x="3923725" y="1863850"/>
              <a:ext cx="4850" cy="4250"/>
            </a:xfrm>
            <a:custGeom>
              <a:avLst/>
              <a:gdLst/>
              <a:ahLst/>
              <a:cxnLst/>
              <a:rect l="l" t="t" r="r" b="b"/>
              <a:pathLst>
                <a:path w="194" h="170" extrusionOk="0">
                  <a:moveTo>
                    <a:pt x="121" y="1"/>
                  </a:moveTo>
                  <a:lnTo>
                    <a:pt x="97" y="25"/>
                  </a:lnTo>
                  <a:lnTo>
                    <a:pt x="25" y="73"/>
                  </a:lnTo>
                  <a:lnTo>
                    <a:pt x="1" y="97"/>
                  </a:lnTo>
                  <a:lnTo>
                    <a:pt x="25" y="145"/>
                  </a:lnTo>
                  <a:lnTo>
                    <a:pt x="49" y="169"/>
                  </a:lnTo>
                  <a:lnTo>
                    <a:pt x="97" y="169"/>
                  </a:lnTo>
                  <a:lnTo>
                    <a:pt x="145" y="145"/>
                  </a:lnTo>
                  <a:lnTo>
                    <a:pt x="193" y="97"/>
                  </a:lnTo>
                  <a:lnTo>
                    <a:pt x="193"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4" name="Google Shape;12924;p30"/>
            <p:cNvSpPr/>
            <p:nvPr/>
          </p:nvSpPr>
          <p:spPr>
            <a:xfrm>
              <a:off x="4138600" y="1949325"/>
              <a:ext cx="1825" cy="2425"/>
            </a:xfrm>
            <a:custGeom>
              <a:avLst/>
              <a:gdLst/>
              <a:ahLst/>
              <a:cxnLst/>
              <a:rect l="l" t="t" r="r" b="b"/>
              <a:pathLst>
                <a:path w="73" h="97" extrusionOk="0">
                  <a:moveTo>
                    <a:pt x="24" y="0"/>
                  </a:moveTo>
                  <a:lnTo>
                    <a:pt x="0" y="48"/>
                  </a:lnTo>
                  <a:lnTo>
                    <a:pt x="48" y="96"/>
                  </a:lnTo>
                  <a:lnTo>
                    <a:pt x="72" y="96"/>
                  </a:lnTo>
                  <a:lnTo>
                    <a:pt x="72" y="48"/>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5" name="Google Shape;12925;p30"/>
            <p:cNvSpPr/>
            <p:nvPr/>
          </p:nvSpPr>
          <p:spPr>
            <a:xfrm>
              <a:off x="3757625" y="1805475"/>
              <a:ext cx="3650" cy="3650"/>
            </a:xfrm>
            <a:custGeom>
              <a:avLst/>
              <a:gdLst/>
              <a:ahLst/>
              <a:cxnLst/>
              <a:rect l="l" t="t" r="r" b="b"/>
              <a:pathLst>
                <a:path w="146" h="146" extrusionOk="0">
                  <a:moveTo>
                    <a:pt x="25" y="1"/>
                  </a:moveTo>
                  <a:lnTo>
                    <a:pt x="1" y="25"/>
                  </a:lnTo>
                  <a:lnTo>
                    <a:pt x="1" y="49"/>
                  </a:lnTo>
                  <a:lnTo>
                    <a:pt x="1" y="97"/>
                  </a:lnTo>
                  <a:lnTo>
                    <a:pt x="49" y="145"/>
                  </a:lnTo>
                  <a:lnTo>
                    <a:pt x="97" y="145"/>
                  </a:lnTo>
                  <a:lnTo>
                    <a:pt x="145" y="97"/>
                  </a:lnTo>
                  <a:lnTo>
                    <a:pt x="145" y="73"/>
                  </a:lnTo>
                  <a:lnTo>
                    <a:pt x="145"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6" name="Google Shape;12926;p30"/>
            <p:cNvSpPr/>
            <p:nvPr/>
          </p:nvSpPr>
          <p:spPr>
            <a:xfrm>
              <a:off x="3918925" y="1903575"/>
              <a:ext cx="3025" cy="3025"/>
            </a:xfrm>
            <a:custGeom>
              <a:avLst/>
              <a:gdLst/>
              <a:ahLst/>
              <a:cxnLst/>
              <a:rect l="l" t="t" r="r" b="b"/>
              <a:pathLst>
                <a:path w="121" h="121" extrusionOk="0">
                  <a:moveTo>
                    <a:pt x="24" y="1"/>
                  </a:moveTo>
                  <a:lnTo>
                    <a:pt x="0" y="49"/>
                  </a:lnTo>
                  <a:lnTo>
                    <a:pt x="0" y="73"/>
                  </a:lnTo>
                  <a:lnTo>
                    <a:pt x="0" y="97"/>
                  </a:lnTo>
                  <a:lnTo>
                    <a:pt x="48" y="121"/>
                  </a:lnTo>
                  <a:lnTo>
                    <a:pt x="97" y="121"/>
                  </a:lnTo>
                  <a:lnTo>
                    <a:pt x="121"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7" name="Google Shape;12927;p30"/>
            <p:cNvSpPr/>
            <p:nvPr/>
          </p:nvSpPr>
          <p:spPr>
            <a:xfrm>
              <a:off x="3732350" y="1830150"/>
              <a:ext cx="3625" cy="3650"/>
            </a:xfrm>
            <a:custGeom>
              <a:avLst/>
              <a:gdLst/>
              <a:ahLst/>
              <a:cxnLst/>
              <a:rect l="l" t="t" r="r" b="b"/>
              <a:pathLst>
                <a:path w="145" h="146" extrusionOk="0">
                  <a:moveTo>
                    <a:pt x="25" y="1"/>
                  </a:moveTo>
                  <a:lnTo>
                    <a:pt x="1" y="25"/>
                  </a:lnTo>
                  <a:lnTo>
                    <a:pt x="1" y="49"/>
                  </a:lnTo>
                  <a:lnTo>
                    <a:pt x="1" y="97"/>
                  </a:lnTo>
                  <a:lnTo>
                    <a:pt x="1" y="121"/>
                  </a:lnTo>
                  <a:lnTo>
                    <a:pt x="73" y="145"/>
                  </a:lnTo>
                  <a:lnTo>
                    <a:pt x="121" y="121"/>
                  </a:lnTo>
                  <a:lnTo>
                    <a:pt x="145" y="73"/>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8" name="Google Shape;12928;p30"/>
            <p:cNvSpPr/>
            <p:nvPr/>
          </p:nvSpPr>
          <p:spPr>
            <a:xfrm>
              <a:off x="3813000" y="1874700"/>
              <a:ext cx="3625" cy="3625"/>
            </a:xfrm>
            <a:custGeom>
              <a:avLst/>
              <a:gdLst/>
              <a:ahLst/>
              <a:cxnLst/>
              <a:rect l="l" t="t" r="r" b="b"/>
              <a:pathLst>
                <a:path w="145" h="145" extrusionOk="0">
                  <a:moveTo>
                    <a:pt x="0" y="0"/>
                  </a:moveTo>
                  <a:lnTo>
                    <a:pt x="0" y="48"/>
                  </a:lnTo>
                  <a:lnTo>
                    <a:pt x="0" y="72"/>
                  </a:lnTo>
                  <a:lnTo>
                    <a:pt x="0" y="120"/>
                  </a:lnTo>
                  <a:lnTo>
                    <a:pt x="73" y="145"/>
                  </a:lnTo>
                  <a:lnTo>
                    <a:pt x="121" y="96"/>
                  </a:lnTo>
                  <a:lnTo>
                    <a:pt x="145" y="72"/>
                  </a:lnTo>
                  <a:lnTo>
                    <a:pt x="145" y="48"/>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9" name="Google Shape;12929;p30"/>
            <p:cNvSpPr/>
            <p:nvPr/>
          </p:nvSpPr>
          <p:spPr>
            <a:xfrm>
              <a:off x="3833450" y="1987225"/>
              <a:ext cx="3050" cy="2450"/>
            </a:xfrm>
            <a:custGeom>
              <a:avLst/>
              <a:gdLst/>
              <a:ahLst/>
              <a:cxnLst/>
              <a:rect l="l" t="t" r="r" b="b"/>
              <a:pathLst>
                <a:path w="122" h="98" extrusionOk="0">
                  <a:moveTo>
                    <a:pt x="25" y="1"/>
                  </a:moveTo>
                  <a:lnTo>
                    <a:pt x="1" y="49"/>
                  </a:lnTo>
                  <a:lnTo>
                    <a:pt x="25" y="97"/>
                  </a:lnTo>
                  <a:lnTo>
                    <a:pt x="121" y="97"/>
                  </a:lnTo>
                  <a:lnTo>
                    <a:pt x="121"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0" name="Google Shape;12930;p30"/>
            <p:cNvSpPr/>
            <p:nvPr/>
          </p:nvSpPr>
          <p:spPr>
            <a:xfrm>
              <a:off x="3870175" y="1735675"/>
              <a:ext cx="3025" cy="2425"/>
            </a:xfrm>
            <a:custGeom>
              <a:avLst/>
              <a:gdLst/>
              <a:ahLst/>
              <a:cxnLst/>
              <a:rect l="l" t="t" r="r" b="b"/>
              <a:pathLst>
                <a:path w="121" h="97" extrusionOk="0">
                  <a:moveTo>
                    <a:pt x="48" y="0"/>
                  </a:moveTo>
                  <a:lnTo>
                    <a:pt x="0" y="24"/>
                  </a:lnTo>
                  <a:lnTo>
                    <a:pt x="24" y="72"/>
                  </a:lnTo>
                  <a:lnTo>
                    <a:pt x="73" y="96"/>
                  </a:lnTo>
                  <a:lnTo>
                    <a:pt x="97" y="96"/>
                  </a:lnTo>
                  <a:lnTo>
                    <a:pt x="121" y="72"/>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1" name="Google Shape;12931;p30"/>
            <p:cNvSpPr/>
            <p:nvPr/>
          </p:nvSpPr>
          <p:spPr>
            <a:xfrm>
              <a:off x="3837675" y="1644200"/>
              <a:ext cx="2425" cy="2425"/>
            </a:xfrm>
            <a:custGeom>
              <a:avLst/>
              <a:gdLst/>
              <a:ahLst/>
              <a:cxnLst/>
              <a:rect l="l" t="t" r="r" b="b"/>
              <a:pathLst>
                <a:path w="97" h="97" extrusionOk="0">
                  <a:moveTo>
                    <a:pt x="24" y="0"/>
                  </a:moveTo>
                  <a:lnTo>
                    <a:pt x="0" y="48"/>
                  </a:lnTo>
                  <a:lnTo>
                    <a:pt x="49" y="96"/>
                  </a:lnTo>
                  <a:lnTo>
                    <a:pt x="73" y="96"/>
                  </a:lnTo>
                  <a:lnTo>
                    <a:pt x="97" y="48"/>
                  </a:lnTo>
                  <a:lnTo>
                    <a:pt x="49"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2" name="Google Shape;12932;p30"/>
            <p:cNvSpPr/>
            <p:nvPr/>
          </p:nvSpPr>
          <p:spPr>
            <a:xfrm>
              <a:off x="3788925" y="1960150"/>
              <a:ext cx="3025" cy="3025"/>
            </a:xfrm>
            <a:custGeom>
              <a:avLst/>
              <a:gdLst/>
              <a:ahLst/>
              <a:cxnLst/>
              <a:rect l="l" t="t" r="r" b="b"/>
              <a:pathLst>
                <a:path w="121" h="121" extrusionOk="0">
                  <a:moveTo>
                    <a:pt x="25" y="0"/>
                  </a:moveTo>
                  <a:lnTo>
                    <a:pt x="0" y="25"/>
                  </a:lnTo>
                  <a:lnTo>
                    <a:pt x="0" y="73"/>
                  </a:lnTo>
                  <a:lnTo>
                    <a:pt x="25" y="121"/>
                  </a:lnTo>
                  <a:lnTo>
                    <a:pt x="73" y="121"/>
                  </a:lnTo>
                  <a:lnTo>
                    <a:pt x="121" y="97"/>
                  </a:lnTo>
                  <a:lnTo>
                    <a:pt x="121" y="49"/>
                  </a:lnTo>
                  <a:lnTo>
                    <a:pt x="97"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3" name="Google Shape;12933;p30"/>
            <p:cNvSpPr/>
            <p:nvPr/>
          </p:nvSpPr>
          <p:spPr>
            <a:xfrm>
              <a:off x="3983325" y="1692325"/>
              <a:ext cx="1825" cy="2450"/>
            </a:xfrm>
            <a:custGeom>
              <a:avLst/>
              <a:gdLst/>
              <a:ahLst/>
              <a:cxnLst/>
              <a:rect l="l" t="t" r="r" b="b"/>
              <a:pathLst>
                <a:path w="73" h="98" extrusionOk="0">
                  <a:moveTo>
                    <a:pt x="48" y="1"/>
                  </a:moveTo>
                  <a:lnTo>
                    <a:pt x="0" y="25"/>
                  </a:lnTo>
                  <a:lnTo>
                    <a:pt x="48" y="97"/>
                  </a:lnTo>
                  <a:lnTo>
                    <a:pt x="72"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4" name="Google Shape;12934;p30"/>
            <p:cNvSpPr/>
            <p:nvPr/>
          </p:nvSpPr>
          <p:spPr>
            <a:xfrm>
              <a:off x="4088025" y="1803675"/>
              <a:ext cx="1850" cy="1825"/>
            </a:xfrm>
            <a:custGeom>
              <a:avLst/>
              <a:gdLst/>
              <a:ahLst/>
              <a:cxnLst/>
              <a:rect l="l" t="t" r="r" b="b"/>
              <a:pathLst>
                <a:path w="74" h="73" extrusionOk="0">
                  <a:moveTo>
                    <a:pt x="1" y="0"/>
                  </a:moveTo>
                  <a:lnTo>
                    <a:pt x="1" y="49"/>
                  </a:lnTo>
                  <a:lnTo>
                    <a:pt x="1" y="73"/>
                  </a:lnTo>
                  <a:lnTo>
                    <a:pt x="73" y="73"/>
                  </a:lnTo>
                  <a:lnTo>
                    <a:pt x="73"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5" name="Google Shape;12935;p30"/>
            <p:cNvSpPr/>
            <p:nvPr/>
          </p:nvSpPr>
          <p:spPr>
            <a:xfrm>
              <a:off x="3957425" y="1637575"/>
              <a:ext cx="1250" cy="1825"/>
            </a:xfrm>
            <a:custGeom>
              <a:avLst/>
              <a:gdLst/>
              <a:ahLst/>
              <a:cxnLst/>
              <a:rect l="l" t="t" r="r" b="b"/>
              <a:pathLst>
                <a:path w="50" h="73" extrusionOk="0">
                  <a:moveTo>
                    <a:pt x="1" y="0"/>
                  </a:moveTo>
                  <a:lnTo>
                    <a:pt x="1" y="24"/>
                  </a:lnTo>
                  <a:lnTo>
                    <a:pt x="1" y="48"/>
                  </a:lnTo>
                  <a:lnTo>
                    <a:pt x="1" y="72"/>
                  </a:lnTo>
                  <a:lnTo>
                    <a:pt x="49" y="72"/>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6" name="Google Shape;12936;p30"/>
            <p:cNvSpPr/>
            <p:nvPr/>
          </p:nvSpPr>
          <p:spPr>
            <a:xfrm>
              <a:off x="3980300" y="1809700"/>
              <a:ext cx="2450" cy="2425"/>
            </a:xfrm>
            <a:custGeom>
              <a:avLst/>
              <a:gdLst/>
              <a:ahLst/>
              <a:cxnLst/>
              <a:rect l="l" t="t" r="r" b="b"/>
              <a:pathLst>
                <a:path w="98" h="97" extrusionOk="0">
                  <a:moveTo>
                    <a:pt x="73" y="0"/>
                  </a:moveTo>
                  <a:lnTo>
                    <a:pt x="49" y="24"/>
                  </a:lnTo>
                  <a:lnTo>
                    <a:pt x="1" y="24"/>
                  </a:lnTo>
                  <a:lnTo>
                    <a:pt x="25" y="72"/>
                  </a:lnTo>
                  <a:lnTo>
                    <a:pt x="49" y="96"/>
                  </a:lnTo>
                  <a:lnTo>
                    <a:pt x="97"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7" name="Google Shape;12937;p30"/>
            <p:cNvSpPr/>
            <p:nvPr/>
          </p:nvSpPr>
          <p:spPr>
            <a:xfrm>
              <a:off x="3791925" y="1732650"/>
              <a:ext cx="1850" cy="2450"/>
            </a:xfrm>
            <a:custGeom>
              <a:avLst/>
              <a:gdLst/>
              <a:ahLst/>
              <a:cxnLst/>
              <a:rect l="l" t="t" r="r" b="b"/>
              <a:pathLst>
                <a:path w="74" h="98" extrusionOk="0">
                  <a:moveTo>
                    <a:pt x="25" y="1"/>
                  </a:moveTo>
                  <a:lnTo>
                    <a:pt x="1" y="25"/>
                  </a:lnTo>
                  <a:lnTo>
                    <a:pt x="1" y="97"/>
                  </a:lnTo>
                  <a:lnTo>
                    <a:pt x="73"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8" name="Google Shape;12938;p30"/>
            <p:cNvSpPr/>
            <p:nvPr/>
          </p:nvSpPr>
          <p:spPr>
            <a:xfrm>
              <a:off x="3956225" y="1717600"/>
              <a:ext cx="3050" cy="3050"/>
            </a:xfrm>
            <a:custGeom>
              <a:avLst/>
              <a:gdLst/>
              <a:ahLst/>
              <a:cxnLst/>
              <a:rect l="l" t="t" r="r" b="b"/>
              <a:pathLst>
                <a:path w="122" h="122" extrusionOk="0">
                  <a:moveTo>
                    <a:pt x="25" y="1"/>
                  </a:moveTo>
                  <a:lnTo>
                    <a:pt x="1" y="25"/>
                  </a:lnTo>
                  <a:lnTo>
                    <a:pt x="1" y="73"/>
                  </a:lnTo>
                  <a:lnTo>
                    <a:pt x="1" y="97"/>
                  </a:lnTo>
                  <a:lnTo>
                    <a:pt x="49" y="121"/>
                  </a:lnTo>
                  <a:lnTo>
                    <a:pt x="121" y="97"/>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9" name="Google Shape;12939;p30"/>
            <p:cNvSpPr/>
            <p:nvPr/>
          </p:nvSpPr>
          <p:spPr>
            <a:xfrm>
              <a:off x="3863550" y="1677900"/>
              <a:ext cx="3025" cy="3625"/>
            </a:xfrm>
            <a:custGeom>
              <a:avLst/>
              <a:gdLst/>
              <a:ahLst/>
              <a:cxnLst/>
              <a:rect l="l" t="t" r="r" b="b"/>
              <a:pathLst>
                <a:path w="121" h="145" extrusionOk="0">
                  <a:moveTo>
                    <a:pt x="73" y="0"/>
                  </a:moveTo>
                  <a:lnTo>
                    <a:pt x="49" y="24"/>
                  </a:lnTo>
                  <a:lnTo>
                    <a:pt x="25" y="48"/>
                  </a:lnTo>
                  <a:lnTo>
                    <a:pt x="1" y="96"/>
                  </a:lnTo>
                  <a:lnTo>
                    <a:pt x="25" y="121"/>
                  </a:lnTo>
                  <a:lnTo>
                    <a:pt x="49" y="145"/>
                  </a:lnTo>
                  <a:lnTo>
                    <a:pt x="73" y="121"/>
                  </a:lnTo>
                  <a:lnTo>
                    <a:pt x="121" y="72"/>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0" name="Google Shape;12940;p30"/>
            <p:cNvSpPr/>
            <p:nvPr/>
          </p:nvSpPr>
          <p:spPr>
            <a:xfrm>
              <a:off x="3919525" y="1695950"/>
              <a:ext cx="3025" cy="2425"/>
            </a:xfrm>
            <a:custGeom>
              <a:avLst/>
              <a:gdLst/>
              <a:ahLst/>
              <a:cxnLst/>
              <a:rect l="l" t="t" r="r" b="b"/>
              <a:pathLst>
                <a:path w="121" h="97" extrusionOk="0">
                  <a:moveTo>
                    <a:pt x="24" y="0"/>
                  </a:moveTo>
                  <a:lnTo>
                    <a:pt x="0" y="49"/>
                  </a:lnTo>
                  <a:lnTo>
                    <a:pt x="0" y="73"/>
                  </a:lnTo>
                  <a:lnTo>
                    <a:pt x="73" y="97"/>
                  </a:lnTo>
                  <a:lnTo>
                    <a:pt x="121" y="73"/>
                  </a:lnTo>
                  <a:lnTo>
                    <a:pt x="97"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1" name="Google Shape;12941;p30"/>
            <p:cNvSpPr/>
            <p:nvPr/>
          </p:nvSpPr>
          <p:spPr>
            <a:xfrm>
              <a:off x="4100075" y="1731450"/>
              <a:ext cx="3025" cy="3050"/>
            </a:xfrm>
            <a:custGeom>
              <a:avLst/>
              <a:gdLst/>
              <a:ahLst/>
              <a:cxnLst/>
              <a:rect l="l" t="t" r="r" b="b"/>
              <a:pathLst>
                <a:path w="121" h="122" extrusionOk="0">
                  <a:moveTo>
                    <a:pt x="48" y="1"/>
                  </a:moveTo>
                  <a:lnTo>
                    <a:pt x="24" y="25"/>
                  </a:lnTo>
                  <a:lnTo>
                    <a:pt x="0" y="49"/>
                  </a:lnTo>
                  <a:lnTo>
                    <a:pt x="0" y="73"/>
                  </a:lnTo>
                  <a:lnTo>
                    <a:pt x="48" y="121"/>
                  </a:lnTo>
                  <a:lnTo>
                    <a:pt x="121" y="121"/>
                  </a:lnTo>
                  <a:lnTo>
                    <a:pt x="121" y="97"/>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2" name="Google Shape;12942;p30"/>
            <p:cNvSpPr/>
            <p:nvPr/>
          </p:nvSpPr>
          <p:spPr>
            <a:xfrm>
              <a:off x="4023650" y="1846400"/>
              <a:ext cx="2425" cy="1825"/>
            </a:xfrm>
            <a:custGeom>
              <a:avLst/>
              <a:gdLst/>
              <a:ahLst/>
              <a:cxnLst/>
              <a:rect l="l" t="t" r="r" b="b"/>
              <a:pathLst>
                <a:path w="97" h="73" extrusionOk="0">
                  <a:moveTo>
                    <a:pt x="0" y="1"/>
                  </a:moveTo>
                  <a:lnTo>
                    <a:pt x="48" y="73"/>
                  </a:lnTo>
                  <a:lnTo>
                    <a:pt x="72" y="49"/>
                  </a:lnTo>
                  <a:lnTo>
                    <a:pt x="96"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3" name="Google Shape;12943;p30"/>
            <p:cNvSpPr/>
            <p:nvPr/>
          </p:nvSpPr>
          <p:spPr>
            <a:xfrm>
              <a:off x="3897850" y="1940300"/>
              <a:ext cx="3050" cy="3625"/>
            </a:xfrm>
            <a:custGeom>
              <a:avLst/>
              <a:gdLst/>
              <a:ahLst/>
              <a:cxnLst/>
              <a:rect l="l" t="t" r="r" b="b"/>
              <a:pathLst>
                <a:path w="122" h="145" extrusionOk="0">
                  <a:moveTo>
                    <a:pt x="73" y="0"/>
                  </a:moveTo>
                  <a:lnTo>
                    <a:pt x="25" y="24"/>
                  </a:lnTo>
                  <a:lnTo>
                    <a:pt x="1" y="96"/>
                  </a:lnTo>
                  <a:lnTo>
                    <a:pt x="25" y="120"/>
                  </a:lnTo>
                  <a:lnTo>
                    <a:pt x="49" y="144"/>
                  </a:lnTo>
                  <a:lnTo>
                    <a:pt x="73" y="120"/>
                  </a:lnTo>
                  <a:lnTo>
                    <a:pt x="121" y="96"/>
                  </a:lnTo>
                  <a:lnTo>
                    <a:pt x="121"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4" name="Google Shape;12944;p30"/>
            <p:cNvSpPr/>
            <p:nvPr/>
          </p:nvSpPr>
          <p:spPr>
            <a:xfrm>
              <a:off x="4046500" y="1662250"/>
              <a:ext cx="3050" cy="2425"/>
            </a:xfrm>
            <a:custGeom>
              <a:avLst/>
              <a:gdLst/>
              <a:ahLst/>
              <a:cxnLst/>
              <a:rect l="l" t="t" r="r" b="b"/>
              <a:pathLst>
                <a:path w="122" h="97" extrusionOk="0">
                  <a:moveTo>
                    <a:pt x="1" y="0"/>
                  </a:moveTo>
                  <a:lnTo>
                    <a:pt x="1" y="48"/>
                  </a:lnTo>
                  <a:lnTo>
                    <a:pt x="1" y="72"/>
                  </a:lnTo>
                  <a:lnTo>
                    <a:pt x="49" y="97"/>
                  </a:lnTo>
                  <a:lnTo>
                    <a:pt x="97" y="72"/>
                  </a:lnTo>
                  <a:lnTo>
                    <a:pt x="121"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5" name="Google Shape;12945;p30"/>
            <p:cNvSpPr/>
            <p:nvPr/>
          </p:nvSpPr>
          <p:spPr>
            <a:xfrm>
              <a:off x="4113925" y="2017925"/>
              <a:ext cx="2425" cy="3625"/>
            </a:xfrm>
            <a:custGeom>
              <a:avLst/>
              <a:gdLst/>
              <a:ahLst/>
              <a:cxnLst/>
              <a:rect l="l" t="t" r="r" b="b"/>
              <a:pathLst>
                <a:path w="97" h="145" extrusionOk="0">
                  <a:moveTo>
                    <a:pt x="72" y="0"/>
                  </a:moveTo>
                  <a:lnTo>
                    <a:pt x="48" y="25"/>
                  </a:lnTo>
                  <a:lnTo>
                    <a:pt x="24" y="49"/>
                  </a:lnTo>
                  <a:lnTo>
                    <a:pt x="0" y="97"/>
                  </a:lnTo>
                  <a:lnTo>
                    <a:pt x="24" y="145"/>
                  </a:lnTo>
                  <a:lnTo>
                    <a:pt x="48" y="145"/>
                  </a:lnTo>
                  <a:lnTo>
                    <a:pt x="72" y="121"/>
                  </a:lnTo>
                  <a:lnTo>
                    <a:pt x="96" y="73"/>
                  </a:lnTo>
                  <a:lnTo>
                    <a:pt x="96" y="25"/>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6" name="Google Shape;12946;p30"/>
            <p:cNvSpPr/>
            <p:nvPr/>
          </p:nvSpPr>
          <p:spPr>
            <a:xfrm>
              <a:off x="4017025" y="1662850"/>
              <a:ext cx="1825" cy="1825"/>
            </a:xfrm>
            <a:custGeom>
              <a:avLst/>
              <a:gdLst/>
              <a:ahLst/>
              <a:cxnLst/>
              <a:rect l="l" t="t" r="r" b="b"/>
              <a:pathLst>
                <a:path w="73" h="73" extrusionOk="0">
                  <a:moveTo>
                    <a:pt x="48" y="0"/>
                  </a:moveTo>
                  <a:lnTo>
                    <a:pt x="0" y="24"/>
                  </a:lnTo>
                  <a:lnTo>
                    <a:pt x="0" y="73"/>
                  </a:lnTo>
                  <a:lnTo>
                    <a:pt x="48" y="73"/>
                  </a:lnTo>
                  <a:lnTo>
                    <a:pt x="72" y="48"/>
                  </a:lnTo>
                  <a:lnTo>
                    <a:pt x="72"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7" name="Google Shape;12947;p30"/>
            <p:cNvSpPr/>
            <p:nvPr/>
          </p:nvSpPr>
          <p:spPr>
            <a:xfrm>
              <a:off x="3931550" y="1781400"/>
              <a:ext cx="3050" cy="3050"/>
            </a:xfrm>
            <a:custGeom>
              <a:avLst/>
              <a:gdLst/>
              <a:ahLst/>
              <a:cxnLst/>
              <a:rect l="l" t="t" r="r" b="b"/>
              <a:pathLst>
                <a:path w="122" h="122" extrusionOk="0">
                  <a:moveTo>
                    <a:pt x="49" y="1"/>
                  </a:moveTo>
                  <a:lnTo>
                    <a:pt x="1" y="49"/>
                  </a:lnTo>
                  <a:lnTo>
                    <a:pt x="1" y="73"/>
                  </a:lnTo>
                  <a:lnTo>
                    <a:pt x="25" y="97"/>
                  </a:lnTo>
                  <a:lnTo>
                    <a:pt x="49" y="121"/>
                  </a:lnTo>
                  <a:lnTo>
                    <a:pt x="73" y="121"/>
                  </a:lnTo>
                  <a:lnTo>
                    <a:pt x="121"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8" name="Google Shape;12948;p30"/>
            <p:cNvSpPr/>
            <p:nvPr/>
          </p:nvSpPr>
          <p:spPr>
            <a:xfrm>
              <a:off x="3896650" y="1760350"/>
              <a:ext cx="1825" cy="1825"/>
            </a:xfrm>
            <a:custGeom>
              <a:avLst/>
              <a:gdLst/>
              <a:ahLst/>
              <a:cxnLst/>
              <a:rect l="l" t="t" r="r" b="b"/>
              <a:pathLst>
                <a:path w="73" h="73" extrusionOk="0">
                  <a:moveTo>
                    <a:pt x="73" y="0"/>
                  </a:moveTo>
                  <a:lnTo>
                    <a:pt x="1" y="24"/>
                  </a:lnTo>
                  <a:lnTo>
                    <a:pt x="1" y="48"/>
                  </a:lnTo>
                  <a:lnTo>
                    <a:pt x="49" y="72"/>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9" name="Google Shape;12949;p30"/>
            <p:cNvSpPr/>
            <p:nvPr/>
          </p:nvSpPr>
          <p:spPr>
            <a:xfrm>
              <a:off x="3751000" y="1786825"/>
              <a:ext cx="25" cy="625"/>
            </a:xfrm>
            <a:custGeom>
              <a:avLst/>
              <a:gdLst/>
              <a:ahLst/>
              <a:cxnLst/>
              <a:rect l="l" t="t" r="r" b="b"/>
              <a:pathLst>
                <a:path w="1" h="25" extrusionOk="0">
                  <a:moveTo>
                    <a:pt x="1" y="0"/>
                  </a:moveTo>
                  <a:lnTo>
                    <a:pt x="1" y="24"/>
                  </a:lnTo>
                  <a:lnTo>
                    <a:pt x="1" y="24"/>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0" name="Google Shape;12950;p30"/>
            <p:cNvSpPr/>
            <p:nvPr/>
          </p:nvSpPr>
          <p:spPr>
            <a:xfrm>
              <a:off x="3835275" y="1813300"/>
              <a:ext cx="1225" cy="1825"/>
            </a:xfrm>
            <a:custGeom>
              <a:avLst/>
              <a:gdLst/>
              <a:ahLst/>
              <a:cxnLst/>
              <a:rect l="l" t="t" r="r" b="b"/>
              <a:pathLst>
                <a:path w="49" h="73" extrusionOk="0">
                  <a:moveTo>
                    <a:pt x="0" y="1"/>
                  </a:moveTo>
                  <a:lnTo>
                    <a:pt x="0" y="73"/>
                  </a:lnTo>
                  <a:lnTo>
                    <a:pt x="24"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1" name="Google Shape;12951;p30"/>
            <p:cNvSpPr/>
            <p:nvPr/>
          </p:nvSpPr>
          <p:spPr>
            <a:xfrm>
              <a:off x="3915300" y="1827150"/>
              <a:ext cx="1850" cy="1825"/>
            </a:xfrm>
            <a:custGeom>
              <a:avLst/>
              <a:gdLst/>
              <a:ahLst/>
              <a:cxnLst/>
              <a:rect l="l" t="t" r="r" b="b"/>
              <a:pathLst>
                <a:path w="74" h="73" extrusionOk="0">
                  <a:moveTo>
                    <a:pt x="25" y="0"/>
                  </a:moveTo>
                  <a:lnTo>
                    <a:pt x="1" y="48"/>
                  </a:lnTo>
                  <a:lnTo>
                    <a:pt x="25" y="73"/>
                  </a:lnTo>
                  <a:lnTo>
                    <a:pt x="49" y="73"/>
                  </a:lnTo>
                  <a:lnTo>
                    <a:pt x="73"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2" name="Google Shape;12952;p30"/>
            <p:cNvSpPr/>
            <p:nvPr/>
          </p:nvSpPr>
          <p:spPr>
            <a:xfrm>
              <a:off x="3757625" y="1748900"/>
              <a:ext cx="1825" cy="2450"/>
            </a:xfrm>
            <a:custGeom>
              <a:avLst/>
              <a:gdLst/>
              <a:ahLst/>
              <a:cxnLst/>
              <a:rect l="l" t="t" r="r" b="b"/>
              <a:pathLst>
                <a:path w="73" h="98" extrusionOk="0">
                  <a:moveTo>
                    <a:pt x="25" y="1"/>
                  </a:moveTo>
                  <a:lnTo>
                    <a:pt x="1" y="25"/>
                  </a:lnTo>
                  <a:lnTo>
                    <a:pt x="1" y="73"/>
                  </a:lnTo>
                  <a:lnTo>
                    <a:pt x="25" y="97"/>
                  </a:lnTo>
                  <a:lnTo>
                    <a:pt x="73" y="73"/>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3" name="Google Shape;12953;p30"/>
            <p:cNvSpPr/>
            <p:nvPr/>
          </p:nvSpPr>
          <p:spPr>
            <a:xfrm>
              <a:off x="4142800" y="1899975"/>
              <a:ext cx="1225" cy="1825"/>
            </a:xfrm>
            <a:custGeom>
              <a:avLst/>
              <a:gdLst/>
              <a:ahLst/>
              <a:cxnLst/>
              <a:rect l="l" t="t" r="r" b="b"/>
              <a:pathLst>
                <a:path w="49" h="73" extrusionOk="0">
                  <a:moveTo>
                    <a:pt x="25" y="0"/>
                  </a:moveTo>
                  <a:lnTo>
                    <a:pt x="1" y="72"/>
                  </a:lnTo>
                  <a:lnTo>
                    <a:pt x="49" y="72"/>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4" name="Google Shape;12954;p30"/>
            <p:cNvSpPr/>
            <p:nvPr/>
          </p:nvSpPr>
          <p:spPr>
            <a:xfrm>
              <a:off x="3772075" y="1748900"/>
              <a:ext cx="1825" cy="2450"/>
            </a:xfrm>
            <a:custGeom>
              <a:avLst/>
              <a:gdLst/>
              <a:ahLst/>
              <a:cxnLst/>
              <a:rect l="l" t="t" r="r" b="b"/>
              <a:pathLst>
                <a:path w="73" h="98" extrusionOk="0">
                  <a:moveTo>
                    <a:pt x="24" y="1"/>
                  </a:moveTo>
                  <a:lnTo>
                    <a:pt x="24" y="49"/>
                  </a:lnTo>
                  <a:lnTo>
                    <a:pt x="0" y="73"/>
                  </a:lnTo>
                  <a:lnTo>
                    <a:pt x="24" y="97"/>
                  </a:lnTo>
                  <a:lnTo>
                    <a:pt x="73" y="73"/>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5" name="Google Shape;12955;p30"/>
            <p:cNvSpPr/>
            <p:nvPr/>
          </p:nvSpPr>
          <p:spPr>
            <a:xfrm>
              <a:off x="3878000" y="1785625"/>
              <a:ext cx="625" cy="625"/>
            </a:xfrm>
            <a:custGeom>
              <a:avLst/>
              <a:gdLst/>
              <a:ahLst/>
              <a:cxnLst/>
              <a:rect l="l" t="t" r="r" b="b"/>
              <a:pathLst>
                <a:path w="25" h="25" extrusionOk="0">
                  <a:moveTo>
                    <a:pt x="0" y="0"/>
                  </a:moveTo>
                  <a:lnTo>
                    <a:pt x="0" y="24"/>
                  </a:lnTo>
                  <a:lnTo>
                    <a:pt x="24" y="24"/>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6" name="Google Shape;12956;p30"/>
            <p:cNvSpPr/>
            <p:nvPr/>
          </p:nvSpPr>
          <p:spPr>
            <a:xfrm>
              <a:off x="4053125" y="1851225"/>
              <a:ext cx="2425" cy="1825"/>
            </a:xfrm>
            <a:custGeom>
              <a:avLst/>
              <a:gdLst/>
              <a:ahLst/>
              <a:cxnLst/>
              <a:rect l="l" t="t" r="r" b="b"/>
              <a:pathLst>
                <a:path w="97" h="73" extrusionOk="0">
                  <a:moveTo>
                    <a:pt x="1" y="0"/>
                  </a:moveTo>
                  <a:lnTo>
                    <a:pt x="49" y="72"/>
                  </a:lnTo>
                  <a:lnTo>
                    <a:pt x="97"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7" name="Google Shape;12957;p30"/>
            <p:cNvSpPr/>
            <p:nvPr/>
          </p:nvSpPr>
          <p:spPr>
            <a:xfrm>
              <a:off x="4227650" y="1905975"/>
              <a:ext cx="1850" cy="1850"/>
            </a:xfrm>
            <a:custGeom>
              <a:avLst/>
              <a:gdLst/>
              <a:ahLst/>
              <a:cxnLst/>
              <a:rect l="l" t="t" r="r" b="b"/>
              <a:pathLst>
                <a:path w="74" h="74" extrusionOk="0">
                  <a:moveTo>
                    <a:pt x="25" y="1"/>
                  </a:moveTo>
                  <a:lnTo>
                    <a:pt x="1" y="25"/>
                  </a:lnTo>
                  <a:lnTo>
                    <a:pt x="49" y="73"/>
                  </a:lnTo>
                  <a:lnTo>
                    <a:pt x="73" y="49"/>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8" name="Google Shape;12958;p30"/>
            <p:cNvSpPr/>
            <p:nvPr/>
          </p:nvSpPr>
          <p:spPr>
            <a:xfrm>
              <a:off x="3973075" y="1802500"/>
              <a:ext cx="1800" cy="3600"/>
            </a:xfrm>
            <a:custGeom>
              <a:avLst/>
              <a:gdLst/>
              <a:ahLst/>
              <a:cxnLst/>
              <a:rect l="l" t="t" r="r" b="b"/>
              <a:pathLst>
                <a:path w="72" h="144" extrusionOk="0">
                  <a:moveTo>
                    <a:pt x="71" y="1"/>
                  </a:moveTo>
                  <a:lnTo>
                    <a:pt x="49" y="23"/>
                  </a:lnTo>
                  <a:lnTo>
                    <a:pt x="49" y="23"/>
                  </a:lnTo>
                  <a:lnTo>
                    <a:pt x="71" y="1"/>
                  </a:lnTo>
                  <a:close/>
                  <a:moveTo>
                    <a:pt x="49" y="23"/>
                  </a:moveTo>
                  <a:lnTo>
                    <a:pt x="1" y="72"/>
                  </a:lnTo>
                  <a:lnTo>
                    <a:pt x="1" y="120"/>
                  </a:lnTo>
                  <a:lnTo>
                    <a:pt x="1" y="144"/>
                  </a:lnTo>
                  <a:lnTo>
                    <a:pt x="25" y="144"/>
                  </a:lnTo>
                  <a:lnTo>
                    <a:pt x="49" y="96"/>
                  </a:lnTo>
                  <a:lnTo>
                    <a:pt x="49" y="2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9" name="Google Shape;12959;p30"/>
            <p:cNvSpPr/>
            <p:nvPr/>
          </p:nvSpPr>
          <p:spPr>
            <a:xfrm>
              <a:off x="4170475" y="1733850"/>
              <a:ext cx="1850" cy="1850"/>
            </a:xfrm>
            <a:custGeom>
              <a:avLst/>
              <a:gdLst/>
              <a:ahLst/>
              <a:cxnLst/>
              <a:rect l="l" t="t" r="r" b="b"/>
              <a:pathLst>
                <a:path w="74" h="74" extrusionOk="0">
                  <a:moveTo>
                    <a:pt x="49" y="1"/>
                  </a:moveTo>
                  <a:lnTo>
                    <a:pt x="1" y="25"/>
                  </a:lnTo>
                  <a:lnTo>
                    <a:pt x="1" y="73"/>
                  </a:lnTo>
                  <a:lnTo>
                    <a:pt x="73" y="73"/>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0" name="Google Shape;12960;p30"/>
            <p:cNvSpPr/>
            <p:nvPr/>
          </p:nvSpPr>
          <p:spPr>
            <a:xfrm>
              <a:off x="3853925" y="1724225"/>
              <a:ext cx="1825" cy="1850"/>
            </a:xfrm>
            <a:custGeom>
              <a:avLst/>
              <a:gdLst/>
              <a:ahLst/>
              <a:cxnLst/>
              <a:rect l="l" t="t" r="r" b="b"/>
              <a:pathLst>
                <a:path w="73" h="74" extrusionOk="0">
                  <a:moveTo>
                    <a:pt x="24" y="1"/>
                  </a:moveTo>
                  <a:lnTo>
                    <a:pt x="0" y="25"/>
                  </a:lnTo>
                  <a:lnTo>
                    <a:pt x="0" y="49"/>
                  </a:lnTo>
                  <a:lnTo>
                    <a:pt x="24" y="73"/>
                  </a:lnTo>
                  <a:lnTo>
                    <a:pt x="49" y="73"/>
                  </a:lnTo>
                  <a:lnTo>
                    <a:pt x="73" y="49"/>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1" name="Google Shape;12961;p30"/>
            <p:cNvSpPr/>
            <p:nvPr/>
          </p:nvSpPr>
          <p:spPr>
            <a:xfrm>
              <a:off x="4065775" y="1804875"/>
              <a:ext cx="1825" cy="1825"/>
            </a:xfrm>
            <a:custGeom>
              <a:avLst/>
              <a:gdLst/>
              <a:ahLst/>
              <a:cxnLst/>
              <a:rect l="l" t="t" r="r" b="b"/>
              <a:pathLst>
                <a:path w="73" h="73" extrusionOk="0">
                  <a:moveTo>
                    <a:pt x="0" y="1"/>
                  </a:moveTo>
                  <a:lnTo>
                    <a:pt x="0" y="25"/>
                  </a:lnTo>
                  <a:lnTo>
                    <a:pt x="24" y="73"/>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2" name="Google Shape;12962;p30"/>
            <p:cNvSpPr/>
            <p:nvPr/>
          </p:nvSpPr>
          <p:spPr>
            <a:xfrm>
              <a:off x="3760625" y="1674875"/>
              <a:ext cx="1250" cy="1850"/>
            </a:xfrm>
            <a:custGeom>
              <a:avLst/>
              <a:gdLst/>
              <a:ahLst/>
              <a:cxnLst/>
              <a:rect l="l" t="t" r="r" b="b"/>
              <a:pathLst>
                <a:path w="50" h="74" extrusionOk="0">
                  <a:moveTo>
                    <a:pt x="49" y="1"/>
                  </a:moveTo>
                  <a:lnTo>
                    <a:pt x="1" y="73"/>
                  </a:lnTo>
                  <a:lnTo>
                    <a:pt x="49" y="73"/>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3" name="Google Shape;12963;p30"/>
            <p:cNvSpPr/>
            <p:nvPr/>
          </p:nvSpPr>
          <p:spPr>
            <a:xfrm>
              <a:off x="4240300" y="1815700"/>
              <a:ext cx="2425" cy="1850"/>
            </a:xfrm>
            <a:custGeom>
              <a:avLst/>
              <a:gdLst/>
              <a:ahLst/>
              <a:cxnLst/>
              <a:rect l="l" t="t" r="r" b="b"/>
              <a:pathLst>
                <a:path w="97" h="74" extrusionOk="0">
                  <a:moveTo>
                    <a:pt x="49" y="1"/>
                  </a:moveTo>
                  <a:lnTo>
                    <a:pt x="0" y="25"/>
                  </a:lnTo>
                  <a:lnTo>
                    <a:pt x="24" y="73"/>
                  </a:lnTo>
                  <a:lnTo>
                    <a:pt x="49" y="73"/>
                  </a:lnTo>
                  <a:lnTo>
                    <a:pt x="97"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4" name="Google Shape;12964;p30"/>
            <p:cNvSpPr/>
            <p:nvPr/>
          </p:nvSpPr>
          <p:spPr>
            <a:xfrm>
              <a:off x="4024850" y="1723625"/>
              <a:ext cx="1825" cy="1825"/>
            </a:xfrm>
            <a:custGeom>
              <a:avLst/>
              <a:gdLst/>
              <a:ahLst/>
              <a:cxnLst/>
              <a:rect l="l" t="t" r="r" b="b"/>
              <a:pathLst>
                <a:path w="73" h="73" extrusionOk="0">
                  <a:moveTo>
                    <a:pt x="48" y="1"/>
                  </a:moveTo>
                  <a:lnTo>
                    <a:pt x="0" y="25"/>
                  </a:lnTo>
                  <a:lnTo>
                    <a:pt x="0" y="49"/>
                  </a:lnTo>
                  <a:lnTo>
                    <a:pt x="48" y="73"/>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5" name="Google Shape;12965;p30"/>
            <p:cNvSpPr/>
            <p:nvPr/>
          </p:nvSpPr>
          <p:spPr>
            <a:xfrm>
              <a:off x="4008600" y="1712800"/>
              <a:ext cx="1825" cy="1825"/>
            </a:xfrm>
            <a:custGeom>
              <a:avLst/>
              <a:gdLst/>
              <a:ahLst/>
              <a:cxnLst/>
              <a:rect l="l" t="t" r="r" b="b"/>
              <a:pathLst>
                <a:path w="73" h="73" extrusionOk="0">
                  <a:moveTo>
                    <a:pt x="24" y="0"/>
                  </a:moveTo>
                  <a:lnTo>
                    <a:pt x="0" y="24"/>
                  </a:lnTo>
                  <a:lnTo>
                    <a:pt x="48" y="73"/>
                  </a:lnTo>
                  <a:lnTo>
                    <a:pt x="72" y="49"/>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6" name="Google Shape;12966;p30"/>
            <p:cNvSpPr/>
            <p:nvPr/>
          </p:nvSpPr>
          <p:spPr>
            <a:xfrm>
              <a:off x="4198175" y="1771775"/>
              <a:ext cx="1825" cy="1225"/>
            </a:xfrm>
            <a:custGeom>
              <a:avLst/>
              <a:gdLst/>
              <a:ahLst/>
              <a:cxnLst/>
              <a:rect l="l" t="t" r="r" b="b"/>
              <a:pathLst>
                <a:path w="73" h="49" extrusionOk="0">
                  <a:moveTo>
                    <a:pt x="24" y="1"/>
                  </a:moveTo>
                  <a:lnTo>
                    <a:pt x="0" y="25"/>
                  </a:lnTo>
                  <a:lnTo>
                    <a:pt x="24" y="49"/>
                  </a:lnTo>
                  <a:lnTo>
                    <a:pt x="73" y="49"/>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7" name="Google Shape;12967;p30"/>
            <p:cNvSpPr/>
            <p:nvPr/>
          </p:nvSpPr>
          <p:spPr>
            <a:xfrm>
              <a:off x="4118725" y="1735675"/>
              <a:ext cx="1825" cy="1825"/>
            </a:xfrm>
            <a:custGeom>
              <a:avLst/>
              <a:gdLst/>
              <a:ahLst/>
              <a:cxnLst/>
              <a:rect l="l" t="t" r="r" b="b"/>
              <a:pathLst>
                <a:path w="73" h="73" extrusionOk="0">
                  <a:moveTo>
                    <a:pt x="1" y="0"/>
                  </a:moveTo>
                  <a:lnTo>
                    <a:pt x="1" y="24"/>
                  </a:lnTo>
                  <a:lnTo>
                    <a:pt x="25" y="48"/>
                  </a:lnTo>
                  <a:lnTo>
                    <a:pt x="44" y="58"/>
                  </a:lnTo>
                  <a:lnTo>
                    <a:pt x="25" y="0"/>
                  </a:lnTo>
                  <a:close/>
                  <a:moveTo>
                    <a:pt x="44" y="58"/>
                  </a:moveTo>
                  <a:lnTo>
                    <a:pt x="49" y="72"/>
                  </a:lnTo>
                  <a:lnTo>
                    <a:pt x="73" y="72"/>
                  </a:lnTo>
                  <a:lnTo>
                    <a:pt x="44" y="58"/>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8" name="Google Shape;12968;p30"/>
            <p:cNvSpPr/>
            <p:nvPr/>
          </p:nvSpPr>
          <p:spPr>
            <a:xfrm>
              <a:off x="3748000" y="1848800"/>
              <a:ext cx="2425" cy="1250"/>
            </a:xfrm>
            <a:custGeom>
              <a:avLst/>
              <a:gdLst/>
              <a:ahLst/>
              <a:cxnLst/>
              <a:rect l="l" t="t" r="r" b="b"/>
              <a:pathLst>
                <a:path w="97" h="50" extrusionOk="0">
                  <a:moveTo>
                    <a:pt x="0" y="1"/>
                  </a:moveTo>
                  <a:lnTo>
                    <a:pt x="25" y="49"/>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9" name="Google Shape;12969;p30"/>
            <p:cNvSpPr/>
            <p:nvPr/>
          </p:nvSpPr>
          <p:spPr>
            <a:xfrm>
              <a:off x="3902075" y="1633350"/>
              <a:ext cx="1825" cy="2450"/>
            </a:xfrm>
            <a:custGeom>
              <a:avLst/>
              <a:gdLst/>
              <a:ahLst/>
              <a:cxnLst/>
              <a:rect l="l" t="t" r="r" b="b"/>
              <a:pathLst>
                <a:path w="73" h="98" extrusionOk="0">
                  <a:moveTo>
                    <a:pt x="48" y="1"/>
                  </a:moveTo>
                  <a:lnTo>
                    <a:pt x="24" y="25"/>
                  </a:lnTo>
                  <a:lnTo>
                    <a:pt x="0" y="49"/>
                  </a:lnTo>
                  <a:lnTo>
                    <a:pt x="24" y="97"/>
                  </a:lnTo>
                  <a:lnTo>
                    <a:pt x="48" y="73"/>
                  </a:lnTo>
                  <a:lnTo>
                    <a:pt x="72"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0" name="Google Shape;12970;p30"/>
            <p:cNvSpPr/>
            <p:nvPr/>
          </p:nvSpPr>
          <p:spPr>
            <a:xfrm>
              <a:off x="3959850" y="1899375"/>
              <a:ext cx="1225" cy="2425"/>
            </a:xfrm>
            <a:custGeom>
              <a:avLst/>
              <a:gdLst/>
              <a:ahLst/>
              <a:cxnLst/>
              <a:rect l="l" t="t" r="r" b="b"/>
              <a:pathLst>
                <a:path w="49" h="97" extrusionOk="0">
                  <a:moveTo>
                    <a:pt x="0" y="0"/>
                  </a:moveTo>
                  <a:lnTo>
                    <a:pt x="0" y="96"/>
                  </a:lnTo>
                  <a:lnTo>
                    <a:pt x="24" y="72"/>
                  </a:lnTo>
                  <a:lnTo>
                    <a:pt x="48" y="48"/>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1" name="Google Shape;12971;p30"/>
            <p:cNvSpPr/>
            <p:nvPr/>
          </p:nvSpPr>
          <p:spPr>
            <a:xfrm>
              <a:off x="4186125" y="1987825"/>
              <a:ext cx="1225" cy="1225"/>
            </a:xfrm>
            <a:custGeom>
              <a:avLst/>
              <a:gdLst/>
              <a:ahLst/>
              <a:cxnLst/>
              <a:rect l="l" t="t" r="r" b="b"/>
              <a:pathLst>
                <a:path w="49" h="49" extrusionOk="0">
                  <a:moveTo>
                    <a:pt x="1" y="1"/>
                  </a:moveTo>
                  <a:lnTo>
                    <a:pt x="25"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2" name="Google Shape;12972;p30"/>
            <p:cNvSpPr/>
            <p:nvPr/>
          </p:nvSpPr>
          <p:spPr>
            <a:xfrm>
              <a:off x="3899050" y="2026350"/>
              <a:ext cx="1225" cy="1225"/>
            </a:xfrm>
            <a:custGeom>
              <a:avLst/>
              <a:gdLst/>
              <a:ahLst/>
              <a:cxnLst/>
              <a:rect l="l" t="t" r="r" b="b"/>
              <a:pathLst>
                <a:path w="49" h="49" extrusionOk="0">
                  <a:moveTo>
                    <a:pt x="25" y="1"/>
                  </a:moveTo>
                  <a:lnTo>
                    <a:pt x="1" y="25"/>
                  </a:lnTo>
                  <a:lnTo>
                    <a:pt x="1" y="49"/>
                  </a:lnTo>
                  <a:lnTo>
                    <a:pt x="49"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3" name="Google Shape;12973;p30"/>
            <p:cNvSpPr/>
            <p:nvPr/>
          </p:nvSpPr>
          <p:spPr>
            <a:xfrm>
              <a:off x="3962850" y="2020325"/>
              <a:ext cx="625" cy="625"/>
            </a:xfrm>
            <a:custGeom>
              <a:avLst/>
              <a:gdLst/>
              <a:ahLst/>
              <a:cxnLst/>
              <a:rect l="l" t="t" r="r" b="b"/>
              <a:pathLst>
                <a:path w="25" h="25" extrusionOk="0">
                  <a:moveTo>
                    <a:pt x="25" y="1"/>
                  </a:moveTo>
                  <a:lnTo>
                    <a:pt x="1" y="25"/>
                  </a:ln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4" name="Google Shape;12974;p30"/>
            <p:cNvSpPr/>
            <p:nvPr/>
          </p:nvSpPr>
          <p:spPr>
            <a:xfrm>
              <a:off x="3899650" y="1987825"/>
              <a:ext cx="1250" cy="625"/>
            </a:xfrm>
            <a:custGeom>
              <a:avLst/>
              <a:gdLst/>
              <a:ahLst/>
              <a:cxnLst/>
              <a:rect l="l" t="t" r="r" b="b"/>
              <a:pathLst>
                <a:path w="50" h="25" extrusionOk="0">
                  <a:moveTo>
                    <a:pt x="49" y="1"/>
                  </a:moveTo>
                  <a:lnTo>
                    <a:pt x="1" y="25"/>
                  </a:lnTo>
                  <a:lnTo>
                    <a:pt x="25"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5" name="Google Shape;12975;p30"/>
            <p:cNvSpPr/>
            <p:nvPr/>
          </p:nvSpPr>
          <p:spPr>
            <a:xfrm>
              <a:off x="4020625" y="2023950"/>
              <a:ext cx="25" cy="625"/>
            </a:xfrm>
            <a:custGeom>
              <a:avLst/>
              <a:gdLst/>
              <a:ahLst/>
              <a:cxnLst/>
              <a:rect l="l" t="t" r="r" b="b"/>
              <a:pathLst>
                <a:path w="1" h="25" extrusionOk="0">
                  <a:moveTo>
                    <a:pt x="1" y="0"/>
                  </a:moveTo>
                  <a:lnTo>
                    <a:pt x="1" y="24"/>
                  </a:lnTo>
                  <a:lnTo>
                    <a:pt x="1" y="24"/>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6" name="Google Shape;12976;p30"/>
            <p:cNvSpPr/>
            <p:nvPr/>
          </p:nvSpPr>
          <p:spPr>
            <a:xfrm>
              <a:off x="3857525" y="1946300"/>
              <a:ext cx="625" cy="1225"/>
            </a:xfrm>
            <a:custGeom>
              <a:avLst/>
              <a:gdLst/>
              <a:ahLst/>
              <a:cxnLst/>
              <a:rect l="l" t="t" r="r" b="b"/>
              <a:pathLst>
                <a:path w="25" h="49" extrusionOk="0">
                  <a:moveTo>
                    <a:pt x="25" y="1"/>
                  </a:moveTo>
                  <a:lnTo>
                    <a:pt x="1" y="25"/>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7" name="Google Shape;12977;p30"/>
            <p:cNvSpPr/>
            <p:nvPr/>
          </p:nvSpPr>
          <p:spPr>
            <a:xfrm>
              <a:off x="3841875" y="1881300"/>
              <a:ext cx="1250" cy="1250"/>
            </a:xfrm>
            <a:custGeom>
              <a:avLst/>
              <a:gdLst/>
              <a:ahLst/>
              <a:cxnLst/>
              <a:rect l="l" t="t" r="r" b="b"/>
              <a:pathLst>
                <a:path w="50" h="50" extrusionOk="0">
                  <a:moveTo>
                    <a:pt x="49" y="1"/>
                  </a:moveTo>
                  <a:lnTo>
                    <a:pt x="1" y="25"/>
                  </a:lnTo>
                  <a:lnTo>
                    <a:pt x="25" y="49"/>
                  </a:lnTo>
                  <a:lnTo>
                    <a:pt x="49"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8" name="Google Shape;12978;p30"/>
            <p:cNvSpPr/>
            <p:nvPr/>
          </p:nvSpPr>
          <p:spPr>
            <a:xfrm>
              <a:off x="4004975" y="1902975"/>
              <a:ext cx="625" cy="625"/>
            </a:xfrm>
            <a:custGeom>
              <a:avLst/>
              <a:gdLst/>
              <a:ahLst/>
              <a:cxnLst/>
              <a:rect l="l" t="t" r="r" b="b"/>
              <a:pathLst>
                <a:path w="25" h="25" extrusionOk="0">
                  <a:moveTo>
                    <a:pt x="1" y="1"/>
                  </a:move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9" name="Google Shape;12979;p30"/>
            <p:cNvSpPr/>
            <p:nvPr/>
          </p:nvSpPr>
          <p:spPr>
            <a:xfrm>
              <a:off x="4094650" y="1887325"/>
              <a:ext cx="625" cy="625"/>
            </a:xfrm>
            <a:custGeom>
              <a:avLst/>
              <a:gdLst/>
              <a:ahLst/>
              <a:cxnLst/>
              <a:rect l="l" t="t" r="r" b="b"/>
              <a:pathLst>
                <a:path w="25" h="25" extrusionOk="0">
                  <a:moveTo>
                    <a:pt x="25" y="1"/>
                  </a:moveTo>
                  <a:lnTo>
                    <a:pt x="1" y="25"/>
                  </a:ln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0" name="Google Shape;12980;p30"/>
            <p:cNvSpPr/>
            <p:nvPr/>
          </p:nvSpPr>
          <p:spPr>
            <a:xfrm>
              <a:off x="3968275" y="1738675"/>
              <a:ext cx="625" cy="625"/>
            </a:xfrm>
            <a:custGeom>
              <a:avLst/>
              <a:gdLst/>
              <a:ahLst/>
              <a:cxnLst/>
              <a:rect l="l" t="t" r="r" b="b"/>
              <a:pathLst>
                <a:path w="25" h="25" extrusionOk="0">
                  <a:moveTo>
                    <a:pt x="0" y="1"/>
                  </a:move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1" name="Google Shape;12981;p30"/>
            <p:cNvSpPr/>
            <p:nvPr/>
          </p:nvSpPr>
          <p:spPr>
            <a:xfrm>
              <a:off x="3837075" y="1685725"/>
              <a:ext cx="1225" cy="1225"/>
            </a:xfrm>
            <a:custGeom>
              <a:avLst/>
              <a:gdLst/>
              <a:ahLst/>
              <a:cxnLst/>
              <a:rect l="l" t="t" r="r" b="b"/>
              <a:pathLst>
                <a:path w="49" h="49" extrusionOk="0">
                  <a:moveTo>
                    <a:pt x="48" y="0"/>
                  </a:moveTo>
                  <a:lnTo>
                    <a:pt x="0" y="24"/>
                  </a:lnTo>
                  <a:lnTo>
                    <a:pt x="24" y="48"/>
                  </a:lnTo>
                  <a:lnTo>
                    <a:pt x="48" y="48"/>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2" name="Google Shape;12982;p30"/>
            <p:cNvSpPr/>
            <p:nvPr/>
          </p:nvSpPr>
          <p:spPr>
            <a:xfrm>
              <a:off x="4092250" y="1759150"/>
              <a:ext cx="625" cy="625"/>
            </a:xfrm>
            <a:custGeom>
              <a:avLst/>
              <a:gdLst/>
              <a:ahLst/>
              <a:cxnLst/>
              <a:rect l="l" t="t" r="r" b="b"/>
              <a:pathLst>
                <a:path w="25" h="25" extrusionOk="0">
                  <a:moveTo>
                    <a:pt x="0" y="0"/>
                  </a:move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3" name="Google Shape;12983;p30"/>
            <p:cNvSpPr/>
            <p:nvPr/>
          </p:nvSpPr>
          <p:spPr>
            <a:xfrm>
              <a:off x="3857525" y="1630950"/>
              <a:ext cx="625" cy="25"/>
            </a:xfrm>
            <a:custGeom>
              <a:avLst/>
              <a:gdLst/>
              <a:ahLst/>
              <a:cxnLst/>
              <a:rect l="l" t="t" r="r" b="b"/>
              <a:pathLst>
                <a:path w="25" h="1" extrusionOk="0">
                  <a:moveTo>
                    <a:pt x="1" y="0"/>
                  </a:moveTo>
                  <a:lnTo>
                    <a:pt x="25"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4" name="Google Shape;12984;p30"/>
            <p:cNvSpPr/>
            <p:nvPr/>
          </p:nvSpPr>
          <p:spPr>
            <a:xfrm>
              <a:off x="4074200" y="1700150"/>
              <a:ext cx="625" cy="625"/>
            </a:xfrm>
            <a:custGeom>
              <a:avLst/>
              <a:gdLst/>
              <a:ahLst/>
              <a:cxnLst/>
              <a:rect l="l" t="t" r="r" b="b"/>
              <a:pathLst>
                <a:path w="25" h="25"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5" name="Google Shape;12985;p30"/>
            <p:cNvSpPr/>
            <p:nvPr/>
          </p:nvSpPr>
          <p:spPr>
            <a:xfrm>
              <a:off x="3980300" y="1647800"/>
              <a:ext cx="625" cy="625"/>
            </a:xfrm>
            <a:custGeom>
              <a:avLst/>
              <a:gdLst/>
              <a:ahLst/>
              <a:cxnLst/>
              <a:rect l="l" t="t" r="r" b="b"/>
              <a:pathLst>
                <a:path w="25" h="25" extrusionOk="0">
                  <a:moveTo>
                    <a:pt x="1" y="1"/>
                  </a:moveTo>
                  <a:lnTo>
                    <a:pt x="1"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6" name="Google Shape;12986;p30"/>
            <p:cNvSpPr/>
            <p:nvPr/>
          </p:nvSpPr>
          <p:spPr>
            <a:xfrm>
              <a:off x="3817800" y="1963750"/>
              <a:ext cx="143875" cy="126425"/>
            </a:xfrm>
            <a:custGeom>
              <a:avLst/>
              <a:gdLst/>
              <a:ahLst/>
              <a:cxnLst/>
              <a:rect l="l" t="t" r="r" b="b"/>
              <a:pathLst>
                <a:path w="5755" h="5057" extrusionOk="0">
                  <a:moveTo>
                    <a:pt x="2577" y="410"/>
                  </a:moveTo>
                  <a:lnTo>
                    <a:pt x="2818" y="434"/>
                  </a:lnTo>
                  <a:lnTo>
                    <a:pt x="3058" y="458"/>
                  </a:lnTo>
                  <a:lnTo>
                    <a:pt x="3323" y="531"/>
                  </a:lnTo>
                  <a:lnTo>
                    <a:pt x="3564" y="651"/>
                  </a:lnTo>
                  <a:lnTo>
                    <a:pt x="3901" y="795"/>
                  </a:lnTo>
                  <a:lnTo>
                    <a:pt x="4214" y="964"/>
                  </a:lnTo>
                  <a:lnTo>
                    <a:pt x="4527" y="1156"/>
                  </a:lnTo>
                  <a:lnTo>
                    <a:pt x="4671" y="1277"/>
                  </a:lnTo>
                  <a:lnTo>
                    <a:pt x="4816" y="1397"/>
                  </a:lnTo>
                  <a:lnTo>
                    <a:pt x="4936" y="1518"/>
                  </a:lnTo>
                  <a:lnTo>
                    <a:pt x="5032" y="1662"/>
                  </a:lnTo>
                  <a:lnTo>
                    <a:pt x="5129" y="1782"/>
                  </a:lnTo>
                  <a:lnTo>
                    <a:pt x="5201" y="1927"/>
                  </a:lnTo>
                  <a:lnTo>
                    <a:pt x="5249" y="2071"/>
                  </a:lnTo>
                  <a:lnTo>
                    <a:pt x="5297" y="2240"/>
                  </a:lnTo>
                  <a:lnTo>
                    <a:pt x="5321" y="2384"/>
                  </a:lnTo>
                  <a:lnTo>
                    <a:pt x="5345" y="2529"/>
                  </a:lnTo>
                  <a:lnTo>
                    <a:pt x="5321" y="2673"/>
                  </a:lnTo>
                  <a:lnTo>
                    <a:pt x="5321" y="2842"/>
                  </a:lnTo>
                  <a:lnTo>
                    <a:pt x="5273" y="2986"/>
                  </a:lnTo>
                  <a:lnTo>
                    <a:pt x="5225" y="3130"/>
                  </a:lnTo>
                  <a:lnTo>
                    <a:pt x="5153" y="3275"/>
                  </a:lnTo>
                  <a:lnTo>
                    <a:pt x="5080" y="3419"/>
                  </a:lnTo>
                  <a:lnTo>
                    <a:pt x="4960" y="3540"/>
                  </a:lnTo>
                  <a:lnTo>
                    <a:pt x="4864" y="3684"/>
                  </a:lnTo>
                  <a:lnTo>
                    <a:pt x="4647" y="3877"/>
                  </a:lnTo>
                  <a:lnTo>
                    <a:pt x="4455" y="4045"/>
                  </a:lnTo>
                  <a:lnTo>
                    <a:pt x="4214" y="4214"/>
                  </a:lnTo>
                  <a:lnTo>
                    <a:pt x="3997" y="4358"/>
                  </a:lnTo>
                  <a:lnTo>
                    <a:pt x="3756" y="4479"/>
                  </a:lnTo>
                  <a:lnTo>
                    <a:pt x="3492" y="4551"/>
                  </a:lnTo>
                  <a:lnTo>
                    <a:pt x="3227" y="4623"/>
                  </a:lnTo>
                  <a:lnTo>
                    <a:pt x="2962" y="4647"/>
                  </a:lnTo>
                  <a:lnTo>
                    <a:pt x="2625" y="4671"/>
                  </a:lnTo>
                  <a:lnTo>
                    <a:pt x="2312" y="4623"/>
                  </a:lnTo>
                  <a:lnTo>
                    <a:pt x="2023" y="4575"/>
                  </a:lnTo>
                  <a:lnTo>
                    <a:pt x="1734" y="4479"/>
                  </a:lnTo>
                  <a:lnTo>
                    <a:pt x="1469" y="4334"/>
                  </a:lnTo>
                  <a:lnTo>
                    <a:pt x="1229" y="4166"/>
                  </a:lnTo>
                  <a:lnTo>
                    <a:pt x="988" y="3973"/>
                  </a:lnTo>
                  <a:lnTo>
                    <a:pt x="771" y="3732"/>
                  </a:lnTo>
                  <a:lnTo>
                    <a:pt x="675" y="3612"/>
                  </a:lnTo>
                  <a:lnTo>
                    <a:pt x="603" y="3492"/>
                  </a:lnTo>
                  <a:lnTo>
                    <a:pt x="531" y="3347"/>
                  </a:lnTo>
                  <a:lnTo>
                    <a:pt x="482" y="3203"/>
                  </a:lnTo>
                  <a:lnTo>
                    <a:pt x="434" y="2890"/>
                  </a:lnTo>
                  <a:lnTo>
                    <a:pt x="410" y="2529"/>
                  </a:lnTo>
                  <a:lnTo>
                    <a:pt x="458" y="2264"/>
                  </a:lnTo>
                  <a:lnTo>
                    <a:pt x="531" y="1999"/>
                  </a:lnTo>
                  <a:lnTo>
                    <a:pt x="627" y="1758"/>
                  </a:lnTo>
                  <a:lnTo>
                    <a:pt x="771" y="1518"/>
                  </a:lnTo>
                  <a:lnTo>
                    <a:pt x="916" y="1301"/>
                  </a:lnTo>
                  <a:lnTo>
                    <a:pt x="1132" y="1084"/>
                  </a:lnTo>
                  <a:lnTo>
                    <a:pt x="1349" y="892"/>
                  </a:lnTo>
                  <a:lnTo>
                    <a:pt x="1614" y="723"/>
                  </a:lnTo>
                  <a:lnTo>
                    <a:pt x="1855" y="603"/>
                  </a:lnTo>
                  <a:lnTo>
                    <a:pt x="2095" y="506"/>
                  </a:lnTo>
                  <a:lnTo>
                    <a:pt x="2336" y="434"/>
                  </a:lnTo>
                  <a:lnTo>
                    <a:pt x="2577" y="410"/>
                  </a:lnTo>
                  <a:close/>
                  <a:moveTo>
                    <a:pt x="2168" y="1"/>
                  </a:moveTo>
                  <a:lnTo>
                    <a:pt x="2047" y="49"/>
                  </a:lnTo>
                  <a:lnTo>
                    <a:pt x="1758" y="169"/>
                  </a:lnTo>
                  <a:lnTo>
                    <a:pt x="1469" y="314"/>
                  </a:lnTo>
                  <a:lnTo>
                    <a:pt x="1229" y="482"/>
                  </a:lnTo>
                  <a:lnTo>
                    <a:pt x="988" y="651"/>
                  </a:lnTo>
                  <a:lnTo>
                    <a:pt x="771" y="868"/>
                  </a:lnTo>
                  <a:lnTo>
                    <a:pt x="579" y="1108"/>
                  </a:lnTo>
                  <a:lnTo>
                    <a:pt x="410" y="1373"/>
                  </a:lnTo>
                  <a:lnTo>
                    <a:pt x="242" y="1638"/>
                  </a:lnTo>
                  <a:lnTo>
                    <a:pt x="169" y="1830"/>
                  </a:lnTo>
                  <a:lnTo>
                    <a:pt x="97" y="2047"/>
                  </a:lnTo>
                  <a:lnTo>
                    <a:pt x="49" y="2240"/>
                  </a:lnTo>
                  <a:lnTo>
                    <a:pt x="25" y="2432"/>
                  </a:lnTo>
                  <a:lnTo>
                    <a:pt x="1" y="2649"/>
                  </a:lnTo>
                  <a:lnTo>
                    <a:pt x="1" y="2842"/>
                  </a:lnTo>
                  <a:lnTo>
                    <a:pt x="25" y="3034"/>
                  </a:lnTo>
                  <a:lnTo>
                    <a:pt x="73" y="3203"/>
                  </a:lnTo>
                  <a:lnTo>
                    <a:pt x="121" y="3395"/>
                  </a:lnTo>
                  <a:lnTo>
                    <a:pt x="194" y="3588"/>
                  </a:lnTo>
                  <a:lnTo>
                    <a:pt x="290" y="3756"/>
                  </a:lnTo>
                  <a:lnTo>
                    <a:pt x="410" y="3925"/>
                  </a:lnTo>
                  <a:lnTo>
                    <a:pt x="531" y="4069"/>
                  </a:lnTo>
                  <a:lnTo>
                    <a:pt x="675" y="4238"/>
                  </a:lnTo>
                  <a:lnTo>
                    <a:pt x="819" y="4358"/>
                  </a:lnTo>
                  <a:lnTo>
                    <a:pt x="988" y="4503"/>
                  </a:lnTo>
                  <a:lnTo>
                    <a:pt x="1253" y="4671"/>
                  </a:lnTo>
                  <a:lnTo>
                    <a:pt x="1542" y="4791"/>
                  </a:lnTo>
                  <a:lnTo>
                    <a:pt x="1806" y="4912"/>
                  </a:lnTo>
                  <a:lnTo>
                    <a:pt x="2095" y="4984"/>
                  </a:lnTo>
                  <a:lnTo>
                    <a:pt x="2384" y="5032"/>
                  </a:lnTo>
                  <a:lnTo>
                    <a:pt x="2673" y="5056"/>
                  </a:lnTo>
                  <a:lnTo>
                    <a:pt x="2962" y="5056"/>
                  </a:lnTo>
                  <a:lnTo>
                    <a:pt x="3251" y="5008"/>
                  </a:lnTo>
                  <a:lnTo>
                    <a:pt x="3516" y="4960"/>
                  </a:lnTo>
                  <a:lnTo>
                    <a:pt x="3805" y="4864"/>
                  </a:lnTo>
                  <a:lnTo>
                    <a:pt x="4069" y="4743"/>
                  </a:lnTo>
                  <a:lnTo>
                    <a:pt x="4334" y="4623"/>
                  </a:lnTo>
                  <a:lnTo>
                    <a:pt x="4599" y="4454"/>
                  </a:lnTo>
                  <a:lnTo>
                    <a:pt x="4840" y="4262"/>
                  </a:lnTo>
                  <a:lnTo>
                    <a:pt x="5080" y="4045"/>
                  </a:lnTo>
                  <a:lnTo>
                    <a:pt x="5297" y="3780"/>
                  </a:lnTo>
                  <a:lnTo>
                    <a:pt x="5490" y="3516"/>
                  </a:lnTo>
                  <a:lnTo>
                    <a:pt x="5610" y="3203"/>
                  </a:lnTo>
                  <a:lnTo>
                    <a:pt x="5706" y="2890"/>
                  </a:lnTo>
                  <a:lnTo>
                    <a:pt x="5754" y="2577"/>
                  </a:lnTo>
                  <a:lnTo>
                    <a:pt x="5730" y="2264"/>
                  </a:lnTo>
                  <a:lnTo>
                    <a:pt x="5634" y="1951"/>
                  </a:lnTo>
                  <a:lnTo>
                    <a:pt x="5586" y="1806"/>
                  </a:lnTo>
                  <a:lnTo>
                    <a:pt x="5514" y="1662"/>
                  </a:lnTo>
                  <a:lnTo>
                    <a:pt x="5417" y="1518"/>
                  </a:lnTo>
                  <a:lnTo>
                    <a:pt x="5321" y="1373"/>
                  </a:lnTo>
                  <a:lnTo>
                    <a:pt x="5032" y="1060"/>
                  </a:lnTo>
                  <a:lnTo>
                    <a:pt x="4719" y="795"/>
                  </a:lnTo>
                  <a:lnTo>
                    <a:pt x="4406" y="579"/>
                  </a:lnTo>
                  <a:lnTo>
                    <a:pt x="4045" y="410"/>
                  </a:lnTo>
                  <a:lnTo>
                    <a:pt x="3684" y="266"/>
                  </a:lnTo>
                  <a:lnTo>
                    <a:pt x="3299" y="169"/>
                  </a:lnTo>
                  <a:lnTo>
                    <a:pt x="2914" y="73"/>
                  </a:lnTo>
                  <a:lnTo>
                    <a:pt x="2505" y="25"/>
                  </a:lnTo>
                  <a:lnTo>
                    <a:pt x="23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7" name="Google Shape;12987;p30"/>
            <p:cNvSpPr/>
            <p:nvPr/>
          </p:nvSpPr>
          <p:spPr>
            <a:xfrm>
              <a:off x="3848500" y="1996850"/>
              <a:ext cx="73450" cy="54200"/>
            </a:xfrm>
            <a:custGeom>
              <a:avLst/>
              <a:gdLst/>
              <a:ahLst/>
              <a:cxnLst/>
              <a:rect l="l" t="t" r="r" b="b"/>
              <a:pathLst>
                <a:path w="2938" h="2168" extrusionOk="0">
                  <a:moveTo>
                    <a:pt x="1349" y="1"/>
                  </a:moveTo>
                  <a:lnTo>
                    <a:pt x="1180" y="49"/>
                  </a:lnTo>
                  <a:lnTo>
                    <a:pt x="1036" y="73"/>
                  </a:lnTo>
                  <a:lnTo>
                    <a:pt x="867" y="145"/>
                  </a:lnTo>
                  <a:lnTo>
                    <a:pt x="723" y="218"/>
                  </a:lnTo>
                  <a:lnTo>
                    <a:pt x="578" y="314"/>
                  </a:lnTo>
                  <a:lnTo>
                    <a:pt x="434" y="410"/>
                  </a:lnTo>
                  <a:lnTo>
                    <a:pt x="314" y="531"/>
                  </a:lnTo>
                  <a:lnTo>
                    <a:pt x="193" y="675"/>
                  </a:lnTo>
                  <a:lnTo>
                    <a:pt x="73" y="843"/>
                  </a:lnTo>
                  <a:lnTo>
                    <a:pt x="25" y="1036"/>
                  </a:lnTo>
                  <a:lnTo>
                    <a:pt x="1" y="1229"/>
                  </a:lnTo>
                  <a:lnTo>
                    <a:pt x="25" y="1445"/>
                  </a:lnTo>
                  <a:lnTo>
                    <a:pt x="97" y="1614"/>
                  </a:lnTo>
                  <a:lnTo>
                    <a:pt x="217" y="1782"/>
                  </a:lnTo>
                  <a:lnTo>
                    <a:pt x="362" y="1927"/>
                  </a:lnTo>
                  <a:lnTo>
                    <a:pt x="530" y="2023"/>
                  </a:lnTo>
                  <a:lnTo>
                    <a:pt x="699" y="2071"/>
                  </a:lnTo>
                  <a:lnTo>
                    <a:pt x="867" y="2095"/>
                  </a:lnTo>
                  <a:lnTo>
                    <a:pt x="1108" y="2168"/>
                  </a:lnTo>
                  <a:lnTo>
                    <a:pt x="1349" y="2143"/>
                  </a:lnTo>
                  <a:lnTo>
                    <a:pt x="1590" y="2119"/>
                  </a:lnTo>
                  <a:lnTo>
                    <a:pt x="1806" y="2071"/>
                  </a:lnTo>
                  <a:lnTo>
                    <a:pt x="1999" y="1999"/>
                  </a:lnTo>
                  <a:lnTo>
                    <a:pt x="2167" y="1927"/>
                  </a:lnTo>
                  <a:lnTo>
                    <a:pt x="2336" y="1830"/>
                  </a:lnTo>
                  <a:lnTo>
                    <a:pt x="2504" y="1710"/>
                  </a:lnTo>
                  <a:lnTo>
                    <a:pt x="2649" y="1590"/>
                  </a:lnTo>
                  <a:lnTo>
                    <a:pt x="2793" y="1445"/>
                  </a:lnTo>
                  <a:lnTo>
                    <a:pt x="2889" y="1301"/>
                  </a:lnTo>
                  <a:lnTo>
                    <a:pt x="2938" y="1132"/>
                  </a:lnTo>
                  <a:lnTo>
                    <a:pt x="2938" y="988"/>
                  </a:lnTo>
                  <a:lnTo>
                    <a:pt x="2914" y="819"/>
                  </a:lnTo>
                  <a:lnTo>
                    <a:pt x="2841" y="675"/>
                  </a:lnTo>
                  <a:lnTo>
                    <a:pt x="2745" y="531"/>
                  </a:lnTo>
                  <a:lnTo>
                    <a:pt x="2601" y="386"/>
                  </a:lnTo>
                  <a:lnTo>
                    <a:pt x="2456" y="290"/>
                  </a:lnTo>
                  <a:lnTo>
                    <a:pt x="2312" y="194"/>
                  </a:lnTo>
                  <a:lnTo>
                    <a:pt x="2143" y="121"/>
                  </a:lnTo>
                  <a:lnTo>
                    <a:pt x="1999" y="73"/>
                  </a:lnTo>
                  <a:lnTo>
                    <a:pt x="1830" y="25"/>
                  </a:lnTo>
                  <a:lnTo>
                    <a:pt x="16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4_1">
    <p:spTree>
      <p:nvGrpSpPr>
        <p:cNvPr id="1" name="Shape 12988"/>
        <p:cNvGrpSpPr/>
        <p:nvPr/>
      </p:nvGrpSpPr>
      <p:grpSpPr>
        <a:xfrm>
          <a:off x="0" y="0"/>
          <a:ext cx="0" cy="0"/>
          <a:chOff x="0" y="0"/>
          <a:chExt cx="0" cy="0"/>
        </a:xfrm>
      </p:grpSpPr>
      <p:sp>
        <p:nvSpPr>
          <p:cNvPr id="12989" name="Google Shape;12989;p31"/>
          <p:cNvSpPr/>
          <p:nvPr/>
        </p:nvSpPr>
        <p:spPr>
          <a:xfrm>
            <a:off x="145650" y="119725"/>
            <a:ext cx="8852700" cy="49041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90" name="Google Shape;12990;p31"/>
          <p:cNvGrpSpPr/>
          <p:nvPr/>
        </p:nvGrpSpPr>
        <p:grpSpPr>
          <a:xfrm flipH="1">
            <a:off x="6946100" y="3775160"/>
            <a:ext cx="2955793" cy="3147574"/>
            <a:chOff x="2827954" y="5779702"/>
            <a:chExt cx="2144676" cy="2283829"/>
          </a:xfrm>
        </p:grpSpPr>
        <p:sp>
          <p:nvSpPr>
            <p:cNvPr id="12991" name="Google Shape;12991;p31"/>
            <p:cNvSpPr/>
            <p:nvPr/>
          </p:nvSpPr>
          <p:spPr>
            <a:xfrm rot="10800000">
              <a:off x="2827954" y="6935855"/>
              <a:ext cx="2132350" cy="1127676"/>
            </a:xfrm>
            <a:custGeom>
              <a:avLst/>
              <a:gdLst/>
              <a:ahLst/>
              <a:cxnLst/>
              <a:rect l="l" t="t" r="r" b="b"/>
              <a:pathLst>
                <a:path w="25085" h="13266" extrusionOk="0">
                  <a:moveTo>
                    <a:pt x="12494" y="1"/>
                  </a:moveTo>
                  <a:lnTo>
                    <a:pt x="12013" y="25"/>
                  </a:lnTo>
                  <a:lnTo>
                    <a:pt x="11507" y="49"/>
                  </a:lnTo>
                  <a:lnTo>
                    <a:pt x="11026" y="97"/>
                  </a:lnTo>
                  <a:lnTo>
                    <a:pt x="10544" y="145"/>
                  </a:lnTo>
                  <a:lnTo>
                    <a:pt x="10063" y="242"/>
                  </a:lnTo>
                  <a:lnTo>
                    <a:pt x="9317" y="386"/>
                  </a:lnTo>
                  <a:lnTo>
                    <a:pt x="8594" y="579"/>
                  </a:lnTo>
                  <a:lnTo>
                    <a:pt x="7896" y="819"/>
                  </a:lnTo>
                  <a:lnTo>
                    <a:pt x="7198" y="1060"/>
                  </a:lnTo>
                  <a:lnTo>
                    <a:pt x="6669" y="1277"/>
                  </a:lnTo>
                  <a:lnTo>
                    <a:pt x="6139" y="1542"/>
                  </a:lnTo>
                  <a:lnTo>
                    <a:pt x="5633" y="1782"/>
                  </a:lnTo>
                  <a:lnTo>
                    <a:pt x="5152" y="2071"/>
                  </a:lnTo>
                  <a:lnTo>
                    <a:pt x="4670" y="2360"/>
                  </a:lnTo>
                  <a:lnTo>
                    <a:pt x="4189" y="2673"/>
                  </a:lnTo>
                  <a:lnTo>
                    <a:pt x="3732" y="3010"/>
                  </a:lnTo>
                  <a:lnTo>
                    <a:pt x="3274" y="3347"/>
                  </a:lnTo>
                  <a:lnTo>
                    <a:pt x="2985" y="3612"/>
                  </a:lnTo>
                  <a:lnTo>
                    <a:pt x="2696" y="3877"/>
                  </a:lnTo>
                  <a:lnTo>
                    <a:pt x="2432" y="4141"/>
                  </a:lnTo>
                  <a:lnTo>
                    <a:pt x="2167" y="4430"/>
                  </a:lnTo>
                  <a:lnTo>
                    <a:pt x="1926" y="4719"/>
                  </a:lnTo>
                  <a:lnTo>
                    <a:pt x="1709" y="5032"/>
                  </a:lnTo>
                  <a:lnTo>
                    <a:pt x="1493" y="5345"/>
                  </a:lnTo>
                  <a:lnTo>
                    <a:pt x="1300" y="5658"/>
                  </a:lnTo>
                  <a:lnTo>
                    <a:pt x="1108" y="5971"/>
                  </a:lnTo>
                  <a:lnTo>
                    <a:pt x="939" y="6308"/>
                  </a:lnTo>
                  <a:lnTo>
                    <a:pt x="771" y="6645"/>
                  </a:lnTo>
                  <a:lnTo>
                    <a:pt x="626" y="7006"/>
                  </a:lnTo>
                  <a:lnTo>
                    <a:pt x="506" y="7367"/>
                  </a:lnTo>
                  <a:lnTo>
                    <a:pt x="385" y="7728"/>
                  </a:lnTo>
                  <a:lnTo>
                    <a:pt x="289" y="8114"/>
                  </a:lnTo>
                  <a:lnTo>
                    <a:pt x="193" y="8499"/>
                  </a:lnTo>
                  <a:lnTo>
                    <a:pt x="121" y="9028"/>
                  </a:lnTo>
                  <a:lnTo>
                    <a:pt x="48" y="9582"/>
                  </a:lnTo>
                  <a:lnTo>
                    <a:pt x="0" y="10112"/>
                  </a:lnTo>
                  <a:lnTo>
                    <a:pt x="0" y="10665"/>
                  </a:lnTo>
                  <a:lnTo>
                    <a:pt x="0" y="10954"/>
                  </a:lnTo>
                  <a:lnTo>
                    <a:pt x="24" y="11243"/>
                  </a:lnTo>
                  <a:lnTo>
                    <a:pt x="72" y="11532"/>
                  </a:lnTo>
                  <a:lnTo>
                    <a:pt x="145" y="11797"/>
                  </a:lnTo>
                  <a:lnTo>
                    <a:pt x="217" y="12086"/>
                  </a:lnTo>
                  <a:lnTo>
                    <a:pt x="313" y="12350"/>
                  </a:lnTo>
                  <a:lnTo>
                    <a:pt x="530" y="12880"/>
                  </a:lnTo>
                  <a:lnTo>
                    <a:pt x="578" y="12976"/>
                  </a:lnTo>
                  <a:lnTo>
                    <a:pt x="674" y="13073"/>
                  </a:lnTo>
                  <a:lnTo>
                    <a:pt x="771" y="13145"/>
                  </a:lnTo>
                  <a:lnTo>
                    <a:pt x="891" y="13193"/>
                  </a:lnTo>
                  <a:lnTo>
                    <a:pt x="1035" y="13241"/>
                  </a:lnTo>
                  <a:lnTo>
                    <a:pt x="1156" y="13265"/>
                  </a:lnTo>
                  <a:lnTo>
                    <a:pt x="1276" y="13265"/>
                  </a:lnTo>
                  <a:lnTo>
                    <a:pt x="1396" y="13241"/>
                  </a:lnTo>
                  <a:lnTo>
                    <a:pt x="1493" y="13193"/>
                  </a:lnTo>
                  <a:lnTo>
                    <a:pt x="1589" y="13145"/>
                  </a:lnTo>
                  <a:lnTo>
                    <a:pt x="1782" y="13000"/>
                  </a:lnTo>
                  <a:lnTo>
                    <a:pt x="2071" y="12712"/>
                  </a:lnTo>
                  <a:lnTo>
                    <a:pt x="2335" y="12423"/>
                  </a:lnTo>
                  <a:lnTo>
                    <a:pt x="2552" y="12110"/>
                  </a:lnTo>
                  <a:lnTo>
                    <a:pt x="2745" y="11773"/>
                  </a:lnTo>
                  <a:lnTo>
                    <a:pt x="2985" y="11315"/>
                  </a:lnTo>
                  <a:lnTo>
                    <a:pt x="3226" y="10882"/>
                  </a:lnTo>
                  <a:lnTo>
                    <a:pt x="3467" y="10473"/>
                  </a:lnTo>
                  <a:lnTo>
                    <a:pt x="3756" y="10039"/>
                  </a:lnTo>
                  <a:lnTo>
                    <a:pt x="3972" y="9775"/>
                  </a:lnTo>
                  <a:lnTo>
                    <a:pt x="4213" y="9486"/>
                  </a:lnTo>
                  <a:lnTo>
                    <a:pt x="4454" y="9245"/>
                  </a:lnTo>
                  <a:lnTo>
                    <a:pt x="4719" y="9004"/>
                  </a:lnTo>
                  <a:lnTo>
                    <a:pt x="4983" y="8764"/>
                  </a:lnTo>
                  <a:lnTo>
                    <a:pt x="5272" y="8571"/>
                  </a:lnTo>
                  <a:lnTo>
                    <a:pt x="5561" y="8378"/>
                  </a:lnTo>
                  <a:lnTo>
                    <a:pt x="5874" y="8186"/>
                  </a:lnTo>
                  <a:lnTo>
                    <a:pt x="6259" y="8017"/>
                  </a:lnTo>
                  <a:lnTo>
                    <a:pt x="6620" y="7873"/>
                  </a:lnTo>
                  <a:lnTo>
                    <a:pt x="7030" y="7777"/>
                  </a:lnTo>
                  <a:lnTo>
                    <a:pt x="7439" y="7728"/>
                  </a:lnTo>
                  <a:lnTo>
                    <a:pt x="8065" y="7680"/>
                  </a:lnTo>
                  <a:lnTo>
                    <a:pt x="8691" y="7656"/>
                  </a:lnTo>
                  <a:lnTo>
                    <a:pt x="9341" y="7704"/>
                  </a:lnTo>
                  <a:lnTo>
                    <a:pt x="9967" y="7801"/>
                  </a:lnTo>
                  <a:lnTo>
                    <a:pt x="10617" y="7921"/>
                  </a:lnTo>
                  <a:lnTo>
                    <a:pt x="11242" y="8089"/>
                  </a:lnTo>
                  <a:lnTo>
                    <a:pt x="11868" y="8282"/>
                  </a:lnTo>
                  <a:lnTo>
                    <a:pt x="12494" y="8499"/>
                  </a:lnTo>
                  <a:lnTo>
                    <a:pt x="13096" y="8739"/>
                  </a:lnTo>
                  <a:lnTo>
                    <a:pt x="13674" y="9028"/>
                  </a:lnTo>
                  <a:lnTo>
                    <a:pt x="14252" y="9341"/>
                  </a:lnTo>
                  <a:lnTo>
                    <a:pt x="14829" y="9654"/>
                  </a:lnTo>
                  <a:lnTo>
                    <a:pt x="15359" y="9991"/>
                  </a:lnTo>
                  <a:lnTo>
                    <a:pt x="15865" y="10304"/>
                  </a:lnTo>
                  <a:lnTo>
                    <a:pt x="16876" y="11002"/>
                  </a:lnTo>
                  <a:lnTo>
                    <a:pt x="17646" y="11508"/>
                  </a:lnTo>
                  <a:lnTo>
                    <a:pt x="18031" y="11749"/>
                  </a:lnTo>
                  <a:lnTo>
                    <a:pt x="18440" y="11965"/>
                  </a:lnTo>
                  <a:lnTo>
                    <a:pt x="18922" y="12206"/>
                  </a:lnTo>
                  <a:lnTo>
                    <a:pt x="19427" y="12423"/>
                  </a:lnTo>
                  <a:lnTo>
                    <a:pt x="19957" y="12567"/>
                  </a:lnTo>
                  <a:lnTo>
                    <a:pt x="20487" y="12687"/>
                  </a:lnTo>
                  <a:lnTo>
                    <a:pt x="20944" y="12736"/>
                  </a:lnTo>
                  <a:lnTo>
                    <a:pt x="21377" y="12760"/>
                  </a:lnTo>
                  <a:lnTo>
                    <a:pt x="21811" y="12712"/>
                  </a:lnTo>
                  <a:lnTo>
                    <a:pt x="22268" y="12639"/>
                  </a:lnTo>
                  <a:lnTo>
                    <a:pt x="22605" y="12543"/>
                  </a:lnTo>
                  <a:lnTo>
                    <a:pt x="22942" y="12399"/>
                  </a:lnTo>
                  <a:lnTo>
                    <a:pt x="23279" y="12206"/>
                  </a:lnTo>
                  <a:lnTo>
                    <a:pt x="23568" y="11989"/>
                  </a:lnTo>
                  <a:lnTo>
                    <a:pt x="23785" y="11797"/>
                  </a:lnTo>
                  <a:lnTo>
                    <a:pt x="24001" y="11604"/>
                  </a:lnTo>
                  <a:lnTo>
                    <a:pt x="24194" y="11363"/>
                  </a:lnTo>
                  <a:lnTo>
                    <a:pt x="24362" y="11123"/>
                  </a:lnTo>
                  <a:lnTo>
                    <a:pt x="24507" y="10858"/>
                  </a:lnTo>
                  <a:lnTo>
                    <a:pt x="24651" y="10593"/>
                  </a:lnTo>
                  <a:lnTo>
                    <a:pt x="24772" y="10328"/>
                  </a:lnTo>
                  <a:lnTo>
                    <a:pt x="24868" y="10039"/>
                  </a:lnTo>
                  <a:lnTo>
                    <a:pt x="24964" y="9751"/>
                  </a:lnTo>
                  <a:lnTo>
                    <a:pt x="25012" y="9438"/>
                  </a:lnTo>
                  <a:lnTo>
                    <a:pt x="25061" y="9149"/>
                  </a:lnTo>
                  <a:lnTo>
                    <a:pt x="25085" y="8860"/>
                  </a:lnTo>
                  <a:lnTo>
                    <a:pt x="25085" y="8547"/>
                  </a:lnTo>
                  <a:lnTo>
                    <a:pt x="25061" y="8258"/>
                  </a:lnTo>
                  <a:lnTo>
                    <a:pt x="25012" y="7969"/>
                  </a:lnTo>
                  <a:lnTo>
                    <a:pt x="24940" y="7680"/>
                  </a:lnTo>
                  <a:lnTo>
                    <a:pt x="24868" y="7439"/>
                  </a:lnTo>
                  <a:lnTo>
                    <a:pt x="24772" y="7223"/>
                  </a:lnTo>
                  <a:lnTo>
                    <a:pt x="24675" y="7030"/>
                  </a:lnTo>
                  <a:lnTo>
                    <a:pt x="24555" y="6814"/>
                  </a:lnTo>
                  <a:lnTo>
                    <a:pt x="24411" y="6621"/>
                  </a:lnTo>
                  <a:lnTo>
                    <a:pt x="24266" y="6452"/>
                  </a:lnTo>
                  <a:lnTo>
                    <a:pt x="24098" y="6284"/>
                  </a:lnTo>
                  <a:lnTo>
                    <a:pt x="23929" y="6115"/>
                  </a:lnTo>
                  <a:lnTo>
                    <a:pt x="23640" y="5899"/>
                  </a:lnTo>
                  <a:lnTo>
                    <a:pt x="23351" y="5682"/>
                  </a:lnTo>
                  <a:lnTo>
                    <a:pt x="23062" y="5490"/>
                  </a:lnTo>
                  <a:lnTo>
                    <a:pt x="22750" y="5321"/>
                  </a:lnTo>
                  <a:lnTo>
                    <a:pt x="22148" y="5008"/>
                  </a:lnTo>
                  <a:lnTo>
                    <a:pt x="21522" y="4719"/>
                  </a:lnTo>
                  <a:lnTo>
                    <a:pt x="21088" y="4527"/>
                  </a:lnTo>
                  <a:lnTo>
                    <a:pt x="20655" y="4310"/>
                  </a:lnTo>
                  <a:lnTo>
                    <a:pt x="20270" y="4069"/>
                  </a:lnTo>
                  <a:lnTo>
                    <a:pt x="19861" y="3804"/>
                  </a:lnTo>
                  <a:lnTo>
                    <a:pt x="19500" y="3540"/>
                  </a:lnTo>
                  <a:lnTo>
                    <a:pt x="19139" y="3227"/>
                  </a:lnTo>
                  <a:lnTo>
                    <a:pt x="18777" y="2914"/>
                  </a:lnTo>
                  <a:lnTo>
                    <a:pt x="18440" y="2577"/>
                  </a:lnTo>
                  <a:lnTo>
                    <a:pt x="18031" y="2143"/>
                  </a:lnTo>
                  <a:lnTo>
                    <a:pt x="17574" y="1734"/>
                  </a:lnTo>
                  <a:lnTo>
                    <a:pt x="17165" y="1397"/>
                  </a:lnTo>
                  <a:lnTo>
                    <a:pt x="16755" y="1108"/>
                  </a:lnTo>
                  <a:lnTo>
                    <a:pt x="16322" y="868"/>
                  </a:lnTo>
                  <a:lnTo>
                    <a:pt x="15889" y="627"/>
                  </a:lnTo>
                  <a:lnTo>
                    <a:pt x="15431" y="458"/>
                  </a:lnTo>
                  <a:lnTo>
                    <a:pt x="14950" y="290"/>
                  </a:lnTo>
                  <a:lnTo>
                    <a:pt x="14468" y="169"/>
                  </a:lnTo>
                  <a:lnTo>
                    <a:pt x="13963" y="97"/>
                  </a:lnTo>
                  <a:lnTo>
                    <a:pt x="13457" y="49"/>
                  </a:lnTo>
                  <a:lnTo>
                    <a:pt x="12976" y="25"/>
                  </a:lnTo>
                  <a:lnTo>
                    <a:pt x="1249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2" name="Google Shape;12992;p31"/>
            <p:cNvSpPr/>
            <p:nvPr/>
          </p:nvSpPr>
          <p:spPr>
            <a:xfrm rot="10800000">
              <a:off x="2930300" y="6948180"/>
              <a:ext cx="2042330" cy="818598"/>
            </a:xfrm>
            <a:custGeom>
              <a:avLst/>
              <a:gdLst/>
              <a:ahLst/>
              <a:cxnLst/>
              <a:rect l="l" t="t" r="r" b="b"/>
              <a:pathLst>
                <a:path w="24026" h="9630" extrusionOk="0">
                  <a:moveTo>
                    <a:pt x="19404" y="0"/>
                  </a:moveTo>
                  <a:lnTo>
                    <a:pt x="19356" y="410"/>
                  </a:lnTo>
                  <a:lnTo>
                    <a:pt x="19332" y="795"/>
                  </a:lnTo>
                  <a:lnTo>
                    <a:pt x="19308" y="1565"/>
                  </a:lnTo>
                  <a:lnTo>
                    <a:pt x="19284" y="1950"/>
                  </a:lnTo>
                  <a:lnTo>
                    <a:pt x="19284" y="2360"/>
                  </a:lnTo>
                  <a:lnTo>
                    <a:pt x="19308" y="2745"/>
                  </a:lnTo>
                  <a:lnTo>
                    <a:pt x="19356" y="3130"/>
                  </a:lnTo>
                  <a:lnTo>
                    <a:pt x="19693" y="4695"/>
                  </a:lnTo>
                  <a:lnTo>
                    <a:pt x="19693" y="4695"/>
                  </a:lnTo>
                  <a:lnTo>
                    <a:pt x="19548" y="4502"/>
                  </a:lnTo>
                  <a:lnTo>
                    <a:pt x="19428" y="4358"/>
                  </a:lnTo>
                  <a:lnTo>
                    <a:pt x="19211" y="3973"/>
                  </a:lnTo>
                  <a:lnTo>
                    <a:pt x="18946" y="3611"/>
                  </a:lnTo>
                  <a:lnTo>
                    <a:pt x="18682" y="3250"/>
                  </a:lnTo>
                  <a:lnTo>
                    <a:pt x="18393" y="2937"/>
                  </a:lnTo>
                  <a:lnTo>
                    <a:pt x="18104" y="2624"/>
                  </a:lnTo>
                  <a:lnTo>
                    <a:pt x="17767" y="2312"/>
                  </a:lnTo>
                  <a:lnTo>
                    <a:pt x="17430" y="2047"/>
                  </a:lnTo>
                  <a:lnTo>
                    <a:pt x="17093" y="1782"/>
                  </a:lnTo>
                  <a:lnTo>
                    <a:pt x="16298" y="1204"/>
                  </a:lnTo>
                  <a:lnTo>
                    <a:pt x="16034" y="1036"/>
                  </a:lnTo>
                  <a:lnTo>
                    <a:pt x="15745" y="891"/>
                  </a:lnTo>
                  <a:lnTo>
                    <a:pt x="15456" y="795"/>
                  </a:lnTo>
                  <a:lnTo>
                    <a:pt x="15167" y="723"/>
                  </a:lnTo>
                  <a:lnTo>
                    <a:pt x="14854" y="675"/>
                  </a:lnTo>
                  <a:lnTo>
                    <a:pt x="14565" y="650"/>
                  </a:lnTo>
                  <a:lnTo>
                    <a:pt x="14252" y="675"/>
                  </a:lnTo>
                  <a:lnTo>
                    <a:pt x="13939" y="723"/>
                  </a:lnTo>
                  <a:lnTo>
                    <a:pt x="13145" y="867"/>
                  </a:lnTo>
                  <a:lnTo>
                    <a:pt x="12399" y="1060"/>
                  </a:lnTo>
                  <a:lnTo>
                    <a:pt x="12086" y="1108"/>
                  </a:lnTo>
                  <a:lnTo>
                    <a:pt x="11773" y="1108"/>
                  </a:lnTo>
                  <a:lnTo>
                    <a:pt x="11484" y="1084"/>
                  </a:lnTo>
                  <a:lnTo>
                    <a:pt x="11171" y="1036"/>
                  </a:lnTo>
                  <a:lnTo>
                    <a:pt x="10593" y="891"/>
                  </a:lnTo>
                  <a:lnTo>
                    <a:pt x="9991" y="747"/>
                  </a:lnTo>
                  <a:lnTo>
                    <a:pt x="9630" y="699"/>
                  </a:lnTo>
                  <a:lnTo>
                    <a:pt x="9293" y="650"/>
                  </a:lnTo>
                  <a:lnTo>
                    <a:pt x="8932" y="626"/>
                  </a:lnTo>
                  <a:lnTo>
                    <a:pt x="8571" y="626"/>
                  </a:lnTo>
                  <a:lnTo>
                    <a:pt x="8354" y="650"/>
                  </a:lnTo>
                  <a:lnTo>
                    <a:pt x="8114" y="675"/>
                  </a:lnTo>
                  <a:lnTo>
                    <a:pt x="7897" y="747"/>
                  </a:lnTo>
                  <a:lnTo>
                    <a:pt x="7704" y="819"/>
                  </a:lnTo>
                  <a:lnTo>
                    <a:pt x="7512" y="915"/>
                  </a:lnTo>
                  <a:lnTo>
                    <a:pt x="7343" y="1036"/>
                  </a:lnTo>
                  <a:lnTo>
                    <a:pt x="7175" y="1180"/>
                  </a:lnTo>
                  <a:lnTo>
                    <a:pt x="7006" y="1349"/>
                  </a:lnTo>
                  <a:lnTo>
                    <a:pt x="6645" y="1758"/>
                  </a:lnTo>
                  <a:lnTo>
                    <a:pt x="6284" y="2143"/>
                  </a:lnTo>
                  <a:lnTo>
                    <a:pt x="5514" y="2889"/>
                  </a:lnTo>
                  <a:lnTo>
                    <a:pt x="5321" y="3082"/>
                  </a:lnTo>
                  <a:lnTo>
                    <a:pt x="5152" y="3299"/>
                  </a:lnTo>
                  <a:lnTo>
                    <a:pt x="4791" y="3732"/>
                  </a:lnTo>
                  <a:lnTo>
                    <a:pt x="4671" y="3876"/>
                  </a:lnTo>
                  <a:lnTo>
                    <a:pt x="4527" y="3997"/>
                  </a:lnTo>
                  <a:lnTo>
                    <a:pt x="4454" y="4045"/>
                  </a:lnTo>
                  <a:lnTo>
                    <a:pt x="4358" y="4069"/>
                  </a:lnTo>
                  <a:lnTo>
                    <a:pt x="4262" y="4093"/>
                  </a:lnTo>
                  <a:lnTo>
                    <a:pt x="4165" y="4069"/>
                  </a:lnTo>
                  <a:lnTo>
                    <a:pt x="3347" y="4334"/>
                  </a:lnTo>
                  <a:lnTo>
                    <a:pt x="2938" y="4502"/>
                  </a:lnTo>
                  <a:lnTo>
                    <a:pt x="2745" y="4598"/>
                  </a:lnTo>
                  <a:lnTo>
                    <a:pt x="2553" y="4695"/>
                  </a:lnTo>
                  <a:lnTo>
                    <a:pt x="2191" y="4911"/>
                  </a:lnTo>
                  <a:lnTo>
                    <a:pt x="1830" y="5104"/>
                  </a:lnTo>
                  <a:lnTo>
                    <a:pt x="1445" y="5273"/>
                  </a:lnTo>
                  <a:lnTo>
                    <a:pt x="1036" y="5417"/>
                  </a:lnTo>
                  <a:lnTo>
                    <a:pt x="338" y="5706"/>
                  </a:lnTo>
                  <a:lnTo>
                    <a:pt x="217" y="5754"/>
                  </a:lnTo>
                  <a:lnTo>
                    <a:pt x="121" y="5850"/>
                  </a:lnTo>
                  <a:lnTo>
                    <a:pt x="73" y="5947"/>
                  </a:lnTo>
                  <a:lnTo>
                    <a:pt x="49" y="6091"/>
                  </a:lnTo>
                  <a:lnTo>
                    <a:pt x="1" y="6597"/>
                  </a:lnTo>
                  <a:lnTo>
                    <a:pt x="1" y="6837"/>
                  </a:lnTo>
                  <a:lnTo>
                    <a:pt x="25" y="6958"/>
                  </a:lnTo>
                  <a:lnTo>
                    <a:pt x="73" y="7078"/>
                  </a:lnTo>
                  <a:lnTo>
                    <a:pt x="266" y="7054"/>
                  </a:lnTo>
                  <a:lnTo>
                    <a:pt x="482" y="7030"/>
                  </a:lnTo>
                  <a:lnTo>
                    <a:pt x="723" y="6934"/>
                  </a:lnTo>
                  <a:lnTo>
                    <a:pt x="988" y="6837"/>
                  </a:lnTo>
                  <a:lnTo>
                    <a:pt x="1349" y="6645"/>
                  </a:lnTo>
                  <a:lnTo>
                    <a:pt x="1782" y="6404"/>
                  </a:lnTo>
                  <a:lnTo>
                    <a:pt x="3082" y="5658"/>
                  </a:lnTo>
                  <a:lnTo>
                    <a:pt x="3106" y="5754"/>
                  </a:lnTo>
                  <a:lnTo>
                    <a:pt x="3082" y="5802"/>
                  </a:lnTo>
                  <a:lnTo>
                    <a:pt x="2986" y="5922"/>
                  </a:lnTo>
                  <a:lnTo>
                    <a:pt x="1469" y="8017"/>
                  </a:lnTo>
                  <a:lnTo>
                    <a:pt x="1132" y="8498"/>
                  </a:lnTo>
                  <a:lnTo>
                    <a:pt x="819" y="9004"/>
                  </a:lnTo>
                  <a:lnTo>
                    <a:pt x="771" y="9100"/>
                  </a:lnTo>
                  <a:lnTo>
                    <a:pt x="699" y="9221"/>
                  </a:lnTo>
                  <a:lnTo>
                    <a:pt x="675" y="9341"/>
                  </a:lnTo>
                  <a:lnTo>
                    <a:pt x="675" y="9485"/>
                  </a:lnTo>
                  <a:lnTo>
                    <a:pt x="940" y="9630"/>
                  </a:lnTo>
                  <a:lnTo>
                    <a:pt x="1108" y="9389"/>
                  </a:lnTo>
                  <a:lnTo>
                    <a:pt x="1397" y="8883"/>
                  </a:lnTo>
                  <a:lnTo>
                    <a:pt x="1541" y="8643"/>
                  </a:lnTo>
                  <a:lnTo>
                    <a:pt x="1686" y="8426"/>
                  </a:lnTo>
                  <a:lnTo>
                    <a:pt x="2793" y="6958"/>
                  </a:lnTo>
                  <a:lnTo>
                    <a:pt x="3925" y="5513"/>
                  </a:lnTo>
                  <a:lnTo>
                    <a:pt x="4334" y="5008"/>
                  </a:lnTo>
                  <a:lnTo>
                    <a:pt x="4767" y="4502"/>
                  </a:lnTo>
                  <a:lnTo>
                    <a:pt x="5658" y="3515"/>
                  </a:lnTo>
                  <a:lnTo>
                    <a:pt x="5802" y="3371"/>
                  </a:lnTo>
                  <a:lnTo>
                    <a:pt x="5851" y="3443"/>
                  </a:lnTo>
                  <a:lnTo>
                    <a:pt x="5851" y="3491"/>
                  </a:lnTo>
                  <a:lnTo>
                    <a:pt x="5778" y="3611"/>
                  </a:lnTo>
                  <a:lnTo>
                    <a:pt x="5369" y="4574"/>
                  </a:lnTo>
                  <a:lnTo>
                    <a:pt x="5321" y="4719"/>
                  </a:lnTo>
                  <a:lnTo>
                    <a:pt x="5297" y="4911"/>
                  </a:lnTo>
                  <a:lnTo>
                    <a:pt x="5490" y="4863"/>
                  </a:lnTo>
                  <a:lnTo>
                    <a:pt x="5634" y="4791"/>
                  </a:lnTo>
                  <a:lnTo>
                    <a:pt x="6067" y="4598"/>
                  </a:lnTo>
                  <a:lnTo>
                    <a:pt x="6501" y="4382"/>
                  </a:lnTo>
                  <a:lnTo>
                    <a:pt x="6645" y="4310"/>
                  </a:lnTo>
                  <a:lnTo>
                    <a:pt x="6789" y="4213"/>
                  </a:lnTo>
                  <a:lnTo>
                    <a:pt x="6862" y="4093"/>
                  </a:lnTo>
                  <a:lnTo>
                    <a:pt x="6934" y="3924"/>
                  </a:lnTo>
                  <a:lnTo>
                    <a:pt x="7054" y="3563"/>
                  </a:lnTo>
                  <a:lnTo>
                    <a:pt x="7199" y="3202"/>
                  </a:lnTo>
                  <a:lnTo>
                    <a:pt x="7367" y="2841"/>
                  </a:lnTo>
                  <a:lnTo>
                    <a:pt x="7536" y="2504"/>
                  </a:lnTo>
                  <a:lnTo>
                    <a:pt x="7921" y="1830"/>
                  </a:lnTo>
                  <a:lnTo>
                    <a:pt x="8330" y="1180"/>
                  </a:lnTo>
                  <a:lnTo>
                    <a:pt x="8402" y="1060"/>
                  </a:lnTo>
                  <a:lnTo>
                    <a:pt x="8499" y="987"/>
                  </a:lnTo>
                  <a:lnTo>
                    <a:pt x="8595" y="939"/>
                  </a:lnTo>
                  <a:lnTo>
                    <a:pt x="8739" y="915"/>
                  </a:lnTo>
                  <a:lnTo>
                    <a:pt x="9173" y="915"/>
                  </a:lnTo>
                  <a:lnTo>
                    <a:pt x="9582" y="939"/>
                  </a:lnTo>
                  <a:lnTo>
                    <a:pt x="10088" y="1036"/>
                  </a:lnTo>
                  <a:lnTo>
                    <a:pt x="10593" y="1156"/>
                  </a:lnTo>
                  <a:lnTo>
                    <a:pt x="11387" y="1349"/>
                  </a:lnTo>
                  <a:lnTo>
                    <a:pt x="11628" y="1373"/>
                  </a:lnTo>
                  <a:lnTo>
                    <a:pt x="11845" y="1397"/>
                  </a:lnTo>
                  <a:lnTo>
                    <a:pt x="12086" y="1421"/>
                  </a:lnTo>
                  <a:lnTo>
                    <a:pt x="12326" y="1397"/>
                  </a:lnTo>
                  <a:lnTo>
                    <a:pt x="12784" y="1349"/>
                  </a:lnTo>
                  <a:lnTo>
                    <a:pt x="13241" y="1252"/>
                  </a:lnTo>
                  <a:lnTo>
                    <a:pt x="14445" y="987"/>
                  </a:lnTo>
                  <a:lnTo>
                    <a:pt x="14589" y="963"/>
                  </a:lnTo>
                  <a:lnTo>
                    <a:pt x="14734" y="939"/>
                  </a:lnTo>
                  <a:lnTo>
                    <a:pt x="14878" y="963"/>
                  </a:lnTo>
                  <a:lnTo>
                    <a:pt x="15023" y="963"/>
                  </a:lnTo>
                  <a:lnTo>
                    <a:pt x="15167" y="1012"/>
                  </a:lnTo>
                  <a:lnTo>
                    <a:pt x="15287" y="1060"/>
                  </a:lnTo>
                  <a:lnTo>
                    <a:pt x="15432" y="1108"/>
                  </a:lnTo>
                  <a:lnTo>
                    <a:pt x="15552" y="1204"/>
                  </a:lnTo>
                  <a:lnTo>
                    <a:pt x="16034" y="1541"/>
                  </a:lnTo>
                  <a:lnTo>
                    <a:pt x="16515" y="1902"/>
                  </a:lnTo>
                  <a:lnTo>
                    <a:pt x="16997" y="2263"/>
                  </a:lnTo>
                  <a:lnTo>
                    <a:pt x="17430" y="2673"/>
                  </a:lnTo>
                  <a:lnTo>
                    <a:pt x="17767" y="3034"/>
                  </a:lnTo>
                  <a:lnTo>
                    <a:pt x="18080" y="3419"/>
                  </a:lnTo>
                  <a:lnTo>
                    <a:pt x="18369" y="3828"/>
                  </a:lnTo>
                  <a:lnTo>
                    <a:pt x="18658" y="4237"/>
                  </a:lnTo>
                  <a:lnTo>
                    <a:pt x="18706" y="4358"/>
                  </a:lnTo>
                  <a:lnTo>
                    <a:pt x="18730" y="4478"/>
                  </a:lnTo>
                  <a:lnTo>
                    <a:pt x="18754" y="4550"/>
                  </a:lnTo>
                  <a:lnTo>
                    <a:pt x="18778" y="4598"/>
                  </a:lnTo>
                  <a:lnTo>
                    <a:pt x="18874" y="4647"/>
                  </a:lnTo>
                  <a:lnTo>
                    <a:pt x="18946" y="4695"/>
                  </a:lnTo>
                  <a:lnTo>
                    <a:pt x="19067" y="4839"/>
                  </a:lnTo>
                  <a:lnTo>
                    <a:pt x="19187" y="5008"/>
                  </a:lnTo>
                  <a:lnTo>
                    <a:pt x="19308" y="5152"/>
                  </a:lnTo>
                  <a:lnTo>
                    <a:pt x="19596" y="5441"/>
                  </a:lnTo>
                  <a:lnTo>
                    <a:pt x="19885" y="5706"/>
                  </a:lnTo>
                  <a:lnTo>
                    <a:pt x="20439" y="6187"/>
                  </a:lnTo>
                  <a:lnTo>
                    <a:pt x="20728" y="6428"/>
                  </a:lnTo>
                  <a:lnTo>
                    <a:pt x="20993" y="6669"/>
                  </a:lnTo>
                  <a:lnTo>
                    <a:pt x="21258" y="6934"/>
                  </a:lnTo>
                  <a:lnTo>
                    <a:pt x="21546" y="7150"/>
                  </a:lnTo>
                  <a:lnTo>
                    <a:pt x="21835" y="7343"/>
                  </a:lnTo>
                  <a:lnTo>
                    <a:pt x="22148" y="7511"/>
                  </a:lnTo>
                  <a:lnTo>
                    <a:pt x="22461" y="7680"/>
                  </a:lnTo>
                  <a:lnTo>
                    <a:pt x="22774" y="7824"/>
                  </a:lnTo>
                  <a:lnTo>
                    <a:pt x="23111" y="7945"/>
                  </a:lnTo>
                  <a:lnTo>
                    <a:pt x="23448" y="8065"/>
                  </a:lnTo>
                  <a:lnTo>
                    <a:pt x="23665" y="8113"/>
                  </a:lnTo>
                  <a:lnTo>
                    <a:pt x="23882" y="8113"/>
                  </a:lnTo>
                  <a:lnTo>
                    <a:pt x="23930" y="8065"/>
                  </a:lnTo>
                  <a:lnTo>
                    <a:pt x="24026" y="7969"/>
                  </a:lnTo>
                  <a:lnTo>
                    <a:pt x="23617" y="7824"/>
                  </a:lnTo>
                  <a:lnTo>
                    <a:pt x="23352" y="7728"/>
                  </a:lnTo>
                  <a:lnTo>
                    <a:pt x="23111" y="7632"/>
                  </a:lnTo>
                  <a:lnTo>
                    <a:pt x="22846" y="7511"/>
                  </a:lnTo>
                  <a:lnTo>
                    <a:pt x="22630" y="7367"/>
                  </a:lnTo>
                  <a:lnTo>
                    <a:pt x="22389" y="7222"/>
                  </a:lnTo>
                  <a:lnTo>
                    <a:pt x="22172" y="7078"/>
                  </a:lnTo>
                  <a:lnTo>
                    <a:pt x="21956" y="6885"/>
                  </a:lnTo>
                  <a:lnTo>
                    <a:pt x="21739" y="6717"/>
                  </a:lnTo>
                  <a:lnTo>
                    <a:pt x="21378" y="6356"/>
                  </a:lnTo>
                  <a:lnTo>
                    <a:pt x="20993" y="6019"/>
                  </a:lnTo>
                  <a:lnTo>
                    <a:pt x="20872" y="5898"/>
                  </a:lnTo>
                  <a:lnTo>
                    <a:pt x="20776" y="5754"/>
                  </a:lnTo>
                  <a:lnTo>
                    <a:pt x="20704" y="5585"/>
                  </a:lnTo>
                  <a:lnTo>
                    <a:pt x="20656" y="5417"/>
                  </a:lnTo>
                  <a:lnTo>
                    <a:pt x="20583" y="4695"/>
                  </a:lnTo>
                  <a:lnTo>
                    <a:pt x="20535" y="3973"/>
                  </a:lnTo>
                  <a:lnTo>
                    <a:pt x="20535" y="3611"/>
                  </a:lnTo>
                  <a:lnTo>
                    <a:pt x="20559" y="3250"/>
                  </a:lnTo>
                  <a:lnTo>
                    <a:pt x="20583" y="2889"/>
                  </a:lnTo>
                  <a:lnTo>
                    <a:pt x="20632" y="2528"/>
                  </a:lnTo>
                  <a:lnTo>
                    <a:pt x="20680" y="2191"/>
                  </a:lnTo>
                  <a:lnTo>
                    <a:pt x="20728" y="1830"/>
                  </a:lnTo>
                  <a:lnTo>
                    <a:pt x="20800" y="1108"/>
                  </a:lnTo>
                  <a:lnTo>
                    <a:pt x="20800" y="987"/>
                  </a:lnTo>
                  <a:lnTo>
                    <a:pt x="20776" y="891"/>
                  </a:lnTo>
                  <a:lnTo>
                    <a:pt x="20728" y="795"/>
                  </a:lnTo>
                  <a:lnTo>
                    <a:pt x="20632" y="723"/>
                  </a:lnTo>
                  <a:lnTo>
                    <a:pt x="20367" y="578"/>
                  </a:lnTo>
                  <a:lnTo>
                    <a:pt x="20102" y="410"/>
                  </a:lnTo>
                  <a:lnTo>
                    <a:pt x="19861" y="241"/>
                  </a:lnTo>
                  <a:lnTo>
                    <a:pt x="19596" y="73"/>
                  </a:lnTo>
                  <a:lnTo>
                    <a:pt x="19524" y="49"/>
                  </a:lnTo>
                  <a:lnTo>
                    <a:pt x="1940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3" name="Google Shape;12993;p31"/>
            <p:cNvSpPr/>
            <p:nvPr/>
          </p:nvSpPr>
          <p:spPr>
            <a:xfrm rot="10800000">
              <a:off x="2903694" y="5779702"/>
              <a:ext cx="976197" cy="910744"/>
            </a:xfrm>
            <a:custGeom>
              <a:avLst/>
              <a:gdLst/>
              <a:ahLst/>
              <a:cxnLst/>
              <a:rect l="l" t="t" r="r" b="b"/>
              <a:pathLst>
                <a:path w="11484" h="10714" extrusionOk="0">
                  <a:moveTo>
                    <a:pt x="7921" y="1"/>
                  </a:moveTo>
                  <a:lnTo>
                    <a:pt x="7416" y="49"/>
                  </a:lnTo>
                  <a:lnTo>
                    <a:pt x="6886" y="145"/>
                  </a:lnTo>
                  <a:lnTo>
                    <a:pt x="6453" y="242"/>
                  </a:lnTo>
                  <a:lnTo>
                    <a:pt x="6019" y="386"/>
                  </a:lnTo>
                  <a:lnTo>
                    <a:pt x="5610" y="555"/>
                  </a:lnTo>
                  <a:lnTo>
                    <a:pt x="5177" y="723"/>
                  </a:lnTo>
                  <a:lnTo>
                    <a:pt x="4792" y="916"/>
                  </a:lnTo>
                  <a:lnTo>
                    <a:pt x="4382" y="1132"/>
                  </a:lnTo>
                  <a:lnTo>
                    <a:pt x="3997" y="1373"/>
                  </a:lnTo>
                  <a:lnTo>
                    <a:pt x="3636" y="1638"/>
                  </a:lnTo>
                  <a:lnTo>
                    <a:pt x="3275" y="1903"/>
                  </a:lnTo>
                  <a:lnTo>
                    <a:pt x="2914" y="2192"/>
                  </a:lnTo>
                  <a:lnTo>
                    <a:pt x="2601" y="2505"/>
                  </a:lnTo>
                  <a:lnTo>
                    <a:pt x="2264" y="2818"/>
                  </a:lnTo>
                  <a:lnTo>
                    <a:pt x="1951" y="3155"/>
                  </a:lnTo>
                  <a:lnTo>
                    <a:pt x="1662" y="3492"/>
                  </a:lnTo>
                  <a:lnTo>
                    <a:pt x="1397" y="3853"/>
                  </a:lnTo>
                  <a:lnTo>
                    <a:pt x="1132" y="4214"/>
                  </a:lnTo>
                  <a:lnTo>
                    <a:pt x="964" y="4454"/>
                  </a:lnTo>
                  <a:lnTo>
                    <a:pt x="795" y="4695"/>
                  </a:lnTo>
                  <a:lnTo>
                    <a:pt x="651" y="4960"/>
                  </a:lnTo>
                  <a:lnTo>
                    <a:pt x="531" y="5225"/>
                  </a:lnTo>
                  <a:lnTo>
                    <a:pt x="410" y="5490"/>
                  </a:lnTo>
                  <a:lnTo>
                    <a:pt x="290" y="5754"/>
                  </a:lnTo>
                  <a:lnTo>
                    <a:pt x="218" y="6019"/>
                  </a:lnTo>
                  <a:lnTo>
                    <a:pt x="145" y="6308"/>
                  </a:lnTo>
                  <a:lnTo>
                    <a:pt x="73" y="6573"/>
                  </a:lnTo>
                  <a:lnTo>
                    <a:pt x="49" y="6862"/>
                  </a:lnTo>
                  <a:lnTo>
                    <a:pt x="1" y="7127"/>
                  </a:lnTo>
                  <a:lnTo>
                    <a:pt x="1" y="7391"/>
                  </a:lnTo>
                  <a:lnTo>
                    <a:pt x="1" y="7680"/>
                  </a:lnTo>
                  <a:lnTo>
                    <a:pt x="25" y="7945"/>
                  </a:lnTo>
                  <a:lnTo>
                    <a:pt x="49" y="8186"/>
                  </a:lnTo>
                  <a:lnTo>
                    <a:pt x="121" y="8451"/>
                  </a:lnTo>
                  <a:lnTo>
                    <a:pt x="194" y="8691"/>
                  </a:lnTo>
                  <a:lnTo>
                    <a:pt x="266" y="8932"/>
                  </a:lnTo>
                  <a:lnTo>
                    <a:pt x="362" y="9149"/>
                  </a:lnTo>
                  <a:lnTo>
                    <a:pt x="506" y="9365"/>
                  </a:lnTo>
                  <a:lnTo>
                    <a:pt x="627" y="9582"/>
                  </a:lnTo>
                  <a:lnTo>
                    <a:pt x="795" y="9775"/>
                  </a:lnTo>
                  <a:lnTo>
                    <a:pt x="964" y="9943"/>
                  </a:lnTo>
                  <a:lnTo>
                    <a:pt x="1156" y="10112"/>
                  </a:lnTo>
                  <a:lnTo>
                    <a:pt x="1373" y="10256"/>
                  </a:lnTo>
                  <a:lnTo>
                    <a:pt x="1614" y="10376"/>
                  </a:lnTo>
                  <a:lnTo>
                    <a:pt x="1855" y="10473"/>
                  </a:lnTo>
                  <a:lnTo>
                    <a:pt x="2143" y="10569"/>
                  </a:lnTo>
                  <a:lnTo>
                    <a:pt x="2432" y="10641"/>
                  </a:lnTo>
                  <a:lnTo>
                    <a:pt x="2745" y="10689"/>
                  </a:lnTo>
                  <a:lnTo>
                    <a:pt x="3082" y="10714"/>
                  </a:lnTo>
                  <a:lnTo>
                    <a:pt x="3419" y="10714"/>
                  </a:lnTo>
                  <a:lnTo>
                    <a:pt x="3829" y="10689"/>
                  </a:lnTo>
                  <a:lnTo>
                    <a:pt x="4214" y="10641"/>
                  </a:lnTo>
                  <a:lnTo>
                    <a:pt x="4623" y="10569"/>
                  </a:lnTo>
                  <a:lnTo>
                    <a:pt x="5008" y="10473"/>
                  </a:lnTo>
                  <a:lnTo>
                    <a:pt x="5393" y="10352"/>
                  </a:lnTo>
                  <a:lnTo>
                    <a:pt x="5779" y="10208"/>
                  </a:lnTo>
                  <a:lnTo>
                    <a:pt x="6140" y="10064"/>
                  </a:lnTo>
                  <a:lnTo>
                    <a:pt x="6525" y="9895"/>
                  </a:lnTo>
                  <a:lnTo>
                    <a:pt x="6862" y="9702"/>
                  </a:lnTo>
                  <a:lnTo>
                    <a:pt x="7223" y="9486"/>
                  </a:lnTo>
                  <a:lnTo>
                    <a:pt x="7560" y="9269"/>
                  </a:lnTo>
                  <a:lnTo>
                    <a:pt x="7897" y="9052"/>
                  </a:lnTo>
                  <a:lnTo>
                    <a:pt x="8210" y="8788"/>
                  </a:lnTo>
                  <a:lnTo>
                    <a:pt x="8523" y="8547"/>
                  </a:lnTo>
                  <a:lnTo>
                    <a:pt x="8836" y="8282"/>
                  </a:lnTo>
                  <a:lnTo>
                    <a:pt x="9125" y="7993"/>
                  </a:lnTo>
                  <a:lnTo>
                    <a:pt x="9438" y="7728"/>
                  </a:lnTo>
                  <a:lnTo>
                    <a:pt x="9727" y="7415"/>
                  </a:lnTo>
                  <a:lnTo>
                    <a:pt x="9991" y="7103"/>
                  </a:lnTo>
                  <a:lnTo>
                    <a:pt x="10232" y="6766"/>
                  </a:lnTo>
                  <a:lnTo>
                    <a:pt x="10449" y="6428"/>
                  </a:lnTo>
                  <a:lnTo>
                    <a:pt x="10665" y="6091"/>
                  </a:lnTo>
                  <a:lnTo>
                    <a:pt x="10858" y="5730"/>
                  </a:lnTo>
                  <a:lnTo>
                    <a:pt x="11002" y="5369"/>
                  </a:lnTo>
                  <a:lnTo>
                    <a:pt x="11147" y="5008"/>
                  </a:lnTo>
                  <a:lnTo>
                    <a:pt x="11267" y="4647"/>
                  </a:lnTo>
                  <a:lnTo>
                    <a:pt x="11364" y="4286"/>
                  </a:lnTo>
                  <a:lnTo>
                    <a:pt x="11436" y="3925"/>
                  </a:lnTo>
                  <a:lnTo>
                    <a:pt x="11484" y="3564"/>
                  </a:lnTo>
                  <a:lnTo>
                    <a:pt x="11484" y="3203"/>
                  </a:lnTo>
                  <a:lnTo>
                    <a:pt x="11484" y="2866"/>
                  </a:lnTo>
                  <a:lnTo>
                    <a:pt x="11460" y="2529"/>
                  </a:lnTo>
                  <a:lnTo>
                    <a:pt x="11388" y="2216"/>
                  </a:lnTo>
                  <a:lnTo>
                    <a:pt x="11315" y="1903"/>
                  </a:lnTo>
                  <a:lnTo>
                    <a:pt x="11195" y="1614"/>
                  </a:lnTo>
                  <a:lnTo>
                    <a:pt x="11051" y="1349"/>
                  </a:lnTo>
                  <a:lnTo>
                    <a:pt x="10882" y="1108"/>
                  </a:lnTo>
                  <a:lnTo>
                    <a:pt x="10665" y="868"/>
                  </a:lnTo>
                  <a:lnTo>
                    <a:pt x="10449" y="651"/>
                  </a:lnTo>
                  <a:lnTo>
                    <a:pt x="10184" y="482"/>
                  </a:lnTo>
                  <a:lnTo>
                    <a:pt x="9871" y="314"/>
                  </a:lnTo>
                  <a:lnTo>
                    <a:pt x="9558" y="194"/>
                  </a:lnTo>
                  <a:lnTo>
                    <a:pt x="9197" y="97"/>
                  </a:lnTo>
                  <a:lnTo>
                    <a:pt x="8812" y="25"/>
                  </a:lnTo>
                  <a:lnTo>
                    <a:pt x="83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4" name="Google Shape;12994;p31"/>
            <p:cNvSpPr/>
            <p:nvPr/>
          </p:nvSpPr>
          <p:spPr>
            <a:xfrm rot="10800000">
              <a:off x="3077614" y="6538881"/>
              <a:ext cx="24651" cy="43098"/>
            </a:xfrm>
            <a:custGeom>
              <a:avLst/>
              <a:gdLst/>
              <a:ahLst/>
              <a:cxnLst/>
              <a:rect l="l" t="t" r="r" b="b"/>
              <a:pathLst>
                <a:path w="290" h="507" extrusionOk="0">
                  <a:moveTo>
                    <a:pt x="242" y="1"/>
                  </a:moveTo>
                  <a:lnTo>
                    <a:pt x="193" y="25"/>
                  </a:lnTo>
                  <a:lnTo>
                    <a:pt x="145" y="73"/>
                  </a:lnTo>
                  <a:lnTo>
                    <a:pt x="73" y="193"/>
                  </a:lnTo>
                  <a:lnTo>
                    <a:pt x="1" y="314"/>
                  </a:lnTo>
                  <a:lnTo>
                    <a:pt x="25" y="362"/>
                  </a:lnTo>
                  <a:lnTo>
                    <a:pt x="73" y="458"/>
                  </a:lnTo>
                  <a:lnTo>
                    <a:pt x="97" y="506"/>
                  </a:lnTo>
                  <a:lnTo>
                    <a:pt x="121" y="482"/>
                  </a:lnTo>
                  <a:lnTo>
                    <a:pt x="145" y="458"/>
                  </a:lnTo>
                  <a:lnTo>
                    <a:pt x="121" y="410"/>
                  </a:lnTo>
                  <a:lnTo>
                    <a:pt x="121" y="362"/>
                  </a:lnTo>
                  <a:lnTo>
                    <a:pt x="193" y="266"/>
                  </a:lnTo>
                  <a:lnTo>
                    <a:pt x="266" y="169"/>
                  </a:lnTo>
                  <a:lnTo>
                    <a:pt x="290" y="121"/>
                  </a:lnTo>
                  <a:lnTo>
                    <a:pt x="290" y="73"/>
                  </a:lnTo>
                  <a:lnTo>
                    <a:pt x="266" y="25"/>
                  </a:lnTo>
                  <a:lnTo>
                    <a:pt x="2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5" name="Google Shape;12995;p31"/>
            <p:cNvSpPr/>
            <p:nvPr/>
          </p:nvSpPr>
          <p:spPr>
            <a:xfrm rot="10800000">
              <a:off x="2909814" y="6436535"/>
              <a:ext cx="18446" cy="24651"/>
            </a:xfrm>
            <a:custGeom>
              <a:avLst/>
              <a:gdLst/>
              <a:ahLst/>
              <a:cxnLst/>
              <a:rect l="l" t="t" r="r" b="b"/>
              <a:pathLst>
                <a:path w="217" h="290" extrusionOk="0">
                  <a:moveTo>
                    <a:pt x="48" y="0"/>
                  </a:moveTo>
                  <a:lnTo>
                    <a:pt x="24" y="24"/>
                  </a:lnTo>
                  <a:lnTo>
                    <a:pt x="0" y="72"/>
                  </a:lnTo>
                  <a:lnTo>
                    <a:pt x="0" y="121"/>
                  </a:lnTo>
                  <a:lnTo>
                    <a:pt x="0" y="193"/>
                  </a:lnTo>
                  <a:lnTo>
                    <a:pt x="48" y="241"/>
                  </a:lnTo>
                  <a:lnTo>
                    <a:pt x="96" y="289"/>
                  </a:lnTo>
                  <a:lnTo>
                    <a:pt x="144" y="289"/>
                  </a:lnTo>
                  <a:lnTo>
                    <a:pt x="193" y="265"/>
                  </a:lnTo>
                  <a:lnTo>
                    <a:pt x="217" y="241"/>
                  </a:lnTo>
                  <a:lnTo>
                    <a:pt x="217" y="193"/>
                  </a:lnTo>
                  <a:lnTo>
                    <a:pt x="144" y="145"/>
                  </a:lnTo>
                  <a:lnTo>
                    <a:pt x="120" y="121"/>
                  </a:lnTo>
                  <a:lnTo>
                    <a:pt x="144" y="72"/>
                  </a:lnTo>
                  <a:lnTo>
                    <a:pt x="169" y="48"/>
                  </a:lnTo>
                  <a:lnTo>
                    <a:pt x="169" y="24"/>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6" name="Google Shape;12996;p31"/>
            <p:cNvSpPr/>
            <p:nvPr/>
          </p:nvSpPr>
          <p:spPr>
            <a:xfrm rot="10800000">
              <a:off x="3046927" y="6604335"/>
              <a:ext cx="20486" cy="22611"/>
            </a:xfrm>
            <a:custGeom>
              <a:avLst/>
              <a:gdLst/>
              <a:ahLst/>
              <a:cxnLst/>
              <a:rect l="l" t="t" r="r" b="b"/>
              <a:pathLst>
                <a:path w="241" h="266" extrusionOk="0">
                  <a:moveTo>
                    <a:pt x="48" y="0"/>
                  </a:moveTo>
                  <a:lnTo>
                    <a:pt x="0" y="24"/>
                  </a:lnTo>
                  <a:lnTo>
                    <a:pt x="0" y="48"/>
                  </a:lnTo>
                  <a:lnTo>
                    <a:pt x="24" y="97"/>
                  </a:lnTo>
                  <a:lnTo>
                    <a:pt x="24" y="145"/>
                  </a:lnTo>
                  <a:lnTo>
                    <a:pt x="24" y="193"/>
                  </a:lnTo>
                  <a:lnTo>
                    <a:pt x="24" y="241"/>
                  </a:lnTo>
                  <a:lnTo>
                    <a:pt x="72" y="265"/>
                  </a:lnTo>
                  <a:lnTo>
                    <a:pt x="120" y="265"/>
                  </a:lnTo>
                  <a:lnTo>
                    <a:pt x="144" y="217"/>
                  </a:lnTo>
                  <a:lnTo>
                    <a:pt x="169" y="169"/>
                  </a:lnTo>
                  <a:lnTo>
                    <a:pt x="217" y="145"/>
                  </a:lnTo>
                  <a:lnTo>
                    <a:pt x="241" y="121"/>
                  </a:lnTo>
                  <a:lnTo>
                    <a:pt x="241" y="97"/>
                  </a:lnTo>
                  <a:lnTo>
                    <a:pt x="241" y="48"/>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7" name="Google Shape;12997;p31"/>
            <p:cNvSpPr/>
            <p:nvPr/>
          </p:nvSpPr>
          <p:spPr>
            <a:xfrm rot="10800000">
              <a:off x="3112381" y="6193081"/>
              <a:ext cx="24651" cy="16406"/>
            </a:xfrm>
            <a:custGeom>
              <a:avLst/>
              <a:gdLst/>
              <a:ahLst/>
              <a:cxnLst/>
              <a:rect l="l" t="t" r="r" b="b"/>
              <a:pathLst>
                <a:path w="290" h="193" extrusionOk="0">
                  <a:moveTo>
                    <a:pt x="73" y="0"/>
                  </a:moveTo>
                  <a:lnTo>
                    <a:pt x="25" y="24"/>
                  </a:lnTo>
                  <a:lnTo>
                    <a:pt x="1" y="48"/>
                  </a:lnTo>
                  <a:lnTo>
                    <a:pt x="25" y="96"/>
                  </a:lnTo>
                  <a:lnTo>
                    <a:pt x="25" y="121"/>
                  </a:lnTo>
                  <a:lnTo>
                    <a:pt x="73" y="145"/>
                  </a:lnTo>
                  <a:lnTo>
                    <a:pt x="121" y="169"/>
                  </a:lnTo>
                  <a:lnTo>
                    <a:pt x="193" y="193"/>
                  </a:lnTo>
                  <a:lnTo>
                    <a:pt x="241" y="169"/>
                  </a:lnTo>
                  <a:lnTo>
                    <a:pt x="265" y="145"/>
                  </a:lnTo>
                  <a:lnTo>
                    <a:pt x="289" y="96"/>
                  </a:lnTo>
                  <a:lnTo>
                    <a:pt x="289" y="72"/>
                  </a:lnTo>
                  <a:lnTo>
                    <a:pt x="289" y="24"/>
                  </a:lnTo>
                  <a:lnTo>
                    <a:pt x="2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8" name="Google Shape;12998;p31"/>
            <p:cNvSpPr/>
            <p:nvPr/>
          </p:nvSpPr>
          <p:spPr>
            <a:xfrm rot="10800000">
              <a:off x="3298627" y="6545002"/>
              <a:ext cx="20486" cy="16491"/>
            </a:xfrm>
            <a:custGeom>
              <a:avLst/>
              <a:gdLst/>
              <a:ahLst/>
              <a:cxnLst/>
              <a:rect l="l" t="t" r="r" b="b"/>
              <a:pathLst>
                <a:path w="241" h="194" extrusionOk="0">
                  <a:moveTo>
                    <a:pt x="120" y="1"/>
                  </a:moveTo>
                  <a:lnTo>
                    <a:pt x="72" y="25"/>
                  </a:lnTo>
                  <a:lnTo>
                    <a:pt x="24" y="49"/>
                  </a:lnTo>
                  <a:lnTo>
                    <a:pt x="0" y="73"/>
                  </a:lnTo>
                  <a:lnTo>
                    <a:pt x="0" y="121"/>
                  </a:lnTo>
                  <a:lnTo>
                    <a:pt x="0" y="169"/>
                  </a:lnTo>
                  <a:lnTo>
                    <a:pt x="24" y="193"/>
                  </a:lnTo>
                  <a:lnTo>
                    <a:pt x="169" y="193"/>
                  </a:lnTo>
                  <a:lnTo>
                    <a:pt x="217" y="145"/>
                  </a:lnTo>
                  <a:lnTo>
                    <a:pt x="241" y="73"/>
                  </a:lnTo>
                  <a:lnTo>
                    <a:pt x="217" y="49"/>
                  </a:lnTo>
                  <a:lnTo>
                    <a:pt x="193" y="25"/>
                  </a:lnTo>
                  <a:lnTo>
                    <a:pt x="1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9" name="Google Shape;12999;p31"/>
            <p:cNvSpPr/>
            <p:nvPr/>
          </p:nvSpPr>
          <p:spPr>
            <a:xfrm rot="10800000">
              <a:off x="3124707" y="6328154"/>
              <a:ext cx="18446" cy="18446"/>
            </a:xfrm>
            <a:custGeom>
              <a:avLst/>
              <a:gdLst/>
              <a:ahLst/>
              <a:cxnLst/>
              <a:rect l="l" t="t" r="r" b="b"/>
              <a:pathLst>
                <a:path w="217" h="217" extrusionOk="0">
                  <a:moveTo>
                    <a:pt x="169" y="0"/>
                  </a:moveTo>
                  <a:lnTo>
                    <a:pt x="73" y="24"/>
                  </a:lnTo>
                  <a:lnTo>
                    <a:pt x="24" y="97"/>
                  </a:lnTo>
                  <a:lnTo>
                    <a:pt x="0" y="121"/>
                  </a:lnTo>
                  <a:lnTo>
                    <a:pt x="0" y="169"/>
                  </a:lnTo>
                  <a:lnTo>
                    <a:pt x="24" y="217"/>
                  </a:lnTo>
                  <a:lnTo>
                    <a:pt x="97" y="217"/>
                  </a:lnTo>
                  <a:lnTo>
                    <a:pt x="121" y="193"/>
                  </a:lnTo>
                  <a:lnTo>
                    <a:pt x="193" y="121"/>
                  </a:lnTo>
                  <a:lnTo>
                    <a:pt x="217"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0" name="Google Shape;13000;p31"/>
            <p:cNvSpPr/>
            <p:nvPr/>
          </p:nvSpPr>
          <p:spPr>
            <a:xfrm rot="10800000">
              <a:off x="3220847" y="6109181"/>
              <a:ext cx="14366" cy="16406"/>
            </a:xfrm>
            <a:custGeom>
              <a:avLst/>
              <a:gdLst/>
              <a:ahLst/>
              <a:cxnLst/>
              <a:rect l="l" t="t" r="r" b="b"/>
              <a:pathLst>
                <a:path w="169" h="193" extrusionOk="0">
                  <a:moveTo>
                    <a:pt x="72" y="0"/>
                  </a:moveTo>
                  <a:lnTo>
                    <a:pt x="24" y="24"/>
                  </a:lnTo>
                  <a:lnTo>
                    <a:pt x="0" y="48"/>
                  </a:lnTo>
                  <a:lnTo>
                    <a:pt x="0" y="96"/>
                  </a:lnTo>
                  <a:lnTo>
                    <a:pt x="24" y="169"/>
                  </a:lnTo>
                  <a:lnTo>
                    <a:pt x="48" y="193"/>
                  </a:lnTo>
                  <a:lnTo>
                    <a:pt x="96" y="193"/>
                  </a:lnTo>
                  <a:lnTo>
                    <a:pt x="144" y="169"/>
                  </a:lnTo>
                  <a:lnTo>
                    <a:pt x="169" y="145"/>
                  </a:lnTo>
                  <a:lnTo>
                    <a:pt x="169" y="96"/>
                  </a:lnTo>
                  <a:lnTo>
                    <a:pt x="144" y="24"/>
                  </a:lnTo>
                  <a:lnTo>
                    <a:pt x="1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1" name="Google Shape;13001;p31"/>
            <p:cNvSpPr/>
            <p:nvPr/>
          </p:nvSpPr>
          <p:spPr>
            <a:xfrm rot="10800000">
              <a:off x="3194241" y="6459062"/>
              <a:ext cx="16491" cy="16491"/>
            </a:xfrm>
            <a:custGeom>
              <a:avLst/>
              <a:gdLst/>
              <a:ahLst/>
              <a:cxnLst/>
              <a:rect l="l" t="t" r="r" b="b"/>
              <a:pathLst>
                <a:path w="194" h="194" extrusionOk="0">
                  <a:moveTo>
                    <a:pt x="97" y="1"/>
                  </a:moveTo>
                  <a:lnTo>
                    <a:pt x="49" y="49"/>
                  </a:lnTo>
                  <a:lnTo>
                    <a:pt x="1" y="145"/>
                  </a:lnTo>
                  <a:lnTo>
                    <a:pt x="121" y="193"/>
                  </a:lnTo>
                  <a:lnTo>
                    <a:pt x="169" y="169"/>
                  </a:lnTo>
                  <a:lnTo>
                    <a:pt x="194" y="121"/>
                  </a:lnTo>
                  <a:lnTo>
                    <a:pt x="194" y="49"/>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2" name="Google Shape;13002;p31"/>
            <p:cNvSpPr/>
            <p:nvPr/>
          </p:nvSpPr>
          <p:spPr>
            <a:xfrm rot="10800000">
              <a:off x="3020321" y="6518395"/>
              <a:ext cx="16406" cy="16491"/>
            </a:xfrm>
            <a:custGeom>
              <a:avLst/>
              <a:gdLst/>
              <a:ahLst/>
              <a:cxnLst/>
              <a:rect l="l" t="t" r="r" b="b"/>
              <a:pathLst>
                <a:path w="193" h="194" extrusionOk="0">
                  <a:moveTo>
                    <a:pt x="96" y="1"/>
                  </a:moveTo>
                  <a:lnTo>
                    <a:pt x="24" y="25"/>
                  </a:lnTo>
                  <a:lnTo>
                    <a:pt x="0" y="73"/>
                  </a:lnTo>
                  <a:lnTo>
                    <a:pt x="0" y="121"/>
                  </a:lnTo>
                  <a:lnTo>
                    <a:pt x="48" y="169"/>
                  </a:lnTo>
                  <a:lnTo>
                    <a:pt x="72" y="193"/>
                  </a:lnTo>
                  <a:lnTo>
                    <a:pt x="121" y="193"/>
                  </a:lnTo>
                  <a:lnTo>
                    <a:pt x="169" y="169"/>
                  </a:lnTo>
                  <a:lnTo>
                    <a:pt x="193" y="121"/>
                  </a:lnTo>
                  <a:lnTo>
                    <a:pt x="169" y="73"/>
                  </a:lnTo>
                  <a:lnTo>
                    <a:pt x="169"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3" name="Google Shape;13003;p31"/>
            <p:cNvSpPr/>
            <p:nvPr/>
          </p:nvSpPr>
          <p:spPr>
            <a:xfrm rot="10800000">
              <a:off x="3114421" y="6418174"/>
              <a:ext cx="18531" cy="18446"/>
            </a:xfrm>
            <a:custGeom>
              <a:avLst/>
              <a:gdLst/>
              <a:ahLst/>
              <a:cxnLst/>
              <a:rect l="l" t="t" r="r" b="b"/>
              <a:pathLst>
                <a:path w="218" h="217" extrusionOk="0">
                  <a:moveTo>
                    <a:pt x="49" y="0"/>
                  </a:moveTo>
                  <a:lnTo>
                    <a:pt x="25" y="24"/>
                  </a:lnTo>
                  <a:lnTo>
                    <a:pt x="1" y="24"/>
                  </a:lnTo>
                  <a:lnTo>
                    <a:pt x="25" y="120"/>
                  </a:lnTo>
                  <a:lnTo>
                    <a:pt x="97" y="193"/>
                  </a:lnTo>
                  <a:lnTo>
                    <a:pt x="145" y="217"/>
                  </a:lnTo>
                  <a:lnTo>
                    <a:pt x="169" y="217"/>
                  </a:lnTo>
                  <a:lnTo>
                    <a:pt x="217" y="193"/>
                  </a:lnTo>
                  <a:lnTo>
                    <a:pt x="217" y="144"/>
                  </a:lnTo>
                  <a:lnTo>
                    <a:pt x="217" y="120"/>
                  </a:lnTo>
                  <a:lnTo>
                    <a:pt x="193" y="72"/>
                  </a:lnTo>
                  <a:lnTo>
                    <a:pt x="121"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4" name="Google Shape;13004;p31"/>
            <p:cNvSpPr/>
            <p:nvPr/>
          </p:nvSpPr>
          <p:spPr>
            <a:xfrm rot="10800000">
              <a:off x="2960987" y="6420214"/>
              <a:ext cx="16406" cy="16406"/>
            </a:xfrm>
            <a:custGeom>
              <a:avLst/>
              <a:gdLst/>
              <a:ahLst/>
              <a:cxnLst/>
              <a:rect l="l" t="t" r="r" b="b"/>
              <a:pathLst>
                <a:path w="193" h="193" extrusionOk="0">
                  <a:moveTo>
                    <a:pt x="72" y="0"/>
                  </a:moveTo>
                  <a:lnTo>
                    <a:pt x="24" y="24"/>
                  </a:lnTo>
                  <a:lnTo>
                    <a:pt x="0" y="72"/>
                  </a:lnTo>
                  <a:lnTo>
                    <a:pt x="0" y="144"/>
                  </a:lnTo>
                  <a:lnTo>
                    <a:pt x="48" y="169"/>
                  </a:lnTo>
                  <a:lnTo>
                    <a:pt x="97" y="193"/>
                  </a:lnTo>
                  <a:lnTo>
                    <a:pt x="169" y="193"/>
                  </a:lnTo>
                  <a:lnTo>
                    <a:pt x="193" y="169"/>
                  </a:lnTo>
                  <a:lnTo>
                    <a:pt x="193" y="96"/>
                  </a:lnTo>
                  <a:lnTo>
                    <a:pt x="169" y="48"/>
                  </a:lnTo>
                  <a:lnTo>
                    <a:pt x="145" y="24"/>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5" name="Google Shape;13005;p31"/>
            <p:cNvSpPr/>
            <p:nvPr/>
          </p:nvSpPr>
          <p:spPr>
            <a:xfrm rot="10800000">
              <a:off x="3153353" y="6399728"/>
              <a:ext cx="18446" cy="16491"/>
            </a:xfrm>
            <a:custGeom>
              <a:avLst/>
              <a:gdLst/>
              <a:ahLst/>
              <a:cxnLst/>
              <a:rect l="l" t="t" r="r" b="b"/>
              <a:pathLst>
                <a:path w="217" h="194" extrusionOk="0">
                  <a:moveTo>
                    <a:pt x="121" y="1"/>
                  </a:moveTo>
                  <a:lnTo>
                    <a:pt x="73" y="25"/>
                  </a:lnTo>
                  <a:lnTo>
                    <a:pt x="24" y="73"/>
                  </a:lnTo>
                  <a:lnTo>
                    <a:pt x="0" y="121"/>
                  </a:lnTo>
                  <a:lnTo>
                    <a:pt x="24" y="145"/>
                  </a:lnTo>
                  <a:lnTo>
                    <a:pt x="48" y="169"/>
                  </a:lnTo>
                  <a:lnTo>
                    <a:pt x="169" y="193"/>
                  </a:lnTo>
                  <a:lnTo>
                    <a:pt x="217" y="73"/>
                  </a:lnTo>
                  <a:lnTo>
                    <a:pt x="193" y="49"/>
                  </a:lnTo>
                  <a:lnTo>
                    <a:pt x="193"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6" name="Google Shape;13006;p31"/>
            <p:cNvSpPr/>
            <p:nvPr/>
          </p:nvSpPr>
          <p:spPr>
            <a:xfrm rot="10800000">
              <a:off x="3216767" y="6538881"/>
              <a:ext cx="12326" cy="22611"/>
            </a:xfrm>
            <a:custGeom>
              <a:avLst/>
              <a:gdLst/>
              <a:ahLst/>
              <a:cxnLst/>
              <a:rect l="l" t="t" r="r" b="b"/>
              <a:pathLst>
                <a:path w="145" h="266" extrusionOk="0">
                  <a:moveTo>
                    <a:pt x="121" y="1"/>
                  </a:moveTo>
                  <a:lnTo>
                    <a:pt x="97" y="25"/>
                  </a:lnTo>
                  <a:lnTo>
                    <a:pt x="48" y="49"/>
                  </a:lnTo>
                  <a:lnTo>
                    <a:pt x="0" y="121"/>
                  </a:lnTo>
                  <a:lnTo>
                    <a:pt x="0" y="217"/>
                  </a:lnTo>
                  <a:lnTo>
                    <a:pt x="24" y="241"/>
                  </a:lnTo>
                  <a:lnTo>
                    <a:pt x="48" y="265"/>
                  </a:lnTo>
                  <a:lnTo>
                    <a:pt x="72" y="265"/>
                  </a:lnTo>
                  <a:lnTo>
                    <a:pt x="97" y="241"/>
                  </a:lnTo>
                  <a:lnTo>
                    <a:pt x="145" y="169"/>
                  </a:lnTo>
                  <a:lnTo>
                    <a:pt x="145"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7" name="Google Shape;13007;p31"/>
            <p:cNvSpPr/>
            <p:nvPr/>
          </p:nvSpPr>
          <p:spPr>
            <a:xfrm rot="10800000">
              <a:off x="3171715" y="6598215"/>
              <a:ext cx="18531" cy="14451"/>
            </a:xfrm>
            <a:custGeom>
              <a:avLst/>
              <a:gdLst/>
              <a:ahLst/>
              <a:cxnLst/>
              <a:rect l="l" t="t" r="r" b="b"/>
              <a:pathLst>
                <a:path w="218" h="170" extrusionOk="0">
                  <a:moveTo>
                    <a:pt x="145" y="1"/>
                  </a:moveTo>
                  <a:lnTo>
                    <a:pt x="25" y="25"/>
                  </a:lnTo>
                  <a:lnTo>
                    <a:pt x="1" y="25"/>
                  </a:lnTo>
                  <a:lnTo>
                    <a:pt x="1" y="49"/>
                  </a:lnTo>
                  <a:lnTo>
                    <a:pt x="25" y="97"/>
                  </a:lnTo>
                  <a:lnTo>
                    <a:pt x="121" y="145"/>
                  </a:lnTo>
                  <a:lnTo>
                    <a:pt x="169" y="169"/>
                  </a:lnTo>
                  <a:lnTo>
                    <a:pt x="193" y="145"/>
                  </a:lnTo>
                  <a:lnTo>
                    <a:pt x="217" y="97"/>
                  </a:lnTo>
                  <a:lnTo>
                    <a:pt x="217" y="25"/>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8" name="Google Shape;13008;p31"/>
            <p:cNvSpPr/>
            <p:nvPr/>
          </p:nvSpPr>
          <p:spPr>
            <a:xfrm rot="10800000">
              <a:off x="3022361" y="6369041"/>
              <a:ext cx="14366" cy="14451"/>
            </a:xfrm>
            <a:custGeom>
              <a:avLst/>
              <a:gdLst/>
              <a:ahLst/>
              <a:cxnLst/>
              <a:rect l="l" t="t" r="r" b="b"/>
              <a:pathLst>
                <a:path w="169" h="170" extrusionOk="0">
                  <a:moveTo>
                    <a:pt x="72" y="1"/>
                  </a:moveTo>
                  <a:lnTo>
                    <a:pt x="24" y="25"/>
                  </a:lnTo>
                  <a:lnTo>
                    <a:pt x="0" y="49"/>
                  </a:lnTo>
                  <a:lnTo>
                    <a:pt x="0" y="97"/>
                  </a:lnTo>
                  <a:lnTo>
                    <a:pt x="24" y="145"/>
                  </a:lnTo>
                  <a:lnTo>
                    <a:pt x="48" y="169"/>
                  </a:lnTo>
                  <a:lnTo>
                    <a:pt x="96" y="169"/>
                  </a:lnTo>
                  <a:lnTo>
                    <a:pt x="169" y="145"/>
                  </a:lnTo>
                  <a:lnTo>
                    <a:pt x="169" y="97"/>
                  </a:lnTo>
                  <a:lnTo>
                    <a:pt x="169" y="73"/>
                  </a:lnTo>
                  <a:lnTo>
                    <a:pt x="169"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9" name="Google Shape;13009;p31"/>
            <p:cNvSpPr/>
            <p:nvPr/>
          </p:nvSpPr>
          <p:spPr>
            <a:xfrm rot="10800000">
              <a:off x="3384567" y="6575689"/>
              <a:ext cx="14366" cy="14451"/>
            </a:xfrm>
            <a:custGeom>
              <a:avLst/>
              <a:gdLst/>
              <a:ahLst/>
              <a:cxnLst/>
              <a:rect l="l" t="t" r="r" b="b"/>
              <a:pathLst>
                <a:path w="169" h="170" extrusionOk="0">
                  <a:moveTo>
                    <a:pt x="96" y="1"/>
                  </a:moveTo>
                  <a:lnTo>
                    <a:pt x="48" y="25"/>
                  </a:lnTo>
                  <a:lnTo>
                    <a:pt x="0" y="49"/>
                  </a:lnTo>
                  <a:lnTo>
                    <a:pt x="0" y="121"/>
                  </a:lnTo>
                  <a:lnTo>
                    <a:pt x="24" y="145"/>
                  </a:lnTo>
                  <a:lnTo>
                    <a:pt x="48" y="169"/>
                  </a:lnTo>
                  <a:lnTo>
                    <a:pt x="121" y="145"/>
                  </a:lnTo>
                  <a:lnTo>
                    <a:pt x="169" y="73"/>
                  </a:lnTo>
                  <a:lnTo>
                    <a:pt x="169" y="49"/>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0" name="Google Shape;13010;p31"/>
            <p:cNvSpPr/>
            <p:nvPr/>
          </p:nvSpPr>
          <p:spPr>
            <a:xfrm rot="10800000">
              <a:off x="3231048" y="6299507"/>
              <a:ext cx="14451" cy="16406"/>
            </a:xfrm>
            <a:custGeom>
              <a:avLst/>
              <a:gdLst/>
              <a:ahLst/>
              <a:cxnLst/>
              <a:rect l="l" t="t" r="r" b="b"/>
              <a:pathLst>
                <a:path w="170" h="193" extrusionOk="0">
                  <a:moveTo>
                    <a:pt x="25" y="0"/>
                  </a:moveTo>
                  <a:lnTo>
                    <a:pt x="1" y="48"/>
                  </a:lnTo>
                  <a:lnTo>
                    <a:pt x="25" y="121"/>
                  </a:lnTo>
                  <a:lnTo>
                    <a:pt x="73" y="169"/>
                  </a:lnTo>
                  <a:lnTo>
                    <a:pt x="121" y="193"/>
                  </a:lnTo>
                  <a:lnTo>
                    <a:pt x="145" y="169"/>
                  </a:lnTo>
                  <a:lnTo>
                    <a:pt x="169" y="145"/>
                  </a:lnTo>
                  <a:lnTo>
                    <a:pt x="97"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1" name="Google Shape;13011;p31"/>
            <p:cNvSpPr/>
            <p:nvPr/>
          </p:nvSpPr>
          <p:spPr>
            <a:xfrm rot="10800000">
              <a:off x="2983428" y="6579854"/>
              <a:ext cx="16491" cy="16406"/>
            </a:xfrm>
            <a:custGeom>
              <a:avLst/>
              <a:gdLst/>
              <a:ahLst/>
              <a:cxnLst/>
              <a:rect l="l" t="t" r="r" b="b"/>
              <a:pathLst>
                <a:path w="194" h="193" extrusionOk="0">
                  <a:moveTo>
                    <a:pt x="49" y="0"/>
                  </a:moveTo>
                  <a:lnTo>
                    <a:pt x="25" y="48"/>
                  </a:lnTo>
                  <a:lnTo>
                    <a:pt x="0" y="73"/>
                  </a:lnTo>
                  <a:lnTo>
                    <a:pt x="25" y="121"/>
                  </a:lnTo>
                  <a:lnTo>
                    <a:pt x="49" y="145"/>
                  </a:lnTo>
                  <a:lnTo>
                    <a:pt x="97" y="169"/>
                  </a:lnTo>
                  <a:lnTo>
                    <a:pt x="121" y="193"/>
                  </a:lnTo>
                  <a:lnTo>
                    <a:pt x="169" y="169"/>
                  </a:lnTo>
                  <a:lnTo>
                    <a:pt x="193" y="121"/>
                  </a:lnTo>
                  <a:lnTo>
                    <a:pt x="169" y="73"/>
                  </a:lnTo>
                  <a:lnTo>
                    <a:pt x="145" y="24"/>
                  </a:lnTo>
                  <a:lnTo>
                    <a:pt x="97"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2" name="Google Shape;13012;p31"/>
            <p:cNvSpPr/>
            <p:nvPr/>
          </p:nvSpPr>
          <p:spPr>
            <a:xfrm rot="10800000">
              <a:off x="3165594" y="6530721"/>
              <a:ext cx="14366" cy="16406"/>
            </a:xfrm>
            <a:custGeom>
              <a:avLst/>
              <a:gdLst/>
              <a:ahLst/>
              <a:cxnLst/>
              <a:rect l="l" t="t" r="r" b="b"/>
              <a:pathLst>
                <a:path w="169" h="193" extrusionOk="0">
                  <a:moveTo>
                    <a:pt x="96" y="0"/>
                  </a:moveTo>
                  <a:lnTo>
                    <a:pt x="24" y="24"/>
                  </a:lnTo>
                  <a:lnTo>
                    <a:pt x="24" y="48"/>
                  </a:lnTo>
                  <a:lnTo>
                    <a:pt x="0" y="72"/>
                  </a:lnTo>
                  <a:lnTo>
                    <a:pt x="24" y="120"/>
                  </a:lnTo>
                  <a:lnTo>
                    <a:pt x="24" y="145"/>
                  </a:lnTo>
                  <a:lnTo>
                    <a:pt x="72" y="193"/>
                  </a:lnTo>
                  <a:lnTo>
                    <a:pt x="120" y="193"/>
                  </a:lnTo>
                  <a:lnTo>
                    <a:pt x="144" y="169"/>
                  </a:lnTo>
                  <a:lnTo>
                    <a:pt x="169" y="145"/>
                  </a:lnTo>
                  <a:lnTo>
                    <a:pt x="169" y="96"/>
                  </a:lnTo>
                  <a:lnTo>
                    <a:pt x="144" y="48"/>
                  </a:lnTo>
                  <a:lnTo>
                    <a:pt x="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3" name="Google Shape;13013;p31"/>
            <p:cNvSpPr/>
            <p:nvPr/>
          </p:nvSpPr>
          <p:spPr>
            <a:xfrm rot="10800000">
              <a:off x="3407093" y="6514315"/>
              <a:ext cx="14366" cy="12411"/>
            </a:xfrm>
            <a:custGeom>
              <a:avLst/>
              <a:gdLst/>
              <a:ahLst/>
              <a:cxnLst/>
              <a:rect l="l" t="t" r="r" b="b"/>
              <a:pathLst>
                <a:path w="169" h="146" extrusionOk="0">
                  <a:moveTo>
                    <a:pt x="49" y="1"/>
                  </a:moveTo>
                  <a:lnTo>
                    <a:pt x="0" y="73"/>
                  </a:lnTo>
                  <a:lnTo>
                    <a:pt x="0" y="97"/>
                  </a:lnTo>
                  <a:lnTo>
                    <a:pt x="0" y="121"/>
                  </a:lnTo>
                  <a:lnTo>
                    <a:pt x="49" y="145"/>
                  </a:lnTo>
                  <a:lnTo>
                    <a:pt x="121" y="145"/>
                  </a:lnTo>
                  <a:lnTo>
                    <a:pt x="169" y="97"/>
                  </a:lnTo>
                  <a:lnTo>
                    <a:pt x="169"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4" name="Google Shape;13014;p31"/>
            <p:cNvSpPr/>
            <p:nvPr/>
          </p:nvSpPr>
          <p:spPr>
            <a:xfrm rot="10800000">
              <a:off x="3069453" y="6641227"/>
              <a:ext cx="12326" cy="16406"/>
            </a:xfrm>
            <a:custGeom>
              <a:avLst/>
              <a:gdLst/>
              <a:ahLst/>
              <a:cxnLst/>
              <a:rect l="l" t="t" r="r" b="b"/>
              <a:pathLst>
                <a:path w="145" h="193" extrusionOk="0">
                  <a:moveTo>
                    <a:pt x="73" y="0"/>
                  </a:moveTo>
                  <a:lnTo>
                    <a:pt x="49" y="24"/>
                  </a:lnTo>
                  <a:lnTo>
                    <a:pt x="25" y="72"/>
                  </a:lnTo>
                  <a:lnTo>
                    <a:pt x="1" y="120"/>
                  </a:lnTo>
                  <a:lnTo>
                    <a:pt x="1" y="169"/>
                  </a:lnTo>
                  <a:lnTo>
                    <a:pt x="49" y="193"/>
                  </a:lnTo>
                  <a:lnTo>
                    <a:pt x="97" y="169"/>
                  </a:lnTo>
                  <a:lnTo>
                    <a:pt x="145" y="120"/>
                  </a:lnTo>
                  <a:lnTo>
                    <a:pt x="145" y="48"/>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5" name="Google Shape;13015;p31"/>
            <p:cNvSpPr/>
            <p:nvPr/>
          </p:nvSpPr>
          <p:spPr>
            <a:xfrm rot="10800000">
              <a:off x="3233088" y="6203282"/>
              <a:ext cx="18531" cy="12411"/>
            </a:xfrm>
            <a:custGeom>
              <a:avLst/>
              <a:gdLst/>
              <a:ahLst/>
              <a:cxnLst/>
              <a:rect l="l" t="t" r="r" b="b"/>
              <a:pathLst>
                <a:path w="218" h="146" extrusionOk="0">
                  <a:moveTo>
                    <a:pt x="73" y="1"/>
                  </a:moveTo>
                  <a:lnTo>
                    <a:pt x="49" y="25"/>
                  </a:lnTo>
                  <a:lnTo>
                    <a:pt x="25" y="73"/>
                  </a:lnTo>
                  <a:lnTo>
                    <a:pt x="0" y="97"/>
                  </a:lnTo>
                  <a:lnTo>
                    <a:pt x="25" y="121"/>
                  </a:lnTo>
                  <a:lnTo>
                    <a:pt x="25" y="145"/>
                  </a:lnTo>
                  <a:lnTo>
                    <a:pt x="145" y="145"/>
                  </a:lnTo>
                  <a:lnTo>
                    <a:pt x="169" y="121"/>
                  </a:lnTo>
                  <a:lnTo>
                    <a:pt x="193" y="121"/>
                  </a:lnTo>
                  <a:lnTo>
                    <a:pt x="217" y="73"/>
                  </a:lnTo>
                  <a:lnTo>
                    <a:pt x="217" y="49"/>
                  </a:lnTo>
                  <a:lnTo>
                    <a:pt x="193" y="25"/>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6" name="Google Shape;13016;p31"/>
            <p:cNvSpPr/>
            <p:nvPr/>
          </p:nvSpPr>
          <p:spPr>
            <a:xfrm rot="10800000">
              <a:off x="3020321" y="6547042"/>
              <a:ext cx="14366" cy="14451"/>
            </a:xfrm>
            <a:custGeom>
              <a:avLst/>
              <a:gdLst/>
              <a:ahLst/>
              <a:cxnLst/>
              <a:rect l="l" t="t" r="r" b="b"/>
              <a:pathLst>
                <a:path w="169" h="170" extrusionOk="0">
                  <a:moveTo>
                    <a:pt x="48" y="1"/>
                  </a:moveTo>
                  <a:lnTo>
                    <a:pt x="24" y="25"/>
                  </a:lnTo>
                  <a:lnTo>
                    <a:pt x="0" y="73"/>
                  </a:lnTo>
                  <a:lnTo>
                    <a:pt x="24" y="145"/>
                  </a:lnTo>
                  <a:lnTo>
                    <a:pt x="97" y="169"/>
                  </a:lnTo>
                  <a:lnTo>
                    <a:pt x="145" y="121"/>
                  </a:lnTo>
                  <a:lnTo>
                    <a:pt x="169"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7" name="Google Shape;13017;p31"/>
            <p:cNvSpPr/>
            <p:nvPr/>
          </p:nvSpPr>
          <p:spPr>
            <a:xfrm rot="10800000">
              <a:off x="3239293" y="6463142"/>
              <a:ext cx="10286" cy="14451"/>
            </a:xfrm>
            <a:custGeom>
              <a:avLst/>
              <a:gdLst/>
              <a:ahLst/>
              <a:cxnLst/>
              <a:rect l="l" t="t" r="r" b="b"/>
              <a:pathLst>
                <a:path w="121" h="170" extrusionOk="0">
                  <a:moveTo>
                    <a:pt x="25" y="1"/>
                  </a:moveTo>
                  <a:lnTo>
                    <a:pt x="1" y="25"/>
                  </a:lnTo>
                  <a:lnTo>
                    <a:pt x="25" y="73"/>
                  </a:lnTo>
                  <a:lnTo>
                    <a:pt x="49" y="145"/>
                  </a:lnTo>
                  <a:lnTo>
                    <a:pt x="97" y="169"/>
                  </a:lnTo>
                  <a:lnTo>
                    <a:pt x="121" y="121"/>
                  </a:lnTo>
                  <a:lnTo>
                    <a:pt x="121" y="73"/>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8" name="Google Shape;13018;p31"/>
            <p:cNvSpPr/>
            <p:nvPr/>
          </p:nvSpPr>
          <p:spPr>
            <a:xfrm rot="10800000">
              <a:off x="3333394" y="6307668"/>
              <a:ext cx="14366" cy="12326"/>
            </a:xfrm>
            <a:custGeom>
              <a:avLst/>
              <a:gdLst/>
              <a:ahLst/>
              <a:cxnLst/>
              <a:rect l="l" t="t" r="r" b="b"/>
              <a:pathLst>
                <a:path w="169" h="145" extrusionOk="0">
                  <a:moveTo>
                    <a:pt x="72" y="0"/>
                  </a:moveTo>
                  <a:lnTo>
                    <a:pt x="24" y="24"/>
                  </a:lnTo>
                  <a:lnTo>
                    <a:pt x="0" y="72"/>
                  </a:lnTo>
                  <a:lnTo>
                    <a:pt x="24" y="96"/>
                  </a:lnTo>
                  <a:lnTo>
                    <a:pt x="24" y="121"/>
                  </a:lnTo>
                  <a:lnTo>
                    <a:pt x="72" y="145"/>
                  </a:lnTo>
                  <a:lnTo>
                    <a:pt x="144" y="121"/>
                  </a:lnTo>
                  <a:lnTo>
                    <a:pt x="144" y="96"/>
                  </a:lnTo>
                  <a:lnTo>
                    <a:pt x="169" y="72"/>
                  </a:lnTo>
                  <a:lnTo>
                    <a:pt x="120"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9" name="Google Shape;13019;p31"/>
            <p:cNvSpPr/>
            <p:nvPr/>
          </p:nvSpPr>
          <p:spPr>
            <a:xfrm rot="10800000">
              <a:off x="3274061" y="6166474"/>
              <a:ext cx="16406" cy="10286"/>
            </a:xfrm>
            <a:custGeom>
              <a:avLst/>
              <a:gdLst/>
              <a:ahLst/>
              <a:cxnLst/>
              <a:rect l="l" t="t" r="r" b="b"/>
              <a:pathLst>
                <a:path w="193" h="121" extrusionOk="0">
                  <a:moveTo>
                    <a:pt x="96" y="0"/>
                  </a:moveTo>
                  <a:lnTo>
                    <a:pt x="48" y="24"/>
                  </a:lnTo>
                  <a:lnTo>
                    <a:pt x="0" y="73"/>
                  </a:lnTo>
                  <a:lnTo>
                    <a:pt x="0" y="97"/>
                  </a:lnTo>
                  <a:lnTo>
                    <a:pt x="24" y="121"/>
                  </a:lnTo>
                  <a:lnTo>
                    <a:pt x="72" y="121"/>
                  </a:lnTo>
                  <a:lnTo>
                    <a:pt x="144" y="97"/>
                  </a:lnTo>
                  <a:lnTo>
                    <a:pt x="193" y="48"/>
                  </a:lnTo>
                  <a:lnTo>
                    <a:pt x="1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0" name="Google Shape;13020;p31"/>
            <p:cNvSpPr/>
            <p:nvPr/>
          </p:nvSpPr>
          <p:spPr>
            <a:xfrm rot="10800000">
              <a:off x="3024401" y="6434495"/>
              <a:ext cx="14366" cy="12411"/>
            </a:xfrm>
            <a:custGeom>
              <a:avLst/>
              <a:gdLst/>
              <a:ahLst/>
              <a:cxnLst/>
              <a:rect l="l" t="t" r="r" b="b"/>
              <a:pathLst>
                <a:path w="169" h="146" extrusionOk="0">
                  <a:moveTo>
                    <a:pt x="24" y="1"/>
                  </a:moveTo>
                  <a:lnTo>
                    <a:pt x="0" y="97"/>
                  </a:lnTo>
                  <a:lnTo>
                    <a:pt x="24" y="121"/>
                  </a:lnTo>
                  <a:lnTo>
                    <a:pt x="72" y="145"/>
                  </a:lnTo>
                  <a:lnTo>
                    <a:pt x="120" y="121"/>
                  </a:lnTo>
                  <a:lnTo>
                    <a:pt x="145" y="97"/>
                  </a:lnTo>
                  <a:lnTo>
                    <a:pt x="169" y="49"/>
                  </a:lnTo>
                  <a:lnTo>
                    <a:pt x="120"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1" name="Google Shape;13021;p31"/>
            <p:cNvSpPr/>
            <p:nvPr/>
          </p:nvSpPr>
          <p:spPr>
            <a:xfrm rot="10800000">
              <a:off x="3179960" y="6381367"/>
              <a:ext cx="12326" cy="14366"/>
            </a:xfrm>
            <a:custGeom>
              <a:avLst/>
              <a:gdLst/>
              <a:ahLst/>
              <a:cxnLst/>
              <a:rect l="l" t="t" r="r" b="b"/>
              <a:pathLst>
                <a:path w="145" h="169" extrusionOk="0">
                  <a:moveTo>
                    <a:pt x="73" y="0"/>
                  </a:moveTo>
                  <a:lnTo>
                    <a:pt x="49" y="25"/>
                  </a:lnTo>
                  <a:lnTo>
                    <a:pt x="1" y="73"/>
                  </a:lnTo>
                  <a:lnTo>
                    <a:pt x="1" y="121"/>
                  </a:lnTo>
                  <a:lnTo>
                    <a:pt x="25" y="145"/>
                  </a:lnTo>
                  <a:lnTo>
                    <a:pt x="49" y="169"/>
                  </a:lnTo>
                  <a:lnTo>
                    <a:pt x="73" y="169"/>
                  </a:lnTo>
                  <a:lnTo>
                    <a:pt x="121" y="121"/>
                  </a:lnTo>
                  <a:lnTo>
                    <a:pt x="145" y="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2" name="Google Shape;13022;p31"/>
            <p:cNvSpPr/>
            <p:nvPr/>
          </p:nvSpPr>
          <p:spPr>
            <a:xfrm rot="10800000">
              <a:off x="3415254" y="6485668"/>
              <a:ext cx="14366" cy="12411"/>
            </a:xfrm>
            <a:custGeom>
              <a:avLst/>
              <a:gdLst/>
              <a:ahLst/>
              <a:cxnLst/>
              <a:rect l="l" t="t" r="r" b="b"/>
              <a:pathLst>
                <a:path w="169" h="146" extrusionOk="0">
                  <a:moveTo>
                    <a:pt x="48" y="1"/>
                  </a:moveTo>
                  <a:lnTo>
                    <a:pt x="24" y="25"/>
                  </a:lnTo>
                  <a:lnTo>
                    <a:pt x="0" y="49"/>
                  </a:lnTo>
                  <a:lnTo>
                    <a:pt x="48" y="97"/>
                  </a:lnTo>
                  <a:lnTo>
                    <a:pt x="120" y="145"/>
                  </a:lnTo>
                  <a:lnTo>
                    <a:pt x="145" y="121"/>
                  </a:lnTo>
                  <a:lnTo>
                    <a:pt x="169" y="121"/>
                  </a:lnTo>
                  <a:lnTo>
                    <a:pt x="169" y="73"/>
                  </a:lnTo>
                  <a:lnTo>
                    <a:pt x="120"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3" name="Google Shape;13023;p31"/>
            <p:cNvSpPr/>
            <p:nvPr/>
          </p:nvSpPr>
          <p:spPr>
            <a:xfrm rot="10800000">
              <a:off x="3216767" y="6418174"/>
              <a:ext cx="14366" cy="10286"/>
            </a:xfrm>
            <a:custGeom>
              <a:avLst/>
              <a:gdLst/>
              <a:ahLst/>
              <a:cxnLst/>
              <a:rect l="l" t="t" r="r" b="b"/>
              <a:pathLst>
                <a:path w="169" h="121" extrusionOk="0">
                  <a:moveTo>
                    <a:pt x="96" y="0"/>
                  </a:moveTo>
                  <a:lnTo>
                    <a:pt x="24" y="24"/>
                  </a:lnTo>
                  <a:lnTo>
                    <a:pt x="0" y="48"/>
                  </a:lnTo>
                  <a:lnTo>
                    <a:pt x="24" y="97"/>
                  </a:lnTo>
                  <a:lnTo>
                    <a:pt x="48" y="97"/>
                  </a:lnTo>
                  <a:lnTo>
                    <a:pt x="96" y="121"/>
                  </a:lnTo>
                  <a:lnTo>
                    <a:pt x="145" y="97"/>
                  </a:lnTo>
                  <a:lnTo>
                    <a:pt x="169" y="73"/>
                  </a:lnTo>
                  <a:lnTo>
                    <a:pt x="169" y="48"/>
                  </a:lnTo>
                  <a:lnTo>
                    <a:pt x="1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4" name="Google Shape;13024;p31"/>
            <p:cNvSpPr/>
            <p:nvPr/>
          </p:nvSpPr>
          <p:spPr>
            <a:xfrm rot="10800000">
              <a:off x="3093935" y="6055968"/>
              <a:ext cx="12411" cy="12326"/>
            </a:xfrm>
            <a:custGeom>
              <a:avLst/>
              <a:gdLst/>
              <a:ahLst/>
              <a:cxnLst/>
              <a:rect l="l" t="t" r="r" b="b"/>
              <a:pathLst>
                <a:path w="146" h="145" extrusionOk="0">
                  <a:moveTo>
                    <a:pt x="73" y="0"/>
                  </a:moveTo>
                  <a:lnTo>
                    <a:pt x="25" y="24"/>
                  </a:lnTo>
                  <a:lnTo>
                    <a:pt x="1" y="48"/>
                  </a:lnTo>
                  <a:lnTo>
                    <a:pt x="1" y="72"/>
                  </a:lnTo>
                  <a:lnTo>
                    <a:pt x="49" y="121"/>
                  </a:lnTo>
                  <a:lnTo>
                    <a:pt x="97" y="145"/>
                  </a:lnTo>
                  <a:lnTo>
                    <a:pt x="145" y="121"/>
                  </a:lnTo>
                  <a:lnTo>
                    <a:pt x="145" y="72"/>
                  </a:lnTo>
                  <a:lnTo>
                    <a:pt x="121"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5" name="Google Shape;13025;p31"/>
            <p:cNvSpPr/>
            <p:nvPr/>
          </p:nvSpPr>
          <p:spPr>
            <a:xfrm rot="10800000">
              <a:off x="3288341" y="5953622"/>
              <a:ext cx="10371" cy="12411"/>
            </a:xfrm>
            <a:custGeom>
              <a:avLst/>
              <a:gdLst/>
              <a:ahLst/>
              <a:cxnLst/>
              <a:rect l="l" t="t" r="r" b="b"/>
              <a:pathLst>
                <a:path w="122" h="146" extrusionOk="0">
                  <a:moveTo>
                    <a:pt x="49" y="1"/>
                  </a:moveTo>
                  <a:lnTo>
                    <a:pt x="1" y="25"/>
                  </a:lnTo>
                  <a:lnTo>
                    <a:pt x="1" y="49"/>
                  </a:lnTo>
                  <a:lnTo>
                    <a:pt x="25" y="121"/>
                  </a:lnTo>
                  <a:lnTo>
                    <a:pt x="25" y="145"/>
                  </a:lnTo>
                  <a:lnTo>
                    <a:pt x="97" y="145"/>
                  </a:lnTo>
                  <a:lnTo>
                    <a:pt x="121" y="121"/>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6" name="Google Shape;13026;p31"/>
            <p:cNvSpPr/>
            <p:nvPr/>
          </p:nvSpPr>
          <p:spPr>
            <a:xfrm rot="10800000">
              <a:off x="3077614" y="6313788"/>
              <a:ext cx="12326" cy="12411"/>
            </a:xfrm>
            <a:custGeom>
              <a:avLst/>
              <a:gdLst/>
              <a:ahLst/>
              <a:cxnLst/>
              <a:rect l="l" t="t" r="r" b="b"/>
              <a:pathLst>
                <a:path w="145" h="146" extrusionOk="0">
                  <a:moveTo>
                    <a:pt x="97" y="1"/>
                  </a:moveTo>
                  <a:lnTo>
                    <a:pt x="24" y="25"/>
                  </a:lnTo>
                  <a:lnTo>
                    <a:pt x="0" y="97"/>
                  </a:lnTo>
                  <a:lnTo>
                    <a:pt x="0" y="121"/>
                  </a:lnTo>
                  <a:lnTo>
                    <a:pt x="24" y="145"/>
                  </a:lnTo>
                  <a:lnTo>
                    <a:pt x="72" y="145"/>
                  </a:lnTo>
                  <a:lnTo>
                    <a:pt x="97" y="121"/>
                  </a:lnTo>
                  <a:lnTo>
                    <a:pt x="145" y="73"/>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7" name="Google Shape;13027;p31"/>
            <p:cNvSpPr/>
            <p:nvPr/>
          </p:nvSpPr>
          <p:spPr>
            <a:xfrm rot="10800000">
              <a:off x="3061208" y="6504114"/>
              <a:ext cx="10371" cy="14366"/>
            </a:xfrm>
            <a:custGeom>
              <a:avLst/>
              <a:gdLst/>
              <a:ahLst/>
              <a:cxnLst/>
              <a:rect l="l" t="t" r="r" b="b"/>
              <a:pathLst>
                <a:path w="122" h="169" extrusionOk="0">
                  <a:moveTo>
                    <a:pt x="49" y="0"/>
                  </a:moveTo>
                  <a:lnTo>
                    <a:pt x="1" y="48"/>
                  </a:lnTo>
                  <a:lnTo>
                    <a:pt x="1" y="96"/>
                  </a:lnTo>
                  <a:lnTo>
                    <a:pt x="25" y="145"/>
                  </a:lnTo>
                  <a:lnTo>
                    <a:pt x="73" y="169"/>
                  </a:lnTo>
                  <a:lnTo>
                    <a:pt x="97" y="145"/>
                  </a:lnTo>
                  <a:lnTo>
                    <a:pt x="121" y="96"/>
                  </a:lnTo>
                  <a:lnTo>
                    <a:pt x="97" y="24"/>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8" name="Google Shape;13028;p31"/>
            <p:cNvSpPr/>
            <p:nvPr/>
          </p:nvSpPr>
          <p:spPr>
            <a:xfrm rot="10800000">
              <a:off x="3372241" y="6565488"/>
              <a:ext cx="10371" cy="14451"/>
            </a:xfrm>
            <a:custGeom>
              <a:avLst/>
              <a:gdLst/>
              <a:ahLst/>
              <a:cxnLst/>
              <a:rect l="l" t="t" r="r" b="b"/>
              <a:pathLst>
                <a:path w="122" h="170" extrusionOk="0">
                  <a:moveTo>
                    <a:pt x="25" y="1"/>
                  </a:moveTo>
                  <a:lnTo>
                    <a:pt x="1" y="49"/>
                  </a:lnTo>
                  <a:lnTo>
                    <a:pt x="1" y="97"/>
                  </a:lnTo>
                  <a:lnTo>
                    <a:pt x="25" y="145"/>
                  </a:lnTo>
                  <a:lnTo>
                    <a:pt x="73" y="169"/>
                  </a:lnTo>
                  <a:lnTo>
                    <a:pt x="97" y="169"/>
                  </a:lnTo>
                  <a:lnTo>
                    <a:pt x="121" y="145"/>
                  </a:lnTo>
                  <a:lnTo>
                    <a:pt x="121" y="97"/>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9" name="Google Shape;13029;p31"/>
            <p:cNvSpPr/>
            <p:nvPr/>
          </p:nvSpPr>
          <p:spPr>
            <a:xfrm rot="10800000">
              <a:off x="3276101" y="6585974"/>
              <a:ext cx="14366" cy="12326"/>
            </a:xfrm>
            <a:custGeom>
              <a:avLst/>
              <a:gdLst/>
              <a:ahLst/>
              <a:cxnLst/>
              <a:rect l="l" t="t" r="r" b="b"/>
              <a:pathLst>
                <a:path w="169" h="145" extrusionOk="0">
                  <a:moveTo>
                    <a:pt x="72" y="0"/>
                  </a:moveTo>
                  <a:lnTo>
                    <a:pt x="24" y="24"/>
                  </a:lnTo>
                  <a:lnTo>
                    <a:pt x="0" y="72"/>
                  </a:lnTo>
                  <a:lnTo>
                    <a:pt x="24" y="97"/>
                  </a:lnTo>
                  <a:lnTo>
                    <a:pt x="72" y="145"/>
                  </a:lnTo>
                  <a:lnTo>
                    <a:pt x="144" y="121"/>
                  </a:lnTo>
                  <a:lnTo>
                    <a:pt x="169" y="121"/>
                  </a:lnTo>
                  <a:lnTo>
                    <a:pt x="169" y="97"/>
                  </a:lnTo>
                  <a:lnTo>
                    <a:pt x="169" y="48"/>
                  </a:lnTo>
                  <a:lnTo>
                    <a:pt x="120"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0" name="Google Shape;13030;p31"/>
            <p:cNvSpPr/>
            <p:nvPr/>
          </p:nvSpPr>
          <p:spPr>
            <a:xfrm rot="10800000">
              <a:off x="2909814" y="6369041"/>
              <a:ext cx="10286" cy="14451"/>
            </a:xfrm>
            <a:custGeom>
              <a:avLst/>
              <a:gdLst/>
              <a:ahLst/>
              <a:cxnLst/>
              <a:rect l="l" t="t" r="r" b="b"/>
              <a:pathLst>
                <a:path w="121" h="170" extrusionOk="0">
                  <a:moveTo>
                    <a:pt x="73" y="1"/>
                  </a:moveTo>
                  <a:lnTo>
                    <a:pt x="24" y="25"/>
                  </a:lnTo>
                  <a:lnTo>
                    <a:pt x="0" y="73"/>
                  </a:lnTo>
                  <a:lnTo>
                    <a:pt x="0" y="145"/>
                  </a:lnTo>
                  <a:lnTo>
                    <a:pt x="48" y="169"/>
                  </a:lnTo>
                  <a:lnTo>
                    <a:pt x="73" y="145"/>
                  </a:lnTo>
                  <a:lnTo>
                    <a:pt x="97" y="97"/>
                  </a:lnTo>
                  <a:lnTo>
                    <a:pt x="121"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1" name="Google Shape;13031;p31"/>
            <p:cNvSpPr/>
            <p:nvPr/>
          </p:nvSpPr>
          <p:spPr>
            <a:xfrm rot="10800000">
              <a:off x="3167634" y="6182795"/>
              <a:ext cx="14451" cy="14451"/>
            </a:xfrm>
            <a:custGeom>
              <a:avLst/>
              <a:gdLst/>
              <a:ahLst/>
              <a:cxnLst/>
              <a:rect l="l" t="t" r="r" b="b"/>
              <a:pathLst>
                <a:path w="170" h="170" extrusionOk="0">
                  <a:moveTo>
                    <a:pt x="121" y="1"/>
                  </a:moveTo>
                  <a:lnTo>
                    <a:pt x="73" y="25"/>
                  </a:lnTo>
                  <a:lnTo>
                    <a:pt x="1" y="73"/>
                  </a:lnTo>
                  <a:lnTo>
                    <a:pt x="1" y="121"/>
                  </a:lnTo>
                  <a:lnTo>
                    <a:pt x="25" y="145"/>
                  </a:lnTo>
                  <a:lnTo>
                    <a:pt x="73" y="169"/>
                  </a:lnTo>
                  <a:lnTo>
                    <a:pt x="121" y="145"/>
                  </a:lnTo>
                  <a:lnTo>
                    <a:pt x="145" y="121"/>
                  </a:lnTo>
                  <a:lnTo>
                    <a:pt x="169" y="49"/>
                  </a:lnTo>
                  <a:lnTo>
                    <a:pt x="145"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2" name="Google Shape;13032;p31"/>
            <p:cNvSpPr/>
            <p:nvPr/>
          </p:nvSpPr>
          <p:spPr>
            <a:xfrm rot="10800000">
              <a:off x="3355920" y="6319908"/>
              <a:ext cx="10286" cy="12411"/>
            </a:xfrm>
            <a:custGeom>
              <a:avLst/>
              <a:gdLst/>
              <a:ahLst/>
              <a:cxnLst/>
              <a:rect l="l" t="t" r="r" b="b"/>
              <a:pathLst>
                <a:path w="121" h="146" extrusionOk="0">
                  <a:moveTo>
                    <a:pt x="48" y="1"/>
                  </a:moveTo>
                  <a:lnTo>
                    <a:pt x="0" y="25"/>
                  </a:lnTo>
                  <a:lnTo>
                    <a:pt x="0" y="49"/>
                  </a:lnTo>
                  <a:lnTo>
                    <a:pt x="24" y="97"/>
                  </a:lnTo>
                  <a:lnTo>
                    <a:pt x="73" y="145"/>
                  </a:lnTo>
                  <a:lnTo>
                    <a:pt x="97" y="145"/>
                  </a:lnTo>
                  <a:lnTo>
                    <a:pt x="121" y="121"/>
                  </a:lnTo>
                  <a:lnTo>
                    <a:pt x="121" y="73"/>
                  </a:lnTo>
                  <a:lnTo>
                    <a:pt x="121" y="49"/>
                  </a:lnTo>
                  <a:lnTo>
                    <a:pt x="73"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3" name="Google Shape;13033;p31"/>
            <p:cNvSpPr/>
            <p:nvPr/>
          </p:nvSpPr>
          <p:spPr>
            <a:xfrm rot="10800000">
              <a:off x="3304747" y="6213567"/>
              <a:ext cx="10286" cy="10286"/>
            </a:xfrm>
            <a:custGeom>
              <a:avLst/>
              <a:gdLst/>
              <a:ahLst/>
              <a:cxnLst/>
              <a:rect l="l" t="t" r="r" b="b"/>
              <a:pathLst>
                <a:path w="121" h="121" extrusionOk="0">
                  <a:moveTo>
                    <a:pt x="72" y="1"/>
                  </a:moveTo>
                  <a:lnTo>
                    <a:pt x="24" y="25"/>
                  </a:lnTo>
                  <a:lnTo>
                    <a:pt x="0" y="49"/>
                  </a:lnTo>
                  <a:lnTo>
                    <a:pt x="0" y="97"/>
                  </a:lnTo>
                  <a:lnTo>
                    <a:pt x="48" y="121"/>
                  </a:lnTo>
                  <a:lnTo>
                    <a:pt x="96" y="97"/>
                  </a:lnTo>
                  <a:lnTo>
                    <a:pt x="121" y="73"/>
                  </a:lnTo>
                  <a:lnTo>
                    <a:pt x="121" y="2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4" name="Google Shape;13034;p31"/>
            <p:cNvSpPr/>
            <p:nvPr/>
          </p:nvSpPr>
          <p:spPr>
            <a:xfrm rot="10800000">
              <a:off x="3349800" y="6209402"/>
              <a:ext cx="8245" cy="10371"/>
            </a:xfrm>
            <a:custGeom>
              <a:avLst/>
              <a:gdLst/>
              <a:ahLst/>
              <a:cxnLst/>
              <a:rect l="l" t="t" r="r" b="b"/>
              <a:pathLst>
                <a:path w="97" h="122" extrusionOk="0">
                  <a:moveTo>
                    <a:pt x="25" y="1"/>
                  </a:moveTo>
                  <a:lnTo>
                    <a:pt x="1" y="49"/>
                  </a:lnTo>
                  <a:lnTo>
                    <a:pt x="1" y="97"/>
                  </a:lnTo>
                  <a:lnTo>
                    <a:pt x="49" y="121"/>
                  </a:lnTo>
                  <a:lnTo>
                    <a:pt x="97" y="97"/>
                  </a:lnTo>
                  <a:lnTo>
                    <a:pt x="97" y="49"/>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5" name="Google Shape;13035;p31"/>
            <p:cNvSpPr/>
            <p:nvPr/>
          </p:nvSpPr>
          <p:spPr>
            <a:xfrm rot="10800000">
              <a:off x="3222888" y="6671914"/>
              <a:ext cx="8245" cy="12326"/>
            </a:xfrm>
            <a:custGeom>
              <a:avLst/>
              <a:gdLst/>
              <a:ahLst/>
              <a:cxnLst/>
              <a:rect l="l" t="t" r="r" b="b"/>
              <a:pathLst>
                <a:path w="97" h="145" extrusionOk="0">
                  <a:moveTo>
                    <a:pt x="72" y="0"/>
                  </a:moveTo>
                  <a:lnTo>
                    <a:pt x="24" y="24"/>
                  </a:lnTo>
                  <a:lnTo>
                    <a:pt x="0" y="48"/>
                  </a:lnTo>
                  <a:lnTo>
                    <a:pt x="0" y="96"/>
                  </a:lnTo>
                  <a:lnTo>
                    <a:pt x="48" y="145"/>
                  </a:lnTo>
                  <a:lnTo>
                    <a:pt x="72" y="121"/>
                  </a:lnTo>
                  <a:lnTo>
                    <a:pt x="96" y="72"/>
                  </a:lnTo>
                  <a:lnTo>
                    <a:pt x="96"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6" name="Google Shape;13036;p31"/>
            <p:cNvSpPr/>
            <p:nvPr/>
          </p:nvSpPr>
          <p:spPr>
            <a:xfrm rot="10800000">
              <a:off x="3231048" y="6616661"/>
              <a:ext cx="10371" cy="12326"/>
            </a:xfrm>
            <a:custGeom>
              <a:avLst/>
              <a:gdLst/>
              <a:ahLst/>
              <a:cxnLst/>
              <a:rect l="l" t="t" r="r" b="b"/>
              <a:pathLst>
                <a:path w="122" h="145" extrusionOk="0">
                  <a:moveTo>
                    <a:pt x="49" y="0"/>
                  </a:moveTo>
                  <a:lnTo>
                    <a:pt x="1" y="24"/>
                  </a:lnTo>
                  <a:lnTo>
                    <a:pt x="1" y="72"/>
                  </a:lnTo>
                  <a:lnTo>
                    <a:pt x="1" y="121"/>
                  </a:lnTo>
                  <a:lnTo>
                    <a:pt x="49" y="145"/>
                  </a:lnTo>
                  <a:lnTo>
                    <a:pt x="97" y="121"/>
                  </a:lnTo>
                  <a:lnTo>
                    <a:pt x="121" y="72"/>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7" name="Google Shape;13037;p31"/>
            <p:cNvSpPr/>
            <p:nvPr/>
          </p:nvSpPr>
          <p:spPr>
            <a:xfrm rot="10800000">
              <a:off x="3310868" y="6520435"/>
              <a:ext cx="10371" cy="12411"/>
            </a:xfrm>
            <a:custGeom>
              <a:avLst/>
              <a:gdLst/>
              <a:ahLst/>
              <a:cxnLst/>
              <a:rect l="l" t="t" r="r" b="b"/>
              <a:pathLst>
                <a:path w="122" h="146" extrusionOk="0">
                  <a:moveTo>
                    <a:pt x="97" y="1"/>
                  </a:moveTo>
                  <a:lnTo>
                    <a:pt x="49" y="25"/>
                  </a:lnTo>
                  <a:lnTo>
                    <a:pt x="25" y="49"/>
                  </a:lnTo>
                  <a:lnTo>
                    <a:pt x="1" y="97"/>
                  </a:lnTo>
                  <a:lnTo>
                    <a:pt x="25" y="145"/>
                  </a:lnTo>
                  <a:lnTo>
                    <a:pt x="73" y="145"/>
                  </a:lnTo>
                  <a:lnTo>
                    <a:pt x="121" y="121"/>
                  </a:lnTo>
                  <a:lnTo>
                    <a:pt x="121" y="49"/>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8" name="Google Shape;13038;p31"/>
            <p:cNvSpPr/>
            <p:nvPr/>
          </p:nvSpPr>
          <p:spPr>
            <a:xfrm rot="10800000">
              <a:off x="3210647" y="6514315"/>
              <a:ext cx="10286" cy="12411"/>
            </a:xfrm>
            <a:custGeom>
              <a:avLst/>
              <a:gdLst/>
              <a:ahLst/>
              <a:cxnLst/>
              <a:rect l="l" t="t" r="r" b="b"/>
              <a:pathLst>
                <a:path w="121" h="146" extrusionOk="0">
                  <a:moveTo>
                    <a:pt x="49" y="1"/>
                  </a:moveTo>
                  <a:lnTo>
                    <a:pt x="25" y="25"/>
                  </a:lnTo>
                  <a:lnTo>
                    <a:pt x="1" y="49"/>
                  </a:lnTo>
                  <a:lnTo>
                    <a:pt x="25" y="121"/>
                  </a:lnTo>
                  <a:lnTo>
                    <a:pt x="73" y="145"/>
                  </a:lnTo>
                  <a:lnTo>
                    <a:pt x="97" y="121"/>
                  </a:lnTo>
                  <a:lnTo>
                    <a:pt x="121" y="97"/>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9" name="Google Shape;13039;p31"/>
            <p:cNvSpPr/>
            <p:nvPr/>
          </p:nvSpPr>
          <p:spPr>
            <a:xfrm rot="10800000">
              <a:off x="3044887" y="6483628"/>
              <a:ext cx="14366" cy="10371"/>
            </a:xfrm>
            <a:custGeom>
              <a:avLst/>
              <a:gdLst/>
              <a:ahLst/>
              <a:cxnLst/>
              <a:rect l="l" t="t" r="r" b="b"/>
              <a:pathLst>
                <a:path w="169" h="122" extrusionOk="0">
                  <a:moveTo>
                    <a:pt x="97" y="1"/>
                  </a:moveTo>
                  <a:lnTo>
                    <a:pt x="73" y="25"/>
                  </a:lnTo>
                  <a:lnTo>
                    <a:pt x="0" y="121"/>
                  </a:lnTo>
                  <a:lnTo>
                    <a:pt x="73" y="121"/>
                  </a:lnTo>
                  <a:lnTo>
                    <a:pt x="121" y="97"/>
                  </a:lnTo>
                  <a:lnTo>
                    <a:pt x="169" y="49"/>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0" name="Google Shape;13040;p31"/>
            <p:cNvSpPr/>
            <p:nvPr/>
          </p:nvSpPr>
          <p:spPr>
            <a:xfrm rot="10800000">
              <a:off x="3345635" y="6542962"/>
              <a:ext cx="10371" cy="10371"/>
            </a:xfrm>
            <a:custGeom>
              <a:avLst/>
              <a:gdLst/>
              <a:ahLst/>
              <a:cxnLst/>
              <a:rect l="l" t="t" r="r" b="b"/>
              <a:pathLst>
                <a:path w="122" h="122" extrusionOk="0">
                  <a:moveTo>
                    <a:pt x="1" y="1"/>
                  </a:moveTo>
                  <a:lnTo>
                    <a:pt x="1" y="25"/>
                  </a:lnTo>
                  <a:lnTo>
                    <a:pt x="1" y="49"/>
                  </a:lnTo>
                  <a:lnTo>
                    <a:pt x="49" y="97"/>
                  </a:lnTo>
                  <a:lnTo>
                    <a:pt x="97" y="121"/>
                  </a:lnTo>
                  <a:lnTo>
                    <a:pt x="121" y="121"/>
                  </a:lnTo>
                  <a:lnTo>
                    <a:pt x="121" y="97"/>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1" name="Google Shape;13041;p31"/>
            <p:cNvSpPr/>
            <p:nvPr/>
          </p:nvSpPr>
          <p:spPr>
            <a:xfrm rot="10800000">
              <a:off x="3316988" y="6342435"/>
              <a:ext cx="8330" cy="10286"/>
            </a:xfrm>
            <a:custGeom>
              <a:avLst/>
              <a:gdLst/>
              <a:ahLst/>
              <a:cxnLst/>
              <a:rect l="l" t="t" r="r" b="b"/>
              <a:pathLst>
                <a:path w="98" h="121" extrusionOk="0">
                  <a:moveTo>
                    <a:pt x="97" y="0"/>
                  </a:moveTo>
                  <a:lnTo>
                    <a:pt x="25" y="24"/>
                  </a:lnTo>
                  <a:lnTo>
                    <a:pt x="1" y="48"/>
                  </a:lnTo>
                  <a:lnTo>
                    <a:pt x="25" y="72"/>
                  </a:lnTo>
                  <a:lnTo>
                    <a:pt x="49" y="96"/>
                  </a:lnTo>
                  <a:lnTo>
                    <a:pt x="73" y="120"/>
                  </a:lnTo>
                  <a:lnTo>
                    <a:pt x="97" y="96"/>
                  </a:lnTo>
                  <a:lnTo>
                    <a:pt x="97" y="72"/>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2" name="Google Shape;13042;p31"/>
            <p:cNvSpPr/>
            <p:nvPr/>
          </p:nvSpPr>
          <p:spPr>
            <a:xfrm rot="10800000">
              <a:off x="3112381" y="6367001"/>
              <a:ext cx="8245" cy="12326"/>
            </a:xfrm>
            <a:custGeom>
              <a:avLst/>
              <a:gdLst/>
              <a:ahLst/>
              <a:cxnLst/>
              <a:rect l="l" t="t" r="r" b="b"/>
              <a:pathLst>
                <a:path w="97" h="145" extrusionOk="0">
                  <a:moveTo>
                    <a:pt x="24" y="0"/>
                  </a:moveTo>
                  <a:lnTo>
                    <a:pt x="0" y="48"/>
                  </a:lnTo>
                  <a:lnTo>
                    <a:pt x="0" y="72"/>
                  </a:lnTo>
                  <a:lnTo>
                    <a:pt x="24" y="120"/>
                  </a:lnTo>
                  <a:lnTo>
                    <a:pt x="72" y="145"/>
                  </a:lnTo>
                  <a:lnTo>
                    <a:pt x="96" y="145"/>
                  </a:lnTo>
                  <a:lnTo>
                    <a:pt x="96" y="120"/>
                  </a:lnTo>
                  <a:lnTo>
                    <a:pt x="96" y="72"/>
                  </a:lnTo>
                  <a:lnTo>
                    <a:pt x="72"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3" name="Google Shape;13043;p31"/>
            <p:cNvSpPr/>
            <p:nvPr/>
          </p:nvSpPr>
          <p:spPr>
            <a:xfrm rot="10800000">
              <a:off x="3173755" y="6637147"/>
              <a:ext cx="8330" cy="10286"/>
            </a:xfrm>
            <a:custGeom>
              <a:avLst/>
              <a:gdLst/>
              <a:ahLst/>
              <a:cxnLst/>
              <a:rect l="l" t="t" r="r" b="b"/>
              <a:pathLst>
                <a:path w="98" h="121" extrusionOk="0">
                  <a:moveTo>
                    <a:pt x="25" y="0"/>
                  </a:moveTo>
                  <a:lnTo>
                    <a:pt x="1" y="49"/>
                  </a:lnTo>
                  <a:lnTo>
                    <a:pt x="1" y="97"/>
                  </a:lnTo>
                  <a:lnTo>
                    <a:pt x="25" y="121"/>
                  </a:lnTo>
                  <a:lnTo>
                    <a:pt x="73" y="97"/>
                  </a:lnTo>
                  <a:lnTo>
                    <a:pt x="97" y="73"/>
                  </a:lnTo>
                  <a:lnTo>
                    <a:pt x="97" y="25"/>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4" name="Google Shape;13044;p31"/>
            <p:cNvSpPr/>
            <p:nvPr/>
          </p:nvSpPr>
          <p:spPr>
            <a:xfrm rot="10800000">
              <a:off x="3261735" y="6399728"/>
              <a:ext cx="8330" cy="12411"/>
            </a:xfrm>
            <a:custGeom>
              <a:avLst/>
              <a:gdLst/>
              <a:ahLst/>
              <a:cxnLst/>
              <a:rect l="l" t="t" r="r" b="b"/>
              <a:pathLst>
                <a:path w="98" h="146" extrusionOk="0">
                  <a:moveTo>
                    <a:pt x="49" y="1"/>
                  </a:moveTo>
                  <a:lnTo>
                    <a:pt x="25" y="25"/>
                  </a:lnTo>
                  <a:lnTo>
                    <a:pt x="1" y="49"/>
                  </a:lnTo>
                  <a:lnTo>
                    <a:pt x="1" y="97"/>
                  </a:lnTo>
                  <a:lnTo>
                    <a:pt x="25" y="145"/>
                  </a:lnTo>
                  <a:lnTo>
                    <a:pt x="73" y="121"/>
                  </a:lnTo>
                  <a:lnTo>
                    <a:pt x="97" y="73"/>
                  </a:lnTo>
                  <a:lnTo>
                    <a:pt x="97" y="25"/>
                  </a:lnTo>
                  <a:lnTo>
                    <a:pt x="73"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5" name="Google Shape;13045;p31"/>
            <p:cNvSpPr/>
            <p:nvPr/>
          </p:nvSpPr>
          <p:spPr>
            <a:xfrm rot="10800000">
              <a:off x="3194241" y="6323989"/>
              <a:ext cx="12326" cy="8330"/>
            </a:xfrm>
            <a:custGeom>
              <a:avLst/>
              <a:gdLst/>
              <a:ahLst/>
              <a:cxnLst/>
              <a:rect l="l" t="t" r="r" b="b"/>
              <a:pathLst>
                <a:path w="145" h="98" extrusionOk="0">
                  <a:moveTo>
                    <a:pt x="48" y="1"/>
                  </a:moveTo>
                  <a:lnTo>
                    <a:pt x="24" y="25"/>
                  </a:lnTo>
                  <a:lnTo>
                    <a:pt x="0" y="49"/>
                  </a:lnTo>
                  <a:lnTo>
                    <a:pt x="48" y="97"/>
                  </a:lnTo>
                  <a:lnTo>
                    <a:pt x="96" y="97"/>
                  </a:lnTo>
                  <a:lnTo>
                    <a:pt x="120" y="73"/>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6" name="Google Shape;13046;p31"/>
            <p:cNvSpPr/>
            <p:nvPr/>
          </p:nvSpPr>
          <p:spPr>
            <a:xfrm rot="10800000">
              <a:off x="3278141" y="6074414"/>
              <a:ext cx="10286" cy="8245"/>
            </a:xfrm>
            <a:custGeom>
              <a:avLst/>
              <a:gdLst/>
              <a:ahLst/>
              <a:cxnLst/>
              <a:rect l="l" t="t" r="r" b="b"/>
              <a:pathLst>
                <a:path w="121" h="97" extrusionOk="0">
                  <a:moveTo>
                    <a:pt x="48" y="1"/>
                  </a:moveTo>
                  <a:lnTo>
                    <a:pt x="0" y="25"/>
                  </a:lnTo>
                  <a:lnTo>
                    <a:pt x="0" y="49"/>
                  </a:lnTo>
                  <a:lnTo>
                    <a:pt x="24" y="97"/>
                  </a:lnTo>
                  <a:lnTo>
                    <a:pt x="72" y="97"/>
                  </a:lnTo>
                  <a:lnTo>
                    <a:pt x="120" y="73"/>
                  </a:lnTo>
                  <a:lnTo>
                    <a:pt x="120" y="49"/>
                  </a:lnTo>
                  <a:lnTo>
                    <a:pt x="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7" name="Google Shape;13047;p31"/>
            <p:cNvSpPr/>
            <p:nvPr/>
          </p:nvSpPr>
          <p:spPr>
            <a:xfrm rot="10800000">
              <a:off x="3087815" y="6436535"/>
              <a:ext cx="8245" cy="12411"/>
            </a:xfrm>
            <a:custGeom>
              <a:avLst/>
              <a:gdLst/>
              <a:ahLst/>
              <a:cxnLst/>
              <a:rect l="l" t="t" r="r" b="b"/>
              <a:pathLst>
                <a:path w="97" h="146" extrusionOk="0">
                  <a:moveTo>
                    <a:pt x="48" y="1"/>
                  </a:moveTo>
                  <a:lnTo>
                    <a:pt x="24" y="25"/>
                  </a:lnTo>
                  <a:lnTo>
                    <a:pt x="0" y="73"/>
                  </a:lnTo>
                  <a:lnTo>
                    <a:pt x="0" y="121"/>
                  </a:lnTo>
                  <a:lnTo>
                    <a:pt x="24" y="145"/>
                  </a:lnTo>
                  <a:lnTo>
                    <a:pt x="48" y="145"/>
                  </a:lnTo>
                  <a:lnTo>
                    <a:pt x="72" y="121"/>
                  </a:lnTo>
                  <a:lnTo>
                    <a:pt x="96" y="73"/>
                  </a:lnTo>
                  <a:lnTo>
                    <a:pt x="96" y="25"/>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8" name="Google Shape;13048;p31"/>
            <p:cNvSpPr/>
            <p:nvPr/>
          </p:nvSpPr>
          <p:spPr>
            <a:xfrm rot="10800000">
              <a:off x="3478668" y="6471387"/>
              <a:ext cx="8245" cy="10286"/>
            </a:xfrm>
            <a:custGeom>
              <a:avLst/>
              <a:gdLst/>
              <a:ahLst/>
              <a:cxnLst/>
              <a:rect l="l" t="t" r="r" b="b"/>
              <a:pathLst>
                <a:path w="97" h="121" extrusionOk="0">
                  <a:moveTo>
                    <a:pt x="24" y="0"/>
                  </a:moveTo>
                  <a:lnTo>
                    <a:pt x="0" y="49"/>
                  </a:lnTo>
                  <a:lnTo>
                    <a:pt x="0" y="97"/>
                  </a:lnTo>
                  <a:lnTo>
                    <a:pt x="48" y="121"/>
                  </a:lnTo>
                  <a:lnTo>
                    <a:pt x="96" y="97"/>
                  </a:lnTo>
                  <a:lnTo>
                    <a:pt x="96" y="73"/>
                  </a:lnTo>
                  <a:lnTo>
                    <a:pt x="96"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9" name="Google Shape;13049;p31"/>
            <p:cNvSpPr/>
            <p:nvPr/>
          </p:nvSpPr>
          <p:spPr>
            <a:xfrm rot="10800000">
              <a:off x="3308828" y="6258535"/>
              <a:ext cx="14451" cy="6205"/>
            </a:xfrm>
            <a:custGeom>
              <a:avLst/>
              <a:gdLst/>
              <a:ahLst/>
              <a:cxnLst/>
              <a:rect l="l" t="t" r="r" b="b"/>
              <a:pathLst>
                <a:path w="170" h="73" extrusionOk="0">
                  <a:moveTo>
                    <a:pt x="25" y="0"/>
                  </a:moveTo>
                  <a:lnTo>
                    <a:pt x="1" y="24"/>
                  </a:lnTo>
                  <a:lnTo>
                    <a:pt x="1" y="48"/>
                  </a:lnTo>
                  <a:lnTo>
                    <a:pt x="25" y="72"/>
                  </a:lnTo>
                  <a:lnTo>
                    <a:pt x="169" y="72"/>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0" name="Google Shape;13050;p31"/>
            <p:cNvSpPr/>
            <p:nvPr/>
          </p:nvSpPr>
          <p:spPr>
            <a:xfrm rot="10800000">
              <a:off x="2987594" y="6487708"/>
              <a:ext cx="8245" cy="12411"/>
            </a:xfrm>
            <a:custGeom>
              <a:avLst/>
              <a:gdLst/>
              <a:ahLst/>
              <a:cxnLst/>
              <a:rect l="l" t="t" r="r" b="b"/>
              <a:pathLst>
                <a:path w="97" h="146" extrusionOk="0">
                  <a:moveTo>
                    <a:pt x="49" y="1"/>
                  </a:moveTo>
                  <a:lnTo>
                    <a:pt x="25" y="25"/>
                  </a:lnTo>
                  <a:lnTo>
                    <a:pt x="1" y="97"/>
                  </a:lnTo>
                  <a:lnTo>
                    <a:pt x="49" y="145"/>
                  </a:lnTo>
                  <a:lnTo>
                    <a:pt x="73" y="121"/>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1" name="Google Shape;13051;p31"/>
            <p:cNvSpPr/>
            <p:nvPr/>
          </p:nvSpPr>
          <p:spPr>
            <a:xfrm rot="10800000">
              <a:off x="3278141" y="6495954"/>
              <a:ext cx="6205" cy="12326"/>
            </a:xfrm>
            <a:custGeom>
              <a:avLst/>
              <a:gdLst/>
              <a:ahLst/>
              <a:cxnLst/>
              <a:rect l="l" t="t" r="r" b="b"/>
              <a:pathLst>
                <a:path w="73" h="145" extrusionOk="0">
                  <a:moveTo>
                    <a:pt x="24" y="0"/>
                  </a:moveTo>
                  <a:lnTo>
                    <a:pt x="0" y="25"/>
                  </a:lnTo>
                  <a:lnTo>
                    <a:pt x="0" y="97"/>
                  </a:lnTo>
                  <a:lnTo>
                    <a:pt x="0" y="121"/>
                  </a:lnTo>
                  <a:lnTo>
                    <a:pt x="48" y="145"/>
                  </a:lnTo>
                  <a:lnTo>
                    <a:pt x="72" y="121"/>
                  </a:lnTo>
                  <a:lnTo>
                    <a:pt x="72" y="73"/>
                  </a:lnTo>
                  <a:lnTo>
                    <a:pt x="72" y="25"/>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2" name="Google Shape;13052;p31"/>
            <p:cNvSpPr/>
            <p:nvPr/>
          </p:nvSpPr>
          <p:spPr>
            <a:xfrm rot="10800000">
              <a:off x="3057128" y="6340395"/>
              <a:ext cx="8245" cy="10286"/>
            </a:xfrm>
            <a:custGeom>
              <a:avLst/>
              <a:gdLst/>
              <a:ahLst/>
              <a:cxnLst/>
              <a:rect l="l" t="t" r="r" b="b"/>
              <a:pathLst>
                <a:path w="97" h="121" extrusionOk="0">
                  <a:moveTo>
                    <a:pt x="48" y="0"/>
                  </a:moveTo>
                  <a:lnTo>
                    <a:pt x="24" y="24"/>
                  </a:lnTo>
                  <a:lnTo>
                    <a:pt x="0" y="48"/>
                  </a:lnTo>
                  <a:lnTo>
                    <a:pt x="0" y="96"/>
                  </a:lnTo>
                  <a:lnTo>
                    <a:pt x="48" y="120"/>
                  </a:lnTo>
                  <a:lnTo>
                    <a:pt x="72" y="96"/>
                  </a:lnTo>
                  <a:lnTo>
                    <a:pt x="96" y="72"/>
                  </a:lnTo>
                  <a:lnTo>
                    <a:pt x="72"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3" name="Google Shape;13053;p31"/>
            <p:cNvSpPr/>
            <p:nvPr/>
          </p:nvSpPr>
          <p:spPr>
            <a:xfrm rot="10800000">
              <a:off x="3169674" y="6303588"/>
              <a:ext cx="10286" cy="8245"/>
            </a:xfrm>
            <a:custGeom>
              <a:avLst/>
              <a:gdLst/>
              <a:ahLst/>
              <a:cxnLst/>
              <a:rect l="l" t="t" r="r" b="b"/>
              <a:pathLst>
                <a:path w="121" h="97" extrusionOk="0">
                  <a:moveTo>
                    <a:pt x="72" y="0"/>
                  </a:moveTo>
                  <a:lnTo>
                    <a:pt x="24" y="25"/>
                  </a:lnTo>
                  <a:lnTo>
                    <a:pt x="0" y="49"/>
                  </a:lnTo>
                  <a:lnTo>
                    <a:pt x="24" y="73"/>
                  </a:lnTo>
                  <a:lnTo>
                    <a:pt x="48" y="97"/>
                  </a:lnTo>
                  <a:lnTo>
                    <a:pt x="96" y="73"/>
                  </a:lnTo>
                  <a:lnTo>
                    <a:pt x="120" y="49"/>
                  </a:lnTo>
                  <a:lnTo>
                    <a:pt x="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4" name="Google Shape;13054;p31"/>
            <p:cNvSpPr/>
            <p:nvPr/>
          </p:nvSpPr>
          <p:spPr>
            <a:xfrm rot="10800000">
              <a:off x="3173755" y="5992554"/>
              <a:ext cx="10371" cy="8245"/>
            </a:xfrm>
            <a:custGeom>
              <a:avLst/>
              <a:gdLst/>
              <a:ahLst/>
              <a:cxnLst/>
              <a:rect l="l" t="t" r="r" b="b"/>
              <a:pathLst>
                <a:path w="122" h="97" extrusionOk="0">
                  <a:moveTo>
                    <a:pt x="73" y="1"/>
                  </a:moveTo>
                  <a:lnTo>
                    <a:pt x="25" y="25"/>
                  </a:lnTo>
                  <a:lnTo>
                    <a:pt x="1" y="49"/>
                  </a:lnTo>
                  <a:lnTo>
                    <a:pt x="25" y="97"/>
                  </a:lnTo>
                  <a:lnTo>
                    <a:pt x="73" y="97"/>
                  </a:lnTo>
                  <a:lnTo>
                    <a:pt x="97" y="73"/>
                  </a:lnTo>
                  <a:lnTo>
                    <a:pt x="121"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5" name="Google Shape;13055;p31"/>
            <p:cNvSpPr/>
            <p:nvPr/>
          </p:nvSpPr>
          <p:spPr>
            <a:xfrm rot="10800000">
              <a:off x="3331354" y="6649388"/>
              <a:ext cx="8245" cy="6205"/>
            </a:xfrm>
            <a:custGeom>
              <a:avLst/>
              <a:gdLst/>
              <a:ahLst/>
              <a:cxnLst/>
              <a:rect l="l" t="t" r="r" b="b"/>
              <a:pathLst>
                <a:path w="97" h="73" extrusionOk="0">
                  <a:moveTo>
                    <a:pt x="0" y="0"/>
                  </a:moveTo>
                  <a:lnTo>
                    <a:pt x="0" y="24"/>
                  </a:lnTo>
                  <a:lnTo>
                    <a:pt x="24" y="72"/>
                  </a:lnTo>
                  <a:lnTo>
                    <a:pt x="97" y="72"/>
                  </a:lnTo>
                  <a:lnTo>
                    <a:pt x="97" y="48"/>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6" name="Google Shape;13056;p31"/>
            <p:cNvSpPr/>
            <p:nvPr/>
          </p:nvSpPr>
          <p:spPr>
            <a:xfrm rot="10800000">
              <a:off x="3220847" y="6647348"/>
              <a:ext cx="10286" cy="8245"/>
            </a:xfrm>
            <a:custGeom>
              <a:avLst/>
              <a:gdLst/>
              <a:ahLst/>
              <a:cxnLst/>
              <a:rect l="l" t="t" r="r" b="b"/>
              <a:pathLst>
                <a:path w="121" h="97" extrusionOk="0">
                  <a:moveTo>
                    <a:pt x="48" y="0"/>
                  </a:moveTo>
                  <a:lnTo>
                    <a:pt x="0" y="24"/>
                  </a:lnTo>
                  <a:lnTo>
                    <a:pt x="0" y="48"/>
                  </a:lnTo>
                  <a:lnTo>
                    <a:pt x="48" y="96"/>
                  </a:lnTo>
                  <a:lnTo>
                    <a:pt x="96" y="96"/>
                  </a:lnTo>
                  <a:lnTo>
                    <a:pt x="121" y="72"/>
                  </a:lnTo>
                  <a:lnTo>
                    <a:pt x="121"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7" name="Google Shape;13057;p31"/>
            <p:cNvSpPr/>
            <p:nvPr/>
          </p:nvSpPr>
          <p:spPr>
            <a:xfrm rot="10800000">
              <a:off x="3300667" y="6637147"/>
              <a:ext cx="10286" cy="10286"/>
            </a:xfrm>
            <a:custGeom>
              <a:avLst/>
              <a:gdLst/>
              <a:ahLst/>
              <a:cxnLst/>
              <a:rect l="l" t="t" r="r" b="b"/>
              <a:pathLst>
                <a:path w="121" h="121" extrusionOk="0">
                  <a:moveTo>
                    <a:pt x="48" y="0"/>
                  </a:moveTo>
                  <a:lnTo>
                    <a:pt x="0" y="25"/>
                  </a:lnTo>
                  <a:lnTo>
                    <a:pt x="0" y="73"/>
                  </a:lnTo>
                  <a:lnTo>
                    <a:pt x="24" y="97"/>
                  </a:lnTo>
                  <a:lnTo>
                    <a:pt x="48" y="121"/>
                  </a:lnTo>
                  <a:lnTo>
                    <a:pt x="97" y="97"/>
                  </a:lnTo>
                  <a:lnTo>
                    <a:pt x="121" y="73"/>
                  </a:lnTo>
                  <a:lnTo>
                    <a:pt x="97" y="25"/>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8" name="Google Shape;13058;p31"/>
            <p:cNvSpPr/>
            <p:nvPr/>
          </p:nvSpPr>
          <p:spPr>
            <a:xfrm rot="10800000">
              <a:off x="2950702" y="6555287"/>
              <a:ext cx="8330" cy="8245"/>
            </a:xfrm>
            <a:custGeom>
              <a:avLst/>
              <a:gdLst/>
              <a:ahLst/>
              <a:cxnLst/>
              <a:rect l="l" t="t" r="r" b="b"/>
              <a:pathLst>
                <a:path w="98" h="97" extrusionOk="0">
                  <a:moveTo>
                    <a:pt x="25" y="0"/>
                  </a:moveTo>
                  <a:lnTo>
                    <a:pt x="1" y="25"/>
                  </a:lnTo>
                  <a:lnTo>
                    <a:pt x="25" y="73"/>
                  </a:lnTo>
                  <a:lnTo>
                    <a:pt x="49" y="97"/>
                  </a:lnTo>
                  <a:lnTo>
                    <a:pt x="73" y="97"/>
                  </a:lnTo>
                  <a:lnTo>
                    <a:pt x="97" y="73"/>
                  </a:lnTo>
                  <a:lnTo>
                    <a:pt x="73" y="25"/>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9" name="Google Shape;13059;p31"/>
            <p:cNvSpPr/>
            <p:nvPr/>
          </p:nvSpPr>
          <p:spPr>
            <a:xfrm rot="10800000">
              <a:off x="3284261" y="6309708"/>
              <a:ext cx="6205" cy="6205"/>
            </a:xfrm>
            <a:custGeom>
              <a:avLst/>
              <a:gdLst/>
              <a:ahLst/>
              <a:cxnLst/>
              <a:rect l="l" t="t" r="r" b="b"/>
              <a:pathLst>
                <a:path w="73" h="73" extrusionOk="0">
                  <a:moveTo>
                    <a:pt x="0" y="0"/>
                  </a:moveTo>
                  <a:lnTo>
                    <a:pt x="0" y="48"/>
                  </a:lnTo>
                  <a:lnTo>
                    <a:pt x="0" y="73"/>
                  </a:lnTo>
                  <a:lnTo>
                    <a:pt x="72" y="73"/>
                  </a:lnTo>
                  <a:lnTo>
                    <a:pt x="72"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0" name="Google Shape;13060;p31"/>
            <p:cNvSpPr/>
            <p:nvPr/>
          </p:nvSpPr>
          <p:spPr>
            <a:xfrm rot="10800000">
              <a:off x="3007995" y="6313788"/>
              <a:ext cx="8330" cy="8245"/>
            </a:xfrm>
            <a:custGeom>
              <a:avLst/>
              <a:gdLst/>
              <a:ahLst/>
              <a:cxnLst/>
              <a:rect l="l" t="t" r="r" b="b"/>
              <a:pathLst>
                <a:path w="98" h="97" extrusionOk="0">
                  <a:moveTo>
                    <a:pt x="49" y="0"/>
                  </a:moveTo>
                  <a:lnTo>
                    <a:pt x="1" y="24"/>
                  </a:lnTo>
                  <a:lnTo>
                    <a:pt x="1" y="48"/>
                  </a:lnTo>
                  <a:lnTo>
                    <a:pt x="1" y="72"/>
                  </a:lnTo>
                  <a:lnTo>
                    <a:pt x="25" y="96"/>
                  </a:lnTo>
                  <a:lnTo>
                    <a:pt x="73" y="72"/>
                  </a:lnTo>
                  <a:lnTo>
                    <a:pt x="97"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1" name="Google Shape;13061;p31"/>
            <p:cNvSpPr/>
            <p:nvPr/>
          </p:nvSpPr>
          <p:spPr>
            <a:xfrm rot="10800000">
              <a:off x="2960987" y="6487708"/>
              <a:ext cx="8245" cy="8330"/>
            </a:xfrm>
            <a:custGeom>
              <a:avLst/>
              <a:gdLst/>
              <a:ahLst/>
              <a:cxnLst/>
              <a:rect l="l" t="t" r="r" b="b"/>
              <a:pathLst>
                <a:path w="97" h="98" extrusionOk="0">
                  <a:moveTo>
                    <a:pt x="25" y="1"/>
                  </a:moveTo>
                  <a:lnTo>
                    <a:pt x="1" y="25"/>
                  </a:lnTo>
                  <a:lnTo>
                    <a:pt x="1" y="49"/>
                  </a:lnTo>
                  <a:lnTo>
                    <a:pt x="25" y="97"/>
                  </a:lnTo>
                  <a:lnTo>
                    <a:pt x="73" y="97"/>
                  </a:lnTo>
                  <a:lnTo>
                    <a:pt x="97"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2" name="Google Shape;13062;p31"/>
            <p:cNvSpPr/>
            <p:nvPr/>
          </p:nvSpPr>
          <p:spPr>
            <a:xfrm rot="10800000">
              <a:off x="3411174" y="6598215"/>
              <a:ext cx="8245" cy="6205"/>
            </a:xfrm>
            <a:custGeom>
              <a:avLst/>
              <a:gdLst/>
              <a:ahLst/>
              <a:cxnLst/>
              <a:rect l="l" t="t" r="r" b="b"/>
              <a:pathLst>
                <a:path w="97" h="73" extrusionOk="0">
                  <a:moveTo>
                    <a:pt x="25" y="0"/>
                  </a:moveTo>
                  <a:lnTo>
                    <a:pt x="0" y="24"/>
                  </a:lnTo>
                  <a:lnTo>
                    <a:pt x="25" y="48"/>
                  </a:lnTo>
                  <a:lnTo>
                    <a:pt x="49" y="72"/>
                  </a:lnTo>
                  <a:lnTo>
                    <a:pt x="73" y="72"/>
                  </a:lnTo>
                  <a:lnTo>
                    <a:pt x="97"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3" name="Google Shape;13063;p31"/>
            <p:cNvSpPr/>
            <p:nvPr/>
          </p:nvSpPr>
          <p:spPr>
            <a:xfrm rot="10800000">
              <a:off x="3081694" y="6211442"/>
              <a:ext cx="8245" cy="8330"/>
            </a:xfrm>
            <a:custGeom>
              <a:avLst/>
              <a:gdLst/>
              <a:ahLst/>
              <a:cxnLst/>
              <a:rect l="l" t="t" r="r" b="b"/>
              <a:pathLst>
                <a:path w="97" h="98" extrusionOk="0">
                  <a:moveTo>
                    <a:pt x="0" y="1"/>
                  </a:moveTo>
                  <a:lnTo>
                    <a:pt x="24" y="49"/>
                  </a:lnTo>
                  <a:lnTo>
                    <a:pt x="48" y="73"/>
                  </a:lnTo>
                  <a:lnTo>
                    <a:pt x="72" y="97"/>
                  </a:lnTo>
                  <a:lnTo>
                    <a:pt x="97" y="73"/>
                  </a:lnTo>
                  <a:lnTo>
                    <a:pt x="97" y="2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4" name="Google Shape;13064;p31"/>
            <p:cNvSpPr/>
            <p:nvPr/>
          </p:nvSpPr>
          <p:spPr>
            <a:xfrm rot="10800000">
              <a:off x="3116461" y="6283101"/>
              <a:ext cx="6205" cy="6205"/>
            </a:xfrm>
            <a:custGeom>
              <a:avLst/>
              <a:gdLst/>
              <a:ahLst/>
              <a:cxnLst/>
              <a:rect l="l" t="t" r="r" b="b"/>
              <a:pathLst>
                <a:path w="73" h="73" extrusionOk="0">
                  <a:moveTo>
                    <a:pt x="48" y="0"/>
                  </a:moveTo>
                  <a:lnTo>
                    <a:pt x="0" y="24"/>
                  </a:lnTo>
                  <a:lnTo>
                    <a:pt x="0" y="48"/>
                  </a:lnTo>
                  <a:lnTo>
                    <a:pt x="24" y="73"/>
                  </a:lnTo>
                  <a:lnTo>
                    <a:pt x="48" y="48"/>
                  </a:lnTo>
                  <a:lnTo>
                    <a:pt x="72" y="24"/>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5" name="Google Shape;13065;p31"/>
            <p:cNvSpPr/>
            <p:nvPr/>
          </p:nvSpPr>
          <p:spPr>
            <a:xfrm rot="10800000">
              <a:off x="3108301" y="6461102"/>
              <a:ext cx="8245" cy="6290"/>
            </a:xfrm>
            <a:custGeom>
              <a:avLst/>
              <a:gdLst/>
              <a:ahLst/>
              <a:cxnLst/>
              <a:rect l="l" t="t" r="r" b="b"/>
              <a:pathLst>
                <a:path w="97" h="74" extrusionOk="0">
                  <a:moveTo>
                    <a:pt x="0" y="1"/>
                  </a:moveTo>
                  <a:lnTo>
                    <a:pt x="0" y="49"/>
                  </a:lnTo>
                  <a:lnTo>
                    <a:pt x="0" y="73"/>
                  </a:lnTo>
                  <a:lnTo>
                    <a:pt x="73" y="73"/>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6" name="Google Shape;13066;p31"/>
            <p:cNvSpPr/>
            <p:nvPr/>
          </p:nvSpPr>
          <p:spPr>
            <a:xfrm rot="10800000">
              <a:off x="3470507" y="6440701"/>
              <a:ext cx="6205" cy="8245"/>
            </a:xfrm>
            <a:custGeom>
              <a:avLst/>
              <a:gdLst/>
              <a:ahLst/>
              <a:cxnLst/>
              <a:rect l="l" t="t" r="r" b="b"/>
              <a:pathLst>
                <a:path w="73" h="97" extrusionOk="0">
                  <a:moveTo>
                    <a:pt x="24" y="1"/>
                  </a:moveTo>
                  <a:lnTo>
                    <a:pt x="0" y="25"/>
                  </a:lnTo>
                  <a:lnTo>
                    <a:pt x="0" y="49"/>
                  </a:lnTo>
                  <a:lnTo>
                    <a:pt x="0" y="73"/>
                  </a:lnTo>
                  <a:lnTo>
                    <a:pt x="49" y="97"/>
                  </a:lnTo>
                  <a:lnTo>
                    <a:pt x="73" y="73"/>
                  </a:lnTo>
                  <a:lnTo>
                    <a:pt x="73" y="49"/>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7" name="Google Shape;13067;p31"/>
            <p:cNvSpPr/>
            <p:nvPr/>
          </p:nvSpPr>
          <p:spPr>
            <a:xfrm rot="10800000">
              <a:off x="3278141" y="6643267"/>
              <a:ext cx="8245" cy="8245"/>
            </a:xfrm>
            <a:custGeom>
              <a:avLst/>
              <a:gdLst/>
              <a:ahLst/>
              <a:cxnLst/>
              <a:rect l="l" t="t" r="r" b="b"/>
              <a:pathLst>
                <a:path w="97" h="97" extrusionOk="0">
                  <a:moveTo>
                    <a:pt x="72" y="0"/>
                  </a:moveTo>
                  <a:lnTo>
                    <a:pt x="48" y="24"/>
                  </a:lnTo>
                  <a:lnTo>
                    <a:pt x="0" y="48"/>
                  </a:lnTo>
                  <a:lnTo>
                    <a:pt x="0" y="73"/>
                  </a:lnTo>
                  <a:lnTo>
                    <a:pt x="24" y="97"/>
                  </a:lnTo>
                  <a:lnTo>
                    <a:pt x="48" y="97"/>
                  </a:lnTo>
                  <a:lnTo>
                    <a:pt x="96" y="73"/>
                  </a:lnTo>
                  <a:lnTo>
                    <a:pt x="96" y="48"/>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8" name="Google Shape;13068;p31"/>
            <p:cNvSpPr/>
            <p:nvPr/>
          </p:nvSpPr>
          <p:spPr>
            <a:xfrm rot="10800000">
              <a:off x="3044887" y="6291262"/>
              <a:ext cx="6205" cy="6205"/>
            </a:xfrm>
            <a:custGeom>
              <a:avLst/>
              <a:gdLst/>
              <a:ahLst/>
              <a:cxnLst/>
              <a:rect l="l" t="t" r="r" b="b"/>
              <a:pathLst>
                <a:path w="73" h="73" extrusionOk="0">
                  <a:moveTo>
                    <a:pt x="1" y="0"/>
                  </a:moveTo>
                  <a:lnTo>
                    <a:pt x="1" y="24"/>
                  </a:lnTo>
                  <a:lnTo>
                    <a:pt x="25" y="72"/>
                  </a:lnTo>
                  <a:lnTo>
                    <a:pt x="49" y="72"/>
                  </a:lnTo>
                  <a:lnTo>
                    <a:pt x="73" y="48"/>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9" name="Google Shape;13069;p31"/>
            <p:cNvSpPr/>
            <p:nvPr/>
          </p:nvSpPr>
          <p:spPr>
            <a:xfrm rot="10800000">
              <a:off x="3276101" y="6401768"/>
              <a:ext cx="8245" cy="8330"/>
            </a:xfrm>
            <a:custGeom>
              <a:avLst/>
              <a:gdLst/>
              <a:ahLst/>
              <a:cxnLst/>
              <a:rect l="l" t="t" r="r" b="b"/>
              <a:pathLst>
                <a:path w="97" h="98" extrusionOk="0">
                  <a:moveTo>
                    <a:pt x="48" y="1"/>
                  </a:moveTo>
                  <a:lnTo>
                    <a:pt x="0" y="25"/>
                  </a:lnTo>
                  <a:lnTo>
                    <a:pt x="0" y="49"/>
                  </a:lnTo>
                  <a:lnTo>
                    <a:pt x="24" y="97"/>
                  </a:lnTo>
                  <a:lnTo>
                    <a:pt x="72" y="97"/>
                  </a:lnTo>
                  <a:lnTo>
                    <a:pt x="97" y="73"/>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0" name="Google Shape;13070;p31"/>
            <p:cNvSpPr/>
            <p:nvPr/>
          </p:nvSpPr>
          <p:spPr>
            <a:xfrm rot="10800000">
              <a:off x="3124707" y="6401768"/>
              <a:ext cx="8245" cy="8330"/>
            </a:xfrm>
            <a:custGeom>
              <a:avLst/>
              <a:gdLst/>
              <a:ahLst/>
              <a:cxnLst/>
              <a:rect l="l" t="t" r="r" b="b"/>
              <a:pathLst>
                <a:path w="97" h="98" extrusionOk="0">
                  <a:moveTo>
                    <a:pt x="25" y="1"/>
                  </a:moveTo>
                  <a:lnTo>
                    <a:pt x="1" y="49"/>
                  </a:lnTo>
                  <a:lnTo>
                    <a:pt x="1" y="73"/>
                  </a:lnTo>
                  <a:lnTo>
                    <a:pt x="49" y="97"/>
                  </a:lnTo>
                  <a:lnTo>
                    <a:pt x="97" y="97"/>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1" name="Google Shape;13071;p31"/>
            <p:cNvSpPr/>
            <p:nvPr/>
          </p:nvSpPr>
          <p:spPr>
            <a:xfrm rot="10800000">
              <a:off x="3151228" y="6321949"/>
              <a:ext cx="8330" cy="6290"/>
            </a:xfrm>
            <a:custGeom>
              <a:avLst/>
              <a:gdLst/>
              <a:ahLst/>
              <a:cxnLst/>
              <a:rect l="l" t="t" r="r" b="b"/>
              <a:pathLst>
                <a:path w="98" h="74" extrusionOk="0">
                  <a:moveTo>
                    <a:pt x="49" y="1"/>
                  </a:moveTo>
                  <a:lnTo>
                    <a:pt x="25" y="25"/>
                  </a:lnTo>
                  <a:lnTo>
                    <a:pt x="1" y="49"/>
                  </a:lnTo>
                  <a:lnTo>
                    <a:pt x="25" y="73"/>
                  </a:lnTo>
                  <a:lnTo>
                    <a:pt x="97" y="73"/>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2" name="Google Shape;13072;p31"/>
            <p:cNvSpPr/>
            <p:nvPr/>
          </p:nvSpPr>
          <p:spPr>
            <a:xfrm rot="10800000">
              <a:off x="3278141" y="6123462"/>
              <a:ext cx="6205" cy="8330"/>
            </a:xfrm>
            <a:custGeom>
              <a:avLst/>
              <a:gdLst/>
              <a:ahLst/>
              <a:cxnLst/>
              <a:rect l="l" t="t" r="r" b="b"/>
              <a:pathLst>
                <a:path w="73" h="98" extrusionOk="0">
                  <a:moveTo>
                    <a:pt x="24" y="1"/>
                  </a:moveTo>
                  <a:lnTo>
                    <a:pt x="0" y="25"/>
                  </a:lnTo>
                  <a:lnTo>
                    <a:pt x="0" y="73"/>
                  </a:lnTo>
                  <a:lnTo>
                    <a:pt x="24" y="97"/>
                  </a:lnTo>
                  <a:lnTo>
                    <a:pt x="72" y="97"/>
                  </a:lnTo>
                  <a:lnTo>
                    <a:pt x="72" y="73"/>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3" name="Google Shape;13073;p31"/>
            <p:cNvSpPr/>
            <p:nvPr/>
          </p:nvSpPr>
          <p:spPr>
            <a:xfrm rot="10800000">
              <a:off x="3368161" y="6491789"/>
              <a:ext cx="6205" cy="8330"/>
            </a:xfrm>
            <a:custGeom>
              <a:avLst/>
              <a:gdLst/>
              <a:ahLst/>
              <a:cxnLst/>
              <a:rect l="l" t="t" r="r" b="b"/>
              <a:pathLst>
                <a:path w="73" h="98" extrusionOk="0">
                  <a:moveTo>
                    <a:pt x="24" y="1"/>
                  </a:moveTo>
                  <a:lnTo>
                    <a:pt x="0" y="25"/>
                  </a:lnTo>
                  <a:lnTo>
                    <a:pt x="0" y="73"/>
                  </a:lnTo>
                  <a:lnTo>
                    <a:pt x="24" y="97"/>
                  </a:lnTo>
                  <a:lnTo>
                    <a:pt x="72" y="73"/>
                  </a:lnTo>
                  <a:lnTo>
                    <a:pt x="72" y="49"/>
                  </a:lnTo>
                  <a:lnTo>
                    <a:pt x="72"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4" name="Google Shape;13074;p31"/>
            <p:cNvSpPr/>
            <p:nvPr/>
          </p:nvSpPr>
          <p:spPr>
            <a:xfrm rot="10800000">
              <a:off x="3456141" y="6452941"/>
              <a:ext cx="6290" cy="8245"/>
            </a:xfrm>
            <a:custGeom>
              <a:avLst/>
              <a:gdLst/>
              <a:ahLst/>
              <a:cxnLst/>
              <a:rect l="l" t="t" r="r" b="b"/>
              <a:pathLst>
                <a:path w="74" h="97" extrusionOk="0">
                  <a:moveTo>
                    <a:pt x="49" y="0"/>
                  </a:moveTo>
                  <a:lnTo>
                    <a:pt x="1" y="24"/>
                  </a:lnTo>
                  <a:lnTo>
                    <a:pt x="1" y="72"/>
                  </a:lnTo>
                  <a:lnTo>
                    <a:pt x="1" y="96"/>
                  </a:lnTo>
                  <a:lnTo>
                    <a:pt x="25" y="96"/>
                  </a:lnTo>
                  <a:lnTo>
                    <a:pt x="49" y="72"/>
                  </a:lnTo>
                  <a:lnTo>
                    <a:pt x="73" y="48"/>
                  </a:lnTo>
                  <a:lnTo>
                    <a:pt x="49"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5" name="Google Shape;13075;p31"/>
            <p:cNvSpPr/>
            <p:nvPr/>
          </p:nvSpPr>
          <p:spPr>
            <a:xfrm rot="10800000">
              <a:off x="3212687" y="6444781"/>
              <a:ext cx="8245" cy="6205"/>
            </a:xfrm>
            <a:custGeom>
              <a:avLst/>
              <a:gdLst/>
              <a:ahLst/>
              <a:cxnLst/>
              <a:rect l="l" t="t" r="r" b="b"/>
              <a:pathLst>
                <a:path w="97" h="73" extrusionOk="0">
                  <a:moveTo>
                    <a:pt x="49" y="1"/>
                  </a:moveTo>
                  <a:lnTo>
                    <a:pt x="25" y="25"/>
                  </a:lnTo>
                  <a:lnTo>
                    <a:pt x="1" y="49"/>
                  </a:lnTo>
                  <a:lnTo>
                    <a:pt x="25" y="73"/>
                  </a:lnTo>
                  <a:lnTo>
                    <a:pt x="49" y="73"/>
                  </a:lnTo>
                  <a:lnTo>
                    <a:pt x="97" y="49"/>
                  </a:lnTo>
                  <a:lnTo>
                    <a:pt x="97"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6" name="Google Shape;13076;p31"/>
            <p:cNvSpPr/>
            <p:nvPr/>
          </p:nvSpPr>
          <p:spPr>
            <a:xfrm rot="10800000">
              <a:off x="3149188" y="6440701"/>
              <a:ext cx="6290" cy="8245"/>
            </a:xfrm>
            <a:custGeom>
              <a:avLst/>
              <a:gdLst/>
              <a:ahLst/>
              <a:cxnLst/>
              <a:rect l="l" t="t" r="r" b="b"/>
              <a:pathLst>
                <a:path w="74" h="97" extrusionOk="0">
                  <a:moveTo>
                    <a:pt x="25" y="1"/>
                  </a:moveTo>
                  <a:lnTo>
                    <a:pt x="25" y="25"/>
                  </a:lnTo>
                  <a:lnTo>
                    <a:pt x="1" y="73"/>
                  </a:lnTo>
                  <a:lnTo>
                    <a:pt x="25" y="97"/>
                  </a:lnTo>
                  <a:lnTo>
                    <a:pt x="49" y="97"/>
                  </a:lnTo>
                  <a:lnTo>
                    <a:pt x="73" y="73"/>
                  </a:lnTo>
                  <a:lnTo>
                    <a:pt x="73"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7" name="Google Shape;13077;p31"/>
            <p:cNvSpPr/>
            <p:nvPr/>
          </p:nvSpPr>
          <p:spPr>
            <a:xfrm rot="10800000">
              <a:off x="3337474" y="6399728"/>
              <a:ext cx="4165" cy="6205"/>
            </a:xfrm>
            <a:custGeom>
              <a:avLst/>
              <a:gdLst/>
              <a:ahLst/>
              <a:cxnLst/>
              <a:rect l="l" t="t" r="r" b="b"/>
              <a:pathLst>
                <a:path w="49" h="73" extrusionOk="0">
                  <a:moveTo>
                    <a:pt x="24" y="0"/>
                  </a:moveTo>
                  <a:lnTo>
                    <a:pt x="0" y="24"/>
                  </a:lnTo>
                  <a:lnTo>
                    <a:pt x="0" y="48"/>
                  </a:lnTo>
                  <a:lnTo>
                    <a:pt x="24" y="72"/>
                  </a:lnTo>
                  <a:lnTo>
                    <a:pt x="48" y="48"/>
                  </a:lnTo>
                  <a:lnTo>
                    <a:pt x="48" y="24"/>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8" name="Google Shape;13078;p31"/>
            <p:cNvSpPr/>
            <p:nvPr/>
          </p:nvSpPr>
          <p:spPr>
            <a:xfrm rot="10800000">
              <a:off x="3466427" y="6367001"/>
              <a:ext cx="6205" cy="6205"/>
            </a:xfrm>
            <a:custGeom>
              <a:avLst/>
              <a:gdLst/>
              <a:ahLst/>
              <a:cxnLst/>
              <a:rect l="l" t="t" r="r" b="b"/>
              <a:pathLst>
                <a:path w="73" h="73" extrusionOk="0">
                  <a:moveTo>
                    <a:pt x="25" y="0"/>
                  </a:moveTo>
                  <a:lnTo>
                    <a:pt x="1" y="24"/>
                  </a:lnTo>
                  <a:lnTo>
                    <a:pt x="1" y="48"/>
                  </a:lnTo>
                  <a:lnTo>
                    <a:pt x="25" y="73"/>
                  </a:lnTo>
                  <a:lnTo>
                    <a:pt x="73" y="73"/>
                  </a:lnTo>
                  <a:lnTo>
                    <a:pt x="73"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9" name="Google Shape;13079;p31"/>
            <p:cNvSpPr/>
            <p:nvPr/>
          </p:nvSpPr>
          <p:spPr>
            <a:xfrm rot="10800000">
              <a:off x="3141028" y="6248334"/>
              <a:ext cx="8245" cy="6205"/>
            </a:xfrm>
            <a:custGeom>
              <a:avLst/>
              <a:gdLst/>
              <a:ahLst/>
              <a:cxnLst/>
              <a:rect l="l" t="t" r="r" b="b"/>
              <a:pathLst>
                <a:path w="97" h="73" extrusionOk="0">
                  <a:moveTo>
                    <a:pt x="24" y="1"/>
                  </a:moveTo>
                  <a:lnTo>
                    <a:pt x="0" y="25"/>
                  </a:lnTo>
                  <a:lnTo>
                    <a:pt x="0" y="49"/>
                  </a:lnTo>
                  <a:lnTo>
                    <a:pt x="48" y="73"/>
                  </a:lnTo>
                  <a:lnTo>
                    <a:pt x="72" y="73"/>
                  </a:lnTo>
                  <a:lnTo>
                    <a:pt x="96" y="49"/>
                  </a:lnTo>
                  <a:lnTo>
                    <a:pt x="96"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0" name="Google Shape;13080;p31"/>
            <p:cNvSpPr/>
            <p:nvPr/>
          </p:nvSpPr>
          <p:spPr>
            <a:xfrm rot="10800000">
              <a:off x="3005955" y="6240089"/>
              <a:ext cx="8330" cy="6290"/>
            </a:xfrm>
            <a:custGeom>
              <a:avLst/>
              <a:gdLst/>
              <a:ahLst/>
              <a:cxnLst/>
              <a:rect l="l" t="t" r="r" b="b"/>
              <a:pathLst>
                <a:path w="98" h="74" extrusionOk="0">
                  <a:moveTo>
                    <a:pt x="49" y="1"/>
                  </a:moveTo>
                  <a:lnTo>
                    <a:pt x="25" y="25"/>
                  </a:lnTo>
                  <a:lnTo>
                    <a:pt x="1" y="25"/>
                  </a:lnTo>
                  <a:lnTo>
                    <a:pt x="25" y="73"/>
                  </a:lnTo>
                  <a:lnTo>
                    <a:pt x="73" y="73"/>
                  </a:lnTo>
                  <a:lnTo>
                    <a:pt x="97" y="49"/>
                  </a:lnTo>
                  <a:lnTo>
                    <a:pt x="97"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1" name="Google Shape;13081;p31"/>
            <p:cNvSpPr/>
            <p:nvPr/>
          </p:nvSpPr>
          <p:spPr>
            <a:xfrm rot="10800000">
              <a:off x="3071494" y="6665794"/>
              <a:ext cx="6205" cy="6205"/>
            </a:xfrm>
            <a:custGeom>
              <a:avLst/>
              <a:gdLst/>
              <a:ahLst/>
              <a:cxnLst/>
              <a:rect l="l" t="t" r="r" b="b"/>
              <a:pathLst>
                <a:path w="73" h="73" extrusionOk="0">
                  <a:moveTo>
                    <a:pt x="25" y="1"/>
                  </a:moveTo>
                  <a:lnTo>
                    <a:pt x="1" y="49"/>
                  </a:lnTo>
                  <a:lnTo>
                    <a:pt x="25" y="73"/>
                  </a:lnTo>
                  <a:lnTo>
                    <a:pt x="49" y="73"/>
                  </a:lnTo>
                  <a:lnTo>
                    <a:pt x="73" y="49"/>
                  </a:lnTo>
                  <a:lnTo>
                    <a:pt x="73"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2" name="Google Shape;13082;p31"/>
            <p:cNvSpPr/>
            <p:nvPr/>
          </p:nvSpPr>
          <p:spPr>
            <a:xfrm rot="10800000">
              <a:off x="3245414" y="6581894"/>
              <a:ext cx="4165" cy="4165"/>
            </a:xfrm>
            <a:custGeom>
              <a:avLst/>
              <a:gdLst/>
              <a:ahLst/>
              <a:cxnLst/>
              <a:rect l="l" t="t" r="r" b="b"/>
              <a:pathLst>
                <a:path w="49" h="49" extrusionOk="0">
                  <a:moveTo>
                    <a:pt x="1" y="1"/>
                  </a:moveTo>
                  <a:lnTo>
                    <a:pt x="1" y="25"/>
                  </a:lnTo>
                  <a:lnTo>
                    <a:pt x="1"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3" name="Google Shape;13083;p31"/>
            <p:cNvSpPr/>
            <p:nvPr/>
          </p:nvSpPr>
          <p:spPr>
            <a:xfrm rot="10800000">
              <a:off x="3208607" y="6581894"/>
              <a:ext cx="4165" cy="4165"/>
            </a:xfrm>
            <a:custGeom>
              <a:avLst/>
              <a:gdLst/>
              <a:ahLst/>
              <a:cxnLst/>
              <a:rect l="l" t="t" r="r" b="b"/>
              <a:pathLst>
                <a:path w="49" h="49" extrusionOk="0">
                  <a:moveTo>
                    <a:pt x="1" y="1"/>
                  </a:moveTo>
                  <a:lnTo>
                    <a:pt x="1" y="25"/>
                  </a:lnTo>
                  <a:lnTo>
                    <a:pt x="1" y="49"/>
                  </a:lnTo>
                  <a:lnTo>
                    <a:pt x="25"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4" name="Google Shape;13084;p31"/>
            <p:cNvSpPr/>
            <p:nvPr/>
          </p:nvSpPr>
          <p:spPr>
            <a:xfrm rot="10800000">
              <a:off x="3130827" y="6571608"/>
              <a:ext cx="4165" cy="4165"/>
            </a:xfrm>
            <a:custGeom>
              <a:avLst/>
              <a:gdLst/>
              <a:ahLst/>
              <a:cxnLst/>
              <a:rect l="l" t="t" r="r" b="b"/>
              <a:pathLst>
                <a:path w="49" h="49" extrusionOk="0">
                  <a:moveTo>
                    <a:pt x="1" y="0"/>
                  </a:moveTo>
                  <a:lnTo>
                    <a:pt x="1" y="24"/>
                  </a:lnTo>
                  <a:lnTo>
                    <a:pt x="1" y="48"/>
                  </a:lnTo>
                  <a:lnTo>
                    <a:pt x="49" y="48"/>
                  </a:lnTo>
                  <a:lnTo>
                    <a:pt x="49"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5" name="Google Shape;13085;p31"/>
            <p:cNvSpPr/>
            <p:nvPr/>
          </p:nvSpPr>
          <p:spPr>
            <a:xfrm rot="10800000">
              <a:off x="3490993" y="6530721"/>
              <a:ext cx="4165" cy="4165"/>
            </a:xfrm>
            <a:custGeom>
              <a:avLst/>
              <a:gdLst/>
              <a:ahLst/>
              <a:cxnLst/>
              <a:rect l="l" t="t" r="r" b="b"/>
              <a:pathLst>
                <a:path w="49" h="49" extrusionOk="0">
                  <a:moveTo>
                    <a:pt x="25" y="1"/>
                  </a:moveTo>
                  <a:lnTo>
                    <a:pt x="1" y="25"/>
                  </a:lnTo>
                  <a:lnTo>
                    <a:pt x="25"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6" name="Google Shape;13086;p31"/>
            <p:cNvSpPr/>
            <p:nvPr/>
          </p:nvSpPr>
          <p:spPr>
            <a:xfrm rot="10800000">
              <a:off x="3523720" y="6500034"/>
              <a:ext cx="4165" cy="4165"/>
            </a:xfrm>
            <a:custGeom>
              <a:avLst/>
              <a:gdLst/>
              <a:ahLst/>
              <a:cxnLst/>
              <a:rect l="l" t="t" r="r" b="b"/>
              <a:pathLst>
                <a:path w="49" h="49" extrusionOk="0">
                  <a:moveTo>
                    <a:pt x="1" y="1"/>
                  </a:moveTo>
                  <a:lnTo>
                    <a:pt x="1" y="25"/>
                  </a:lnTo>
                  <a:lnTo>
                    <a:pt x="1" y="49"/>
                  </a:lnTo>
                  <a:lnTo>
                    <a:pt x="25"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7" name="Google Shape;13087;p31"/>
            <p:cNvSpPr/>
            <p:nvPr/>
          </p:nvSpPr>
          <p:spPr>
            <a:xfrm rot="10800000">
              <a:off x="3511394" y="6487708"/>
              <a:ext cx="6290" cy="4165"/>
            </a:xfrm>
            <a:custGeom>
              <a:avLst/>
              <a:gdLst/>
              <a:ahLst/>
              <a:cxnLst/>
              <a:rect l="l" t="t" r="r" b="b"/>
              <a:pathLst>
                <a:path w="74" h="49" extrusionOk="0">
                  <a:moveTo>
                    <a:pt x="1" y="0"/>
                  </a:moveTo>
                  <a:lnTo>
                    <a:pt x="1" y="24"/>
                  </a:lnTo>
                  <a:lnTo>
                    <a:pt x="25"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8" name="Google Shape;13088;p31"/>
            <p:cNvSpPr/>
            <p:nvPr/>
          </p:nvSpPr>
          <p:spPr>
            <a:xfrm rot="10800000">
              <a:off x="3347760" y="6487708"/>
              <a:ext cx="6205" cy="6290"/>
            </a:xfrm>
            <a:custGeom>
              <a:avLst/>
              <a:gdLst/>
              <a:ahLst/>
              <a:cxnLst/>
              <a:rect l="l" t="t" r="r" b="b"/>
              <a:pathLst>
                <a:path w="73" h="74" extrusionOk="0">
                  <a:moveTo>
                    <a:pt x="1" y="1"/>
                  </a:moveTo>
                  <a:lnTo>
                    <a:pt x="1" y="25"/>
                  </a:lnTo>
                  <a:lnTo>
                    <a:pt x="1" y="49"/>
                  </a:lnTo>
                  <a:lnTo>
                    <a:pt x="49" y="73"/>
                  </a:lnTo>
                  <a:lnTo>
                    <a:pt x="73" y="49"/>
                  </a:lnTo>
                  <a:lnTo>
                    <a:pt x="73" y="25"/>
                  </a:lnTo>
                  <a:lnTo>
                    <a:pt x="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9" name="Google Shape;13089;p31"/>
            <p:cNvSpPr/>
            <p:nvPr/>
          </p:nvSpPr>
          <p:spPr>
            <a:xfrm rot="10800000">
              <a:off x="3306787" y="6477508"/>
              <a:ext cx="6205" cy="6205"/>
            </a:xfrm>
            <a:custGeom>
              <a:avLst/>
              <a:gdLst/>
              <a:ahLst/>
              <a:cxnLst/>
              <a:rect l="l" t="t" r="r" b="b"/>
              <a:pathLst>
                <a:path w="73" h="73" extrusionOk="0">
                  <a:moveTo>
                    <a:pt x="24" y="0"/>
                  </a:moveTo>
                  <a:lnTo>
                    <a:pt x="0" y="24"/>
                  </a:lnTo>
                  <a:lnTo>
                    <a:pt x="0" y="48"/>
                  </a:lnTo>
                  <a:lnTo>
                    <a:pt x="0" y="73"/>
                  </a:lnTo>
                  <a:lnTo>
                    <a:pt x="48" y="73"/>
                  </a:lnTo>
                  <a:lnTo>
                    <a:pt x="72" y="48"/>
                  </a:lnTo>
                  <a:lnTo>
                    <a:pt x="48"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0" name="Google Shape;13090;p31"/>
            <p:cNvSpPr/>
            <p:nvPr/>
          </p:nvSpPr>
          <p:spPr>
            <a:xfrm rot="10800000">
              <a:off x="3036642" y="6446821"/>
              <a:ext cx="6290" cy="6205"/>
            </a:xfrm>
            <a:custGeom>
              <a:avLst/>
              <a:gdLst/>
              <a:ahLst/>
              <a:cxnLst/>
              <a:rect l="l" t="t" r="r" b="b"/>
              <a:pathLst>
                <a:path w="74" h="73" extrusionOk="0">
                  <a:moveTo>
                    <a:pt x="25" y="0"/>
                  </a:moveTo>
                  <a:lnTo>
                    <a:pt x="1" y="25"/>
                  </a:lnTo>
                  <a:lnTo>
                    <a:pt x="1" y="49"/>
                  </a:lnTo>
                  <a:lnTo>
                    <a:pt x="25" y="73"/>
                  </a:lnTo>
                  <a:lnTo>
                    <a:pt x="73" y="73"/>
                  </a:lnTo>
                  <a:lnTo>
                    <a:pt x="73" y="25"/>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1" name="Google Shape;13091;p31"/>
            <p:cNvSpPr/>
            <p:nvPr/>
          </p:nvSpPr>
          <p:spPr>
            <a:xfrm rot="10800000">
              <a:off x="3394768" y="6420214"/>
              <a:ext cx="6205" cy="8245"/>
            </a:xfrm>
            <a:custGeom>
              <a:avLst/>
              <a:gdLst/>
              <a:ahLst/>
              <a:cxnLst/>
              <a:rect l="l" t="t" r="r" b="b"/>
              <a:pathLst>
                <a:path w="73" h="97" extrusionOk="0">
                  <a:moveTo>
                    <a:pt x="24" y="0"/>
                  </a:moveTo>
                  <a:lnTo>
                    <a:pt x="0" y="24"/>
                  </a:lnTo>
                  <a:lnTo>
                    <a:pt x="0" y="48"/>
                  </a:lnTo>
                  <a:lnTo>
                    <a:pt x="0" y="73"/>
                  </a:lnTo>
                  <a:lnTo>
                    <a:pt x="24" y="97"/>
                  </a:lnTo>
                  <a:lnTo>
                    <a:pt x="72" y="73"/>
                  </a:lnTo>
                  <a:lnTo>
                    <a:pt x="72" y="48"/>
                  </a:lnTo>
                  <a:lnTo>
                    <a:pt x="72"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2" name="Google Shape;13092;p31"/>
            <p:cNvSpPr/>
            <p:nvPr/>
          </p:nvSpPr>
          <p:spPr>
            <a:xfrm rot="10800000">
              <a:off x="3130827" y="6416134"/>
              <a:ext cx="4165" cy="4165"/>
            </a:xfrm>
            <a:custGeom>
              <a:avLst/>
              <a:gdLst/>
              <a:ahLst/>
              <a:cxnLst/>
              <a:rect l="l" t="t" r="r" b="b"/>
              <a:pathLst>
                <a:path w="49" h="49" extrusionOk="0">
                  <a:moveTo>
                    <a:pt x="1" y="1"/>
                  </a:moveTo>
                  <a:lnTo>
                    <a:pt x="1" y="25"/>
                  </a:lnTo>
                  <a:lnTo>
                    <a:pt x="1" y="49"/>
                  </a:lnTo>
                  <a:lnTo>
                    <a:pt x="49" y="49"/>
                  </a:lnTo>
                  <a:lnTo>
                    <a:pt x="49" y="25"/>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3" name="Google Shape;13093;p31"/>
            <p:cNvSpPr/>
            <p:nvPr/>
          </p:nvSpPr>
          <p:spPr>
            <a:xfrm rot="10800000">
              <a:off x="3286301" y="6334274"/>
              <a:ext cx="6290" cy="6205"/>
            </a:xfrm>
            <a:custGeom>
              <a:avLst/>
              <a:gdLst/>
              <a:ahLst/>
              <a:cxnLst/>
              <a:rect l="l" t="t" r="r" b="b"/>
              <a:pathLst>
                <a:path w="74" h="73" extrusionOk="0">
                  <a:moveTo>
                    <a:pt x="1" y="0"/>
                  </a:moveTo>
                  <a:lnTo>
                    <a:pt x="1" y="49"/>
                  </a:lnTo>
                  <a:lnTo>
                    <a:pt x="49" y="73"/>
                  </a:lnTo>
                  <a:lnTo>
                    <a:pt x="73" y="49"/>
                  </a:lnTo>
                  <a:lnTo>
                    <a:pt x="73" y="25"/>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4" name="Google Shape;13094;p31"/>
            <p:cNvSpPr/>
            <p:nvPr/>
          </p:nvSpPr>
          <p:spPr>
            <a:xfrm rot="10800000">
              <a:off x="3343595" y="6332234"/>
              <a:ext cx="4165" cy="6205"/>
            </a:xfrm>
            <a:custGeom>
              <a:avLst/>
              <a:gdLst/>
              <a:ahLst/>
              <a:cxnLst/>
              <a:rect l="l" t="t" r="r" b="b"/>
              <a:pathLst>
                <a:path w="49" h="73" extrusionOk="0">
                  <a:moveTo>
                    <a:pt x="48" y="1"/>
                  </a:moveTo>
                  <a:lnTo>
                    <a:pt x="0" y="25"/>
                  </a:lnTo>
                  <a:lnTo>
                    <a:pt x="0" y="49"/>
                  </a:lnTo>
                  <a:lnTo>
                    <a:pt x="24" y="73"/>
                  </a:lnTo>
                  <a:lnTo>
                    <a:pt x="48" y="49"/>
                  </a:lnTo>
                  <a:lnTo>
                    <a:pt x="48"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5" name="Google Shape;13095;p31"/>
            <p:cNvSpPr/>
            <p:nvPr/>
          </p:nvSpPr>
          <p:spPr>
            <a:xfrm rot="10800000">
              <a:off x="2932340" y="6293302"/>
              <a:ext cx="6205" cy="6290"/>
            </a:xfrm>
            <a:custGeom>
              <a:avLst/>
              <a:gdLst/>
              <a:ahLst/>
              <a:cxnLst/>
              <a:rect l="l" t="t" r="r" b="b"/>
              <a:pathLst>
                <a:path w="73" h="74" extrusionOk="0">
                  <a:moveTo>
                    <a:pt x="25" y="1"/>
                  </a:moveTo>
                  <a:lnTo>
                    <a:pt x="1" y="25"/>
                  </a:lnTo>
                  <a:lnTo>
                    <a:pt x="1" y="49"/>
                  </a:lnTo>
                  <a:lnTo>
                    <a:pt x="1" y="73"/>
                  </a:lnTo>
                  <a:lnTo>
                    <a:pt x="73" y="73"/>
                  </a:lnTo>
                  <a:lnTo>
                    <a:pt x="73" y="25"/>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6" name="Google Shape;13096;p31"/>
            <p:cNvSpPr/>
            <p:nvPr/>
          </p:nvSpPr>
          <p:spPr>
            <a:xfrm rot="10800000">
              <a:off x="3190161" y="6203282"/>
              <a:ext cx="2125" cy="4165"/>
            </a:xfrm>
            <a:custGeom>
              <a:avLst/>
              <a:gdLst/>
              <a:ahLst/>
              <a:cxnLst/>
              <a:rect l="l" t="t" r="r" b="b"/>
              <a:pathLst>
                <a:path w="25" h="49" extrusionOk="0">
                  <a:moveTo>
                    <a:pt x="1" y="0"/>
                  </a:moveTo>
                  <a:lnTo>
                    <a:pt x="1" y="24"/>
                  </a:lnTo>
                  <a:lnTo>
                    <a:pt x="25" y="48"/>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7" name="Google Shape;13097;p31"/>
            <p:cNvSpPr/>
            <p:nvPr/>
          </p:nvSpPr>
          <p:spPr>
            <a:xfrm rot="10800000">
              <a:off x="3202401" y="5965948"/>
              <a:ext cx="4165" cy="2125"/>
            </a:xfrm>
            <a:custGeom>
              <a:avLst/>
              <a:gdLst/>
              <a:ahLst/>
              <a:cxnLst/>
              <a:rect l="l" t="t" r="r" b="b"/>
              <a:pathLst>
                <a:path w="49" h="25" extrusionOk="0">
                  <a:moveTo>
                    <a:pt x="24" y="1"/>
                  </a:moveTo>
                  <a:lnTo>
                    <a:pt x="0" y="25"/>
                  </a:lnTo>
                  <a:lnTo>
                    <a:pt x="48"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8" name="Google Shape;13098;p31"/>
            <p:cNvSpPr/>
            <p:nvPr/>
          </p:nvSpPr>
          <p:spPr>
            <a:xfrm rot="10800000">
              <a:off x="2975268" y="6551207"/>
              <a:ext cx="4165" cy="2125"/>
            </a:xfrm>
            <a:custGeom>
              <a:avLst/>
              <a:gdLst/>
              <a:ahLst/>
              <a:cxnLst/>
              <a:rect l="l" t="t" r="r" b="b"/>
              <a:pathLst>
                <a:path w="49" h="25" extrusionOk="0">
                  <a:moveTo>
                    <a:pt x="0" y="1"/>
                  </a:moveTo>
                  <a:lnTo>
                    <a:pt x="0" y="25"/>
                  </a:lnTo>
                  <a:lnTo>
                    <a:pt x="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9" name="Google Shape;13099;p31"/>
            <p:cNvSpPr/>
            <p:nvPr/>
          </p:nvSpPr>
          <p:spPr>
            <a:xfrm rot="10800000">
              <a:off x="3173755" y="6551207"/>
              <a:ext cx="4165" cy="6205"/>
            </a:xfrm>
            <a:custGeom>
              <a:avLst/>
              <a:gdLst/>
              <a:ahLst/>
              <a:cxnLst/>
              <a:rect l="l" t="t" r="r" b="b"/>
              <a:pathLst>
                <a:path w="49" h="73" extrusionOk="0">
                  <a:moveTo>
                    <a:pt x="24" y="1"/>
                  </a:moveTo>
                  <a:lnTo>
                    <a:pt x="0" y="25"/>
                  </a:lnTo>
                  <a:lnTo>
                    <a:pt x="24" y="49"/>
                  </a:lnTo>
                  <a:lnTo>
                    <a:pt x="48" y="73"/>
                  </a:lnTo>
                  <a:lnTo>
                    <a:pt x="48" y="49"/>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0" name="Google Shape;13100;p31"/>
            <p:cNvSpPr/>
            <p:nvPr/>
          </p:nvSpPr>
          <p:spPr>
            <a:xfrm rot="10800000">
              <a:off x="3439820" y="6602295"/>
              <a:ext cx="4165" cy="4250"/>
            </a:xfrm>
            <a:custGeom>
              <a:avLst/>
              <a:gdLst/>
              <a:ahLst/>
              <a:cxnLst/>
              <a:rect l="l" t="t" r="r" b="b"/>
              <a:pathLst>
                <a:path w="49" h="50" extrusionOk="0">
                  <a:moveTo>
                    <a:pt x="25" y="1"/>
                  </a:moveTo>
                  <a:lnTo>
                    <a:pt x="1" y="25"/>
                  </a:lnTo>
                  <a:lnTo>
                    <a:pt x="25" y="49"/>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1" name="Google Shape;13101;p31"/>
            <p:cNvSpPr/>
            <p:nvPr/>
          </p:nvSpPr>
          <p:spPr>
            <a:xfrm rot="10800000">
              <a:off x="3257655" y="6647348"/>
              <a:ext cx="4165" cy="4165"/>
            </a:xfrm>
            <a:custGeom>
              <a:avLst/>
              <a:gdLst/>
              <a:ahLst/>
              <a:cxnLst/>
              <a:rect l="l" t="t" r="r" b="b"/>
              <a:pathLst>
                <a:path w="49" h="49" extrusionOk="0">
                  <a:moveTo>
                    <a:pt x="24" y="0"/>
                  </a:moveTo>
                  <a:lnTo>
                    <a:pt x="0" y="24"/>
                  </a:lnTo>
                  <a:lnTo>
                    <a:pt x="0" y="48"/>
                  </a:lnTo>
                  <a:lnTo>
                    <a:pt x="48" y="48"/>
                  </a:lnTo>
                  <a:lnTo>
                    <a:pt x="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2" name="Google Shape;13102;p31"/>
            <p:cNvSpPr/>
            <p:nvPr/>
          </p:nvSpPr>
          <p:spPr>
            <a:xfrm rot="10800000">
              <a:off x="3083734" y="6227848"/>
              <a:ext cx="2125" cy="85"/>
            </a:xfrm>
            <a:custGeom>
              <a:avLst/>
              <a:gdLst/>
              <a:ahLst/>
              <a:cxnLst/>
              <a:rect l="l" t="t" r="r" b="b"/>
              <a:pathLst>
                <a:path w="25" h="1" extrusionOk="0">
                  <a:moveTo>
                    <a:pt x="0" y="0"/>
                  </a:moveTo>
                  <a:lnTo>
                    <a:pt x="0" y="0"/>
                  </a:lnTo>
                  <a:lnTo>
                    <a:pt x="24"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3" name="Google Shape;13103;p31"/>
            <p:cNvSpPr/>
            <p:nvPr/>
          </p:nvSpPr>
          <p:spPr>
            <a:xfrm rot="10800000">
              <a:off x="3173755" y="6686195"/>
              <a:ext cx="2125" cy="4250"/>
            </a:xfrm>
            <a:custGeom>
              <a:avLst/>
              <a:gdLst/>
              <a:ahLst/>
              <a:cxnLst/>
              <a:rect l="l" t="t" r="r" b="b"/>
              <a:pathLst>
                <a:path w="25" h="50" extrusionOk="0">
                  <a:moveTo>
                    <a:pt x="0" y="1"/>
                  </a:moveTo>
                  <a:lnTo>
                    <a:pt x="0" y="25"/>
                  </a:lnTo>
                  <a:lnTo>
                    <a:pt x="0" y="49"/>
                  </a:lnTo>
                  <a:lnTo>
                    <a:pt x="24" y="49"/>
                  </a:lnTo>
                  <a:lnTo>
                    <a:pt x="24"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4" name="Google Shape;13104;p31"/>
            <p:cNvSpPr/>
            <p:nvPr/>
          </p:nvSpPr>
          <p:spPr>
            <a:xfrm rot="10800000">
              <a:off x="3247454" y="6266695"/>
              <a:ext cx="4165" cy="4250"/>
            </a:xfrm>
            <a:custGeom>
              <a:avLst/>
              <a:gdLst/>
              <a:ahLst/>
              <a:cxnLst/>
              <a:rect l="l" t="t" r="r" b="b"/>
              <a:pathLst>
                <a:path w="49" h="50" extrusionOk="0">
                  <a:moveTo>
                    <a:pt x="25" y="1"/>
                  </a:moveTo>
                  <a:lnTo>
                    <a:pt x="0" y="25"/>
                  </a:lnTo>
                  <a:lnTo>
                    <a:pt x="0" y="49"/>
                  </a:lnTo>
                  <a:lnTo>
                    <a:pt x="25" y="49"/>
                  </a:lnTo>
                  <a:lnTo>
                    <a:pt x="49"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5" name="Google Shape;13105;p31"/>
            <p:cNvSpPr/>
            <p:nvPr/>
          </p:nvSpPr>
          <p:spPr>
            <a:xfrm rot="10800000">
              <a:off x="3124707" y="6323989"/>
              <a:ext cx="2125" cy="2210"/>
            </a:xfrm>
            <a:custGeom>
              <a:avLst/>
              <a:gdLst/>
              <a:ahLst/>
              <a:cxnLst/>
              <a:rect l="l" t="t" r="r" b="b"/>
              <a:pathLst>
                <a:path w="25" h="26" extrusionOk="0">
                  <a:moveTo>
                    <a:pt x="25" y="1"/>
                  </a:moveTo>
                  <a:lnTo>
                    <a:pt x="1" y="25"/>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6" name="Google Shape;13106;p31"/>
            <p:cNvSpPr/>
            <p:nvPr/>
          </p:nvSpPr>
          <p:spPr>
            <a:xfrm rot="10800000">
              <a:off x="3155394" y="6393608"/>
              <a:ext cx="4165" cy="6205"/>
            </a:xfrm>
            <a:custGeom>
              <a:avLst/>
              <a:gdLst/>
              <a:ahLst/>
              <a:cxnLst/>
              <a:rect l="l" t="t" r="r" b="b"/>
              <a:pathLst>
                <a:path w="49" h="73" extrusionOk="0">
                  <a:moveTo>
                    <a:pt x="25" y="0"/>
                  </a:moveTo>
                  <a:lnTo>
                    <a:pt x="1" y="24"/>
                  </a:lnTo>
                  <a:lnTo>
                    <a:pt x="1" y="48"/>
                  </a:lnTo>
                  <a:lnTo>
                    <a:pt x="25" y="73"/>
                  </a:lnTo>
                  <a:lnTo>
                    <a:pt x="49" y="48"/>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7" name="Google Shape;13107;p31"/>
            <p:cNvSpPr/>
            <p:nvPr/>
          </p:nvSpPr>
          <p:spPr>
            <a:xfrm rot="10800000">
              <a:off x="3417294" y="6330194"/>
              <a:ext cx="4165" cy="6205"/>
            </a:xfrm>
            <a:custGeom>
              <a:avLst/>
              <a:gdLst/>
              <a:ahLst/>
              <a:cxnLst/>
              <a:rect l="l" t="t" r="r" b="b"/>
              <a:pathLst>
                <a:path w="49" h="73" extrusionOk="0">
                  <a:moveTo>
                    <a:pt x="24" y="1"/>
                  </a:moveTo>
                  <a:lnTo>
                    <a:pt x="0" y="25"/>
                  </a:lnTo>
                  <a:lnTo>
                    <a:pt x="0" y="49"/>
                  </a:lnTo>
                  <a:lnTo>
                    <a:pt x="24" y="73"/>
                  </a:lnTo>
                  <a:lnTo>
                    <a:pt x="49" y="73"/>
                  </a:lnTo>
                  <a:lnTo>
                    <a:pt x="49" y="49"/>
                  </a:lnTo>
                  <a:lnTo>
                    <a:pt x="49"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8" name="Google Shape;13108;p31"/>
            <p:cNvSpPr/>
            <p:nvPr/>
          </p:nvSpPr>
          <p:spPr>
            <a:xfrm rot="10800000">
              <a:off x="3073534" y="6375162"/>
              <a:ext cx="6205" cy="4165"/>
            </a:xfrm>
            <a:custGeom>
              <a:avLst/>
              <a:gdLst/>
              <a:ahLst/>
              <a:cxnLst/>
              <a:rect l="l" t="t" r="r" b="b"/>
              <a:pathLst>
                <a:path w="73" h="49" extrusionOk="0">
                  <a:moveTo>
                    <a:pt x="1" y="0"/>
                  </a:moveTo>
                  <a:lnTo>
                    <a:pt x="1" y="24"/>
                  </a:lnTo>
                  <a:lnTo>
                    <a:pt x="1"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9" name="Google Shape;13109;p31"/>
            <p:cNvSpPr/>
            <p:nvPr/>
          </p:nvSpPr>
          <p:spPr>
            <a:xfrm rot="10800000">
              <a:off x="3018280" y="6389528"/>
              <a:ext cx="2125" cy="4165"/>
            </a:xfrm>
            <a:custGeom>
              <a:avLst/>
              <a:gdLst/>
              <a:ahLst/>
              <a:cxnLst/>
              <a:rect l="l" t="t" r="r" b="b"/>
              <a:pathLst>
                <a:path w="25" h="49" extrusionOk="0">
                  <a:moveTo>
                    <a:pt x="1" y="1"/>
                  </a:moveTo>
                  <a:lnTo>
                    <a:pt x="1" y="25"/>
                  </a:lnTo>
                  <a:lnTo>
                    <a:pt x="25" y="49"/>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0" name="Google Shape;13110;p31"/>
            <p:cNvSpPr/>
            <p:nvPr/>
          </p:nvSpPr>
          <p:spPr>
            <a:xfrm rot="10800000">
              <a:off x="3177835" y="6424295"/>
              <a:ext cx="6290" cy="4165"/>
            </a:xfrm>
            <a:custGeom>
              <a:avLst/>
              <a:gdLst/>
              <a:ahLst/>
              <a:cxnLst/>
              <a:rect l="l" t="t" r="r" b="b"/>
              <a:pathLst>
                <a:path w="74" h="49" extrusionOk="0">
                  <a:moveTo>
                    <a:pt x="1" y="0"/>
                  </a:moveTo>
                  <a:lnTo>
                    <a:pt x="1" y="24"/>
                  </a:lnTo>
                  <a:lnTo>
                    <a:pt x="25" y="48"/>
                  </a:lnTo>
                  <a:lnTo>
                    <a:pt x="49" y="48"/>
                  </a:lnTo>
                  <a:lnTo>
                    <a:pt x="73" y="24"/>
                  </a:lnTo>
                  <a:lnTo>
                    <a:pt x="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1" name="Google Shape;13111;p31"/>
            <p:cNvSpPr/>
            <p:nvPr/>
          </p:nvSpPr>
          <p:spPr>
            <a:xfrm rot="10800000">
              <a:off x="3212687" y="6483628"/>
              <a:ext cx="4165" cy="4165"/>
            </a:xfrm>
            <a:custGeom>
              <a:avLst/>
              <a:gdLst/>
              <a:ahLst/>
              <a:cxnLst/>
              <a:rect l="l" t="t" r="r" b="b"/>
              <a:pathLst>
                <a:path w="49" h="49" extrusionOk="0">
                  <a:moveTo>
                    <a:pt x="1" y="0"/>
                  </a:moveTo>
                  <a:lnTo>
                    <a:pt x="1" y="24"/>
                  </a:lnTo>
                  <a:lnTo>
                    <a:pt x="25" y="48"/>
                  </a:lnTo>
                  <a:lnTo>
                    <a:pt x="49" y="2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2" name="Google Shape;13112;p31"/>
            <p:cNvSpPr/>
            <p:nvPr/>
          </p:nvSpPr>
          <p:spPr>
            <a:xfrm rot="10800000">
              <a:off x="3192201" y="6491789"/>
              <a:ext cx="4165" cy="4250"/>
            </a:xfrm>
            <a:custGeom>
              <a:avLst/>
              <a:gdLst/>
              <a:ahLst/>
              <a:cxnLst/>
              <a:rect l="l" t="t" r="r" b="b"/>
              <a:pathLst>
                <a:path w="49" h="50" extrusionOk="0">
                  <a:moveTo>
                    <a:pt x="49" y="1"/>
                  </a:moveTo>
                  <a:lnTo>
                    <a:pt x="0" y="25"/>
                  </a:lnTo>
                  <a:lnTo>
                    <a:pt x="25" y="49"/>
                  </a:lnTo>
                  <a:lnTo>
                    <a:pt x="49" y="49"/>
                  </a:lnTo>
                  <a:lnTo>
                    <a:pt x="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3" name="Google Shape;13113;p31"/>
            <p:cNvSpPr/>
            <p:nvPr/>
          </p:nvSpPr>
          <p:spPr>
            <a:xfrm rot="10800000">
              <a:off x="3108301" y="6516355"/>
              <a:ext cx="6205" cy="6290"/>
            </a:xfrm>
            <a:custGeom>
              <a:avLst/>
              <a:gdLst/>
              <a:ahLst/>
              <a:cxnLst/>
              <a:rect l="l" t="t" r="r" b="b"/>
              <a:pathLst>
                <a:path w="73" h="74" extrusionOk="0">
                  <a:moveTo>
                    <a:pt x="24" y="1"/>
                  </a:moveTo>
                  <a:lnTo>
                    <a:pt x="24" y="25"/>
                  </a:lnTo>
                  <a:lnTo>
                    <a:pt x="0" y="49"/>
                  </a:lnTo>
                  <a:lnTo>
                    <a:pt x="24" y="49"/>
                  </a:lnTo>
                  <a:lnTo>
                    <a:pt x="49" y="73"/>
                  </a:lnTo>
                  <a:lnTo>
                    <a:pt x="73" y="25"/>
                  </a:lnTo>
                  <a:lnTo>
                    <a:pt x="49"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4" name="Google Shape;13114;p31"/>
            <p:cNvSpPr/>
            <p:nvPr/>
          </p:nvSpPr>
          <p:spPr>
            <a:xfrm rot="10800000">
              <a:off x="3308828" y="6256495"/>
              <a:ext cx="85" cy="2125"/>
            </a:xfrm>
            <a:custGeom>
              <a:avLst/>
              <a:gdLst/>
              <a:ahLst/>
              <a:cxnLst/>
              <a:rect l="l" t="t" r="r" b="b"/>
              <a:pathLst>
                <a:path w="1" h="25" extrusionOk="0">
                  <a:moveTo>
                    <a:pt x="0" y="0"/>
                  </a:moveTo>
                  <a:lnTo>
                    <a:pt x="0" y="0"/>
                  </a:lnTo>
                  <a:lnTo>
                    <a:pt x="0" y="24"/>
                  </a:lnTo>
                  <a:lnTo>
                    <a:pt x="0" y="24"/>
                  </a:lnTo>
                  <a:lnTo>
                    <a:pt x="0" y="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5" name="Google Shape;13115;p31"/>
            <p:cNvSpPr/>
            <p:nvPr/>
          </p:nvSpPr>
          <p:spPr>
            <a:xfrm rot="10800000">
              <a:off x="3366121" y="6524601"/>
              <a:ext cx="4165" cy="4165"/>
            </a:xfrm>
            <a:custGeom>
              <a:avLst/>
              <a:gdLst/>
              <a:ahLst/>
              <a:cxnLst/>
              <a:rect l="l" t="t" r="r" b="b"/>
              <a:pathLst>
                <a:path w="49" h="49" extrusionOk="0">
                  <a:moveTo>
                    <a:pt x="24" y="1"/>
                  </a:moveTo>
                  <a:lnTo>
                    <a:pt x="0" y="25"/>
                  </a:lnTo>
                  <a:lnTo>
                    <a:pt x="24" y="49"/>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6" name="Google Shape;13116;p31"/>
            <p:cNvSpPr/>
            <p:nvPr/>
          </p:nvSpPr>
          <p:spPr>
            <a:xfrm rot="10800000">
              <a:off x="3110341" y="6528681"/>
              <a:ext cx="2125" cy="4165"/>
            </a:xfrm>
            <a:custGeom>
              <a:avLst/>
              <a:gdLst/>
              <a:ahLst/>
              <a:cxnLst/>
              <a:rect l="l" t="t" r="r" b="b"/>
              <a:pathLst>
                <a:path w="25" h="49" extrusionOk="0">
                  <a:moveTo>
                    <a:pt x="0" y="1"/>
                  </a:moveTo>
                  <a:lnTo>
                    <a:pt x="0" y="25"/>
                  </a:lnTo>
                  <a:lnTo>
                    <a:pt x="0" y="49"/>
                  </a:lnTo>
                  <a:lnTo>
                    <a:pt x="25"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7" name="Google Shape;13117;p31"/>
            <p:cNvSpPr/>
            <p:nvPr/>
          </p:nvSpPr>
          <p:spPr>
            <a:xfrm rot="10800000">
              <a:off x="3259695" y="6530721"/>
              <a:ext cx="2125" cy="4165"/>
            </a:xfrm>
            <a:custGeom>
              <a:avLst/>
              <a:gdLst/>
              <a:ahLst/>
              <a:cxnLst/>
              <a:rect l="l" t="t" r="r" b="b"/>
              <a:pathLst>
                <a:path w="25" h="49" extrusionOk="0">
                  <a:moveTo>
                    <a:pt x="24" y="1"/>
                  </a:moveTo>
                  <a:lnTo>
                    <a:pt x="0" y="25"/>
                  </a:lnTo>
                  <a:lnTo>
                    <a:pt x="24" y="49"/>
                  </a:lnTo>
                  <a:lnTo>
                    <a:pt x="24"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8" name="Google Shape;13118;p31"/>
            <p:cNvSpPr/>
            <p:nvPr/>
          </p:nvSpPr>
          <p:spPr>
            <a:xfrm rot="10800000">
              <a:off x="3218807" y="6326114"/>
              <a:ext cx="2125" cy="2125"/>
            </a:xfrm>
            <a:custGeom>
              <a:avLst/>
              <a:gdLst/>
              <a:ahLst/>
              <a:cxnLst/>
              <a:rect l="l" t="t" r="r" b="b"/>
              <a:pathLst>
                <a:path w="25" h="25" extrusionOk="0">
                  <a:moveTo>
                    <a:pt x="25" y="1"/>
                  </a:moveTo>
                  <a:lnTo>
                    <a:pt x="1" y="25"/>
                  </a:lnTo>
                  <a:lnTo>
                    <a:pt x="25" y="25"/>
                  </a:lnTo>
                  <a:lnTo>
                    <a:pt x="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9" name="Google Shape;13119;p31"/>
            <p:cNvSpPr/>
            <p:nvPr/>
          </p:nvSpPr>
          <p:spPr>
            <a:xfrm rot="10800000">
              <a:off x="3233088" y="6037522"/>
              <a:ext cx="2125" cy="4165"/>
            </a:xfrm>
            <a:custGeom>
              <a:avLst/>
              <a:gdLst/>
              <a:ahLst/>
              <a:cxnLst/>
              <a:rect l="l" t="t" r="r" b="b"/>
              <a:pathLst>
                <a:path w="25" h="49" extrusionOk="0">
                  <a:moveTo>
                    <a:pt x="0" y="0"/>
                  </a:moveTo>
                  <a:lnTo>
                    <a:pt x="0" y="24"/>
                  </a:lnTo>
                  <a:lnTo>
                    <a:pt x="0" y="48"/>
                  </a:lnTo>
                  <a:lnTo>
                    <a:pt x="24" y="2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0" name="Google Shape;13120;p31"/>
            <p:cNvSpPr/>
            <p:nvPr/>
          </p:nvSpPr>
          <p:spPr>
            <a:xfrm rot="10800000">
              <a:off x="3405053" y="6618701"/>
              <a:ext cx="85" cy="85"/>
            </a:xfrm>
            <a:custGeom>
              <a:avLst/>
              <a:gdLst/>
              <a:ahLst/>
              <a:cxnLst/>
              <a:rect l="l" t="t" r="r" b="b"/>
              <a:pathLst>
                <a:path w="1" h="1" extrusionOk="0">
                  <a:moveTo>
                    <a:pt x="1" y="1"/>
                  </a:moveTo>
                  <a:lnTo>
                    <a:pt x="1" y="1"/>
                  </a:ln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1" name="Google Shape;13121;p31"/>
            <p:cNvSpPr/>
            <p:nvPr/>
          </p:nvSpPr>
          <p:spPr>
            <a:xfrm rot="10800000">
              <a:off x="3306787" y="6622781"/>
              <a:ext cx="2125" cy="2125"/>
            </a:xfrm>
            <a:custGeom>
              <a:avLst/>
              <a:gdLst/>
              <a:ahLst/>
              <a:cxnLst/>
              <a:rect l="l" t="t" r="r" b="b"/>
              <a:pathLst>
                <a:path w="25" h="25" extrusionOk="0">
                  <a:moveTo>
                    <a:pt x="0" y="0"/>
                  </a:moveTo>
                  <a:lnTo>
                    <a:pt x="0" y="24"/>
                  </a:ln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2" name="Google Shape;13122;p31"/>
            <p:cNvSpPr/>
            <p:nvPr/>
          </p:nvSpPr>
          <p:spPr>
            <a:xfrm rot="10800000">
              <a:off x="3398848" y="6236009"/>
              <a:ext cx="2125" cy="2125"/>
            </a:xfrm>
            <a:custGeom>
              <a:avLst/>
              <a:gdLst/>
              <a:ahLst/>
              <a:cxnLst/>
              <a:rect l="l" t="t" r="r" b="b"/>
              <a:pathLst>
                <a:path w="25" h="25" extrusionOk="0">
                  <a:moveTo>
                    <a:pt x="0" y="0"/>
                  </a:moveTo>
                  <a:lnTo>
                    <a:pt x="0" y="24"/>
                  </a:ln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3" name="Google Shape;13123;p31"/>
            <p:cNvSpPr/>
            <p:nvPr/>
          </p:nvSpPr>
          <p:spPr>
            <a:xfrm rot="10800000">
              <a:off x="3355920" y="6240089"/>
              <a:ext cx="2125" cy="4250"/>
            </a:xfrm>
            <a:custGeom>
              <a:avLst/>
              <a:gdLst/>
              <a:ahLst/>
              <a:cxnLst/>
              <a:rect l="l" t="t" r="r" b="b"/>
              <a:pathLst>
                <a:path w="25" h="50" extrusionOk="0">
                  <a:moveTo>
                    <a:pt x="1" y="1"/>
                  </a:moveTo>
                  <a:lnTo>
                    <a:pt x="1" y="25"/>
                  </a:lnTo>
                  <a:lnTo>
                    <a:pt x="1" y="49"/>
                  </a:lnTo>
                  <a:lnTo>
                    <a:pt x="25" y="25"/>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4" name="Google Shape;13124;p31"/>
            <p:cNvSpPr/>
            <p:nvPr/>
          </p:nvSpPr>
          <p:spPr>
            <a:xfrm rot="10800000">
              <a:off x="3316988" y="6352635"/>
              <a:ext cx="85" cy="4250"/>
            </a:xfrm>
            <a:custGeom>
              <a:avLst/>
              <a:gdLst/>
              <a:ahLst/>
              <a:cxnLst/>
              <a:rect l="l" t="t" r="r" b="b"/>
              <a:pathLst>
                <a:path w="1" h="50" extrusionOk="0">
                  <a:moveTo>
                    <a:pt x="0" y="49"/>
                  </a:moveTo>
                  <a:lnTo>
                    <a:pt x="0" y="49"/>
                  </a:lnTo>
                  <a:lnTo>
                    <a:pt x="0" y="1"/>
                  </a:lnTo>
                  <a:lnTo>
                    <a:pt x="0" y="49"/>
                  </a:lnTo>
                  <a:lnTo>
                    <a:pt x="0" y="49"/>
                  </a:lnTo>
                  <a:lnTo>
                    <a:pt x="0" y="49"/>
                  </a:lnTo>
                  <a:lnTo>
                    <a:pt x="0" y="4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5" name="Google Shape;13125;p31"/>
            <p:cNvSpPr/>
            <p:nvPr/>
          </p:nvSpPr>
          <p:spPr>
            <a:xfrm rot="10800000">
              <a:off x="3251534" y="6373122"/>
              <a:ext cx="4165" cy="4165"/>
            </a:xfrm>
            <a:custGeom>
              <a:avLst/>
              <a:gdLst/>
              <a:ahLst/>
              <a:cxnLst/>
              <a:rect l="l" t="t" r="r" b="b"/>
              <a:pathLst>
                <a:path w="49" h="49" extrusionOk="0">
                  <a:moveTo>
                    <a:pt x="24" y="0"/>
                  </a:moveTo>
                  <a:lnTo>
                    <a:pt x="0" y="24"/>
                  </a:lnTo>
                  <a:lnTo>
                    <a:pt x="24" y="48"/>
                  </a:lnTo>
                  <a:lnTo>
                    <a:pt x="48"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6" name="Google Shape;13126;p31"/>
            <p:cNvSpPr/>
            <p:nvPr/>
          </p:nvSpPr>
          <p:spPr>
            <a:xfrm rot="10800000">
              <a:off x="3323193" y="6377202"/>
              <a:ext cx="4165" cy="2125"/>
            </a:xfrm>
            <a:custGeom>
              <a:avLst/>
              <a:gdLst/>
              <a:ahLst/>
              <a:cxnLst/>
              <a:rect l="l" t="t" r="r" b="b"/>
              <a:pathLst>
                <a:path w="49" h="25" extrusionOk="0">
                  <a:moveTo>
                    <a:pt x="25" y="0"/>
                  </a:moveTo>
                  <a:lnTo>
                    <a:pt x="1" y="24"/>
                  </a:lnTo>
                  <a:lnTo>
                    <a:pt x="49" y="24"/>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7" name="Google Shape;13127;p31"/>
            <p:cNvSpPr/>
            <p:nvPr/>
          </p:nvSpPr>
          <p:spPr>
            <a:xfrm rot="10800000">
              <a:off x="3083734" y="6393608"/>
              <a:ext cx="2125" cy="85"/>
            </a:xfrm>
            <a:custGeom>
              <a:avLst/>
              <a:gdLst/>
              <a:ahLst/>
              <a:cxnLst/>
              <a:rect l="l" t="t" r="r" b="b"/>
              <a:pathLst>
                <a:path w="25" h="1" extrusionOk="0">
                  <a:moveTo>
                    <a:pt x="24" y="1"/>
                  </a:moveTo>
                  <a:lnTo>
                    <a:pt x="0" y="1"/>
                  </a:lnTo>
                  <a:lnTo>
                    <a:pt x="0" y="1"/>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8" name="Google Shape;13128;p31"/>
            <p:cNvSpPr/>
            <p:nvPr/>
          </p:nvSpPr>
          <p:spPr>
            <a:xfrm rot="10800000">
              <a:off x="2973228" y="6391568"/>
              <a:ext cx="4165" cy="4165"/>
            </a:xfrm>
            <a:custGeom>
              <a:avLst/>
              <a:gdLst/>
              <a:ahLst/>
              <a:cxnLst/>
              <a:rect l="l" t="t" r="r" b="b"/>
              <a:pathLst>
                <a:path w="49" h="49" extrusionOk="0">
                  <a:moveTo>
                    <a:pt x="24" y="0"/>
                  </a:moveTo>
                  <a:lnTo>
                    <a:pt x="0" y="25"/>
                  </a:lnTo>
                  <a:lnTo>
                    <a:pt x="24" y="49"/>
                  </a:lnTo>
                  <a:lnTo>
                    <a:pt x="48" y="25"/>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9" name="Google Shape;13129;p31"/>
            <p:cNvSpPr/>
            <p:nvPr/>
          </p:nvSpPr>
          <p:spPr>
            <a:xfrm rot="10800000">
              <a:off x="3249494" y="6182795"/>
              <a:ext cx="85" cy="2125"/>
            </a:xfrm>
            <a:custGeom>
              <a:avLst/>
              <a:gdLst/>
              <a:ahLst/>
              <a:cxnLst/>
              <a:rect l="l" t="t" r="r" b="b"/>
              <a:pathLst>
                <a:path w="1" h="25" extrusionOk="0">
                  <a:moveTo>
                    <a:pt x="1" y="0"/>
                  </a:moveTo>
                  <a:lnTo>
                    <a:pt x="1" y="0"/>
                  </a:lnTo>
                  <a:lnTo>
                    <a:pt x="1" y="0"/>
                  </a:lnTo>
                  <a:lnTo>
                    <a:pt x="1" y="24"/>
                  </a:lnTo>
                  <a:lnTo>
                    <a:pt x="1" y="24"/>
                  </a:lnTo>
                  <a:lnTo>
                    <a:pt x="1" y="24"/>
                  </a:ln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0" name="Google Shape;13130;p31"/>
            <p:cNvSpPr/>
            <p:nvPr/>
          </p:nvSpPr>
          <p:spPr>
            <a:xfrm rot="10800000">
              <a:off x="3407093" y="6457022"/>
              <a:ext cx="2125" cy="4165"/>
            </a:xfrm>
            <a:custGeom>
              <a:avLst/>
              <a:gdLst/>
              <a:ahLst/>
              <a:cxnLst/>
              <a:rect l="l" t="t" r="r" b="b"/>
              <a:pathLst>
                <a:path w="25" h="49" extrusionOk="0">
                  <a:moveTo>
                    <a:pt x="1" y="0"/>
                  </a:moveTo>
                  <a:lnTo>
                    <a:pt x="1" y="24"/>
                  </a:lnTo>
                  <a:lnTo>
                    <a:pt x="1" y="48"/>
                  </a:lnTo>
                  <a:lnTo>
                    <a:pt x="25" y="2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1" name="Google Shape;13131;p31"/>
            <p:cNvSpPr/>
            <p:nvPr/>
          </p:nvSpPr>
          <p:spPr>
            <a:xfrm rot="10800000">
              <a:off x="3120541" y="6477508"/>
              <a:ext cx="4250" cy="4165"/>
            </a:xfrm>
            <a:custGeom>
              <a:avLst/>
              <a:gdLst/>
              <a:ahLst/>
              <a:cxnLst/>
              <a:rect l="l" t="t" r="r" b="b"/>
              <a:pathLst>
                <a:path w="50" h="49" extrusionOk="0">
                  <a:moveTo>
                    <a:pt x="25" y="0"/>
                  </a:moveTo>
                  <a:lnTo>
                    <a:pt x="1" y="24"/>
                  </a:lnTo>
                  <a:lnTo>
                    <a:pt x="1" y="49"/>
                  </a:lnTo>
                  <a:lnTo>
                    <a:pt x="25" y="49"/>
                  </a:lnTo>
                  <a:lnTo>
                    <a:pt x="49" y="24"/>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2" name="Google Shape;13132;p31"/>
            <p:cNvSpPr/>
            <p:nvPr/>
          </p:nvSpPr>
          <p:spPr>
            <a:xfrm rot="10800000">
              <a:off x="3089855" y="6622781"/>
              <a:ext cx="85" cy="2125"/>
            </a:xfrm>
            <a:custGeom>
              <a:avLst/>
              <a:gdLst/>
              <a:ahLst/>
              <a:cxnLst/>
              <a:rect l="l" t="t" r="r" b="b"/>
              <a:pathLst>
                <a:path w="1" h="25" extrusionOk="0">
                  <a:moveTo>
                    <a:pt x="0" y="0"/>
                  </a:moveTo>
                  <a:lnTo>
                    <a:pt x="0" y="24"/>
                  </a:lnTo>
                  <a:lnTo>
                    <a:pt x="0" y="2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3" name="Google Shape;13133;p31"/>
            <p:cNvSpPr/>
            <p:nvPr/>
          </p:nvSpPr>
          <p:spPr>
            <a:xfrm rot="10800000">
              <a:off x="3177835" y="6244254"/>
              <a:ext cx="2125" cy="2125"/>
            </a:xfrm>
            <a:custGeom>
              <a:avLst/>
              <a:gdLst/>
              <a:ahLst/>
              <a:cxnLst/>
              <a:rect l="l" t="t" r="r" b="b"/>
              <a:pathLst>
                <a:path w="25" h="25" extrusionOk="0">
                  <a:moveTo>
                    <a:pt x="0" y="1"/>
                  </a:moveTo>
                  <a:lnTo>
                    <a:pt x="0" y="25"/>
                  </a:lnTo>
                  <a:lnTo>
                    <a:pt x="24" y="2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4" name="Google Shape;13134;p31"/>
            <p:cNvSpPr/>
            <p:nvPr/>
          </p:nvSpPr>
          <p:spPr>
            <a:xfrm rot="10800000">
              <a:off x="3400888" y="6094815"/>
              <a:ext cx="2125" cy="2125"/>
            </a:xfrm>
            <a:custGeom>
              <a:avLst/>
              <a:gdLst/>
              <a:ahLst/>
              <a:cxnLst/>
              <a:rect l="l" t="t" r="r" b="b"/>
              <a:pathLst>
                <a:path w="25" h="25" extrusionOk="0">
                  <a:moveTo>
                    <a:pt x="0" y="0"/>
                  </a:moveTo>
                  <a:lnTo>
                    <a:pt x="24"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5" name="Google Shape;13135;p31"/>
            <p:cNvSpPr/>
            <p:nvPr/>
          </p:nvSpPr>
          <p:spPr>
            <a:xfrm rot="10800000">
              <a:off x="3300667" y="5892248"/>
              <a:ext cx="2125" cy="85"/>
            </a:xfrm>
            <a:custGeom>
              <a:avLst/>
              <a:gdLst/>
              <a:ahLst/>
              <a:cxnLst/>
              <a:rect l="l" t="t" r="r" b="b"/>
              <a:pathLst>
                <a:path w="25" h="1" extrusionOk="0">
                  <a:moveTo>
                    <a:pt x="25" y="0"/>
                  </a:moveTo>
                  <a:lnTo>
                    <a:pt x="25" y="0"/>
                  </a:lnTo>
                  <a:lnTo>
                    <a:pt x="25" y="0"/>
                  </a:lnTo>
                  <a:lnTo>
                    <a:pt x="1" y="0"/>
                  </a:lnTo>
                  <a:lnTo>
                    <a:pt x="1" y="0"/>
                  </a:lnTo>
                  <a:lnTo>
                    <a:pt x="25" y="0"/>
                  </a:lnTo>
                  <a:lnTo>
                    <a:pt x="25" y="0"/>
                  </a:lnTo>
                  <a:lnTo>
                    <a:pt x="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6" name="Google Shape;13136;p31"/>
            <p:cNvSpPr/>
            <p:nvPr/>
          </p:nvSpPr>
          <p:spPr>
            <a:xfrm rot="10800000">
              <a:off x="3382527" y="6156189"/>
              <a:ext cx="85" cy="85"/>
            </a:xfrm>
            <a:custGeom>
              <a:avLst/>
              <a:gdLst/>
              <a:ahLst/>
              <a:cxnLst/>
              <a:rect l="l" t="t" r="r" b="b"/>
              <a:pathLst>
                <a:path w="1" h="1" extrusionOk="0">
                  <a:moveTo>
                    <a:pt x="1" y="0"/>
                  </a:moveTo>
                  <a:lnTo>
                    <a:pt x="1" y="0"/>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7" name="Google Shape;13137;p31"/>
            <p:cNvSpPr/>
            <p:nvPr/>
          </p:nvSpPr>
          <p:spPr>
            <a:xfrm rot="10800000">
              <a:off x="3216767" y="6428375"/>
              <a:ext cx="2125" cy="2125"/>
            </a:xfrm>
            <a:custGeom>
              <a:avLst/>
              <a:gdLst/>
              <a:ahLst/>
              <a:cxnLst/>
              <a:rect l="l" t="t" r="r" b="b"/>
              <a:pathLst>
                <a:path w="25" h="25" extrusionOk="0">
                  <a:moveTo>
                    <a:pt x="25" y="24"/>
                  </a:moveTo>
                  <a:lnTo>
                    <a:pt x="25" y="24"/>
                  </a:lnTo>
                  <a:lnTo>
                    <a:pt x="25" y="0"/>
                  </a:lnTo>
                  <a:lnTo>
                    <a:pt x="25" y="0"/>
                  </a:lnTo>
                  <a:lnTo>
                    <a:pt x="25" y="24"/>
                  </a:lnTo>
                  <a:lnTo>
                    <a:pt x="1" y="24"/>
                  </a:lnTo>
                  <a:lnTo>
                    <a:pt x="25" y="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8" name="Google Shape;13138;p31"/>
            <p:cNvSpPr/>
            <p:nvPr/>
          </p:nvSpPr>
          <p:spPr>
            <a:xfrm rot="10800000">
              <a:off x="3304747" y="6432455"/>
              <a:ext cx="85" cy="2125"/>
            </a:xfrm>
            <a:custGeom>
              <a:avLst/>
              <a:gdLst/>
              <a:ahLst/>
              <a:cxnLst/>
              <a:rect l="l" t="t" r="r" b="b"/>
              <a:pathLst>
                <a:path w="1" h="25" extrusionOk="0">
                  <a:moveTo>
                    <a:pt x="1" y="0"/>
                  </a:move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9" name="Google Shape;13139;p31"/>
            <p:cNvSpPr/>
            <p:nvPr/>
          </p:nvSpPr>
          <p:spPr>
            <a:xfrm rot="10800000">
              <a:off x="3210647" y="6461102"/>
              <a:ext cx="85" cy="2125"/>
            </a:xfrm>
            <a:custGeom>
              <a:avLst/>
              <a:gdLst/>
              <a:ahLst/>
              <a:cxnLst/>
              <a:rect l="l" t="t" r="r" b="b"/>
              <a:pathLst>
                <a:path w="1" h="25" extrusionOk="0">
                  <a:moveTo>
                    <a:pt x="1" y="0"/>
                  </a:moveTo>
                  <a:lnTo>
                    <a:pt x="1" y="24"/>
                  </a:lnTo>
                  <a:lnTo>
                    <a:pt x="1" y="24"/>
                  </a:lnTo>
                  <a:lnTo>
                    <a:pt x="1" y="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0" name="Google Shape;13140;p31"/>
            <p:cNvSpPr/>
            <p:nvPr/>
          </p:nvSpPr>
          <p:spPr>
            <a:xfrm rot="10800000">
              <a:off x="3454101" y="6524601"/>
              <a:ext cx="2125" cy="85"/>
            </a:xfrm>
            <a:custGeom>
              <a:avLst/>
              <a:gdLst/>
              <a:ahLst/>
              <a:cxnLst/>
              <a:rect l="l" t="t" r="r" b="b"/>
              <a:pathLst>
                <a:path w="25" h="1" extrusionOk="0">
                  <a:moveTo>
                    <a:pt x="0" y="1"/>
                  </a:moveTo>
                  <a:lnTo>
                    <a:pt x="24" y="1"/>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1" name="Google Shape;13141;p31"/>
            <p:cNvSpPr/>
            <p:nvPr/>
          </p:nvSpPr>
          <p:spPr>
            <a:xfrm rot="10800000">
              <a:off x="3454101" y="6524601"/>
              <a:ext cx="2125" cy="2125"/>
            </a:xfrm>
            <a:custGeom>
              <a:avLst/>
              <a:gdLst/>
              <a:ahLst/>
              <a:cxnLst/>
              <a:rect l="l" t="t" r="r" b="b"/>
              <a:pathLst>
                <a:path w="25" h="25" extrusionOk="0">
                  <a:moveTo>
                    <a:pt x="24" y="25"/>
                  </a:moveTo>
                  <a:lnTo>
                    <a:pt x="24" y="25"/>
                  </a:lnTo>
                  <a:lnTo>
                    <a:pt x="24" y="1"/>
                  </a:lnTo>
                  <a:lnTo>
                    <a:pt x="24" y="1"/>
                  </a:lnTo>
                  <a:lnTo>
                    <a:pt x="24" y="25"/>
                  </a:lnTo>
                  <a:lnTo>
                    <a:pt x="0" y="25"/>
                  </a:lnTo>
                  <a:lnTo>
                    <a:pt x="0" y="25"/>
                  </a:lnTo>
                  <a:lnTo>
                    <a:pt x="24" y="25"/>
                  </a:lnTo>
                  <a:lnTo>
                    <a:pt x="24" y="2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2" name="Google Shape;13142;p31"/>
            <p:cNvSpPr/>
            <p:nvPr/>
          </p:nvSpPr>
          <p:spPr>
            <a:xfrm rot="10800000">
              <a:off x="3529841" y="6536841"/>
              <a:ext cx="2125" cy="2125"/>
            </a:xfrm>
            <a:custGeom>
              <a:avLst/>
              <a:gdLst/>
              <a:ahLst/>
              <a:cxnLst/>
              <a:rect l="l" t="t" r="r" b="b"/>
              <a:pathLst>
                <a:path w="25" h="25" extrusionOk="0">
                  <a:moveTo>
                    <a:pt x="0" y="0"/>
                  </a:moveTo>
                  <a:lnTo>
                    <a:pt x="0" y="24"/>
                  </a:lnTo>
                  <a:lnTo>
                    <a:pt x="2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3" name="Google Shape;13143;p31"/>
            <p:cNvSpPr/>
            <p:nvPr/>
          </p:nvSpPr>
          <p:spPr>
            <a:xfrm rot="10800000">
              <a:off x="3646467" y="6217647"/>
              <a:ext cx="1086704" cy="939305"/>
            </a:xfrm>
            <a:custGeom>
              <a:avLst/>
              <a:gdLst/>
              <a:ahLst/>
              <a:cxnLst/>
              <a:rect l="l" t="t" r="r" b="b"/>
              <a:pathLst>
                <a:path w="12784" h="11050" extrusionOk="0">
                  <a:moveTo>
                    <a:pt x="6813" y="0"/>
                  </a:moveTo>
                  <a:lnTo>
                    <a:pt x="6163" y="24"/>
                  </a:lnTo>
                  <a:lnTo>
                    <a:pt x="5513" y="121"/>
                  </a:lnTo>
                  <a:lnTo>
                    <a:pt x="4863" y="241"/>
                  </a:lnTo>
                  <a:lnTo>
                    <a:pt x="4237" y="385"/>
                  </a:lnTo>
                  <a:lnTo>
                    <a:pt x="3611" y="578"/>
                  </a:lnTo>
                  <a:lnTo>
                    <a:pt x="3010" y="819"/>
                  </a:lnTo>
                  <a:lnTo>
                    <a:pt x="2408" y="1084"/>
                  </a:lnTo>
                  <a:lnTo>
                    <a:pt x="2095" y="1252"/>
                  </a:lnTo>
                  <a:lnTo>
                    <a:pt x="1806" y="1421"/>
                  </a:lnTo>
                  <a:lnTo>
                    <a:pt x="1517" y="1637"/>
                  </a:lnTo>
                  <a:lnTo>
                    <a:pt x="1276" y="1854"/>
                  </a:lnTo>
                  <a:lnTo>
                    <a:pt x="1036" y="2095"/>
                  </a:lnTo>
                  <a:lnTo>
                    <a:pt x="843" y="2359"/>
                  </a:lnTo>
                  <a:lnTo>
                    <a:pt x="650" y="2648"/>
                  </a:lnTo>
                  <a:lnTo>
                    <a:pt x="482" y="2961"/>
                  </a:lnTo>
                  <a:lnTo>
                    <a:pt x="337" y="3346"/>
                  </a:lnTo>
                  <a:lnTo>
                    <a:pt x="193" y="3756"/>
                  </a:lnTo>
                  <a:lnTo>
                    <a:pt x="97" y="4141"/>
                  </a:lnTo>
                  <a:lnTo>
                    <a:pt x="49" y="4550"/>
                  </a:lnTo>
                  <a:lnTo>
                    <a:pt x="0" y="4959"/>
                  </a:lnTo>
                  <a:lnTo>
                    <a:pt x="0" y="5369"/>
                  </a:lnTo>
                  <a:lnTo>
                    <a:pt x="24" y="5778"/>
                  </a:lnTo>
                  <a:lnTo>
                    <a:pt x="97" y="6187"/>
                  </a:lnTo>
                  <a:lnTo>
                    <a:pt x="193" y="6596"/>
                  </a:lnTo>
                  <a:lnTo>
                    <a:pt x="289" y="6981"/>
                  </a:lnTo>
                  <a:lnTo>
                    <a:pt x="434" y="7367"/>
                  </a:lnTo>
                  <a:lnTo>
                    <a:pt x="578" y="7728"/>
                  </a:lnTo>
                  <a:lnTo>
                    <a:pt x="747" y="8065"/>
                  </a:lnTo>
                  <a:lnTo>
                    <a:pt x="939" y="8378"/>
                  </a:lnTo>
                  <a:lnTo>
                    <a:pt x="1156" y="8691"/>
                  </a:lnTo>
                  <a:lnTo>
                    <a:pt x="1373" y="8980"/>
                  </a:lnTo>
                  <a:lnTo>
                    <a:pt x="1613" y="9244"/>
                  </a:lnTo>
                  <a:lnTo>
                    <a:pt x="1902" y="9509"/>
                  </a:lnTo>
                  <a:lnTo>
                    <a:pt x="2191" y="9750"/>
                  </a:lnTo>
                  <a:lnTo>
                    <a:pt x="2480" y="9967"/>
                  </a:lnTo>
                  <a:lnTo>
                    <a:pt x="2817" y="10183"/>
                  </a:lnTo>
                  <a:lnTo>
                    <a:pt x="3154" y="10376"/>
                  </a:lnTo>
                  <a:lnTo>
                    <a:pt x="3515" y="10544"/>
                  </a:lnTo>
                  <a:lnTo>
                    <a:pt x="3900" y="10713"/>
                  </a:lnTo>
                  <a:lnTo>
                    <a:pt x="4358" y="10857"/>
                  </a:lnTo>
                  <a:lnTo>
                    <a:pt x="4839" y="10978"/>
                  </a:lnTo>
                  <a:lnTo>
                    <a:pt x="5297" y="11050"/>
                  </a:lnTo>
                  <a:lnTo>
                    <a:pt x="5754" y="11050"/>
                  </a:lnTo>
                  <a:lnTo>
                    <a:pt x="5995" y="11026"/>
                  </a:lnTo>
                  <a:lnTo>
                    <a:pt x="6235" y="11002"/>
                  </a:lnTo>
                  <a:lnTo>
                    <a:pt x="6452" y="10954"/>
                  </a:lnTo>
                  <a:lnTo>
                    <a:pt x="6693" y="10881"/>
                  </a:lnTo>
                  <a:lnTo>
                    <a:pt x="6909" y="10809"/>
                  </a:lnTo>
                  <a:lnTo>
                    <a:pt x="7126" y="10713"/>
                  </a:lnTo>
                  <a:lnTo>
                    <a:pt x="7343" y="10592"/>
                  </a:lnTo>
                  <a:lnTo>
                    <a:pt x="7583" y="10448"/>
                  </a:lnTo>
                  <a:lnTo>
                    <a:pt x="9293" y="9341"/>
                  </a:lnTo>
                  <a:lnTo>
                    <a:pt x="10135" y="8787"/>
                  </a:lnTo>
                  <a:lnTo>
                    <a:pt x="10978" y="8209"/>
                  </a:lnTo>
                  <a:lnTo>
                    <a:pt x="11194" y="8041"/>
                  </a:lnTo>
                  <a:lnTo>
                    <a:pt x="11387" y="7848"/>
                  </a:lnTo>
                  <a:lnTo>
                    <a:pt x="11580" y="7680"/>
                  </a:lnTo>
                  <a:lnTo>
                    <a:pt x="11772" y="7487"/>
                  </a:lnTo>
                  <a:lnTo>
                    <a:pt x="11917" y="7294"/>
                  </a:lnTo>
                  <a:lnTo>
                    <a:pt x="12061" y="7078"/>
                  </a:lnTo>
                  <a:lnTo>
                    <a:pt x="12206" y="6885"/>
                  </a:lnTo>
                  <a:lnTo>
                    <a:pt x="12326" y="6669"/>
                  </a:lnTo>
                  <a:lnTo>
                    <a:pt x="12422" y="6428"/>
                  </a:lnTo>
                  <a:lnTo>
                    <a:pt x="12518" y="6211"/>
                  </a:lnTo>
                  <a:lnTo>
                    <a:pt x="12663" y="5730"/>
                  </a:lnTo>
                  <a:lnTo>
                    <a:pt x="12735" y="5248"/>
                  </a:lnTo>
                  <a:lnTo>
                    <a:pt x="12783" y="4767"/>
                  </a:lnTo>
                  <a:lnTo>
                    <a:pt x="12783" y="4358"/>
                  </a:lnTo>
                  <a:lnTo>
                    <a:pt x="12735" y="3996"/>
                  </a:lnTo>
                  <a:lnTo>
                    <a:pt x="12663" y="3635"/>
                  </a:lnTo>
                  <a:lnTo>
                    <a:pt x="12567" y="3274"/>
                  </a:lnTo>
                  <a:lnTo>
                    <a:pt x="12446" y="2961"/>
                  </a:lnTo>
                  <a:lnTo>
                    <a:pt x="12302" y="2648"/>
                  </a:lnTo>
                  <a:lnTo>
                    <a:pt x="12109" y="2359"/>
                  </a:lnTo>
                  <a:lnTo>
                    <a:pt x="11893" y="2071"/>
                  </a:lnTo>
                  <a:lnTo>
                    <a:pt x="11676" y="1830"/>
                  </a:lnTo>
                  <a:lnTo>
                    <a:pt x="11459" y="1589"/>
                  </a:lnTo>
                  <a:lnTo>
                    <a:pt x="11219" y="1372"/>
                  </a:lnTo>
                  <a:lnTo>
                    <a:pt x="10978" y="1180"/>
                  </a:lnTo>
                  <a:lnTo>
                    <a:pt x="10713" y="987"/>
                  </a:lnTo>
                  <a:lnTo>
                    <a:pt x="10448" y="819"/>
                  </a:lnTo>
                  <a:lnTo>
                    <a:pt x="10183" y="674"/>
                  </a:lnTo>
                  <a:lnTo>
                    <a:pt x="9919" y="554"/>
                  </a:lnTo>
                  <a:lnTo>
                    <a:pt x="9630" y="434"/>
                  </a:lnTo>
                  <a:lnTo>
                    <a:pt x="9341" y="313"/>
                  </a:lnTo>
                  <a:lnTo>
                    <a:pt x="9028" y="241"/>
                  </a:lnTo>
                  <a:lnTo>
                    <a:pt x="8739" y="169"/>
                  </a:lnTo>
                  <a:lnTo>
                    <a:pt x="8426" y="97"/>
                  </a:lnTo>
                  <a:lnTo>
                    <a:pt x="8113" y="48"/>
                  </a:lnTo>
                  <a:lnTo>
                    <a:pt x="746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4" name="Google Shape;13144;p31"/>
            <p:cNvSpPr/>
            <p:nvPr/>
          </p:nvSpPr>
          <p:spPr>
            <a:xfrm rot="10800000">
              <a:off x="4049646" y="6440701"/>
              <a:ext cx="362291" cy="446191"/>
            </a:xfrm>
            <a:custGeom>
              <a:avLst/>
              <a:gdLst/>
              <a:ahLst/>
              <a:cxnLst/>
              <a:rect l="l" t="t" r="r" b="b"/>
              <a:pathLst>
                <a:path w="4262" h="5249" extrusionOk="0">
                  <a:moveTo>
                    <a:pt x="1782" y="1"/>
                  </a:moveTo>
                  <a:lnTo>
                    <a:pt x="1590" y="25"/>
                  </a:lnTo>
                  <a:lnTo>
                    <a:pt x="1397" y="73"/>
                  </a:lnTo>
                  <a:lnTo>
                    <a:pt x="1205" y="145"/>
                  </a:lnTo>
                  <a:lnTo>
                    <a:pt x="916" y="314"/>
                  </a:lnTo>
                  <a:lnTo>
                    <a:pt x="771" y="410"/>
                  </a:lnTo>
                  <a:lnTo>
                    <a:pt x="651" y="531"/>
                  </a:lnTo>
                  <a:lnTo>
                    <a:pt x="531" y="675"/>
                  </a:lnTo>
                  <a:lnTo>
                    <a:pt x="410" y="795"/>
                  </a:lnTo>
                  <a:lnTo>
                    <a:pt x="314" y="964"/>
                  </a:lnTo>
                  <a:lnTo>
                    <a:pt x="242" y="1108"/>
                  </a:lnTo>
                  <a:lnTo>
                    <a:pt x="145" y="1349"/>
                  </a:lnTo>
                  <a:lnTo>
                    <a:pt x="73" y="1614"/>
                  </a:lnTo>
                  <a:lnTo>
                    <a:pt x="25" y="1879"/>
                  </a:lnTo>
                  <a:lnTo>
                    <a:pt x="1" y="2143"/>
                  </a:lnTo>
                  <a:lnTo>
                    <a:pt x="1" y="2408"/>
                  </a:lnTo>
                  <a:lnTo>
                    <a:pt x="1" y="2697"/>
                  </a:lnTo>
                  <a:lnTo>
                    <a:pt x="49" y="2962"/>
                  </a:lnTo>
                  <a:lnTo>
                    <a:pt x="121" y="3227"/>
                  </a:lnTo>
                  <a:lnTo>
                    <a:pt x="218" y="3492"/>
                  </a:lnTo>
                  <a:lnTo>
                    <a:pt x="314" y="3732"/>
                  </a:lnTo>
                  <a:lnTo>
                    <a:pt x="434" y="3997"/>
                  </a:lnTo>
                  <a:lnTo>
                    <a:pt x="579" y="4214"/>
                  </a:lnTo>
                  <a:lnTo>
                    <a:pt x="747" y="4430"/>
                  </a:lnTo>
                  <a:lnTo>
                    <a:pt x="916" y="4623"/>
                  </a:lnTo>
                  <a:lnTo>
                    <a:pt x="1132" y="4816"/>
                  </a:lnTo>
                  <a:lnTo>
                    <a:pt x="1349" y="4960"/>
                  </a:lnTo>
                  <a:lnTo>
                    <a:pt x="1518" y="5056"/>
                  </a:lnTo>
                  <a:lnTo>
                    <a:pt x="1710" y="5129"/>
                  </a:lnTo>
                  <a:lnTo>
                    <a:pt x="1927" y="5201"/>
                  </a:lnTo>
                  <a:lnTo>
                    <a:pt x="2167" y="5249"/>
                  </a:lnTo>
                  <a:lnTo>
                    <a:pt x="2408" y="5249"/>
                  </a:lnTo>
                  <a:lnTo>
                    <a:pt x="2625" y="5225"/>
                  </a:lnTo>
                  <a:lnTo>
                    <a:pt x="2866" y="5153"/>
                  </a:lnTo>
                  <a:lnTo>
                    <a:pt x="3058" y="5080"/>
                  </a:lnTo>
                  <a:lnTo>
                    <a:pt x="3275" y="4960"/>
                  </a:lnTo>
                  <a:lnTo>
                    <a:pt x="3467" y="4840"/>
                  </a:lnTo>
                  <a:lnTo>
                    <a:pt x="3636" y="4671"/>
                  </a:lnTo>
                  <a:lnTo>
                    <a:pt x="3780" y="4503"/>
                  </a:lnTo>
                  <a:lnTo>
                    <a:pt x="3925" y="4286"/>
                  </a:lnTo>
                  <a:lnTo>
                    <a:pt x="4045" y="4069"/>
                  </a:lnTo>
                  <a:lnTo>
                    <a:pt x="4141" y="3853"/>
                  </a:lnTo>
                  <a:lnTo>
                    <a:pt x="4214" y="3588"/>
                  </a:lnTo>
                  <a:lnTo>
                    <a:pt x="4238" y="3347"/>
                  </a:lnTo>
                  <a:lnTo>
                    <a:pt x="4262" y="3058"/>
                  </a:lnTo>
                  <a:lnTo>
                    <a:pt x="4238" y="2817"/>
                  </a:lnTo>
                  <a:lnTo>
                    <a:pt x="4214" y="2577"/>
                  </a:lnTo>
                  <a:lnTo>
                    <a:pt x="4117" y="2071"/>
                  </a:lnTo>
                  <a:lnTo>
                    <a:pt x="3949" y="1542"/>
                  </a:lnTo>
                  <a:lnTo>
                    <a:pt x="3780" y="1036"/>
                  </a:lnTo>
                  <a:lnTo>
                    <a:pt x="3636" y="771"/>
                  </a:lnTo>
                  <a:lnTo>
                    <a:pt x="3467" y="531"/>
                  </a:lnTo>
                  <a:lnTo>
                    <a:pt x="3275" y="362"/>
                  </a:lnTo>
                  <a:lnTo>
                    <a:pt x="3058" y="242"/>
                  </a:lnTo>
                  <a:lnTo>
                    <a:pt x="2817" y="145"/>
                  </a:lnTo>
                  <a:lnTo>
                    <a:pt x="2553" y="73"/>
                  </a:lnTo>
                  <a:lnTo>
                    <a:pt x="2264" y="25"/>
                  </a:lnTo>
                  <a:lnTo>
                    <a:pt x="19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5" name="Google Shape;13145;p31"/>
            <p:cNvSpPr/>
            <p:nvPr/>
          </p:nvSpPr>
          <p:spPr>
            <a:xfrm rot="10800000">
              <a:off x="4248133" y="6084615"/>
              <a:ext cx="100306" cy="86025"/>
            </a:xfrm>
            <a:custGeom>
              <a:avLst/>
              <a:gdLst/>
              <a:ahLst/>
              <a:cxnLst/>
              <a:rect l="l" t="t" r="r" b="b"/>
              <a:pathLst>
                <a:path w="1180" h="1012" extrusionOk="0">
                  <a:moveTo>
                    <a:pt x="313" y="1"/>
                  </a:moveTo>
                  <a:lnTo>
                    <a:pt x="241" y="25"/>
                  </a:lnTo>
                  <a:lnTo>
                    <a:pt x="169" y="49"/>
                  </a:lnTo>
                  <a:lnTo>
                    <a:pt x="121" y="97"/>
                  </a:lnTo>
                  <a:lnTo>
                    <a:pt x="72" y="169"/>
                  </a:lnTo>
                  <a:lnTo>
                    <a:pt x="24" y="289"/>
                  </a:lnTo>
                  <a:lnTo>
                    <a:pt x="0" y="410"/>
                  </a:lnTo>
                  <a:lnTo>
                    <a:pt x="24" y="530"/>
                  </a:lnTo>
                  <a:lnTo>
                    <a:pt x="48" y="651"/>
                  </a:lnTo>
                  <a:lnTo>
                    <a:pt x="96" y="747"/>
                  </a:lnTo>
                  <a:lnTo>
                    <a:pt x="193" y="843"/>
                  </a:lnTo>
                  <a:lnTo>
                    <a:pt x="289" y="915"/>
                  </a:lnTo>
                  <a:lnTo>
                    <a:pt x="409" y="963"/>
                  </a:lnTo>
                  <a:lnTo>
                    <a:pt x="530" y="988"/>
                  </a:lnTo>
                  <a:lnTo>
                    <a:pt x="674" y="1012"/>
                  </a:lnTo>
                  <a:lnTo>
                    <a:pt x="819" y="988"/>
                  </a:lnTo>
                  <a:lnTo>
                    <a:pt x="963" y="939"/>
                  </a:lnTo>
                  <a:lnTo>
                    <a:pt x="1083" y="867"/>
                  </a:lnTo>
                  <a:lnTo>
                    <a:pt x="1156" y="747"/>
                  </a:lnTo>
                  <a:lnTo>
                    <a:pt x="1180" y="626"/>
                  </a:lnTo>
                  <a:lnTo>
                    <a:pt x="1180" y="554"/>
                  </a:lnTo>
                  <a:lnTo>
                    <a:pt x="1156" y="506"/>
                  </a:lnTo>
                  <a:lnTo>
                    <a:pt x="1083" y="386"/>
                  </a:lnTo>
                  <a:lnTo>
                    <a:pt x="1011" y="289"/>
                  </a:lnTo>
                  <a:lnTo>
                    <a:pt x="915" y="217"/>
                  </a:lnTo>
                  <a:lnTo>
                    <a:pt x="795" y="121"/>
                  </a:lnTo>
                  <a:lnTo>
                    <a:pt x="674" y="73"/>
                  </a:lnTo>
                  <a:lnTo>
                    <a:pt x="554" y="25"/>
                  </a:lnTo>
                  <a:lnTo>
                    <a:pt x="4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6" name="Google Shape;13146;p31"/>
            <p:cNvSpPr/>
            <p:nvPr/>
          </p:nvSpPr>
          <p:spPr>
            <a:xfrm rot="10800000">
              <a:off x="4311547" y="6317868"/>
              <a:ext cx="92145" cy="83985"/>
            </a:xfrm>
            <a:custGeom>
              <a:avLst/>
              <a:gdLst/>
              <a:ahLst/>
              <a:cxnLst/>
              <a:rect l="l" t="t" r="r" b="b"/>
              <a:pathLst>
                <a:path w="1084" h="988" extrusionOk="0">
                  <a:moveTo>
                    <a:pt x="409" y="0"/>
                  </a:moveTo>
                  <a:lnTo>
                    <a:pt x="337" y="48"/>
                  </a:lnTo>
                  <a:lnTo>
                    <a:pt x="241" y="97"/>
                  </a:lnTo>
                  <a:lnTo>
                    <a:pt x="169" y="169"/>
                  </a:lnTo>
                  <a:lnTo>
                    <a:pt x="96" y="241"/>
                  </a:lnTo>
                  <a:lnTo>
                    <a:pt x="48" y="337"/>
                  </a:lnTo>
                  <a:lnTo>
                    <a:pt x="0" y="434"/>
                  </a:lnTo>
                  <a:lnTo>
                    <a:pt x="0" y="506"/>
                  </a:lnTo>
                  <a:lnTo>
                    <a:pt x="0" y="602"/>
                  </a:lnTo>
                  <a:lnTo>
                    <a:pt x="24" y="674"/>
                  </a:lnTo>
                  <a:lnTo>
                    <a:pt x="48" y="747"/>
                  </a:lnTo>
                  <a:lnTo>
                    <a:pt x="96" y="819"/>
                  </a:lnTo>
                  <a:lnTo>
                    <a:pt x="145" y="891"/>
                  </a:lnTo>
                  <a:lnTo>
                    <a:pt x="217" y="939"/>
                  </a:lnTo>
                  <a:lnTo>
                    <a:pt x="289" y="963"/>
                  </a:lnTo>
                  <a:lnTo>
                    <a:pt x="434" y="987"/>
                  </a:lnTo>
                  <a:lnTo>
                    <a:pt x="698" y="987"/>
                  </a:lnTo>
                  <a:lnTo>
                    <a:pt x="795" y="939"/>
                  </a:lnTo>
                  <a:lnTo>
                    <a:pt x="891" y="891"/>
                  </a:lnTo>
                  <a:lnTo>
                    <a:pt x="987" y="819"/>
                  </a:lnTo>
                  <a:lnTo>
                    <a:pt x="1035" y="722"/>
                  </a:lnTo>
                  <a:lnTo>
                    <a:pt x="1083" y="602"/>
                  </a:lnTo>
                  <a:lnTo>
                    <a:pt x="1083" y="530"/>
                  </a:lnTo>
                  <a:lnTo>
                    <a:pt x="1059" y="434"/>
                  </a:lnTo>
                  <a:lnTo>
                    <a:pt x="1035" y="337"/>
                  </a:lnTo>
                  <a:lnTo>
                    <a:pt x="963" y="265"/>
                  </a:lnTo>
                  <a:lnTo>
                    <a:pt x="891" y="169"/>
                  </a:lnTo>
                  <a:lnTo>
                    <a:pt x="795" y="97"/>
                  </a:lnTo>
                  <a:lnTo>
                    <a:pt x="698" y="48"/>
                  </a:lnTo>
                  <a:lnTo>
                    <a:pt x="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7" name="Google Shape;13147;p31"/>
            <p:cNvSpPr/>
            <p:nvPr/>
          </p:nvSpPr>
          <p:spPr>
            <a:xfrm rot="10800000">
              <a:off x="4139666" y="6252415"/>
              <a:ext cx="57378" cy="40972"/>
            </a:xfrm>
            <a:custGeom>
              <a:avLst/>
              <a:gdLst/>
              <a:ahLst/>
              <a:cxnLst/>
              <a:rect l="l" t="t" r="r" b="b"/>
              <a:pathLst>
                <a:path w="675" h="482" extrusionOk="0">
                  <a:moveTo>
                    <a:pt x="338" y="0"/>
                  </a:moveTo>
                  <a:lnTo>
                    <a:pt x="145" y="72"/>
                  </a:lnTo>
                  <a:lnTo>
                    <a:pt x="97" y="96"/>
                  </a:lnTo>
                  <a:lnTo>
                    <a:pt x="25" y="145"/>
                  </a:lnTo>
                  <a:lnTo>
                    <a:pt x="1" y="217"/>
                  </a:lnTo>
                  <a:lnTo>
                    <a:pt x="1" y="289"/>
                  </a:lnTo>
                  <a:lnTo>
                    <a:pt x="25" y="337"/>
                  </a:lnTo>
                  <a:lnTo>
                    <a:pt x="73" y="385"/>
                  </a:lnTo>
                  <a:lnTo>
                    <a:pt x="121" y="433"/>
                  </a:lnTo>
                  <a:lnTo>
                    <a:pt x="217" y="458"/>
                  </a:lnTo>
                  <a:lnTo>
                    <a:pt x="362" y="482"/>
                  </a:lnTo>
                  <a:lnTo>
                    <a:pt x="530" y="482"/>
                  </a:lnTo>
                  <a:lnTo>
                    <a:pt x="602" y="458"/>
                  </a:lnTo>
                  <a:lnTo>
                    <a:pt x="675" y="385"/>
                  </a:lnTo>
                  <a:lnTo>
                    <a:pt x="675" y="289"/>
                  </a:lnTo>
                  <a:lnTo>
                    <a:pt x="675" y="193"/>
                  </a:lnTo>
                  <a:lnTo>
                    <a:pt x="578" y="72"/>
                  </a:lnTo>
                  <a:lnTo>
                    <a:pt x="530" y="24"/>
                  </a:ln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8" name="Google Shape;13148;p31"/>
            <p:cNvSpPr/>
            <p:nvPr/>
          </p:nvSpPr>
          <p:spPr>
            <a:xfrm rot="10800000">
              <a:off x="4010714" y="6168515"/>
              <a:ext cx="39017" cy="43013"/>
            </a:xfrm>
            <a:custGeom>
              <a:avLst/>
              <a:gdLst/>
              <a:ahLst/>
              <a:cxnLst/>
              <a:rect l="l" t="t" r="r" b="b"/>
              <a:pathLst>
                <a:path w="459" h="506" extrusionOk="0">
                  <a:moveTo>
                    <a:pt x="121" y="0"/>
                  </a:moveTo>
                  <a:lnTo>
                    <a:pt x="49" y="72"/>
                  </a:lnTo>
                  <a:lnTo>
                    <a:pt x="25" y="145"/>
                  </a:lnTo>
                  <a:lnTo>
                    <a:pt x="1" y="217"/>
                  </a:lnTo>
                  <a:lnTo>
                    <a:pt x="25" y="289"/>
                  </a:lnTo>
                  <a:lnTo>
                    <a:pt x="49" y="361"/>
                  </a:lnTo>
                  <a:lnTo>
                    <a:pt x="97" y="433"/>
                  </a:lnTo>
                  <a:lnTo>
                    <a:pt x="169" y="482"/>
                  </a:lnTo>
                  <a:lnTo>
                    <a:pt x="242" y="506"/>
                  </a:lnTo>
                  <a:lnTo>
                    <a:pt x="338" y="506"/>
                  </a:lnTo>
                  <a:lnTo>
                    <a:pt x="410" y="482"/>
                  </a:lnTo>
                  <a:lnTo>
                    <a:pt x="434" y="433"/>
                  </a:lnTo>
                  <a:lnTo>
                    <a:pt x="458" y="361"/>
                  </a:lnTo>
                  <a:lnTo>
                    <a:pt x="458" y="313"/>
                  </a:lnTo>
                  <a:lnTo>
                    <a:pt x="434" y="241"/>
                  </a:lnTo>
                  <a:lnTo>
                    <a:pt x="410" y="169"/>
                  </a:lnTo>
                  <a:lnTo>
                    <a:pt x="386" y="120"/>
                  </a:lnTo>
                  <a:lnTo>
                    <a:pt x="314" y="72"/>
                  </a:lnTo>
                  <a:lnTo>
                    <a:pt x="266"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9" name="Google Shape;13149;p31"/>
            <p:cNvSpPr/>
            <p:nvPr/>
          </p:nvSpPr>
          <p:spPr>
            <a:xfrm rot="10800000">
              <a:off x="4025080" y="6008875"/>
              <a:ext cx="51258" cy="39017"/>
            </a:xfrm>
            <a:custGeom>
              <a:avLst/>
              <a:gdLst/>
              <a:ahLst/>
              <a:cxnLst/>
              <a:rect l="l" t="t" r="r" b="b"/>
              <a:pathLst>
                <a:path w="603" h="459" extrusionOk="0">
                  <a:moveTo>
                    <a:pt x="242" y="1"/>
                  </a:moveTo>
                  <a:lnTo>
                    <a:pt x="145" y="49"/>
                  </a:lnTo>
                  <a:lnTo>
                    <a:pt x="49" y="97"/>
                  </a:lnTo>
                  <a:lnTo>
                    <a:pt x="1" y="169"/>
                  </a:lnTo>
                  <a:lnTo>
                    <a:pt x="1" y="242"/>
                  </a:lnTo>
                  <a:lnTo>
                    <a:pt x="25" y="314"/>
                  </a:lnTo>
                  <a:lnTo>
                    <a:pt x="97" y="362"/>
                  </a:lnTo>
                  <a:lnTo>
                    <a:pt x="145" y="410"/>
                  </a:lnTo>
                  <a:lnTo>
                    <a:pt x="218" y="434"/>
                  </a:lnTo>
                  <a:lnTo>
                    <a:pt x="314" y="458"/>
                  </a:lnTo>
                  <a:lnTo>
                    <a:pt x="482" y="458"/>
                  </a:lnTo>
                  <a:lnTo>
                    <a:pt x="555" y="410"/>
                  </a:lnTo>
                  <a:lnTo>
                    <a:pt x="579" y="386"/>
                  </a:lnTo>
                  <a:lnTo>
                    <a:pt x="603" y="314"/>
                  </a:lnTo>
                  <a:lnTo>
                    <a:pt x="555" y="218"/>
                  </a:lnTo>
                  <a:lnTo>
                    <a:pt x="506" y="121"/>
                  </a:lnTo>
                  <a:lnTo>
                    <a:pt x="434" y="73"/>
                  </a:lnTo>
                  <a:lnTo>
                    <a:pt x="338" y="25"/>
                  </a:lnTo>
                  <a:lnTo>
                    <a:pt x="2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0" name="Google Shape;13150;p31"/>
            <p:cNvSpPr/>
            <p:nvPr/>
          </p:nvSpPr>
          <p:spPr>
            <a:xfrm rot="10800000">
              <a:off x="4166273" y="6027321"/>
              <a:ext cx="28732" cy="38932"/>
            </a:xfrm>
            <a:custGeom>
              <a:avLst/>
              <a:gdLst/>
              <a:ahLst/>
              <a:cxnLst/>
              <a:rect l="l" t="t" r="r" b="b"/>
              <a:pathLst>
                <a:path w="338" h="458" extrusionOk="0">
                  <a:moveTo>
                    <a:pt x="193" y="0"/>
                  </a:moveTo>
                  <a:lnTo>
                    <a:pt x="121" y="24"/>
                  </a:lnTo>
                  <a:lnTo>
                    <a:pt x="73" y="72"/>
                  </a:lnTo>
                  <a:lnTo>
                    <a:pt x="25" y="169"/>
                  </a:lnTo>
                  <a:lnTo>
                    <a:pt x="1" y="265"/>
                  </a:lnTo>
                  <a:lnTo>
                    <a:pt x="25" y="337"/>
                  </a:lnTo>
                  <a:lnTo>
                    <a:pt x="25" y="385"/>
                  </a:lnTo>
                  <a:lnTo>
                    <a:pt x="73" y="434"/>
                  </a:lnTo>
                  <a:lnTo>
                    <a:pt x="121" y="458"/>
                  </a:lnTo>
                  <a:lnTo>
                    <a:pt x="169" y="458"/>
                  </a:lnTo>
                  <a:lnTo>
                    <a:pt x="241" y="434"/>
                  </a:lnTo>
                  <a:lnTo>
                    <a:pt x="265" y="385"/>
                  </a:lnTo>
                  <a:lnTo>
                    <a:pt x="314" y="337"/>
                  </a:lnTo>
                  <a:lnTo>
                    <a:pt x="338" y="265"/>
                  </a:lnTo>
                  <a:lnTo>
                    <a:pt x="338" y="193"/>
                  </a:lnTo>
                  <a:lnTo>
                    <a:pt x="338" y="145"/>
                  </a:lnTo>
                  <a:lnTo>
                    <a:pt x="290" y="72"/>
                  </a:lnTo>
                  <a:lnTo>
                    <a:pt x="265" y="24"/>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1" name="Google Shape;13151;p31"/>
            <p:cNvSpPr/>
            <p:nvPr/>
          </p:nvSpPr>
          <p:spPr>
            <a:xfrm rot="10800000">
              <a:off x="4436419" y="6178715"/>
              <a:ext cx="26607" cy="39017"/>
            </a:xfrm>
            <a:custGeom>
              <a:avLst/>
              <a:gdLst/>
              <a:ahLst/>
              <a:cxnLst/>
              <a:rect l="l" t="t" r="r" b="b"/>
              <a:pathLst>
                <a:path w="313" h="459" extrusionOk="0">
                  <a:moveTo>
                    <a:pt x="193" y="1"/>
                  </a:moveTo>
                  <a:lnTo>
                    <a:pt x="144" y="25"/>
                  </a:lnTo>
                  <a:lnTo>
                    <a:pt x="96" y="49"/>
                  </a:lnTo>
                  <a:lnTo>
                    <a:pt x="24" y="145"/>
                  </a:lnTo>
                  <a:lnTo>
                    <a:pt x="0" y="242"/>
                  </a:lnTo>
                  <a:lnTo>
                    <a:pt x="24" y="338"/>
                  </a:lnTo>
                  <a:lnTo>
                    <a:pt x="96" y="434"/>
                  </a:lnTo>
                  <a:lnTo>
                    <a:pt x="120" y="458"/>
                  </a:lnTo>
                  <a:lnTo>
                    <a:pt x="169" y="458"/>
                  </a:lnTo>
                  <a:lnTo>
                    <a:pt x="217" y="434"/>
                  </a:lnTo>
                  <a:lnTo>
                    <a:pt x="241" y="410"/>
                  </a:lnTo>
                  <a:lnTo>
                    <a:pt x="289" y="338"/>
                  </a:lnTo>
                  <a:lnTo>
                    <a:pt x="313" y="242"/>
                  </a:lnTo>
                  <a:lnTo>
                    <a:pt x="313" y="169"/>
                  </a:lnTo>
                  <a:lnTo>
                    <a:pt x="289" y="73"/>
                  </a:lnTo>
                  <a:lnTo>
                    <a:pt x="241" y="25"/>
                  </a:lnTo>
                  <a:lnTo>
                    <a:pt x="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2" name="Google Shape;13152;p31"/>
            <p:cNvSpPr/>
            <p:nvPr/>
          </p:nvSpPr>
          <p:spPr>
            <a:xfrm rot="10800000">
              <a:off x="4420013" y="6008875"/>
              <a:ext cx="24651" cy="32812"/>
            </a:xfrm>
            <a:custGeom>
              <a:avLst/>
              <a:gdLst/>
              <a:ahLst/>
              <a:cxnLst/>
              <a:rect l="l" t="t" r="r" b="b"/>
              <a:pathLst>
                <a:path w="290" h="386" extrusionOk="0">
                  <a:moveTo>
                    <a:pt x="73" y="0"/>
                  </a:moveTo>
                  <a:lnTo>
                    <a:pt x="25" y="48"/>
                  </a:lnTo>
                  <a:lnTo>
                    <a:pt x="1" y="72"/>
                  </a:lnTo>
                  <a:lnTo>
                    <a:pt x="1" y="169"/>
                  </a:lnTo>
                  <a:lnTo>
                    <a:pt x="25" y="241"/>
                  </a:lnTo>
                  <a:lnTo>
                    <a:pt x="97" y="313"/>
                  </a:lnTo>
                  <a:lnTo>
                    <a:pt x="169" y="385"/>
                  </a:lnTo>
                  <a:lnTo>
                    <a:pt x="217" y="385"/>
                  </a:lnTo>
                  <a:lnTo>
                    <a:pt x="266" y="361"/>
                  </a:lnTo>
                  <a:lnTo>
                    <a:pt x="290" y="313"/>
                  </a:lnTo>
                  <a:lnTo>
                    <a:pt x="290" y="193"/>
                  </a:lnTo>
                  <a:lnTo>
                    <a:pt x="241" y="96"/>
                  </a:lnTo>
                  <a:lnTo>
                    <a:pt x="169" y="24"/>
                  </a:lnTo>
                  <a:lnTo>
                    <a:pt x="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3" name="Google Shape;13153;p31"/>
            <p:cNvSpPr/>
            <p:nvPr/>
          </p:nvSpPr>
          <p:spPr>
            <a:xfrm rot="10800000">
              <a:off x="4248133" y="6495954"/>
              <a:ext cx="26692" cy="26692"/>
            </a:xfrm>
            <a:custGeom>
              <a:avLst/>
              <a:gdLst/>
              <a:ahLst/>
              <a:cxnLst/>
              <a:rect l="l" t="t" r="r" b="b"/>
              <a:pathLst>
                <a:path w="314" h="314" extrusionOk="0">
                  <a:moveTo>
                    <a:pt x="145" y="1"/>
                  </a:moveTo>
                  <a:lnTo>
                    <a:pt x="73" y="25"/>
                  </a:lnTo>
                  <a:lnTo>
                    <a:pt x="25" y="49"/>
                  </a:lnTo>
                  <a:lnTo>
                    <a:pt x="1" y="121"/>
                  </a:lnTo>
                  <a:lnTo>
                    <a:pt x="1" y="194"/>
                  </a:lnTo>
                  <a:lnTo>
                    <a:pt x="25" y="242"/>
                  </a:lnTo>
                  <a:lnTo>
                    <a:pt x="49" y="266"/>
                  </a:lnTo>
                  <a:lnTo>
                    <a:pt x="121" y="290"/>
                  </a:lnTo>
                  <a:lnTo>
                    <a:pt x="169" y="314"/>
                  </a:lnTo>
                  <a:lnTo>
                    <a:pt x="217" y="290"/>
                  </a:lnTo>
                  <a:lnTo>
                    <a:pt x="266" y="266"/>
                  </a:lnTo>
                  <a:lnTo>
                    <a:pt x="314" y="218"/>
                  </a:lnTo>
                  <a:lnTo>
                    <a:pt x="314" y="145"/>
                  </a:lnTo>
                  <a:lnTo>
                    <a:pt x="314" y="97"/>
                  </a:lnTo>
                  <a:lnTo>
                    <a:pt x="266" y="49"/>
                  </a:lnTo>
                  <a:lnTo>
                    <a:pt x="2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4" name="Google Shape;13154;p31"/>
            <p:cNvSpPr/>
            <p:nvPr/>
          </p:nvSpPr>
          <p:spPr>
            <a:xfrm rot="10800000">
              <a:off x="4242012" y="6328154"/>
              <a:ext cx="22526" cy="20486"/>
            </a:xfrm>
            <a:custGeom>
              <a:avLst/>
              <a:gdLst/>
              <a:ahLst/>
              <a:cxnLst/>
              <a:rect l="l" t="t" r="r" b="b"/>
              <a:pathLst>
                <a:path w="265" h="241" extrusionOk="0">
                  <a:moveTo>
                    <a:pt x="96" y="0"/>
                  </a:moveTo>
                  <a:lnTo>
                    <a:pt x="48" y="24"/>
                  </a:lnTo>
                  <a:lnTo>
                    <a:pt x="0" y="72"/>
                  </a:lnTo>
                  <a:lnTo>
                    <a:pt x="0" y="96"/>
                  </a:lnTo>
                  <a:lnTo>
                    <a:pt x="0" y="145"/>
                  </a:lnTo>
                  <a:lnTo>
                    <a:pt x="24" y="169"/>
                  </a:lnTo>
                  <a:lnTo>
                    <a:pt x="48" y="217"/>
                  </a:lnTo>
                  <a:lnTo>
                    <a:pt x="96" y="241"/>
                  </a:lnTo>
                  <a:lnTo>
                    <a:pt x="145" y="217"/>
                  </a:lnTo>
                  <a:lnTo>
                    <a:pt x="193" y="193"/>
                  </a:lnTo>
                  <a:lnTo>
                    <a:pt x="241" y="145"/>
                  </a:lnTo>
                  <a:lnTo>
                    <a:pt x="265" y="121"/>
                  </a:lnTo>
                  <a:lnTo>
                    <a:pt x="265" y="72"/>
                  </a:lnTo>
                  <a:lnTo>
                    <a:pt x="217" y="24"/>
                  </a:lnTo>
                  <a:lnTo>
                    <a:pt x="1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5" name="Google Shape;13155;p31"/>
            <p:cNvSpPr/>
            <p:nvPr/>
          </p:nvSpPr>
          <p:spPr>
            <a:xfrm rot="10800000">
              <a:off x="4299306" y="6481588"/>
              <a:ext cx="20486" cy="20571"/>
            </a:xfrm>
            <a:custGeom>
              <a:avLst/>
              <a:gdLst/>
              <a:ahLst/>
              <a:cxnLst/>
              <a:rect l="l" t="t" r="r" b="b"/>
              <a:pathLst>
                <a:path w="241" h="242" extrusionOk="0">
                  <a:moveTo>
                    <a:pt x="121" y="1"/>
                  </a:moveTo>
                  <a:lnTo>
                    <a:pt x="72" y="25"/>
                  </a:lnTo>
                  <a:lnTo>
                    <a:pt x="24" y="73"/>
                  </a:lnTo>
                  <a:lnTo>
                    <a:pt x="0" y="121"/>
                  </a:lnTo>
                  <a:lnTo>
                    <a:pt x="24" y="193"/>
                  </a:lnTo>
                  <a:lnTo>
                    <a:pt x="24" y="217"/>
                  </a:lnTo>
                  <a:lnTo>
                    <a:pt x="96" y="241"/>
                  </a:lnTo>
                  <a:lnTo>
                    <a:pt x="145" y="217"/>
                  </a:lnTo>
                  <a:lnTo>
                    <a:pt x="193" y="193"/>
                  </a:lnTo>
                  <a:lnTo>
                    <a:pt x="217" y="145"/>
                  </a:lnTo>
                  <a:lnTo>
                    <a:pt x="241" y="97"/>
                  </a:lnTo>
                  <a:lnTo>
                    <a:pt x="241" y="73"/>
                  </a:lnTo>
                  <a:lnTo>
                    <a:pt x="217" y="25"/>
                  </a:lnTo>
                  <a:lnTo>
                    <a:pt x="1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6" name="Google Shape;13156;p31"/>
            <p:cNvSpPr/>
            <p:nvPr/>
          </p:nvSpPr>
          <p:spPr>
            <a:xfrm rot="10800000">
              <a:off x="4454780" y="6305628"/>
              <a:ext cx="16491" cy="16406"/>
            </a:xfrm>
            <a:custGeom>
              <a:avLst/>
              <a:gdLst/>
              <a:ahLst/>
              <a:cxnLst/>
              <a:rect l="l" t="t" r="r" b="b"/>
              <a:pathLst>
                <a:path w="194" h="193" extrusionOk="0">
                  <a:moveTo>
                    <a:pt x="25" y="0"/>
                  </a:moveTo>
                  <a:lnTo>
                    <a:pt x="1" y="48"/>
                  </a:lnTo>
                  <a:lnTo>
                    <a:pt x="1" y="120"/>
                  </a:lnTo>
                  <a:lnTo>
                    <a:pt x="25" y="169"/>
                  </a:lnTo>
                  <a:lnTo>
                    <a:pt x="49" y="193"/>
                  </a:lnTo>
                  <a:lnTo>
                    <a:pt x="145" y="193"/>
                  </a:lnTo>
                  <a:lnTo>
                    <a:pt x="169" y="169"/>
                  </a:lnTo>
                  <a:lnTo>
                    <a:pt x="193" y="120"/>
                  </a:lnTo>
                  <a:lnTo>
                    <a:pt x="193" y="72"/>
                  </a:lnTo>
                  <a:lnTo>
                    <a:pt x="169" y="24"/>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7" name="Google Shape;13157;p31"/>
            <p:cNvSpPr/>
            <p:nvPr/>
          </p:nvSpPr>
          <p:spPr>
            <a:xfrm rot="10800000">
              <a:off x="4340193" y="6283101"/>
              <a:ext cx="14451" cy="14366"/>
            </a:xfrm>
            <a:custGeom>
              <a:avLst/>
              <a:gdLst/>
              <a:ahLst/>
              <a:cxnLst/>
              <a:rect l="l" t="t" r="r" b="b"/>
              <a:pathLst>
                <a:path w="170" h="169" extrusionOk="0">
                  <a:moveTo>
                    <a:pt x="49" y="0"/>
                  </a:moveTo>
                  <a:lnTo>
                    <a:pt x="25" y="24"/>
                  </a:lnTo>
                  <a:lnTo>
                    <a:pt x="1" y="72"/>
                  </a:lnTo>
                  <a:lnTo>
                    <a:pt x="1" y="96"/>
                  </a:lnTo>
                  <a:lnTo>
                    <a:pt x="25" y="144"/>
                  </a:lnTo>
                  <a:lnTo>
                    <a:pt x="49" y="169"/>
                  </a:lnTo>
                  <a:lnTo>
                    <a:pt x="97" y="169"/>
                  </a:lnTo>
                  <a:lnTo>
                    <a:pt x="145" y="144"/>
                  </a:lnTo>
                  <a:lnTo>
                    <a:pt x="169" y="96"/>
                  </a:lnTo>
                  <a:lnTo>
                    <a:pt x="169" y="72"/>
                  </a:lnTo>
                  <a:lnTo>
                    <a:pt x="145" y="24"/>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8" name="Google Shape;13158;p31"/>
            <p:cNvSpPr/>
            <p:nvPr/>
          </p:nvSpPr>
          <p:spPr>
            <a:xfrm rot="10800000">
              <a:off x="4374960" y="6497994"/>
              <a:ext cx="18531" cy="8245"/>
            </a:xfrm>
            <a:custGeom>
              <a:avLst/>
              <a:gdLst/>
              <a:ahLst/>
              <a:cxnLst/>
              <a:rect l="l" t="t" r="r" b="b"/>
              <a:pathLst>
                <a:path w="218" h="97" extrusionOk="0">
                  <a:moveTo>
                    <a:pt x="1" y="49"/>
                  </a:moveTo>
                  <a:lnTo>
                    <a:pt x="25" y="73"/>
                  </a:lnTo>
                  <a:lnTo>
                    <a:pt x="43" y="61"/>
                  </a:lnTo>
                  <a:lnTo>
                    <a:pt x="43" y="61"/>
                  </a:lnTo>
                  <a:lnTo>
                    <a:pt x="1" y="49"/>
                  </a:lnTo>
                  <a:close/>
                  <a:moveTo>
                    <a:pt x="169" y="1"/>
                  </a:moveTo>
                  <a:lnTo>
                    <a:pt x="97" y="25"/>
                  </a:lnTo>
                  <a:lnTo>
                    <a:pt x="43" y="61"/>
                  </a:lnTo>
                  <a:lnTo>
                    <a:pt x="43" y="61"/>
                  </a:lnTo>
                  <a:lnTo>
                    <a:pt x="169" y="97"/>
                  </a:lnTo>
                  <a:lnTo>
                    <a:pt x="217" y="73"/>
                  </a:lnTo>
                  <a:lnTo>
                    <a:pt x="2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9" name="Google Shape;13159;p31"/>
            <p:cNvSpPr/>
            <p:nvPr/>
          </p:nvSpPr>
          <p:spPr>
            <a:xfrm rot="10800000">
              <a:off x="4199000" y="6156189"/>
              <a:ext cx="10286" cy="8330"/>
            </a:xfrm>
            <a:custGeom>
              <a:avLst/>
              <a:gdLst/>
              <a:ahLst/>
              <a:cxnLst/>
              <a:rect l="l" t="t" r="r" b="b"/>
              <a:pathLst>
                <a:path w="121" h="98" extrusionOk="0">
                  <a:moveTo>
                    <a:pt x="48" y="1"/>
                  </a:moveTo>
                  <a:lnTo>
                    <a:pt x="0" y="25"/>
                  </a:lnTo>
                  <a:lnTo>
                    <a:pt x="48" y="97"/>
                  </a:lnTo>
                  <a:lnTo>
                    <a:pt x="96" y="73"/>
                  </a:lnTo>
                  <a:lnTo>
                    <a:pt x="121" y="25"/>
                  </a:lnTo>
                  <a:lnTo>
                    <a:pt x="1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0" name="Google Shape;13160;p31"/>
            <p:cNvSpPr/>
            <p:nvPr/>
          </p:nvSpPr>
          <p:spPr>
            <a:xfrm rot="10800000">
              <a:off x="4174433" y="6217647"/>
              <a:ext cx="4165" cy="8245"/>
            </a:xfrm>
            <a:custGeom>
              <a:avLst/>
              <a:gdLst/>
              <a:ahLst/>
              <a:cxnLst/>
              <a:rect l="l" t="t" r="r" b="b"/>
              <a:pathLst>
                <a:path w="49" h="97" extrusionOk="0">
                  <a:moveTo>
                    <a:pt x="24" y="1"/>
                  </a:moveTo>
                  <a:lnTo>
                    <a:pt x="0" y="49"/>
                  </a:lnTo>
                  <a:lnTo>
                    <a:pt x="24" y="97"/>
                  </a:lnTo>
                  <a:lnTo>
                    <a:pt x="48" y="73"/>
                  </a:lnTo>
                  <a:lnTo>
                    <a:pt x="48" y="25"/>
                  </a:lnTo>
                  <a:lnTo>
                    <a:pt x="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1" name="Google Shape;13161;p31"/>
            <p:cNvSpPr/>
            <p:nvPr/>
          </p:nvSpPr>
          <p:spPr>
            <a:xfrm rot="10800000">
              <a:off x="4391366" y="6500034"/>
              <a:ext cx="2125" cy="2125"/>
            </a:xfrm>
            <a:custGeom>
              <a:avLst/>
              <a:gdLst/>
              <a:ahLst/>
              <a:cxnLst/>
              <a:rect l="l" t="t" r="r" b="b"/>
              <a:pathLst>
                <a:path w="25" h="25" extrusionOk="0">
                  <a:moveTo>
                    <a:pt x="1" y="1"/>
                  </a:moveTo>
                  <a:lnTo>
                    <a:pt x="1" y="1"/>
                  </a:lnTo>
                  <a:lnTo>
                    <a:pt x="25" y="25"/>
                  </a:lnTo>
                  <a:lnTo>
                    <a:pt x="25" y="25"/>
                  </a:lnTo>
                  <a:lnTo>
                    <a:pt x="1" y="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62" name="Google Shape;13162;p31"/>
          <p:cNvGrpSpPr/>
          <p:nvPr/>
        </p:nvGrpSpPr>
        <p:grpSpPr>
          <a:xfrm rot="-5400000" flipH="1">
            <a:off x="-1509323" y="3610353"/>
            <a:ext cx="2932767" cy="3055531"/>
            <a:chOff x="3729950" y="1579200"/>
            <a:chExt cx="546475" cy="569350"/>
          </a:xfrm>
        </p:grpSpPr>
        <p:sp>
          <p:nvSpPr>
            <p:cNvPr id="13163" name="Google Shape;13163;p31"/>
            <p:cNvSpPr/>
            <p:nvPr/>
          </p:nvSpPr>
          <p:spPr>
            <a:xfrm>
              <a:off x="3729950" y="1579200"/>
              <a:ext cx="546475" cy="569350"/>
            </a:xfrm>
            <a:custGeom>
              <a:avLst/>
              <a:gdLst/>
              <a:ahLst/>
              <a:cxnLst/>
              <a:rect l="l" t="t" r="r" b="b"/>
              <a:pathLst>
                <a:path w="21859" h="22774" extrusionOk="0">
                  <a:moveTo>
                    <a:pt x="5898" y="0"/>
                  </a:moveTo>
                  <a:lnTo>
                    <a:pt x="5537" y="48"/>
                  </a:lnTo>
                  <a:lnTo>
                    <a:pt x="5200" y="96"/>
                  </a:lnTo>
                  <a:lnTo>
                    <a:pt x="4839" y="169"/>
                  </a:lnTo>
                  <a:lnTo>
                    <a:pt x="4502" y="241"/>
                  </a:lnTo>
                  <a:lnTo>
                    <a:pt x="3804" y="458"/>
                  </a:lnTo>
                  <a:lnTo>
                    <a:pt x="3274" y="650"/>
                  </a:lnTo>
                  <a:lnTo>
                    <a:pt x="2745" y="915"/>
                  </a:lnTo>
                  <a:lnTo>
                    <a:pt x="2263" y="1228"/>
                  </a:lnTo>
                  <a:lnTo>
                    <a:pt x="1782" y="1565"/>
                  </a:lnTo>
                  <a:lnTo>
                    <a:pt x="1565" y="1758"/>
                  </a:lnTo>
                  <a:lnTo>
                    <a:pt x="1348" y="1974"/>
                  </a:lnTo>
                  <a:lnTo>
                    <a:pt x="1156" y="2191"/>
                  </a:lnTo>
                  <a:lnTo>
                    <a:pt x="987" y="2432"/>
                  </a:lnTo>
                  <a:lnTo>
                    <a:pt x="843" y="2672"/>
                  </a:lnTo>
                  <a:lnTo>
                    <a:pt x="722" y="2937"/>
                  </a:lnTo>
                  <a:lnTo>
                    <a:pt x="626" y="3226"/>
                  </a:lnTo>
                  <a:lnTo>
                    <a:pt x="530" y="3515"/>
                  </a:lnTo>
                  <a:lnTo>
                    <a:pt x="410" y="3900"/>
                  </a:lnTo>
                  <a:lnTo>
                    <a:pt x="337" y="4309"/>
                  </a:lnTo>
                  <a:lnTo>
                    <a:pt x="265" y="4694"/>
                  </a:lnTo>
                  <a:lnTo>
                    <a:pt x="217" y="5104"/>
                  </a:lnTo>
                  <a:lnTo>
                    <a:pt x="121" y="5898"/>
                  </a:lnTo>
                  <a:lnTo>
                    <a:pt x="48" y="6693"/>
                  </a:lnTo>
                  <a:lnTo>
                    <a:pt x="24" y="7078"/>
                  </a:lnTo>
                  <a:lnTo>
                    <a:pt x="0" y="7487"/>
                  </a:lnTo>
                  <a:lnTo>
                    <a:pt x="0" y="7872"/>
                  </a:lnTo>
                  <a:lnTo>
                    <a:pt x="24" y="8281"/>
                  </a:lnTo>
                  <a:lnTo>
                    <a:pt x="48" y="8378"/>
                  </a:lnTo>
                  <a:lnTo>
                    <a:pt x="24" y="8498"/>
                  </a:lnTo>
                  <a:lnTo>
                    <a:pt x="0" y="8883"/>
                  </a:lnTo>
                  <a:lnTo>
                    <a:pt x="0" y="9268"/>
                  </a:lnTo>
                  <a:lnTo>
                    <a:pt x="0" y="9654"/>
                  </a:lnTo>
                  <a:lnTo>
                    <a:pt x="48" y="10039"/>
                  </a:lnTo>
                  <a:lnTo>
                    <a:pt x="193" y="11603"/>
                  </a:lnTo>
                  <a:lnTo>
                    <a:pt x="337" y="13168"/>
                  </a:lnTo>
                  <a:lnTo>
                    <a:pt x="385" y="13866"/>
                  </a:lnTo>
                  <a:lnTo>
                    <a:pt x="458" y="14564"/>
                  </a:lnTo>
                  <a:lnTo>
                    <a:pt x="554" y="15263"/>
                  </a:lnTo>
                  <a:lnTo>
                    <a:pt x="650" y="15961"/>
                  </a:lnTo>
                  <a:lnTo>
                    <a:pt x="819" y="16707"/>
                  </a:lnTo>
                  <a:lnTo>
                    <a:pt x="1035" y="17453"/>
                  </a:lnTo>
                  <a:lnTo>
                    <a:pt x="1156" y="17814"/>
                  </a:lnTo>
                  <a:lnTo>
                    <a:pt x="1300" y="18175"/>
                  </a:lnTo>
                  <a:lnTo>
                    <a:pt x="1469" y="18536"/>
                  </a:lnTo>
                  <a:lnTo>
                    <a:pt x="1637" y="18874"/>
                  </a:lnTo>
                  <a:lnTo>
                    <a:pt x="1974" y="19451"/>
                  </a:lnTo>
                  <a:lnTo>
                    <a:pt x="2335" y="19957"/>
                  </a:lnTo>
                  <a:lnTo>
                    <a:pt x="2745" y="20462"/>
                  </a:lnTo>
                  <a:lnTo>
                    <a:pt x="3178" y="20896"/>
                  </a:lnTo>
                  <a:lnTo>
                    <a:pt x="3659" y="21305"/>
                  </a:lnTo>
                  <a:lnTo>
                    <a:pt x="4189" y="21666"/>
                  </a:lnTo>
                  <a:lnTo>
                    <a:pt x="4719" y="22003"/>
                  </a:lnTo>
                  <a:lnTo>
                    <a:pt x="5320" y="22292"/>
                  </a:lnTo>
                  <a:lnTo>
                    <a:pt x="5609" y="22412"/>
                  </a:lnTo>
                  <a:lnTo>
                    <a:pt x="5898" y="22509"/>
                  </a:lnTo>
                  <a:lnTo>
                    <a:pt x="6500" y="22653"/>
                  </a:lnTo>
                  <a:lnTo>
                    <a:pt x="7006" y="22749"/>
                  </a:lnTo>
                  <a:lnTo>
                    <a:pt x="7511" y="22773"/>
                  </a:lnTo>
                  <a:lnTo>
                    <a:pt x="8017" y="22773"/>
                  </a:lnTo>
                  <a:lnTo>
                    <a:pt x="8498" y="22725"/>
                  </a:lnTo>
                  <a:lnTo>
                    <a:pt x="8980" y="22605"/>
                  </a:lnTo>
                  <a:lnTo>
                    <a:pt x="9437" y="22460"/>
                  </a:lnTo>
                  <a:lnTo>
                    <a:pt x="9918" y="22244"/>
                  </a:lnTo>
                  <a:lnTo>
                    <a:pt x="10352" y="21955"/>
                  </a:lnTo>
                  <a:lnTo>
                    <a:pt x="11026" y="21497"/>
                  </a:lnTo>
                  <a:lnTo>
                    <a:pt x="11652" y="20968"/>
                  </a:lnTo>
                  <a:lnTo>
                    <a:pt x="12952" y="19836"/>
                  </a:lnTo>
                  <a:lnTo>
                    <a:pt x="13361" y="19499"/>
                  </a:lnTo>
                  <a:lnTo>
                    <a:pt x="13746" y="19186"/>
                  </a:lnTo>
                  <a:lnTo>
                    <a:pt x="14155" y="18898"/>
                  </a:lnTo>
                  <a:lnTo>
                    <a:pt x="14589" y="18585"/>
                  </a:lnTo>
                  <a:lnTo>
                    <a:pt x="14998" y="18320"/>
                  </a:lnTo>
                  <a:lnTo>
                    <a:pt x="15431" y="18055"/>
                  </a:lnTo>
                  <a:lnTo>
                    <a:pt x="15889" y="17814"/>
                  </a:lnTo>
                  <a:lnTo>
                    <a:pt x="16346" y="17574"/>
                  </a:lnTo>
                  <a:lnTo>
                    <a:pt x="17887" y="16779"/>
                  </a:lnTo>
                  <a:lnTo>
                    <a:pt x="18416" y="16466"/>
                  </a:lnTo>
                  <a:lnTo>
                    <a:pt x="18922" y="16153"/>
                  </a:lnTo>
                  <a:lnTo>
                    <a:pt x="19427" y="15816"/>
                  </a:lnTo>
                  <a:lnTo>
                    <a:pt x="19933" y="15431"/>
                  </a:lnTo>
                  <a:lnTo>
                    <a:pt x="20174" y="15214"/>
                  </a:lnTo>
                  <a:lnTo>
                    <a:pt x="20438" y="14974"/>
                  </a:lnTo>
                  <a:lnTo>
                    <a:pt x="20679" y="14733"/>
                  </a:lnTo>
                  <a:lnTo>
                    <a:pt x="20896" y="14492"/>
                  </a:lnTo>
                  <a:lnTo>
                    <a:pt x="21113" y="14203"/>
                  </a:lnTo>
                  <a:lnTo>
                    <a:pt x="21305" y="13890"/>
                  </a:lnTo>
                  <a:lnTo>
                    <a:pt x="21474" y="13577"/>
                  </a:lnTo>
                  <a:lnTo>
                    <a:pt x="21618" y="13264"/>
                  </a:lnTo>
                  <a:lnTo>
                    <a:pt x="21738" y="12927"/>
                  </a:lnTo>
                  <a:lnTo>
                    <a:pt x="21811" y="12590"/>
                  </a:lnTo>
                  <a:lnTo>
                    <a:pt x="21859" y="12229"/>
                  </a:lnTo>
                  <a:lnTo>
                    <a:pt x="21859" y="11868"/>
                  </a:lnTo>
                  <a:lnTo>
                    <a:pt x="21835" y="11411"/>
                  </a:lnTo>
                  <a:lnTo>
                    <a:pt x="21763" y="10978"/>
                  </a:lnTo>
                  <a:lnTo>
                    <a:pt x="21642" y="10544"/>
                  </a:lnTo>
                  <a:lnTo>
                    <a:pt x="21498" y="10135"/>
                  </a:lnTo>
                  <a:lnTo>
                    <a:pt x="21329" y="9726"/>
                  </a:lnTo>
                  <a:lnTo>
                    <a:pt x="21137" y="9316"/>
                  </a:lnTo>
                  <a:lnTo>
                    <a:pt x="20920" y="8931"/>
                  </a:lnTo>
                  <a:lnTo>
                    <a:pt x="20679" y="8570"/>
                  </a:lnTo>
                  <a:lnTo>
                    <a:pt x="20414" y="8209"/>
                  </a:lnTo>
                  <a:lnTo>
                    <a:pt x="20150" y="7872"/>
                  </a:lnTo>
                  <a:lnTo>
                    <a:pt x="19861" y="7535"/>
                  </a:lnTo>
                  <a:lnTo>
                    <a:pt x="19548" y="7222"/>
                  </a:lnTo>
                  <a:lnTo>
                    <a:pt x="19211" y="6909"/>
                  </a:lnTo>
                  <a:lnTo>
                    <a:pt x="18850" y="6596"/>
                  </a:lnTo>
                  <a:lnTo>
                    <a:pt x="18489" y="6307"/>
                  </a:lnTo>
                  <a:lnTo>
                    <a:pt x="18127" y="6043"/>
                  </a:lnTo>
                  <a:lnTo>
                    <a:pt x="17742" y="5802"/>
                  </a:lnTo>
                  <a:lnTo>
                    <a:pt x="17333" y="5585"/>
                  </a:lnTo>
                  <a:lnTo>
                    <a:pt x="16924" y="5368"/>
                  </a:lnTo>
                  <a:lnTo>
                    <a:pt x="16490" y="5200"/>
                  </a:lnTo>
                  <a:lnTo>
                    <a:pt x="16153" y="5056"/>
                  </a:lnTo>
                  <a:lnTo>
                    <a:pt x="15840" y="4911"/>
                  </a:lnTo>
                  <a:lnTo>
                    <a:pt x="15070" y="4526"/>
                  </a:lnTo>
                  <a:lnTo>
                    <a:pt x="14300" y="4141"/>
                  </a:lnTo>
                  <a:lnTo>
                    <a:pt x="12807" y="3322"/>
                  </a:lnTo>
                  <a:lnTo>
                    <a:pt x="12229" y="3009"/>
                  </a:lnTo>
                  <a:lnTo>
                    <a:pt x="11652" y="2672"/>
                  </a:lnTo>
                  <a:lnTo>
                    <a:pt x="11074" y="2311"/>
                  </a:lnTo>
                  <a:lnTo>
                    <a:pt x="10520" y="1926"/>
                  </a:lnTo>
                  <a:lnTo>
                    <a:pt x="10015" y="1565"/>
                  </a:lnTo>
                  <a:lnTo>
                    <a:pt x="9461" y="1252"/>
                  </a:lnTo>
                  <a:lnTo>
                    <a:pt x="9220" y="1083"/>
                  </a:lnTo>
                  <a:lnTo>
                    <a:pt x="8980" y="891"/>
                  </a:lnTo>
                  <a:lnTo>
                    <a:pt x="8715" y="698"/>
                  </a:lnTo>
                  <a:lnTo>
                    <a:pt x="8450" y="506"/>
                  </a:lnTo>
                  <a:lnTo>
                    <a:pt x="8161" y="361"/>
                  </a:lnTo>
                  <a:lnTo>
                    <a:pt x="7872" y="241"/>
                  </a:lnTo>
                  <a:lnTo>
                    <a:pt x="7583" y="145"/>
                  </a:lnTo>
                  <a:lnTo>
                    <a:pt x="7270" y="72"/>
                  </a:lnTo>
                  <a:lnTo>
                    <a:pt x="6933" y="24"/>
                  </a:lnTo>
                  <a:lnTo>
                    <a:pt x="662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4" name="Google Shape;13164;p31"/>
            <p:cNvSpPr/>
            <p:nvPr/>
          </p:nvSpPr>
          <p:spPr>
            <a:xfrm>
              <a:off x="3969475" y="1920425"/>
              <a:ext cx="18075" cy="18075"/>
            </a:xfrm>
            <a:custGeom>
              <a:avLst/>
              <a:gdLst/>
              <a:ahLst/>
              <a:cxnLst/>
              <a:rect l="l" t="t" r="r" b="b"/>
              <a:pathLst>
                <a:path w="723" h="723" extrusionOk="0">
                  <a:moveTo>
                    <a:pt x="482" y="1"/>
                  </a:moveTo>
                  <a:lnTo>
                    <a:pt x="410" y="49"/>
                  </a:lnTo>
                  <a:lnTo>
                    <a:pt x="386" y="97"/>
                  </a:lnTo>
                  <a:lnTo>
                    <a:pt x="337" y="217"/>
                  </a:lnTo>
                  <a:lnTo>
                    <a:pt x="289" y="314"/>
                  </a:lnTo>
                  <a:lnTo>
                    <a:pt x="193" y="410"/>
                  </a:lnTo>
                  <a:lnTo>
                    <a:pt x="97" y="458"/>
                  </a:lnTo>
                  <a:lnTo>
                    <a:pt x="49" y="482"/>
                  </a:lnTo>
                  <a:lnTo>
                    <a:pt x="25" y="530"/>
                  </a:lnTo>
                  <a:lnTo>
                    <a:pt x="0" y="602"/>
                  </a:lnTo>
                  <a:lnTo>
                    <a:pt x="0" y="675"/>
                  </a:lnTo>
                  <a:lnTo>
                    <a:pt x="25" y="699"/>
                  </a:lnTo>
                  <a:lnTo>
                    <a:pt x="73" y="723"/>
                  </a:lnTo>
                  <a:lnTo>
                    <a:pt x="145" y="699"/>
                  </a:lnTo>
                  <a:lnTo>
                    <a:pt x="241" y="651"/>
                  </a:lnTo>
                  <a:lnTo>
                    <a:pt x="434" y="530"/>
                  </a:lnTo>
                  <a:lnTo>
                    <a:pt x="626" y="386"/>
                  </a:lnTo>
                  <a:lnTo>
                    <a:pt x="674" y="314"/>
                  </a:lnTo>
                  <a:lnTo>
                    <a:pt x="723" y="241"/>
                  </a:lnTo>
                  <a:lnTo>
                    <a:pt x="723" y="169"/>
                  </a:lnTo>
                  <a:lnTo>
                    <a:pt x="699" y="121"/>
                  </a:lnTo>
                  <a:lnTo>
                    <a:pt x="674" y="49"/>
                  </a:lnTo>
                  <a:lnTo>
                    <a:pt x="602" y="25"/>
                  </a:lnTo>
                  <a:lnTo>
                    <a:pt x="55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5" name="Google Shape;13165;p31"/>
            <p:cNvSpPr/>
            <p:nvPr/>
          </p:nvSpPr>
          <p:spPr>
            <a:xfrm>
              <a:off x="3971275" y="1658025"/>
              <a:ext cx="9650" cy="18700"/>
            </a:xfrm>
            <a:custGeom>
              <a:avLst/>
              <a:gdLst/>
              <a:ahLst/>
              <a:cxnLst/>
              <a:rect l="l" t="t" r="r" b="b"/>
              <a:pathLst>
                <a:path w="386" h="748" extrusionOk="0">
                  <a:moveTo>
                    <a:pt x="290" y="1"/>
                  </a:moveTo>
                  <a:lnTo>
                    <a:pt x="241" y="25"/>
                  </a:lnTo>
                  <a:lnTo>
                    <a:pt x="169" y="73"/>
                  </a:lnTo>
                  <a:lnTo>
                    <a:pt x="145" y="121"/>
                  </a:lnTo>
                  <a:lnTo>
                    <a:pt x="121" y="145"/>
                  </a:lnTo>
                  <a:lnTo>
                    <a:pt x="73" y="386"/>
                  </a:lnTo>
                  <a:lnTo>
                    <a:pt x="1" y="603"/>
                  </a:lnTo>
                  <a:lnTo>
                    <a:pt x="1" y="675"/>
                  </a:lnTo>
                  <a:lnTo>
                    <a:pt x="49" y="723"/>
                  </a:lnTo>
                  <a:lnTo>
                    <a:pt x="121" y="747"/>
                  </a:lnTo>
                  <a:lnTo>
                    <a:pt x="169" y="747"/>
                  </a:lnTo>
                  <a:lnTo>
                    <a:pt x="241" y="723"/>
                  </a:lnTo>
                  <a:lnTo>
                    <a:pt x="314" y="675"/>
                  </a:lnTo>
                  <a:lnTo>
                    <a:pt x="338" y="627"/>
                  </a:lnTo>
                  <a:lnTo>
                    <a:pt x="338" y="554"/>
                  </a:lnTo>
                  <a:lnTo>
                    <a:pt x="338" y="314"/>
                  </a:lnTo>
                  <a:lnTo>
                    <a:pt x="386" y="73"/>
                  </a:lnTo>
                  <a:lnTo>
                    <a:pt x="362" y="49"/>
                  </a:lnTo>
                  <a:lnTo>
                    <a:pt x="338" y="25"/>
                  </a:lnTo>
                  <a:lnTo>
                    <a:pt x="2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6" name="Google Shape;13166;p31"/>
            <p:cNvSpPr/>
            <p:nvPr/>
          </p:nvSpPr>
          <p:spPr>
            <a:xfrm>
              <a:off x="3938175" y="1837375"/>
              <a:ext cx="12675" cy="13875"/>
            </a:xfrm>
            <a:custGeom>
              <a:avLst/>
              <a:gdLst/>
              <a:ahLst/>
              <a:cxnLst/>
              <a:rect l="l" t="t" r="r" b="b"/>
              <a:pathLst>
                <a:path w="507" h="555" extrusionOk="0">
                  <a:moveTo>
                    <a:pt x="97" y="1"/>
                  </a:moveTo>
                  <a:lnTo>
                    <a:pt x="73" y="25"/>
                  </a:lnTo>
                  <a:lnTo>
                    <a:pt x="25" y="73"/>
                  </a:lnTo>
                  <a:lnTo>
                    <a:pt x="1" y="169"/>
                  </a:lnTo>
                  <a:lnTo>
                    <a:pt x="1" y="241"/>
                  </a:lnTo>
                  <a:lnTo>
                    <a:pt x="1" y="289"/>
                  </a:lnTo>
                  <a:lnTo>
                    <a:pt x="25" y="362"/>
                  </a:lnTo>
                  <a:lnTo>
                    <a:pt x="73" y="410"/>
                  </a:lnTo>
                  <a:lnTo>
                    <a:pt x="121" y="458"/>
                  </a:lnTo>
                  <a:lnTo>
                    <a:pt x="265" y="506"/>
                  </a:lnTo>
                  <a:lnTo>
                    <a:pt x="362" y="554"/>
                  </a:lnTo>
                  <a:lnTo>
                    <a:pt x="410" y="554"/>
                  </a:lnTo>
                  <a:lnTo>
                    <a:pt x="458" y="530"/>
                  </a:lnTo>
                  <a:lnTo>
                    <a:pt x="506" y="458"/>
                  </a:lnTo>
                  <a:lnTo>
                    <a:pt x="506" y="410"/>
                  </a:lnTo>
                  <a:lnTo>
                    <a:pt x="482" y="338"/>
                  </a:lnTo>
                  <a:lnTo>
                    <a:pt x="458" y="289"/>
                  </a:lnTo>
                  <a:lnTo>
                    <a:pt x="338" y="145"/>
                  </a:lnTo>
                  <a:lnTo>
                    <a:pt x="289"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7" name="Google Shape;13167;p31"/>
            <p:cNvSpPr/>
            <p:nvPr/>
          </p:nvSpPr>
          <p:spPr>
            <a:xfrm>
              <a:off x="4033275" y="1750725"/>
              <a:ext cx="13850" cy="13850"/>
            </a:xfrm>
            <a:custGeom>
              <a:avLst/>
              <a:gdLst/>
              <a:ahLst/>
              <a:cxnLst/>
              <a:rect l="l" t="t" r="r" b="b"/>
              <a:pathLst>
                <a:path w="554" h="554" extrusionOk="0">
                  <a:moveTo>
                    <a:pt x="434" y="0"/>
                  </a:moveTo>
                  <a:lnTo>
                    <a:pt x="289" y="72"/>
                  </a:lnTo>
                  <a:lnTo>
                    <a:pt x="193" y="144"/>
                  </a:lnTo>
                  <a:lnTo>
                    <a:pt x="96" y="265"/>
                  </a:lnTo>
                  <a:lnTo>
                    <a:pt x="24" y="385"/>
                  </a:lnTo>
                  <a:lnTo>
                    <a:pt x="0" y="433"/>
                  </a:lnTo>
                  <a:lnTo>
                    <a:pt x="24" y="481"/>
                  </a:lnTo>
                  <a:lnTo>
                    <a:pt x="72" y="530"/>
                  </a:lnTo>
                  <a:lnTo>
                    <a:pt x="145" y="554"/>
                  </a:lnTo>
                  <a:lnTo>
                    <a:pt x="193" y="554"/>
                  </a:lnTo>
                  <a:lnTo>
                    <a:pt x="241" y="530"/>
                  </a:lnTo>
                  <a:lnTo>
                    <a:pt x="289" y="481"/>
                  </a:lnTo>
                  <a:lnTo>
                    <a:pt x="409" y="289"/>
                  </a:lnTo>
                  <a:lnTo>
                    <a:pt x="554" y="72"/>
                  </a:lnTo>
                  <a:lnTo>
                    <a:pt x="530" y="48"/>
                  </a:lnTo>
                  <a:lnTo>
                    <a:pt x="50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8" name="Google Shape;13168;p31"/>
            <p:cNvSpPr/>
            <p:nvPr/>
          </p:nvSpPr>
          <p:spPr>
            <a:xfrm>
              <a:off x="4004975" y="1683900"/>
              <a:ext cx="7850" cy="17500"/>
            </a:xfrm>
            <a:custGeom>
              <a:avLst/>
              <a:gdLst/>
              <a:ahLst/>
              <a:cxnLst/>
              <a:rect l="l" t="t" r="r" b="b"/>
              <a:pathLst>
                <a:path w="314" h="700" extrusionOk="0">
                  <a:moveTo>
                    <a:pt x="121" y="1"/>
                  </a:moveTo>
                  <a:lnTo>
                    <a:pt x="49" y="73"/>
                  </a:lnTo>
                  <a:lnTo>
                    <a:pt x="25" y="169"/>
                  </a:lnTo>
                  <a:lnTo>
                    <a:pt x="1" y="314"/>
                  </a:lnTo>
                  <a:lnTo>
                    <a:pt x="25" y="482"/>
                  </a:lnTo>
                  <a:lnTo>
                    <a:pt x="49" y="675"/>
                  </a:lnTo>
                  <a:lnTo>
                    <a:pt x="97" y="699"/>
                  </a:lnTo>
                  <a:lnTo>
                    <a:pt x="169" y="699"/>
                  </a:lnTo>
                  <a:lnTo>
                    <a:pt x="193" y="675"/>
                  </a:lnTo>
                  <a:lnTo>
                    <a:pt x="290" y="482"/>
                  </a:lnTo>
                  <a:lnTo>
                    <a:pt x="290" y="386"/>
                  </a:lnTo>
                  <a:lnTo>
                    <a:pt x="314" y="290"/>
                  </a:lnTo>
                  <a:lnTo>
                    <a:pt x="290" y="193"/>
                  </a:lnTo>
                  <a:lnTo>
                    <a:pt x="241" y="121"/>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9" name="Google Shape;13169;p31"/>
            <p:cNvSpPr/>
            <p:nvPr/>
          </p:nvSpPr>
          <p:spPr>
            <a:xfrm>
              <a:off x="3795550" y="1768175"/>
              <a:ext cx="7850" cy="14450"/>
            </a:xfrm>
            <a:custGeom>
              <a:avLst/>
              <a:gdLst/>
              <a:ahLst/>
              <a:cxnLst/>
              <a:rect l="l" t="t" r="r" b="b"/>
              <a:pathLst>
                <a:path w="314" h="578" extrusionOk="0">
                  <a:moveTo>
                    <a:pt x="97" y="0"/>
                  </a:moveTo>
                  <a:lnTo>
                    <a:pt x="48" y="48"/>
                  </a:lnTo>
                  <a:lnTo>
                    <a:pt x="24" y="96"/>
                  </a:lnTo>
                  <a:lnTo>
                    <a:pt x="0" y="193"/>
                  </a:lnTo>
                  <a:lnTo>
                    <a:pt x="0" y="313"/>
                  </a:lnTo>
                  <a:lnTo>
                    <a:pt x="0" y="409"/>
                  </a:lnTo>
                  <a:lnTo>
                    <a:pt x="0" y="458"/>
                  </a:lnTo>
                  <a:lnTo>
                    <a:pt x="24" y="530"/>
                  </a:lnTo>
                  <a:lnTo>
                    <a:pt x="72" y="554"/>
                  </a:lnTo>
                  <a:lnTo>
                    <a:pt x="97" y="578"/>
                  </a:lnTo>
                  <a:lnTo>
                    <a:pt x="169" y="578"/>
                  </a:lnTo>
                  <a:lnTo>
                    <a:pt x="217" y="554"/>
                  </a:lnTo>
                  <a:lnTo>
                    <a:pt x="265" y="506"/>
                  </a:lnTo>
                  <a:lnTo>
                    <a:pt x="313" y="458"/>
                  </a:lnTo>
                  <a:lnTo>
                    <a:pt x="265" y="241"/>
                  </a:lnTo>
                  <a:lnTo>
                    <a:pt x="241" y="121"/>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0" name="Google Shape;13170;p31"/>
            <p:cNvSpPr/>
            <p:nvPr/>
          </p:nvSpPr>
          <p:spPr>
            <a:xfrm>
              <a:off x="4183725" y="1777800"/>
              <a:ext cx="14475" cy="9050"/>
            </a:xfrm>
            <a:custGeom>
              <a:avLst/>
              <a:gdLst/>
              <a:ahLst/>
              <a:cxnLst/>
              <a:rect l="l" t="t" r="r" b="b"/>
              <a:pathLst>
                <a:path w="579" h="362" extrusionOk="0">
                  <a:moveTo>
                    <a:pt x="434" y="0"/>
                  </a:moveTo>
                  <a:lnTo>
                    <a:pt x="386" y="24"/>
                  </a:lnTo>
                  <a:lnTo>
                    <a:pt x="217" y="97"/>
                  </a:lnTo>
                  <a:lnTo>
                    <a:pt x="49" y="193"/>
                  </a:lnTo>
                  <a:lnTo>
                    <a:pt x="25" y="217"/>
                  </a:lnTo>
                  <a:lnTo>
                    <a:pt x="1" y="265"/>
                  </a:lnTo>
                  <a:lnTo>
                    <a:pt x="25" y="313"/>
                  </a:lnTo>
                  <a:lnTo>
                    <a:pt x="49" y="337"/>
                  </a:lnTo>
                  <a:lnTo>
                    <a:pt x="169" y="361"/>
                  </a:lnTo>
                  <a:lnTo>
                    <a:pt x="265" y="361"/>
                  </a:lnTo>
                  <a:lnTo>
                    <a:pt x="482" y="289"/>
                  </a:lnTo>
                  <a:lnTo>
                    <a:pt x="530" y="265"/>
                  </a:lnTo>
                  <a:lnTo>
                    <a:pt x="554" y="241"/>
                  </a:lnTo>
                  <a:lnTo>
                    <a:pt x="578" y="193"/>
                  </a:lnTo>
                  <a:lnTo>
                    <a:pt x="554" y="121"/>
                  </a:lnTo>
                  <a:lnTo>
                    <a:pt x="530" y="73"/>
                  </a:lnTo>
                  <a:lnTo>
                    <a:pt x="482" y="24"/>
                  </a:lnTo>
                  <a:lnTo>
                    <a:pt x="43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1" name="Google Shape;13171;p31"/>
            <p:cNvSpPr/>
            <p:nvPr/>
          </p:nvSpPr>
          <p:spPr>
            <a:xfrm>
              <a:off x="3845500" y="1831950"/>
              <a:ext cx="7850" cy="14475"/>
            </a:xfrm>
            <a:custGeom>
              <a:avLst/>
              <a:gdLst/>
              <a:ahLst/>
              <a:cxnLst/>
              <a:rect l="l" t="t" r="r" b="b"/>
              <a:pathLst>
                <a:path w="314" h="579" extrusionOk="0">
                  <a:moveTo>
                    <a:pt x="193" y="1"/>
                  </a:moveTo>
                  <a:lnTo>
                    <a:pt x="121" y="25"/>
                  </a:lnTo>
                  <a:lnTo>
                    <a:pt x="97" y="73"/>
                  </a:lnTo>
                  <a:lnTo>
                    <a:pt x="48" y="242"/>
                  </a:lnTo>
                  <a:lnTo>
                    <a:pt x="0" y="410"/>
                  </a:lnTo>
                  <a:lnTo>
                    <a:pt x="0" y="482"/>
                  </a:lnTo>
                  <a:lnTo>
                    <a:pt x="24" y="531"/>
                  </a:lnTo>
                  <a:lnTo>
                    <a:pt x="73" y="555"/>
                  </a:lnTo>
                  <a:lnTo>
                    <a:pt x="289" y="555"/>
                  </a:lnTo>
                  <a:lnTo>
                    <a:pt x="289" y="73"/>
                  </a:lnTo>
                  <a:lnTo>
                    <a:pt x="241" y="25"/>
                  </a:lnTo>
                  <a:lnTo>
                    <a:pt x="193" y="1"/>
                  </a:lnTo>
                  <a:close/>
                  <a:moveTo>
                    <a:pt x="289" y="555"/>
                  </a:moveTo>
                  <a:lnTo>
                    <a:pt x="289" y="579"/>
                  </a:lnTo>
                  <a:lnTo>
                    <a:pt x="313" y="555"/>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2" name="Google Shape;13172;p31"/>
            <p:cNvSpPr/>
            <p:nvPr/>
          </p:nvSpPr>
          <p:spPr>
            <a:xfrm>
              <a:off x="3921925" y="1593625"/>
              <a:ext cx="12675" cy="10275"/>
            </a:xfrm>
            <a:custGeom>
              <a:avLst/>
              <a:gdLst/>
              <a:ahLst/>
              <a:cxnLst/>
              <a:rect l="l" t="t" r="r" b="b"/>
              <a:pathLst>
                <a:path w="507" h="411" extrusionOk="0">
                  <a:moveTo>
                    <a:pt x="314" y="1"/>
                  </a:moveTo>
                  <a:lnTo>
                    <a:pt x="265" y="49"/>
                  </a:lnTo>
                  <a:lnTo>
                    <a:pt x="217" y="73"/>
                  </a:lnTo>
                  <a:lnTo>
                    <a:pt x="169" y="97"/>
                  </a:lnTo>
                  <a:lnTo>
                    <a:pt x="49" y="97"/>
                  </a:lnTo>
                  <a:lnTo>
                    <a:pt x="25" y="145"/>
                  </a:lnTo>
                  <a:lnTo>
                    <a:pt x="1" y="169"/>
                  </a:lnTo>
                  <a:lnTo>
                    <a:pt x="25" y="242"/>
                  </a:lnTo>
                  <a:lnTo>
                    <a:pt x="49" y="314"/>
                  </a:lnTo>
                  <a:lnTo>
                    <a:pt x="97" y="362"/>
                  </a:lnTo>
                  <a:lnTo>
                    <a:pt x="145" y="410"/>
                  </a:lnTo>
                  <a:lnTo>
                    <a:pt x="193" y="410"/>
                  </a:lnTo>
                  <a:lnTo>
                    <a:pt x="217" y="386"/>
                  </a:lnTo>
                  <a:lnTo>
                    <a:pt x="290" y="338"/>
                  </a:lnTo>
                  <a:lnTo>
                    <a:pt x="338" y="290"/>
                  </a:lnTo>
                  <a:lnTo>
                    <a:pt x="386" y="242"/>
                  </a:lnTo>
                  <a:lnTo>
                    <a:pt x="434" y="194"/>
                  </a:lnTo>
                  <a:lnTo>
                    <a:pt x="482" y="145"/>
                  </a:lnTo>
                  <a:lnTo>
                    <a:pt x="506" y="97"/>
                  </a:lnTo>
                  <a:lnTo>
                    <a:pt x="458" y="25"/>
                  </a:lnTo>
                  <a:lnTo>
                    <a:pt x="43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3" name="Google Shape;13173;p31"/>
            <p:cNvSpPr/>
            <p:nvPr/>
          </p:nvSpPr>
          <p:spPr>
            <a:xfrm>
              <a:off x="4226450" y="1848200"/>
              <a:ext cx="10250" cy="9050"/>
            </a:xfrm>
            <a:custGeom>
              <a:avLst/>
              <a:gdLst/>
              <a:ahLst/>
              <a:cxnLst/>
              <a:rect l="l" t="t" r="r" b="b"/>
              <a:pathLst>
                <a:path w="410" h="362" extrusionOk="0">
                  <a:moveTo>
                    <a:pt x="217" y="1"/>
                  </a:moveTo>
                  <a:lnTo>
                    <a:pt x="145" y="25"/>
                  </a:lnTo>
                  <a:lnTo>
                    <a:pt x="73" y="97"/>
                  </a:lnTo>
                  <a:lnTo>
                    <a:pt x="25" y="145"/>
                  </a:lnTo>
                  <a:lnTo>
                    <a:pt x="1" y="218"/>
                  </a:lnTo>
                  <a:lnTo>
                    <a:pt x="25" y="266"/>
                  </a:lnTo>
                  <a:lnTo>
                    <a:pt x="49" y="338"/>
                  </a:lnTo>
                  <a:lnTo>
                    <a:pt x="121" y="362"/>
                  </a:lnTo>
                  <a:lnTo>
                    <a:pt x="241" y="362"/>
                  </a:lnTo>
                  <a:lnTo>
                    <a:pt x="290" y="338"/>
                  </a:lnTo>
                  <a:lnTo>
                    <a:pt x="338" y="314"/>
                  </a:lnTo>
                  <a:lnTo>
                    <a:pt x="386" y="290"/>
                  </a:lnTo>
                  <a:lnTo>
                    <a:pt x="410" y="218"/>
                  </a:lnTo>
                  <a:lnTo>
                    <a:pt x="410" y="169"/>
                  </a:lnTo>
                  <a:lnTo>
                    <a:pt x="386" y="97"/>
                  </a:lnTo>
                  <a:lnTo>
                    <a:pt x="314" y="25"/>
                  </a:lnTo>
                  <a:lnTo>
                    <a:pt x="26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4" name="Google Shape;13174;p31"/>
            <p:cNvSpPr/>
            <p:nvPr/>
          </p:nvSpPr>
          <p:spPr>
            <a:xfrm>
              <a:off x="3766650" y="1670675"/>
              <a:ext cx="14475" cy="7250"/>
            </a:xfrm>
            <a:custGeom>
              <a:avLst/>
              <a:gdLst/>
              <a:ahLst/>
              <a:cxnLst/>
              <a:rect l="l" t="t" r="r" b="b"/>
              <a:pathLst>
                <a:path w="579" h="290" extrusionOk="0">
                  <a:moveTo>
                    <a:pt x="314" y="0"/>
                  </a:moveTo>
                  <a:lnTo>
                    <a:pt x="97" y="24"/>
                  </a:lnTo>
                  <a:lnTo>
                    <a:pt x="49" y="24"/>
                  </a:lnTo>
                  <a:lnTo>
                    <a:pt x="25" y="48"/>
                  </a:lnTo>
                  <a:lnTo>
                    <a:pt x="1" y="97"/>
                  </a:lnTo>
                  <a:lnTo>
                    <a:pt x="1" y="145"/>
                  </a:lnTo>
                  <a:lnTo>
                    <a:pt x="49" y="217"/>
                  </a:lnTo>
                  <a:lnTo>
                    <a:pt x="73" y="265"/>
                  </a:lnTo>
                  <a:lnTo>
                    <a:pt x="145" y="289"/>
                  </a:lnTo>
                  <a:lnTo>
                    <a:pt x="338" y="265"/>
                  </a:lnTo>
                  <a:lnTo>
                    <a:pt x="458" y="241"/>
                  </a:lnTo>
                  <a:lnTo>
                    <a:pt x="554" y="169"/>
                  </a:lnTo>
                  <a:lnTo>
                    <a:pt x="578" y="145"/>
                  </a:lnTo>
                  <a:lnTo>
                    <a:pt x="578" y="121"/>
                  </a:lnTo>
                  <a:lnTo>
                    <a:pt x="530" y="48"/>
                  </a:lnTo>
                  <a:lnTo>
                    <a:pt x="434" y="24"/>
                  </a:lnTo>
                  <a:lnTo>
                    <a:pt x="31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5" name="Google Shape;13175;p31"/>
            <p:cNvSpPr/>
            <p:nvPr/>
          </p:nvSpPr>
          <p:spPr>
            <a:xfrm>
              <a:off x="3951425" y="1611700"/>
              <a:ext cx="10850" cy="9050"/>
            </a:xfrm>
            <a:custGeom>
              <a:avLst/>
              <a:gdLst/>
              <a:ahLst/>
              <a:cxnLst/>
              <a:rect l="l" t="t" r="r" b="b"/>
              <a:pathLst>
                <a:path w="434" h="362" extrusionOk="0">
                  <a:moveTo>
                    <a:pt x="145" y="0"/>
                  </a:moveTo>
                  <a:lnTo>
                    <a:pt x="72" y="24"/>
                  </a:lnTo>
                  <a:lnTo>
                    <a:pt x="24" y="72"/>
                  </a:lnTo>
                  <a:lnTo>
                    <a:pt x="0" y="145"/>
                  </a:lnTo>
                  <a:lnTo>
                    <a:pt x="0" y="169"/>
                  </a:lnTo>
                  <a:lnTo>
                    <a:pt x="0" y="217"/>
                  </a:lnTo>
                  <a:lnTo>
                    <a:pt x="97" y="313"/>
                  </a:lnTo>
                  <a:lnTo>
                    <a:pt x="145" y="361"/>
                  </a:lnTo>
                  <a:lnTo>
                    <a:pt x="217" y="361"/>
                  </a:lnTo>
                  <a:lnTo>
                    <a:pt x="337" y="313"/>
                  </a:lnTo>
                  <a:lnTo>
                    <a:pt x="385" y="265"/>
                  </a:lnTo>
                  <a:lnTo>
                    <a:pt x="434" y="217"/>
                  </a:lnTo>
                  <a:lnTo>
                    <a:pt x="434" y="169"/>
                  </a:lnTo>
                  <a:lnTo>
                    <a:pt x="434" y="120"/>
                  </a:lnTo>
                  <a:lnTo>
                    <a:pt x="385" y="72"/>
                  </a:lnTo>
                  <a:lnTo>
                    <a:pt x="337" y="24"/>
                  </a:lnTo>
                  <a:lnTo>
                    <a:pt x="28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6" name="Google Shape;13176;p31"/>
            <p:cNvSpPr/>
            <p:nvPr/>
          </p:nvSpPr>
          <p:spPr>
            <a:xfrm>
              <a:off x="4021825" y="1899975"/>
              <a:ext cx="10275" cy="9650"/>
            </a:xfrm>
            <a:custGeom>
              <a:avLst/>
              <a:gdLst/>
              <a:ahLst/>
              <a:cxnLst/>
              <a:rect l="l" t="t" r="r" b="b"/>
              <a:pathLst>
                <a:path w="411" h="386" extrusionOk="0">
                  <a:moveTo>
                    <a:pt x="145" y="0"/>
                  </a:moveTo>
                  <a:lnTo>
                    <a:pt x="73" y="24"/>
                  </a:lnTo>
                  <a:lnTo>
                    <a:pt x="25" y="48"/>
                  </a:lnTo>
                  <a:lnTo>
                    <a:pt x="1" y="96"/>
                  </a:lnTo>
                  <a:lnTo>
                    <a:pt x="1" y="169"/>
                  </a:lnTo>
                  <a:lnTo>
                    <a:pt x="25" y="265"/>
                  </a:lnTo>
                  <a:lnTo>
                    <a:pt x="97" y="337"/>
                  </a:lnTo>
                  <a:lnTo>
                    <a:pt x="169" y="361"/>
                  </a:lnTo>
                  <a:lnTo>
                    <a:pt x="242" y="385"/>
                  </a:lnTo>
                  <a:lnTo>
                    <a:pt x="314" y="361"/>
                  </a:lnTo>
                  <a:lnTo>
                    <a:pt x="362" y="337"/>
                  </a:lnTo>
                  <a:lnTo>
                    <a:pt x="386" y="265"/>
                  </a:lnTo>
                  <a:lnTo>
                    <a:pt x="410" y="193"/>
                  </a:lnTo>
                  <a:lnTo>
                    <a:pt x="362" y="121"/>
                  </a:lnTo>
                  <a:lnTo>
                    <a:pt x="314" y="48"/>
                  </a:lnTo>
                  <a:lnTo>
                    <a:pt x="217"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7" name="Google Shape;13177;p31"/>
            <p:cNvSpPr/>
            <p:nvPr/>
          </p:nvSpPr>
          <p:spPr>
            <a:xfrm>
              <a:off x="4086825" y="1952925"/>
              <a:ext cx="9650" cy="9650"/>
            </a:xfrm>
            <a:custGeom>
              <a:avLst/>
              <a:gdLst/>
              <a:ahLst/>
              <a:cxnLst/>
              <a:rect l="l" t="t" r="r" b="b"/>
              <a:pathLst>
                <a:path w="386" h="386" extrusionOk="0">
                  <a:moveTo>
                    <a:pt x="193" y="1"/>
                  </a:moveTo>
                  <a:lnTo>
                    <a:pt x="121" y="25"/>
                  </a:lnTo>
                  <a:lnTo>
                    <a:pt x="49" y="73"/>
                  </a:lnTo>
                  <a:lnTo>
                    <a:pt x="1" y="145"/>
                  </a:lnTo>
                  <a:lnTo>
                    <a:pt x="1" y="193"/>
                  </a:lnTo>
                  <a:lnTo>
                    <a:pt x="25" y="265"/>
                  </a:lnTo>
                  <a:lnTo>
                    <a:pt x="49" y="338"/>
                  </a:lnTo>
                  <a:lnTo>
                    <a:pt x="97" y="362"/>
                  </a:lnTo>
                  <a:lnTo>
                    <a:pt x="169" y="386"/>
                  </a:lnTo>
                  <a:lnTo>
                    <a:pt x="266" y="362"/>
                  </a:lnTo>
                  <a:lnTo>
                    <a:pt x="338" y="314"/>
                  </a:lnTo>
                  <a:lnTo>
                    <a:pt x="386" y="265"/>
                  </a:lnTo>
                  <a:lnTo>
                    <a:pt x="386" y="193"/>
                  </a:lnTo>
                  <a:lnTo>
                    <a:pt x="362" y="97"/>
                  </a:lnTo>
                  <a:lnTo>
                    <a:pt x="338" y="25"/>
                  </a:lnTo>
                  <a:lnTo>
                    <a:pt x="26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8" name="Google Shape;13178;p31"/>
            <p:cNvSpPr/>
            <p:nvPr/>
          </p:nvSpPr>
          <p:spPr>
            <a:xfrm>
              <a:off x="3868375" y="1606875"/>
              <a:ext cx="9650" cy="9650"/>
            </a:xfrm>
            <a:custGeom>
              <a:avLst/>
              <a:gdLst/>
              <a:ahLst/>
              <a:cxnLst/>
              <a:rect l="l" t="t" r="r" b="b"/>
              <a:pathLst>
                <a:path w="386" h="386" extrusionOk="0">
                  <a:moveTo>
                    <a:pt x="169" y="1"/>
                  </a:moveTo>
                  <a:lnTo>
                    <a:pt x="96" y="25"/>
                  </a:lnTo>
                  <a:lnTo>
                    <a:pt x="48" y="73"/>
                  </a:lnTo>
                  <a:lnTo>
                    <a:pt x="0" y="169"/>
                  </a:lnTo>
                  <a:lnTo>
                    <a:pt x="0" y="241"/>
                  </a:lnTo>
                  <a:lnTo>
                    <a:pt x="24" y="313"/>
                  </a:lnTo>
                  <a:lnTo>
                    <a:pt x="72" y="362"/>
                  </a:lnTo>
                  <a:lnTo>
                    <a:pt x="145" y="386"/>
                  </a:lnTo>
                  <a:lnTo>
                    <a:pt x="217" y="386"/>
                  </a:lnTo>
                  <a:lnTo>
                    <a:pt x="289" y="362"/>
                  </a:lnTo>
                  <a:lnTo>
                    <a:pt x="337" y="338"/>
                  </a:lnTo>
                  <a:lnTo>
                    <a:pt x="361" y="265"/>
                  </a:lnTo>
                  <a:lnTo>
                    <a:pt x="385" y="193"/>
                  </a:lnTo>
                  <a:lnTo>
                    <a:pt x="361" y="121"/>
                  </a:lnTo>
                  <a:lnTo>
                    <a:pt x="313" y="49"/>
                  </a:lnTo>
                  <a:lnTo>
                    <a:pt x="24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9" name="Google Shape;13179;p31"/>
            <p:cNvSpPr/>
            <p:nvPr/>
          </p:nvSpPr>
          <p:spPr>
            <a:xfrm>
              <a:off x="4026050" y="1804275"/>
              <a:ext cx="10850" cy="12050"/>
            </a:xfrm>
            <a:custGeom>
              <a:avLst/>
              <a:gdLst/>
              <a:ahLst/>
              <a:cxnLst/>
              <a:rect l="l" t="t" r="r" b="b"/>
              <a:pathLst>
                <a:path w="434" h="482" extrusionOk="0">
                  <a:moveTo>
                    <a:pt x="361" y="1"/>
                  </a:moveTo>
                  <a:lnTo>
                    <a:pt x="313" y="25"/>
                  </a:lnTo>
                  <a:lnTo>
                    <a:pt x="145" y="121"/>
                  </a:lnTo>
                  <a:lnTo>
                    <a:pt x="73" y="193"/>
                  </a:lnTo>
                  <a:lnTo>
                    <a:pt x="0" y="289"/>
                  </a:lnTo>
                  <a:lnTo>
                    <a:pt x="0" y="313"/>
                  </a:lnTo>
                  <a:lnTo>
                    <a:pt x="0" y="362"/>
                  </a:lnTo>
                  <a:lnTo>
                    <a:pt x="0" y="410"/>
                  </a:lnTo>
                  <a:lnTo>
                    <a:pt x="24" y="434"/>
                  </a:lnTo>
                  <a:lnTo>
                    <a:pt x="73" y="458"/>
                  </a:lnTo>
                  <a:lnTo>
                    <a:pt x="145" y="482"/>
                  </a:lnTo>
                  <a:lnTo>
                    <a:pt x="193" y="482"/>
                  </a:lnTo>
                  <a:lnTo>
                    <a:pt x="241" y="458"/>
                  </a:lnTo>
                  <a:lnTo>
                    <a:pt x="337" y="338"/>
                  </a:lnTo>
                  <a:lnTo>
                    <a:pt x="410" y="217"/>
                  </a:lnTo>
                  <a:lnTo>
                    <a:pt x="434" y="121"/>
                  </a:lnTo>
                  <a:lnTo>
                    <a:pt x="410" y="25"/>
                  </a:lnTo>
                  <a:lnTo>
                    <a:pt x="385" y="25"/>
                  </a:lnTo>
                  <a:lnTo>
                    <a:pt x="36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0" name="Google Shape;13180;p31"/>
            <p:cNvSpPr/>
            <p:nvPr/>
          </p:nvSpPr>
          <p:spPr>
            <a:xfrm>
              <a:off x="3852725" y="1844000"/>
              <a:ext cx="11450" cy="8450"/>
            </a:xfrm>
            <a:custGeom>
              <a:avLst/>
              <a:gdLst/>
              <a:ahLst/>
              <a:cxnLst/>
              <a:rect l="l" t="t" r="r" b="b"/>
              <a:pathLst>
                <a:path w="458" h="338" extrusionOk="0">
                  <a:moveTo>
                    <a:pt x="24" y="73"/>
                  </a:moveTo>
                  <a:lnTo>
                    <a:pt x="0" y="97"/>
                  </a:lnTo>
                  <a:lnTo>
                    <a:pt x="27" y="81"/>
                  </a:lnTo>
                  <a:lnTo>
                    <a:pt x="27" y="81"/>
                  </a:lnTo>
                  <a:lnTo>
                    <a:pt x="24" y="73"/>
                  </a:lnTo>
                  <a:close/>
                  <a:moveTo>
                    <a:pt x="265" y="0"/>
                  </a:moveTo>
                  <a:lnTo>
                    <a:pt x="121" y="24"/>
                  </a:lnTo>
                  <a:lnTo>
                    <a:pt x="27" y="81"/>
                  </a:lnTo>
                  <a:lnTo>
                    <a:pt x="27" y="81"/>
                  </a:lnTo>
                  <a:lnTo>
                    <a:pt x="72" y="217"/>
                  </a:lnTo>
                  <a:lnTo>
                    <a:pt x="121" y="313"/>
                  </a:lnTo>
                  <a:lnTo>
                    <a:pt x="193" y="337"/>
                  </a:lnTo>
                  <a:lnTo>
                    <a:pt x="289" y="337"/>
                  </a:lnTo>
                  <a:lnTo>
                    <a:pt x="361" y="313"/>
                  </a:lnTo>
                  <a:lnTo>
                    <a:pt x="409" y="289"/>
                  </a:lnTo>
                  <a:lnTo>
                    <a:pt x="458" y="241"/>
                  </a:lnTo>
                  <a:lnTo>
                    <a:pt x="458" y="169"/>
                  </a:lnTo>
                  <a:lnTo>
                    <a:pt x="458" y="97"/>
                  </a:lnTo>
                  <a:lnTo>
                    <a:pt x="409" y="24"/>
                  </a:lnTo>
                  <a:lnTo>
                    <a:pt x="33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1" name="Google Shape;13181;p31"/>
            <p:cNvSpPr/>
            <p:nvPr/>
          </p:nvSpPr>
          <p:spPr>
            <a:xfrm>
              <a:off x="3927350" y="1931875"/>
              <a:ext cx="9650" cy="12650"/>
            </a:xfrm>
            <a:custGeom>
              <a:avLst/>
              <a:gdLst/>
              <a:ahLst/>
              <a:cxnLst/>
              <a:rect l="l" t="t" r="r" b="b"/>
              <a:pathLst>
                <a:path w="386" h="506" extrusionOk="0">
                  <a:moveTo>
                    <a:pt x="73" y="0"/>
                  </a:moveTo>
                  <a:lnTo>
                    <a:pt x="48" y="24"/>
                  </a:lnTo>
                  <a:lnTo>
                    <a:pt x="0" y="48"/>
                  </a:lnTo>
                  <a:lnTo>
                    <a:pt x="0" y="96"/>
                  </a:lnTo>
                  <a:lnTo>
                    <a:pt x="73" y="313"/>
                  </a:lnTo>
                  <a:lnTo>
                    <a:pt x="145" y="433"/>
                  </a:lnTo>
                  <a:lnTo>
                    <a:pt x="230" y="498"/>
                  </a:lnTo>
                  <a:lnTo>
                    <a:pt x="230" y="498"/>
                  </a:lnTo>
                  <a:lnTo>
                    <a:pt x="337" y="433"/>
                  </a:lnTo>
                  <a:lnTo>
                    <a:pt x="361" y="385"/>
                  </a:lnTo>
                  <a:lnTo>
                    <a:pt x="385" y="361"/>
                  </a:lnTo>
                  <a:lnTo>
                    <a:pt x="385" y="313"/>
                  </a:lnTo>
                  <a:lnTo>
                    <a:pt x="385" y="265"/>
                  </a:lnTo>
                  <a:lnTo>
                    <a:pt x="313" y="193"/>
                  </a:lnTo>
                  <a:lnTo>
                    <a:pt x="241" y="120"/>
                  </a:lnTo>
                  <a:lnTo>
                    <a:pt x="73" y="0"/>
                  </a:lnTo>
                  <a:close/>
                  <a:moveTo>
                    <a:pt x="230" y="498"/>
                  </a:moveTo>
                  <a:lnTo>
                    <a:pt x="217" y="506"/>
                  </a:lnTo>
                  <a:lnTo>
                    <a:pt x="241" y="506"/>
                  </a:lnTo>
                  <a:lnTo>
                    <a:pt x="230" y="498"/>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2" name="Google Shape;13182;p31"/>
            <p:cNvSpPr/>
            <p:nvPr/>
          </p:nvSpPr>
          <p:spPr>
            <a:xfrm>
              <a:off x="3893650" y="1914400"/>
              <a:ext cx="11450" cy="9075"/>
            </a:xfrm>
            <a:custGeom>
              <a:avLst/>
              <a:gdLst/>
              <a:ahLst/>
              <a:cxnLst/>
              <a:rect l="l" t="t" r="r" b="b"/>
              <a:pathLst>
                <a:path w="458" h="363" extrusionOk="0">
                  <a:moveTo>
                    <a:pt x="217" y="1"/>
                  </a:moveTo>
                  <a:lnTo>
                    <a:pt x="169" y="25"/>
                  </a:lnTo>
                  <a:lnTo>
                    <a:pt x="96" y="73"/>
                  </a:lnTo>
                  <a:lnTo>
                    <a:pt x="24" y="121"/>
                  </a:lnTo>
                  <a:lnTo>
                    <a:pt x="0" y="169"/>
                  </a:lnTo>
                  <a:lnTo>
                    <a:pt x="0" y="193"/>
                  </a:lnTo>
                  <a:lnTo>
                    <a:pt x="48" y="266"/>
                  </a:lnTo>
                  <a:lnTo>
                    <a:pt x="96" y="314"/>
                  </a:lnTo>
                  <a:lnTo>
                    <a:pt x="145" y="338"/>
                  </a:lnTo>
                  <a:lnTo>
                    <a:pt x="217" y="362"/>
                  </a:lnTo>
                  <a:lnTo>
                    <a:pt x="289" y="362"/>
                  </a:lnTo>
                  <a:lnTo>
                    <a:pt x="337" y="338"/>
                  </a:lnTo>
                  <a:lnTo>
                    <a:pt x="385" y="290"/>
                  </a:lnTo>
                  <a:lnTo>
                    <a:pt x="434" y="242"/>
                  </a:lnTo>
                  <a:lnTo>
                    <a:pt x="458" y="193"/>
                  </a:lnTo>
                  <a:lnTo>
                    <a:pt x="434" y="145"/>
                  </a:lnTo>
                  <a:lnTo>
                    <a:pt x="361" y="49"/>
                  </a:lnTo>
                  <a:lnTo>
                    <a:pt x="28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3" name="Google Shape;13183;p31"/>
            <p:cNvSpPr/>
            <p:nvPr/>
          </p:nvSpPr>
          <p:spPr>
            <a:xfrm>
              <a:off x="3998975" y="1764550"/>
              <a:ext cx="15050" cy="10250"/>
            </a:xfrm>
            <a:custGeom>
              <a:avLst/>
              <a:gdLst/>
              <a:ahLst/>
              <a:cxnLst/>
              <a:rect l="l" t="t" r="r" b="b"/>
              <a:pathLst>
                <a:path w="602" h="410" extrusionOk="0">
                  <a:moveTo>
                    <a:pt x="48" y="1"/>
                  </a:moveTo>
                  <a:lnTo>
                    <a:pt x="24" y="49"/>
                  </a:lnTo>
                  <a:lnTo>
                    <a:pt x="0" y="73"/>
                  </a:lnTo>
                  <a:lnTo>
                    <a:pt x="385" y="362"/>
                  </a:lnTo>
                  <a:lnTo>
                    <a:pt x="506" y="410"/>
                  </a:lnTo>
                  <a:lnTo>
                    <a:pt x="554" y="410"/>
                  </a:lnTo>
                  <a:lnTo>
                    <a:pt x="602" y="362"/>
                  </a:lnTo>
                  <a:lnTo>
                    <a:pt x="602" y="314"/>
                  </a:lnTo>
                  <a:lnTo>
                    <a:pt x="578" y="241"/>
                  </a:lnTo>
                  <a:lnTo>
                    <a:pt x="554" y="169"/>
                  </a:lnTo>
                  <a:lnTo>
                    <a:pt x="506" y="14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4" name="Google Shape;13184;p31"/>
            <p:cNvSpPr/>
            <p:nvPr/>
          </p:nvSpPr>
          <p:spPr>
            <a:xfrm>
              <a:off x="3922525" y="1708575"/>
              <a:ext cx="13275" cy="9050"/>
            </a:xfrm>
            <a:custGeom>
              <a:avLst/>
              <a:gdLst/>
              <a:ahLst/>
              <a:cxnLst/>
              <a:rect l="l" t="t" r="r" b="b"/>
              <a:pathLst>
                <a:path w="531" h="362" extrusionOk="0">
                  <a:moveTo>
                    <a:pt x="73" y="1"/>
                  </a:moveTo>
                  <a:lnTo>
                    <a:pt x="25" y="49"/>
                  </a:lnTo>
                  <a:lnTo>
                    <a:pt x="1" y="97"/>
                  </a:lnTo>
                  <a:lnTo>
                    <a:pt x="25" y="169"/>
                  </a:lnTo>
                  <a:lnTo>
                    <a:pt x="73" y="242"/>
                  </a:lnTo>
                  <a:lnTo>
                    <a:pt x="97" y="266"/>
                  </a:lnTo>
                  <a:lnTo>
                    <a:pt x="145" y="290"/>
                  </a:lnTo>
                  <a:lnTo>
                    <a:pt x="266" y="290"/>
                  </a:lnTo>
                  <a:lnTo>
                    <a:pt x="314" y="314"/>
                  </a:lnTo>
                  <a:lnTo>
                    <a:pt x="386" y="362"/>
                  </a:lnTo>
                  <a:lnTo>
                    <a:pt x="434" y="362"/>
                  </a:lnTo>
                  <a:lnTo>
                    <a:pt x="482" y="338"/>
                  </a:lnTo>
                  <a:lnTo>
                    <a:pt x="506" y="290"/>
                  </a:lnTo>
                  <a:lnTo>
                    <a:pt x="530" y="242"/>
                  </a:lnTo>
                  <a:lnTo>
                    <a:pt x="506" y="145"/>
                  </a:lnTo>
                  <a:lnTo>
                    <a:pt x="458" y="97"/>
                  </a:lnTo>
                  <a:lnTo>
                    <a:pt x="410" y="73"/>
                  </a:lnTo>
                  <a:lnTo>
                    <a:pt x="314" y="73"/>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5" name="Google Shape;13185;p31"/>
            <p:cNvSpPr/>
            <p:nvPr/>
          </p:nvSpPr>
          <p:spPr>
            <a:xfrm>
              <a:off x="3878600" y="1842800"/>
              <a:ext cx="9050" cy="9050"/>
            </a:xfrm>
            <a:custGeom>
              <a:avLst/>
              <a:gdLst/>
              <a:ahLst/>
              <a:cxnLst/>
              <a:rect l="l" t="t" r="r" b="b"/>
              <a:pathLst>
                <a:path w="362" h="362" extrusionOk="0">
                  <a:moveTo>
                    <a:pt x="97" y="0"/>
                  </a:moveTo>
                  <a:lnTo>
                    <a:pt x="24" y="24"/>
                  </a:lnTo>
                  <a:lnTo>
                    <a:pt x="0" y="97"/>
                  </a:lnTo>
                  <a:lnTo>
                    <a:pt x="0" y="193"/>
                  </a:lnTo>
                  <a:lnTo>
                    <a:pt x="49" y="265"/>
                  </a:lnTo>
                  <a:lnTo>
                    <a:pt x="121" y="337"/>
                  </a:lnTo>
                  <a:lnTo>
                    <a:pt x="241" y="361"/>
                  </a:lnTo>
                  <a:lnTo>
                    <a:pt x="313" y="337"/>
                  </a:lnTo>
                  <a:lnTo>
                    <a:pt x="337" y="289"/>
                  </a:lnTo>
                  <a:lnTo>
                    <a:pt x="361" y="265"/>
                  </a:lnTo>
                  <a:lnTo>
                    <a:pt x="361" y="217"/>
                  </a:lnTo>
                  <a:lnTo>
                    <a:pt x="337" y="121"/>
                  </a:lnTo>
                  <a:lnTo>
                    <a:pt x="289" y="48"/>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6" name="Google Shape;13186;p31"/>
            <p:cNvSpPr/>
            <p:nvPr/>
          </p:nvSpPr>
          <p:spPr>
            <a:xfrm>
              <a:off x="3817200" y="1774175"/>
              <a:ext cx="9675" cy="9050"/>
            </a:xfrm>
            <a:custGeom>
              <a:avLst/>
              <a:gdLst/>
              <a:ahLst/>
              <a:cxnLst/>
              <a:rect l="l" t="t" r="r" b="b"/>
              <a:pathLst>
                <a:path w="387" h="362" extrusionOk="0">
                  <a:moveTo>
                    <a:pt x="193" y="1"/>
                  </a:moveTo>
                  <a:lnTo>
                    <a:pt x="97" y="49"/>
                  </a:lnTo>
                  <a:lnTo>
                    <a:pt x="25" y="145"/>
                  </a:lnTo>
                  <a:lnTo>
                    <a:pt x="1" y="193"/>
                  </a:lnTo>
                  <a:lnTo>
                    <a:pt x="1" y="218"/>
                  </a:lnTo>
                  <a:lnTo>
                    <a:pt x="49" y="314"/>
                  </a:lnTo>
                  <a:lnTo>
                    <a:pt x="97" y="362"/>
                  </a:lnTo>
                  <a:lnTo>
                    <a:pt x="193" y="362"/>
                  </a:lnTo>
                  <a:lnTo>
                    <a:pt x="266" y="338"/>
                  </a:lnTo>
                  <a:lnTo>
                    <a:pt x="314" y="290"/>
                  </a:lnTo>
                  <a:lnTo>
                    <a:pt x="338" y="242"/>
                  </a:lnTo>
                  <a:lnTo>
                    <a:pt x="386" y="169"/>
                  </a:lnTo>
                  <a:lnTo>
                    <a:pt x="386" y="121"/>
                  </a:lnTo>
                  <a:lnTo>
                    <a:pt x="362" y="49"/>
                  </a:lnTo>
                  <a:lnTo>
                    <a:pt x="338" y="25"/>
                  </a:lnTo>
                  <a:lnTo>
                    <a:pt x="29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7" name="Google Shape;13187;p31"/>
            <p:cNvSpPr/>
            <p:nvPr/>
          </p:nvSpPr>
          <p:spPr>
            <a:xfrm>
              <a:off x="4011000" y="1669475"/>
              <a:ext cx="9050" cy="9650"/>
            </a:xfrm>
            <a:custGeom>
              <a:avLst/>
              <a:gdLst/>
              <a:ahLst/>
              <a:cxnLst/>
              <a:rect l="l" t="t" r="r" b="b"/>
              <a:pathLst>
                <a:path w="362" h="386" extrusionOk="0">
                  <a:moveTo>
                    <a:pt x="49" y="0"/>
                  </a:moveTo>
                  <a:lnTo>
                    <a:pt x="25" y="24"/>
                  </a:lnTo>
                  <a:lnTo>
                    <a:pt x="0" y="72"/>
                  </a:lnTo>
                  <a:lnTo>
                    <a:pt x="25" y="193"/>
                  </a:lnTo>
                  <a:lnTo>
                    <a:pt x="73" y="289"/>
                  </a:lnTo>
                  <a:lnTo>
                    <a:pt x="169" y="361"/>
                  </a:lnTo>
                  <a:lnTo>
                    <a:pt x="313" y="385"/>
                  </a:lnTo>
                  <a:lnTo>
                    <a:pt x="338" y="361"/>
                  </a:lnTo>
                  <a:lnTo>
                    <a:pt x="362" y="313"/>
                  </a:lnTo>
                  <a:lnTo>
                    <a:pt x="313" y="145"/>
                  </a:lnTo>
                  <a:lnTo>
                    <a:pt x="265" y="72"/>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8" name="Google Shape;13188;p31"/>
            <p:cNvSpPr/>
            <p:nvPr/>
          </p:nvSpPr>
          <p:spPr>
            <a:xfrm>
              <a:off x="3884625" y="1596050"/>
              <a:ext cx="10250" cy="9050"/>
            </a:xfrm>
            <a:custGeom>
              <a:avLst/>
              <a:gdLst/>
              <a:ahLst/>
              <a:cxnLst/>
              <a:rect l="l" t="t" r="r" b="b"/>
              <a:pathLst>
                <a:path w="410" h="362" extrusionOk="0">
                  <a:moveTo>
                    <a:pt x="361" y="0"/>
                  </a:moveTo>
                  <a:lnTo>
                    <a:pt x="313" y="24"/>
                  </a:lnTo>
                  <a:lnTo>
                    <a:pt x="193" y="72"/>
                  </a:lnTo>
                  <a:lnTo>
                    <a:pt x="120" y="72"/>
                  </a:lnTo>
                  <a:lnTo>
                    <a:pt x="72" y="121"/>
                  </a:lnTo>
                  <a:lnTo>
                    <a:pt x="24" y="145"/>
                  </a:lnTo>
                  <a:lnTo>
                    <a:pt x="0" y="217"/>
                  </a:lnTo>
                  <a:lnTo>
                    <a:pt x="0" y="289"/>
                  </a:lnTo>
                  <a:lnTo>
                    <a:pt x="48" y="337"/>
                  </a:lnTo>
                  <a:lnTo>
                    <a:pt x="120" y="361"/>
                  </a:lnTo>
                  <a:lnTo>
                    <a:pt x="169" y="337"/>
                  </a:lnTo>
                  <a:lnTo>
                    <a:pt x="289" y="289"/>
                  </a:lnTo>
                  <a:lnTo>
                    <a:pt x="385" y="217"/>
                  </a:lnTo>
                  <a:lnTo>
                    <a:pt x="409" y="169"/>
                  </a:lnTo>
                  <a:lnTo>
                    <a:pt x="409" y="121"/>
                  </a:lnTo>
                  <a:lnTo>
                    <a:pt x="385" y="24"/>
                  </a:lnTo>
                  <a:lnTo>
                    <a:pt x="36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9" name="Google Shape;13189;p31"/>
            <p:cNvSpPr/>
            <p:nvPr/>
          </p:nvSpPr>
          <p:spPr>
            <a:xfrm>
              <a:off x="3949625" y="1831950"/>
              <a:ext cx="10250" cy="9050"/>
            </a:xfrm>
            <a:custGeom>
              <a:avLst/>
              <a:gdLst/>
              <a:ahLst/>
              <a:cxnLst/>
              <a:rect l="l" t="t" r="r" b="b"/>
              <a:pathLst>
                <a:path w="410" h="362" extrusionOk="0">
                  <a:moveTo>
                    <a:pt x="96" y="1"/>
                  </a:moveTo>
                  <a:lnTo>
                    <a:pt x="48" y="25"/>
                  </a:lnTo>
                  <a:lnTo>
                    <a:pt x="24" y="49"/>
                  </a:lnTo>
                  <a:lnTo>
                    <a:pt x="0" y="73"/>
                  </a:lnTo>
                  <a:lnTo>
                    <a:pt x="24" y="145"/>
                  </a:lnTo>
                  <a:lnTo>
                    <a:pt x="120" y="242"/>
                  </a:lnTo>
                  <a:lnTo>
                    <a:pt x="217" y="338"/>
                  </a:lnTo>
                  <a:lnTo>
                    <a:pt x="337" y="362"/>
                  </a:lnTo>
                  <a:lnTo>
                    <a:pt x="361" y="338"/>
                  </a:lnTo>
                  <a:lnTo>
                    <a:pt x="409" y="314"/>
                  </a:lnTo>
                  <a:lnTo>
                    <a:pt x="409" y="242"/>
                  </a:lnTo>
                  <a:lnTo>
                    <a:pt x="409" y="193"/>
                  </a:lnTo>
                  <a:lnTo>
                    <a:pt x="361" y="121"/>
                  </a:lnTo>
                  <a:lnTo>
                    <a:pt x="289" y="49"/>
                  </a:lnTo>
                  <a:lnTo>
                    <a:pt x="241"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0" name="Google Shape;13190;p31"/>
            <p:cNvSpPr/>
            <p:nvPr/>
          </p:nvSpPr>
          <p:spPr>
            <a:xfrm>
              <a:off x="4137375" y="1777800"/>
              <a:ext cx="9050" cy="9050"/>
            </a:xfrm>
            <a:custGeom>
              <a:avLst/>
              <a:gdLst/>
              <a:ahLst/>
              <a:cxnLst/>
              <a:rect l="l" t="t" r="r" b="b"/>
              <a:pathLst>
                <a:path w="362" h="362" extrusionOk="0">
                  <a:moveTo>
                    <a:pt x="97" y="0"/>
                  </a:moveTo>
                  <a:lnTo>
                    <a:pt x="73" y="24"/>
                  </a:lnTo>
                  <a:lnTo>
                    <a:pt x="25" y="48"/>
                  </a:lnTo>
                  <a:lnTo>
                    <a:pt x="1" y="145"/>
                  </a:lnTo>
                  <a:lnTo>
                    <a:pt x="1" y="217"/>
                  </a:lnTo>
                  <a:lnTo>
                    <a:pt x="49" y="289"/>
                  </a:lnTo>
                  <a:lnTo>
                    <a:pt x="97" y="337"/>
                  </a:lnTo>
                  <a:lnTo>
                    <a:pt x="145" y="361"/>
                  </a:lnTo>
                  <a:lnTo>
                    <a:pt x="218" y="361"/>
                  </a:lnTo>
                  <a:lnTo>
                    <a:pt x="338" y="313"/>
                  </a:lnTo>
                  <a:lnTo>
                    <a:pt x="362" y="265"/>
                  </a:lnTo>
                  <a:lnTo>
                    <a:pt x="338" y="193"/>
                  </a:lnTo>
                  <a:lnTo>
                    <a:pt x="266" y="97"/>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1" name="Google Shape;13191;p31"/>
            <p:cNvSpPr/>
            <p:nvPr/>
          </p:nvSpPr>
          <p:spPr>
            <a:xfrm>
              <a:off x="3876800" y="1699550"/>
              <a:ext cx="6025" cy="9650"/>
            </a:xfrm>
            <a:custGeom>
              <a:avLst/>
              <a:gdLst/>
              <a:ahLst/>
              <a:cxnLst/>
              <a:rect l="l" t="t" r="r" b="b"/>
              <a:pathLst>
                <a:path w="241" h="386" extrusionOk="0">
                  <a:moveTo>
                    <a:pt x="72" y="1"/>
                  </a:moveTo>
                  <a:lnTo>
                    <a:pt x="24" y="25"/>
                  </a:lnTo>
                  <a:lnTo>
                    <a:pt x="24" y="49"/>
                  </a:lnTo>
                  <a:lnTo>
                    <a:pt x="0" y="145"/>
                  </a:lnTo>
                  <a:lnTo>
                    <a:pt x="24" y="217"/>
                  </a:lnTo>
                  <a:lnTo>
                    <a:pt x="48" y="314"/>
                  </a:lnTo>
                  <a:lnTo>
                    <a:pt x="96" y="386"/>
                  </a:lnTo>
                  <a:lnTo>
                    <a:pt x="217" y="386"/>
                  </a:lnTo>
                  <a:lnTo>
                    <a:pt x="241" y="362"/>
                  </a:lnTo>
                  <a:lnTo>
                    <a:pt x="241" y="338"/>
                  </a:lnTo>
                  <a:lnTo>
                    <a:pt x="241" y="242"/>
                  </a:lnTo>
                  <a:lnTo>
                    <a:pt x="241" y="145"/>
                  </a:lnTo>
                  <a:lnTo>
                    <a:pt x="193" y="73"/>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2" name="Google Shape;13192;p31"/>
            <p:cNvSpPr/>
            <p:nvPr/>
          </p:nvSpPr>
          <p:spPr>
            <a:xfrm>
              <a:off x="3751600" y="1757925"/>
              <a:ext cx="9675" cy="6050"/>
            </a:xfrm>
            <a:custGeom>
              <a:avLst/>
              <a:gdLst/>
              <a:ahLst/>
              <a:cxnLst/>
              <a:rect l="l" t="t" r="r" b="b"/>
              <a:pathLst>
                <a:path w="387" h="242" extrusionOk="0">
                  <a:moveTo>
                    <a:pt x="97" y="1"/>
                  </a:moveTo>
                  <a:lnTo>
                    <a:pt x="49" y="49"/>
                  </a:lnTo>
                  <a:lnTo>
                    <a:pt x="1" y="73"/>
                  </a:lnTo>
                  <a:lnTo>
                    <a:pt x="1" y="121"/>
                  </a:lnTo>
                  <a:lnTo>
                    <a:pt x="25" y="169"/>
                  </a:lnTo>
                  <a:lnTo>
                    <a:pt x="49" y="218"/>
                  </a:lnTo>
                  <a:lnTo>
                    <a:pt x="73" y="242"/>
                  </a:lnTo>
                  <a:lnTo>
                    <a:pt x="290" y="242"/>
                  </a:lnTo>
                  <a:lnTo>
                    <a:pt x="338" y="193"/>
                  </a:lnTo>
                  <a:lnTo>
                    <a:pt x="386" y="145"/>
                  </a:lnTo>
                  <a:lnTo>
                    <a:pt x="386" y="97"/>
                  </a:lnTo>
                  <a:lnTo>
                    <a:pt x="314"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3" name="Google Shape;13193;p31"/>
            <p:cNvSpPr/>
            <p:nvPr/>
          </p:nvSpPr>
          <p:spPr>
            <a:xfrm>
              <a:off x="4184325" y="1822925"/>
              <a:ext cx="6650" cy="9650"/>
            </a:xfrm>
            <a:custGeom>
              <a:avLst/>
              <a:gdLst/>
              <a:ahLst/>
              <a:cxnLst/>
              <a:rect l="l" t="t" r="r" b="b"/>
              <a:pathLst>
                <a:path w="266" h="386" extrusionOk="0">
                  <a:moveTo>
                    <a:pt x="97" y="1"/>
                  </a:moveTo>
                  <a:lnTo>
                    <a:pt x="49" y="25"/>
                  </a:lnTo>
                  <a:lnTo>
                    <a:pt x="25" y="73"/>
                  </a:lnTo>
                  <a:lnTo>
                    <a:pt x="1" y="145"/>
                  </a:lnTo>
                  <a:lnTo>
                    <a:pt x="1" y="217"/>
                  </a:lnTo>
                  <a:lnTo>
                    <a:pt x="25" y="266"/>
                  </a:lnTo>
                  <a:lnTo>
                    <a:pt x="97" y="362"/>
                  </a:lnTo>
                  <a:lnTo>
                    <a:pt x="121" y="386"/>
                  </a:lnTo>
                  <a:lnTo>
                    <a:pt x="169" y="386"/>
                  </a:lnTo>
                  <a:lnTo>
                    <a:pt x="217" y="362"/>
                  </a:lnTo>
                  <a:lnTo>
                    <a:pt x="241" y="338"/>
                  </a:lnTo>
                  <a:lnTo>
                    <a:pt x="265" y="290"/>
                  </a:lnTo>
                  <a:lnTo>
                    <a:pt x="265" y="217"/>
                  </a:lnTo>
                  <a:lnTo>
                    <a:pt x="265" y="145"/>
                  </a:lnTo>
                  <a:lnTo>
                    <a:pt x="217" y="97"/>
                  </a:lnTo>
                  <a:lnTo>
                    <a:pt x="169"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4" name="Google Shape;13194;p31"/>
            <p:cNvSpPr/>
            <p:nvPr/>
          </p:nvSpPr>
          <p:spPr>
            <a:xfrm>
              <a:off x="4044700" y="1710400"/>
              <a:ext cx="9650" cy="6625"/>
            </a:xfrm>
            <a:custGeom>
              <a:avLst/>
              <a:gdLst/>
              <a:ahLst/>
              <a:cxnLst/>
              <a:rect l="l" t="t" r="r" b="b"/>
              <a:pathLst>
                <a:path w="386" h="265" extrusionOk="0">
                  <a:moveTo>
                    <a:pt x="289" y="0"/>
                  </a:moveTo>
                  <a:lnTo>
                    <a:pt x="121" y="24"/>
                  </a:lnTo>
                  <a:lnTo>
                    <a:pt x="25" y="48"/>
                  </a:lnTo>
                  <a:lnTo>
                    <a:pt x="1" y="96"/>
                  </a:lnTo>
                  <a:lnTo>
                    <a:pt x="1" y="120"/>
                  </a:lnTo>
                  <a:lnTo>
                    <a:pt x="49" y="193"/>
                  </a:lnTo>
                  <a:lnTo>
                    <a:pt x="121" y="241"/>
                  </a:lnTo>
                  <a:lnTo>
                    <a:pt x="217" y="265"/>
                  </a:lnTo>
                  <a:lnTo>
                    <a:pt x="289" y="241"/>
                  </a:lnTo>
                  <a:lnTo>
                    <a:pt x="338" y="217"/>
                  </a:lnTo>
                  <a:lnTo>
                    <a:pt x="386" y="169"/>
                  </a:lnTo>
                  <a:lnTo>
                    <a:pt x="386" y="96"/>
                  </a:lnTo>
                  <a:lnTo>
                    <a:pt x="362" y="48"/>
                  </a:lnTo>
                  <a:lnTo>
                    <a:pt x="33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5" name="Google Shape;13195;p31"/>
            <p:cNvSpPr/>
            <p:nvPr/>
          </p:nvSpPr>
          <p:spPr>
            <a:xfrm>
              <a:off x="3893050" y="1766950"/>
              <a:ext cx="7850" cy="7850"/>
            </a:xfrm>
            <a:custGeom>
              <a:avLst/>
              <a:gdLst/>
              <a:ahLst/>
              <a:cxnLst/>
              <a:rect l="l" t="t" r="r" b="b"/>
              <a:pathLst>
                <a:path w="314" h="314" extrusionOk="0">
                  <a:moveTo>
                    <a:pt x="120" y="1"/>
                  </a:moveTo>
                  <a:lnTo>
                    <a:pt x="96" y="25"/>
                  </a:lnTo>
                  <a:lnTo>
                    <a:pt x="48" y="73"/>
                  </a:lnTo>
                  <a:lnTo>
                    <a:pt x="24" y="121"/>
                  </a:lnTo>
                  <a:lnTo>
                    <a:pt x="0" y="194"/>
                  </a:lnTo>
                  <a:lnTo>
                    <a:pt x="24" y="266"/>
                  </a:lnTo>
                  <a:lnTo>
                    <a:pt x="48" y="314"/>
                  </a:lnTo>
                  <a:lnTo>
                    <a:pt x="169" y="314"/>
                  </a:lnTo>
                  <a:lnTo>
                    <a:pt x="241" y="290"/>
                  </a:lnTo>
                  <a:lnTo>
                    <a:pt x="289" y="266"/>
                  </a:lnTo>
                  <a:lnTo>
                    <a:pt x="313" y="194"/>
                  </a:lnTo>
                  <a:lnTo>
                    <a:pt x="289" y="121"/>
                  </a:lnTo>
                  <a:lnTo>
                    <a:pt x="265" y="73"/>
                  </a:lnTo>
                  <a:lnTo>
                    <a:pt x="217"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6" name="Google Shape;13196;p31"/>
            <p:cNvSpPr/>
            <p:nvPr/>
          </p:nvSpPr>
          <p:spPr>
            <a:xfrm>
              <a:off x="3804575" y="1815700"/>
              <a:ext cx="9050" cy="6650"/>
            </a:xfrm>
            <a:custGeom>
              <a:avLst/>
              <a:gdLst/>
              <a:ahLst/>
              <a:cxnLst/>
              <a:rect l="l" t="t" r="r" b="b"/>
              <a:pathLst>
                <a:path w="362" h="266" extrusionOk="0">
                  <a:moveTo>
                    <a:pt x="217" y="1"/>
                  </a:moveTo>
                  <a:lnTo>
                    <a:pt x="97" y="25"/>
                  </a:lnTo>
                  <a:lnTo>
                    <a:pt x="24" y="49"/>
                  </a:lnTo>
                  <a:lnTo>
                    <a:pt x="0" y="97"/>
                  </a:lnTo>
                  <a:lnTo>
                    <a:pt x="0" y="145"/>
                  </a:lnTo>
                  <a:lnTo>
                    <a:pt x="24" y="194"/>
                  </a:lnTo>
                  <a:lnTo>
                    <a:pt x="48" y="242"/>
                  </a:lnTo>
                  <a:lnTo>
                    <a:pt x="169" y="266"/>
                  </a:lnTo>
                  <a:lnTo>
                    <a:pt x="289" y="242"/>
                  </a:lnTo>
                  <a:lnTo>
                    <a:pt x="361" y="218"/>
                  </a:lnTo>
                  <a:lnTo>
                    <a:pt x="361" y="194"/>
                  </a:lnTo>
                  <a:lnTo>
                    <a:pt x="361" y="169"/>
                  </a:lnTo>
                  <a:lnTo>
                    <a:pt x="337" y="97"/>
                  </a:lnTo>
                  <a:lnTo>
                    <a:pt x="313" y="49"/>
                  </a:lnTo>
                  <a:lnTo>
                    <a:pt x="265" y="25"/>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7" name="Google Shape;13197;p31"/>
            <p:cNvSpPr/>
            <p:nvPr/>
          </p:nvSpPr>
          <p:spPr>
            <a:xfrm>
              <a:off x="4074800" y="1877100"/>
              <a:ext cx="6650" cy="7250"/>
            </a:xfrm>
            <a:custGeom>
              <a:avLst/>
              <a:gdLst/>
              <a:ahLst/>
              <a:cxnLst/>
              <a:rect l="l" t="t" r="r" b="b"/>
              <a:pathLst>
                <a:path w="266" h="290" extrusionOk="0">
                  <a:moveTo>
                    <a:pt x="121" y="0"/>
                  </a:moveTo>
                  <a:lnTo>
                    <a:pt x="48" y="49"/>
                  </a:lnTo>
                  <a:lnTo>
                    <a:pt x="24" y="73"/>
                  </a:lnTo>
                  <a:lnTo>
                    <a:pt x="0" y="169"/>
                  </a:lnTo>
                  <a:lnTo>
                    <a:pt x="0" y="241"/>
                  </a:lnTo>
                  <a:lnTo>
                    <a:pt x="48" y="289"/>
                  </a:lnTo>
                  <a:lnTo>
                    <a:pt x="169" y="289"/>
                  </a:lnTo>
                  <a:lnTo>
                    <a:pt x="217" y="241"/>
                  </a:lnTo>
                  <a:lnTo>
                    <a:pt x="241" y="193"/>
                  </a:lnTo>
                  <a:lnTo>
                    <a:pt x="265" y="145"/>
                  </a:lnTo>
                  <a:lnTo>
                    <a:pt x="265" y="97"/>
                  </a:lnTo>
                  <a:lnTo>
                    <a:pt x="241" y="49"/>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8" name="Google Shape;13198;p31"/>
            <p:cNvSpPr/>
            <p:nvPr/>
          </p:nvSpPr>
          <p:spPr>
            <a:xfrm>
              <a:off x="3783500" y="1626725"/>
              <a:ext cx="6650" cy="9075"/>
            </a:xfrm>
            <a:custGeom>
              <a:avLst/>
              <a:gdLst/>
              <a:ahLst/>
              <a:cxnLst/>
              <a:rect l="l" t="t" r="r" b="b"/>
              <a:pathLst>
                <a:path w="266" h="363" extrusionOk="0">
                  <a:moveTo>
                    <a:pt x="97" y="1"/>
                  </a:moveTo>
                  <a:lnTo>
                    <a:pt x="49" y="25"/>
                  </a:lnTo>
                  <a:lnTo>
                    <a:pt x="25" y="49"/>
                  </a:lnTo>
                  <a:lnTo>
                    <a:pt x="1" y="145"/>
                  </a:lnTo>
                  <a:lnTo>
                    <a:pt x="25" y="266"/>
                  </a:lnTo>
                  <a:lnTo>
                    <a:pt x="73" y="338"/>
                  </a:lnTo>
                  <a:lnTo>
                    <a:pt x="121" y="362"/>
                  </a:lnTo>
                  <a:lnTo>
                    <a:pt x="169" y="362"/>
                  </a:lnTo>
                  <a:lnTo>
                    <a:pt x="193" y="338"/>
                  </a:lnTo>
                  <a:lnTo>
                    <a:pt x="242" y="290"/>
                  </a:lnTo>
                  <a:lnTo>
                    <a:pt x="266" y="194"/>
                  </a:lnTo>
                  <a:lnTo>
                    <a:pt x="242" y="73"/>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9" name="Google Shape;13199;p31"/>
            <p:cNvSpPr/>
            <p:nvPr/>
          </p:nvSpPr>
          <p:spPr>
            <a:xfrm>
              <a:off x="4103675" y="1869875"/>
              <a:ext cx="6650" cy="8450"/>
            </a:xfrm>
            <a:custGeom>
              <a:avLst/>
              <a:gdLst/>
              <a:ahLst/>
              <a:cxnLst/>
              <a:rect l="l" t="t" r="r" b="b"/>
              <a:pathLst>
                <a:path w="266" h="338" extrusionOk="0">
                  <a:moveTo>
                    <a:pt x="73" y="0"/>
                  </a:moveTo>
                  <a:lnTo>
                    <a:pt x="25" y="73"/>
                  </a:lnTo>
                  <a:lnTo>
                    <a:pt x="1" y="169"/>
                  </a:lnTo>
                  <a:lnTo>
                    <a:pt x="1" y="217"/>
                  </a:lnTo>
                  <a:lnTo>
                    <a:pt x="1" y="265"/>
                  </a:lnTo>
                  <a:lnTo>
                    <a:pt x="25" y="313"/>
                  </a:lnTo>
                  <a:lnTo>
                    <a:pt x="97" y="338"/>
                  </a:lnTo>
                  <a:lnTo>
                    <a:pt x="145" y="338"/>
                  </a:lnTo>
                  <a:lnTo>
                    <a:pt x="193" y="313"/>
                  </a:lnTo>
                  <a:lnTo>
                    <a:pt x="242" y="289"/>
                  </a:lnTo>
                  <a:lnTo>
                    <a:pt x="266" y="217"/>
                  </a:lnTo>
                  <a:lnTo>
                    <a:pt x="266" y="97"/>
                  </a:lnTo>
                  <a:lnTo>
                    <a:pt x="266" y="49"/>
                  </a:lnTo>
                  <a:lnTo>
                    <a:pt x="242" y="25"/>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0" name="Google Shape;13200;p31"/>
            <p:cNvSpPr/>
            <p:nvPr/>
          </p:nvSpPr>
          <p:spPr>
            <a:xfrm>
              <a:off x="4027850" y="1783200"/>
              <a:ext cx="6050" cy="7850"/>
            </a:xfrm>
            <a:custGeom>
              <a:avLst/>
              <a:gdLst/>
              <a:ahLst/>
              <a:cxnLst/>
              <a:rect l="l" t="t" r="r" b="b"/>
              <a:pathLst>
                <a:path w="242" h="314" extrusionOk="0">
                  <a:moveTo>
                    <a:pt x="73" y="1"/>
                  </a:moveTo>
                  <a:lnTo>
                    <a:pt x="49" y="49"/>
                  </a:lnTo>
                  <a:lnTo>
                    <a:pt x="1" y="97"/>
                  </a:lnTo>
                  <a:lnTo>
                    <a:pt x="1" y="169"/>
                  </a:lnTo>
                  <a:lnTo>
                    <a:pt x="1" y="218"/>
                  </a:lnTo>
                  <a:lnTo>
                    <a:pt x="25" y="266"/>
                  </a:lnTo>
                  <a:lnTo>
                    <a:pt x="73" y="290"/>
                  </a:lnTo>
                  <a:lnTo>
                    <a:pt x="121" y="314"/>
                  </a:lnTo>
                  <a:lnTo>
                    <a:pt x="169" y="290"/>
                  </a:lnTo>
                  <a:lnTo>
                    <a:pt x="193" y="242"/>
                  </a:lnTo>
                  <a:lnTo>
                    <a:pt x="241" y="194"/>
                  </a:lnTo>
                  <a:lnTo>
                    <a:pt x="241" y="145"/>
                  </a:lnTo>
                  <a:lnTo>
                    <a:pt x="241" y="73"/>
                  </a:lnTo>
                  <a:lnTo>
                    <a:pt x="241" y="25"/>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1" name="Google Shape;13201;p31"/>
            <p:cNvSpPr/>
            <p:nvPr/>
          </p:nvSpPr>
          <p:spPr>
            <a:xfrm>
              <a:off x="3970675" y="1794650"/>
              <a:ext cx="7250" cy="8450"/>
            </a:xfrm>
            <a:custGeom>
              <a:avLst/>
              <a:gdLst/>
              <a:ahLst/>
              <a:cxnLst/>
              <a:rect l="l" t="t" r="r" b="b"/>
              <a:pathLst>
                <a:path w="290" h="338" extrusionOk="0">
                  <a:moveTo>
                    <a:pt x="169" y="0"/>
                  </a:moveTo>
                  <a:lnTo>
                    <a:pt x="73" y="24"/>
                  </a:lnTo>
                  <a:lnTo>
                    <a:pt x="25" y="97"/>
                  </a:lnTo>
                  <a:lnTo>
                    <a:pt x="1" y="145"/>
                  </a:lnTo>
                  <a:lnTo>
                    <a:pt x="1" y="193"/>
                  </a:lnTo>
                  <a:lnTo>
                    <a:pt x="25" y="241"/>
                  </a:lnTo>
                  <a:lnTo>
                    <a:pt x="73" y="265"/>
                  </a:lnTo>
                  <a:lnTo>
                    <a:pt x="166" y="312"/>
                  </a:lnTo>
                  <a:lnTo>
                    <a:pt x="166" y="312"/>
                  </a:lnTo>
                  <a:lnTo>
                    <a:pt x="265" y="193"/>
                  </a:lnTo>
                  <a:lnTo>
                    <a:pt x="289" y="97"/>
                  </a:lnTo>
                  <a:lnTo>
                    <a:pt x="265" y="73"/>
                  </a:lnTo>
                  <a:lnTo>
                    <a:pt x="241" y="24"/>
                  </a:lnTo>
                  <a:lnTo>
                    <a:pt x="193" y="0"/>
                  </a:lnTo>
                  <a:close/>
                  <a:moveTo>
                    <a:pt x="166" y="312"/>
                  </a:moveTo>
                  <a:lnTo>
                    <a:pt x="145" y="337"/>
                  </a:lnTo>
                  <a:lnTo>
                    <a:pt x="169" y="313"/>
                  </a:lnTo>
                  <a:lnTo>
                    <a:pt x="166" y="312"/>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2" name="Google Shape;13202;p31"/>
            <p:cNvSpPr/>
            <p:nvPr/>
          </p:nvSpPr>
          <p:spPr>
            <a:xfrm>
              <a:off x="3745000" y="1801875"/>
              <a:ext cx="6625" cy="7250"/>
            </a:xfrm>
            <a:custGeom>
              <a:avLst/>
              <a:gdLst/>
              <a:ahLst/>
              <a:cxnLst/>
              <a:rect l="l" t="t" r="r" b="b"/>
              <a:pathLst>
                <a:path w="265" h="290" extrusionOk="0">
                  <a:moveTo>
                    <a:pt x="72" y="0"/>
                  </a:moveTo>
                  <a:lnTo>
                    <a:pt x="24" y="48"/>
                  </a:lnTo>
                  <a:lnTo>
                    <a:pt x="24" y="97"/>
                  </a:lnTo>
                  <a:lnTo>
                    <a:pt x="0" y="169"/>
                  </a:lnTo>
                  <a:lnTo>
                    <a:pt x="24" y="217"/>
                  </a:lnTo>
                  <a:lnTo>
                    <a:pt x="48" y="241"/>
                  </a:lnTo>
                  <a:lnTo>
                    <a:pt x="96" y="289"/>
                  </a:lnTo>
                  <a:lnTo>
                    <a:pt x="145" y="289"/>
                  </a:lnTo>
                  <a:lnTo>
                    <a:pt x="193" y="265"/>
                  </a:lnTo>
                  <a:lnTo>
                    <a:pt x="241" y="217"/>
                  </a:lnTo>
                  <a:lnTo>
                    <a:pt x="265" y="169"/>
                  </a:lnTo>
                  <a:lnTo>
                    <a:pt x="265" y="121"/>
                  </a:lnTo>
                  <a:lnTo>
                    <a:pt x="241" y="72"/>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3" name="Google Shape;13203;p31"/>
            <p:cNvSpPr/>
            <p:nvPr/>
          </p:nvSpPr>
          <p:spPr>
            <a:xfrm>
              <a:off x="3766650" y="1902975"/>
              <a:ext cx="7850" cy="6650"/>
            </a:xfrm>
            <a:custGeom>
              <a:avLst/>
              <a:gdLst/>
              <a:ahLst/>
              <a:cxnLst/>
              <a:rect l="l" t="t" r="r" b="b"/>
              <a:pathLst>
                <a:path w="314" h="266" extrusionOk="0">
                  <a:moveTo>
                    <a:pt x="97" y="1"/>
                  </a:moveTo>
                  <a:lnTo>
                    <a:pt x="49" y="49"/>
                  </a:lnTo>
                  <a:lnTo>
                    <a:pt x="1" y="97"/>
                  </a:lnTo>
                  <a:lnTo>
                    <a:pt x="1" y="121"/>
                  </a:lnTo>
                  <a:lnTo>
                    <a:pt x="25" y="169"/>
                  </a:lnTo>
                  <a:lnTo>
                    <a:pt x="73" y="217"/>
                  </a:lnTo>
                  <a:lnTo>
                    <a:pt x="121" y="265"/>
                  </a:lnTo>
                  <a:lnTo>
                    <a:pt x="193" y="265"/>
                  </a:lnTo>
                  <a:lnTo>
                    <a:pt x="241" y="241"/>
                  </a:lnTo>
                  <a:lnTo>
                    <a:pt x="290" y="217"/>
                  </a:lnTo>
                  <a:lnTo>
                    <a:pt x="314" y="193"/>
                  </a:lnTo>
                  <a:lnTo>
                    <a:pt x="290" y="97"/>
                  </a:lnTo>
                  <a:lnTo>
                    <a:pt x="241" y="49"/>
                  </a:lnTo>
                  <a:lnTo>
                    <a:pt x="217"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4" name="Google Shape;13204;p31"/>
            <p:cNvSpPr/>
            <p:nvPr/>
          </p:nvSpPr>
          <p:spPr>
            <a:xfrm>
              <a:off x="3844300" y="1644200"/>
              <a:ext cx="7250" cy="4825"/>
            </a:xfrm>
            <a:custGeom>
              <a:avLst/>
              <a:gdLst/>
              <a:ahLst/>
              <a:cxnLst/>
              <a:rect l="l" t="t" r="r" b="b"/>
              <a:pathLst>
                <a:path w="290" h="193" extrusionOk="0">
                  <a:moveTo>
                    <a:pt x="72" y="0"/>
                  </a:moveTo>
                  <a:lnTo>
                    <a:pt x="24" y="24"/>
                  </a:lnTo>
                  <a:lnTo>
                    <a:pt x="0" y="72"/>
                  </a:lnTo>
                  <a:lnTo>
                    <a:pt x="0" y="120"/>
                  </a:lnTo>
                  <a:lnTo>
                    <a:pt x="24" y="169"/>
                  </a:lnTo>
                  <a:lnTo>
                    <a:pt x="48" y="193"/>
                  </a:lnTo>
                  <a:lnTo>
                    <a:pt x="217" y="193"/>
                  </a:lnTo>
                  <a:lnTo>
                    <a:pt x="265" y="169"/>
                  </a:lnTo>
                  <a:lnTo>
                    <a:pt x="289" y="120"/>
                  </a:lnTo>
                  <a:lnTo>
                    <a:pt x="241"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5" name="Google Shape;13205;p31"/>
            <p:cNvSpPr/>
            <p:nvPr/>
          </p:nvSpPr>
          <p:spPr>
            <a:xfrm>
              <a:off x="3931550" y="1796450"/>
              <a:ext cx="6650" cy="6050"/>
            </a:xfrm>
            <a:custGeom>
              <a:avLst/>
              <a:gdLst/>
              <a:ahLst/>
              <a:cxnLst/>
              <a:rect l="l" t="t" r="r" b="b"/>
              <a:pathLst>
                <a:path w="266" h="242" extrusionOk="0">
                  <a:moveTo>
                    <a:pt x="73" y="1"/>
                  </a:moveTo>
                  <a:lnTo>
                    <a:pt x="25" y="49"/>
                  </a:lnTo>
                  <a:lnTo>
                    <a:pt x="1" y="97"/>
                  </a:lnTo>
                  <a:lnTo>
                    <a:pt x="25" y="145"/>
                  </a:lnTo>
                  <a:lnTo>
                    <a:pt x="49" y="193"/>
                  </a:lnTo>
                  <a:lnTo>
                    <a:pt x="97" y="217"/>
                  </a:lnTo>
                  <a:lnTo>
                    <a:pt x="145" y="241"/>
                  </a:lnTo>
                  <a:lnTo>
                    <a:pt x="193" y="241"/>
                  </a:lnTo>
                  <a:lnTo>
                    <a:pt x="242" y="217"/>
                  </a:lnTo>
                  <a:lnTo>
                    <a:pt x="266" y="169"/>
                  </a:lnTo>
                  <a:lnTo>
                    <a:pt x="266" y="121"/>
                  </a:lnTo>
                  <a:lnTo>
                    <a:pt x="266" y="73"/>
                  </a:lnTo>
                  <a:lnTo>
                    <a:pt x="217" y="49"/>
                  </a:lnTo>
                  <a:lnTo>
                    <a:pt x="19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6" name="Google Shape;13206;p31"/>
            <p:cNvSpPr/>
            <p:nvPr/>
          </p:nvSpPr>
          <p:spPr>
            <a:xfrm>
              <a:off x="4190950" y="1972175"/>
              <a:ext cx="7850" cy="6050"/>
            </a:xfrm>
            <a:custGeom>
              <a:avLst/>
              <a:gdLst/>
              <a:ahLst/>
              <a:cxnLst/>
              <a:rect l="l" t="t" r="r" b="b"/>
              <a:pathLst>
                <a:path w="314" h="242" extrusionOk="0">
                  <a:moveTo>
                    <a:pt x="169" y="1"/>
                  </a:moveTo>
                  <a:lnTo>
                    <a:pt x="97" y="25"/>
                  </a:lnTo>
                  <a:lnTo>
                    <a:pt x="49" y="73"/>
                  </a:lnTo>
                  <a:lnTo>
                    <a:pt x="0" y="145"/>
                  </a:lnTo>
                  <a:lnTo>
                    <a:pt x="24" y="194"/>
                  </a:lnTo>
                  <a:lnTo>
                    <a:pt x="73" y="242"/>
                  </a:lnTo>
                  <a:lnTo>
                    <a:pt x="217" y="242"/>
                  </a:lnTo>
                  <a:lnTo>
                    <a:pt x="265" y="194"/>
                  </a:lnTo>
                  <a:lnTo>
                    <a:pt x="313" y="121"/>
                  </a:lnTo>
                  <a:lnTo>
                    <a:pt x="313" y="49"/>
                  </a:lnTo>
                  <a:lnTo>
                    <a:pt x="26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7" name="Google Shape;13207;p31"/>
            <p:cNvSpPr/>
            <p:nvPr/>
          </p:nvSpPr>
          <p:spPr>
            <a:xfrm>
              <a:off x="3843100" y="1941500"/>
              <a:ext cx="7225" cy="7250"/>
            </a:xfrm>
            <a:custGeom>
              <a:avLst/>
              <a:gdLst/>
              <a:ahLst/>
              <a:cxnLst/>
              <a:rect l="l" t="t" r="r" b="b"/>
              <a:pathLst>
                <a:path w="289" h="290" extrusionOk="0">
                  <a:moveTo>
                    <a:pt x="96" y="0"/>
                  </a:moveTo>
                  <a:lnTo>
                    <a:pt x="72" y="24"/>
                  </a:lnTo>
                  <a:lnTo>
                    <a:pt x="24" y="72"/>
                  </a:lnTo>
                  <a:lnTo>
                    <a:pt x="0" y="121"/>
                  </a:lnTo>
                  <a:lnTo>
                    <a:pt x="24" y="193"/>
                  </a:lnTo>
                  <a:lnTo>
                    <a:pt x="48" y="241"/>
                  </a:lnTo>
                  <a:lnTo>
                    <a:pt x="120" y="289"/>
                  </a:lnTo>
                  <a:lnTo>
                    <a:pt x="169" y="289"/>
                  </a:lnTo>
                  <a:lnTo>
                    <a:pt x="217" y="265"/>
                  </a:lnTo>
                  <a:lnTo>
                    <a:pt x="265" y="241"/>
                  </a:lnTo>
                  <a:lnTo>
                    <a:pt x="289" y="193"/>
                  </a:lnTo>
                  <a:lnTo>
                    <a:pt x="289" y="145"/>
                  </a:lnTo>
                  <a:lnTo>
                    <a:pt x="289" y="96"/>
                  </a:lnTo>
                  <a:lnTo>
                    <a:pt x="265" y="48"/>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8" name="Google Shape;13208;p31"/>
            <p:cNvSpPr/>
            <p:nvPr/>
          </p:nvSpPr>
          <p:spPr>
            <a:xfrm>
              <a:off x="3791925" y="1858450"/>
              <a:ext cx="6650" cy="7225"/>
            </a:xfrm>
            <a:custGeom>
              <a:avLst/>
              <a:gdLst/>
              <a:ahLst/>
              <a:cxnLst/>
              <a:rect l="l" t="t" r="r" b="b"/>
              <a:pathLst>
                <a:path w="266" h="289" extrusionOk="0">
                  <a:moveTo>
                    <a:pt x="121" y="0"/>
                  </a:moveTo>
                  <a:lnTo>
                    <a:pt x="73" y="24"/>
                  </a:lnTo>
                  <a:lnTo>
                    <a:pt x="25" y="72"/>
                  </a:lnTo>
                  <a:lnTo>
                    <a:pt x="1" y="145"/>
                  </a:lnTo>
                  <a:lnTo>
                    <a:pt x="25" y="217"/>
                  </a:lnTo>
                  <a:lnTo>
                    <a:pt x="49" y="265"/>
                  </a:lnTo>
                  <a:lnTo>
                    <a:pt x="97" y="289"/>
                  </a:lnTo>
                  <a:lnTo>
                    <a:pt x="145" y="289"/>
                  </a:lnTo>
                  <a:lnTo>
                    <a:pt x="193" y="265"/>
                  </a:lnTo>
                  <a:lnTo>
                    <a:pt x="242" y="193"/>
                  </a:lnTo>
                  <a:lnTo>
                    <a:pt x="266" y="96"/>
                  </a:lnTo>
                  <a:lnTo>
                    <a:pt x="242" y="48"/>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9" name="Google Shape;13209;p31"/>
            <p:cNvSpPr/>
            <p:nvPr/>
          </p:nvSpPr>
          <p:spPr>
            <a:xfrm>
              <a:off x="3896050" y="1717000"/>
              <a:ext cx="6650" cy="7250"/>
            </a:xfrm>
            <a:custGeom>
              <a:avLst/>
              <a:gdLst/>
              <a:ahLst/>
              <a:cxnLst/>
              <a:rect l="l" t="t" r="r" b="b"/>
              <a:pathLst>
                <a:path w="266" h="290" extrusionOk="0">
                  <a:moveTo>
                    <a:pt x="97" y="1"/>
                  </a:moveTo>
                  <a:lnTo>
                    <a:pt x="25" y="49"/>
                  </a:lnTo>
                  <a:lnTo>
                    <a:pt x="0" y="121"/>
                  </a:lnTo>
                  <a:lnTo>
                    <a:pt x="0" y="194"/>
                  </a:lnTo>
                  <a:lnTo>
                    <a:pt x="25" y="242"/>
                  </a:lnTo>
                  <a:lnTo>
                    <a:pt x="73" y="290"/>
                  </a:lnTo>
                  <a:lnTo>
                    <a:pt x="169" y="290"/>
                  </a:lnTo>
                  <a:lnTo>
                    <a:pt x="217" y="266"/>
                  </a:lnTo>
                  <a:lnTo>
                    <a:pt x="265" y="218"/>
                  </a:lnTo>
                  <a:lnTo>
                    <a:pt x="265" y="169"/>
                  </a:lnTo>
                  <a:lnTo>
                    <a:pt x="265" y="97"/>
                  </a:lnTo>
                  <a:lnTo>
                    <a:pt x="241"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0" name="Google Shape;13210;p31"/>
            <p:cNvSpPr/>
            <p:nvPr/>
          </p:nvSpPr>
          <p:spPr>
            <a:xfrm>
              <a:off x="4041100" y="1795850"/>
              <a:ext cx="6625" cy="9050"/>
            </a:xfrm>
            <a:custGeom>
              <a:avLst/>
              <a:gdLst/>
              <a:ahLst/>
              <a:cxnLst/>
              <a:rect l="l" t="t" r="r" b="b"/>
              <a:pathLst>
                <a:path w="265" h="362" extrusionOk="0">
                  <a:moveTo>
                    <a:pt x="96" y="1"/>
                  </a:moveTo>
                  <a:lnTo>
                    <a:pt x="72" y="25"/>
                  </a:lnTo>
                  <a:lnTo>
                    <a:pt x="24" y="49"/>
                  </a:lnTo>
                  <a:lnTo>
                    <a:pt x="0" y="121"/>
                  </a:lnTo>
                  <a:lnTo>
                    <a:pt x="0" y="193"/>
                  </a:lnTo>
                  <a:lnTo>
                    <a:pt x="24" y="241"/>
                  </a:lnTo>
                  <a:lnTo>
                    <a:pt x="96" y="362"/>
                  </a:lnTo>
                  <a:lnTo>
                    <a:pt x="193" y="289"/>
                  </a:lnTo>
                  <a:lnTo>
                    <a:pt x="241" y="241"/>
                  </a:lnTo>
                  <a:lnTo>
                    <a:pt x="265" y="193"/>
                  </a:lnTo>
                  <a:lnTo>
                    <a:pt x="265" y="97"/>
                  </a:lnTo>
                  <a:lnTo>
                    <a:pt x="265" y="49"/>
                  </a:lnTo>
                  <a:lnTo>
                    <a:pt x="217" y="25"/>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1" name="Google Shape;13211;p31"/>
            <p:cNvSpPr/>
            <p:nvPr/>
          </p:nvSpPr>
          <p:spPr>
            <a:xfrm>
              <a:off x="4228875" y="1821125"/>
              <a:ext cx="7825" cy="6650"/>
            </a:xfrm>
            <a:custGeom>
              <a:avLst/>
              <a:gdLst/>
              <a:ahLst/>
              <a:cxnLst/>
              <a:rect l="l" t="t" r="r" b="b"/>
              <a:pathLst>
                <a:path w="313" h="266" extrusionOk="0">
                  <a:moveTo>
                    <a:pt x="144" y="1"/>
                  </a:moveTo>
                  <a:lnTo>
                    <a:pt x="72" y="25"/>
                  </a:lnTo>
                  <a:lnTo>
                    <a:pt x="24" y="49"/>
                  </a:lnTo>
                  <a:lnTo>
                    <a:pt x="0" y="121"/>
                  </a:lnTo>
                  <a:lnTo>
                    <a:pt x="0" y="169"/>
                  </a:lnTo>
                  <a:lnTo>
                    <a:pt x="24" y="193"/>
                  </a:lnTo>
                  <a:lnTo>
                    <a:pt x="48" y="217"/>
                  </a:lnTo>
                  <a:lnTo>
                    <a:pt x="96" y="241"/>
                  </a:lnTo>
                  <a:lnTo>
                    <a:pt x="169" y="265"/>
                  </a:lnTo>
                  <a:lnTo>
                    <a:pt x="217" y="241"/>
                  </a:lnTo>
                  <a:lnTo>
                    <a:pt x="265" y="193"/>
                  </a:lnTo>
                  <a:lnTo>
                    <a:pt x="313" y="145"/>
                  </a:lnTo>
                  <a:lnTo>
                    <a:pt x="313" y="97"/>
                  </a:lnTo>
                  <a:lnTo>
                    <a:pt x="289" y="73"/>
                  </a:lnTo>
                  <a:lnTo>
                    <a:pt x="21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2" name="Google Shape;13212;p31"/>
            <p:cNvSpPr/>
            <p:nvPr/>
          </p:nvSpPr>
          <p:spPr>
            <a:xfrm>
              <a:off x="3831650" y="1757925"/>
              <a:ext cx="5450" cy="7250"/>
            </a:xfrm>
            <a:custGeom>
              <a:avLst/>
              <a:gdLst/>
              <a:ahLst/>
              <a:cxnLst/>
              <a:rect l="l" t="t" r="r" b="b"/>
              <a:pathLst>
                <a:path w="218" h="290" extrusionOk="0">
                  <a:moveTo>
                    <a:pt x="121" y="1"/>
                  </a:moveTo>
                  <a:lnTo>
                    <a:pt x="73" y="25"/>
                  </a:lnTo>
                  <a:lnTo>
                    <a:pt x="25" y="73"/>
                  </a:lnTo>
                  <a:lnTo>
                    <a:pt x="1" y="121"/>
                  </a:lnTo>
                  <a:lnTo>
                    <a:pt x="1" y="193"/>
                  </a:lnTo>
                  <a:lnTo>
                    <a:pt x="49" y="242"/>
                  </a:lnTo>
                  <a:lnTo>
                    <a:pt x="73" y="266"/>
                  </a:lnTo>
                  <a:lnTo>
                    <a:pt x="121" y="290"/>
                  </a:lnTo>
                  <a:lnTo>
                    <a:pt x="145" y="266"/>
                  </a:lnTo>
                  <a:lnTo>
                    <a:pt x="193" y="242"/>
                  </a:lnTo>
                  <a:lnTo>
                    <a:pt x="217" y="169"/>
                  </a:lnTo>
                  <a:lnTo>
                    <a:pt x="217" y="73"/>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3" name="Google Shape;13213;p31"/>
            <p:cNvSpPr/>
            <p:nvPr/>
          </p:nvSpPr>
          <p:spPr>
            <a:xfrm>
              <a:off x="3776275" y="1655025"/>
              <a:ext cx="6050" cy="7850"/>
            </a:xfrm>
            <a:custGeom>
              <a:avLst/>
              <a:gdLst/>
              <a:ahLst/>
              <a:cxnLst/>
              <a:rect l="l" t="t" r="r" b="b"/>
              <a:pathLst>
                <a:path w="242" h="314" extrusionOk="0">
                  <a:moveTo>
                    <a:pt x="121" y="0"/>
                  </a:moveTo>
                  <a:lnTo>
                    <a:pt x="73" y="49"/>
                  </a:lnTo>
                  <a:lnTo>
                    <a:pt x="25" y="73"/>
                  </a:lnTo>
                  <a:lnTo>
                    <a:pt x="1" y="121"/>
                  </a:lnTo>
                  <a:lnTo>
                    <a:pt x="1" y="193"/>
                  </a:lnTo>
                  <a:lnTo>
                    <a:pt x="1" y="265"/>
                  </a:lnTo>
                  <a:lnTo>
                    <a:pt x="1" y="289"/>
                  </a:lnTo>
                  <a:lnTo>
                    <a:pt x="49" y="313"/>
                  </a:lnTo>
                  <a:lnTo>
                    <a:pt x="97" y="313"/>
                  </a:lnTo>
                  <a:lnTo>
                    <a:pt x="169" y="289"/>
                  </a:lnTo>
                  <a:lnTo>
                    <a:pt x="242" y="193"/>
                  </a:lnTo>
                  <a:lnTo>
                    <a:pt x="242" y="145"/>
                  </a:lnTo>
                  <a:lnTo>
                    <a:pt x="242" y="97"/>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4" name="Google Shape;13214;p31"/>
            <p:cNvSpPr/>
            <p:nvPr/>
          </p:nvSpPr>
          <p:spPr>
            <a:xfrm>
              <a:off x="3778100" y="1768775"/>
              <a:ext cx="7225" cy="6650"/>
            </a:xfrm>
            <a:custGeom>
              <a:avLst/>
              <a:gdLst/>
              <a:ahLst/>
              <a:cxnLst/>
              <a:rect l="l" t="t" r="r" b="b"/>
              <a:pathLst>
                <a:path w="289" h="266" extrusionOk="0">
                  <a:moveTo>
                    <a:pt x="145" y="0"/>
                  </a:moveTo>
                  <a:lnTo>
                    <a:pt x="96" y="24"/>
                  </a:lnTo>
                  <a:lnTo>
                    <a:pt x="24" y="72"/>
                  </a:lnTo>
                  <a:lnTo>
                    <a:pt x="0" y="121"/>
                  </a:lnTo>
                  <a:lnTo>
                    <a:pt x="0" y="169"/>
                  </a:lnTo>
                  <a:lnTo>
                    <a:pt x="24" y="217"/>
                  </a:lnTo>
                  <a:lnTo>
                    <a:pt x="72" y="265"/>
                  </a:lnTo>
                  <a:lnTo>
                    <a:pt x="145" y="265"/>
                  </a:lnTo>
                  <a:lnTo>
                    <a:pt x="217" y="241"/>
                  </a:lnTo>
                  <a:lnTo>
                    <a:pt x="265" y="217"/>
                  </a:lnTo>
                  <a:lnTo>
                    <a:pt x="289" y="145"/>
                  </a:lnTo>
                  <a:lnTo>
                    <a:pt x="289" y="97"/>
                  </a:lnTo>
                  <a:lnTo>
                    <a:pt x="289" y="72"/>
                  </a:lnTo>
                  <a:lnTo>
                    <a:pt x="265" y="24"/>
                  </a:lnTo>
                  <a:lnTo>
                    <a:pt x="21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5" name="Google Shape;13215;p31"/>
            <p:cNvSpPr/>
            <p:nvPr/>
          </p:nvSpPr>
          <p:spPr>
            <a:xfrm>
              <a:off x="3838875" y="1795250"/>
              <a:ext cx="6650" cy="6050"/>
            </a:xfrm>
            <a:custGeom>
              <a:avLst/>
              <a:gdLst/>
              <a:ahLst/>
              <a:cxnLst/>
              <a:rect l="l" t="t" r="r" b="b"/>
              <a:pathLst>
                <a:path w="266" h="242" extrusionOk="0">
                  <a:moveTo>
                    <a:pt x="121" y="0"/>
                  </a:moveTo>
                  <a:lnTo>
                    <a:pt x="73" y="25"/>
                  </a:lnTo>
                  <a:lnTo>
                    <a:pt x="49" y="49"/>
                  </a:lnTo>
                  <a:lnTo>
                    <a:pt x="1" y="97"/>
                  </a:lnTo>
                  <a:lnTo>
                    <a:pt x="1" y="145"/>
                  </a:lnTo>
                  <a:lnTo>
                    <a:pt x="25" y="193"/>
                  </a:lnTo>
                  <a:lnTo>
                    <a:pt x="49" y="217"/>
                  </a:lnTo>
                  <a:lnTo>
                    <a:pt x="73" y="241"/>
                  </a:lnTo>
                  <a:lnTo>
                    <a:pt x="193" y="241"/>
                  </a:lnTo>
                  <a:lnTo>
                    <a:pt x="217" y="193"/>
                  </a:lnTo>
                  <a:lnTo>
                    <a:pt x="241" y="145"/>
                  </a:lnTo>
                  <a:lnTo>
                    <a:pt x="265" y="97"/>
                  </a:lnTo>
                  <a:lnTo>
                    <a:pt x="241" y="73"/>
                  </a:lnTo>
                  <a:lnTo>
                    <a:pt x="217" y="25"/>
                  </a:lnTo>
                  <a:lnTo>
                    <a:pt x="169" y="25"/>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6" name="Google Shape;13216;p31"/>
            <p:cNvSpPr/>
            <p:nvPr/>
          </p:nvSpPr>
          <p:spPr>
            <a:xfrm>
              <a:off x="3907475" y="1685125"/>
              <a:ext cx="6050" cy="7225"/>
            </a:xfrm>
            <a:custGeom>
              <a:avLst/>
              <a:gdLst/>
              <a:ahLst/>
              <a:cxnLst/>
              <a:rect l="l" t="t" r="r" b="b"/>
              <a:pathLst>
                <a:path w="242" h="289" extrusionOk="0">
                  <a:moveTo>
                    <a:pt x="73" y="0"/>
                  </a:moveTo>
                  <a:lnTo>
                    <a:pt x="25" y="24"/>
                  </a:lnTo>
                  <a:lnTo>
                    <a:pt x="1" y="72"/>
                  </a:lnTo>
                  <a:lnTo>
                    <a:pt x="1" y="144"/>
                  </a:lnTo>
                  <a:lnTo>
                    <a:pt x="1" y="193"/>
                  </a:lnTo>
                  <a:lnTo>
                    <a:pt x="25" y="241"/>
                  </a:lnTo>
                  <a:lnTo>
                    <a:pt x="97" y="289"/>
                  </a:lnTo>
                  <a:lnTo>
                    <a:pt x="169" y="289"/>
                  </a:lnTo>
                  <a:lnTo>
                    <a:pt x="193" y="265"/>
                  </a:lnTo>
                  <a:lnTo>
                    <a:pt x="218" y="241"/>
                  </a:lnTo>
                  <a:lnTo>
                    <a:pt x="242" y="169"/>
                  </a:lnTo>
                  <a:lnTo>
                    <a:pt x="242" y="96"/>
                  </a:lnTo>
                  <a:lnTo>
                    <a:pt x="218"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7" name="Google Shape;13217;p31"/>
            <p:cNvSpPr/>
            <p:nvPr/>
          </p:nvSpPr>
          <p:spPr>
            <a:xfrm>
              <a:off x="3888825" y="1857225"/>
              <a:ext cx="6050" cy="6650"/>
            </a:xfrm>
            <a:custGeom>
              <a:avLst/>
              <a:gdLst/>
              <a:ahLst/>
              <a:cxnLst/>
              <a:rect l="l" t="t" r="r" b="b"/>
              <a:pathLst>
                <a:path w="242" h="266" extrusionOk="0">
                  <a:moveTo>
                    <a:pt x="25" y="1"/>
                  </a:moveTo>
                  <a:lnTo>
                    <a:pt x="1" y="25"/>
                  </a:lnTo>
                  <a:lnTo>
                    <a:pt x="1" y="121"/>
                  </a:lnTo>
                  <a:lnTo>
                    <a:pt x="25" y="169"/>
                  </a:lnTo>
                  <a:lnTo>
                    <a:pt x="97" y="218"/>
                  </a:lnTo>
                  <a:lnTo>
                    <a:pt x="145" y="266"/>
                  </a:lnTo>
                  <a:lnTo>
                    <a:pt x="241" y="266"/>
                  </a:lnTo>
                  <a:lnTo>
                    <a:pt x="241" y="218"/>
                  </a:lnTo>
                  <a:lnTo>
                    <a:pt x="241" y="169"/>
                  </a:lnTo>
                  <a:lnTo>
                    <a:pt x="193" y="73"/>
                  </a:lnTo>
                  <a:lnTo>
                    <a:pt x="145"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8" name="Google Shape;13218;p31"/>
            <p:cNvSpPr/>
            <p:nvPr/>
          </p:nvSpPr>
          <p:spPr>
            <a:xfrm>
              <a:off x="3761250" y="1839175"/>
              <a:ext cx="6025" cy="6050"/>
            </a:xfrm>
            <a:custGeom>
              <a:avLst/>
              <a:gdLst/>
              <a:ahLst/>
              <a:cxnLst/>
              <a:rect l="l" t="t" r="r" b="b"/>
              <a:pathLst>
                <a:path w="241" h="242" extrusionOk="0">
                  <a:moveTo>
                    <a:pt x="48" y="1"/>
                  </a:moveTo>
                  <a:lnTo>
                    <a:pt x="24" y="25"/>
                  </a:lnTo>
                  <a:lnTo>
                    <a:pt x="0" y="73"/>
                  </a:lnTo>
                  <a:lnTo>
                    <a:pt x="0" y="145"/>
                  </a:lnTo>
                  <a:lnTo>
                    <a:pt x="24" y="193"/>
                  </a:lnTo>
                  <a:lnTo>
                    <a:pt x="72" y="217"/>
                  </a:lnTo>
                  <a:lnTo>
                    <a:pt x="120" y="242"/>
                  </a:lnTo>
                  <a:lnTo>
                    <a:pt x="169" y="217"/>
                  </a:lnTo>
                  <a:lnTo>
                    <a:pt x="217" y="169"/>
                  </a:lnTo>
                  <a:lnTo>
                    <a:pt x="241" y="121"/>
                  </a:lnTo>
                  <a:lnTo>
                    <a:pt x="217" y="73"/>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9" name="Google Shape;13219;p31"/>
            <p:cNvSpPr/>
            <p:nvPr/>
          </p:nvSpPr>
          <p:spPr>
            <a:xfrm>
              <a:off x="3771475" y="1697150"/>
              <a:ext cx="4825" cy="7250"/>
            </a:xfrm>
            <a:custGeom>
              <a:avLst/>
              <a:gdLst/>
              <a:ahLst/>
              <a:cxnLst/>
              <a:rect l="l" t="t" r="r" b="b"/>
              <a:pathLst>
                <a:path w="193" h="290" extrusionOk="0">
                  <a:moveTo>
                    <a:pt x="121" y="1"/>
                  </a:moveTo>
                  <a:lnTo>
                    <a:pt x="48" y="25"/>
                  </a:lnTo>
                  <a:lnTo>
                    <a:pt x="24" y="73"/>
                  </a:lnTo>
                  <a:lnTo>
                    <a:pt x="0" y="121"/>
                  </a:lnTo>
                  <a:lnTo>
                    <a:pt x="0" y="193"/>
                  </a:lnTo>
                  <a:lnTo>
                    <a:pt x="24" y="241"/>
                  </a:lnTo>
                  <a:lnTo>
                    <a:pt x="73" y="289"/>
                  </a:lnTo>
                  <a:lnTo>
                    <a:pt x="145" y="265"/>
                  </a:lnTo>
                  <a:lnTo>
                    <a:pt x="193" y="217"/>
                  </a:lnTo>
                  <a:lnTo>
                    <a:pt x="193" y="145"/>
                  </a:lnTo>
                  <a:lnTo>
                    <a:pt x="193" y="73"/>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0" name="Google Shape;13220;p31"/>
            <p:cNvSpPr/>
            <p:nvPr/>
          </p:nvSpPr>
          <p:spPr>
            <a:xfrm>
              <a:off x="3873175" y="1742275"/>
              <a:ext cx="6050" cy="5450"/>
            </a:xfrm>
            <a:custGeom>
              <a:avLst/>
              <a:gdLst/>
              <a:ahLst/>
              <a:cxnLst/>
              <a:rect l="l" t="t" r="r" b="b"/>
              <a:pathLst>
                <a:path w="242" h="218" extrusionOk="0">
                  <a:moveTo>
                    <a:pt x="49" y="1"/>
                  </a:moveTo>
                  <a:lnTo>
                    <a:pt x="25" y="25"/>
                  </a:lnTo>
                  <a:lnTo>
                    <a:pt x="1" y="49"/>
                  </a:lnTo>
                  <a:lnTo>
                    <a:pt x="1" y="97"/>
                  </a:lnTo>
                  <a:lnTo>
                    <a:pt x="1" y="145"/>
                  </a:lnTo>
                  <a:lnTo>
                    <a:pt x="49" y="194"/>
                  </a:lnTo>
                  <a:lnTo>
                    <a:pt x="97" y="218"/>
                  </a:lnTo>
                  <a:lnTo>
                    <a:pt x="169" y="218"/>
                  </a:lnTo>
                  <a:lnTo>
                    <a:pt x="241" y="145"/>
                  </a:lnTo>
                  <a:lnTo>
                    <a:pt x="241" y="97"/>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1" name="Google Shape;13221;p31"/>
            <p:cNvSpPr/>
            <p:nvPr/>
          </p:nvSpPr>
          <p:spPr>
            <a:xfrm>
              <a:off x="3980300" y="1788625"/>
              <a:ext cx="6050" cy="6650"/>
            </a:xfrm>
            <a:custGeom>
              <a:avLst/>
              <a:gdLst/>
              <a:ahLst/>
              <a:cxnLst/>
              <a:rect l="l" t="t" r="r" b="b"/>
              <a:pathLst>
                <a:path w="242" h="266" extrusionOk="0">
                  <a:moveTo>
                    <a:pt x="73" y="1"/>
                  </a:moveTo>
                  <a:lnTo>
                    <a:pt x="49" y="25"/>
                  </a:lnTo>
                  <a:lnTo>
                    <a:pt x="25" y="73"/>
                  </a:lnTo>
                  <a:lnTo>
                    <a:pt x="1" y="121"/>
                  </a:lnTo>
                  <a:lnTo>
                    <a:pt x="25" y="169"/>
                  </a:lnTo>
                  <a:lnTo>
                    <a:pt x="49" y="217"/>
                  </a:lnTo>
                  <a:lnTo>
                    <a:pt x="73" y="265"/>
                  </a:lnTo>
                  <a:lnTo>
                    <a:pt x="169" y="265"/>
                  </a:lnTo>
                  <a:lnTo>
                    <a:pt x="193" y="241"/>
                  </a:lnTo>
                  <a:lnTo>
                    <a:pt x="241" y="217"/>
                  </a:lnTo>
                  <a:lnTo>
                    <a:pt x="241" y="145"/>
                  </a:lnTo>
                  <a:lnTo>
                    <a:pt x="241" y="97"/>
                  </a:lnTo>
                  <a:lnTo>
                    <a:pt x="193"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2" name="Google Shape;13222;p31"/>
            <p:cNvSpPr/>
            <p:nvPr/>
          </p:nvSpPr>
          <p:spPr>
            <a:xfrm>
              <a:off x="3914700" y="1776600"/>
              <a:ext cx="6050" cy="6025"/>
            </a:xfrm>
            <a:custGeom>
              <a:avLst/>
              <a:gdLst/>
              <a:ahLst/>
              <a:cxnLst/>
              <a:rect l="l" t="t" r="r" b="b"/>
              <a:pathLst>
                <a:path w="242" h="241" extrusionOk="0">
                  <a:moveTo>
                    <a:pt x="73" y="0"/>
                  </a:moveTo>
                  <a:lnTo>
                    <a:pt x="1" y="72"/>
                  </a:lnTo>
                  <a:lnTo>
                    <a:pt x="1" y="121"/>
                  </a:lnTo>
                  <a:lnTo>
                    <a:pt x="1" y="169"/>
                  </a:lnTo>
                  <a:lnTo>
                    <a:pt x="25" y="193"/>
                  </a:lnTo>
                  <a:lnTo>
                    <a:pt x="73" y="217"/>
                  </a:lnTo>
                  <a:lnTo>
                    <a:pt x="121" y="241"/>
                  </a:lnTo>
                  <a:lnTo>
                    <a:pt x="169" y="217"/>
                  </a:lnTo>
                  <a:lnTo>
                    <a:pt x="217" y="193"/>
                  </a:lnTo>
                  <a:lnTo>
                    <a:pt x="241" y="121"/>
                  </a:lnTo>
                  <a:lnTo>
                    <a:pt x="241" y="72"/>
                  </a:lnTo>
                  <a:lnTo>
                    <a:pt x="217"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3" name="Google Shape;13223;p31"/>
            <p:cNvSpPr/>
            <p:nvPr/>
          </p:nvSpPr>
          <p:spPr>
            <a:xfrm>
              <a:off x="3968875" y="2014925"/>
              <a:ext cx="6050" cy="6025"/>
            </a:xfrm>
            <a:custGeom>
              <a:avLst/>
              <a:gdLst/>
              <a:ahLst/>
              <a:cxnLst/>
              <a:rect l="l" t="t" r="r" b="b"/>
              <a:pathLst>
                <a:path w="242" h="241" extrusionOk="0">
                  <a:moveTo>
                    <a:pt x="73" y="0"/>
                  </a:moveTo>
                  <a:lnTo>
                    <a:pt x="24" y="48"/>
                  </a:lnTo>
                  <a:lnTo>
                    <a:pt x="0" y="96"/>
                  </a:lnTo>
                  <a:lnTo>
                    <a:pt x="0" y="145"/>
                  </a:lnTo>
                  <a:lnTo>
                    <a:pt x="0" y="169"/>
                  </a:lnTo>
                  <a:lnTo>
                    <a:pt x="73" y="217"/>
                  </a:lnTo>
                  <a:lnTo>
                    <a:pt x="121" y="241"/>
                  </a:lnTo>
                  <a:lnTo>
                    <a:pt x="169" y="217"/>
                  </a:lnTo>
                  <a:lnTo>
                    <a:pt x="217" y="193"/>
                  </a:lnTo>
                  <a:lnTo>
                    <a:pt x="241" y="145"/>
                  </a:lnTo>
                  <a:lnTo>
                    <a:pt x="241" y="96"/>
                  </a:lnTo>
                  <a:lnTo>
                    <a:pt x="241"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4" name="Google Shape;13224;p31"/>
            <p:cNvSpPr/>
            <p:nvPr/>
          </p:nvSpPr>
          <p:spPr>
            <a:xfrm>
              <a:off x="4152425" y="1934275"/>
              <a:ext cx="7250" cy="5425"/>
            </a:xfrm>
            <a:custGeom>
              <a:avLst/>
              <a:gdLst/>
              <a:ahLst/>
              <a:cxnLst/>
              <a:rect l="l" t="t" r="r" b="b"/>
              <a:pathLst>
                <a:path w="290" h="217" extrusionOk="0">
                  <a:moveTo>
                    <a:pt x="121" y="0"/>
                  </a:moveTo>
                  <a:lnTo>
                    <a:pt x="73" y="24"/>
                  </a:lnTo>
                  <a:lnTo>
                    <a:pt x="49" y="73"/>
                  </a:lnTo>
                  <a:lnTo>
                    <a:pt x="1" y="121"/>
                  </a:lnTo>
                  <a:lnTo>
                    <a:pt x="1" y="145"/>
                  </a:lnTo>
                  <a:lnTo>
                    <a:pt x="25" y="169"/>
                  </a:lnTo>
                  <a:lnTo>
                    <a:pt x="49" y="193"/>
                  </a:lnTo>
                  <a:lnTo>
                    <a:pt x="73" y="217"/>
                  </a:lnTo>
                  <a:lnTo>
                    <a:pt x="193" y="217"/>
                  </a:lnTo>
                  <a:lnTo>
                    <a:pt x="290" y="145"/>
                  </a:lnTo>
                  <a:lnTo>
                    <a:pt x="290" y="121"/>
                  </a:lnTo>
                  <a:lnTo>
                    <a:pt x="290" y="73"/>
                  </a:lnTo>
                  <a:lnTo>
                    <a:pt x="266" y="24"/>
                  </a:lnTo>
                  <a:lnTo>
                    <a:pt x="24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5" name="Google Shape;13225;p31"/>
            <p:cNvSpPr/>
            <p:nvPr/>
          </p:nvSpPr>
          <p:spPr>
            <a:xfrm>
              <a:off x="3729950" y="1765750"/>
              <a:ext cx="6025" cy="6650"/>
            </a:xfrm>
            <a:custGeom>
              <a:avLst/>
              <a:gdLst/>
              <a:ahLst/>
              <a:cxnLst/>
              <a:rect l="l" t="t" r="r" b="b"/>
              <a:pathLst>
                <a:path w="241" h="266" extrusionOk="0">
                  <a:moveTo>
                    <a:pt x="97" y="1"/>
                  </a:moveTo>
                  <a:lnTo>
                    <a:pt x="48" y="25"/>
                  </a:lnTo>
                  <a:lnTo>
                    <a:pt x="0" y="97"/>
                  </a:lnTo>
                  <a:lnTo>
                    <a:pt x="0" y="145"/>
                  </a:lnTo>
                  <a:lnTo>
                    <a:pt x="24" y="218"/>
                  </a:lnTo>
                  <a:lnTo>
                    <a:pt x="72" y="266"/>
                  </a:lnTo>
                  <a:lnTo>
                    <a:pt x="145" y="266"/>
                  </a:lnTo>
                  <a:lnTo>
                    <a:pt x="193" y="242"/>
                  </a:lnTo>
                  <a:lnTo>
                    <a:pt x="241" y="193"/>
                  </a:lnTo>
                  <a:lnTo>
                    <a:pt x="241" y="121"/>
                  </a:lnTo>
                  <a:lnTo>
                    <a:pt x="217"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6" name="Google Shape;13226;p31"/>
            <p:cNvSpPr/>
            <p:nvPr/>
          </p:nvSpPr>
          <p:spPr>
            <a:xfrm>
              <a:off x="3872575" y="1860250"/>
              <a:ext cx="6650" cy="6650"/>
            </a:xfrm>
            <a:custGeom>
              <a:avLst/>
              <a:gdLst/>
              <a:ahLst/>
              <a:cxnLst/>
              <a:rect l="l" t="t" r="r" b="b"/>
              <a:pathLst>
                <a:path w="266" h="266" extrusionOk="0">
                  <a:moveTo>
                    <a:pt x="97" y="0"/>
                  </a:moveTo>
                  <a:lnTo>
                    <a:pt x="73" y="24"/>
                  </a:lnTo>
                  <a:lnTo>
                    <a:pt x="1" y="73"/>
                  </a:lnTo>
                  <a:lnTo>
                    <a:pt x="1" y="145"/>
                  </a:lnTo>
                  <a:lnTo>
                    <a:pt x="25" y="193"/>
                  </a:lnTo>
                  <a:lnTo>
                    <a:pt x="49" y="241"/>
                  </a:lnTo>
                  <a:lnTo>
                    <a:pt x="97" y="265"/>
                  </a:lnTo>
                  <a:lnTo>
                    <a:pt x="145" y="265"/>
                  </a:lnTo>
                  <a:lnTo>
                    <a:pt x="193" y="241"/>
                  </a:lnTo>
                  <a:lnTo>
                    <a:pt x="241" y="169"/>
                  </a:lnTo>
                  <a:lnTo>
                    <a:pt x="265" y="121"/>
                  </a:lnTo>
                  <a:lnTo>
                    <a:pt x="241" y="48"/>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7" name="Google Shape;13227;p31"/>
            <p:cNvSpPr/>
            <p:nvPr/>
          </p:nvSpPr>
          <p:spPr>
            <a:xfrm>
              <a:off x="3862950" y="1636975"/>
              <a:ext cx="4850" cy="7250"/>
            </a:xfrm>
            <a:custGeom>
              <a:avLst/>
              <a:gdLst/>
              <a:ahLst/>
              <a:cxnLst/>
              <a:rect l="l" t="t" r="r" b="b"/>
              <a:pathLst>
                <a:path w="194" h="290" extrusionOk="0">
                  <a:moveTo>
                    <a:pt x="49" y="0"/>
                  </a:moveTo>
                  <a:lnTo>
                    <a:pt x="0" y="48"/>
                  </a:lnTo>
                  <a:lnTo>
                    <a:pt x="0" y="121"/>
                  </a:lnTo>
                  <a:lnTo>
                    <a:pt x="0" y="169"/>
                  </a:lnTo>
                  <a:lnTo>
                    <a:pt x="0" y="217"/>
                  </a:lnTo>
                  <a:lnTo>
                    <a:pt x="49" y="265"/>
                  </a:lnTo>
                  <a:lnTo>
                    <a:pt x="73" y="289"/>
                  </a:lnTo>
                  <a:lnTo>
                    <a:pt x="121" y="289"/>
                  </a:lnTo>
                  <a:lnTo>
                    <a:pt x="145" y="265"/>
                  </a:lnTo>
                  <a:lnTo>
                    <a:pt x="193" y="241"/>
                  </a:lnTo>
                  <a:lnTo>
                    <a:pt x="193" y="121"/>
                  </a:lnTo>
                  <a:lnTo>
                    <a:pt x="169" y="72"/>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8" name="Google Shape;13228;p31"/>
            <p:cNvSpPr/>
            <p:nvPr/>
          </p:nvSpPr>
          <p:spPr>
            <a:xfrm>
              <a:off x="4036275" y="1735075"/>
              <a:ext cx="6650" cy="6025"/>
            </a:xfrm>
            <a:custGeom>
              <a:avLst/>
              <a:gdLst/>
              <a:ahLst/>
              <a:cxnLst/>
              <a:rect l="l" t="t" r="r" b="b"/>
              <a:pathLst>
                <a:path w="266" h="241" extrusionOk="0">
                  <a:moveTo>
                    <a:pt x="97" y="0"/>
                  </a:moveTo>
                  <a:lnTo>
                    <a:pt x="73" y="24"/>
                  </a:lnTo>
                  <a:lnTo>
                    <a:pt x="25" y="72"/>
                  </a:lnTo>
                  <a:lnTo>
                    <a:pt x="1" y="145"/>
                  </a:lnTo>
                  <a:lnTo>
                    <a:pt x="25" y="193"/>
                  </a:lnTo>
                  <a:lnTo>
                    <a:pt x="49" y="217"/>
                  </a:lnTo>
                  <a:lnTo>
                    <a:pt x="97" y="241"/>
                  </a:lnTo>
                  <a:lnTo>
                    <a:pt x="169" y="217"/>
                  </a:lnTo>
                  <a:lnTo>
                    <a:pt x="217" y="193"/>
                  </a:lnTo>
                  <a:lnTo>
                    <a:pt x="241" y="145"/>
                  </a:lnTo>
                  <a:lnTo>
                    <a:pt x="265" y="120"/>
                  </a:lnTo>
                  <a:lnTo>
                    <a:pt x="241" y="72"/>
                  </a:lnTo>
                  <a:lnTo>
                    <a:pt x="217"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9" name="Google Shape;13229;p31"/>
            <p:cNvSpPr/>
            <p:nvPr/>
          </p:nvSpPr>
          <p:spPr>
            <a:xfrm>
              <a:off x="4168675" y="1752525"/>
              <a:ext cx="5450" cy="6025"/>
            </a:xfrm>
            <a:custGeom>
              <a:avLst/>
              <a:gdLst/>
              <a:ahLst/>
              <a:cxnLst/>
              <a:rect l="l" t="t" r="r" b="b"/>
              <a:pathLst>
                <a:path w="218" h="241" extrusionOk="0">
                  <a:moveTo>
                    <a:pt x="121" y="0"/>
                  </a:moveTo>
                  <a:lnTo>
                    <a:pt x="73" y="24"/>
                  </a:lnTo>
                  <a:lnTo>
                    <a:pt x="25" y="97"/>
                  </a:lnTo>
                  <a:lnTo>
                    <a:pt x="1" y="145"/>
                  </a:lnTo>
                  <a:lnTo>
                    <a:pt x="25" y="217"/>
                  </a:lnTo>
                  <a:lnTo>
                    <a:pt x="25" y="241"/>
                  </a:lnTo>
                  <a:lnTo>
                    <a:pt x="145" y="241"/>
                  </a:lnTo>
                  <a:lnTo>
                    <a:pt x="193" y="169"/>
                  </a:lnTo>
                  <a:lnTo>
                    <a:pt x="217" y="121"/>
                  </a:lnTo>
                  <a:lnTo>
                    <a:pt x="217" y="48"/>
                  </a:lnTo>
                  <a:lnTo>
                    <a:pt x="217" y="24"/>
                  </a:lnTo>
                  <a:lnTo>
                    <a:pt x="19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0" name="Google Shape;13230;p31"/>
            <p:cNvSpPr/>
            <p:nvPr/>
          </p:nvSpPr>
          <p:spPr>
            <a:xfrm>
              <a:off x="3926150" y="1818125"/>
              <a:ext cx="4825" cy="7250"/>
            </a:xfrm>
            <a:custGeom>
              <a:avLst/>
              <a:gdLst/>
              <a:ahLst/>
              <a:cxnLst/>
              <a:rect l="l" t="t" r="r" b="b"/>
              <a:pathLst>
                <a:path w="193" h="290" extrusionOk="0">
                  <a:moveTo>
                    <a:pt x="96" y="0"/>
                  </a:moveTo>
                  <a:lnTo>
                    <a:pt x="48" y="24"/>
                  </a:lnTo>
                  <a:lnTo>
                    <a:pt x="24" y="24"/>
                  </a:lnTo>
                  <a:lnTo>
                    <a:pt x="0" y="97"/>
                  </a:lnTo>
                  <a:lnTo>
                    <a:pt x="0" y="193"/>
                  </a:lnTo>
                  <a:lnTo>
                    <a:pt x="24" y="241"/>
                  </a:lnTo>
                  <a:lnTo>
                    <a:pt x="96" y="289"/>
                  </a:lnTo>
                  <a:lnTo>
                    <a:pt x="121" y="289"/>
                  </a:lnTo>
                  <a:lnTo>
                    <a:pt x="169" y="265"/>
                  </a:lnTo>
                  <a:lnTo>
                    <a:pt x="193" y="217"/>
                  </a:lnTo>
                  <a:lnTo>
                    <a:pt x="193" y="145"/>
                  </a:lnTo>
                  <a:lnTo>
                    <a:pt x="169" y="48"/>
                  </a:lnTo>
                  <a:lnTo>
                    <a:pt x="145"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1" name="Google Shape;13231;p31"/>
            <p:cNvSpPr/>
            <p:nvPr/>
          </p:nvSpPr>
          <p:spPr>
            <a:xfrm>
              <a:off x="4040500" y="1932475"/>
              <a:ext cx="4225" cy="7850"/>
            </a:xfrm>
            <a:custGeom>
              <a:avLst/>
              <a:gdLst/>
              <a:ahLst/>
              <a:cxnLst/>
              <a:rect l="l" t="t" r="r" b="b"/>
              <a:pathLst>
                <a:path w="169" h="314" extrusionOk="0">
                  <a:moveTo>
                    <a:pt x="72" y="0"/>
                  </a:moveTo>
                  <a:lnTo>
                    <a:pt x="24" y="24"/>
                  </a:lnTo>
                  <a:lnTo>
                    <a:pt x="0" y="72"/>
                  </a:lnTo>
                  <a:lnTo>
                    <a:pt x="0" y="120"/>
                  </a:lnTo>
                  <a:lnTo>
                    <a:pt x="24" y="241"/>
                  </a:lnTo>
                  <a:lnTo>
                    <a:pt x="48" y="289"/>
                  </a:lnTo>
                  <a:lnTo>
                    <a:pt x="72" y="313"/>
                  </a:lnTo>
                  <a:lnTo>
                    <a:pt x="96" y="289"/>
                  </a:lnTo>
                  <a:lnTo>
                    <a:pt x="145" y="241"/>
                  </a:lnTo>
                  <a:lnTo>
                    <a:pt x="169" y="145"/>
                  </a:lnTo>
                  <a:lnTo>
                    <a:pt x="169" y="96"/>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2" name="Google Shape;13232;p31"/>
            <p:cNvSpPr/>
            <p:nvPr/>
          </p:nvSpPr>
          <p:spPr>
            <a:xfrm>
              <a:off x="3985125" y="1633950"/>
              <a:ext cx="4825" cy="5450"/>
            </a:xfrm>
            <a:custGeom>
              <a:avLst/>
              <a:gdLst/>
              <a:ahLst/>
              <a:cxnLst/>
              <a:rect l="l" t="t" r="r" b="b"/>
              <a:pathLst>
                <a:path w="193" h="218" extrusionOk="0">
                  <a:moveTo>
                    <a:pt x="145" y="1"/>
                  </a:moveTo>
                  <a:lnTo>
                    <a:pt x="73" y="25"/>
                  </a:lnTo>
                  <a:lnTo>
                    <a:pt x="48" y="49"/>
                  </a:lnTo>
                  <a:lnTo>
                    <a:pt x="24" y="97"/>
                  </a:lnTo>
                  <a:lnTo>
                    <a:pt x="0" y="145"/>
                  </a:lnTo>
                  <a:lnTo>
                    <a:pt x="24" y="169"/>
                  </a:lnTo>
                  <a:lnTo>
                    <a:pt x="48" y="193"/>
                  </a:lnTo>
                  <a:lnTo>
                    <a:pt x="97" y="217"/>
                  </a:lnTo>
                  <a:lnTo>
                    <a:pt x="121" y="217"/>
                  </a:lnTo>
                  <a:lnTo>
                    <a:pt x="169" y="193"/>
                  </a:lnTo>
                  <a:lnTo>
                    <a:pt x="193" y="121"/>
                  </a:lnTo>
                  <a:lnTo>
                    <a:pt x="193" y="49"/>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3" name="Google Shape;13233;p31"/>
            <p:cNvSpPr/>
            <p:nvPr/>
          </p:nvSpPr>
          <p:spPr>
            <a:xfrm>
              <a:off x="4121725" y="1823525"/>
              <a:ext cx="6650" cy="5450"/>
            </a:xfrm>
            <a:custGeom>
              <a:avLst/>
              <a:gdLst/>
              <a:ahLst/>
              <a:cxnLst/>
              <a:rect l="l" t="t" r="r" b="b"/>
              <a:pathLst>
                <a:path w="266" h="218" extrusionOk="0">
                  <a:moveTo>
                    <a:pt x="145" y="1"/>
                  </a:moveTo>
                  <a:lnTo>
                    <a:pt x="97" y="25"/>
                  </a:lnTo>
                  <a:lnTo>
                    <a:pt x="1" y="73"/>
                  </a:lnTo>
                  <a:lnTo>
                    <a:pt x="1" y="97"/>
                  </a:lnTo>
                  <a:lnTo>
                    <a:pt x="1" y="145"/>
                  </a:lnTo>
                  <a:lnTo>
                    <a:pt x="1" y="169"/>
                  </a:lnTo>
                  <a:lnTo>
                    <a:pt x="25" y="193"/>
                  </a:lnTo>
                  <a:lnTo>
                    <a:pt x="73" y="218"/>
                  </a:lnTo>
                  <a:lnTo>
                    <a:pt x="145" y="218"/>
                  </a:lnTo>
                  <a:lnTo>
                    <a:pt x="218" y="193"/>
                  </a:lnTo>
                  <a:lnTo>
                    <a:pt x="242" y="121"/>
                  </a:lnTo>
                  <a:lnTo>
                    <a:pt x="266" y="73"/>
                  </a:lnTo>
                  <a:lnTo>
                    <a:pt x="218"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4" name="Google Shape;13234;p31"/>
            <p:cNvSpPr/>
            <p:nvPr/>
          </p:nvSpPr>
          <p:spPr>
            <a:xfrm>
              <a:off x="4023650" y="1711600"/>
              <a:ext cx="6025" cy="6025"/>
            </a:xfrm>
            <a:custGeom>
              <a:avLst/>
              <a:gdLst/>
              <a:ahLst/>
              <a:cxnLst/>
              <a:rect l="l" t="t" r="r" b="b"/>
              <a:pathLst>
                <a:path w="241" h="241" extrusionOk="0">
                  <a:moveTo>
                    <a:pt x="48" y="0"/>
                  </a:moveTo>
                  <a:lnTo>
                    <a:pt x="24" y="72"/>
                  </a:lnTo>
                  <a:lnTo>
                    <a:pt x="0" y="121"/>
                  </a:lnTo>
                  <a:lnTo>
                    <a:pt x="24" y="169"/>
                  </a:lnTo>
                  <a:lnTo>
                    <a:pt x="72" y="217"/>
                  </a:lnTo>
                  <a:lnTo>
                    <a:pt x="120" y="241"/>
                  </a:lnTo>
                  <a:lnTo>
                    <a:pt x="169" y="241"/>
                  </a:lnTo>
                  <a:lnTo>
                    <a:pt x="217" y="217"/>
                  </a:lnTo>
                  <a:lnTo>
                    <a:pt x="241" y="193"/>
                  </a:lnTo>
                  <a:lnTo>
                    <a:pt x="241" y="169"/>
                  </a:lnTo>
                  <a:lnTo>
                    <a:pt x="241" y="97"/>
                  </a:lnTo>
                  <a:lnTo>
                    <a:pt x="217" y="48"/>
                  </a:lnTo>
                  <a:lnTo>
                    <a:pt x="169" y="24"/>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5" name="Google Shape;13235;p31"/>
            <p:cNvSpPr/>
            <p:nvPr/>
          </p:nvSpPr>
          <p:spPr>
            <a:xfrm>
              <a:off x="4015825" y="2027550"/>
              <a:ext cx="4225" cy="6050"/>
            </a:xfrm>
            <a:custGeom>
              <a:avLst/>
              <a:gdLst/>
              <a:ahLst/>
              <a:cxnLst/>
              <a:rect l="l" t="t" r="r" b="b"/>
              <a:pathLst>
                <a:path w="169" h="242" extrusionOk="0">
                  <a:moveTo>
                    <a:pt x="24" y="1"/>
                  </a:moveTo>
                  <a:lnTo>
                    <a:pt x="0" y="25"/>
                  </a:lnTo>
                  <a:lnTo>
                    <a:pt x="0" y="49"/>
                  </a:lnTo>
                  <a:lnTo>
                    <a:pt x="0" y="169"/>
                  </a:lnTo>
                  <a:lnTo>
                    <a:pt x="24" y="193"/>
                  </a:lnTo>
                  <a:lnTo>
                    <a:pt x="72" y="241"/>
                  </a:lnTo>
                  <a:lnTo>
                    <a:pt x="120" y="241"/>
                  </a:lnTo>
                  <a:lnTo>
                    <a:pt x="169" y="169"/>
                  </a:lnTo>
                  <a:lnTo>
                    <a:pt x="169" y="73"/>
                  </a:lnTo>
                  <a:lnTo>
                    <a:pt x="145" y="25"/>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6" name="Google Shape;13236;p31"/>
            <p:cNvSpPr/>
            <p:nvPr/>
          </p:nvSpPr>
          <p:spPr>
            <a:xfrm>
              <a:off x="3968875" y="1874700"/>
              <a:ext cx="6650" cy="4225"/>
            </a:xfrm>
            <a:custGeom>
              <a:avLst/>
              <a:gdLst/>
              <a:ahLst/>
              <a:cxnLst/>
              <a:rect l="l" t="t" r="r" b="b"/>
              <a:pathLst>
                <a:path w="266" h="169" extrusionOk="0">
                  <a:moveTo>
                    <a:pt x="97" y="0"/>
                  </a:moveTo>
                  <a:lnTo>
                    <a:pt x="49" y="24"/>
                  </a:lnTo>
                  <a:lnTo>
                    <a:pt x="0" y="72"/>
                  </a:lnTo>
                  <a:lnTo>
                    <a:pt x="0" y="120"/>
                  </a:lnTo>
                  <a:lnTo>
                    <a:pt x="24" y="145"/>
                  </a:lnTo>
                  <a:lnTo>
                    <a:pt x="97" y="169"/>
                  </a:lnTo>
                  <a:lnTo>
                    <a:pt x="169" y="169"/>
                  </a:lnTo>
                  <a:lnTo>
                    <a:pt x="217" y="145"/>
                  </a:lnTo>
                  <a:lnTo>
                    <a:pt x="265" y="96"/>
                  </a:lnTo>
                  <a:lnTo>
                    <a:pt x="241" y="48"/>
                  </a:lnTo>
                  <a:lnTo>
                    <a:pt x="241"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7" name="Google Shape;13237;p31"/>
            <p:cNvSpPr/>
            <p:nvPr/>
          </p:nvSpPr>
          <p:spPr>
            <a:xfrm>
              <a:off x="3898450" y="1843400"/>
              <a:ext cx="4850" cy="6050"/>
            </a:xfrm>
            <a:custGeom>
              <a:avLst/>
              <a:gdLst/>
              <a:ahLst/>
              <a:cxnLst/>
              <a:rect l="l" t="t" r="r" b="b"/>
              <a:pathLst>
                <a:path w="194" h="242" extrusionOk="0">
                  <a:moveTo>
                    <a:pt x="97" y="0"/>
                  </a:moveTo>
                  <a:lnTo>
                    <a:pt x="73" y="24"/>
                  </a:lnTo>
                  <a:lnTo>
                    <a:pt x="25" y="73"/>
                  </a:lnTo>
                  <a:lnTo>
                    <a:pt x="1" y="121"/>
                  </a:lnTo>
                  <a:lnTo>
                    <a:pt x="1" y="169"/>
                  </a:lnTo>
                  <a:lnTo>
                    <a:pt x="25" y="217"/>
                  </a:lnTo>
                  <a:lnTo>
                    <a:pt x="73" y="241"/>
                  </a:lnTo>
                  <a:lnTo>
                    <a:pt x="121" y="241"/>
                  </a:lnTo>
                  <a:lnTo>
                    <a:pt x="169" y="193"/>
                  </a:lnTo>
                  <a:lnTo>
                    <a:pt x="193" y="145"/>
                  </a:lnTo>
                  <a:lnTo>
                    <a:pt x="193" y="73"/>
                  </a:lnTo>
                  <a:lnTo>
                    <a:pt x="169" y="48"/>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8" name="Google Shape;13238;p31"/>
            <p:cNvSpPr/>
            <p:nvPr/>
          </p:nvSpPr>
          <p:spPr>
            <a:xfrm>
              <a:off x="3907475" y="1733250"/>
              <a:ext cx="6650" cy="4850"/>
            </a:xfrm>
            <a:custGeom>
              <a:avLst/>
              <a:gdLst/>
              <a:ahLst/>
              <a:cxnLst/>
              <a:rect l="l" t="t" r="r" b="b"/>
              <a:pathLst>
                <a:path w="266" h="194" extrusionOk="0">
                  <a:moveTo>
                    <a:pt x="169" y="1"/>
                  </a:moveTo>
                  <a:lnTo>
                    <a:pt x="73" y="25"/>
                  </a:lnTo>
                  <a:lnTo>
                    <a:pt x="49" y="49"/>
                  </a:lnTo>
                  <a:lnTo>
                    <a:pt x="25" y="73"/>
                  </a:lnTo>
                  <a:lnTo>
                    <a:pt x="1" y="145"/>
                  </a:lnTo>
                  <a:lnTo>
                    <a:pt x="25" y="169"/>
                  </a:lnTo>
                  <a:lnTo>
                    <a:pt x="97" y="193"/>
                  </a:lnTo>
                  <a:lnTo>
                    <a:pt x="145" y="193"/>
                  </a:lnTo>
                  <a:lnTo>
                    <a:pt x="218" y="169"/>
                  </a:lnTo>
                  <a:lnTo>
                    <a:pt x="266" y="121"/>
                  </a:lnTo>
                  <a:lnTo>
                    <a:pt x="266" y="49"/>
                  </a:lnTo>
                  <a:lnTo>
                    <a:pt x="242" y="25"/>
                  </a:lnTo>
                  <a:lnTo>
                    <a:pt x="21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9" name="Google Shape;13239;p31"/>
            <p:cNvSpPr/>
            <p:nvPr/>
          </p:nvSpPr>
          <p:spPr>
            <a:xfrm>
              <a:off x="4165675" y="1845800"/>
              <a:ext cx="5425" cy="6050"/>
            </a:xfrm>
            <a:custGeom>
              <a:avLst/>
              <a:gdLst/>
              <a:ahLst/>
              <a:cxnLst/>
              <a:rect l="l" t="t" r="r" b="b"/>
              <a:pathLst>
                <a:path w="217" h="242" extrusionOk="0">
                  <a:moveTo>
                    <a:pt x="24" y="1"/>
                  </a:moveTo>
                  <a:lnTo>
                    <a:pt x="0" y="49"/>
                  </a:lnTo>
                  <a:lnTo>
                    <a:pt x="0" y="97"/>
                  </a:lnTo>
                  <a:lnTo>
                    <a:pt x="0" y="145"/>
                  </a:lnTo>
                  <a:lnTo>
                    <a:pt x="24" y="193"/>
                  </a:lnTo>
                  <a:lnTo>
                    <a:pt x="73" y="241"/>
                  </a:lnTo>
                  <a:lnTo>
                    <a:pt x="121" y="241"/>
                  </a:lnTo>
                  <a:lnTo>
                    <a:pt x="169" y="193"/>
                  </a:lnTo>
                  <a:lnTo>
                    <a:pt x="217" y="145"/>
                  </a:lnTo>
                  <a:lnTo>
                    <a:pt x="217" y="97"/>
                  </a:lnTo>
                  <a:lnTo>
                    <a:pt x="193"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0" name="Google Shape;13240;p31"/>
            <p:cNvSpPr/>
            <p:nvPr/>
          </p:nvSpPr>
          <p:spPr>
            <a:xfrm>
              <a:off x="4023025" y="1768775"/>
              <a:ext cx="5450" cy="6650"/>
            </a:xfrm>
            <a:custGeom>
              <a:avLst/>
              <a:gdLst/>
              <a:ahLst/>
              <a:cxnLst/>
              <a:rect l="l" t="t" r="r" b="b"/>
              <a:pathLst>
                <a:path w="218" h="266" extrusionOk="0">
                  <a:moveTo>
                    <a:pt x="121" y="0"/>
                  </a:moveTo>
                  <a:lnTo>
                    <a:pt x="73" y="24"/>
                  </a:lnTo>
                  <a:lnTo>
                    <a:pt x="25" y="48"/>
                  </a:lnTo>
                  <a:lnTo>
                    <a:pt x="1" y="121"/>
                  </a:lnTo>
                  <a:lnTo>
                    <a:pt x="1" y="169"/>
                  </a:lnTo>
                  <a:lnTo>
                    <a:pt x="25" y="217"/>
                  </a:lnTo>
                  <a:lnTo>
                    <a:pt x="73" y="241"/>
                  </a:lnTo>
                  <a:lnTo>
                    <a:pt x="121" y="265"/>
                  </a:lnTo>
                  <a:lnTo>
                    <a:pt x="145" y="241"/>
                  </a:lnTo>
                  <a:lnTo>
                    <a:pt x="194" y="169"/>
                  </a:lnTo>
                  <a:lnTo>
                    <a:pt x="218" y="97"/>
                  </a:lnTo>
                  <a:lnTo>
                    <a:pt x="194" y="48"/>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1" name="Google Shape;13241;p31"/>
            <p:cNvSpPr/>
            <p:nvPr/>
          </p:nvSpPr>
          <p:spPr>
            <a:xfrm>
              <a:off x="3905675" y="1945700"/>
              <a:ext cx="5450" cy="6050"/>
            </a:xfrm>
            <a:custGeom>
              <a:avLst/>
              <a:gdLst/>
              <a:ahLst/>
              <a:cxnLst/>
              <a:rect l="l" t="t" r="r" b="b"/>
              <a:pathLst>
                <a:path w="218" h="242" extrusionOk="0">
                  <a:moveTo>
                    <a:pt x="73" y="1"/>
                  </a:moveTo>
                  <a:lnTo>
                    <a:pt x="25" y="25"/>
                  </a:lnTo>
                  <a:lnTo>
                    <a:pt x="1" y="73"/>
                  </a:lnTo>
                  <a:lnTo>
                    <a:pt x="1" y="121"/>
                  </a:lnTo>
                  <a:lnTo>
                    <a:pt x="1" y="169"/>
                  </a:lnTo>
                  <a:lnTo>
                    <a:pt x="49" y="217"/>
                  </a:lnTo>
                  <a:lnTo>
                    <a:pt x="73" y="241"/>
                  </a:lnTo>
                  <a:lnTo>
                    <a:pt x="121" y="241"/>
                  </a:lnTo>
                  <a:lnTo>
                    <a:pt x="193" y="217"/>
                  </a:lnTo>
                  <a:lnTo>
                    <a:pt x="217" y="169"/>
                  </a:lnTo>
                  <a:lnTo>
                    <a:pt x="217" y="145"/>
                  </a:lnTo>
                  <a:lnTo>
                    <a:pt x="193"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2" name="Google Shape;13242;p31"/>
            <p:cNvSpPr/>
            <p:nvPr/>
          </p:nvSpPr>
          <p:spPr>
            <a:xfrm>
              <a:off x="3767850" y="1848800"/>
              <a:ext cx="5450" cy="4850"/>
            </a:xfrm>
            <a:custGeom>
              <a:avLst/>
              <a:gdLst/>
              <a:ahLst/>
              <a:cxnLst/>
              <a:rect l="l" t="t" r="r" b="b"/>
              <a:pathLst>
                <a:path w="218" h="194" extrusionOk="0">
                  <a:moveTo>
                    <a:pt x="73" y="1"/>
                  </a:moveTo>
                  <a:lnTo>
                    <a:pt x="49" y="25"/>
                  </a:lnTo>
                  <a:lnTo>
                    <a:pt x="1" y="49"/>
                  </a:lnTo>
                  <a:lnTo>
                    <a:pt x="1" y="97"/>
                  </a:lnTo>
                  <a:lnTo>
                    <a:pt x="49" y="169"/>
                  </a:lnTo>
                  <a:lnTo>
                    <a:pt x="121" y="194"/>
                  </a:lnTo>
                  <a:lnTo>
                    <a:pt x="169" y="194"/>
                  </a:lnTo>
                  <a:lnTo>
                    <a:pt x="218" y="169"/>
                  </a:lnTo>
                  <a:lnTo>
                    <a:pt x="218" y="121"/>
                  </a:lnTo>
                  <a:lnTo>
                    <a:pt x="193"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3" name="Google Shape;13243;p31"/>
            <p:cNvSpPr/>
            <p:nvPr/>
          </p:nvSpPr>
          <p:spPr>
            <a:xfrm>
              <a:off x="4060350" y="1735675"/>
              <a:ext cx="6050" cy="5425"/>
            </a:xfrm>
            <a:custGeom>
              <a:avLst/>
              <a:gdLst/>
              <a:ahLst/>
              <a:cxnLst/>
              <a:rect l="l" t="t" r="r" b="b"/>
              <a:pathLst>
                <a:path w="242" h="217" extrusionOk="0">
                  <a:moveTo>
                    <a:pt x="121" y="0"/>
                  </a:moveTo>
                  <a:lnTo>
                    <a:pt x="73" y="24"/>
                  </a:lnTo>
                  <a:lnTo>
                    <a:pt x="25" y="72"/>
                  </a:lnTo>
                  <a:lnTo>
                    <a:pt x="0" y="145"/>
                  </a:lnTo>
                  <a:lnTo>
                    <a:pt x="25" y="169"/>
                  </a:lnTo>
                  <a:lnTo>
                    <a:pt x="49" y="193"/>
                  </a:lnTo>
                  <a:lnTo>
                    <a:pt x="97" y="217"/>
                  </a:lnTo>
                  <a:lnTo>
                    <a:pt x="145" y="193"/>
                  </a:lnTo>
                  <a:lnTo>
                    <a:pt x="193" y="145"/>
                  </a:lnTo>
                  <a:lnTo>
                    <a:pt x="241" y="96"/>
                  </a:lnTo>
                  <a:lnTo>
                    <a:pt x="241" y="48"/>
                  </a:lnTo>
                  <a:lnTo>
                    <a:pt x="241"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4" name="Google Shape;13244;p31"/>
            <p:cNvSpPr/>
            <p:nvPr/>
          </p:nvSpPr>
          <p:spPr>
            <a:xfrm>
              <a:off x="3843700" y="1597850"/>
              <a:ext cx="4825" cy="6650"/>
            </a:xfrm>
            <a:custGeom>
              <a:avLst/>
              <a:gdLst/>
              <a:ahLst/>
              <a:cxnLst/>
              <a:rect l="l" t="t" r="r" b="b"/>
              <a:pathLst>
                <a:path w="193" h="266" extrusionOk="0">
                  <a:moveTo>
                    <a:pt x="120" y="0"/>
                  </a:moveTo>
                  <a:lnTo>
                    <a:pt x="72" y="25"/>
                  </a:lnTo>
                  <a:lnTo>
                    <a:pt x="24" y="49"/>
                  </a:lnTo>
                  <a:lnTo>
                    <a:pt x="0" y="97"/>
                  </a:lnTo>
                  <a:lnTo>
                    <a:pt x="0" y="145"/>
                  </a:lnTo>
                  <a:lnTo>
                    <a:pt x="0" y="217"/>
                  </a:lnTo>
                  <a:lnTo>
                    <a:pt x="24" y="241"/>
                  </a:lnTo>
                  <a:lnTo>
                    <a:pt x="72" y="265"/>
                  </a:lnTo>
                  <a:lnTo>
                    <a:pt x="120" y="241"/>
                  </a:lnTo>
                  <a:lnTo>
                    <a:pt x="169" y="193"/>
                  </a:lnTo>
                  <a:lnTo>
                    <a:pt x="193" y="121"/>
                  </a:lnTo>
                  <a:lnTo>
                    <a:pt x="193" y="73"/>
                  </a:lnTo>
                  <a:lnTo>
                    <a:pt x="169" y="25"/>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5" name="Google Shape;13245;p31"/>
            <p:cNvSpPr/>
            <p:nvPr/>
          </p:nvSpPr>
          <p:spPr>
            <a:xfrm>
              <a:off x="4094650" y="1695350"/>
              <a:ext cx="6050" cy="6050"/>
            </a:xfrm>
            <a:custGeom>
              <a:avLst/>
              <a:gdLst/>
              <a:ahLst/>
              <a:cxnLst/>
              <a:rect l="l" t="t" r="r" b="b"/>
              <a:pathLst>
                <a:path w="242" h="242" extrusionOk="0">
                  <a:moveTo>
                    <a:pt x="121" y="0"/>
                  </a:moveTo>
                  <a:lnTo>
                    <a:pt x="73" y="24"/>
                  </a:lnTo>
                  <a:lnTo>
                    <a:pt x="49" y="48"/>
                  </a:lnTo>
                  <a:lnTo>
                    <a:pt x="25" y="73"/>
                  </a:lnTo>
                  <a:lnTo>
                    <a:pt x="1" y="121"/>
                  </a:lnTo>
                  <a:lnTo>
                    <a:pt x="25" y="169"/>
                  </a:lnTo>
                  <a:lnTo>
                    <a:pt x="49" y="193"/>
                  </a:lnTo>
                  <a:lnTo>
                    <a:pt x="73" y="217"/>
                  </a:lnTo>
                  <a:lnTo>
                    <a:pt x="145" y="241"/>
                  </a:lnTo>
                  <a:lnTo>
                    <a:pt x="193" y="217"/>
                  </a:lnTo>
                  <a:lnTo>
                    <a:pt x="217" y="193"/>
                  </a:lnTo>
                  <a:lnTo>
                    <a:pt x="241" y="145"/>
                  </a:lnTo>
                  <a:lnTo>
                    <a:pt x="217" y="73"/>
                  </a:lnTo>
                  <a:lnTo>
                    <a:pt x="193"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6" name="Google Shape;13246;p31"/>
            <p:cNvSpPr/>
            <p:nvPr/>
          </p:nvSpPr>
          <p:spPr>
            <a:xfrm>
              <a:off x="4016425" y="1929450"/>
              <a:ext cx="4225" cy="6650"/>
            </a:xfrm>
            <a:custGeom>
              <a:avLst/>
              <a:gdLst/>
              <a:ahLst/>
              <a:cxnLst/>
              <a:rect l="l" t="t" r="r" b="b"/>
              <a:pathLst>
                <a:path w="169" h="266" extrusionOk="0">
                  <a:moveTo>
                    <a:pt x="48" y="1"/>
                  </a:moveTo>
                  <a:lnTo>
                    <a:pt x="0" y="97"/>
                  </a:lnTo>
                  <a:lnTo>
                    <a:pt x="0" y="217"/>
                  </a:lnTo>
                  <a:lnTo>
                    <a:pt x="24" y="241"/>
                  </a:lnTo>
                  <a:lnTo>
                    <a:pt x="48" y="266"/>
                  </a:lnTo>
                  <a:lnTo>
                    <a:pt x="96" y="241"/>
                  </a:lnTo>
                  <a:lnTo>
                    <a:pt x="145" y="193"/>
                  </a:lnTo>
                  <a:lnTo>
                    <a:pt x="169" y="121"/>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7" name="Google Shape;13247;p31"/>
            <p:cNvSpPr/>
            <p:nvPr/>
          </p:nvSpPr>
          <p:spPr>
            <a:xfrm>
              <a:off x="3962250" y="1986025"/>
              <a:ext cx="6050" cy="4850"/>
            </a:xfrm>
            <a:custGeom>
              <a:avLst/>
              <a:gdLst/>
              <a:ahLst/>
              <a:cxnLst/>
              <a:rect l="l" t="t" r="r" b="b"/>
              <a:pathLst>
                <a:path w="242" h="194" extrusionOk="0">
                  <a:moveTo>
                    <a:pt x="49" y="1"/>
                  </a:moveTo>
                  <a:lnTo>
                    <a:pt x="1" y="25"/>
                  </a:lnTo>
                  <a:lnTo>
                    <a:pt x="1" y="73"/>
                  </a:lnTo>
                  <a:lnTo>
                    <a:pt x="1" y="121"/>
                  </a:lnTo>
                  <a:lnTo>
                    <a:pt x="73" y="169"/>
                  </a:lnTo>
                  <a:lnTo>
                    <a:pt x="97" y="193"/>
                  </a:lnTo>
                  <a:lnTo>
                    <a:pt x="193" y="193"/>
                  </a:lnTo>
                  <a:lnTo>
                    <a:pt x="217" y="145"/>
                  </a:lnTo>
                  <a:lnTo>
                    <a:pt x="241" y="121"/>
                  </a:lnTo>
                  <a:lnTo>
                    <a:pt x="217" y="73"/>
                  </a:lnTo>
                  <a:lnTo>
                    <a:pt x="169"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8" name="Google Shape;13248;p31"/>
            <p:cNvSpPr/>
            <p:nvPr/>
          </p:nvSpPr>
          <p:spPr>
            <a:xfrm>
              <a:off x="3956225" y="1940300"/>
              <a:ext cx="4250" cy="4225"/>
            </a:xfrm>
            <a:custGeom>
              <a:avLst/>
              <a:gdLst/>
              <a:ahLst/>
              <a:cxnLst/>
              <a:rect l="l" t="t" r="r" b="b"/>
              <a:pathLst>
                <a:path w="170" h="169" extrusionOk="0">
                  <a:moveTo>
                    <a:pt x="73" y="0"/>
                  </a:moveTo>
                  <a:lnTo>
                    <a:pt x="1" y="24"/>
                  </a:lnTo>
                  <a:lnTo>
                    <a:pt x="1" y="48"/>
                  </a:lnTo>
                  <a:lnTo>
                    <a:pt x="1" y="72"/>
                  </a:lnTo>
                  <a:lnTo>
                    <a:pt x="1" y="120"/>
                  </a:lnTo>
                  <a:lnTo>
                    <a:pt x="25" y="144"/>
                  </a:lnTo>
                  <a:lnTo>
                    <a:pt x="73" y="169"/>
                  </a:lnTo>
                  <a:lnTo>
                    <a:pt x="121" y="169"/>
                  </a:lnTo>
                  <a:lnTo>
                    <a:pt x="145" y="144"/>
                  </a:lnTo>
                  <a:lnTo>
                    <a:pt x="169" y="120"/>
                  </a:lnTo>
                  <a:lnTo>
                    <a:pt x="145" y="24"/>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9" name="Google Shape;13249;p31"/>
            <p:cNvSpPr/>
            <p:nvPr/>
          </p:nvSpPr>
          <p:spPr>
            <a:xfrm>
              <a:off x="4068775" y="1674275"/>
              <a:ext cx="3625" cy="4850"/>
            </a:xfrm>
            <a:custGeom>
              <a:avLst/>
              <a:gdLst/>
              <a:ahLst/>
              <a:cxnLst/>
              <a:rect l="l" t="t" r="r" b="b"/>
              <a:pathLst>
                <a:path w="145" h="194" extrusionOk="0">
                  <a:moveTo>
                    <a:pt x="49" y="1"/>
                  </a:moveTo>
                  <a:lnTo>
                    <a:pt x="25" y="25"/>
                  </a:lnTo>
                  <a:lnTo>
                    <a:pt x="1" y="73"/>
                  </a:lnTo>
                  <a:lnTo>
                    <a:pt x="1" y="121"/>
                  </a:lnTo>
                  <a:lnTo>
                    <a:pt x="1" y="193"/>
                  </a:lnTo>
                  <a:lnTo>
                    <a:pt x="73" y="193"/>
                  </a:lnTo>
                  <a:lnTo>
                    <a:pt x="121" y="169"/>
                  </a:lnTo>
                  <a:lnTo>
                    <a:pt x="145" y="97"/>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0" name="Google Shape;13250;p31"/>
            <p:cNvSpPr/>
            <p:nvPr/>
          </p:nvSpPr>
          <p:spPr>
            <a:xfrm>
              <a:off x="3943000" y="1805475"/>
              <a:ext cx="4225" cy="4250"/>
            </a:xfrm>
            <a:custGeom>
              <a:avLst/>
              <a:gdLst/>
              <a:ahLst/>
              <a:cxnLst/>
              <a:rect l="l" t="t" r="r" b="b"/>
              <a:pathLst>
                <a:path w="169" h="170" extrusionOk="0">
                  <a:moveTo>
                    <a:pt x="48" y="1"/>
                  </a:moveTo>
                  <a:lnTo>
                    <a:pt x="24" y="49"/>
                  </a:lnTo>
                  <a:lnTo>
                    <a:pt x="0" y="97"/>
                  </a:lnTo>
                  <a:lnTo>
                    <a:pt x="24" y="121"/>
                  </a:lnTo>
                  <a:lnTo>
                    <a:pt x="48" y="169"/>
                  </a:lnTo>
                  <a:lnTo>
                    <a:pt x="145" y="169"/>
                  </a:lnTo>
                  <a:lnTo>
                    <a:pt x="169" y="121"/>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1" name="Google Shape;13251;p31"/>
            <p:cNvSpPr/>
            <p:nvPr/>
          </p:nvSpPr>
          <p:spPr>
            <a:xfrm>
              <a:off x="4059150" y="1669475"/>
              <a:ext cx="4825" cy="4825"/>
            </a:xfrm>
            <a:custGeom>
              <a:avLst/>
              <a:gdLst/>
              <a:ahLst/>
              <a:cxnLst/>
              <a:rect l="l" t="t" r="r" b="b"/>
              <a:pathLst>
                <a:path w="193" h="193" extrusionOk="0">
                  <a:moveTo>
                    <a:pt x="48" y="0"/>
                  </a:moveTo>
                  <a:lnTo>
                    <a:pt x="24" y="24"/>
                  </a:lnTo>
                  <a:lnTo>
                    <a:pt x="0" y="48"/>
                  </a:lnTo>
                  <a:lnTo>
                    <a:pt x="0" y="96"/>
                  </a:lnTo>
                  <a:lnTo>
                    <a:pt x="24" y="121"/>
                  </a:lnTo>
                  <a:lnTo>
                    <a:pt x="73" y="193"/>
                  </a:lnTo>
                  <a:lnTo>
                    <a:pt x="145" y="193"/>
                  </a:lnTo>
                  <a:lnTo>
                    <a:pt x="193" y="145"/>
                  </a:lnTo>
                  <a:lnTo>
                    <a:pt x="193" y="96"/>
                  </a:lnTo>
                  <a:lnTo>
                    <a:pt x="193" y="48"/>
                  </a:lnTo>
                  <a:lnTo>
                    <a:pt x="121"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2" name="Google Shape;13252;p31"/>
            <p:cNvSpPr/>
            <p:nvPr/>
          </p:nvSpPr>
          <p:spPr>
            <a:xfrm>
              <a:off x="3831050" y="1920425"/>
              <a:ext cx="5450" cy="4250"/>
            </a:xfrm>
            <a:custGeom>
              <a:avLst/>
              <a:gdLst/>
              <a:ahLst/>
              <a:cxnLst/>
              <a:rect l="l" t="t" r="r" b="b"/>
              <a:pathLst>
                <a:path w="218" h="170" extrusionOk="0">
                  <a:moveTo>
                    <a:pt x="97" y="1"/>
                  </a:moveTo>
                  <a:lnTo>
                    <a:pt x="49" y="25"/>
                  </a:lnTo>
                  <a:lnTo>
                    <a:pt x="25" y="49"/>
                  </a:lnTo>
                  <a:lnTo>
                    <a:pt x="1" y="73"/>
                  </a:lnTo>
                  <a:lnTo>
                    <a:pt x="25" y="97"/>
                  </a:lnTo>
                  <a:lnTo>
                    <a:pt x="73" y="145"/>
                  </a:lnTo>
                  <a:lnTo>
                    <a:pt x="145" y="169"/>
                  </a:lnTo>
                  <a:lnTo>
                    <a:pt x="193" y="145"/>
                  </a:lnTo>
                  <a:lnTo>
                    <a:pt x="217" y="121"/>
                  </a:lnTo>
                  <a:lnTo>
                    <a:pt x="217" y="49"/>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3" name="Google Shape;13253;p31"/>
            <p:cNvSpPr/>
            <p:nvPr/>
          </p:nvSpPr>
          <p:spPr>
            <a:xfrm>
              <a:off x="3950225" y="1664050"/>
              <a:ext cx="4225" cy="4225"/>
            </a:xfrm>
            <a:custGeom>
              <a:avLst/>
              <a:gdLst/>
              <a:ahLst/>
              <a:cxnLst/>
              <a:rect l="l" t="t" r="r" b="b"/>
              <a:pathLst>
                <a:path w="169" h="169" extrusionOk="0">
                  <a:moveTo>
                    <a:pt x="48" y="0"/>
                  </a:moveTo>
                  <a:lnTo>
                    <a:pt x="0" y="49"/>
                  </a:lnTo>
                  <a:lnTo>
                    <a:pt x="24" y="121"/>
                  </a:lnTo>
                  <a:lnTo>
                    <a:pt x="72" y="169"/>
                  </a:lnTo>
                  <a:lnTo>
                    <a:pt x="120" y="145"/>
                  </a:lnTo>
                  <a:lnTo>
                    <a:pt x="169" y="97"/>
                  </a:lnTo>
                  <a:lnTo>
                    <a:pt x="169" y="49"/>
                  </a:lnTo>
                  <a:lnTo>
                    <a:pt x="12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4" name="Google Shape;13254;p31"/>
            <p:cNvSpPr/>
            <p:nvPr/>
          </p:nvSpPr>
          <p:spPr>
            <a:xfrm>
              <a:off x="3957425" y="1763350"/>
              <a:ext cx="5450" cy="3625"/>
            </a:xfrm>
            <a:custGeom>
              <a:avLst/>
              <a:gdLst/>
              <a:ahLst/>
              <a:cxnLst/>
              <a:rect l="l" t="t" r="r" b="b"/>
              <a:pathLst>
                <a:path w="218" h="145" extrusionOk="0">
                  <a:moveTo>
                    <a:pt x="73" y="1"/>
                  </a:moveTo>
                  <a:lnTo>
                    <a:pt x="25" y="25"/>
                  </a:lnTo>
                  <a:lnTo>
                    <a:pt x="1" y="73"/>
                  </a:lnTo>
                  <a:lnTo>
                    <a:pt x="1" y="97"/>
                  </a:lnTo>
                  <a:lnTo>
                    <a:pt x="1" y="121"/>
                  </a:lnTo>
                  <a:lnTo>
                    <a:pt x="73" y="145"/>
                  </a:lnTo>
                  <a:lnTo>
                    <a:pt x="194" y="145"/>
                  </a:lnTo>
                  <a:lnTo>
                    <a:pt x="218" y="97"/>
                  </a:lnTo>
                  <a:lnTo>
                    <a:pt x="194" y="25"/>
                  </a:lnTo>
                  <a:lnTo>
                    <a:pt x="14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5" name="Google Shape;13255;p31"/>
            <p:cNvSpPr/>
            <p:nvPr/>
          </p:nvSpPr>
          <p:spPr>
            <a:xfrm>
              <a:off x="3787725" y="1832550"/>
              <a:ext cx="4225" cy="4850"/>
            </a:xfrm>
            <a:custGeom>
              <a:avLst/>
              <a:gdLst/>
              <a:ahLst/>
              <a:cxnLst/>
              <a:rect l="l" t="t" r="r" b="b"/>
              <a:pathLst>
                <a:path w="169" h="194" extrusionOk="0">
                  <a:moveTo>
                    <a:pt x="48" y="1"/>
                  </a:moveTo>
                  <a:lnTo>
                    <a:pt x="0" y="49"/>
                  </a:lnTo>
                  <a:lnTo>
                    <a:pt x="0" y="121"/>
                  </a:lnTo>
                  <a:lnTo>
                    <a:pt x="0" y="169"/>
                  </a:lnTo>
                  <a:lnTo>
                    <a:pt x="48" y="194"/>
                  </a:lnTo>
                  <a:lnTo>
                    <a:pt x="97" y="194"/>
                  </a:lnTo>
                  <a:lnTo>
                    <a:pt x="145" y="145"/>
                  </a:lnTo>
                  <a:lnTo>
                    <a:pt x="169" y="97"/>
                  </a:lnTo>
                  <a:lnTo>
                    <a:pt x="169" y="73"/>
                  </a:lnTo>
                  <a:lnTo>
                    <a:pt x="145"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6" name="Google Shape;13256;p31"/>
            <p:cNvSpPr/>
            <p:nvPr/>
          </p:nvSpPr>
          <p:spPr>
            <a:xfrm>
              <a:off x="3933375" y="1944500"/>
              <a:ext cx="6625" cy="4850"/>
            </a:xfrm>
            <a:custGeom>
              <a:avLst/>
              <a:gdLst/>
              <a:ahLst/>
              <a:cxnLst/>
              <a:rect l="l" t="t" r="r" b="b"/>
              <a:pathLst>
                <a:path w="265" h="194" extrusionOk="0">
                  <a:moveTo>
                    <a:pt x="0" y="1"/>
                  </a:moveTo>
                  <a:lnTo>
                    <a:pt x="72" y="145"/>
                  </a:lnTo>
                  <a:lnTo>
                    <a:pt x="120" y="193"/>
                  </a:lnTo>
                  <a:lnTo>
                    <a:pt x="241" y="193"/>
                  </a:lnTo>
                  <a:lnTo>
                    <a:pt x="265" y="145"/>
                  </a:lnTo>
                  <a:lnTo>
                    <a:pt x="217" y="49"/>
                  </a:lnTo>
                  <a:lnTo>
                    <a:pt x="144"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7" name="Google Shape;13257;p31"/>
            <p:cNvSpPr/>
            <p:nvPr/>
          </p:nvSpPr>
          <p:spPr>
            <a:xfrm>
              <a:off x="3734750" y="1788625"/>
              <a:ext cx="4250" cy="4850"/>
            </a:xfrm>
            <a:custGeom>
              <a:avLst/>
              <a:gdLst/>
              <a:ahLst/>
              <a:cxnLst/>
              <a:rect l="l" t="t" r="r" b="b"/>
              <a:pathLst>
                <a:path w="170" h="194" extrusionOk="0">
                  <a:moveTo>
                    <a:pt x="25" y="1"/>
                  </a:moveTo>
                  <a:lnTo>
                    <a:pt x="1" y="25"/>
                  </a:lnTo>
                  <a:lnTo>
                    <a:pt x="1" y="73"/>
                  </a:lnTo>
                  <a:lnTo>
                    <a:pt x="1" y="145"/>
                  </a:lnTo>
                  <a:lnTo>
                    <a:pt x="49" y="193"/>
                  </a:lnTo>
                  <a:lnTo>
                    <a:pt x="121" y="193"/>
                  </a:lnTo>
                  <a:lnTo>
                    <a:pt x="169" y="121"/>
                  </a:lnTo>
                  <a:lnTo>
                    <a:pt x="169" y="73"/>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8" name="Google Shape;13258;p31"/>
            <p:cNvSpPr/>
            <p:nvPr/>
          </p:nvSpPr>
          <p:spPr>
            <a:xfrm>
              <a:off x="3964050" y="1703775"/>
              <a:ext cx="4850" cy="4825"/>
            </a:xfrm>
            <a:custGeom>
              <a:avLst/>
              <a:gdLst/>
              <a:ahLst/>
              <a:cxnLst/>
              <a:rect l="l" t="t" r="r" b="b"/>
              <a:pathLst>
                <a:path w="194" h="193" extrusionOk="0">
                  <a:moveTo>
                    <a:pt x="97" y="0"/>
                  </a:moveTo>
                  <a:lnTo>
                    <a:pt x="49" y="24"/>
                  </a:lnTo>
                  <a:lnTo>
                    <a:pt x="25" y="48"/>
                  </a:lnTo>
                  <a:lnTo>
                    <a:pt x="1" y="97"/>
                  </a:lnTo>
                  <a:lnTo>
                    <a:pt x="25" y="145"/>
                  </a:lnTo>
                  <a:lnTo>
                    <a:pt x="73" y="193"/>
                  </a:lnTo>
                  <a:lnTo>
                    <a:pt x="145" y="193"/>
                  </a:lnTo>
                  <a:lnTo>
                    <a:pt x="169" y="169"/>
                  </a:lnTo>
                  <a:lnTo>
                    <a:pt x="193" y="121"/>
                  </a:lnTo>
                  <a:lnTo>
                    <a:pt x="169"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9" name="Google Shape;13259;p31"/>
            <p:cNvSpPr/>
            <p:nvPr/>
          </p:nvSpPr>
          <p:spPr>
            <a:xfrm>
              <a:off x="3775075" y="1884325"/>
              <a:ext cx="4250" cy="4225"/>
            </a:xfrm>
            <a:custGeom>
              <a:avLst/>
              <a:gdLst/>
              <a:ahLst/>
              <a:cxnLst/>
              <a:rect l="l" t="t" r="r" b="b"/>
              <a:pathLst>
                <a:path w="170" h="169" extrusionOk="0">
                  <a:moveTo>
                    <a:pt x="25" y="0"/>
                  </a:moveTo>
                  <a:lnTo>
                    <a:pt x="1" y="24"/>
                  </a:lnTo>
                  <a:lnTo>
                    <a:pt x="1" y="72"/>
                  </a:lnTo>
                  <a:lnTo>
                    <a:pt x="1" y="121"/>
                  </a:lnTo>
                  <a:lnTo>
                    <a:pt x="49" y="145"/>
                  </a:lnTo>
                  <a:lnTo>
                    <a:pt x="73" y="169"/>
                  </a:lnTo>
                  <a:lnTo>
                    <a:pt x="145" y="145"/>
                  </a:lnTo>
                  <a:lnTo>
                    <a:pt x="169" y="121"/>
                  </a:lnTo>
                  <a:lnTo>
                    <a:pt x="169" y="97"/>
                  </a:lnTo>
                  <a:lnTo>
                    <a:pt x="145"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0" name="Google Shape;13260;p31"/>
            <p:cNvSpPr/>
            <p:nvPr/>
          </p:nvSpPr>
          <p:spPr>
            <a:xfrm>
              <a:off x="3961650" y="2025150"/>
              <a:ext cx="5450" cy="4825"/>
            </a:xfrm>
            <a:custGeom>
              <a:avLst/>
              <a:gdLst/>
              <a:ahLst/>
              <a:cxnLst/>
              <a:rect l="l" t="t" r="r" b="b"/>
              <a:pathLst>
                <a:path w="218" h="193" extrusionOk="0">
                  <a:moveTo>
                    <a:pt x="49" y="0"/>
                  </a:moveTo>
                  <a:lnTo>
                    <a:pt x="0" y="24"/>
                  </a:lnTo>
                  <a:lnTo>
                    <a:pt x="0" y="73"/>
                  </a:lnTo>
                  <a:lnTo>
                    <a:pt x="0" y="121"/>
                  </a:lnTo>
                  <a:lnTo>
                    <a:pt x="49" y="169"/>
                  </a:lnTo>
                  <a:lnTo>
                    <a:pt x="97" y="193"/>
                  </a:lnTo>
                  <a:lnTo>
                    <a:pt x="145" y="193"/>
                  </a:lnTo>
                  <a:lnTo>
                    <a:pt x="193" y="145"/>
                  </a:lnTo>
                  <a:lnTo>
                    <a:pt x="217" y="97"/>
                  </a:lnTo>
                  <a:lnTo>
                    <a:pt x="193" y="49"/>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1" name="Google Shape;13261;p31"/>
            <p:cNvSpPr/>
            <p:nvPr/>
          </p:nvSpPr>
          <p:spPr>
            <a:xfrm>
              <a:off x="4079000" y="1740475"/>
              <a:ext cx="4850" cy="4850"/>
            </a:xfrm>
            <a:custGeom>
              <a:avLst/>
              <a:gdLst/>
              <a:ahLst/>
              <a:cxnLst/>
              <a:rect l="l" t="t" r="r" b="b"/>
              <a:pathLst>
                <a:path w="194" h="194" extrusionOk="0">
                  <a:moveTo>
                    <a:pt x="25" y="1"/>
                  </a:moveTo>
                  <a:lnTo>
                    <a:pt x="1" y="49"/>
                  </a:lnTo>
                  <a:lnTo>
                    <a:pt x="1" y="97"/>
                  </a:lnTo>
                  <a:lnTo>
                    <a:pt x="25" y="145"/>
                  </a:lnTo>
                  <a:lnTo>
                    <a:pt x="49" y="169"/>
                  </a:lnTo>
                  <a:lnTo>
                    <a:pt x="121" y="193"/>
                  </a:lnTo>
                  <a:lnTo>
                    <a:pt x="145" y="169"/>
                  </a:lnTo>
                  <a:lnTo>
                    <a:pt x="193" y="145"/>
                  </a:lnTo>
                  <a:lnTo>
                    <a:pt x="169" y="73"/>
                  </a:lnTo>
                  <a:lnTo>
                    <a:pt x="145"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2" name="Google Shape;13262;p31"/>
            <p:cNvSpPr/>
            <p:nvPr/>
          </p:nvSpPr>
          <p:spPr>
            <a:xfrm>
              <a:off x="3797950" y="1830150"/>
              <a:ext cx="4250" cy="4850"/>
            </a:xfrm>
            <a:custGeom>
              <a:avLst/>
              <a:gdLst/>
              <a:ahLst/>
              <a:cxnLst/>
              <a:rect l="l" t="t" r="r" b="b"/>
              <a:pathLst>
                <a:path w="170" h="194" extrusionOk="0">
                  <a:moveTo>
                    <a:pt x="73" y="1"/>
                  </a:moveTo>
                  <a:lnTo>
                    <a:pt x="25" y="25"/>
                  </a:lnTo>
                  <a:lnTo>
                    <a:pt x="1" y="73"/>
                  </a:lnTo>
                  <a:lnTo>
                    <a:pt x="1" y="145"/>
                  </a:lnTo>
                  <a:lnTo>
                    <a:pt x="49" y="193"/>
                  </a:lnTo>
                  <a:lnTo>
                    <a:pt x="121" y="193"/>
                  </a:lnTo>
                  <a:lnTo>
                    <a:pt x="169" y="145"/>
                  </a:lnTo>
                  <a:lnTo>
                    <a:pt x="169" y="97"/>
                  </a:lnTo>
                  <a:lnTo>
                    <a:pt x="145"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3" name="Google Shape;13263;p31"/>
            <p:cNvSpPr/>
            <p:nvPr/>
          </p:nvSpPr>
          <p:spPr>
            <a:xfrm>
              <a:off x="3787725" y="1868075"/>
              <a:ext cx="4825" cy="4825"/>
            </a:xfrm>
            <a:custGeom>
              <a:avLst/>
              <a:gdLst/>
              <a:ahLst/>
              <a:cxnLst/>
              <a:rect l="l" t="t" r="r" b="b"/>
              <a:pathLst>
                <a:path w="193" h="193" extrusionOk="0">
                  <a:moveTo>
                    <a:pt x="97" y="0"/>
                  </a:moveTo>
                  <a:lnTo>
                    <a:pt x="24" y="24"/>
                  </a:lnTo>
                  <a:lnTo>
                    <a:pt x="0" y="48"/>
                  </a:lnTo>
                  <a:lnTo>
                    <a:pt x="0" y="72"/>
                  </a:lnTo>
                  <a:lnTo>
                    <a:pt x="0" y="121"/>
                  </a:lnTo>
                  <a:lnTo>
                    <a:pt x="24" y="145"/>
                  </a:lnTo>
                  <a:lnTo>
                    <a:pt x="48" y="169"/>
                  </a:lnTo>
                  <a:lnTo>
                    <a:pt x="97" y="193"/>
                  </a:lnTo>
                  <a:lnTo>
                    <a:pt x="169" y="169"/>
                  </a:lnTo>
                  <a:lnTo>
                    <a:pt x="193" y="121"/>
                  </a:lnTo>
                  <a:lnTo>
                    <a:pt x="169" y="48"/>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4" name="Google Shape;13264;p31"/>
            <p:cNvSpPr/>
            <p:nvPr/>
          </p:nvSpPr>
          <p:spPr>
            <a:xfrm>
              <a:off x="3950825" y="1893350"/>
              <a:ext cx="6025" cy="4825"/>
            </a:xfrm>
            <a:custGeom>
              <a:avLst/>
              <a:gdLst/>
              <a:ahLst/>
              <a:cxnLst/>
              <a:rect l="l" t="t" r="r" b="b"/>
              <a:pathLst>
                <a:path w="241" h="193" extrusionOk="0">
                  <a:moveTo>
                    <a:pt x="48" y="0"/>
                  </a:moveTo>
                  <a:lnTo>
                    <a:pt x="24" y="48"/>
                  </a:lnTo>
                  <a:lnTo>
                    <a:pt x="0" y="97"/>
                  </a:lnTo>
                  <a:lnTo>
                    <a:pt x="0" y="121"/>
                  </a:lnTo>
                  <a:lnTo>
                    <a:pt x="24" y="169"/>
                  </a:lnTo>
                  <a:lnTo>
                    <a:pt x="72" y="193"/>
                  </a:lnTo>
                  <a:lnTo>
                    <a:pt x="193" y="193"/>
                  </a:lnTo>
                  <a:lnTo>
                    <a:pt x="217" y="145"/>
                  </a:lnTo>
                  <a:lnTo>
                    <a:pt x="241" y="97"/>
                  </a:lnTo>
                  <a:lnTo>
                    <a:pt x="241" y="73"/>
                  </a:lnTo>
                  <a:lnTo>
                    <a:pt x="217" y="24"/>
                  </a:lnTo>
                  <a:lnTo>
                    <a:pt x="16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5" name="Google Shape;13265;p31"/>
            <p:cNvSpPr/>
            <p:nvPr/>
          </p:nvSpPr>
          <p:spPr>
            <a:xfrm>
              <a:off x="4059750" y="1704375"/>
              <a:ext cx="4225" cy="4825"/>
            </a:xfrm>
            <a:custGeom>
              <a:avLst/>
              <a:gdLst/>
              <a:ahLst/>
              <a:cxnLst/>
              <a:rect l="l" t="t" r="r" b="b"/>
              <a:pathLst>
                <a:path w="169" h="193" extrusionOk="0">
                  <a:moveTo>
                    <a:pt x="49" y="0"/>
                  </a:moveTo>
                  <a:lnTo>
                    <a:pt x="0" y="49"/>
                  </a:lnTo>
                  <a:lnTo>
                    <a:pt x="0" y="73"/>
                  </a:lnTo>
                  <a:lnTo>
                    <a:pt x="0" y="121"/>
                  </a:lnTo>
                  <a:lnTo>
                    <a:pt x="49" y="169"/>
                  </a:lnTo>
                  <a:lnTo>
                    <a:pt x="121" y="193"/>
                  </a:lnTo>
                  <a:lnTo>
                    <a:pt x="145" y="169"/>
                  </a:lnTo>
                  <a:lnTo>
                    <a:pt x="169" y="145"/>
                  </a:lnTo>
                  <a:lnTo>
                    <a:pt x="169" y="97"/>
                  </a:lnTo>
                  <a:lnTo>
                    <a:pt x="169" y="73"/>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6" name="Google Shape;13266;p31"/>
            <p:cNvSpPr/>
            <p:nvPr/>
          </p:nvSpPr>
          <p:spPr>
            <a:xfrm>
              <a:off x="4119925" y="1737475"/>
              <a:ext cx="5450" cy="4825"/>
            </a:xfrm>
            <a:custGeom>
              <a:avLst/>
              <a:gdLst/>
              <a:ahLst/>
              <a:cxnLst/>
              <a:rect l="l" t="t" r="r" b="b"/>
              <a:pathLst>
                <a:path w="218" h="193" extrusionOk="0">
                  <a:moveTo>
                    <a:pt x="25" y="0"/>
                  </a:moveTo>
                  <a:lnTo>
                    <a:pt x="1" y="73"/>
                  </a:lnTo>
                  <a:lnTo>
                    <a:pt x="25" y="145"/>
                  </a:lnTo>
                  <a:lnTo>
                    <a:pt x="73" y="193"/>
                  </a:lnTo>
                  <a:lnTo>
                    <a:pt x="145" y="193"/>
                  </a:lnTo>
                  <a:lnTo>
                    <a:pt x="169" y="169"/>
                  </a:lnTo>
                  <a:lnTo>
                    <a:pt x="193" y="121"/>
                  </a:lnTo>
                  <a:lnTo>
                    <a:pt x="217" y="97"/>
                  </a:lnTo>
                  <a:lnTo>
                    <a:pt x="193" y="49"/>
                  </a:lnTo>
                  <a:lnTo>
                    <a:pt x="169"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7" name="Google Shape;13267;p31"/>
            <p:cNvSpPr/>
            <p:nvPr/>
          </p:nvSpPr>
          <p:spPr>
            <a:xfrm>
              <a:off x="3847900" y="1887925"/>
              <a:ext cx="4250" cy="4250"/>
            </a:xfrm>
            <a:custGeom>
              <a:avLst/>
              <a:gdLst/>
              <a:ahLst/>
              <a:cxnLst/>
              <a:rect l="l" t="t" r="r" b="b"/>
              <a:pathLst>
                <a:path w="170" h="170" extrusionOk="0">
                  <a:moveTo>
                    <a:pt x="97" y="1"/>
                  </a:moveTo>
                  <a:lnTo>
                    <a:pt x="49" y="25"/>
                  </a:lnTo>
                  <a:lnTo>
                    <a:pt x="25" y="73"/>
                  </a:lnTo>
                  <a:lnTo>
                    <a:pt x="1" y="121"/>
                  </a:lnTo>
                  <a:lnTo>
                    <a:pt x="25" y="145"/>
                  </a:lnTo>
                  <a:lnTo>
                    <a:pt x="49" y="169"/>
                  </a:lnTo>
                  <a:lnTo>
                    <a:pt x="97" y="145"/>
                  </a:lnTo>
                  <a:lnTo>
                    <a:pt x="169" y="97"/>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8" name="Google Shape;13268;p31"/>
            <p:cNvSpPr/>
            <p:nvPr/>
          </p:nvSpPr>
          <p:spPr>
            <a:xfrm>
              <a:off x="3958650" y="1872275"/>
              <a:ext cx="4225" cy="4250"/>
            </a:xfrm>
            <a:custGeom>
              <a:avLst/>
              <a:gdLst/>
              <a:ahLst/>
              <a:cxnLst/>
              <a:rect l="l" t="t" r="r" b="b"/>
              <a:pathLst>
                <a:path w="169" h="170" extrusionOk="0">
                  <a:moveTo>
                    <a:pt x="24" y="1"/>
                  </a:moveTo>
                  <a:lnTo>
                    <a:pt x="0" y="49"/>
                  </a:lnTo>
                  <a:lnTo>
                    <a:pt x="0" y="97"/>
                  </a:lnTo>
                  <a:lnTo>
                    <a:pt x="24" y="145"/>
                  </a:lnTo>
                  <a:lnTo>
                    <a:pt x="48" y="169"/>
                  </a:lnTo>
                  <a:lnTo>
                    <a:pt x="120" y="169"/>
                  </a:lnTo>
                  <a:lnTo>
                    <a:pt x="169" y="145"/>
                  </a:lnTo>
                  <a:lnTo>
                    <a:pt x="169" y="97"/>
                  </a:lnTo>
                  <a:lnTo>
                    <a:pt x="169" y="49"/>
                  </a:lnTo>
                  <a:lnTo>
                    <a:pt x="145"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9" name="Google Shape;13269;p31"/>
            <p:cNvSpPr/>
            <p:nvPr/>
          </p:nvSpPr>
          <p:spPr>
            <a:xfrm>
              <a:off x="3953225" y="1729650"/>
              <a:ext cx="3625" cy="4850"/>
            </a:xfrm>
            <a:custGeom>
              <a:avLst/>
              <a:gdLst/>
              <a:ahLst/>
              <a:cxnLst/>
              <a:rect l="l" t="t" r="r" b="b"/>
              <a:pathLst>
                <a:path w="145" h="194" extrusionOk="0">
                  <a:moveTo>
                    <a:pt x="73" y="0"/>
                  </a:moveTo>
                  <a:lnTo>
                    <a:pt x="0" y="25"/>
                  </a:lnTo>
                  <a:lnTo>
                    <a:pt x="25" y="145"/>
                  </a:lnTo>
                  <a:lnTo>
                    <a:pt x="73" y="169"/>
                  </a:lnTo>
                  <a:lnTo>
                    <a:pt x="97" y="193"/>
                  </a:lnTo>
                  <a:lnTo>
                    <a:pt x="121" y="169"/>
                  </a:lnTo>
                  <a:lnTo>
                    <a:pt x="145" y="145"/>
                  </a:lnTo>
                  <a:lnTo>
                    <a:pt x="145" y="121"/>
                  </a:lnTo>
                  <a:lnTo>
                    <a:pt x="145" y="73"/>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0" name="Google Shape;13270;p31"/>
            <p:cNvSpPr/>
            <p:nvPr/>
          </p:nvSpPr>
          <p:spPr>
            <a:xfrm>
              <a:off x="3754025" y="1652625"/>
              <a:ext cx="4825" cy="4225"/>
            </a:xfrm>
            <a:custGeom>
              <a:avLst/>
              <a:gdLst/>
              <a:ahLst/>
              <a:cxnLst/>
              <a:rect l="l" t="t" r="r" b="b"/>
              <a:pathLst>
                <a:path w="193" h="169" extrusionOk="0">
                  <a:moveTo>
                    <a:pt x="72" y="0"/>
                  </a:moveTo>
                  <a:lnTo>
                    <a:pt x="48" y="24"/>
                  </a:lnTo>
                  <a:lnTo>
                    <a:pt x="0" y="72"/>
                  </a:lnTo>
                  <a:lnTo>
                    <a:pt x="0" y="96"/>
                  </a:lnTo>
                  <a:lnTo>
                    <a:pt x="24" y="120"/>
                  </a:lnTo>
                  <a:lnTo>
                    <a:pt x="72" y="145"/>
                  </a:lnTo>
                  <a:lnTo>
                    <a:pt x="96" y="169"/>
                  </a:lnTo>
                  <a:lnTo>
                    <a:pt x="169" y="120"/>
                  </a:lnTo>
                  <a:lnTo>
                    <a:pt x="193" y="96"/>
                  </a:lnTo>
                  <a:lnTo>
                    <a:pt x="193" y="48"/>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1" name="Google Shape;13271;p31"/>
            <p:cNvSpPr/>
            <p:nvPr/>
          </p:nvSpPr>
          <p:spPr>
            <a:xfrm>
              <a:off x="3958050" y="1772375"/>
              <a:ext cx="4225" cy="5450"/>
            </a:xfrm>
            <a:custGeom>
              <a:avLst/>
              <a:gdLst/>
              <a:ahLst/>
              <a:cxnLst/>
              <a:rect l="l" t="t" r="r" b="b"/>
              <a:pathLst>
                <a:path w="169" h="218" extrusionOk="0">
                  <a:moveTo>
                    <a:pt x="72" y="1"/>
                  </a:moveTo>
                  <a:lnTo>
                    <a:pt x="24" y="25"/>
                  </a:lnTo>
                  <a:lnTo>
                    <a:pt x="0" y="73"/>
                  </a:lnTo>
                  <a:lnTo>
                    <a:pt x="0" y="145"/>
                  </a:lnTo>
                  <a:lnTo>
                    <a:pt x="24" y="193"/>
                  </a:lnTo>
                  <a:lnTo>
                    <a:pt x="72" y="217"/>
                  </a:lnTo>
                  <a:lnTo>
                    <a:pt x="120" y="217"/>
                  </a:lnTo>
                  <a:lnTo>
                    <a:pt x="169" y="169"/>
                  </a:lnTo>
                  <a:lnTo>
                    <a:pt x="144" y="73"/>
                  </a:lnTo>
                  <a:lnTo>
                    <a:pt x="120" y="49"/>
                  </a:lnTo>
                  <a:lnTo>
                    <a:pt x="96"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2" name="Google Shape;13272;p31"/>
            <p:cNvSpPr/>
            <p:nvPr/>
          </p:nvSpPr>
          <p:spPr>
            <a:xfrm>
              <a:off x="3844300" y="1685725"/>
              <a:ext cx="6025" cy="4225"/>
            </a:xfrm>
            <a:custGeom>
              <a:avLst/>
              <a:gdLst/>
              <a:ahLst/>
              <a:cxnLst/>
              <a:rect l="l" t="t" r="r" b="b"/>
              <a:pathLst>
                <a:path w="241" h="169" extrusionOk="0">
                  <a:moveTo>
                    <a:pt x="72" y="0"/>
                  </a:moveTo>
                  <a:lnTo>
                    <a:pt x="48" y="24"/>
                  </a:lnTo>
                  <a:lnTo>
                    <a:pt x="0" y="72"/>
                  </a:lnTo>
                  <a:lnTo>
                    <a:pt x="48" y="120"/>
                  </a:lnTo>
                  <a:lnTo>
                    <a:pt x="72" y="169"/>
                  </a:lnTo>
                  <a:lnTo>
                    <a:pt x="169" y="169"/>
                  </a:lnTo>
                  <a:lnTo>
                    <a:pt x="193" y="145"/>
                  </a:lnTo>
                  <a:lnTo>
                    <a:pt x="217" y="120"/>
                  </a:lnTo>
                  <a:lnTo>
                    <a:pt x="241" y="72"/>
                  </a:lnTo>
                  <a:lnTo>
                    <a:pt x="217" y="48"/>
                  </a:lnTo>
                  <a:lnTo>
                    <a:pt x="169"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3" name="Google Shape;13273;p31"/>
            <p:cNvSpPr/>
            <p:nvPr/>
          </p:nvSpPr>
          <p:spPr>
            <a:xfrm>
              <a:off x="4053725" y="1936675"/>
              <a:ext cx="3650" cy="4850"/>
            </a:xfrm>
            <a:custGeom>
              <a:avLst/>
              <a:gdLst/>
              <a:ahLst/>
              <a:cxnLst/>
              <a:rect l="l" t="t" r="r" b="b"/>
              <a:pathLst>
                <a:path w="146" h="194" extrusionOk="0">
                  <a:moveTo>
                    <a:pt x="49" y="1"/>
                  </a:moveTo>
                  <a:lnTo>
                    <a:pt x="25" y="25"/>
                  </a:lnTo>
                  <a:lnTo>
                    <a:pt x="1" y="49"/>
                  </a:lnTo>
                  <a:lnTo>
                    <a:pt x="1" y="73"/>
                  </a:lnTo>
                  <a:lnTo>
                    <a:pt x="1" y="121"/>
                  </a:lnTo>
                  <a:lnTo>
                    <a:pt x="49" y="193"/>
                  </a:lnTo>
                  <a:lnTo>
                    <a:pt x="97" y="193"/>
                  </a:lnTo>
                  <a:lnTo>
                    <a:pt x="145" y="169"/>
                  </a:lnTo>
                  <a:lnTo>
                    <a:pt x="145" y="145"/>
                  </a:lnTo>
                  <a:lnTo>
                    <a:pt x="145" y="97"/>
                  </a:lnTo>
                  <a:lnTo>
                    <a:pt x="145" y="49"/>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4" name="Google Shape;13274;p31"/>
            <p:cNvSpPr/>
            <p:nvPr/>
          </p:nvSpPr>
          <p:spPr>
            <a:xfrm>
              <a:off x="4187325" y="1902975"/>
              <a:ext cx="4250" cy="4850"/>
            </a:xfrm>
            <a:custGeom>
              <a:avLst/>
              <a:gdLst/>
              <a:ahLst/>
              <a:cxnLst/>
              <a:rect l="l" t="t" r="r" b="b"/>
              <a:pathLst>
                <a:path w="170" h="194" extrusionOk="0">
                  <a:moveTo>
                    <a:pt x="97" y="1"/>
                  </a:moveTo>
                  <a:lnTo>
                    <a:pt x="49" y="25"/>
                  </a:lnTo>
                  <a:lnTo>
                    <a:pt x="25" y="49"/>
                  </a:lnTo>
                  <a:lnTo>
                    <a:pt x="1" y="73"/>
                  </a:lnTo>
                  <a:lnTo>
                    <a:pt x="1" y="145"/>
                  </a:lnTo>
                  <a:lnTo>
                    <a:pt x="25" y="169"/>
                  </a:lnTo>
                  <a:lnTo>
                    <a:pt x="49" y="193"/>
                  </a:lnTo>
                  <a:lnTo>
                    <a:pt x="121" y="169"/>
                  </a:lnTo>
                  <a:lnTo>
                    <a:pt x="169" y="145"/>
                  </a:lnTo>
                  <a:lnTo>
                    <a:pt x="169"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5" name="Google Shape;13275;p31"/>
            <p:cNvSpPr/>
            <p:nvPr/>
          </p:nvSpPr>
          <p:spPr>
            <a:xfrm>
              <a:off x="4154850" y="1909000"/>
              <a:ext cx="4825" cy="4825"/>
            </a:xfrm>
            <a:custGeom>
              <a:avLst/>
              <a:gdLst/>
              <a:ahLst/>
              <a:cxnLst/>
              <a:rect l="l" t="t" r="r" b="b"/>
              <a:pathLst>
                <a:path w="193" h="193" extrusionOk="0">
                  <a:moveTo>
                    <a:pt x="72" y="0"/>
                  </a:moveTo>
                  <a:lnTo>
                    <a:pt x="48" y="24"/>
                  </a:lnTo>
                  <a:lnTo>
                    <a:pt x="24" y="48"/>
                  </a:lnTo>
                  <a:lnTo>
                    <a:pt x="0" y="97"/>
                  </a:lnTo>
                  <a:lnTo>
                    <a:pt x="24" y="121"/>
                  </a:lnTo>
                  <a:lnTo>
                    <a:pt x="96" y="193"/>
                  </a:lnTo>
                  <a:lnTo>
                    <a:pt x="120" y="193"/>
                  </a:lnTo>
                  <a:lnTo>
                    <a:pt x="169" y="169"/>
                  </a:lnTo>
                  <a:lnTo>
                    <a:pt x="193" y="145"/>
                  </a:lnTo>
                  <a:lnTo>
                    <a:pt x="193" y="97"/>
                  </a:lnTo>
                  <a:lnTo>
                    <a:pt x="169" y="72"/>
                  </a:lnTo>
                  <a:lnTo>
                    <a:pt x="144"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6" name="Google Shape;13276;p31"/>
            <p:cNvSpPr/>
            <p:nvPr/>
          </p:nvSpPr>
          <p:spPr>
            <a:xfrm>
              <a:off x="3933975" y="1667650"/>
              <a:ext cx="5425" cy="4250"/>
            </a:xfrm>
            <a:custGeom>
              <a:avLst/>
              <a:gdLst/>
              <a:ahLst/>
              <a:cxnLst/>
              <a:rect l="l" t="t" r="r" b="b"/>
              <a:pathLst>
                <a:path w="217" h="170" extrusionOk="0">
                  <a:moveTo>
                    <a:pt x="169" y="1"/>
                  </a:moveTo>
                  <a:lnTo>
                    <a:pt x="48" y="49"/>
                  </a:lnTo>
                  <a:lnTo>
                    <a:pt x="0" y="97"/>
                  </a:lnTo>
                  <a:lnTo>
                    <a:pt x="0" y="121"/>
                  </a:lnTo>
                  <a:lnTo>
                    <a:pt x="0" y="145"/>
                  </a:lnTo>
                  <a:lnTo>
                    <a:pt x="72" y="169"/>
                  </a:lnTo>
                  <a:lnTo>
                    <a:pt x="120" y="145"/>
                  </a:lnTo>
                  <a:lnTo>
                    <a:pt x="169" y="121"/>
                  </a:lnTo>
                  <a:lnTo>
                    <a:pt x="217" y="73"/>
                  </a:lnTo>
                  <a:lnTo>
                    <a:pt x="16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7" name="Google Shape;13277;p31"/>
            <p:cNvSpPr/>
            <p:nvPr/>
          </p:nvSpPr>
          <p:spPr>
            <a:xfrm>
              <a:off x="4008000" y="1848200"/>
              <a:ext cx="4825" cy="4250"/>
            </a:xfrm>
            <a:custGeom>
              <a:avLst/>
              <a:gdLst/>
              <a:ahLst/>
              <a:cxnLst/>
              <a:rect l="l" t="t" r="r" b="b"/>
              <a:pathLst>
                <a:path w="193" h="170" extrusionOk="0">
                  <a:moveTo>
                    <a:pt x="48" y="1"/>
                  </a:moveTo>
                  <a:lnTo>
                    <a:pt x="0" y="49"/>
                  </a:lnTo>
                  <a:lnTo>
                    <a:pt x="0" y="97"/>
                  </a:lnTo>
                  <a:lnTo>
                    <a:pt x="24" y="121"/>
                  </a:lnTo>
                  <a:lnTo>
                    <a:pt x="48" y="145"/>
                  </a:lnTo>
                  <a:lnTo>
                    <a:pt x="96" y="169"/>
                  </a:lnTo>
                  <a:lnTo>
                    <a:pt x="169" y="145"/>
                  </a:lnTo>
                  <a:lnTo>
                    <a:pt x="193" y="121"/>
                  </a:lnTo>
                  <a:lnTo>
                    <a:pt x="193" y="97"/>
                  </a:lnTo>
                  <a:lnTo>
                    <a:pt x="169" y="25"/>
                  </a:lnTo>
                  <a:lnTo>
                    <a:pt x="120"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8" name="Google Shape;13278;p31"/>
            <p:cNvSpPr/>
            <p:nvPr/>
          </p:nvSpPr>
          <p:spPr>
            <a:xfrm>
              <a:off x="3826225" y="1930050"/>
              <a:ext cx="4250" cy="4250"/>
            </a:xfrm>
            <a:custGeom>
              <a:avLst/>
              <a:gdLst/>
              <a:ahLst/>
              <a:cxnLst/>
              <a:rect l="l" t="t" r="r" b="b"/>
              <a:pathLst>
                <a:path w="170" h="170" extrusionOk="0">
                  <a:moveTo>
                    <a:pt x="25" y="1"/>
                  </a:moveTo>
                  <a:lnTo>
                    <a:pt x="1" y="25"/>
                  </a:lnTo>
                  <a:lnTo>
                    <a:pt x="1" y="49"/>
                  </a:lnTo>
                  <a:lnTo>
                    <a:pt x="1" y="97"/>
                  </a:lnTo>
                  <a:lnTo>
                    <a:pt x="49" y="145"/>
                  </a:lnTo>
                  <a:lnTo>
                    <a:pt x="97" y="169"/>
                  </a:lnTo>
                  <a:lnTo>
                    <a:pt x="121" y="169"/>
                  </a:lnTo>
                  <a:lnTo>
                    <a:pt x="169" y="121"/>
                  </a:lnTo>
                  <a:lnTo>
                    <a:pt x="169" y="73"/>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9" name="Google Shape;13279;p31"/>
            <p:cNvSpPr/>
            <p:nvPr/>
          </p:nvSpPr>
          <p:spPr>
            <a:xfrm>
              <a:off x="3862350" y="1987225"/>
              <a:ext cx="4825" cy="4250"/>
            </a:xfrm>
            <a:custGeom>
              <a:avLst/>
              <a:gdLst/>
              <a:ahLst/>
              <a:cxnLst/>
              <a:rect l="l" t="t" r="r" b="b"/>
              <a:pathLst>
                <a:path w="193" h="170" extrusionOk="0">
                  <a:moveTo>
                    <a:pt x="121" y="1"/>
                  </a:moveTo>
                  <a:lnTo>
                    <a:pt x="49" y="25"/>
                  </a:lnTo>
                  <a:lnTo>
                    <a:pt x="24" y="49"/>
                  </a:lnTo>
                  <a:lnTo>
                    <a:pt x="0" y="73"/>
                  </a:lnTo>
                  <a:lnTo>
                    <a:pt x="24" y="121"/>
                  </a:lnTo>
                  <a:lnTo>
                    <a:pt x="73" y="169"/>
                  </a:lnTo>
                  <a:lnTo>
                    <a:pt x="121" y="169"/>
                  </a:lnTo>
                  <a:lnTo>
                    <a:pt x="145" y="145"/>
                  </a:lnTo>
                  <a:lnTo>
                    <a:pt x="193" y="121"/>
                  </a:lnTo>
                  <a:lnTo>
                    <a:pt x="193" y="97"/>
                  </a:lnTo>
                  <a:lnTo>
                    <a:pt x="169"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0" name="Google Shape;13280;p31"/>
            <p:cNvSpPr/>
            <p:nvPr/>
          </p:nvSpPr>
          <p:spPr>
            <a:xfrm>
              <a:off x="4260150" y="1829550"/>
              <a:ext cx="4250" cy="4850"/>
            </a:xfrm>
            <a:custGeom>
              <a:avLst/>
              <a:gdLst/>
              <a:ahLst/>
              <a:cxnLst/>
              <a:rect l="l" t="t" r="r" b="b"/>
              <a:pathLst>
                <a:path w="170" h="194" extrusionOk="0">
                  <a:moveTo>
                    <a:pt x="49" y="1"/>
                  </a:moveTo>
                  <a:lnTo>
                    <a:pt x="1" y="49"/>
                  </a:lnTo>
                  <a:lnTo>
                    <a:pt x="1" y="73"/>
                  </a:lnTo>
                  <a:lnTo>
                    <a:pt x="1" y="121"/>
                  </a:lnTo>
                  <a:lnTo>
                    <a:pt x="25" y="169"/>
                  </a:lnTo>
                  <a:lnTo>
                    <a:pt x="49" y="193"/>
                  </a:lnTo>
                  <a:lnTo>
                    <a:pt x="73" y="193"/>
                  </a:lnTo>
                  <a:lnTo>
                    <a:pt x="145" y="169"/>
                  </a:lnTo>
                  <a:lnTo>
                    <a:pt x="169" y="121"/>
                  </a:lnTo>
                  <a:lnTo>
                    <a:pt x="169" y="73"/>
                  </a:lnTo>
                  <a:lnTo>
                    <a:pt x="145"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1" name="Google Shape;13281;p31"/>
            <p:cNvSpPr/>
            <p:nvPr/>
          </p:nvSpPr>
          <p:spPr>
            <a:xfrm>
              <a:off x="3937575" y="1859050"/>
              <a:ext cx="4250" cy="4825"/>
            </a:xfrm>
            <a:custGeom>
              <a:avLst/>
              <a:gdLst/>
              <a:ahLst/>
              <a:cxnLst/>
              <a:rect l="l" t="t" r="r" b="b"/>
              <a:pathLst>
                <a:path w="170" h="193" extrusionOk="0">
                  <a:moveTo>
                    <a:pt x="97" y="0"/>
                  </a:moveTo>
                  <a:lnTo>
                    <a:pt x="49" y="24"/>
                  </a:lnTo>
                  <a:lnTo>
                    <a:pt x="1" y="72"/>
                  </a:lnTo>
                  <a:lnTo>
                    <a:pt x="1" y="145"/>
                  </a:lnTo>
                  <a:lnTo>
                    <a:pt x="1" y="169"/>
                  </a:lnTo>
                  <a:lnTo>
                    <a:pt x="25" y="193"/>
                  </a:lnTo>
                  <a:lnTo>
                    <a:pt x="121" y="193"/>
                  </a:lnTo>
                  <a:lnTo>
                    <a:pt x="169" y="121"/>
                  </a:lnTo>
                  <a:lnTo>
                    <a:pt x="169" y="72"/>
                  </a:lnTo>
                  <a:lnTo>
                    <a:pt x="145"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2" name="Google Shape;13282;p31"/>
            <p:cNvSpPr/>
            <p:nvPr/>
          </p:nvSpPr>
          <p:spPr>
            <a:xfrm>
              <a:off x="3814800" y="2020925"/>
              <a:ext cx="3025" cy="3050"/>
            </a:xfrm>
            <a:custGeom>
              <a:avLst/>
              <a:gdLst/>
              <a:ahLst/>
              <a:cxnLst/>
              <a:rect l="l" t="t" r="r" b="b"/>
              <a:pathLst>
                <a:path w="121" h="122" extrusionOk="0">
                  <a:moveTo>
                    <a:pt x="73" y="1"/>
                  </a:moveTo>
                  <a:lnTo>
                    <a:pt x="25" y="25"/>
                  </a:lnTo>
                  <a:lnTo>
                    <a:pt x="1" y="73"/>
                  </a:lnTo>
                  <a:lnTo>
                    <a:pt x="25" y="121"/>
                  </a:lnTo>
                  <a:lnTo>
                    <a:pt x="97" y="121"/>
                  </a:lnTo>
                  <a:lnTo>
                    <a:pt x="121" y="97"/>
                  </a:lnTo>
                  <a:lnTo>
                    <a:pt x="121" y="73"/>
                  </a:lnTo>
                  <a:lnTo>
                    <a:pt x="97"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3" name="Google Shape;13283;p31"/>
            <p:cNvSpPr/>
            <p:nvPr/>
          </p:nvSpPr>
          <p:spPr>
            <a:xfrm>
              <a:off x="4011600" y="1646600"/>
              <a:ext cx="3025" cy="3025"/>
            </a:xfrm>
            <a:custGeom>
              <a:avLst/>
              <a:gdLst/>
              <a:ahLst/>
              <a:cxnLst/>
              <a:rect l="l" t="t" r="r" b="b"/>
              <a:pathLst>
                <a:path w="121" h="121" extrusionOk="0">
                  <a:moveTo>
                    <a:pt x="49" y="0"/>
                  </a:moveTo>
                  <a:lnTo>
                    <a:pt x="1" y="49"/>
                  </a:lnTo>
                  <a:lnTo>
                    <a:pt x="25" y="73"/>
                  </a:lnTo>
                  <a:lnTo>
                    <a:pt x="25" y="121"/>
                  </a:lnTo>
                  <a:lnTo>
                    <a:pt x="97" y="121"/>
                  </a:lnTo>
                  <a:lnTo>
                    <a:pt x="121" y="97"/>
                  </a:lnTo>
                  <a:lnTo>
                    <a:pt x="121" y="73"/>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4" name="Google Shape;13284;p31"/>
            <p:cNvSpPr/>
            <p:nvPr/>
          </p:nvSpPr>
          <p:spPr>
            <a:xfrm>
              <a:off x="3860550" y="1594250"/>
              <a:ext cx="4825" cy="4225"/>
            </a:xfrm>
            <a:custGeom>
              <a:avLst/>
              <a:gdLst/>
              <a:ahLst/>
              <a:cxnLst/>
              <a:rect l="l" t="t" r="r" b="b"/>
              <a:pathLst>
                <a:path w="193" h="169" extrusionOk="0">
                  <a:moveTo>
                    <a:pt x="121" y="0"/>
                  </a:moveTo>
                  <a:lnTo>
                    <a:pt x="48" y="48"/>
                  </a:lnTo>
                  <a:lnTo>
                    <a:pt x="24" y="72"/>
                  </a:lnTo>
                  <a:lnTo>
                    <a:pt x="0" y="120"/>
                  </a:lnTo>
                  <a:lnTo>
                    <a:pt x="24" y="169"/>
                  </a:lnTo>
                  <a:lnTo>
                    <a:pt x="48" y="169"/>
                  </a:lnTo>
                  <a:lnTo>
                    <a:pt x="145" y="144"/>
                  </a:lnTo>
                  <a:lnTo>
                    <a:pt x="169" y="120"/>
                  </a:lnTo>
                  <a:lnTo>
                    <a:pt x="193" y="72"/>
                  </a:lnTo>
                  <a:lnTo>
                    <a:pt x="193" y="24"/>
                  </a:lnTo>
                  <a:lnTo>
                    <a:pt x="14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5" name="Google Shape;13285;p31"/>
            <p:cNvSpPr/>
            <p:nvPr/>
          </p:nvSpPr>
          <p:spPr>
            <a:xfrm>
              <a:off x="3921325" y="1634550"/>
              <a:ext cx="3625" cy="3650"/>
            </a:xfrm>
            <a:custGeom>
              <a:avLst/>
              <a:gdLst/>
              <a:ahLst/>
              <a:cxnLst/>
              <a:rect l="l" t="t" r="r" b="b"/>
              <a:pathLst>
                <a:path w="145" h="146" extrusionOk="0">
                  <a:moveTo>
                    <a:pt x="73" y="1"/>
                  </a:moveTo>
                  <a:lnTo>
                    <a:pt x="25" y="25"/>
                  </a:lnTo>
                  <a:lnTo>
                    <a:pt x="1" y="73"/>
                  </a:lnTo>
                  <a:lnTo>
                    <a:pt x="25" y="97"/>
                  </a:lnTo>
                  <a:lnTo>
                    <a:pt x="73" y="145"/>
                  </a:lnTo>
                  <a:lnTo>
                    <a:pt x="121" y="121"/>
                  </a:lnTo>
                  <a:lnTo>
                    <a:pt x="145" y="73"/>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6" name="Google Shape;13286;p31"/>
            <p:cNvSpPr/>
            <p:nvPr/>
          </p:nvSpPr>
          <p:spPr>
            <a:xfrm>
              <a:off x="3879200" y="1621325"/>
              <a:ext cx="3625" cy="3025"/>
            </a:xfrm>
            <a:custGeom>
              <a:avLst/>
              <a:gdLst/>
              <a:ahLst/>
              <a:cxnLst/>
              <a:rect l="l" t="t" r="r" b="b"/>
              <a:pathLst>
                <a:path w="145" h="121" extrusionOk="0">
                  <a:moveTo>
                    <a:pt x="25" y="0"/>
                  </a:moveTo>
                  <a:lnTo>
                    <a:pt x="0" y="24"/>
                  </a:lnTo>
                  <a:lnTo>
                    <a:pt x="0" y="48"/>
                  </a:lnTo>
                  <a:lnTo>
                    <a:pt x="0" y="97"/>
                  </a:lnTo>
                  <a:lnTo>
                    <a:pt x="49" y="121"/>
                  </a:lnTo>
                  <a:lnTo>
                    <a:pt x="121" y="121"/>
                  </a:lnTo>
                  <a:lnTo>
                    <a:pt x="145" y="97"/>
                  </a:lnTo>
                  <a:lnTo>
                    <a:pt x="145" y="48"/>
                  </a:lnTo>
                  <a:lnTo>
                    <a:pt x="121"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7" name="Google Shape;13287;p31"/>
            <p:cNvSpPr/>
            <p:nvPr/>
          </p:nvSpPr>
          <p:spPr>
            <a:xfrm>
              <a:off x="4068175" y="1696550"/>
              <a:ext cx="3625" cy="3025"/>
            </a:xfrm>
            <a:custGeom>
              <a:avLst/>
              <a:gdLst/>
              <a:ahLst/>
              <a:cxnLst/>
              <a:rect l="l" t="t" r="r" b="b"/>
              <a:pathLst>
                <a:path w="145" h="121" extrusionOk="0">
                  <a:moveTo>
                    <a:pt x="49" y="0"/>
                  </a:moveTo>
                  <a:lnTo>
                    <a:pt x="0" y="25"/>
                  </a:lnTo>
                  <a:lnTo>
                    <a:pt x="0" y="49"/>
                  </a:lnTo>
                  <a:lnTo>
                    <a:pt x="0" y="73"/>
                  </a:lnTo>
                  <a:lnTo>
                    <a:pt x="25" y="121"/>
                  </a:lnTo>
                  <a:lnTo>
                    <a:pt x="121" y="121"/>
                  </a:lnTo>
                  <a:lnTo>
                    <a:pt x="121" y="73"/>
                  </a:lnTo>
                  <a:lnTo>
                    <a:pt x="145" y="49"/>
                  </a:lnTo>
                  <a:lnTo>
                    <a:pt x="12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8" name="Google Shape;13288;p31"/>
            <p:cNvSpPr/>
            <p:nvPr/>
          </p:nvSpPr>
          <p:spPr>
            <a:xfrm>
              <a:off x="4148225" y="1742275"/>
              <a:ext cx="3025" cy="3650"/>
            </a:xfrm>
            <a:custGeom>
              <a:avLst/>
              <a:gdLst/>
              <a:ahLst/>
              <a:cxnLst/>
              <a:rect l="l" t="t" r="r" b="b"/>
              <a:pathLst>
                <a:path w="121" h="146" extrusionOk="0">
                  <a:moveTo>
                    <a:pt x="72" y="1"/>
                  </a:moveTo>
                  <a:lnTo>
                    <a:pt x="24" y="49"/>
                  </a:lnTo>
                  <a:lnTo>
                    <a:pt x="0" y="97"/>
                  </a:lnTo>
                  <a:lnTo>
                    <a:pt x="24" y="121"/>
                  </a:lnTo>
                  <a:lnTo>
                    <a:pt x="48" y="145"/>
                  </a:lnTo>
                  <a:lnTo>
                    <a:pt x="72" y="145"/>
                  </a:lnTo>
                  <a:lnTo>
                    <a:pt x="121" y="97"/>
                  </a:lnTo>
                  <a:lnTo>
                    <a:pt x="121" y="49"/>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9" name="Google Shape;13289;p31"/>
            <p:cNvSpPr/>
            <p:nvPr/>
          </p:nvSpPr>
          <p:spPr>
            <a:xfrm>
              <a:off x="3849700" y="1624325"/>
              <a:ext cx="2450" cy="2425"/>
            </a:xfrm>
            <a:custGeom>
              <a:avLst/>
              <a:gdLst/>
              <a:ahLst/>
              <a:cxnLst/>
              <a:rect l="l" t="t" r="r" b="b"/>
              <a:pathLst>
                <a:path w="98" h="97" extrusionOk="0">
                  <a:moveTo>
                    <a:pt x="25" y="1"/>
                  </a:moveTo>
                  <a:lnTo>
                    <a:pt x="1" y="25"/>
                  </a:lnTo>
                  <a:lnTo>
                    <a:pt x="1" y="49"/>
                  </a:lnTo>
                  <a:lnTo>
                    <a:pt x="25" y="73"/>
                  </a:lnTo>
                  <a:lnTo>
                    <a:pt x="49" y="97"/>
                  </a:lnTo>
                  <a:lnTo>
                    <a:pt x="97" y="73"/>
                  </a:lnTo>
                  <a:lnTo>
                    <a:pt x="97"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0" name="Google Shape;13290;p31"/>
            <p:cNvSpPr/>
            <p:nvPr/>
          </p:nvSpPr>
          <p:spPr>
            <a:xfrm>
              <a:off x="3950225" y="1702575"/>
              <a:ext cx="3625" cy="3025"/>
            </a:xfrm>
            <a:custGeom>
              <a:avLst/>
              <a:gdLst/>
              <a:ahLst/>
              <a:cxnLst/>
              <a:rect l="l" t="t" r="r" b="b"/>
              <a:pathLst>
                <a:path w="145" h="121" extrusionOk="0">
                  <a:moveTo>
                    <a:pt x="24" y="0"/>
                  </a:moveTo>
                  <a:lnTo>
                    <a:pt x="0" y="24"/>
                  </a:lnTo>
                  <a:lnTo>
                    <a:pt x="0" y="72"/>
                  </a:lnTo>
                  <a:lnTo>
                    <a:pt x="24" y="96"/>
                  </a:lnTo>
                  <a:lnTo>
                    <a:pt x="48" y="121"/>
                  </a:lnTo>
                  <a:lnTo>
                    <a:pt x="72" y="121"/>
                  </a:lnTo>
                  <a:lnTo>
                    <a:pt x="96" y="96"/>
                  </a:lnTo>
                  <a:lnTo>
                    <a:pt x="145" y="72"/>
                  </a:lnTo>
                  <a:lnTo>
                    <a:pt x="145" y="48"/>
                  </a:lnTo>
                  <a:lnTo>
                    <a:pt x="120"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1" name="Google Shape;13291;p31"/>
            <p:cNvSpPr/>
            <p:nvPr/>
          </p:nvSpPr>
          <p:spPr>
            <a:xfrm>
              <a:off x="4100675" y="1780200"/>
              <a:ext cx="3025" cy="2425"/>
            </a:xfrm>
            <a:custGeom>
              <a:avLst/>
              <a:gdLst/>
              <a:ahLst/>
              <a:cxnLst/>
              <a:rect l="l" t="t" r="r" b="b"/>
              <a:pathLst>
                <a:path w="121" h="97" extrusionOk="0">
                  <a:moveTo>
                    <a:pt x="24" y="1"/>
                  </a:moveTo>
                  <a:lnTo>
                    <a:pt x="0" y="49"/>
                  </a:lnTo>
                  <a:lnTo>
                    <a:pt x="73" y="97"/>
                  </a:lnTo>
                  <a:lnTo>
                    <a:pt x="97" y="73"/>
                  </a:lnTo>
                  <a:lnTo>
                    <a:pt x="121" y="49"/>
                  </a:lnTo>
                  <a:lnTo>
                    <a:pt x="97"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2" name="Google Shape;13292;p31"/>
            <p:cNvSpPr/>
            <p:nvPr/>
          </p:nvSpPr>
          <p:spPr>
            <a:xfrm>
              <a:off x="3924325" y="1720025"/>
              <a:ext cx="3050" cy="2425"/>
            </a:xfrm>
            <a:custGeom>
              <a:avLst/>
              <a:gdLst/>
              <a:ahLst/>
              <a:cxnLst/>
              <a:rect l="l" t="t" r="r" b="b"/>
              <a:pathLst>
                <a:path w="122" h="97" extrusionOk="0">
                  <a:moveTo>
                    <a:pt x="25" y="0"/>
                  </a:moveTo>
                  <a:lnTo>
                    <a:pt x="1" y="24"/>
                  </a:lnTo>
                  <a:lnTo>
                    <a:pt x="1" y="48"/>
                  </a:lnTo>
                  <a:lnTo>
                    <a:pt x="49" y="97"/>
                  </a:lnTo>
                  <a:lnTo>
                    <a:pt x="73" y="97"/>
                  </a:lnTo>
                  <a:lnTo>
                    <a:pt x="121" y="73"/>
                  </a:lnTo>
                  <a:lnTo>
                    <a:pt x="97" y="48"/>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3" name="Google Shape;13293;p31"/>
            <p:cNvSpPr/>
            <p:nvPr/>
          </p:nvSpPr>
          <p:spPr>
            <a:xfrm>
              <a:off x="4030850" y="1769375"/>
              <a:ext cx="3050" cy="3025"/>
            </a:xfrm>
            <a:custGeom>
              <a:avLst/>
              <a:gdLst/>
              <a:ahLst/>
              <a:cxnLst/>
              <a:rect l="l" t="t" r="r" b="b"/>
              <a:pathLst>
                <a:path w="122" h="121" extrusionOk="0">
                  <a:moveTo>
                    <a:pt x="25" y="0"/>
                  </a:moveTo>
                  <a:lnTo>
                    <a:pt x="1" y="24"/>
                  </a:lnTo>
                  <a:lnTo>
                    <a:pt x="1" y="73"/>
                  </a:lnTo>
                  <a:lnTo>
                    <a:pt x="25" y="97"/>
                  </a:lnTo>
                  <a:lnTo>
                    <a:pt x="73" y="121"/>
                  </a:lnTo>
                  <a:lnTo>
                    <a:pt x="97" y="97"/>
                  </a:lnTo>
                  <a:lnTo>
                    <a:pt x="121" y="73"/>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4" name="Google Shape;13294;p31"/>
            <p:cNvSpPr/>
            <p:nvPr/>
          </p:nvSpPr>
          <p:spPr>
            <a:xfrm>
              <a:off x="3749800" y="1665250"/>
              <a:ext cx="3650" cy="3025"/>
            </a:xfrm>
            <a:custGeom>
              <a:avLst/>
              <a:gdLst/>
              <a:ahLst/>
              <a:cxnLst/>
              <a:rect l="l" t="t" r="r" b="b"/>
              <a:pathLst>
                <a:path w="146" h="121" extrusionOk="0">
                  <a:moveTo>
                    <a:pt x="25" y="1"/>
                  </a:moveTo>
                  <a:lnTo>
                    <a:pt x="1" y="25"/>
                  </a:lnTo>
                  <a:lnTo>
                    <a:pt x="1" y="73"/>
                  </a:lnTo>
                  <a:lnTo>
                    <a:pt x="1" y="121"/>
                  </a:lnTo>
                  <a:lnTo>
                    <a:pt x="49" y="121"/>
                  </a:lnTo>
                  <a:lnTo>
                    <a:pt x="121" y="97"/>
                  </a:lnTo>
                  <a:lnTo>
                    <a:pt x="145" y="73"/>
                  </a:lnTo>
                  <a:lnTo>
                    <a:pt x="121"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5" name="Google Shape;13295;p31"/>
            <p:cNvSpPr/>
            <p:nvPr/>
          </p:nvSpPr>
          <p:spPr>
            <a:xfrm>
              <a:off x="4201175" y="1848200"/>
              <a:ext cx="3650" cy="3050"/>
            </a:xfrm>
            <a:custGeom>
              <a:avLst/>
              <a:gdLst/>
              <a:ahLst/>
              <a:cxnLst/>
              <a:rect l="l" t="t" r="r" b="b"/>
              <a:pathLst>
                <a:path w="146" h="122" extrusionOk="0">
                  <a:moveTo>
                    <a:pt x="25" y="1"/>
                  </a:moveTo>
                  <a:lnTo>
                    <a:pt x="1" y="25"/>
                  </a:lnTo>
                  <a:lnTo>
                    <a:pt x="1" y="49"/>
                  </a:lnTo>
                  <a:lnTo>
                    <a:pt x="25" y="97"/>
                  </a:lnTo>
                  <a:lnTo>
                    <a:pt x="73" y="121"/>
                  </a:lnTo>
                  <a:lnTo>
                    <a:pt x="145" y="121"/>
                  </a:lnTo>
                  <a:lnTo>
                    <a:pt x="145" y="73"/>
                  </a:lnTo>
                  <a:lnTo>
                    <a:pt x="121"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6" name="Google Shape;13296;p31"/>
            <p:cNvSpPr/>
            <p:nvPr/>
          </p:nvSpPr>
          <p:spPr>
            <a:xfrm>
              <a:off x="3926150" y="1751325"/>
              <a:ext cx="2425" cy="3025"/>
            </a:xfrm>
            <a:custGeom>
              <a:avLst/>
              <a:gdLst/>
              <a:ahLst/>
              <a:cxnLst/>
              <a:rect l="l" t="t" r="r" b="b"/>
              <a:pathLst>
                <a:path w="97" h="121" extrusionOk="0">
                  <a:moveTo>
                    <a:pt x="48" y="0"/>
                  </a:moveTo>
                  <a:lnTo>
                    <a:pt x="0" y="48"/>
                  </a:lnTo>
                  <a:lnTo>
                    <a:pt x="0" y="72"/>
                  </a:lnTo>
                  <a:lnTo>
                    <a:pt x="0" y="120"/>
                  </a:lnTo>
                  <a:lnTo>
                    <a:pt x="48" y="120"/>
                  </a:lnTo>
                  <a:lnTo>
                    <a:pt x="96" y="96"/>
                  </a:lnTo>
                  <a:lnTo>
                    <a:pt x="96" y="48"/>
                  </a:lnTo>
                  <a:lnTo>
                    <a:pt x="96"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7" name="Google Shape;13297;p31"/>
            <p:cNvSpPr/>
            <p:nvPr/>
          </p:nvSpPr>
          <p:spPr>
            <a:xfrm>
              <a:off x="4085625" y="1819325"/>
              <a:ext cx="3025" cy="4225"/>
            </a:xfrm>
            <a:custGeom>
              <a:avLst/>
              <a:gdLst/>
              <a:ahLst/>
              <a:cxnLst/>
              <a:rect l="l" t="t" r="r" b="b"/>
              <a:pathLst>
                <a:path w="121" h="169" extrusionOk="0">
                  <a:moveTo>
                    <a:pt x="73" y="0"/>
                  </a:moveTo>
                  <a:lnTo>
                    <a:pt x="25" y="24"/>
                  </a:lnTo>
                  <a:lnTo>
                    <a:pt x="1" y="49"/>
                  </a:lnTo>
                  <a:lnTo>
                    <a:pt x="1" y="73"/>
                  </a:lnTo>
                  <a:lnTo>
                    <a:pt x="25" y="121"/>
                  </a:lnTo>
                  <a:lnTo>
                    <a:pt x="49" y="169"/>
                  </a:lnTo>
                  <a:lnTo>
                    <a:pt x="121" y="73"/>
                  </a:lnTo>
                  <a:lnTo>
                    <a:pt x="121" y="49"/>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8" name="Google Shape;13298;p31"/>
            <p:cNvSpPr/>
            <p:nvPr/>
          </p:nvSpPr>
          <p:spPr>
            <a:xfrm>
              <a:off x="4042900" y="1804875"/>
              <a:ext cx="3625" cy="4250"/>
            </a:xfrm>
            <a:custGeom>
              <a:avLst/>
              <a:gdLst/>
              <a:ahLst/>
              <a:cxnLst/>
              <a:rect l="l" t="t" r="r" b="b"/>
              <a:pathLst>
                <a:path w="145" h="170" extrusionOk="0">
                  <a:moveTo>
                    <a:pt x="24" y="1"/>
                  </a:moveTo>
                  <a:lnTo>
                    <a:pt x="0" y="73"/>
                  </a:lnTo>
                  <a:lnTo>
                    <a:pt x="0" y="145"/>
                  </a:lnTo>
                  <a:lnTo>
                    <a:pt x="24" y="169"/>
                  </a:lnTo>
                  <a:lnTo>
                    <a:pt x="97" y="169"/>
                  </a:lnTo>
                  <a:lnTo>
                    <a:pt x="121" y="145"/>
                  </a:lnTo>
                  <a:lnTo>
                    <a:pt x="145" y="121"/>
                  </a:lnTo>
                  <a:lnTo>
                    <a:pt x="145" y="73"/>
                  </a:lnTo>
                  <a:lnTo>
                    <a:pt x="97"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9" name="Google Shape;13299;p31"/>
            <p:cNvSpPr/>
            <p:nvPr/>
          </p:nvSpPr>
          <p:spPr>
            <a:xfrm>
              <a:off x="3803375" y="1720025"/>
              <a:ext cx="3025" cy="3025"/>
            </a:xfrm>
            <a:custGeom>
              <a:avLst/>
              <a:gdLst/>
              <a:ahLst/>
              <a:cxnLst/>
              <a:rect l="l" t="t" r="r" b="b"/>
              <a:pathLst>
                <a:path w="121" h="121" extrusionOk="0">
                  <a:moveTo>
                    <a:pt x="72" y="0"/>
                  </a:moveTo>
                  <a:lnTo>
                    <a:pt x="24" y="24"/>
                  </a:lnTo>
                  <a:lnTo>
                    <a:pt x="0" y="73"/>
                  </a:lnTo>
                  <a:lnTo>
                    <a:pt x="24" y="97"/>
                  </a:lnTo>
                  <a:lnTo>
                    <a:pt x="48" y="121"/>
                  </a:lnTo>
                  <a:lnTo>
                    <a:pt x="72" y="121"/>
                  </a:lnTo>
                  <a:lnTo>
                    <a:pt x="121" y="97"/>
                  </a:lnTo>
                  <a:lnTo>
                    <a:pt x="121" y="48"/>
                  </a:lnTo>
                  <a:lnTo>
                    <a:pt x="121" y="24"/>
                  </a:lnTo>
                  <a:lnTo>
                    <a:pt x="96"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0" name="Google Shape;13300;p31"/>
            <p:cNvSpPr/>
            <p:nvPr/>
          </p:nvSpPr>
          <p:spPr>
            <a:xfrm>
              <a:off x="3814800" y="1723625"/>
              <a:ext cx="3650" cy="3050"/>
            </a:xfrm>
            <a:custGeom>
              <a:avLst/>
              <a:gdLst/>
              <a:ahLst/>
              <a:cxnLst/>
              <a:rect l="l" t="t" r="r" b="b"/>
              <a:pathLst>
                <a:path w="146" h="122" extrusionOk="0">
                  <a:moveTo>
                    <a:pt x="25" y="1"/>
                  </a:moveTo>
                  <a:lnTo>
                    <a:pt x="1" y="25"/>
                  </a:lnTo>
                  <a:lnTo>
                    <a:pt x="1" y="49"/>
                  </a:lnTo>
                  <a:lnTo>
                    <a:pt x="25" y="97"/>
                  </a:lnTo>
                  <a:lnTo>
                    <a:pt x="49" y="121"/>
                  </a:lnTo>
                  <a:lnTo>
                    <a:pt x="97" y="121"/>
                  </a:lnTo>
                  <a:lnTo>
                    <a:pt x="145" y="49"/>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1" name="Google Shape;13301;p31"/>
            <p:cNvSpPr/>
            <p:nvPr/>
          </p:nvSpPr>
          <p:spPr>
            <a:xfrm>
              <a:off x="3845500" y="1744700"/>
              <a:ext cx="3025" cy="2425"/>
            </a:xfrm>
            <a:custGeom>
              <a:avLst/>
              <a:gdLst/>
              <a:ahLst/>
              <a:cxnLst/>
              <a:rect l="l" t="t" r="r" b="b"/>
              <a:pathLst>
                <a:path w="121" h="97" extrusionOk="0">
                  <a:moveTo>
                    <a:pt x="24" y="0"/>
                  </a:moveTo>
                  <a:lnTo>
                    <a:pt x="0" y="48"/>
                  </a:lnTo>
                  <a:lnTo>
                    <a:pt x="0" y="73"/>
                  </a:lnTo>
                  <a:lnTo>
                    <a:pt x="48" y="97"/>
                  </a:lnTo>
                  <a:lnTo>
                    <a:pt x="121" y="97"/>
                  </a:lnTo>
                  <a:lnTo>
                    <a:pt x="121"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2" name="Google Shape;13302;p31"/>
            <p:cNvSpPr/>
            <p:nvPr/>
          </p:nvSpPr>
          <p:spPr>
            <a:xfrm>
              <a:off x="3987525" y="1802475"/>
              <a:ext cx="3650" cy="3025"/>
            </a:xfrm>
            <a:custGeom>
              <a:avLst/>
              <a:gdLst/>
              <a:ahLst/>
              <a:cxnLst/>
              <a:rect l="l" t="t" r="r" b="b"/>
              <a:pathLst>
                <a:path w="146" h="121" extrusionOk="0">
                  <a:moveTo>
                    <a:pt x="25" y="0"/>
                  </a:moveTo>
                  <a:lnTo>
                    <a:pt x="1" y="24"/>
                  </a:lnTo>
                  <a:lnTo>
                    <a:pt x="1" y="48"/>
                  </a:lnTo>
                  <a:lnTo>
                    <a:pt x="25" y="97"/>
                  </a:lnTo>
                  <a:lnTo>
                    <a:pt x="97" y="121"/>
                  </a:lnTo>
                  <a:lnTo>
                    <a:pt x="145" y="97"/>
                  </a:lnTo>
                  <a:lnTo>
                    <a:pt x="145" y="48"/>
                  </a:lnTo>
                  <a:lnTo>
                    <a:pt x="145"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3" name="Google Shape;13303;p31"/>
            <p:cNvSpPr/>
            <p:nvPr/>
          </p:nvSpPr>
          <p:spPr>
            <a:xfrm>
              <a:off x="4095850" y="1854825"/>
              <a:ext cx="4250" cy="3650"/>
            </a:xfrm>
            <a:custGeom>
              <a:avLst/>
              <a:gdLst/>
              <a:ahLst/>
              <a:cxnLst/>
              <a:rect l="l" t="t" r="r" b="b"/>
              <a:pathLst>
                <a:path w="170" h="146" extrusionOk="0">
                  <a:moveTo>
                    <a:pt x="97" y="1"/>
                  </a:moveTo>
                  <a:lnTo>
                    <a:pt x="25" y="25"/>
                  </a:lnTo>
                  <a:lnTo>
                    <a:pt x="25" y="49"/>
                  </a:lnTo>
                  <a:lnTo>
                    <a:pt x="1" y="73"/>
                  </a:lnTo>
                  <a:lnTo>
                    <a:pt x="25" y="121"/>
                  </a:lnTo>
                  <a:lnTo>
                    <a:pt x="73" y="145"/>
                  </a:lnTo>
                  <a:lnTo>
                    <a:pt x="121" y="145"/>
                  </a:lnTo>
                  <a:lnTo>
                    <a:pt x="145" y="121"/>
                  </a:lnTo>
                  <a:lnTo>
                    <a:pt x="169" y="97"/>
                  </a:lnTo>
                  <a:lnTo>
                    <a:pt x="145"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4" name="Google Shape;13304;p31"/>
            <p:cNvSpPr/>
            <p:nvPr/>
          </p:nvSpPr>
          <p:spPr>
            <a:xfrm>
              <a:off x="3978500" y="1839175"/>
              <a:ext cx="4250" cy="3650"/>
            </a:xfrm>
            <a:custGeom>
              <a:avLst/>
              <a:gdLst/>
              <a:ahLst/>
              <a:cxnLst/>
              <a:rect l="l" t="t" r="r" b="b"/>
              <a:pathLst>
                <a:path w="170" h="146" extrusionOk="0">
                  <a:moveTo>
                    <a:pt x="49" y="1"/>
                  </a:moveTo>
                  <a:lnTo>
                    <a:pt x="1" y="73"/>
                  </a:lnTo>
                  <a:lnTo>
                    <a:pt x="49" y="121"/>
                  </a:lnTo>
                  <a:lnTo>
                    <a:pt x="73" y="145"/>
                  </a:lnTo>
                  <a:lnTo>
                    <a:pt x="97" y="145"/>
                  </a:lnTo>
                  <a:lnTo>
                    <a:pt x="145" y="121"/>
                  </a:lnTo>
                  <a:lnTo>
                    <a:pt x="169" y="49"/>
                  </a:lnTo>
                  <a:lnTo>
                    <a:pt x="145"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5" name="Google Shape;13305;p31"/>
            <p:cNvSpPr/>
            <p:nvPr/>
          </p:nvSpPr>
          <p:spPr>
            <a:xfrm>
              <a:off x="3899650" y="1814500"/>
              <a:ext cx="3050" cy="3050"/>
            </a:xfrm>
            <a:custGeom>
              <a:avLst/>
              <a:gdLst/>
              <a:ahLst/>
              <a:cxnLst/>
              <a:rect l="l" t="t" r="r" b="b"/>
              <a:pathLst>
                <a:path w="122" h="122" extrusionOk="0">
                  <a:moveTo>
                    <a:pt x="25" y="1"/>
                  </a:moveTo>
                  <a:lnTo>
                    <a:pt x="1" y="49"/>
                  </a:lnTo>
                  <a:lnTo>
                    <a:pt x="1" y="73"/>
                  </a:lnTo>
                  <a:lnTo>
                    <a:pt x="25" y="121"/>
                  </a:lnTo>
                  <a:lnTo>
                    <a:pt x="121" y="121"/>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6" name="Google Shape;13306;p31"/>
            <p:cNvSpPr/>
            <p:nvPr/>
          </p:nvSpPr>
          <p:spPr>
            <a:xfrm>
              <a:off x="4017025" y="1891550"/>
              <a:ext cx="2425" cy="2425"/>
            </a:xfrm>
            <a:custGeom>
              <a:avLst/>
              <a:gdLst/>
              <a:ahLst/>
              <a:cxnLst/>
              <a:rect l="l" t="t" r="r" b="b"/>
              <a:pathLst>
                <a:path w="97" h="97" extrusionOk="0">
                  <a:moveTo>
                    <a:pt x="24" y="0"/>
                  </a:moveTo>
                  <a:lnTo>
                    <a:pt x="0" y="24"/>
                  </a:lnTo>
                  <a:lnTo>
                    <a:pt x="48" y="96"/>
                  </a:lnTo>
                  <a:lnTo>
                    <a:pt x="97" y="72"/>
                  </a:lnTo>
                  <a:lnTo>
                    <a:pt x="72" y="24"/>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7" name="Google Shape;13307;p31"/>
            <p:cNvSpPr/>
            <p:nvPr/>
          </p:nvSpPr>
          <p:spPr>
            <a:xfrm>
              <a:off x="3923725" y="1863850"/>
              <a:ext cx="4850" cy="4250"/>
            </a:xfrm>
            <a:custGeom>
              <a:avLst/>
              <a:gdLst/>
              <a:ahLst/>
              <a:cxnLst/>
              <a:rect l="l" t="t" r="r" b="b"/>
              <a:pathLst>
                <a:path w="194" h="170" extrusionOk="0">
                  <a:moveTo>
                    <a:pt x="121" y="1"/>
                  </a:moveTo>
                  <a:lnTo>
                    <a:pt x="97" y="25"/>
                  </a:lnTo>
                  <a:lnTo>
                    <a:pt x="25" y="73"/>
                  </a:lnTo>
                  <a:lnTo>
                    <a:pt x="1" y="97"/>
                  </a:lnTo>
                  <a:lnTo>
                    <a:pt x="25" y="145"/>
                  </a:lnTo>
                  <a:lnTo>
                    <a:pt x="49" y="169"/>
                  </a:lnTo>
                  <a:lnTo>
                    <a:pt x="97" y="169"/>
                  </a:lnTo>
                  <a:lnTo>
                    <a:pt x="145" y="145"/>
                  </a:lnTo>
                  <a:lnTo>
                    <a:pt x="193" y="97"/>
                  </a:lnTo>
                  <a:lnTo>
                    <a:pt x="193" y="49"/>
                  </a:lnTo>
                  <a:lnTo>
                    <a:pt x="169" y="25"/>
                  </a:lnTo>
                  <a:lnTo>
                    <a:pt x="121"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8" name="Google Shape;13308;p31"/>
            <p:cNvSpPr/>
            <p:nvPr/>
          </p:nvSpPr>
          <p:spPr>
            <a:xfrm>
              <a:off x="4138600" y="1949325"/>
              <a:ext cx="1825" cy="2425"/>
            </a:xfrm>
            <a:custGeom>
              <a:avLst/>
              <a:gdLst/>
              <a:ahLst/>
              <a:cxnLst/>
              <a:rect l="l" t="t" r="r" b="b"/>
              <a:pathLst>
                <a:path w="73" h="97" extrusionOk="0">
                  <a:moveTo>
                    <a:pt x="24" y="0"/>
                  </a:moveTo>
                  <a:lnTo>
                    <a:pt x="0" y="48"/>
                  </a:lnTo>
                  <a:lnTo>
                    <a:pt x="48" y="96"/>
                  </a:lnTo>
                  <a:lnTo>
                    <a:pt x="72" y="96"/>
                  </a:lnTo>
                  <a:lnTo>
                    <a:pt x="72" y="48"/>
                  </a:lnTo>
                  <a:lnTo>
                    <a:pt x="48"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9" name="Google Shape;13309;p31"/>
            <p:cNvSpPr/>
            <p:nvPr/>
          </p:nvSpPr>
          <p:spPr>
            <a:xfrm>
              <a:off x="3757625" y="1805475"/>
              <a:ext cx="3650" cy="3650"/>
            </a:xfrm>
            <a:custGeom>
              <a:avLst/>
              <a:gdLst/>
              <a:ahLst/>
              <a:cxnLst/>
              <a:rect l="l" t="t" r="r" b="b"/>
              <a:pathLst>
                <a:path w="146" h="146" extrusionOk="0">
                  <a:moveTo>
                    <a:pt x="25" y="1"/>
                  </a:moveTo>
                  <a:lnTo>
                    <a:pt x="1" y="25"/>
                  </a:lnTo>
                  <a:lnTo>
                    <a:pt x="1" y="49"/>
                  </a:lnTo>
                  <a:lnTo>
                    <a:pt x="1" y="97"/>
                  </a:lnTo>
                  <a:lnTo>
                    <a:pt x="49" y="145"/>
                  </a:lnTo>
                  <a:lnTo>
                    <a:pt x="97" y="145"/>
                  </a:lnTo>
                  <a:lnTo>
                    <a:pt x="145" y="97"/>
                  </a:lnTo>
                  <a:lnTo>
                    <a:pt x="145" y="73"/>
                  </a:lnTo>
                  <a:lnTo>
                    <a:pt x="145"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0" name="Google Shape;13310;p31"/>
            <p:cNvSpPr/>
            <p:nvPr/>
          </p:nvSpPr>
          <p:spPr>
            <a:xfrm>
              <a:off x="3918925" y="1903575"/>
              <a:ext cx="3025" cy="3025"/>
            </a:xfrm>
            <a:custGeom>
              <a:avLst/>
              <a:gdLst/>
              <a:ahLst/>
              <a:cxnLst/>
              <a:rect l="l" t="t" r="r" b="b"/>
              <a:pathLst>
                <a:path w="121" h="121" extrusionOk="0">
                  <a:moveTo>
                    <a:pt x="24" y="1"/>
                  </a:moveTo>
                  <a:lnTo>
                    <a:pt x="0" y="49"/>
                  </a:lnTo>
                  <a:lnTo>
                    <a:pt x="0" y="73"/>
                  </a:lnTo>
                  <a:lnTo>
                    <a:pt x="0" y="97"/>
                  </a:lnTo>
                  <a:lnTo>
                    <a:pt x="48" y="121"/>
                  </a:lnTo>
                  <a:lnTo>
                    <a:pt x="97" y="121"/>
                  </a:lnTo>
                  <a:lnTo>
                    <a:pt x="121"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1" name="Google Shape;13311;p31"/>
            <p:cNvSpPr/>
            <p:nvPr/>
          </p:nvSpPr>
          <p:spPr>
            <a:xfrm>
              <a:off x="3732350" y="1830150"/>
              <a:ext cx="3625" cy="3650"/>
            </a:xfrm>
            <a:custGeom>
              <a:avLst/>
              <a:gdLst/>
              <a:ahLst/>
              <a:cxnLst/>
              <a:rect l="l" t="t" r="r" b="b"/>
              <a:pathLst>
                <a:path w="145" h="146" extrusionOk="0">
                  <a:moveTo>
                    <a:pt x="25" y="1"/>
                  </a:moveTo>
                  <a:lnTo>
                    <a:pt x="1" y="25"/>
                  </a:lnTo>
                  <a:lnTo>
                    <a:pt x="1" y="49"/>
                  </a:lnTo>
                  <a:lnTo>
                    <a:pt x="1" y="97"/>
                  </a:lnTo>
                  <a:lnTo>
                    <a:pt x="1" y="121"/>
                  </a:lnTo>
                  <a:lnTo>
                    <a:pt x="73" y="145"/>
                  </a:lnTo>
                  <a:lnTo>
                    <a:pt x="121" y="121"/>
                  </a:lnTo>
                  <a:lnTo>
                    <a:pt x="145" y="73"/>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2" name="Google Shape;13312;p31"/>
            <p:cNvSpPr/>
            <p:nvPr/>
          </p:nvSpPr>
          <p:spPr>
            <a:xfrm>
              <a:off x="3813000" y="1874700"/>
              <a:ext cx="3625" cy="3625"/>
            </a:xfrm>
            <a:custGeom>
              <a:avLst/>
              <a:gdLst/>
              <a:ahLst/>
              <a:cxnLst/>
              <a:rect l="l" t="t" r="r" b="b"/>
              <a:pathLst>
                <a:path w="145" h="145" extrusionOk="0">
                  <a:moveTo>
                    <a:pt x="0" y="0"/>
                  </a:moveTo>
                  <a:lnTo>
                    <a:pt x="0" y="48"/>
                  </a:lnTo>
                  <a:lnTo>
                    <a:pt x="0" y="72"/>
                  </a:lnTo>
                  <a:lnTo>
                    <a:pt x="0" y="120"/>
                  </a:lnTo>
                  <a:lnTo>
                    <a:pt x="73" y="145"/>
                  </a:lnTo>
                  <a:lnTo>
                    <a:pt x="121" y="96"/>
                  </a:lnTo>
                  <a:lnTo>
                    <a:pt x="145" y="72"/>
                  </a:lnTo>
                  <a:lnTo>
                    <a:pt x="145" y="48"/>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3" name="Google Shape;13313;p31"/>
            <p:cNvSpPr/>
            <p:nvPr/>
          </p:nvSpPr>
          <p:spPr>
            <a:xfrm>
              <a:off x="3833450" y="1987225"/>
              <a:ext cx="3050" cy="2450"/>
            </a:xfrm>
            <a:custGeom>
              <a:avLst/>
              <a:gdLst/>
              <a:ahLst/>
              <a:cxnLst/>
              <a:rect l="l" t="t" r="r" b="b"/>
              <a:pathLst>
                <a:path w="122" h="98" extrusionOk="0">
                  <a:moveTo>
                    <a:pt x="25" y="1"/>
                  </a:moveTo>
                  <a:lnTo>
                    <a:pt x="1" y="49"/>
                  </a:lnTo>
                  <a:lnTo>
                    <a:pt x="25" y="97"/>
                  </a:lnTo>
                  <a:lnTo>
                    <a:pt x="121" y="97"/>
                  </a:lnTo>
                  <a:lnTo>
                    <a:pt x="121" y="49"/>
                  </a:lnTo>
                  <a:lnTo>
                    <a:pt x="121" y="25"/>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4" name="Google Shape;13314;p31"/>
            <p:cNvSpPr/>
            <p:nvPr/>
          </p:nvSpPr>
          <p:spPr>
            <a:xfrm>
              <a:off x="3870175" y="1735675"/>
              <a:ext cx="3025" cy="2425"/>
            </a:xfrm>
            <a:custGeom>
              <a:avLst/>
              <a:gdLst/>
              <a:ahLst/>
              <a:cxnLst/>
              <a:rect l="l" t="t" r="r" b="b"/>
              <a:pathLst>
                <a:path w="121" h="97" extrusionOk="0">
                  <a:moveTo>
                    <a:pt x="48" y="0"/>
                  </a:moveTo>
                  <a:lnTo>
                    <a:pt x="0" y="24"/>
                  </a:lnTo>
                  <a:lnTo>
                    <a:pt x="24" y="72"/>
                  </a:lnTo>
                  <a:lnTo>
                    <a:pt x="73" y="96"/>
                  </a:lnTo>
                  <a:lnTo>
                    <a:pt x="97" y="96"/>
                  </a:lnTo>
                  <a:lnTo>
                    <a:pt x="121" y="72"/>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5" name="Google Shape;13315;p31"/>
            <p:cNvSpPr/>
            <p:nvPr/>
          </p:nvSpPr>
          <p:spPr>
            <a:xfrm>
              <a:off x="3837675" y="1644200"/>
              <a:ext cx="2425" cy="2425"/>
            </a:xfrm>
            <a:custGeom>
              <a:avLst/>
              <a:gdLst/>
              <a:ahLst/>
              <a:cxnLst/>
              <a:rect l="l" t="t" r="r" b="b"/>
              <a:pathLst>
                <a:path w="97" h="97" extrusionOk="0">
                  <a:moveTo>
                    <a:pt x="24" y="0"/>
                  </a:moveTo>
                  <a:lnTo>
                    <a:pt x="0" y="48"/>
                  </a:lnTo>
                  <a:lnTo>
                    <a:pt x="49" y="96"/>
                  </a:lnTo>
                  <a:lnTo>
                    <a:pt x="73" y="96"/>
                  </a:lnTo>
                  <a:lnTo>
                    <a:pt x="97" y="48"/>
                  </a:lnTo>
                  <a:lnTo>
                    <a:pt x="49"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6" name="Google Shape;13316;p31"/>
            <p:cNvSpPr/>
            <p:nvPr/>
          </p:nvSpPr>
          <p:spPr>
            <a:xfrm>
              <a:off x="3788925" y="1960150"/>
              <a:ext cx="3025" cy="3025"/>
            </a:xfrm>
            <a:custGeom>
              <a:avLst/>
              <a:gdLst/>
              <a:ahLst/>
              <a:cxnLst/>
              <a:rect l="l" t="t" r="r" b="b"/>
              <a:pathLst>
                <a:path w="121" h="121" extrusionOk="0">
                  <a:moveTo>
                    <a:pt x="25" y="0"/>
                  </a:moveTo>
                  <a:lnTo>
                    <a:pt x="0" y="25"/>
                  </a:lnTo>
                  <a:lnTo>
                    <a:pt x="0" y="73"/>
                  </a:lnTo>
                  <a:lnTo>
                    <a:pt x="25" y="121"/>
                  </a:lnTo>
                  <a:lnTo>
                    <a:pt x="73" y="121"/>
                  </a:lnTo>
                  <a:lnTo>
                    <a:pt x="121" y="97"/>
                  </a:lnTo>
                  <a:lnTo>
                    <a:pt x="121" y="49"/>
                  </a:lnTo>
                  <a:lnTo>
                    <a:pt x="97" y="25"/>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7" name="Google Shape;13317;p31"/>
            <p:cNvSpPr/>
            <p:nvPr/>
          </p:nvSpPr>
          <p:spPr>
            <a:xfrm>
              <a:off x="3983325" y="1692325"/>
              <a:ext cx="1825" cy="2450"/>
            </a:xfrm>
            <a:custGeom>
              <a:avLst/>
              <a:gdLst/>
              <a:ahLst/>
              <a:cxnLst/>
              <a:rect l="l" t="t" r="r" b="b"/>
              <a:pathLst>
                <a:path w="73" h="98" extrusionOk="0">
                  <a:moveTo>
                    <a:pt x="48" y="1"/>
                  </a:moveTo>
                  <a:lnTo>
                    <a:pt x="0" y="25"/>
                  </a:lnTo>
                  <a:lnTo>
                    <a:pt x="48" y="97"/>
                  </a:lnTo>
                  <a:lnTo>
                    <a:pt x="72"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8" name="Google Shape;13318;p31"/>
            <p:cNvSpPr/>
            <p:nvPr/>
          </p:nvSpPr>
          <p:spPr>
            <a:xfrm>
              <a:off x="4088025" y="1803675"/>
              <a:ext cx="1850" cy="1825"/>
            </a:xfrm>
            <a:custGeom>
              <a:avLst/>
              <a:gdLst/>
              <a:ahLst/>
              <a:cxnLst/>
              <a:rect l="l" t="t" r="r" b="b"/>
              <a:pathLst>
                <a:path w="74" h="73" extrusionOk="0">
                  <a:moveTo>
                    <a:pt x="1" y="0"/>
                  </a:moveTo>
                  <a:lnTo>
                    <a:pt x="1" y="49"/>
                  </a:lnTo>
                  <a:lnTo>
                    <a:pt x="1" y="73"/>
                  </a:lnTo>
                  <a:lnTo>
                    <a:pt x="73" y="73"/>
                  </a:lnTo>
                  <a:lnTo>
                    <a:pt x="73" y="49"/>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9" name="Google Shape;13319;p31"/>
            <p:cNvSpPr/>
            <p:nvPr/>
          </p:nvSpPr>
          <p:spPr>
            <a:xfrm>
              <a:off x="3957425" y="1637575"/>
              <a:ext cx="1250" cy="1825"/>
            </a:xfrm>
            <a:custGeom>
              <a:avLst/>
              <a:gdLst/>
              <a:ahLst/>
              <a:cxnLst/>
              <a:rect l="l" t="t" r="r" b="b"/>
              <a:pathLst>
                <a:path w="50" h="73" extrusionOk="0">
                  <a:moveTo>
                    <a:pt x="1" y="0"/>
                  </a:moveTo>
                  <a:lnTo>
                    <a:pt x="1" y="24"/>
                  </a:lnTo>
                  <a:lnTo>
                    <a:pt x="1" y="48"/>
                  </a:lnTo>
                  <a:lnTo>
                    <a:pt x="1" y="72"/>
                  </a:lnTo>
                  <a:lnTo>
                    <a:pt x="49" y="72"/>
                  </a:lnTo>
                  <a:lnTo>
                    <a:pt x="49" y="24"/>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0" name="Google Shape;13320;p31"/>
            <p:cNvSpPr/>
            <p:nvPr/>
          </p:nvSpPr>
          <p:spPr>
            <a:xfrm>
              <a:off x="3980300" y="1809700"/>
              <a:ext cx="2450" cy="2425"/>
            </a:xfrm>
            <a:custGeom>
              <a:avLst/>
              <a:gdLst/>
              <a:ahLst/>
              <a:cxnLst/>
              <a:rect l="l" t="t" r="r" b="b"/>
              <a:pathLst>
                <a:path w="98" h="97" extrusionOk="0">
                  <a:moveTo>
                    <a:pt x="73" y="0"/>
                  </a:moveTo>
                  <a:lnTo>
                    <a:pt x="49" y="24"/>
                  </a:lnTo>
                  <a:lnTo>
                    <a:pt x="1" y="24"/>
                  </a:lnTo>
                  <a:lnTo>
                    <a:pt x="25" y="72"/>
                  </a:lnTo>
                  <a:lnTo>
                    <a:pt x="49" y="96"/>
                  </a:lnTo>
                  <a:lnTo>
                    <a:pt x="97"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1" name="Google Shape;13321;p31"/>
            <p:cNvSpPr/>
            <p:nvPr/>
          </p:nvSpPr>
          <p:spPr>
            <a:xfrm>
              <a:off x="3791925" y="1732650"/>
              <a:ext cx="1850" cy="2450"/>
            </a:xfrm>
            <a:custGeom>
              <a:avLst/>
              <a:gdLst/>
              <a:ahLst/>
              <a:cxnLst/>
              <a:rect l="l" t="t" r="r" b="b"/>
              <a:pathLst>
                <a:path w="74" h="98" extrusionOk="0">
                  <a:moveTo>
                    <a:pt x="25" y="1"/>
                  </a:moveTo>
                  <a:lnTo>
                    <a:pt x="1" y="25"/>
                  </a:lnTo>
                  <a:lnTo>
                    <a:pt x="1" y="97"/>
                  </a:lnTo>
                  <a:lnTo>
                    <a:pt x="73"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2" name="Google Shape;13322;p31"/>
            <p:cNvSpPr/>
            <p:nvPr/>
          </p:nvSpPr>
          <p:spPr>
            <a:xfrm>
              <a:off x="3956225" y="1717600"/>
              <a:ext cx="3050" cy="3050"/>
            </a:xfrm>
            <a:custGeom>
              <a:avLst/>
              <a:gdLst/>
              <a:ahLst/>
              <a:cxnLst/>
              <a:rect l="l" t="t" r="r" b="b"/>
              <a:pathLst>
                <a:path w="122" h="122" extrusionOk="0">
                  <a:moveTo>
                    <a:pt x="25" y="1"/>
                  </a:moveTo>
                  <a:lnTo>
                    <a:pt x="1" y="25"/>
                  </a:lnTo>
                  <a:lnTo>
                    <a:pt x="1" y="73"/>
                  </a:lnTo>
                  <a:lnTo>
                    <a:pt x="1" y="97"/>
                  </a:lnTo>
                  <a:lnTo>
                    <a:pt x="49" y="121"/>
                  </a:lnTo>
                  <a:lnTo>
                    <a:pt x="121" y="97"/>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3" name="Google Shape;13323;p31"/>
            <p:cNvSpPr/>
            <p:nvPr/>
          </p:nvSpPr>
          <p:spPr>
            <a:xfrm>
              <a:off x="3863550" y="1677900"/>
              <a:ext cx="3025" cy="3625"/>
            </a:xfrm>
            <a:custGeom>
              <a:avLst/>
              <a:gdLst/>
              <a:ahLst/>
              <a:cxnLst/>
              <a:rect l="l" t="t" r="r" b="b"/>
              <a:pathLst>
                <a:path w="121" h="145" extrusionOk="0">
                  <a:moveTo>
                    <a:pt x="73" y="0"/>
                  </a:moveTo>
                  <a:lnTo>
                    <a:pt x="49" y="24"/>
                  </a:lnTo>
                  <a:lnTo>
                    <a:pt x="25" y="48"/>
                  </a:lnTo>
                  <a:lnTo>
                    <a:pt x="1" y="96"/>
                  </a:lnTo>
                  <a:lnTo>
                    <a:pt x="25" y="121"/>
                  </a:lnTo>
                  <a:lnTo>
                    <a:pt x="49" y="145"/>
                  </a:lnTo>
                  <a:lnTo>
                    <a:pt x="73" y="121"/>
                  </a:lnTo>
                  <a:lnTo>
                    <a:pt x="121" y="72"/>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4" name="Google Shape;13324;p31"/>
            <p:cNvSpPr/>
            <p:nvPr/>
          </p:nvSpPr>
          <p:spPr>
            <a:xfrm>
              <a:off x="3919525" y="1695950"/>
              <a:ext cx="3025" cy="2425"/>
            </a:xfrm>
            <a:custGeom>
              <a:avLst/>
              <a:gdLst/>
              <a:ahLst/>
              <a:cxnLst/>
              <a:rect l="l" t="t" r="r" b="b"/>
              <a:pathLst>
                <a:path w="121" h="97" extrusionOk="0">
                  <a:moveTo>
                    <a:pt x="24" y="0"/>
                  </a:moveTo>
                  <a:lnTo>
                    <a:pt x="0" y="49"/>
                  </a:lnTo>
                  <a:lnTo>
                    <a:pt x="0" y="73"/>
                  </a:lnTo>
                  <a:lnTo>
                    <a:pt x="73" y="97"/>
                  </a:lnTo>
                  <a:lnTo>
                    <a:pt x="121" y="73"/>
                  </a:lnTo>
                  <a:lnTo>
                    <a:pt x="97" y="24"/>
                  </a:lnTo>
                  <a:lnTo>
                    <a:pt x="97"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5" name="Google Shape;13325;p31"/>
            <p:cNvSpPr/>
            <p:nvPr/>
          </p:nvSpPr>
          <p:spPr>
            <a:xfrm>
              <a:off x="4100075" y="1731450"/>
              <a:ext cx="3025" cy="3050"/>
            </a:xfrm>
            <a:custGeom>
              <a:avLst/>
              <a:gdLst/>
              <a:ahLst/>
              <a:cxnLst/>
              <a:rect l="l" t="t" r="r" b="b"/>
              <a:pathLst>
                <a:path w="121" h="122" extrusionOk="0">
                  <a:moveTo>
                    <a:pt x="48" y="1"/>
                  </a:moveTo>
                  <a:lnTo>
                    <a:pt x="24" y="25"/>
                  </a:lnTo>
                  <a:lnTo>
                    <a:pt x="0" y="49"/>
                  </a:lnTo>
                  <a:lnTo>
                    <a:pt x="0" y="73"/>
                  </a:lnTo>
                  <a:lnTo>
                    <a:pt x="48" y="121"/>
                  </a:lnTo>
                  <a:lnTo>
                    <a:pt x="121" y="121"/>
                  </a:lnTo>
                  <a:lnTo>
                    <a:pt x="121" y="97"/>
                  </a:lnTo>
                  <a:lnTo>
                    <a:pt x="121" y="49"/>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6" name="Google Shape;13326;p31"/>
            <p:cNvSpPr/>
            <p:nvPr/>
          </p:nvSpPr>
          <p:spPr>
            <a:xfrm>
              <a:off x="4023650" y="1846400"/>
              <a:ext cx="2425" cy="1825"/>
            </a:xfrm>
            <a:custGeom>
              <a:avLst/>
              <a:gdLst/>
              <a:ahLst/>
              <a:cxnLst/>
              <a:rect l="l" t="t" r="r" b="b"/>
              <a:pathLst>
                <a:path w="97" h="73" extrusionOk="0">
                  <a:moveTo>
                    <a:pt x="0" y="1"/>
                  </a:moveTo>
                  <a:lnTo>
                    <a:pt x="48" y="73"/>
                  </a:lnTo>
                  <a:lnTo>
                    <a:pt x="72" y="49"/>
                  </a:lnTo>
                  <a:lnTo>
                    <a:pt x="96" y="25"/>
                  </a:lnTo>
                  <a:lnTo>
                    <a:pt x="72"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7" name="Google Shape;13327;p31"/>
            <p:cNvSpPr/>
            <p:nvPr/>
          </p:nvSpPr>
          <p:spPr>
            <a:xfrm>
              <a:off x="3897850" y="1940300"/>
              <a:ext cx="3050" cy="3625"/>
            </a:xfrm>
            <a:custGeom>
              <a:avLst/>
              <a:gdLst/>
              <a:ahLst/>
              <a:cxnLst/>
              <a:rect l="l" t="t" r="r" b="b"/>
              <a:pathLst>
                <a:path w="122" h="145" extrusionOk="0">
                  <a:moveTo>
                    <a:pt x="73" y="0"/>
                  </a:moveTo>
                  <a:lnTo>
                    <a:pt x="25" y="24"/>
                  </a:lnTo>
                  <a:lnTo>
                    <a:pt x="1" y="96"/>
                  </a:lnTo>
                  <a:lnTo>
                    <a:pt x="25" y="120"/>
                  </a:lnTo>
                  <a:lnTo>
                    <a:pt x="49" y="144"/>
                  </a:lnTo>
                  <a:lnTo>
                    <a:pt x="73" y="120"/>
                  </a:lnTo>
                  <a:lnTo>
                    <a:pt x="121" y="96"/>
                  </a:lnTo>
                  <a:lnTo>
                    <a:pt x="121" y="72"/>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8" name="Google Shape;13328;p31"/>
            <p:cNvSpPr/>
            <p:nvPr/>
          </p:nvSpPr>
          <p:spPr>
            <a:xfrm>
              <a:off x="4046500" y="1662250"/>
              <a:ext cx="3050" cy="2425"/>
            </a:xfrm>
            <a:custGeom>
              <a:avLst/>
              <a:gdLst/>
              <a:ahLst/>
              <a:cxnLst/>
              <a:rect l="l" t="t" r="r" b="b"/>
              <a:pathLst>
                <a:path w="122" h="97" extrusionOk="0">
                  <a:moveTo>
                    <a:pt x="1" y="0"/>
                  </a:moveTo>
                  <a:lnTo>
                    <a:pt x="1" y="48"/>
                  </a:lnTo>
                  <a:lnTo>
                    <a:pt x="1" y="72"/>
                  </a:lnTo>
                  <a:lnTo>
                    <a:pt x="49" y="97"/>
                  </a:lnTo>
                  <a:lnTo>
                    <a:pt x="97" y="72"/>
                  </a:lnTo>
                  <a:lnTo>
                    <a:pt x="121" y="48"/>
                  </a:lnTo>
                  <a:lnTo>
                    <a:pt x="97" y="24"/>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9" name="Google Shape;13329;p31"/>
            <p:cNvSpPr/>
            <p:nvPr/>
          </p:nvSpPr>
          <p:spPr>
            <a:xfrm>
              <a:off x="4113925" y="2017925"/>
              <a:ext cx="2425" cy="3625"/>
            </a:xfrm>
            <a:custGeom>
              <a:avLst/>
              <a:gdLst/>
              <a:ahLst/>
              <a:cxnLst/>
              <a:rect l="l" t="t" r="r" b="b"/>
              <a:pathLst>
                <a:path w="97" h="145" extrusionOk="0">
                  <a:moveTo>
                    <a:pt x="72" y="0"/>
                  </a:moveTo>
                  <a:lnTo>
                    <a:pt x="48" y="25"/>
                  </a:lnTo>
                  <a:lnTo>
                    <a:pt x="24" y="49"/>
                  </a:lnTo>
                  <a:lnTo>
                    <a:pt x="0" y="97"/>
                  </a:lnTo>
                  <a:lnTo>
                    <a:pt x="24" y="145"/>
                  </a:lnTo>
                  <a:lnTo>
                    <a:pt x="48" y="145"/>
                  </a:lnTo>
                  <a:lnTo>
                    <a:pt x="72" y="121"/>
                  </a:lnTo>
                  <a:lnTo>
                    <a:pt x="96" y="73"/>
                  </a:lnTo>
                  <a:lnTo>
                    <a:pt x="96" y="25"/>
                  </a:lnTo>
                  <a:lnTo>
                    <a:pt x="72"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0" name="Google Shape;13330;p31"/>
            <p:cNvSpPr/>
            <p:nvPr/>
          </p:nvSpPr>
          <p:spPr>
            <a:xfrm>
              <a:off x="4017025" y="1662850"/>
              <a:ext cx="1825" cy="1825"/>
            </a:xfrm>
            <a:custGeom>
              <a:avLst/>
              <a:gdLst/>
              <a:ahLst/>
              <a:cxnLst/>
              <a:rect l="l" t="t" r="r" b="b"/>
              <a:pathLst>
                <a:path w="73" h="73" extrusionOk="0">
                  <a:moveTo>
                    <a:pt x="48" y="0"/>
                  </a:moveTo>
                  <a:lnTo>
                    <a:pt x="0" y="24"/>
                  </a:lnTo>
                  <a:lnTo>
                    <a:pt x="0" y="73"/>
                  </a:lnTo>
                  <a:lnTo>
                    <a:pt x="48" y="73"/>
                  </a:lnTo>
                  <a:lnTo>
                    <a:pt x="72" y="48"/>
                  </a:lnTo>
                  <a:lnTo>
                    <a:pt x="72" y="24"/>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1" name="Google Shape;13331;p31"/>
            <p:cNvSpPr/>
            <p:nvPr/>
          </p:nvSpPr>
          <p:spPr>
            <a:xfrm>
              <a:off x="3931550" y="1781400"/>
              <a:ext cx="3050" cy="3050"/>
            </a:xfrm>
            <a:custGeom>
              <a:avLst/>
              <a:gdLst/>
              <a:ahLst/>
              <a:cxnLst/>
              <a:rect l="l" t="t" r="r" b="b"/>
              <a:pathLst>
                <a:path w="122" h="122" extrusionOk="0">
                  <a:moveTo>
                    <a:pt x="49" y="1"/>
                  </a:moveTo>
                  <a:lnTo>
                    <a:pt x="1" y="49"/>
                  </a:lnTo>
                  <a:lnTo>
                    <a:pt x="1" y="73"/>
                  </a:lnTo>
                  <a:lnTo>
                    <a:pt x="25" y="97"/>
                  </a:lnTo>
                  <a:lnTo>
                    <a:pt x="49" y="121"/>
                  </a:lnTo>
                  <a:lnTo>
                    <a:pt x="73" y="121"/>
                  </a:lnTo>
                  <a:lnTo>
                    <a:pt x="121" y="73"/>
                  </a:lnTo>
                  <a:lnTo>
                    <a:pt x="121" y="25"/>
                  </a:lnTo>
                  <a:lnTo>
                    <a:pt x="97"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2" name="Google Shape;13332;p31"/>
            <p:cNvSpPr/>
            <p:nvPr/>
          </p:nvSpPr>
          <p:spPr>
            <a:xfrm>
              <a:off x="3896650" y="1760350"/>
              <a:ext cx="1825" cy="1825"/>
            </a:xfrm>
            <a:custGeom>
              <a:avLst/>
              <a:gdLst/>
              <a:ahLst/>
              <a:cxnLst/>
              <a:rect l="l" t="t" r="r" b="b"/>
              <a:pathLst>
                <a:path w="73" h="73" extrusionOk="0">
                  <a:moveTo>
                    <a:pt x="73" y="0"/>
                  </a:moveTo>
                  <a:lnTo>
                    <a:pt x="1" y="24"/>
                  </a:lnTo>
                  <a:lnTo>
                    <a:pt x="1" y="48"/>
                  </a:lnTo>
                  <a:lnTo>
                    <a:pt x="49" y="72"/>
                  </a:lnTo>
                  <a:lnTo>
                    <a:pt x="73" y="48"/>
                  </a:lnTo>
                  <a:lnTo>
                    <a:pt x="73"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3" name="Google Shape;13333;p31"/>
            <p:cNvSpPr/>
            <p:nvPr/>
          </p:nvSpPr>
          <p:spPr>
            <a:xfrm>
              <a:off x="3751000" y="1786825"/>
              <a:ext cx="25" cy="625"/>
            </a:xfrm>
            <a:custGeom>
              <a:avLst/>
              <a:gdLst/>
              <a:ahLst/>
              <a:cxnLst/>
              <a:rect l="l" t="t" r="r" b="b"/>
              <a:pathLst>
                <a:path w="1" h="25" extrusionOk="0">
                  <a:moveTo>
                    <a:pt x="1" y="0"/>
                  </a:moveTo>
                  <a:lnTo>
                    <a:pt x="1" y="24"/>
                  </a:lnTo>
                  <a:lnTo>
                    <a:pt x="1" y="24"/>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4" name="Google Shape;13334;p31"/>
            <p:cNvSpPr/>
            <p:nvPr/>
          </p:nvSpPr>
          <p:spPr>
            <a:xfrm>
              <a:off x="3835275" y="1813300"/>
              <a:ext cx="1225" cy="1825"/>
            </a:xfrm>
            <a:custGeom>
              <a:avLst/>
              <a:gdLst/>
              <a:ahLst/>
              <a:cxnLst/>
              <a:rect l="l" t="t" r="r" b="b"/>
              <a:pathLst>
                <a:path w="49" h="73" extrusionOk="0">
                  <a:moveTo>
                    <a:pt x="0" y="1"/>
                  </a:moveTo>
                  <a:lnTo>
                    <a:pt x="0" y="73"/>
                  </a:lnTo>
                  <a:lnTo>
                    <a:pt x="24" y="73"/>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5" name="Google Shape;13335;p31"/>
            <p:cNvSpPr/>
            <p:nvPr/>
          </p:nvSpPr>
          <p:spPr>
            <a:xfrm>
              <a:off x="3915300" y="1827150"/>
              <a:ext cx="1850" cy="1825"/>
            </a:xfrm>
            <a:custGeom>
              <a:avLst/>
              <a:gdLst/>
              <a:ahLst/>
              <a:cxnLst/>
              <a:rect l="l" t="t" r="r" b="b"/>
              <a:pathLst>
                <a:path w="74" h="73" extrusionOk="0">
                  <a:moveTo>
                    <a:pt x="25" y="0"/>
                  </a:moveTo>
                  <a:lnTo>
                    <a:pt x="1" y="48"/>
                  </a:lnTo>
                  <a:lnTo>
                    <a:pt x="25" y="73"/>
                  </a:lnTo>
                  <a:lnTo>
                    <a:pt x="49" y="73"/>
                  </a:lnTo>
                  <a:lnTo>
                    <a:pt x="73" y="24"/>
                  </a:lnTo>
                  <a:lnTo>
                    <a:pt x="25"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6" name="Google Shape;13336;p31"/>
            <p:cNvSpPr/>
            <p:nvPr/>
          </p:nvSpPr>
          <p:spPr>
            <a:xfrm>
              <a:off x="3757625" y="1748900"/>
              <a:ext cx="1825" cy="2450"/>
            </a:xfrm>
            <a:custGeom>
              <a:avLst/>
              <a:gdLst/>
              <a:ahLst/>
              <a:cxnLst/>
              <a:rect l="l" t="t" r="r" b="b"/>
              <a:pathLst>
                <a:path w="73" h="98" extrusionOk="0">
                  <a:moveTo>
                    <a:pt x="25" y="1"/>
                  </a:moveTo>
                  <a:lnTo>
                    <a:pt x="1" y="25"/>
                  </a:lnTo>
                  <a:lnTo>
                    <a:pt x="1" y="73"/>
                  </a:lnTo>
                  <a:lnTo>
                    <a:pt x="25" y="97"/>
                  </a:lnTo>
                  <a:lnTo>
                    <a:pt x="73" y="73"/>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7" name="Google Shape;13337;p31"/>
            <p:cNvSpPr/>
            <p:nvPr/>
          </p:nvSpPr>
          <p:spPr>
            <a:xfrm>
              <a:off x="4142800" y="1899975"/>
              <a:ext cx="1225" cy="1825"/>
            </a:xfrm>
            <a:custGeom>
              <a:avLst/>
              <a:gdLst/>
              <a:ahLst/>
              <a:cxnLst/>
              <a:rect l="l" t="t" r="r" b="b"/>
              <a:pathLst>
                <a:path w="49" h="73" extrusionOk="0">
                  <a:moveTo>
                    <a:pt x="25" y="0"/>
                  </a:moveTo>
                  <a:lnTo>
                    <a:pt x="1" y="72"/>
                  </a:lnTo>
                  <a:lnTo>
                    <a:pt x="49" y="72"/>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8" name="Google Shape;13338;p31"/>
            <p:cNvSpPr/>
            <p:nvPr/>
          </p:nvSpPr>
          <p:spPr>
            <a:xfrm>
              <a:off x="3772075" y="1748900"/>
              <a:ext cx="1825" cy="2450"/>
            </a:xfrm>
            <a:custGeom>
              <a:avLst/>
              <a:gdLst/>
              <a:ahLst/>
              <a:cxnLst/>
              <a:rect l="l" t="t" r="r" b="b"/>
              <a:pathLst>
                <a:path w="73" h="98" extrusionOk="0">
                  <a:moveTo>
                    <a:pt x="24" y="1"/>
                  </a:moveTo>
                  <a:lnTo>
                    <a:pt x="24" y="49"/>
                  </a:lnTo>
                  <a:lnTo>
                    <a:pt x="0" y="73"/>
                  </a:lnTo>
                  <a:lnTo>
                    <a:pt x="24" y="97"/>
                  </a:lnTo>
                  <a:lnTo>
                    <a:pt x="73" y="73"/>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9" name="Google Shape;13339;p31"/>
            <p:cNvSpPr/>
            <p:nvPr/>
          </p:nvSpPr>
          <p:spPr>
            <a:xfrm>
              <a:off x="3878000" y="1785625"/>
              <a:ext cx="625" cy="625"/>
            </a:xfrm>
            <a:custGeom>
              <a:avLst/>
              <a:gdLst/>
              <a:ahLst/>
              <a:cxnLst/>
              <a:rect l="l" t="t" r="r" b="b"/>
              <a:pathLst>
                <a:path w="25" h="25" extrusionOk="0">
                  <a:moveTo>
                    <a:pt x="0" y="0"/>
                  </a:moveTo>
                  <a:lnTo>
                    <a:pt x="0" y="24"/>
                  </a:lnTo>
                  <a:lnTo>
                    <a:pt x="24" y="24"/>
                  </a:lnTo>
                  <a:lnTo>
                    <a:pt x="0"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0" name="Google Shape;13340;p31"/>
            <p:cNvSpPr/>
            <p:nvPr/>
          </p:nvSpPr>
          <p:spPr>
            <a:xfrm>
              <a:off x="4053125" y="1851225"/>
              <a:ext cx="2425" cy="1825"/>
            </a:xfrm>
            <a:custGeom>
              <a:avLst/>
              <a:gdLst/>
              <a:ahLst/>
              <a:cxnLst/>
              <a:rect l="l" t="t" r="r" b="b"/>
              <a:pathLst>
                <a:path w="97" h="73" extrusionOk="0">
                  <a:moveTo>
                    <a:pt x="1" y="0"/>
                  </a:moveTo>
                  <a:lnTo>
                    <a:pt x="49" y="72"/>
                  </a:lnTo>
                  <a:lnTo>
                    <a:pt x="97" y="48"/>
                  </a:lnTo>
                  <a:lnTo>
                    <a:pt x="49"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1" name="Google Shape;13341;p31"/>
            <p:cNvSpPr/>
            <p:nvPr/>
          </p:nvSpPr>
          <p:spPr>
            <a:xfrm>
              <a:off x="4227650" y="1905975"/>
              <a:ext cx="1850" cy="1850"/>
            </a:xfrm>
            <a:custGeom>
              <a:avLst/>
              <a:gdLst/>
              <a:ahLst/>
              <a:cxnLst/>
              <a:rect l="l" t="t" r="r" b="b"/>
              <a:pathLst>
                <a:path w="74" h="74" extrusionOk="0">
                  <a:moveTo>
                    <a:pt x="25" y="1"/>
                  </a:moveTo>
                  <a:lnTo>
                    <a:pt x="1" y="25"/>
                  </a:lnTo>
                  <a:lnTo>
                    <a:pt x="49" y="73"/>
                  </a:lnTo>
                  <a:lnTo>
                    <a:pt x="73" y="49"/>
                  </a:lnTo>
                  <a:lnTo>
                    <a:pt x="73"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2" name="Google Shape;13342;p31"/>
            <p:cNvSpPr/>
            <p:nvPr/>
          </p:nvSpPr>
          <p:spPr>
            <a:xfrm>
              <a:off x="3973075" y="1802500"/>
              <a:ext cx="1800" cy="3600"/>
            </a:xfrm>
            <a:custGeom>
              <a:avLst/>
              <a:gdLst/>
              <a:ahLst/>
              <a:cxnLst/>
              <a:rect l="l" t="t" r="r" b="b"/>
              <a:pathLst>
                <a:path w="72" h="144" extrusionOk="0">
                  <a:moveTo>
                    <a:pt x="71" y="1"/>
                  </a:moveTo>
                  <a:lnTo>
                    <a:pt x="49" y="23"/>
                  </a:lnTo>
                  <a:lnTo>
                    <a:pt x="49" y="23"/>
                  </a:lnTo>
                  <a:lnTo>
                    <a:pt x="71" y="1"/>
                  </a:lnTo>
                  <a:close/>
                  <a:moveTo>
                    <a:pt x="49" y="23"/>
                  </a:moveTo>
                  <a:lnTo>
                    <a:pt x="1" y="72"/>
                  </a:lnTo>
                  <a:lnTo>
                    <a:pt x="1" y="120"/>
                  </a:lnTo>
                  <a:lnTo>
                    <a:pt x="1" y="144"/>
                  </a:lnTo>
                  <a:lnTo>
                    <a:pt x="25" y="144"/>
                  </a:lnTo>
                  <a:lnTo>
                    <a:pt x="49" y="96"/>
                  </a:lnTo>
                  <a:lnTo>
                    <a:pt x="49" y="23"/>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3" name="Google Shape;13343;p31"/>
            <p:cNvSpPr/>
            <p:nvPr/>
          </p:nvSpPr>
          <p:spPr>
            <a:xfrm>
              <a:off x="4170475" y="1733850"/>
              <a:ext cx="1850" cy="1850"/>
            </a:xfrm>
            <a:custGeom>
              <a:avLst/>
              <a:gdLst/>
              <a:ahLst/>
              <a:cxnLst/>
              <a:rect l="l" t="t" r="r" b="b"/>
              <a:pathLst>
                <a:path w="74" h="74" extrusionOk="0">
                  <a:moveTo>
                    <a:pt x="49" y="1"/>
                  </a:moveTo>
                  <a:lnTo>
                    <a:pt x="1" y="25"/>
                  </a:lnTo>
                  <a:lnTo>
                    <a:pt x="1" y="73"/>
                  </a:lnTo>
                  <a:lnTo>
                    <a:pt x="73" y="73"/>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4" name="Google Shape;13344;p31"/>
            <p:cNvSpPr/>
            <p:nvPr/>
          </p:nvSpPr>
          <p:spPr>
            <a:xfrm>
              <a:off x="3853925" y="1724225"/>
              <a:ext cx="1825" cy="1850"/>
            </a:xfrm>
            <a:custGeom>
              <a:avLst/>
              <a:gdLst/>
              <a:ahLst/>
              <a:cxnLst/>
              <a:rect l="l" t="t" r="r" b="b"/>
              <a:pathLst>
                <a:path w="73" h="74" extrusionOk="0">
                  <a:moveTo>
                    <a:pt x="24" y="1"/>
                  </a:moveTo>
                  <a:lnTo>
                    <a:pt x="0" y="25"/>
                  </a:lnTo>
                  <a:lnTo>
                    <a:pt x="0" y="49"/>
                  </a:lnTo>
                  <a:lnTo>
                    <a:pt x="24" y="73"/>
                  </a:lnTo>
                  <a:lnTo>
                    <a:pt x="49" y="73"/>
                  </a:lnTo>
                  <a:lnTo>
                    <a:pt x="73" y="49"/>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5" name="Google Shape;13345;p31"/>
            <p:cNvSpPr/>
            <p:nvPr/>
          </p:nvSpPr>
          <p:spPr>
            <a:xfrm>
              <a:off x="4065775" y="1804875"/>
              <a:ext cx="1825" cy="1825"/>
            </a:xfrm>
            <a:custGeom>
              <a:avLst/>
              <a:gdLst/>
              <a:ahLst/>
              <a:cxnLst/>
              <a:rect l="l" t="t" r="r" b="b"/>
              <a:pathLst>
                <a:path w="73" h="73" extrusionOk="0">
                  <a:moveTo>
                    <a:pt x="0" y="1"/>
                  </a:moveTo>
                  <a:lnTo>
                    <a:pt x="0" y="25"/>
                  </a:lnTo>
                  <a:lnTo>
                    <a:pt x="24" y="73"/>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6" name="Google Shape;13346;p31"/>
            <p:cNvSpPr/>
            <p:nvPr/>
          </p:nvSpPr>
          <p:spPr>
            <a:xfrm>
              <a:off x="3760625" y="1674875"/>
              <a:ext cx="1250" cy="1850"/>
            </a:xfrm>
            <a:custGeom>
              <a:avLst/>
              <a:gdLst/>
              <a:ahLst/>
              <a:cxnLst/>
              <a:rect l="l" t="t" r="r" b="b"/>
              <a:pathLst>
                <a:path w="50" h="74" extrusionOk="0">
                  <a:moveTo>
                    <a:pt x="49" y="1"/>
                  </a:moveTo>
                  <a:lnTo>
                    <a:pt x="1" y="73"/>
                  </a:lnTo>
                  <a:lnTo>
                    <a:pt x="49" y="73"/>
                  </a:lnTo>
                  <a:lnTo>
                    <a:pt x="49"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7" name="Google Shape;13347;p31"/>
            <p:cNvSpPr/>
            <p:nvPr/>
          </p:nvSpPr>
          <p:spPr>
            <a:xfrm>
              <a:off x="4240300" y="1815700"/>
              <a:ext cx="2425" cy="1850"/>
            </a:xfrm>
            <a:custGeom>
              <a:avLst/>
              <a:gdLst/>
              <a:ahLst/>
              <a:cxnLst/>
              <a:rect l="l" t="t" r="r" b="b"/>
              <a:pathLst>
                <a:path w="97" h="74" extrusionOk="0">
                  <a:moveTo>
                    <a:pt x="49" y="1"/>
                  </a:moveTo>
                  <a:lnTo>
                    <a:pt x="0" y="25"/>
                  </a:lnTo>
                  <a:lnTo>
                    <a:pt x="24" y="73"/>
                  </a:lnTo>
                  <a:lnTo>
                    <a:pt x="49" y="73"/>
                  </a:lnTo>
                  <a:lnTo>
                    <a:pt x="97" y="49"/>
                  </a:lnTo>
                  <a:lnTo>
                    <a:pt x="73"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8" name="Google Shape;13348;p31"/>
            <p:cNvSpPr/>
            <p:nvPr/>
          </p:nvSpPr>
          <p:spPr>
            <a:xfrm>
              <a:off x="4024850" y="1723625"/>
              <a:ext cx="1825" cy="1825"/>
            </a:xfrm>
            <a:custGeom>
              <a:avLst/>
              <a:gdLst/>
              <a:ahLst/>
              <a:cxnLst/>
              <a:rect l="l" t="t" r="r" b="b"/>
              <a:pathLst>
                <a:path w="73" h="73" extrusionOk="0">
                  <a:moveTo>
                    <a:pt x="48" y="1"/>
                  </a:moveTo>
                  <a:lnTo>
                    <a:pt x="0" y="25"/>
                  </a:lnTo>
                  <a:lnTo>
                    <a:pt x="0" y="49"/>
                  </a:lnTo>
                  <a:lnTo>
                    <a:pt x="48" y="73"/>
                  </a:lnTo>
                  <a:lnTo>
                    <a:pt x="72" y="25"/>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9" name="Google Shape;13349;p31"/>
            <p:cNvSpPr/>
            <p:nvPr/>
          </p:nvSpPr>
          <p:spPr>
            <a:xfrm>
              <a:off x="4008600" y="1712800"/>
              <a:ext cx="1825" cy="1825"/>
            </a:xfrm>
            <a:custGeom>
              <a:avLst/>
              <a:gdLst/>
              <a:ahLst/>
              <a:cxnLst/>
              <a:rect l="l" t="t" r="r" b="b"/>
              <a:pathLst>
                <a:path w="73" h="73" extrusionOk="0">
                  <a:moveTo>
                    <a:pt x="24" y="0"/>
                  </a:moveTo>
                  <a:lnTo>
                    <a:pt x="0" y="24"/>
                  </a:lnTo>
                  <a:lnTo>
                    <a:pt x="48" y="73"/>
                  </a:lnTo>
                  <a:lnTo>
                    <a:pt x="72" y="49"/>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0" name="Google Shape;13350;p31"/>
            <p:cNvSpPr/>
            <p:nvPr/>
          </p:nvSpPr>
          <p:spPr>
            <a:xfrm>
              <a:off x="4198175" y="1771775"/>
              <a:ext cx="1825" cy="1225"/>
            </a:xfrm>
            <a:custGeom>
              <a:avLst/>
              <a:gdLst/>
              <a:ahLst/>
              <a:cxnLst/>
              <a:rect l="l" t="t" r="r" b="b"/>
              <a:pathLst>
                <a:path w="73" h="49" extrusionOk="0">
                  <a:moveTo>
                    <a:pt x="24" y="1"/>
                  </a:moveTo>
                  <a:lnTo>
                    <a:pt x="0" y="25"/>
                  </a:lnTo>
                  <a:lnTo>
                    <a:pt x="24" y="49"/>
                  </a:lnTo>
                  <a:lnTo>
                    <a:pt x="73" y="49"/>
                  </a:lnTo>
                  <a:lnTo>
                    <a:pt x="73"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1" name="Google Shape;13351;p31"/>
            <p:cNvSpPr/>
            <p:nvPr/>
          </p:nvSpPr>
          <p:spPr>
            <a:xfrm>
              <a:off x="4118725" y="1735675"/>
              <a:ext cx="1825" cy="1825"/>
            </a:xfrm>
            <a:custGeom>
              <a:avLst/>
              <a:gdLst/>
              <a:ahLst/>
              <a:cxnLst/>
              <a:rect l="l" t="t" r="r" b="b"/>
              <a:pathLst>
                <a:path w="73" h="73" extrusionOk="0">
                  <a:moveTo>
                    <a:pt x="1" y="0"/>
                  </a:moveTo>
                  <a:lnTo>
                    <a:pt x="1" y="24"/>
                  </a:lnTo>
                  <a:lnTo>
                    <a:pt x="25" y="48"/>
                  </a:lnTo>
                  <a:lnTo>
                    <a:pt x="44" y="58"/>
                  </a:lnTo>
                  <a:lnTo>
                    <a:pt x="25" y="0"/>
                  </a:lnTo>
                  <a:close/>
                  <a:moveTo>
                    <a:pt x="44" y="58"/>
                  </a:moveTo>
                  <a:lnTo>
                    <a:pt x="49" y="72"/>
                  </a:lnTo>
                  <a:lnTo>
                    <a:pt x="73" y="72"/>
                  </a:lnTo>
                  <a:lnTo>
                    <a:pt x="44" y="58"/>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2" name="Google Shape;13352;p31"/>
            <p:cNvSpPr/>
            <p:nvPr/>
          </p:nvSpPr>
          <p:spPr>
            <a:xfrm>
              <a:off x="3748000" y="1848800"/>
              <a:ext cx="2425" cy="1250"/>
            </a:xfrm>
            <a:custGeom>
              <a:avLst/>
              <a:gdLst/>
              <a:ahLst/>
              <a:cxnLst/>
              <a:rect l="l" t="t" r="r" b="b"/>
              <a:pathLst>
                <a:path w="97" h="50" extrusionOk="0">
                  <a:moveTo>
                    <a:pt x="0" y="1"/>
                  </a:moveTo>
                  <a:lnTo>
                    <a:pt x="25" y="49"/>
                  </a:lnTo>
                  <a:lnTo>
                    <a:pt x="97" y="49"/>
                  </a:lnTo>
                  <a:lnTo>
                    <a:pt x="7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3" name="Google Shape;13353;p31"/>
            <p:cNvSpPr/>
            <p:nvPr/>
          </p:nvSpPr>
          <p:spPr>
            <a:xfrm>
              <a:off x="3902075" y="1633350"/>
              <a:ext cx="1825" cy="2450"/>
            </a:xfrm>
            <a:custGeom>
              <a:avLst/>
              <a:gdLst/>
              <a:ahLst/>
              <a:cxnLst/>
              <a:rect l="l" t="t" r="r" b="b"/>
              <a:pathLst>
                <a:path w="73" h="98" extrusionOk="0">
                  <a:moveTo>
                    <a:pt x="48" y="1"/>
                  </a:moveTo>
                  <a:lnTo>
                    <a:pt x="24" y="25"/>
                  </a:lnTo>
                  <a:lnTo>
                    <a:pt x="0" y="49"/>
                  </a:lnTo>
                  <a:lnTo>
                    <a:pt x="24" y="97"/>
                  </a:lnTo>
                  <a:lnTo>
                    <a:pt x="48" y="73"/>
                  </a:lnTo>
                  <a:lnTo>
                    <a:pt x="72" y="49"/>
                  </a:lnTo>
                  <a:lnTo>
                    <a:pt x="48"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4" name="Google Shape;13354;p31"/>
            <p:cNvSpPr/>
            <p:nvPr/>
          </p:nvSpPr>
          <p:spPr>
            <a:xfrm>
              <a:off x="3959850" y="1899375"/>
              <a:ext cx="1225" cy="2425"/>
            </a:xfrm>
            <a:custGeom>
              <a:avLst/>
              <a:gdLst/>
              <a:ahLst/>
              <a:cxnLst/>
              <a:rect l="l" t="t" r="r" b="b"/>
              <a:pathLst>
                <a:path w="49" h="97" extrusionOk="0">
                  <a:moveTo>
                    <a:pt x="0" y="0"/>
                  </a:moveTo>
                  <a:lnTo>
                    <a:pt x="0" y="96"/>
                  </a:lnTo>
                  <a:lnTo>
                    <a:pt x="24" y="72"/>
                  </a:lnTo>
                  <a:lnTo>
                    <a:pt x="48" y="48"/>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5" name="Google Shape;13355;p31"/>
            <p:cNvSpPr/>
            <p:nvPr/>
          </p:nvSpPr>
          <p:spPr>
            <a:xfrm>
              <a:off x="4186125" y="1987825"/>
              <a:ext cx="1225" cy="1225"/>
            </a:xfrm>
            <a:custGeom>
              <a:avLst/>
              <a:gdLst/>
              <a:ahLst/>
              <a:cxnLst/>
              <a:rect l="l" t="t" r="r" b="b"/>
              <a:pathLst>
                <a:path w="49" h="49" extrusionOk="0">
                  <a:moveTo>
                    <a:pt x="1" y="1"/>
                  </a:moveTo>
                  <a:lnTo>
                    <a:pt x="25" y="49"/>
                  </a:lnTo>
                  <a:lnTo>
                    <a:pt x="49"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6" name="Google Shape;13356;p31"/>
            <p:cNvSpPr/>
            <p:nvPr/>
          </p:nvSpPr>
          <p:spPr>
            <a:xfrm>
              <a:off x="3899050" y="2026350"/>
              <a:ext cx="1225" cy="1225"/>
            </a:xfrm>
            <a:custGeom>
              <a:avLst/>
              <a:gdLst/>
              <a:ahLst/>
              <a:cxnLst/>
              <a:rect l="l" t="t" r="r" b="b"/>
              <a:pathLst>
                <a:path w="49" h="49" extrusionOk="0">
                  <a:moveTo>
                    <a:pt x="25" y="1"/>
                  </a:moveTo>
                  <a:lnTo>
                    <a:pt x="1" y="25"/>
                  </a:lnTo>
                  <a:lnTo>
                    <a:pt x="1" y="49"/>
                  </a:lnTo>
                  <a:lnTo>
                    <a:pt x="49"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7" name="Google Shape;13357;p31"/>
            <p:cNvSpPr/>
            <p:nvPr/>
          </p:nvSpPr>
          <p:spPr>
            <a:xfrm>
              <a:off x="3962850" y="2020325"/>
              <a:ext cx="625" cy="625"/>
            </a:xfrm>
            <a:custGeom>
              <a:avLst/>
              <a:gdLst/>
              <a:ahLst/>
              <a:cxnLst/>
              <a:rect l="l" t="t" r="r" b="b"/>
              <a:pathLst>
                <a:path w="25" h="25" extrusionOk="0">
                  <a:moveTo>
                    <a:pt x="25" y="1"/>
                  </a:moveTo>
                  <a:lnTo>
                    <a:pt x="1" y="25"/>
                  </a:ln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8" name="Google Shape;13358;p31"/>
            <p:cNvSpPr/>
            <p:nvPr/>
          </p:nvSpPr>
          <p:spPr>
            <a:xfrm>
              <a:off x="3899650" y="1987825"/>
              <a:ext cx="1250" cy="625"/>
            </a:xfrm>
            <a:custGeom>
              <a:avLst/>
              <a:gdLst/>
              <a:ahLst/>
              <a:cxnLst/>
              <a:rect l="l" t="t" r="r" b="b"/>
              <a:pathLst>
                <a:path w="50" h="25" extrusionOk="0">
                  <a:moveTo>
                    <a:pt x="49" y="1"/>
                  </a:moveTo>
                  <a:lnTo>
                    <a:pt x="1" y="25"/>
                  </a:lnTo>
                  <a:lnTo>
                    <a:pt x="25" y="25"/>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9" name="Google Shape;13359;p31"/>
            <p:cNvSpPr/>
            <p:nvPr/>
          </p:nvSpPr>
          <p:spPr>
            <a:xfrm>
              <a:off x="4020625" y="2023950"/>
              <a:ext cx="25" cy="625"/>
            </a:xfrm>
            <a:custGeom>
              <a:avLst/>
              <a:gdLst/>
              <a:ahLst/>
              <a:cxnLst/>
              <a:rect l="l" t="t" r="r" b="b"/>
              <a:pathLst>
                <a:path w="1" h="25" extrusionOk="0">
                  <a:moveTo>
                    <a:pt x="1" y="0"/>
                  </a:moveTo>
                  <a:lnTo>
                    <a:pt x="1" y="24"/>
                  </a:lnTo>
                  <a:lnTo>
                    <a:pt x="1" y="24"/>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0" name="Google Shape;13360;p31"/>
            <p:cNvSpPr/>
            <p:nvPr/>
          </p:nvSpPr>
          <p:spPr>
            <a:xfrm>
              <a:off x="3857525" y="1946300"/>
              <a:ext cx="625" cy="1225"/>
            </a:xfrm>
            <a:custGeom>
              <a:avLst/>
              <a:gdLst/>
              <a:ahLst/>
              <a:cxnLst/>
              <a:rect l="l" t="t" r="r" b="b"/>
              <a:pathLst>
                <a:path w="25" h="49" extrusionOk="0">
                  <a:moveTo>
                    <a:pt x="25" y="1"/>
                  </a:moveTo>
                  <a:lnTo>
                    <a:pt x="1" y="25"/>
                  </a:lnTo>
                  <a:lnTo>
                    <a:pt x="25" y="49"/>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1" name="Google Shape;13361;p31"/>
            <p:cNvSpPr/>
            <p:nvPr/>
          </p:nvSpPr>
          <p:spPr>
            <a:xfrm>
              <a:off x="3841875" y="1881300"/>
              <a:ext cx="1250" cy="1250"/>
            </a:xfrm>
            <a:custGeom>
              <a:avLst/>
              <a:gdLst/>
              <a:ahLst/>
              <a:cxnLst/>
              <a:rect l="l" t="t" r="r" b="b"/>
              <a:pathLst>
                <a:path w="50" h="50" extrusionOk="0">
                  <a:moveTo>
                    <a:pt x="49" y="1"/>
                  </a:moveTo>
                  <a:lnTo>
                    <a:pt x="1" y="25"/>
                  </a:lnTo>
                  <a:lnTo>
                    <a:pt x="25" y="49"/>
                  </a:lnTo>
                  <a:lnTo>
                    <a:pt x="49" y="49"/>
                  </a:lnTo>
                  <a:lnTo>
                    <a:pt x="49"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2" name="Google Shape;13362;p31"/>
            <p:cNvSpPr/>
            <p:nvPr/>
          </p:nvSpPr>
          <p:spPr>
            <a:xfrm>
              <a:off x="4004975" y="1902975"/>
              <a:ext cx="625" cy="625"/>
            </a:xfrm>
            <a:custGeom>
              <a:avLst/>
              <a:gdLst/>
              <a:ahLst/>
              <a:cxnLst/>
              <a:rect l="l" t="t" r="r" b="b"/>
              <a:pathLst>
                <a:path w="25" h="25" extrusionOk="0">
                  <a:moveTo>
                    <a:pt x="1" y="1"/>
                  </a:move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3" name="Google Shape;13363;p31"/>
            <p:cNvSpPr/>
            <p:nvPr/>
          </p:nvSpPr>
          <p:spPr>
            <a:xfrm>
              <a:off x="4094650" y="1887325"/>
              <a:ext cx="625" cy="625"/>
            </a:xfrm>
            <a:custGeom>
              <a:avLst/>
              <a:gdLst/>
              <a:ahLst/>
              <a:cxnLst/>
              <a:rect l="l" t="t" r="r" b="b"/>
              <a:pathLst>
                <a:path w="25" h="25" extrusionOk="0">
                  <a:moveTo>
                    <a:pt x="25" y="1"/>
                  </a:moveTo>
                  <a:lnTo>
                    <a:pt x="1" y="25"/>
                  </a:lnTo>
                  <a:lnTo>
                    <a:pt x="25"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4" name="Google Shape;13364;p31"/>
            <p:cNvSpPr/>
            <p:nvPr/>
          </p:nvSpPr>
          <p:spPr>
            <a:xfrm>
              <a:off x="3968275" y="1738675"/>
              <a:ext cx="625" cy="625"/>
            </a:xfrm>
            <a:custGeom>
              <a:avLst/>
              <a:gdLst/>
              <a:ahLst/>
              <a:cxnLst/>
              <a:rect l="l" t="t" r="r" b="b"/>
              <a:pathLst>
                <a:path w="25" h="25" extrusionOk="0">
                  <a:moveTo>
                    <a:pt x="0" y="1"/>
                  </a:move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5" name="Google Shape;13365;p31"/>
            <p:cNvSpPr/>
            <p:nvPr/>
          </p:nvSpPr>
          <p:spPr>
            <a:xfrm>
              <a:off x="3837075" y="1685725"/>
              <a:ext cx="1225" cy="1225"/>
            </a:xfrm>
            <a:custGeom>
              <a:avLst/>
              <a:gdLst/>
              <a:ahLst/>
              <a:cxnLst/>
              <a:rect l="l" t="t" r="r" b="b"/>
              <a:pathLst>
                <a:path w="49" h="49" extrusionOk="0">
                  <a:moveTo>
                    <a:pt x="48" y="0"/>
                  </a:moveTo>
                  <a:lnTo>
                    <a:pt x="0" y="24"/>
                  </a:lnTo>
                  <a:lnTo>
                    <a:pt x="24" y="48"/>
                  </a:lnTo>
                  <a:lnTo>
                    <a:pt x="48" y="48"/>
                  </a:lnTo>
                  <a:lnTo>
                    <a:pt x="48"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6" name="Google Shape;13366;p31"/>
            <p:cNvSpPr/>
            <p:nvPr/>
          </p:nvSpPr>
          <p:spPr>
            <a:xfrm>
              <a:off x="4092250" y="1759150"/>
              <a:ext cx="625" cy="625"/>
            </a:xfrm>
            <a:custGeom>
              <a:avLst/>
              <a:gdLst/>
              <a:ahLst/>
              <a:cxnLst/>
              <a:rect l="l" t="t" r="r" b="b"/>
              <a:pathLst>
                <a:path w="25" h="25" extrusionOk="0">
                  <a:moveTo>
                    <a:pt x="0" y="0"/>
                  </a:moveTo>
                  <a:lnTo>
                    <a:pt x="24" y="24"/>
                  </a:lnTo>
                  <a:lnTo>
                    <a:pt x="24"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7" name="Google Shape;13367;p31"/>
            <p:cNvSpPr/>
            <p:nvPr/>
          </p:nvSpPr>
          <p:spPr>
            <a:xfrm>
              <a:off x="3857525" y="1630950"/>
              <a:ext cx="625" cy="25"/>
            </a:xfrm>
            <a:custGeom>
              <a:avLst/>
              <a:gdLst/>
              <a:ahLst/>
              <a:cxnLst/>
              <a:rect l="l" t="t" r="r" b="b"/>
              <a:pathLst>
                <a:path w="25" h="1" extrusionOk="0">
                  <a:moveTo>
                    <a:pt x="1" y="0"/>
                  </a:moveTo>
                  <a:lnTo>
                    <a:pt x="25" y="0"/>
                  </a:lnTo>
                  <a:lnTo>
                    <a:pt x="1" y="0"/>
                  </a:lnTo>
                  <a:lnTo>
                    <a:pt x="1" y="0"/>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8" name="Google Shape;13368;p31"/>
            <p:cNvSpPr/>
            <p:nvPr/>
          </p:nvSpPr>
          <p:spPr>
            <a:xfrm>
              <a:off x="4074200" y="1700150"/>
              <a:ext cx="625" cy="625"/>
            </a:xfrm>
            <a:custGeom>
              <a:avLst/>
              <a:gdLst/>
              <a:ahLst/>
              <a:cxnLst/>
              <a:rect l="l" t="t" r="r" b="b"/>
              <a:pathLst>
                <a:path w="25" h="25" extrusionOk="0">
                  <a:moveTo>
                    <a:pt x="24" y="1"/>
                  </a:moveTo>
                  <a:lnTo>
                    <a:pt x="0" y="25"/>
                  </a:lnTo>
                  <a:lnTo>
                    <a:pt x="24" y="25"/>
                  </a:lnTo>
                  <a:lnTo>
                    <a:pt x="24"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9" name="Google Shape;13369;p31"/>
            <p:cNvSpPr/>
            <p:nvPr/>
          </p:nvSpPr>
          <p:spPr>
            <a:xfrm>
              <a:off x="3980300" y="1647800"/>
              <a:ext cx="625" cy="625"/>
            </a:xfrm>
            <a:custGeom>
              <a:avLst/>
              <a:gdLst/>
              <a:ahLst/>
              <a:cxnLst/>
              <a:rect l="l" t="t" r="r" b="b"/>
              <a:pathLst>
                <a:path w="25" h="25" extrusionOk="0">
                  <a:moveTo>
                    <a:pt x="1" y="1"/>
                  </a:moveTo>
                  <a:lnTo>
                    <a:pt x="1" y="25"/>
                  </a:lnTo>
                  <a:lnTo>
                    <a:pt x="25"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0" name="Google Shape;13370;p31"/>
            <p:cNvSpPr/>
            <p:nvPr/>
          </p:nvSpPr>
          <p:spPr>
            <a:xfrm>
              <a:off x="3817800" y="1963750"/>
              <a:ext cx="143875" cy="126425"/>
            </a:xfrm>
            <a:custGeom>
              <a:avLst/>
              <a:gdLst/>
              <a:ahLst/>
              <a:cxnLst/>
              <a:rect l="l" t="t" r="r" b="b"/>
              <a:pathLst>
                <a:path w="5755" h="5057" extrusionOk="0">
                  <a:moveTo>
                    <a:pt x="2577" y="410"/>
                  </a:moveTo>
                  <a:lnTo>
                    <a:pt x="2818" y="434"/>
                  </a:lnTo>
                  <a:lnTo>
                    <a:pt x="3058" y="458"/>
                  </a:lnTo>
                  <a:lnTo>
                    <a:pt x="3323" y="531"/>
                  </a:lnTo>
                  <a:lnTo>
                    <a:pt x="3564" y="651"/>
                  </a:lnTo>
                  <a:lnTo>
                    <a:pt x="3901" y="795"/>
                  </a:lnTo>
                  <a:lnTo>
                    <a:pt x="4214" y="964"/>
                  </a:lnTo>
                  <a:lnTo>
                    <a:pt x="4527" y="1156"/>
                  </a:lnTo>
                  <a:lnTo>
                    <a:pt x="4671" y="1277"/>
                  </a:lnTo>
                  <a:lnTo>
                    <a:pt x="4816" y="1397"/>
                  </a:lnTo>
                  <a:lnTo>
                    <a:pt x="4936" y="1518"/>
                  </a:lnTo>
                  <a:lnTo>
                    <a:pt x="5032" y="1662"/>
                  </a:lnTo>
                  <a:lnTo>
                    <a:pt x="5129" y="1782"/>
                  </a:lnTo>
                  <a:lnTo>
                    <a:pt x="5201" y="1927"/>
                  </a:lnTo>
                  <a:lnTo>
                    <a:pt x="5249" y="2071"/>
                  </a:lnTo>
                  <a:lnTo>
                    <a:pt x="5297" y="2240"/>
                  </a:lnTo>
                  <a:lnTo>
                    <a:pt x="5321" y="2384"/>
                  </a:lnTo>
                  <a:lnTo>
                    <a:pt x="5345" y="2529"/>
                  </a:lnTo>
                  <a:lnTo>
                    <a:pt x="5321" y="2673"/>
                  </a:lnTo>
                  <a:lnTo>
                    <a:pt x="5321" y="2842"/>
                  </a:lnTo>
                  <a:lnTo>
                    <a:pt x="5273" y="2986"/>
                  </a:lnTo>
                  <a:lnTo>
                    <a:pt x="5225" y="3130"/>
                  </a:lnTo>
                  <a:lnTo>
                    <a:pt x="5153" y="3275"/>
                  </a:lnTo>
                  <a:lnTo>
                    <a:pt x="5080" y="3419"/>
                  </a:lnTo>
                  <a:lnTo>
                    <a:pt x="4960" y="3540"/>
                  </a:lnTo>
                  <a:lnTo>
                    <a:pt x="4864" y="3684"/>
                  </a:lnTo>
                  <a:lnTo>
                    <a:pt x="4647" y="3877"/>
                  </a:lnTo>
                  <a:lnTo>
                    <a:pt x="4455" y="4045"/>
                  </a:lnTo>
                  <a:lnTo>
                    <a:pt x="4214" y="4214"/>
                  </a:lnTo>
                  <a:lnTo>
                    <a:pt x="3997" y="4358"/>
                  </a:lnTo>
                  <a:lnTo>
                    <a:pt x="3756" y="4479"/>
                  </a:lnTo>
                  <a:lnTo>
                    <a:pt x="3492" y="4551"/>
                  </a:lnTo>
                  <a:lnTo>
                    <a:pt x="3227" y="4623"/>
                  </a:lnTo>
                  <a:lnTo>
                    <a:pt x="2962" y="4647"/>
                  </a:lnTo>
                  <a:lnTo>
                    <a:pt x="2625" y="4671"/>
                  </a:lnTo>
                  <a:lnTo>
                    <a:pt x="2312" y="4623"/>
                  </a:lnTo>
                  <a:lnTo>
                    <a:pt x="2023" y="4575"/>
                  </a:lnTo>
                  <a:lnTo>
                    <a:pt x="1734" y="4479"/>
                  </a:lnTo>
                  <a:lnTo>
                    <a:pt x="1469" y="4334"/>
                  </a:lnTo>
                  <a:lnTo>
                    <a:pt x="1229" y="4166"/>
                  </a:lnTo>
                  <a:lnTo>
                    <a:pt x="988" y="3973"/>
                  </a:lnTo>
                  <a:lnTo>
                    <a:pt x="771" y="3732"/>
                  </a:lnTo>
                  <a:lnTo>
                    <a:pt x="675" y="3612"/>
                  </a:lnTo>
                  <a:lnTo>
                    <a:pt x="603" y="3492"/>
                  </a:lnTo>
                  <a:lnTo>
                    <a:pt x="531" y="3347"/>
                  </a:lnTo>
                  <a:lnTo>
                    <a:pt x="482" y="3203"/>
                  </a:lnTo>
                  <a:lnTo>
                    <a:pt x="434" y="2890"/>
                  </a:lnTo>
                  <a:lnTo>
                    <a:pt x="410" y="2529"/>
                  </a:lnTo>
                  <a:lnTo>
                    <a:pt x="458" y="2264"/>
                  </a:lnTo>
                  <a:lnTo>
                    <a:pt x="531" y="1999"/>
                  </a:lnTo>
                  <a:lnTo>
                    <a:pt x="627" y="1758"/>
                  </a:lnTo>
                  <a:lnTo>
                    <a:pt x="771" y="1518"/>
                  </a:lnTo>
                  <a:lnTo>
                    <a:pt x="916" y="1301"/>
                  </a:lnTo>
                  <a:lnTo>
                    <a:pt x="1132" y="1084"/>
                  </a:lnTo>
                  <a:lnTo>
                    <a:pt x="1349" y="892"/>
                  </a:lnTo>
                  <a:lnTo>
                    <a:pt x="1614" y="723"/>
                  </a:lnTo>
                  <a:lnTo>
                    <a:pt x="1855" y="603"/>
                  </a:lnTo>
                  <a:lnTo>
                    <a:pt x="2095" y="506"/>
                  </a:lnTo>
                  <a:lnTo>
                    <a:pt x="2336" y="434"/>
                  </a:lnTo>
                  <a:lnTo>
                    <a:pt x="2577" y="410"/>
                  </a:lnTo>
                  <a:close/>
                  <a:moveTo>
                    <a:pt x="2168" y="1"/>
                  </a:moveTo>
                  <a:lnTo>
                    <a:pt x="2047" y="49"/>
                  </a:lnTo>
                  <a:lnTo>
                    <a:pt x="1758" y="169"/>
                  </a:lnTo>
                  <a:lnTo>
                    <a:pt x="1469" y="314"/>
                  </a:lnTo>
                  <a:lnTo>
                    <a:pt x="1229" y="482"/>
                  </a:lnTo>
                  <a:lnTo>
                    <a:pt x="988" y="651"/>
                  </a:lnTo>
                  <a:lnTo>
                    <a:pt x="771" y="868"/>
                  </a:lnTo>
                  <a:lnTo>
                    <a:pt x="579" y="1108"/>
                  </a:lnTo>
                  <a:lnTo>
                    <a:pt x="410" y="1373"/>
                  </a:lnTo>
                  <a:lnTo>
                    <a:pt x="242" y="1638"/>
                  </a:lnTo>
                  <a:lnTo>
                    <a:pt x="169" y="1830"/>
                  </a:lnTo>
                  <a:lnTo>
                    <a:pt x="97" y="2047"/>
                  </a:lnTo>
                  <a:lnTo>
                    <a:pt x="49" y="2240"/>
                  </a:lnTo>
                  <a:lnTo>
                    <a:pt x="25" y="2432"/>
                  </a:lnTo>
                  <a:lnTo>
                    <a:pt x="1" y="2649"/>
                  </a:lnTo>
                  <a:lnTo>
                    <a:pt x="1" y="2842"/>
                  </a:lnTo>
                  <a:lnTo>
                    <a:pt x="25" y="3034"/>
                  </a:lnTo>
                  <a:lnTo>
                    <a:pt x="73" y="3203"/>
                  </a:lnTo>
                  <a:lnTo>
                    <a:pt x="121" y="3395"/>
                  </a:lnTo>
                  <a:lnTo>
                    <a:pt x="194" y="3588"/>
                  </a:lnTo>
                  <a:lnTo>
                    <a:pt x="290" y="3756"/>
                  </a:lnTo>
                  <a:lnTo>
                    <a:pt x="410" y="3925"/>
                  </a:lnTo>
                  <a:lnTo>
                    <a:pt x="531" y="4069"/>
                  </a:lnTo>
                  <a:lnTo>
                    <a:pt x="675" y="4238"/>
                  </a:lnTo>
                  <a:lnTo>
                    <a:pt x="819" y="4358"/>
                  </a:lnTo>
                  <a:lnTo>
                    <a:pt x="988" y="4503"/>
                  </a:lnTo>
                  <a:lnTo>
                    <a:pt x="1253" y="4671"/>
                  </a:lnTo>
                  <a:lnTo>
                    <a:pt x="1542" y="4791"/>
                  </a:lnTo>
                  <a:lnTo>
                    <a:pt x="1806" y="4912"/>
                  </a:lnTo>
                  <a:lnTo>
                    <a:pt x="2095" y="4984"/>
                  </a:lnTo>
                  <a:lnTo>
                    <a:pt x="2384" y="5032"/>
                  </a:lnTo>
                  <a:lnTo>
                    <a:pt x="2673" y="5056"/>
                  </a:lnTo>
                  <a:lnTo>
                    <a:pt x="2962" y="5056"/>
                  </a:lnTo>
                  <a:lnTo>
                    <a:pt x="3251" y="5008"/>
                  </a:lnTo>
                  <a:lnTo>
                    <a:pt x="3516" y="4960"/>
                  </a:lnTo>
                  <a:lnTo>
                    <a:pt x="3805" y="4864"/>
                  </a:lnTo>
                  <a:lnTo>
                    <a:pt x="4069" y="4743"/>
                  </a:lnTo>
                  <a:lnTo>
                    <a:pt x="4334" y="4623"/>
                  </a:lnTo>
                  <a:lnTo>
                    <a:pt x="4599" y="4454"/>
                  </a:lnTo>
                  <a:lnTo>
                    <a:pt x="4840" y="4262"/>
                  </a:lnTo>
                  <a:lnTo>
                    <a:pt x="5080" y="4045"/>
                  </a:lnTo>
                  <a:lnTo>
                    <a:pt x="5297" y="3780"/>
                  </a:lnTo>
                  <a:lnTo>
                    <a:pt x="5490" y="3516"/>
                  </a:lnTo>
                  <a:lnTo>
                    <a:pt x="5610" y="3203"/>
                  </a:lnTo>
                  <a:lnTo>
                    <a:pt x="5706" y="2890"/>
                  </a:lnTo>
                  <a:lnTo>
                    <a:pt x="5754" y="2577"/>
                  </a:lnTo>
                  <a:lnTo>
                    <a:pt x="5730" y="2264"/>
                  </a:lnTo>
                  <a:lnTo>
                    <a:pt x="5634" y="1951"/>
                  </a:lnTo>
                  <a:lnTo>
                    <a:pt x="5586" y="1806"/>
                  </a:lnTo>
                  <a:lnTo>
                    <a:pt x="5514" y="1662"/>
                  </a:lnTo>
                  <a:lnTo>
                    <a:pt x="5417" y="1518"/>
                  </a:lnTo>
                  <a:lnTo>
                    <a:pt x="5321" y="1373"/>
                  </a:lnTo>
                  <a:lnTo>
                    <a:pt x="5032" y="1060"/>
                  </a:lnTo>
                  <a:lnTo>
                    <a:pt x="4719" y="795"/>
                  </a:lnTo>
                  <a:lnTo>
                    <a:pt x="4406" y="579"/>
                  </a:lnTo>
                  <a:lnTo>
                    <a:pt x="4045" y="410"/>
                  </a:lnTo>
                  <a:lnTo>
                    <a:pt x="3684" y="266"/>
                  </a:lnTo>
                  <a:lnTo>
                    <a:pt x="3299" y="169"/>
                  </a:lnTo>
                  <a:lnTo>
                    <a:pt x="2914" y="73"/>
                  </a:lnTo>
                  <a:lnTo>
                    <a:pt x="2505" y="25"/>
                  </a:lnTo>
                  <a:lnTo>
                    <a:pt x="23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1" name="Google Shape;13371;p31"/>
            <p:cNvSpPr/>
            <p:nvPr/>
          </p:nvSpPr>
          <p:spPr>
            <a:xfrm>
              <a:off x="3848500" y="1996850"/>
              <a:ext cx="73450" cy="54200"/>
            </a:xfrm>
            <a:custGeom>
              <a:avLst/>
              <a:gdLst/>
              <a:ahLst/>
              <a:cxnLst/>
              <a:rect l="l" t="t" r="r" b="b"/>
              <a:pathLst>
                <a:path w="2938" h="2168" extrusionOk="0">
                  <a:moveTo>
                    <a:pt x="1349" y="1"/>
                  </a:moveTo>
                  <a:lnTo>
                    <a:pt x="1180" y="49"/>
                  </a:lnTo>
                  <a:lnTo>
                    <a:pt x="1036" y="73"/>
                  </a:lnTo>
                  <a:lnTo>
                    <a:pt x="867" y="145"/>
                  </a:lnTo>
                  <a:lnTo>
                    <a:pt x="723" y="218"/>
                  </a:lnTo>
                  <a:lnTo>
                    <a:pt x="578" y="314"/>
                  </a:lnTo>
                  <a:lnTo>
                    <a:pt x="434" y="410"/>
                  </a:lnTo>
                  <a:lnTo>
                    <a:pt x="314" y="531"/>
                  </a:lnTo>
                  <a:lnTo>
                    <a:pt x="193" y="675"/>
                  </a:lnTo>
                  <a:lnTo>
                    <a:pt x="73" y="843"/>
                  </a:lnTo>
                  <a:lnTo>
                    <a:pt x="25" y="1036"/>
                  </a:lnTo>
                  <a:lnTo>
                    <a:pt x="1" y="1229"/>
                  </a:lnTo>
                  <a:lnTo>
                    <a:pt x="25" y="1445"/>
                  </a:lnTo>
                  <a:lnTo>
                    <a:pt x="97" y="1614"/>
                  </a:lnTo>
                  <a:lnTo>
                    <a:pt x="217" y="1782"/>
                  </a:lnTo>
                  <a:lnTo>
                    <a:pt x="362" y="1927"/>
                  </a:lnTo>
                  <a:lnTo>
                    <a:pt x="530" y="2023"/>
                  </a:lnTo>
                  <a:lnTo>
                    <a:pt x="699" y="2071"/>
                  </a:lnTo>
                  <a:lnTo>
                    <a:pt x="867" y="2095"/>
                  </a:lnTo>
                  <a:lnTo>
                    <a:pt x="1108" y="2168"/>
                  </a:lnTo>
                  <a:lnTo>
                    <a:pt x="1349" y="2143"/>
                  </a:lnTo>
                  <a:lnTo>
                    <a:pt x="1590" y="2119"/>
                  </a:lnTo>
                  <a:lnTo>
                    <a:pt x="1806" y="2071"/>
                  </a:lnTo>
                  <a:lnTo>
                    <a:pt x="1999" y="1999"/>
                  </a:lnTo>
                  <a:lnTo>
                    <a:pt x="2167" y="1927"/>
                  </a:lnTo>
                  <a:lnTo>
                    <a:pt x="2336" y="1830"/>
                  </a:lnTo>
                  <a:lnTo>
                    <a:pt x="2504" y="1710"/>
                  </a:lnTo>
                  <a:lnTo>
                    <a:pt x="2649" y="1590"/>
                  </a:lnTo>
                  <a:lnTo>
                    <a:pt x="2793" y="1445"/>
                  </a:lnTo>
                  <a:lnTo>
                    <a:pt x="2889" y="1301"/>
                  </a:lnTo>
                  <a:lnTo>
                    <a:pt x="2938" y="1132"/>
                  </a:lnTo>
                  <a:lnTo>
                    <a:pt x="2938" y="988"/>
                  </a:lnTo>
                  <a:lnTo>
                    <a:pt x="2914" y="819"/>
                  </a:lnTo>
                  <a:lnTo>
                    <a:pt x="2841" y="675"/>
                  </a:lnTo>
                  <a:lnTo>
                    <a:pt x="2745" y="531"/>
                  </a:lnTo>
                  <a:lnTo>
                    <a:pt x="2601" y="386"/>
                  </a:lnTo>
                  <a:lnTo>
                    <a:pt x="2456" y="290"/>
                  </a:lnTo>
                  <a:lnTo>
                    <a:pt x="2312" y="194"/>
                  </a:lnTo>
                  <a:lnTo>
                    <a:pt x="2143" y="121"/>
                  </a:lnTo>
                  <a:lnTo>
                    <a:pt x="1999" y="73"/>
                  </a:lnTo>
                  <a:lnTo>
                    <a:pt x="1830" y="25"/>
                  </a:lnTo>
                  <a:lnTo>
                    <a:pt x="166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72" name="Google Shape;13372;p31"/>
          <p:cNvGrpSpPr/>
          <p:nvPr/>
        </p:nvGrpSpPr>
        <p:grpSpPr>
          <a:xfrm flipH="1">
            <a:off x="5894446" y="-1712677"/>
            <a:ext cx="4231619" cy="3791016"/>
            <a:chOff x="-2029316" y="-2059789"/>
            <a:chExt cx="4231619" cy="3791016"/>
          </a:xfrm>
        </p:grpSpPr>
        <p:sp>
          <p:nvSpPr>
            <p:cNvPr id="13373" name="Google Shape;13373;p31"/>
            <p:cNvSpPr/>
            <p:nvPr/>
          </p:nvSpPr>
          <p:spPr>
            <a:xfrm rot="-1874795">
              <a:off x="-1701239" y="-1296710"/>
              <a:ext cx="3575465" cy="2264857"/>
            </a:xfrm>
            <a:custGeom>
              <a:avLst/>
              <a:gdLst/>
              <a:ahLst/>
              <a:cxnLst/>
              <a:rect l="l" t="t" r="r" b="b"/>
              <a:pathLst>
                <a:path w="43934" h="27829" extrusionOk="0">
                  <a:moveTo>
                    <a:pt x="16852" y="0"/>
                  </a:moveTo>
                  <a:lnTo>
                    <a:pt x="16322" y="49"/>
                  </a:lnTo>
                  <a:lnTo>
                    <a:pt x="15792" y="121"/>
                  </a:lnTo>
                  <a:lnTo>
                    <a:pt x="15263" y="217"/>
                  </a:lnTo>
                  <a:lnTo>
                    <a:pt x="14733" y="362"/>
                  </a:lnTo>
                  <a:lnTo>
                    <a:pt x="13963" y="650"/>
                  </a:lnTo>
                  <a:lnTo>
                    <a:pt x="13168" y="963"/>
                  </a:lnTo>
                  <a:lnTo>
                    <a:pt x="12422" y="1300"/>
                  </a:lnTo>
                  <a:lnTo>
                    <a:pt x="11652" y="1662"/>
                  </a:lnTo>
                  <a:lnTo>
                    <a:pt x="10905" y="2047"/>
                  </a:lnTo>
                  <a:lnTo>
                    <a:pt x="10183" y="2456"/>
                  </a:lnTo>
                  <a:lnTo>
                    <a:pt x="9485" y="2889"/>
                  </a:lnTo>
                  <a:lnTo>
                    <a:pt x="8787" y="3371"/>
                  </a:lnTo>
                  <a:lnTo>
                    <a:pt x="8113" y="3900"/>
                  </a:lnTo>
                  <a:lnTo>
                    <a:pt x="7463" y="4430"/>
                  </a:lnTo>
                  <a:lnTo>
                    <a:pt x="6813" y="4984"/>
                  </a:lnTo>
                  <a:lnTo>
                    <a:pt x="6139" y="5489"/>
                  </a:lnTo>
                  <a:lnTo>
                    <a:pt x="5032" y="6308"/>
                  </a:lnTo>
                  <a:lnTo>
                    <a:pt x="3900" y="7102"/>
                  </a:lnTo>
                  <a:lnTo>
                    <a:pt x="3346" y="7487"/>
                  </a:lnTo>
                  <a:lnTo>
                    <a:pt x="2793" y="7896"/>
                  </a:lnTo>
                  <a:lnTo>
                    <a:pt x="2263" y="8330"/>
                  </a:lnTo>
                  <a:lnTo>
                    <a:pt x="1733" y="8787"/>
                  </a:lnTo>
                  <a:lnTo>
                    <a:pt x="1324" y="9148"/>
                  </a:lnTo>
                  <a:lnTo>
                    <a:pt x="963" y="9558"/>
                  </a:lnTo>
                  <a:lnTo>
                    <a:pt x="771" y="9774"/>
                  </a:lnTo>
                  <a:lnTo>
                    <a:pt x="626" y="9991"/>
                  </a:lnTo>
                  <a:lnTo>
                    <a:pt x="482" y="10207"/>
                  </a:lnTo>
                  <a:lnTo>
                    <a:pt x="337" y="10448"/>
                  </a:lnTo>
                  <a:lnTo>
                    <a:pt x="217" y="10689"/>
                  </a:lnTo>
                  <a:lnTo>
                    <a:pt x="145" y="10930"/>
                  </a:lnTo>
                  <a:lnTo>
                    <a:pt x="72" y="11170"/>
                  </a:lnTo>
                  <a:lnTo>
                    <a:pt x="24" y="11411"/>
                  </a:lnTo>
                  <a:lnTo>
                    <a:pt x="0" y="11652"/>
                  </a:lnTo>
                  <a:lnTo>
                    <a:pt x="24" y="11893"/>
                  </a:lnTo>
                  <a:lnTo>
                    <a:pt x="48" y="12133"/>
                  </a:lnTo>
                  <a:lnTo>
                    <a:pt x="72" y="12374"/>
                  </a:lnTo>
                  <a:lnTo>
                    <a:pt x="145" y="12591"/>
                  </a:lnTo>
                  <a:lnTo>
                    <a:pt x="241" y="12807"/>
                  </a:lnTo>
                  <a:lnTo>
                    <a:pt x="337" y="13000"/>
                  </a:lnTo>
                  <a:lnTo>
                    <a:pt x="458" y="13193"/>
                  </a:lnTo>
                  <a:lnTo>
                    <a:pt x="602" y="13385"/>
                  </a:lnTo>
                  <a:lnTo>
                    <a:pt x="771" y="13530"/>
                  </a:lnTo>
                  <a:lnTo>
                    <a:pt x="963" y="13674"/>
                  </a:lnTo>
                  <a:lnTo>
                    <a:pt x="1156" y="13818"/>
                  </a:lnTo>
                  <a:lnTo>
                    <a:pt x="1493" y="13987"/>
                  </a:lnTo>
                  <a:lnTo>
                    <a:pt x="1854" y="14155"/>
                  </a:lnTo>
                  <a:lnTo>
                    <a:pt x="2215" y="14300"/>
                  </a:lnTo>
                  <a:lnTo>
                    <a:pt x="2576" y="14396"/>
                  </a:lnTo>
                  <a:lnTo>
                    <a:pt x="3154" y="14517"/>
                  </a:lnTo>
                  <a:lnTo>
                    <a:pt x="3732" y="14685"/>
                  </a:lnTo>
                  <a:lnTo>
                    <a:pt x="4285" y="14878"/>
                  </a:lnTo>
                  <a:lnTo>
                    <a:pt x="4839" y="15070"/>
                  </a:lnTo>
                  <a:lnTo>
                    <a:pt x="5369" y="15287"/>
                  </a:lnTo>
                  <a:lnTo>
                    <a:pt x="5898" y="15528"/>
                  </a:lnTo>
                  <a:lnTo>
                    <a:pt x="6428" y="15792"/>
                  </a:lnTo>
                  <a:lnTo>
                    <a:pt x="6957" y="16057"/>
                  </a:lnTo>
                  <a:lnTo>
                    <a:pt x="7607" y="16370"/>
                  </a:lnTo>
                  <a:lnTo>
                    <a:pt x="8281" y="16659"/>
                  </a:lnTo>
                  <a:lnTo>
                    <a:pt x="8955" y="16876"/>
                  </a:lnTo>
                  <a:lnTo>
                    <a:pt x="9630" y="17068"/>
                  </a:lnTo>
                  <a:lnTo>
                    <a:pt x="10328" y="17237"/>
                  </a:lnTo>
                  <a:lnTo>
                    <a:pt x="11050" y="17357"/>
                  </a:lnTo>
                  <a:lnTo>
                    <a:pt x="11748" y="17429"/>
                  </a:lnTo>
                  <a:lnTo>
                    <a:pt x="12470" y="17478"/>
                  </a:lnTo>
                  <a:lnTo>
                    <a:pt x="13048" y="17502"/>
                  </a:lnTo>
                  <a:lnTo>
                    <a:pt x="13602" y="17526"/>
                  </a:lnTo>
                  <a:lnTo>
                    <a:pt x="14155" y="17598"/>
                  </a:lnTo>
                  <a:lnTo>
                    <a:pt x="14709" y="17670"/>
                  </a:lnTo>
                  <a:lnTo>
                    <a:pt x="15239" y="17766"/>
                  </a:lnTo>
                  <a:lnTo>
                    <a:pt x="15792" y="17911"/>
                  </a:lnTo>
                  <a:lnTo>
                    <a:pt x="16322" y="18079"/>
                  </a:lnTo>
                  <a:lnTo>
                    <a:pt x="16852" y="18296"/>
                  </a:lnTo>
                  <a:lnTo>
                    <a:pt x="17453" y="18537"/>
                  </a:lnTo>
                  <a:lnTo>
                    <a:pt x="18079" y="18729"/>
                  </a:lnTo>
                  <a:lnTo>
                    <a:pt x="18705" y="18874"/>
                  </a:lnTo>
                  <a:lnTo>
                    <a:pt x="19379" y="18970"/>
                  </a:lnTo>
                  <a:lnTo>
                    <a:pt x="19813" y="19018"/>
                  </a:lnTo>
                  <a:lnTo>
                    <a:pt x="20246" y="19090"/>
                  </a:lnTo>
                  <a:lnTo>
                    <a:pt x="20655" y="19211"/>
                  </a:lnTo>
                  <a:lnTo>
                    <a:pt x="21040" y="19355"/>
                  </a:lnTo>
                  <a:lnTo>
                    <a:pt x="21401" y="19572"/>
                  </a:lnTo>
                  <a:lnTo>
                    <a:pt x="21762" y="19813"/>
                  </a:lnTo>
                  <a:lnTo>
                    <a:pt x="21931" y="19933"/>
                  </a:lnTo>
                  <a:lnTo>
                    <a:pt x="22099" y="20102"/>
                  </a:lnTo>
                  <a:lnTo>
                    <a:pt x="22244" y="20270"/>
                  </a:lnTo>
                  <a:lnTo>
                    <a:pt x="22388" y="20439"/>
                  </a:lnTo>
                  <a:lnTo>
                    <a:pt x="22798" y="20968"/>
                  </a:lnTo>
                  <a:lnTo>
                    <a:pt x="23207" y="21450"/>
                  </a:lnTo>
                  <a:lnTo>
                    <a:pt x="24073" y="22413"/>
                  </a:lnTo>
                  <a:lnTo>
                    <a:pt x="24964" y="23375"/>
                  </a:lnTo>
                  <a:lnTo>
                    <a:pt x="25855" y="24314"/>
                  </a:lnTo>
                  <a:lnTo>
                    <a:pt x="26336" y="24844"/>
                  </a:lnTo>
                  <a:lnTo>
                    <a:pt x="26842" y="25349"/>
                  </a:lnTo>
                  <a:lnTo>
                    <a:pt x="27372" y="25831"/>
                  </a:lnTo>
                  <a:lnTo>
                    <a:pt x="27901" y="26240"/>
                  </a:lnTo>
                  <a:lnTo>
                    <a:pt x="28190" y="26457"/>
                  </a:lnTo>
                  <a:lnTo>
                    <a:pt x="28479" y="26625"/>
                  </a:lnTo>
                  <a:lnTo>
                    <a:pt x="28792" y="26818"/>
                  </a:lnTo>
                  <a:lnTo>
                    <a:pt x="29105" y="26962"/>
                  </a:lnTo>
                  <a:lnTo>
                    <a:pt x="29418" y="27107"/>
                  </a:lnTo>
                  <a:lnTo>
                    <a:pt x="29755" y="27251"/>
                  </a:lnTo>
                  <a:lnTo>
                    <a:pt x="30092" y="27372"/>
                  </a:lnTo>
                  <a:lnTo>
                    <a:pt x="30453" y="27468"/>
                  </a:lnTo>
                  <a:lnTo>
                    <a:pt x="31079" y="27636"/>
                  </a:lnTo>
                  <a:lnTo>
                    <a:pt x="31705" y="27733"/>
                  </a:lnTo>
                  <a:lnTo>
                    <a:pt x="32307" y="27805"/>
                  </a:lnTo>
                  <a:lnTo>
                    <a:pt x="32620" y="27829"/>
                  </a:lnTo>
                  <a:lnTo>
                    <a:pt x="32908" y="27805"/>
                  </a:lnTo>
                  <a:lnTo>
                    <a:pt x="33221" y="27805"/>
                  </a:lnTo>
                  <a:lnTo>
                    <a:pt x="33510" y="27757"/>
                  </a:lnTo>
                  <a:lnTo>
                    <a:pt x="33823" y="27709"/>
                  </a:lnTo>
                  <a:lnTo>
                    <a:pt x="34112" y="27612"/>
                  </a:lnTo>
                  <a:lnTo>
                    <a:pt x="34401" y="27516"/>
                  </a:lnTo>
                  <a:lnTo>
                    <a:pt x="34714" y="27396"/>
                  </a:lnTo>
                  <a:lnTo>
                    <a:pt x="35003" y="27251"/>
                  </a:lnTo>
                  <a:lnTo>
                    <a:pt x="35292" y="27083"/>
                  </a:lnTo>
                  <a:lnTo>
                    <a:pt x="35653" y="26842"/>
                  </a:lnTo>
                  <a:lnTo>
                    <a:pt x="36038" y="26625"/>
                  </a:lnTo>
                  <a:lnTo>
                    <a:pt x="36423" y="26409"/>
                  </a:lnTo>
                  <a:lnTo>
                    <a:pt x="36832" y="26240"/>
                  </a:lnTo>
                  <a:lnTo>
                    <a:pt x="37218" y="26096"/>
                  </a:lnTo>
                  <a:lnTo>
                    <a:pt x="37627" y="25951"/>
                  </a:lnTo>
                  <a:lnTo>
                    <a:pt x="38012" y="25807"/>
                  </a:lnTo>
                  <a:lnTo>
                    <a:pt x="38180" y="25711"/>
                  </a:lnTo>
                  <a:lnTo>
                    <a:pt x="38373" y="25590"/>
                  </a:lnTo>
                  <a:lnTo>
                    <a:pt x="39577" y="24724"/>
                  </a:lnTo>
                  <a:lnTo>
                    <a:pt x="40804" y="23905"/>
                  </a:lnTo>
                  <a:lnTo>
                    <a:pt x="41117" y="23688"/>
                  </a:lnTo>
                  <a:lnTo>
                    <a:pt x="41406" y="23472"/>
                  </a:lnTo>
                  <a:lnTo>
                    <a:pt x="41695" y="23255"/>
                  </a:lnTo>
                  <a:lnTo>
                    <a:pt x="41960" y="23014"/>
                  </a:lnTo>
                  <a:lnTo>
                    <a:pt x="42201" y="22750"/>
                  </a:lnTo>
                  <a:lnTo>
                    <a:pt x="42441" y="22485"/>
                  </a:lnTo>
                  <a:lnTo>
                    <a:pt x="42658" y="22220"/>
                  </a:lnTo>
                  <a:lnTo>
                    <a:pt x="42875" y="21931"/>
                  </a:lnTo>
                  <a:lnTo>
                    <a:pt x="43043" y="21642"/>
                  </a:lnTo>
                  <a:lnTo>
                    <a:pt x="43212" y="21353"/>
                  </a:lnTo>
                  <a:lnTo>
                    <a:pt x="43380" y="21016"/>
                  </a:lnTo>
                  <a:lnTo>
                    <a:pt x="43501" y="20703"/>
                  </a:lnTo>
                  <a:lnTo>
                    <a:pt x="43621" y="20366"/>
                  </a:lnTo>
                  <a:lnTo>
                    <a:pt x="43717" y="20005"/>
                  </a:lnTo>
                  <a:lnTo>
                    <a:pt x="43790" y="19644"/>
                  </a:lnTo>
                  <a:lnTo>
                    <a:pt x="43862" y="19259"/>
                  </a:lnTo>
                  <a:lnTo>
                    <a:pt x="43910" y="18778"/>
                  </a:lnTo>
                  <a:lnTo>
                    <a:pt x="43934" y="18272"/>
                  </a:lnTo>
                  <a:lnTo>
                    <a:pt x="43934" y="17791"/>
                  </a:lnTo>
                  <a:lnTo>
                    <a:pt x="43886" y="17309"/>
                  </a:lnTo>
                  <a:lnTo>
                    <a:pt x="43765" y="16852"/>
                  </a:lnTo>
                  <a:lnTo>
                    <a:pt x="43693" y="16635"/>
                  </a:lnTo>
                  <a:lnTo>
                    <a:pt x="43621" y="16394"/>
                  </a:lnTo>
                  <a:lnTo>
                    <a:pt x="43525" y="16178"/>
                  </a:lnTo>
                  <a:lnTo>
                    <a:pt x="43404" y="15961"/>
                  </a:lnTo>
                  <a:lnTo>
                    <a:pt x="43260" y="15720"/>
                  </a:lnTo>
                  <a:lnTo>
                    <a:pt x="43115" y="15504"/>
                  </a:lnTo>
                  <a:lnTo>
                    <a:pt x="42610" y="14805"/>
                  </a:lnTo>
                  <a:lnTo>
                    <a:pt x="42104" y="14083"/>
                  </a:lnTo>
                  <a:lnTo>
                    <a:pt x="41647" y="13337"/>
                  </a:lnTo>
                  <a:lnTo>
                    <a:pt x="41214" y="12591"/>
                  </a:lnTo>
                  <a:lnTo>
                    <a:pt x="40756" y="11893"/>
                  </a:lnTo>
                  <a:lnTo>
                    <a:pt x="40275" y="11194"/>
                  </a:lnTo>
                  <a:lnTo>
                    <a:pt x="39769" y="10545"/>
                  </a:lnTo>
                  <a:lnTo>
                    <a:pt x="39216" y="9943"/>
                  </a:lnTo>
                  <a:lnTo>
                    <a:pt x="38638" y="9341"/>
                  </a:lnTo>
                  <a:lnTo>
                    <a:pt x="38036" y="8787"/>
                  </a:lnTo>
                  <a:lnTo>
                    <a:pt x="37386" y="8258"/>
                  </a:lnTo>
                  <a:lnTo>
                    <a:pt x="36712" y="7752"/>
                  </a:lnTo>
                  <a:lnTo>
                    <a:pt x="36206" y="7391"/>
                  </a:lnTo>
                  <a:lnTo>
                    <a:pt x="35653" y="7054"/>
                  </a:lnTo>
                  <a:lnTo>
                    <a:pt x="35099" y="6741"/>
                  </a:lnTo>
                  <a:lnTo>
                    <a:pt x="34545" y="6452"/>
                  </a:lnTo>
                  <a:lnTo>
                    <a:pt x="33438" y="5850"/>
                  </a:lnTo>
                  <a:lnTo>
                    <a:pt x="32884" y="5537"/>
                  </a:lnTo>
                  <a:lnTo>
                    <a:pt x="32331" y="5224"/>
                  </a:lnTo>
                  <a:lnTo>
                    <a:pt x="31079" y="4430"/>
                  </a:lnTo>
                  <a:lnTo>
                    <a:pt x="29803" y="3660"/>
                  </a:lnTo>
                  <a:lnTo>
                    <a:pt x="28527" y="2889"/>
                  </a:lnTo>
                  <a:lnTo>
                    <a:pt x="27901" y="2480"/>
                  </a:lnTo>
                  <a:lnTo>
                    <a:pt x="27275" y="2071"/>
                  </a:lnTo>
                  <a:lnTo>
                    <a:pt x="26649" y="1662"/>
                  </a:lnTo>
                  <a:lnTo>
                    <a:pt x="26023" y="1300"/>
                  </a:lnTo>
                  <a:lnTo>
                    <a:pt x="25349" y="987"/>
                  </a:lnTo>
                  <a:lnTo>
                    <a:pt x="24675" y="723"/>
                  </a:lnTo>
                  <a:lnTo>
                    <a:pt x="24001" y="530"/>
                  </a:lnTo>
                  <a:lnTo>
                    <a:pt x="23303" y="362"/>
                  </a:lnTo>
                  <a:lnTo>
                    <a:pt x="22581" y="265"/>
                  </a:lnTo>
                  <a:lnTo>
                    <a:pt x="21835" y="193"/>
                  </a:lnTo>
                  <a:lnTo>
                    <a:pt x="20414" y="121"/>
                  </a:lnTo>
                  <a:lnTo>
                    <a:pt x="19018" y="49"/>
                  </a:lnTo>
                  <a:lnTo>
                    <a:pt x="184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4" name="Google Shape;13374;p31"/>
            <p:cNvSpPr/>
            <p:nvPr/>
          </p:nvSpPr>
          <p:spPr>
            <a:xfrm rot="-1874795">
              <a:off x="-1074672" y="-823504"/>
              <a:ext cx="2343250" cy="1326409"/>
            </a:xfrm>
            <a:custGeom>
              <a:avLst/>
              <a:gdLst/>
              <a:ahLst/>
              <a:cxnLst/>
              <a:rect l="l" t="t" r="r" b="b"/>
              <a:pathLst>
                <a:path w="28793" h="16298" extrusionOk="0">
                  <a:moveTo>
                    <a:pt x="10400" y="0"/>
                  </a:moveTo>
                  <a:lnTo>
                    <a:pt x="9750" y="48"/>
                  </a:lnTo>
                  <a:lnTo>
                    <a:pt x="9076" y="145"/>
                  </a:lnTo>
                  <a:lnTo>
                    <a:pt x="6910" y="530"/>
                  </a:lnTo>
                  <a:lnTo>
                    <a:pt x="6356" y="626"/>
                  </a:lnTo>
                  <a:lnTo>
                    <a:pt x="5826" y="747"/>
                  </a:lnTo>
                  <a:lnTo>
                    <a:pt x="5273" y="891"/>
                  </a:lnTo>
                  <a:lnTo>
                    <a:pt x="4743" y="1060"/>
                  </a:lnTo>
                  <a:lnTo>
                    <a:pt x="4286" y="1204"/>
                  </a:lnTo>
                  <a:lnTo>
                    <a:pt x="3804" y="1348"/>
                  </a:lnTo>
                  <a:lnTo>
                    <a:pt x="2841" y="1589"/>
                  </a:lnTo>
                  <a:lnTo>
                    <a:pt x="2552" y="1661"/>
                  </a:lnTo>
                  <a:lnTo>
                    <a:pt x="2287" y="1758"/>
                  </a:lnTo>
                  <a:lnTo>
                    <a:pt x="2023" y="1878"/>
                  </a:lnTo>
                  <a:lnTo>
                    <a:pt x="1782" y="1998"/>
                  </a:lnTo>
                  <a:lnTo>
                    <a:pt x="1276" y="2287"/>
                  </a:lnTo>
                  <a:lnTo>
                    <a:pt x="771" y="2600"/>
                  </a:lnTo>
                  <a:lnTo>
                    <a:pt x="650" y="2697"/>
                  </a:lnTo>
                  <a:lnTo>
                    <a:pt x="530" y="2817"/>
                  </a:lnTo>
                  <a:lnTo>
                    <a:pt x="434" y="2961"/>
                  </a:lnTo>
                  <a:lnTo>
                    <a:pt x="362" y="3130"/>
                  </a:lnTo>
                  <a:lnTo>
                    <a:pt x="193" y="3659"/>
                  </a:lnTo>
                  <a:lnTo>
                    <a:pt x="73" y="4213"/>
                  </a:lnTo>
                  <a:lnTo>
                    <a:pt x="25" y="4478"/>
                  </a:lnTo>
                  <a:lnTo>
                    <a:pt x="1" y="4767"/>
                  </a:lnTo>
                  <a:lnTo>
                    <a:pt x="1" y="5032"/>
                  </a:lnTo>
                  <a:lnTo>
                    <a:pt x="25" y="5320"/>
                  </a:lnTo>
                  <a:lnTo>
                    <a:pt x="73" y="5489"/>
                  </a:lnTo>
                  <a:lnTo>
                    <a:pt x="97" y="5658"/>
                  </a:lnTo>
                  <a:lnTo>
                    <a:pt x="169" y="5826"/>
                  </a:lnTo>
                  <a:lnTo>
                    <a:pt x="241" y="5995"/>
                  </a:lnTo>
                  <a:lnTo>
                    <a:pt x="410" y="6283"/>
                  </a:lnTo>
                  <a:lnTo>
                    <a:pt x="626" y="6524"/>
                  </a:lnTo>
                  <a:lnTo>
                    <a:pt x="771" y="6644"/>
                  </a:lnTo>
                  <a:lnTo>
                    <a:pt x="891" y="6741"/>
                  </a:lnTo>
                  <a:lnTo>
                    <a:pt x="1036" y="6813"/>
                  </a:lnTo>
                  <a:lnTo>
                    <a:pt x="1180" y="6885"/>
                  </a:lnTo>
                  <a:lnTo>
                    <a:pt x="1325" y="6933"/>
                  </a:lnTo>
                  <a:lnTo>
                    <a:pt x="1469" y="6982"/>
                  </a:lnTo>
                  <a:lnTo>
                    <a:pt x="1637" y="7006"/>
                  </a:lnTo>
                  <a:lnTo>
                    <a:pt x="1782" y="7006"/>
                  </a:lnTo>
                  <a:lnTo>
                    <a:pt x="3106" y="6933"/>
                  </a:lnTo>
                  <a:lnTo>
                    <a:pt x="4406" y="6861"/>
                  </a:lnTo>
                  <a:lnTo>
                    <a:pt x="6187" y="6717"/>
                  </a:lnTo>
                  <a:lnTo>
                    <a:pt x="7078" y="6644"/>
                  </a:lnTo>
                  <a:lnTo>
                    <a:pt x="7969" y="6596"/>
                  </a:lnTo>
                  <a:lnTo>
                    <a:pt x="8763" y="6596"/>
                  </a:lnTo>
                  <a:lnTo>
                    <a:pt x="9558" y="6644"/>
                  </a:lnTo>
                  <a:lnTo>
                    <a:pt x="10352" y="6765"/>
                  </a:lnTo>
                  <a:lnTo>
                    <a:pt x="11122" y="6909"/>
                  </a:lnTo>
                  <a:lnTo>
                    <a:pt x="11869" y="7126"/>
                  </a:lnTo>
                  <a:lnTo>
                    <a:pt x="12615" y="7391"/>
                  </a:lnTo>
                  <a:lnTo>
                    <a:pt x="13337" y="7704"/>
                  </a:lnTo>
                  <a:lnTo>
                    <a:pt x="14059" y="8065"/>
                  </a:lnTo>
                  <a:lnTo>
                    <a:pt x="14830" y="8474"/>
                  </a:lnTo>
                  <a:lnTo>
                    <a:pt x="15576" y="8907"/>
                  </a:lnTo>
                  <a:lnTo>
                    <a:pt x="16322" y="9365"/>
                  </a:lnTo>
                  <a:lnTo>
                    <a:pt x="17068" y="9822"/>
                  </a:lnTo>
                  <a:lnTo>
                    <a:pt x="17718" y="10255"/>
                  </a:lnTo>
                  <a:lnTo>
                    <a:pt x="18344" y="10737"/>
                  </a:lnTo>
                  <a:lnTo>
                    <a:pt x="18970" y="11218"/>
                  </a:lnTo>
                  <a:lnTo>
                    <a:pt x="19572" y="11748"/>
                  </a:lnTo>
                  <a:lnTo>
                    <a:pt x="20150" y="12278"/>
                  </a:lnTo>
                  <a:lnTo>
                    <a:pt x="20704" y="12831"/>
                  </a:lnTo>
                  <a:lnTo>
                    <a:pt x="21257" y="13385"/>
                  </a:lnTo>
                  <a:lnTo>
                    <a:pt x="21787" y="13987"/>
                  </a:lnTo>
                  <a:lnTo>
                    <a:pt x="22052" y="14300"/>
                  </a:lnTo>
                  <a:lnTo>
                    <a:pt x="22341" y="14589"/>
                  </a:lnTo>
                  <a:lnTo>
                    <a:pt x="22629" y="14853"/>
                  </a:lnTo>
                  <a:lnTo>
                    <a:pt x="22942" y="15094"/>
                  </a:lnTo>
                  <a:lnTo>
                    <a:pt x="23279" y="15311"/>
                  </a:lnTo>
                  <a:lnTo>
                    <a:pt x="23616" y="15503"/>
                  </a:lnTo>
                  <a:lnTo>
                    <a:pt x="23978" y="15648"/>
                  </a:lnTo>
                  <a:lnTo>
                    <a:pt x="24363" y="15768"/>
                  </a:lnTo>
                  <a:lnTo>
                    <a:pt x="24652" y="15865"/>
                  </a:lnTo>
                  <a:lnTo>
                    <a:pt x="24772" y="15913"/>
                  </a:lnTo>
                  <a:lnTo>
                    <a:pt x="24892" y="15961"/>
                  </a:lnTo>
                  <a:lnTo>
                    <a:pt x="25181" y="16129"/>
                  </a:lnTo>
                  <a:lnTo>
                    <a:pt x="25470" y="16226"/>
                  </a:lnTo>
                  <a:lnTo>
                    <a:pt x="25783" y="16274"/>
                  </a:lnTo>
                  <a:lnTo>
                    <a:pt x="26072" y="16298"/>
                  </a:lnTo>
                  <a:lnTo>
                    <a:pt x="26361" y="16274"/>
                  </a:lnTo>
                  <a:lnTo>
                    <a:pt x="26650" y="16226"/>
                  </a:lnTo>
                  <a:lnTo>
                    <a:pt x="26963" y="16129"/>
                  </a:lnTo>
                  <a:lnTo>
                    <a:pt x="27251" y="16033"/>
                  </a:lnTo>
                  <a:lnTo>
                    <a:pt x="27589" y="15913"/>
                  </a:lnTo>
                  <a:lnTo>
                    <a:pt x="27901" y="15720"/>
                  </a:lnTo>
                  <a:lnTo>
                    <a:pt x="28142" y="15527"/>
                  </a:lnTo>
                  <a:lnTo>
                    <a:pt x="28359" y="15287"/>
                  </a:lnTo>
                  <a:lnTo>
                    <a:pt x="28527" y="14998"/>
                  </a:lnTo>
                  <a:lnTo>
                    <a:pt x="28672" y="14685"/>
                  </a:lnTo>
                  <a:lnTo>
                    <a:pt x="28744" y="14348"/>
                  </a:lnTo>
                  <a:lnTo>
                    <a:pt x="28792" y="13987"/>
                  </a:lnTo>
                  <a:lnTo>
                    <a:pt x="28768" y="13722"/>
                  </a:lnTo>
                  <a:lnTo>
                    <a:pt x="28768" y="13433"/>
                  </a:lnTo>
                  <a:lnTo>
                    <a:pt x="28696" y="12904"/>
                  </a:lnTo>
                  <a:lnTo>
                    <a:pt x="28576" y="12374"/>
                  </a:lnTo>
                  <a:lnTo>
                    <a:pt x="28431" y="11844"/>
                  </a:lnTo>
                  <a:lnTo>
                    <a:pt x="28311" y="11435"/>
                  </a:lnTo>
                  <a:lnTo>
                    <a:pt x="28166" y="11050"/>
                  </a:lnTo>
                  <a:lnTo>
                    <a:pt x="27998" y="10665"/>
                  </a:lnTo>
                  <a:lnTo>
                    <a:pt x="27805" y="10304"/>
                  </a:lnTo>
                  <a:lnTo>
                    <a:pt x="26914" y="8956"/>
                  </a:lnTo>
                  <a:lnTo>
                    <a:pt x="26481" y="8306"/>
                  </a:lnTo>
                  <a:lnTo>
                    <a:pt x="26000" y="7680"/>
                  </a:lnTo>
                  <a:lnTo>
                    <a:pt x="25518" y="7054"/>
                  </a:lnTo>
                  <a:lnTo>
                    <a:pt x="25013" y="6428"/>
                  </a:lnTo>
                  <a:lnTo>
                    <a:pt x="24483" y="5826"/>
                  </a:lnTo>
                  <a:lnTo>
                    <a:pt x="23929" y="5272"/>
                  </a:lnTo>
                  <a:lnTo>
                    <a:pt x="23424" y="4767"/>
                  </a:lnTo>
                  <a:lnTo>
                    <a:pt x="22918" y="4309"/>
                  </a:lnTo>
                  <a:lnTo>
                    <a:pt x="22389" y="3876"/>
                  </a:lnTo>
                  <a:lnTo>
                    <a:pt x="21835" y="3467"/>
                  </a:lnTo>
                  <a:lnTo>
                    <a:pt x="21281" y="3082"/>
                  </a:lnTo>
                  <a:lnTo>
                    <a:pt x="20728" y="2721"/>
                  </a:lnTo>
                  <a:lnTo>
                    <a:pt x="20126" y="2384"/>
                  </a:lnTo>
                  <a:lnTo>
                    <a:pt x="19548" y="2071"/>
                  </a:lnTo>
                  <a:lnTo>
                    <a:pt x="18946" y="1758"/>
                  </a:lnTo>
                  <a:lnTo>
                    <a:pt x="18320" y="1493"/>
                  </a:lnTo>
                  <a:lnTo>
                    <a:pt x="17694" y="1252"/>
                  </a:lnTo>
                  <a:lnTo>
                    <a:pt x="17044" y="1035"/>
                  </a:lnTo>
                  <a:lnTo>
                    <a:pt x="16394" y="843"/>
                  </a:lnTo>
                  <a:lnTo>
                    <a:pt x="15720" y="674"/>
                  </a:lnTo>
                  <a:lnTo>
                    <a:pt x="15046" y="506"/>
                  </a:lnTo>
                  <a:lnTo>
                    <a:pt x="14372" y="385"/>
                  </a:lnTo>
                  <a:lnTo>
                    <a:pt x="13048" y="193"/>
                  </a:lnTo>
                  <a:lnTo>
                    <a:pt x="12398" y="97"/>
                  </a:lnTo>
                  <a:lnTo>
                    <a:pt x="11724" y="48"/>
                  </a:lnTo>
                  <a:lnTo>
                    <a:pt x="110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5" name="Google Shape;13375;p31"/>
            <p:cNvSpPr/>
            <p:nvPr/>
          </p:nvSpPr>
          <p:spPr>
            <a:xfrm rot="-1874795">
              <a:off x="-154991" y="-560249"/>
              <a:ext cx="129398" cy="92128"/>
            </a:xfrm>
            <a:custGeom>
              <a:avLst/>
              <a:gdLst/>
              <a:ahLst/>
              <a:cxnLst/>
              <a:rect l="l" t="t" r="r" b="b"/>
              <a:pathLst>
                <a:path w="1590" h="1132" extrusionOk="0">
                  <a:moveTo>
                    <a:pt x="1108" y="0"/>
                  </a:moveTo>
                  <a:lnTo>
                    <a:pt x="1012" y="25"/>
                  </a:lnTo>
                  <a:lnTo>
                    <a:pt x="940" y="49"/>
                  </a:lnTo>
                  <a:lnTo>
                    <a:pt x="771" y="169"/>
                  </a:lnTo>
                  <a:lnTo>
                    <a:pt x="579" y="289"/>
                  </a:lnTo>
                  <a:lnTo>
                    <a:pt x="482" y="313"/>
                  </a:lnTo>
                  <a:lnTo>
                    <a:pt x="386" y="337"/>
                  </a:lnTo>
                  <a:lnTo>
                    <a:pt x="290" y="337"/>
                  </a:lnTo>
                  <a:lnTo>
                    <a:pt x="169" y="313"/>
                  </a:lnTo>
                  <a:lnTo>
                    <a:pt x="121" y="313"/>
                  </a:lnTo>
                  <a:lnTo>
                    <a:pt x="73" y="337"/>
                  </a:lnTo>
                  <a:lnTo>
                    <a:pt x="49" y="386"/>
                  </a:lnTo>
                  <a:lnTo>
                    <a:pt x="25" y="434"/>
                  </a:lnTo>
                  <a:lnTo>
                    <a:pt x="1" y="482"/>
                  </a:lnTo>
                  <a:lnTo>
                    <a:pt x="25" y="530"/>
                  </a:lnTo>
                  <a:lnTo>
                    <a:pt x="49" y="554"/>
                  </a:lnTo>
                  <a:lnTo>
                    <a:pt x="97" y="578"/>
                  </a:lnTo>
                  <a:lnTo>
                    <a:pt x="217" y="578"/>
                  </a:lnTo>
                  <a:lnTo>
                    <a:pt x="314" y="626"/>
                  </a:lnTo>
                  <a:lnTo>
                    <a:pt x="410" y="674"/>
                  </a:lnTo>
                  <a:lnTo>
                    <a:pt x="506" y="747"/>
                  </a:lnTo>
                  <a:lnTo>
                    <a:pt x="843" y="1036"/>
                  </a:lnTo>
                  <a:lnTo>
                    <a:pt x="964" y="1108"/>
                  </a:lnTo>
                  <a:lnTo>
                    <a:pt x="1084" y="1132"/>
                  </a:lnTo>
                  <a:lnTo>
                    <a:pt x="1229" y="1108"/>
                  </a:lnTo>
                  <a:lnTo>
                    <a:pt x="1349" y="1012"/>
                  </a:lnTo>
                  <a:lnTo>
                    <a:pt x="1469" y="915"/>
                  </a:lnTo>
                  <a:lnTo>
                    <a:pt x="1541" y="771"/>
                  </a:lnTo>
                  <a:lnTo>
                    <a:pt x="1590" y="626"/>
                  </a:lnTo>
                  <a:lnTo>
                    <a:pt x="1566" y="458"/>
                  </a:lnTo>
                  <a:lnTo>
                    <a:pt x="1517" y="362"/>
                  </a:lnTo>
                  <a:lnTo>
                    <a:pt x="1445" y="241"/>
                  </a:lnTo>
                  <a:lnTo>
                    <a:pt x="1373" y="169"/>
                  </a:lnTo>
                  <a:lnTo>
                    <a:pt x="1277" y="97"/>
                  </a:lnTo>
                  <a:lnTo>
                    <a:pt x="1204" y="25"/>
                  </a:lnTo>
                  <a:lnTo>
                    <a:pt x="11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6" name="Google Shape;13376;p31"/>
            <p:cNvSpPr/>
            <p:nvPr/>
          </p:nvSpPr>
          <p:spPr>
            <a:xfrm rot="-1874795">
              <a:off x="-527659" y="59908"/>
              <a:ext cx="100019" cy="94162"/>
            </a:xfrm>
            <a:custGeom>
              <a:avLst/>
              <a:gdLst/>
              <a:ahLst/>
              <a:cxnLst/>
              <a:rect l="l" t="t" r="r" b="b"/>
              <a:pathLst>
                <a:path w="1229" h="1157" extrusionOk="0">
                  <a:moveTo>
                    <a:pt x="868" y="1"/>
                  </a:moveTo>
                  <a:lnTo>
                    <a:pt x="771" y="25"/>
                  </a:lnTo>
                  <a:lnTo>
                    <a:pt x="723" y="25"/>
                  </a:lnTo>
                  <a:lnTo>
                    <a:pt x="555" y="97"/>
                  </a:lnTo>
                  <a:lnTo>
                    <a:pt x="386" y="169"/>
                  </a:lnTo>
                  <a:lnTo>
                    <a:pt x="266" y="266"/>
                  </a:lnTo>
                  <a:lnTo>
                    <a:pt x="169" y="338"/>
                  </a:lnTo>
                  <a:lnTo>
                    <a:pt x="97" y="458"/>
                  </a:lnTo>
                  <a:lnTo>
                    <a:pt x="49" y="554"/>
                  </a:lnTo>
                  <a:lnTo>
                    <a:pt x="25" y="675"/>
                  </a:lnTo>
                  <a:lnTo>
                    <a:pt x="1" y="819"/>
                  </a:lnTo>
                  <a:lnTo>
                    <a:pt x="1" y="915"/>
                  </a:lnTo>
                  <a:lnTo>
                    <a:pt x="25" y="988"/>
                  </a:lnTo>
                  <a:lnTo>
                    <a:pt x="73" y="1060"/>
                  </a:lnTo>
                  <a:lnTo>
                    <a:pt x="145" y="1132"/>
                  </a:lnTo>
                  <a:lnTo>
                    <a:pt x="242" y="1156"/>
                  </a:lnTo>
                  <a:lnTo>
                    <a:pt x="314" y="1156"/>
                  </a:lnTo>
                  <a:lnTo>
                    <a:pt x="410" y="1132"/>
                  </a:lnTo>
                  <a:lnTo>
                    <a:pt x="482" y="1084"/>
                  </a:lnTo>
                  <a:lnTo>
                    <a:pt x="1108" y="482"/>
                  </a:lnTo>
                  <a:lnTo>
                    <a:pt x="1180" y="410"/>
                  </a:lnTo>
                  <a:lnTo>
                    <a:pt x="1229" y="338"/>
                  </a:lnTo>
                  <a:lnTo>
                    <a:pt x="1229" y="241"/>
                  </a:lnTo>
                  <a:lnTo>
                    <a:pt x="1205" y="145"/>
                  </a:lnTo>
                  <a:lnTo>
                    <a:pt x="1132" y="73"/>
                  </a:lnTo>
                  <a:lnTo>
                    <a:pt x="1060" y="25"/>
                  </a:lnTo>
                  <a:lnTo>
                    <a:pt x="9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7" name="Google Shape;13377;p31"/>
            <p:cNvSpPr/>
            <p:nvPr/>
          </p:nvSpPr>
          <p:spPr>
            <a:xfrm rot="-1874795">
              <a:off x="-340562" y="-560299"/>
              <a:ext cx="64699" cy="72514"/>
            </a:xfrm>
            <a:custGeom>
              <a:avLst/>
              <a:gdLst/>
              <a:ahLst/>
              <a:cxnLst/>
              <a:rect l="l" t="t" r="r" b="b"/>
              <a:pathLst>
                <a:path w="795" h="891" extrusionOk="0">
                  <a:moveTo>
                    <a:pt x="289" y="0"/>
                  </a:moveTo>
                  <a:lnTo>
                    <a:pt x="169" y="24"/>
                  </a:lnTo>
                  <a:lnTo>
                    <a:pt x="72" y="97"/>
                  </a:lnTo>
                  <a:lnTo>
                    <a:pt x="24" y="193"/>
                  </a:lnTo>
                  <a:lnTo>
                    <a:pt x="0" y="313"/>
                  </a:lnTo>
                  <a:lnTo>
                    <a:pt x="24" y="385"/>
                  </a:lnTo>
                  <a:lnTo>
                    <a:pt x="72" y="482"/>
                  </a:lnTo>
                  <a:lnTo>
                    <a:pt x="169" y="578"/>
                  </a:lnTo>
                  <a:lnTo>
                    <a:pt x="289" y="674"/>
                  </a:lnTo>
                  <a:lnTo>
                    <a:pt x="409" y="771"/>
                  </a:lnTo>
                  <a:lnTo>
                    <a:pt x="530" y="843"/>
                  </a:lnTo>
                  <a:lnTo>
                    <a:pt x="626" y="867"/>
                  </a:lnTo>
                  <a:lnTo>
                    <a:pt x="722" y="891"/>
                  </a:lnTo>
                  <a:lnTo>
                    <a:pt x="746" y="867"/>
                  </a:lnTo>
                  <a:lnTo>
                    <a:pt x="771" y="819"/>
                  </a:lnTo>
                  <a:lnTo>
                    <a:pt x="795" y="674"/>
                  </a:lnTo>
                  <a:lnTo>
                    <a:pt x="795" y="530"/>
                  </a:lnTo>
                  <a:lnTo>
                    <a:pt x="771" y="385"/>
                  </a:lnTo>
                  <a:lnTo>
                    <a:pt x="698" y="265"/>
                  </a:lnTo>
                  <a:lnTo>
                    <a:pt x="626" y="145"/>
                  </a:lnTo>
                  <a:lnTo>
                    <a:pt x="530" y="72"/>
                  </a:lnTo>
                  <a:lnTo>
                    <a:pt x="4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8" name="Google Shape;13378;p31"/>
            <p:cNvSpPr/>
            <p:nvPr/>
          </p:nvSpPr>
          <p:spPr>
            <a:xfrm rot="-1874795">
              <a:off x="-185679" y="-130684"/>
              <a:ext cx="60874" cy="72595"/>
            </a:xfrm>
            <a:custGeom>
              <a:avLst/>
              <a:gdLst/>
              <a:ahLst/>
              <a:cxnLst/>
              <a:rect l="l" t="t" r="r" b="b"/>
              <a:pathLst>
                <a:path w="748" h="892" extrusionOk="0">
                  <a:moveTo>
                    <a:pt x="530" y="1"/>
                  </a:moveTo>
                  <a:lnTo>
                    <a:pt x="482" y="25"/>
                  </a:lnTo>
                  <a:lnTo>
                    <a:pt x="362" y="49"/>
                  </a:lnTo>
                  <a:lnTo>
                    <a:pt x="266" y="121"/>
                  </a:lnTo>
                  <a:lnTo>
                    <a:pt x="193" y="194"/>
                  </a:lnTo>
                  <a:lnTo>
                    <a:pt x="121" y="290"/>
                  </a:lnTo>
                  <a:lnTo>
                    <a:pt x="49" y="362"/>
                  </a:lnTo>
                  <a:lnTo>
                    <a:pt x="25" y="458"/>
                  </a:lnTo>
                  <a:lnTo>
                    <a:pt x="1" y="555"/>
                  </a:lnTo>
                  <a:lnTo>
                    <a:pt x="1" y="627"/>
                  </a:lnTo>
                  <a:lnTo>
                    <a:pt x="49" y="699"/>
                  </a:lnTo>
                  <a:lnTo>
                    <a:pt x="73" y="747"/>
                  </a:lnTo>
                  <a:lnTo>
                    <a:pt x="193" y="843"/>
                  </a:lnTo>
                  <a:lnTo>
                    <a:pt x="338" y="892"/>
                  </a:lnTo>
                  <a:lnTo>
                    <a:pt x="410" y="892"/>
                  </a:lnTo>
                  <a:lnTo>
                    <a:pt x="482" y="868"/>
                  </a:lnTo>
                  <a:lnTo>
                    <a:pt x="555" y="843"/>
                  </a:lnTo>
                  <a:lnTo>
                    <a:pt x="627" y="771"/>
                  </a:lnTo>
                  <a:lnTo>
                    <a:pt x="675" y="699"/>
                  </a:lnTo>
                  <a:lnTo>
                    <a:pt x="699" y="627"/>
                  </a:lnTo>
                  <a:lnTo>
                    <a:pt x="747" y="531"/>
                  </a:lnTo>
                  <a:lnTo>
                    <a:pt x="747" y="434"/>
                  </a:lnTo>
                  <a:lnTo>
                    <a:pt x="747" y="338"/>
                  </a:lnTo>
                  <a:lnTo>
                    <a:pt x="723" y="218"/>
                  </a:lnTo>
                  <a:lnTo>
                    <a:pt x="699" y="145"/>
                  </a:lnTo>
                  <a:lnTo>
                    <a:pt x="651" y="49"/>
                  </a:lnTo>
                  <a:lnTo>
                    <a:pt x="627" y="25"/>
                  </a:lnTo>
                  <a:lnTo>
                    <a:pt x="6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9" name="Google Shape;13379;p31"/>
            <p:cNvSpPr/>
            <p:nvPr/>
          </p:nvSpPr>
          <p:spPr>
            <a:xfrm rot="-1874795">
              <a:off x="-767165" y="-429007"/>
              <a:ext cx="74465" cy="62748"/>
            </a:xfrm>
            <a:custGeom>
              <a:avLst/>
              <a:gdLst/>
              <a:ahLst/>
              <a:cxnLst/>
              <a:rect l="l" t="t" r="r" b="b"/>
              <a:pathLst>
                <a:path w="915" h="771" extrusionOk="0">
                  <a:moveTo>
                    <a:pt x="602" y="0"/>
                  </a:moveTo>
                  <a:lnTo>
                    <a:pt x="457" y="48"/>
                  </a:lnTo>
                  <a:lnTo>
                    <a:pt x="361" y="97"/>
                  </a:lnTo>
                  <a:lnTo>
                    <a:pt x="313" y="145"/>
                  </a:lnTo>
                  <a:lnTo>
                    <a:pt x="289" y="193"/>
                  </a:lnTo>
                  <a:lnTo>
                    <a:pt x="265" y="265"/>
                  </a:lnTo>
                  <a:lnTo>
                    <a:pt x="265" y="337"/>
                  </a:lnTo>
                  <a:lnTo>
                    <a:pt x="241" y="434"/>
                  </a:lnTo>
                  <a:lnTo>
                    <a:pt x="169" y="482"/>
                  </a:lnTo>
                  <a:lnTo>
                    <a:pt x="48" y="554"/>
                  </a:lnTo>
                  <a:lnTo>
                    <a:pt x="0" y="602"/>
                  </a:lnTo>
                  <a:lnTo>
                    <a:pt x="24" y="674"/>
                  </a:lnTo>
                  <a:lnTo>
                    <a:pt x="48" y="747"/>
                  </a:lnTo>
                  <a:lnTo>
                    <a:pt x="120" y="771"/>
                  </a:lnTo>
                  <a:lnTo>
                    <a:pt x="578" y="771"/>
                  </a:lnTo>
                  <a:lnTo>
                    <a:pt x="722" y="674"/>
                  </a:lnTo>
                  <a:lnTo>
                    <a:pt x="819" y="578"/>
                  </a:lnTo>
                  <a:lnTo>
                    <a:pt x="891" y="458"/>
                  </a:lnTo>
                  <a:lnTo>
                    <a:pt x="915" y="337"/>
                  </a:lnTo>
                  <a:lnTo>
                    <a:pt x="891" y="193"/>
                  </a:lnTo>
                  <a:lnTo>
                    <a:pt x="843" y="97"/>
                  </a:lnTo>
                  <a:lnTo>
                    <a:pt x="770" y="24"/>
                  </a:lnTo>
                  <a:lnTo>
                    <a:pt x="6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0" name="Google Shape;13380;p31"/>
            <p:cNvSpPr/>
            <p:nvPr/>
          </p:nvSpPr>
          <p:spPr>
            <a:xfrm rot="-1874795">
              <a:off x="-304284" y="-355216"/>
              <a:ext cx="51027" cy="80408"/>
            </a:xfrm>
            <a:custGeom>
              <a:avLst/>
              <a:gdLst/>
              <a:ahLst/>
              <a:cxnLst/>
              <a:rect l="l" t="t" r="r" b="b"/>
              <a:pathLst>
                <a:path w="627" h="988" extrusionOk="0">
                  <a:moveTo>
                    <a:pt x="241" y="0"/>
                  </a:moveTo>
                  <a:lnTo>
                    <a:pt x="145" y="24"/>
                  </a:lnTo>
                  <a:lnTo>
                    <a:pt x="73" y="73"/>
                  </a:lnTo>
                  <a:lnTo>
                    <a:pt x="24" y="169"/>
                  </a:lnTo>
                  <a:lnTo>
                    <a:pt x="0" y="265"/>
                  </a:lnTo>
                  <a:lnTo>
                    <a:pt x="24" y="361"/>
                  </a:lnTo>
                  <a:lnTo>
                    <a:pt x="97" y="434"/>
                  </a:lnTo>
                  <a:lnTo>
                    <a:pt x="169" y="506"/>
                  </a:lnTo>
                  <a:lnTo>
                    <a:pt x="265" y="602"/>
                  </a:lnTo>
                  <a:lnTo>
                    <a:pt x="361" y="698"/>
                  </a:lnTo>
                  <a:lnTo>
                    <a:pt x="434" y="843"/>
                  </a:lnTo>
                  <a:lnTo>
                    <a:pt x="530" y="987"/>
                  </a:lnTo>
                  <a:lnTo>
                    <a:pt x="626" y="554"/>
                  </a:lnTo>
                  <a:lnTo>
                    <a:pt x="626" y="410"/>
                  </a:lnTo>
                  <a:lnTo>
                    <a:pt x="626" y="289"/>
                  </a:lnTo>
                  <a:lnTo>
                    <a:pt x="578" y="193"/>
                  </a:lnTo>
                  <a:lnTo>
                    <a:pt x="530" y="97"/>
                  </a:lnTo>
                  <a:lnTo>
                    <a:pt x="434" y="24"/>
                  </a:lnTo>
                  <a:lnTo>
                    <a:pt x="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1" name="Google Shape;13381;p31"/>
            <p:cNvSpPr/>
            <p:nvPr/>
          </p:nvSpPr>
          <p:spPr>
            <a:xfrm rot="-1874795">
              <a:off x="-416347" y="-240129"/>
              <a:ext cx="66734" cy="43134"/>
            </a:xfrm>
            <a:custGeom>
              <a:avLst/>
              <a:gdLst/>
              <a:ahLst/>
              <a:cxnLst/>
              <a:rect l="l" t="t" r="r" b="b"/>
              <a:pathLst>
                <a:path w="820" h="530" extrusionOk="0">
                  <a:moveTo>
                    <a:pt x="314" y="0"/>
                  </a:moveTo>
                  <a:lnTo>
                    <a:pt x="218" y="24"/>
                  </a:lnTo>
                  <a:lnTo>
                    <a:pt x="121" y="72"/>
                  </a:lnTo>
                  <a:lnTo>
                    <a:pt x="25" y="145"/>
                  </a:lnTo>
                  <a:lnTo>
                    <a:pt x="1" y="241"/>
                  </a:lnTo>
                  <a:lnTo>
                    <a:pt x="1" y="289"/>
                  </a:lnTo>
                  <a:lnTo>
                    <a:pt x="25" y="337"/>
                  </a:lnTo>
                  <a:lnTo>
                    <a:pt x="73" y="433"/>
                  </a:lnTo>
                  <a:lnTo>
                    <a:pt x="121" y="482"/>
                  </a:lnTo>
                  <a:lnTo>
                    <a:pt x="193" y="506"/>
                  </a:lnTo>
                  <a:lnTo>
                    <a:pt x="266" y="530"/>
                  </a:lnTo>
                  <a:lnTo>
                    <a:pt x="410" y="530"/>
                  </a:lnTo>
                  <a:lnTo>
                    <a:pt x="579" y="506"/>
                  </a:lnTo>
                  <a:lnTo>
                    <a:pt x="675" y="482"/>
                  </a:lnTo>
                  <a:lnTo>
                    <a:pt x="771" y="409"/>
                  </a:lnTo>
                  <a:lnTo>
                    <a:pt x="819" y="337"/>
                  </a:lnTo>
                  <a:lnTo>
                    <a:pt x="819" y="217"/>
                  </a:lnTo>
                  <a:lnTo>
                    <a:pt x="795" y="169"/>
                  </a:lnTo>
                  <a:lnTo>
                    <a:pt x="747" y="120"/>
                  </a:lnTo>
                  <a:lnTo>
                    <a:pt x="579" y="48"/>
                  </a:lnTo>
                  <a:lnTo>
                    <a:pt x="3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2" name="Google Shape;13382;p31"/>
            <p:cNvSpPr/>
            <p:nvPr/>
          </p:nvSpPr>
          <p:spPr>
            <a:xfrm rot="-1874795">
              <a:off x="-20813" y="-488236"/>
              <a:ext cx="58840" cy="54935"/>
            </a:xfrm>
            <a:custGeom>
              <a:avLst/>
              <a:gdLst/>
              <a:ahLst/>
              <a:cxnLst/>
              <a:rect l="l" t="t" r="r" b="b"/>
              <a:pathLst>
                <a:path w="723" h="675" extrusionOk="0">
                  <a:moveTo>
                    <a:pt x="554" y="1"/>
                  </a:moveTo>
                  <a:lnTo>
                    <a:pt x="458" y="25"/>
                  </a:lnTo>
                  <a:lnTo>
                    <a:pt x="337" y="49"/>
                  </a:lnTo>
                  <a:lnTo>
                    <a:pt x="241" y="73"/>
                  </a:lnTo>
                  <a:lnTo>
                    <a:pt x="169" y="121"/>
                  </a:lnTo>
                  <a:lnTo>
                    <a:pt x="97" y="193"/>
                  </a:lnTo>
                  <a:lnTo>
                    <a:pt x="48" y="241"/>
                  </a:lnTo>
                  <a:lnTo>
                    <a:pt x="24" y="314"/>
                  </a:lnTo>
                  <a:lnTo>
                    <a:pt x="0" y="386"/>
                  </a:lnTo>
                  <a:lnTo>
                    <a:pt x="0" y="458"/>
                  </a:lnTo>
                  <a:lnTo>
                    <a:pt x="24" y="554"/>
                  </a:lnTo>
                  <a:lnTo>
                    <a:pt x="72" y="627"/>
                  </a:lnTo>
                  <a:lnTo>
                    <a:pt x="145" y="675"/>
                  </a:lnTo>
                  <a:lnTo>
                    <a:pt x="217" y="675"/>
                  </a:lnTo>
                  <a:lnTo>
                    <a:pt x="313" y="651"/>
                  </a:lnTo>
                  <a:lnTo>
                    <a:pt x="482" y="554"/>
                  </a:lnTo>
                  <a:lnTo>
                    <a:pt x="626" y="434"/>
                  </a:lnTo>
                  <a:lnTo>
                    <a:pt x="674" y="362"/>
                  </a:lnTo>
                  <a:lnTo>
                    <a:pt x="722" y="290"/>
                  </a:lnTo>
                  <a:lnTo>
                    <a:pt x="722" y="217"/>
                  </a:lnTo>
                  <a:lnTo>
                    <a:pt x="722" y="145"/>
                  </a:lnTo>
                  <a:lnTo>
                    <a:pt x="698" y="97"/>
                  </a:lnTo>
                  <a:lnTo>
                    <a:pt x="650" y="49"/>
                  </a:lnTo>
                  <a:lnTo>
                    <a:pt x="602" y="25"/>
                  </a:lnTo>
                  <a:lnTo>
                    <a:pt x="5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3" name="Google Shape;13383;p31"/>
            <p:cNvSpPr/>
            <p:nvPr/>
          </p:nvSpPr>
          <p:spPr>
            <a:xfrm rot="-1874795">
              <a:off x="-466615" y="-99585"/>
              <a:ext cx="47121" cy="54935"/>
            </a:xfrm>
            <a:custGeom>
              <a:avLst/>
              <a:gdLst/>
              <a:ahLst/>
              <a:cxnLst/>
              <a:rect l="l" t="t" r="r" b="b"/>
              <a:pathLst>
                <a:path w="579" h="675" extrusionOk="0">
                  <a:moveTo>
                    <a:pt x="193" y="0"/>
                  </a:moveTo>
                  <a:lnTo>
                    <a:pt x="121" y="24"/>
                  </a:lnTo>
                  <a:lnTo>
                    <a:pt x="73" y="73"/>
                  </a:lnTo>
                  <a:lnTo>
                    <a:pt x="25" y="121"/>
                  </a:lnTo>
                  <a:lnTo>
                    <a:pt x="0" y="193"/>
                  </a:lnTo>
                  <a:lnTo>
                    <a:pt x="0" y="313"/>
                  </a:lnTo>
                  <a:lnTo>
                    <a:pt x="0" y="434"/>
                  </a:lnTo>
                  <a:lnTo>
                    <a:pt x="49" y="578"/>
                  </a:lnTo>
                  <a:lnTo>
                    <a:pt x="145" y="650"/>
                  </a:lnTo>
                  <a:lnTo>
                    <a:pt x="241" y="674"/>
                  </a:lnTo>
                  <a:lnTo>
                    <a:pt x="362" y="674"/>
                  </a:lnTo>
                  <a:lnTo>
                    <a:pt x="434" y="650"/>
                  </a:lnTo>
                  <a:lnTo>
                    <a:pt x="482" y="602"/>
                  </a:lnTo>
                  <a:lnTo>
                    <a:pt x="530" y="554"/>
                  </a:lnTo>
                  <a:lnTo>
                    <a:pt x="554" y="506"/>
                  </a:lnTo>
                  <a:lnTo>
                    <a:pt x="578" y="410"/>
                  </a:lnTo>
                  <a:lnTo>
                    <a:pt x="530" y="265"/>
                  </a:lnTo>
                  <a:lnTo>
                    <a:pt x="482" y="145"/>
                  </a:lnTo>
                  <a:lnTo>
                    <a:pt x="434" y="49"/>
                  </a:lnTo>
                  <a:lnTo>
                    <a:pt x="386" y="24"/>
                  </a:lnTo>
                  <a:lnTo>
                    <a:pt x="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4" name="Google Shape;13384;p31"/>
            <p:cNvSpPr/>
            <p:nvPr/>
          </p:nvSpPr>
          <p:spPr>
            <a:xfrm rot="-1874795">
              <a:off x="-275122" y="-15808"/>
              <a:ext cx="50946" cy="49075"/>
            </a:xfrm>
            <a:custGeom>
              <a:avLst/>
              <a:gdLst/>
              <a:ahLst/>
              <a:cxnLst/>
              <a:rect l="l" t="t" r="r" b="b"/>
              <a:pathLst>
                <a:path w="626" h="603" extrusionOk="0">
                  <a:moveTo>
                    <a:pt x="169" y="1"/>
                  </a:moveTo>
                  <a:lnTo>
                    <a:pt x="72" y="49"/>
                  </a:lnTo>
                  <a:lnTo>
                    <a:pt x="0" y="121"/>
                  </a:lnTo>
                  <a:lnTo>
                    <a:pt x="0" y="217"/>
                  </a:lnTo>
                  <a:lnTo>
                    <a:pt x="0" y="338"/>
                  </a:lnTo>
                  <a:lnTo>
                    <a:pt x="72" y="458"/>
                  </a:lnTo>
                  <a:lnTo>
                    <a:pt x="169" y="555"/>
                  </a:lnTo>
                  <a:lnTo>
                    <a:pt x="289" y="603"/>
                  </a:lnTo>
                  <a:lnTo>
                    <a:pt x="361" y="603"/>
                  </a:lnTo>
                  <a:lnTo>
                    <a:pt x="433" y="579"/>
                  </a:lnTo>
                  <a:lnTo>
                    <a:pt x="554" y="530"/>
                  </a:lnTo>
                  <a:lnTo>
                    <a:pt x="602" y="458"/>
                  </a:lnTo>
                  <a:lnTo>
                    <a:pt x="626" y="338"/>
                  </a:lnTo>
                  <a:lnTo>
                    <a:pt x="602" y="242"/>
                  </a:lnTo>
                  <a:lnTo>
                    <a:pt x="578" y="169"/>
                  </a:lnTo>
                  <a:lnTo>
                    <a:pt x="530" y="97"/>
                  </a:lnTo>
                  <a:lnTo>
                    <a:pt x="481" y="49"/>
                  </a:lnTo>
                  <a:lnTo>
                    <a:pt x="433" y="25"/>
                  </a:lnTo>
                  <a:lnTo>
                    <a:pt x="3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5" name="Google Shape;13385;p31"/>
            <p:cNvSpPr/>
            <p:nvPr/>
          </p:nvSpPr>
          <p:spPr>
            <a:xfrm rot="-1874795">
              <a:off x="-663726" y="-184663"/>
              <a:ext cx="41261" cy="52981"/>
            </a:xfrm>
            <a:custGeom>
              <a:avLst/>
              <a:gdLst/>
              <a:ahLst/>
              <a:cxnLst/>
              <a:rect l="l" t="t" r="r" b="b"/>
              <a:pathLst>
                <a:path w="507" h="651" extrusionOk="0">
                  <a:moveTo>
                    <a:pt x="242" y="1"/>
                  </a:moveTo>
                  <a:lnTo>
                    <a:pt x="169" y="25"/>
                  </a:lnTo>
                  <a:lnTo>
                    <a:pt x="121" y="73"/>
                  </a:lnTo>
                  <a:lnTo>
                    <a:pt x="73" y="121"/>
                  </a:lnTo>
                  <a:lnTo>
                    <a:pt x="49" y="193"/>
                  </a:lnTo>
                  <a:lnTo>
                    <a:pt x="25" y="338"/>
                  </a:lnTo>
                  <a:lnTo>
                    <a:pt x="1" y="482"/>
                  </a:lnTo>
                  <a:lnTo>
                    <a:pt x="73" y="603"/>
                  </a:lnTo>
                  <a:lnTo>
                    <a:pt x="97" y="651"/>
                  </a:lnTo>
                  <a:lnTo>
                    <a:pt x="193" y="651"/>
                  </a:lnTo>
                  <a:lnTo>
                    <a:pt x="266" y="627"/>
                  </a:lnTo>
                  <a:lnTo>
                    <a:pt x="314" y="579"/>
                  </a:lnTo>
                  <a:lnTo>
                    <a:pt x="434" y="458"/>
                  </a:lnTo>
                  <a:lnTo>
                    <a:pt x="506" y="338"/>
                  </a:lnTo>
                  <a:lnTo>
                    <a:pt x="506" y="266"/>
                  </a:lnTo>
                  <a:lnTo>
                    <a:pt x="506" y="217"/>
                  </a:lnTo>
                  <a:lnTo>
                    <a:pt x="482" y="121"/>
                  </a:lnTo>
                  <a:lnTo>
                    <a:pt x="434" y="49"/>
                  </a:lnTo>
                  <a:lnTo>
                    <a:pt x="3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6" name="Google Shape;13386;p31"/>
            <p:cNvSpPr/>
            <p:nvPr/>
          </p:nvSpPr>
          <p:spPr>
            <a:xfrm rot="-1874795">
              <a:off x="-394519" y="-488998"/>
              <a:ext cx="43214" cy="45169"/>
            </a:xfrm>
            <a:custGeom>
              <a:avLst/>
              <a:gdLst/>
              <a:ahLst/>
              <a:cxnLst/>
              <a:rect l="l" t="t" r="r" b="b"/>
              <a:pathLst>
                <a:path w="531" h="555" extrusionOk="0">
                  <a:moveTo>
                    <a:pt x="313" y="0"/>
                  </a:moveTo>
                  <a:lnTo>
                    <a:pt x="193" y="24"/>
                  </a:lnTo>
                  <a:lnTo>
                    <a:pt x="97" y="73"/>
                  </a:lnTo>
                  <a:lnTo>
                    <a:pt x="25" y="145"/>
                  </a:lnTo>
                  <a:lnTo>
                    <a:pt x="0" y="241"/>
                  </a:lnTo>
                  <a:lnTo>
                    <a:pt x="25" y="361"/>
                  </a:lnTo>
                  <a:lnTo>
                    <a:pt x="73" y="458"/>
                  </a:lnTo>
                  <a:lnTo>
                    <a:pt x="145" y="530"/>
                  </a:lnTo>
                  <a:lnTo>
                    <a:pt x="217" y="554"/>
                  </a:lnTo>
                  <a:lnTo>
                    <a:pt x="337" y="554"/>
                  </a:lnTo>
                  <a:lnTo>
                    <a:pt x="458" y="506"/>
                  </a:lnTo>
                  <a:lnTo>
                    <a:pt x="506" y="434"/>
                  </a:lnTo>
                  <a:lnTo>
                    <a:pt x="530" y="337"/>
                  </a:lnTo>
                  <a:lnTo>
                    <a:pt x="530" y="217"/>
                  </a:lnTo>
                  <a:lnTo>
                    <a:pt x="482" y="121"/>
                  </a:lnTo>
                  <a:lnTo>
                    <a:pt x="410" y="24"/>
                  </a:lnTo>
                  <a:lnTo>
                    <a:pt x="3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7" name="Google Shape;13387;p31"/>
            <p:cNvSpPr/>
            <p:nvPr/>
          </p:nvSpPr>
          <p:spPr>
            <a:xfrm rot="-1874795">
              <a:off x="-203026" y="-458212"/>
              <a:ext cx="41180" cy="41181"/>
            </a:xfrm>
            <a:custGeom>
              <a:avLst/>
              <a:gdLst/>
              <a:ahLst/>
              <a:cxnLst/>
              <a:rect l="l" t="t" r="r" b="b"/>
              <a:pathLst>
                <a:path w="506" h="506" extrusionOk="0">
                  <a:moveTo>
                    <a:pt x="289" y="0"/>
                  </a:moveTo>
                  <a:lnTo>
                    <a:pt x="193" y="24"/>
                  </a:lnTo>
                  <a:lnTo>
                    <a:pt x="96" y="72"/>
                  </a:lnTo>
                  <a:lnTo>
                    <a:pt x="24" y="144"/>
                  </a:lnTo>
                  <a:lnTo>
                    <a:pt x="0" y="241"/>
                  </a:lnTo>
                  <a:lnTo>
                    <a:pt x="0" y="337"/>
                  </a:lnTo>
                  <a:lnTo>
                    <a:pt x="72" y="433"/>
                  </a:lnTo>
                  <a:lnTo>
                    <a:pt x="144" y="482"/>
                  </a:lnTo>
                  <a:lnTo>
                    <a:pt x="241" y="506"/>
                  </a:lnTo>
                  <a:lnTo>
                    <a:pt x="337" y="482"/>
                  </a:lnTo>
                  <a:lnTo>
                    <a:pt x="433" y="433"/>
                  </a:lnTo>
                  <a:lnTo>
                    <a:pt x="481" y="361"/>
                  </a:lnTo>
                  <a:lnTo>
                    <a:pt x="506" y="289"/>
                  </a:lnTo>
                  <a:lnTo>
                    <a:pt x="481" y="193"/>
                  </a:lnTo>
                  <a:lnTo>
                    <a:pt x="433" y="96"/>
                  </a:lnTo>
                  <a:lnTo>
                    <a:pt x="361" y="24"/>
                  </a:lnTo>
                  <a:lnTo>
                    <a:pt x="2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8" name="Google Shape;13388;p31"/>
            <p:cNvSpPr/>
            <p:nvPr/>
          </p:nvSpPr>
          <p:spPr>
            <a:xfrm rot="-1874795">
              <a:off x="-592216" y="48846"/>
              <a:ext cx="39308" cy="41262"/>
            </a:xfrm>
            <a:custGeom>
              <a:avLst/>
              <a:gdLst/>
              <a:ahLst/>
              <a:cxnLst/>
              <a:rect l="l" t="t" r="r" b="b"/>
              <a:pathLst>
                <a:path w="483" h="507" extrusionOk="0">
                  <a:moveTo>
                    <a:pt x="169" y="1"/>
                  </a:moveTo>
                  <a:lnTo>
                    <a:pt x="97" y="49"/>
                  </a:lnTo>
                  <a:lnTo>
                    <a:pt x="25" y="121"/>
                  </a:lnTo>
                  <a:lnTo>
                    <a:pt x="1" y="193"/>
                  </a:lnTo>
                  <a:lnTo>
                    <a:pt x="1" y="290"/>
                  </a:lnTo>
                  <a:lnTo>
                    <a:pt x="73" y="410"/>
                  </a:lnTo>
                  <a:lnTo>
                    <a:pt x="145" y="458"/>
                  </a:lnTo>
                  <a:lnTo>
                    <a:pt x="241" y="506"/>
                  </a:lnTo>
                  <a:lnTo>
                    <a:pt x="362" y="482"/>
                  </a:lnTo>
                  <a:lnTo>
                    <a:pt x="434" y="458"/>
                  </a:lnTo>
                  <a:lnTo>
                    <a:pt x="482" y="386"/>
                  </a:lnTo>
                  <a:lnTo>
                    <a:pt x="482" y="290"/>
                  </a:lnTo>
                  <a:lnTo>
                    <a:pt x="482" y="217"/>
                  </a:lnTo>
                  <a:lnTo>
                    <a:pt x="434" y="121"/>
                  </a:lnTo>
                  <a:lnTo>
                    <a:pt x="386" y="49"/>
                  </a:lnTo>
                  <a:lnTo>
                    <a:pt x="29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9" name="Google Shape;13389;p31"/>
            <p:cNvSpPr/>
            <p:nvPr/>
          </p:nvSpPr>
          <p:spPr>
            <a:xfrm rot="-1874795">
              <a:off x="-370183" y="105756"/>
              <a:ext cx="62827" cy="33368"/>
            </a:xfrm>
            <a:custGeom>
              <a:avLst/>
              <a:gdLst/>
              <a:ahLst/>
              <a:cxnLst/>
              <a:rect l="l" t="t" r="r" b="b"/>
              <a:pathLst>
                <a:path w="772" h="410" extrusionOk="0">
                  <a:moveTo>
                    <a:pt x="25" y="0"/>
                  </a:moveTo>
                  <a:lnTo>
                    <a:pt x="1" y="120"/>
                  </a:lnTo>
                  <a:lnTo>
                    <a:pt x="1" y="241"/>
                  </a:lnTo>
                  <a:lnTo>
                    <a:pt x="25" y="265"/>
                  </a:lnTo>
                  <a:lnTo>
                    <a:pt x="73" y="313"/>
                  </a:lnTo>
                  <a:lnTo>
                    <a:pt x="121" y="313"/>
                  </a:lnTo>
                  <a:lnTo>
                    <a:pt x="193" y="337"/>
                  </a:lnTo>
                  <a:lnTo>
                    <a:pt x="362" y="361"/>
                  </a:lnTo>
                  <a:lnTo>
                    <a:pt x="506" y="385"/>
                  </a:lnTo>
                  <a:lnTo>
                    <a:pt x="675" y="409"/>
                  </a:lnTo>
                  <a:lnTo>
                    <a:pt x="747" y="385"/>
                  </a:lnTo>
                  <a:lnTo>
                    <a:pt x="771" y="361"/>
                  </a:lnTo>
                  <a:lnTo>
                    <a:pt x="771" y="313"/>
                  </a:lnTo>
                  <a:lnTo>
                    <a:pt x="771" y="265"/>
                  </a:lnTo>
                  <a:lnTo>
                    <a:pt x="771" y="217"/>
                  </a:lnTo>
                  <a:lnTo>
                    <a:pt x="723" y="144"/>
                  </a:lnTo>
                  <a:lnTo>
                    <a:pt x="627" y="120"/>
                  </a:lnTo>
                  <a:lnTo>
                    <a:pt x="266" y="120"/>
                  </a:lnTo>
                  <a:lnTo>
                    <a:pt x="145" y="72"/>
                  </a:lnTo>
                  <a:lnTo>
                    <a:pt x="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0" name="Google Shape;13390;p31"/>
            <p:cNvSpPr/>
            <p:nvPr/>
          </p:nvSpPr>
          <p:spPr>
            <a:xfrm rot="-1874795">
              <a:off x="-790902" y="-171636"/>
              <a:ext cx="37355" cy="39309"/>
            </a:xfrm>
            <a:custGeom>
              <a:avLst/>
              <a:gdLst/>
              <a:ahLst/>
              <a:cxnLst/>
              <a:rect l="l" t="t" r="r" b="b"/>
              <a:pathLst>
                <a:path w="459" h="483" extrusionOk="0">
                  <a:moveTo>
                    <a:pt x="145" y="1"/>
                  </a:moveTo>
                  <a:lnTo>
                    <a:pt x="73" y="73"/>
                  </a:lnTo>
                  <a:lnTo>
                    <a:pt x="25" y="145"/>
                  </a:lnTo>
                  <a:lnTo>
                    <a:pt x="1" y="217"/>
                  </a:lnTo>
                  <a:lnTo>
                    <a:pt x="1" y="314"/>
                  </a:lnTo>
                  <a:lnTo>
                    <a:pt x="49" y="386"/>
                  </a:lnTo>
                  <a:lnTo>
                    <a:pt x="121" y="458"/>
                  </a:lnTo>
                  <a:lnTo>
                    <a:pt x="193" y="482"/>
                  </a:lnTo>
                  <a:lnTo>
                    <a:pt x="290" y="458"/>
                  </a:lnTo>
                  <a:lnTo>
                    <a:pt x="386" y="410"/>
                  </a:lnTo>
                  <a:lnTo>
                    <a:pt x="434" y="338"/>
                  </a:lnTo>
                  <a:lnTo>
                    <a:pt x="458" y="266"/>
                  </a:lnTo>
                  <a:lnTo>
                    <a:pt x="434" y="169"/>
                  </a:lnTo>
                  <a:lnTo>
                    <a:pt x="386" y="97"/>
                  </a:lnTo>
                  <a:lnTo>
                    <a:pt x="338" y="25"/>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1" name="Google Shape;13391;p31"/>
            <p:cNvSpPr/>
            <p:nvPr/>
          </p:nvSpPr>
          <p:spPr>
            <a:xfrm rot="-1874795">
              <a:off x="-636781" y="-296940"/>
              <a:ext cx="35320" cy="35402"/>
            </a:xfrm>
            <a:custGeom>
              <a:avLst/>
              <a:gdLst/>
              <a:ahLst/>
              <a:cxnLst/>
              <a:rect l="l" t="t" r="r" b="b"/>
              <a:pathLst>
                <a:path w="434" h="435" extrusionOk="0">
                  <a:moveTo>
                    <a:pt x="145" y="1"/>
                  </a:moveTo>
                  <a:lnTo>
                    <a:pt x="72" y="49"/>
                  </a:lnTo>
                  <a:lnTo>
                    <a:pt x="24" y="121"/>
                  </a:lnTo>
                  <a:lnTo>
                    <a:pt x="0" y="193"/>
                  </a:lnTo>
                  <a:lnTo>
                    <a:pt x="0" y="290"/>
                  </a:lnTo>
                  <a:lnTo>
                    <a:pt x="72" y="362"/>
                  </a:lnTo>
                  <a:lnTo>
                    <a:pt x="120" y="410"/>
                  </a:lnTo>
                  <a:lnTo>
                    <a:pt x="217" y="434"/>
                  </a:lnTo>
                  <a:lnTo>
                    <a:pt x="313" y="434"/>
                  </a:lnTo>
                  <a:lnTo>
                    <a:pt x="385" y="386"/>
                  </a:lnTo>
                  <a:lnTo>
                    <a:pt x="433" y="314"/>
                  </a:lnTo>
                  <a:lnTo>
                    <a:pt x="433" y="217"/>
                  </a:lnTo>
                  <a:lnTo>
                    <a:pt x="433" y="145"/>
                  </a:lnTo>
                  <a:lnTo>
                    <a:pt x="385" y="49"/>
                  </a:lnTo>
                  <a:lnTo>
                    <a:pt x="31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2" name="Google Shape;13392;p31"/>
            <p:cNvSpPr/>
            <p:nvPr/>
          </p:nvSpPr>
          <p:spPr>
            <a:xfrm rot="-1874795">
              <a:off x="-243483" y="-412088"/>
              <a:ext cx="31414" cy="45169"/>
            </a:xfrm>
            <a:custGeom>
              <a:avLst/>
              <a:gdLst/>
              <a:ahLst/>
              <a:cxnLst/>
              <a:rect l="l" t="t" r="r" b="b"/>
              <a:pathLst>
                <a:path w="386" h="555" extrusionOk="0">
                  <a:moveTo>
                    <a:pt x="217" y="1"/>
                  </a:moveTo>
                  <a:lnTo>
                    <a:pt x="145" y="25"/>
                  </a:lnTo>
                  <a:lnTo>
                    <a:pt x="97" y="49"/>
                  </a:lnTo>
                  <a:lnTo>
                    <a:pt x="49" y="97"/>
                  </a:lnTo>
                  <a:lnTo>
                    <a:pt x="25" y="193"/>
                  </a:lnTo>
                  <a:lnTo>
                    <a:pt x="1" y="290"/>
                  </a:lnTo>
                  <a:lnTo>
                    <a:pt x="25" y="410"/>
                  </a:lnTo>
                  <a:lnTo>
                    <a:pt x="49" y="482"/>
                  </a:lnTo>
                  <a:lnTo>
                    <a:pt x="97" y="530"/>
                  </a:lnTo>
                  <a:lnTo>
                    <a:pt x="145" y="554"/>
                  </a:lnTo>
                  <a:lnTo>
                    <a:pt x="242" y="530"/>
                  </a:lnTo>
                  <a:lnTo>
                    <a:pt x="338" y="482"/>
                  </a:lnTo>
                  <a:lnTo>
                    <a:pt x="362" y="410"/>
                  </a:lnTo>
                  <a:lnTo>
                    <a:pt x="386" y="314"/>
                  </a:lnTo>
                  <a:lnTo>
                    <a:pt x="362" y="193"/>
                  </a:lnTo>
                  <a:lnTo>
                    <a:pt x="314" y="121"/>
                  </a:lnTo>
                  <a:lnTo>
                    <a:pt x="266" y="49"/>
                  </a:lnTo>
                  <a:lnTo>
                    <a:pt x="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3" name="Google Shape;13393;p31"/>
            <p:cNvSpPr/>
            <p:nvPr/>
          </p:nvSpPr>
          <p:spPr>
            <a:xfrm rot="-1874795">
              <a:off x="-440431" y="-314410"/>
              <a:ext cx="31414" cy="31496"/>
            </a:xfrm>
            <a:custGeom>
              <a:avLst/>
              <a:gdLst/>
              <a:ahLst/>
              <a:cxnLst/>
              <a:rect l="l" t="t" r="r" b="b"/>
              <a:pathLst>
                <a:path w="386" h="387" extrusionOk="0">
                  <a:moveTo>
                    <a:pt x="241" y="1"/>
                  </a:moveTo>
                  <a:lnTo>
                    <a:pt x="145" y="25"/>
                  </a:lnTo>
                  <a:lnTo>
                    <a:pt x="73" y="49"/>
                  </a:lnTo>
                  <a:lnTo>
                    <a:pt x="25" y="97"/>
                  </a:lnTo>
                  <a:lnTo>
                    <a:pt x="1" y="169"/>
                  </a:lnTo>
                  <a:lnTo>
                    <a:pt x="1" y="266"/>
                  </a:lnTo>
                  <a:lnTo>
                    <a:pt x="25" y="338"/>
                  </a:lnTo>
                  <a:lnTo>
                    <a:pt x="97" y="386"/>
                  </a:lnTo>
                  <a:lnTo>
                    <a:pt x="217" y="386"/>
                  </a:lnTo>
                  <a:lnTo>
                    <a:pt x="314" y="362"/>
                  </a:lnTo>
                  <a:lnTo>
                    <a:pt x="362" y="290"/>
                  </a:lnTo>
                  <a:lnTo>
                    <a:pt x="386" y="218"/>
                  </a:lnTo>
                  <a:lnTo>
                    <a:pt x="386" y="145"/>
                  </a:lnTo>
                  <a:lnTo>
                    <a:pt x="338" y="73"/>
                  </a:lnTo>
                  <a:lnTo>
                    <a:pt x="290" y="25"/>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4" name="Google Shape;13394;p31"/>
            <p:cNvSpPr/>
            <p:nvPr/>
          </p:nvSpPr>
          <p:spPr>
            <a:xfrm rot="-1874795">
              <a:off x="-536720" y="-37268"/>
              <a:ext cx="27507" cy="29461"/>
            </a:xfrm>
            <a:custGeom>
              <a:avLst/>
              <a:gdLst/>
              <a:ahLst/>
              <a:cxnLst/>
              <a:rect l="l" t="t" r="r" b="b"/>
              <a:pathLst>
                <a:path w="338" h="362" extrusionOk="0">
                  <a:moveTo>
                    <a:pt x="169" y="1"/>
                  </a:moveTo>
                  <a:lnTo>
                    <a:pt x="97" y="25"/>
                  </a:lnTo>
                  <a:lnTo>
                    <a:pt x="48" y="49"/>
                  </a:lnTo>
                  <a:lnTo>
                    <a:pt x="0" y="97"/>
                  </a:lnTo>
                  <a:lnTo>
                    <a:pt x="0" y="169"/>
                  </a:lnTo>
                  <a:lnTo>
                    <a:pt x="0" y="218"/>
                  </a:lnTo>
                  <a:lnTo>
                    <a:pt x="48" y="290"/>
                  </a:lnTo>
                  <a:lnTo>
                    <a:pt x="97" y="338"/>
                  </a:lnTo>
                  <a:lnTo>
                    <a:pt x="169" y="362"/>
                  </a:lnTo>
                  <a:lnTo>
                    <a:pt x="241" y="338"/>
                  </a:lnTo>
                  <a:lnTo>
                    <a:pt x="289" y="314"/>
                  </a:lnTo>
                  <a:lnTo>
                    <a:pt x="337" y="242"/>
                  </a:lnTo>
                  <a:lnTo>
                    <a:pt x="337" y="194"/>
                  </a:lnTo>
                  <a:lnTo>
                    <a:pt x="337" y="121"/>
                  </a:lnTo>
                  <a:lnTo>
                    <a:pt x="289" y="49"/>
                  </a:lnTo>
                  <a:lnTo>
                    <a:pt x="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5" name="Google Shape;13395;p31"/>
            <p:cNvSpPr/>
            <p:nvPr/>
          </p:nvSpPr>
          <p:spPr>
            <a:xfrm rot="-1874795">
              <a:off x="67415" y="-506912"/>
              <a:ext cx="27507" cy="29461"/>
            </a:xfrm>
            <a:custGeom>
              <a:avLst/>
              <a:gdLst/>
              <a:ahLst/>
              <a:cxnLst/>
              <a:rect l="l" t="t" r="r" b="b"/>
              <a:pathLst>
                <a:path w="338" h="362" extrusionOk="0">
                  <a:moveTo>
                    <a:pt x="121" y="1"/>
                  </a:moveTo>
                  <a:lnTo>
                    <a:pt x="49" y="25"/>
                  </a:lnTo>
                  <a:lnTo>
                    <a:pt x="1" y="73"/>
                  </a:lnTo>
                  <a:lnTo>
                    <a:pt x="1" y="145"/>
                  </a:lnTo>
                  <a:lnTo>
                    <a:pt x="1" y="217"/>
                  </a:lnTo>
                  <a:lnTo>
                    <a:pt x="25" y="290"/>
                  </a:lnTo>
                  <a:lnTo>
                    <a:pt x="73" y="338"/>
                  </a:lnTo>
                  <a:lnTo>
                    <a:pt x="145" y="362"/>
                  </a:lnTo>
                  <a:lnTo>
                    <a:pt x="217" y="338"/>
                  </a:lnTo>
                  <a:lnTo>
                    <a:pt x="266" y="314"/>
                  </a:lnTo>
                  <a:lnTo>
                    <a:pt x="314" y="265"/>
                  </a:lnTo>
                  <a:lnTo>
                    <a:pt x="338" y="217"/>
                  </a:lnTo>
                  <a:lnTo>
                    <a:pt x="338" y="145"/>
                  </a:lnTo>
                  <a:lnTo>
                    <a:pt x="290" y="73"/>
                  </a:lnTo>
                  <a:lnTo>
                    <a:pt x="241" y="25"/>
                  </a:lnTo>
                  <a:lnTo>
                    <a:pt x="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6" name="Google Shape;13396;p31"/>
            <p:cNvSpPr/>
            <p:nvPr/>
          </p:nvSpPr>
          <p:spPr>
            <a:xfrm rot="-1874795">
              <a:off x="-265193" y="-128785"/>
              <a:ext cx="27507" cy="27508"/>
            </a:xfrm>
            <a:custGeom>
              <a:avLst/>
              <a:gdLst/>
              <a:ahLst/>
              <a:cxnLst/>
              <a:rect l="l" t="t" r="r" b="b"/>
              <a:pathLst>
                <a:path w="338" h="338" extrusionOk="0">
                  <a:moveTo>
                    <a:pt x="217" y="0"/>
                  </a:moveTo>
                  <a:lnTo>
                    <a:pt x="145" y="24"/>
                  </a:lnTo>
                  <a:lnTo>
                    <a:pt x="73" y="48"/>
                  </a:lnTo>
                  <a:lnTo>
                    <a:pt x="25" y="97"/>
                  </a:lnTo>
                  <a:lnTo>
                    <a:pt x="1" y="169"/>
                  </a:lnTo>
                  <a:lnTo>
                    <a:pt x="1" y="241"/>
                  </a:lnTo>
                  <a:lnTo>
                    <a:pt x="25" y="289"/>
                  </a:lnTo>
                  <a:lnTo>
                    <a:pt x="73" y="337"/>
                  </a:lnTo>
                  <a:lnTo>
                    <a:pt x="193" y="337"/>
                  </a:lnTo>
                  <a:lnTo>
                    <a:pt x="266" y="289"/>
                  </a:lnTo>
                  <a:lnTo>
                    <a:pt x="314" y="241"/>
                  </a:lnTo>
                  <a:lnTo>
                    <a:pt x="338" y="193"/>
                  </a:lnTo>
                  <a:lnTo>
                    <a:pt x="338" y="97"/>
                  </a:lnTo>
                  <a:lnTo>
                    <a:pt x="290" y="48"/>
                  </a:lnTo>
                  <a:lnTo>
                    <a:pt x="266" y="24"/>
                  </a:lnTo>
                  <a:lnTo>
                    <a:pt x="2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7" name="Google Shape;13397;p31"/>
            <p:cNvSpPr/>
            <p:nvPr/>
          </p:nvSpPr>
          <p:spPr>
            <a:xfrm rot="-1874795">
              <a:off x="-674391" y="-258191"/>
              <a:ext cx="25554" cy="25555"/>
            </a:xfrm>
            <a:custGeom>
              <a:avLst/>
              <a:gdLst/>
              <a:ahLst/>
              <a:cxnLst/>
              <a:rect l="l" t="t" r="r" b="b"/>
              <a:pathLst>
                <a:path w="314" h="314" extrusionOk="0">
                  <a:moveTo>
                    <a:pt x="121" y="0"/>
                  </a:moveTo>
                  <a:lnTo>
                    <a:pt x="72" y="48"/>
                  </a:lnTo>
                  <a:lnTo>
                    <a:pt x="24" y="72"/>
                  </a:lnTo>
                  <a:lnTo>
                    <a:pt x="0" y="121"/>
                  </a:lnTo>
                  <a:lnTo>
                    <a:pt x="0" y="193"/>
                  </a:lnTo>
                  <a:lnTo>
                    <a:pt x="24" y="241"/>
                  </a:lnTo>
                  <a:lnTo>
                    <a:pt x="72" y="289"/>
                  </a:lnTo>
                  <a:lnTo>
                    <a:pt x="145" y="313"/>
                  </a:lnTo>
                  <a:lnTo>
                    <a:pt x="217" y="313"/>
                  </a:lnTo>
                  <a:lnTo>
                    <a:pt x="265" y="289"/>
                  </a:lnTo>
                  <a:lnTo>
                    <a:pt x="313" y="241"/>
                  </a:lnTo>
                  <a:lnTo>
                    <a:pt x="313" y="193"/>
                  </a:lnTo>
                  <a:lnTo>
                    <a:pt x="313" y="145"/>
                  </a:lnTo>
                  <a:lnTo>
                    <a:pt x="289" y="72"/>
                  </a:lnTo>
                  <a:lnTo>
                    <a:pt x="265" y="24"/>
                  </a:lnTo>
                  <a:lnTo>
                    <a:pt x="1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8" name="Google Shape;13398;p31"/>
            <p:cNvSpPr/>
            <p:nvPr/>
          </p:nvSpPr>
          <p:spPr>
            <a:xfrm rot="-1874795">
              <a:off x="-73795" y="-40320"/>
              <a:ext cx="23601" cy="21648"/>
            </a:xfrm>
            <a:custGeom>
              <a:avLst/>
              <a:gdLst/>
              <a:ahLst/>
              <a:cxnLst/>
              <a:rect l="l" t="t" r="r" b="b"/>
              <a:pathLst>
                <a:path w="290" h="266" extrusionOk="0">
                  <a:moveTo>
                    <a:pt x="72" y="1"/>
                  </a:moveTo>
                  <a:lnTo>
                    <a:pt x="24" y="73"/>
                  </a:lnTo>
                  <a:lnTo>
                    <a:pt x="0" y="97"/>
                  </a:lnTo>
                  <a:lnTo>
                    <a:pt x="0" y="169"/>
                  </a:lnTo>
                  <a:lnTo>
                    <a:pt x="48" y="217"/>
                  </a:lnTo>
                  <a:lnTo>
                    <a:pt x="72" y="241"/>
                  </a:lnTo>
                  <a:lnTo>
                    <a:pt x="121" y="266"/>
                  </a:lnTo>
                  <a:lnTo>
                    <a:pt x="193" y="266"/>
                  </a:lnTo>
                  <a:lnTo>
                    <a:pt x="241" y="217"/>
                  </a:lnTo>
                  <a:lnTo>
                    <a:pt x="289" y="193"/>
                  </a:lnTo>
                  <a:lnTo>
                    <a:pt x="289" y="145"/>
                  </a:lnTo>
                  <a:lnTo>
                    <a:pt x="289" y="73"/>
                  </a:lnTo>
                  <a:lnTo>
                    <a:pt x="241" y="25"/>
                  </a:lnTo>
                  <a:lnTo>
                    <a:pt x="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9" name="Google Shape;13399;p31"/>
            <p:cNvSpPr/>
            <p:nvPr/>
          </p:nvSpPr>
          <p:spPr>
            <a:xfrm rot="-1874795">
              <a:off x="-634059" y="-447300"/>
              <a:ext cx="23601" cy="23602"/>
            </a:xfrm>
            <a:custGeom>
              <a:avLst/>
              <a:gdLst/>
              <a:ahLst/>
              <a:cxnLst/>
              <a:rect l="l" t="t" r="r" b="b"/>
              <a:pathLst>
                <a:path w="290" h="290" extrusionOk="0">
                  <a:moveTo>
                    <a:pt x="145" y="1"/>
                  </a:moveTo>
                  <a:lnTo>
                    <a:pt x="97" y="25"/>
                  </a:lnTo>
                  <a:lnTo>
                    <a:pt x="24" y="49"/>
                  </a:lnTo>
                  <a:lnTo>
                    <a:pt x="0" y="97"/>
                  </a:lnTo>
                  <a:lnTo>
                    <a:pt x="0" y="145"/>
                  </a:lnTo>
                  <a:lnTo>
                    <a:pt x="0" y="194"/>
                  </a:lnTo>
                  <a:lnTo>
                    <a:pt x="48" y="242"/>
                  </a:lnTo>
                  <a:lnTo>
                    <a:pt x="72" y="290"/>
                  </a:lnTo>
                  <a:lnTo>
                    <a:pt x="193" y="290"/>
                  </a:lnTo>
                  <a:lnTo>
                    <a:pt x="241" y="242"/>
                  </a:lnTo>
                  <a:lnTo>
                    <a:pt x="289" y="194"/>
                  </a:lnTo>
                  <a:lnTo>
                    <a:pt x="289" y="145"/>
                  </a:lnTo>
                  <a:lnTo>
                    <a:pt x="289" y="97"/>
                  </a:lnTo>
                  <a:lnTo>
                    <a:pt x="265" y="49"/>
                  </a:lnTo>
                  <a:lnTo>
                    <a:pt x="217" y="25"/>
                  </a:lnTo>
                  <a:lnTo>
                    <a:pt x="1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0" name="Google Shape;13400;p31"/>
            <p:cNvSpPr/>
            <p:nvPr/>
          </p:nvSpPr>
          <p:spPr>
            <a:xfrm rot="-1874795">
              <a:off x="-497580" y="-436909"/>
              <a:ext cx="25554" cy="21648"/>
            </a:xfrm>
            <a:custGeom>
              <a:avLst/>
              <a:gdLst/>
              <a:ahLst/>
              <a:cxnLst/>
              <a:rect l="l" t="t" r="r" b="b"/>
              <a:pathLst>
                <a:path w="314" h="266" extrusionOk="0">
                  <a:moveTo>
                    <a:pt x="97" y="1"/>
                  </a:moveTo>
                  <a:lnTo>
                    <a:pt x="49" y="25"/>
                  </a:lnTo>
                  <a:lnTo>
                    <a:pt x="24" y="49"/>
                  </a:lnTo>
                  <a:lnTo>
                    <a:pt x="0" y="97"/>
                  </a:lnTo>
                  <a:lnTo>
                    <a:pt x="24" y="169"/>
                  </a:lnTo>
                  <a:lnTo>
                    <a:pt x="73" y="218"/>
                  </a:lnTo>
                  <a:lnTo>
                    <a:pt x="121" y="242"/>
                  </a:lnTo>
                  <a:lnTo>
                    <a:pt x="169" y="266"/>
                  </a:lnTo>
                  <a:lnTo>
                    <a:pt x="241" y="242"/>
                  </a:lnTo>
                  <a:lnTo>
                    <a:pt x="265" y="218"/>
                  </a:lnTo>
                  <a:lnTo>
                    <a:pt x="313" y="169"/>
                  </a:lnTo>
                  <a:lnTo>
                    <a:pt x="313" y="121"/>
                  </a:lnTo>
                  <a:lnTo>
                    <a:pt x="289" y="73"/>
                  </a:lnTo>
                  <a:lnTo>
                    <a:pt x="265" y="25"/>
                  </a:lnTo>
                  <a:lnTo>
                    <a:pt x="2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01" name="Google Shape;13401;p31"/>
          <p:cNvGrpSpPr/>
          <p:nvPr/>
        </p:nvGrpSpPr>
        <p:grpSpPr>
          <a:xfrm>
            <a:off x="4296226" y="4696649"/>
            <a:ext cx="551525" cy="559295"/>
            <a:chOff x="1308175" y="3327500"/>
            <a:chExt cx="170350" cy="172750"/>
          </a:xfrm>
        </p:grpSpPr>
        <p:sp>
          <p:nvSpPr>
            <p:cNvPr id="13402" name="Google Shape;13402;p31"/>
            <p:cNvSpPr/>
            <p:nvPr/>
          </p:nvSpPr>
          <p:spPr>
            <a:xfrm>
              <a:off x="1308175" y="3327500"/>
              <a:ext cx="170350" cy="172750"/>
            </a:xfrm>
            <a:custGeom>
              <a:avLst/>
              <a:gdLst/>
              <a:ahLst/>
              <a:cxnLst/>
              <a:rect l="l" t="t" r="r" b="b"/>
              <a:pathLst>
                <a:path w="6814" h="6910" extrusionOk="0">
                  <a:moveTo>
                    <a:pt x="3395" y="554"/>
                  </a:moveTo>
                  <a:lnTo>
                    <a:pt x="3684" y="578"/>
                  </a:lnTo>
                  <a:lnTo>
                    <a:pt x="3972" y="602"/>
                  </a:lnTo>
                  <a:lnTo>
                    <a:pt x="4237" y="675"/>
                  </a:lnTo>
                  <a:lnTo>
                    <a:pt x="4502" y="771"/>
                  </a:lnTo>
                  <a:lnTo>
                    <a:pt x="4743" y="891"/>
                  </a:lnTo>
                  <a:lnTo>
                    <a:pt x="4983" y="1036"/>
                  </a:lnTo>
                  <a:lnTo>
                    <a:pt x="5200" y="1204"/>
                  </a:lnTo>
                  <a:lnTo>
                    <a:pt x="5417" y="1397"/>
                  </a:lnTo>
                  <a:lnTo>
                    <a:pt x="5585" y="1614"/>
                  </a:lnTo>
                  <a:lnTo>
                    <a:pt x="5754" y="1830"/>
                  </a:lnTo>
                  <a:lnTo>
                    <a:pt x="5898" y="2071"/>
                  </a:lnTo>
                  <a:lnTo>
                    <a:pt x="6019" y="2312"/>
                  </a:lnTo>
                  <a:lnTo>
                    <a:pt x="6115" y="2576"/>
                  </a:lnTo>
                  <a:lnTo>
                    <a:pt x="6187" y="2865"/>
                  </a:lnTo>
                  <a:lnTo>
                    <a:pt x="6235" y="3154"/>
                  </a:lnTo>
                  <a:lnTo>
                    <a:pt x="6235" y="3443"/>
                  </a:lnTo>
                  <a:lnTo>
                    <a:pt x="6235" y="3756"/>
                  </a:lnTo>
                  <a:lnTo>
                    <a:pt x="6187" y="4045"/>
                  </a:lnTo>
                  <a:lnTo>
                    <a:pt x="6115" y="4310"/>
                  </a:lnTo>
                  <a:lnTo>
                    <a:pt x="6019" y="4575"/>
                  </a:lnTo>
                  <a:lnTo>
                    <a:pt x="5898" y="4839"/>
                  </a:lnTo>
                  <a:lnTo>
                    <a:pt x="5754" y="5080"/>
                  </a:lnTo>
                  <a:lnTo>
                    <a:pt x="5609" y="5297"/>
                  </a:lnTo>
                  <a:lnTo>
                    <a:pt x="5417" y="5513"/>
                  </a:lnTo>
                  <a:lnTo>
                    <a:pt x="5224" y="5706"/>
                  </a:lnTo>
                  <a:lnTo>
                    <a:pt x="5008" y="5850"/>
                  </a:lnTo>
                  <a:lnTo>
                    <a:pt x="4767" y="6019"/>
                  </a:lnTo>
                  <a:lnTo>
                    <a:pt x="4526" y="6139"/>
                  </a:lnTo>
                  <a:lnTo>
                    <a:pt x="4261" y="6236"/>
                  </a:lnTo>
                  <a:lnTo>
                    <a:pt x="3996" y="6308"/>
                  </a:lnTo>
                  <a:lnTo>
                    <a:pt x="3708" y="6332"/>
                  </a:lnTo>
                  <a:lnTo>
                    <a:pt x="3419" y="6356"/>
                  </a:lnTo>
                  <a:lnTo>
                    <a:pt x="3130" y="6332"/>
                  </a:lnTo>
                  <a:lnTo>
                    <a:pt x="2841" y="6308"/>
                  </a:lnTo>
                  <a:lnTo>
                    <a:pt x="2576" y="6236"/>
                  </a:lnTo>
                  <a:lnTo>
                    <a:pt x="2311" y="6139"/>
                  </a:lnTo>
                  <a:lnTo>
                    <a:pt x="2047" y="6019"/>
                  </a:lnTo>
                  <a:lnTo>
                    <a:pt x="1830" y="5874"/>
                  </a:lnTo>
                  <a:lnTo>
                    <a:pt x="1613" y="5706"/>
                  </a:lnTo>
                  <a:lnTo>
                    <a:pt x="1397" y="5513"/>
                  </a:lnTo>
                  <a:lnTo>
                    <a:pt x="1228" y="5321"/>
                  </a:lnTo>
                  <a:lnTo>
                    <a:pt x="1060" y="5080"/>
                  </a:lnTo>
                  <a:lnTo>
                    <a:pt x="915" y="4839"/>
                  </a:lnTo>
                  <a:lnTo>
                    <a:pt x="795" y="4599"/>
                  </a:lnTo>
                  <a:lnTo>
                    <a:pt x="698" y="4334"/>
                  </a:lnTo>
                  <a:lnTo>
                    <a:pt x="626" y="4045"/>
                  </a:lnTo>
                  <a:lnTo>
                    <a:pt x="578" y="3756"/>
                  </a:lnTo>
                  <a:lnTo>
                    <a:pt x="578" y="3467"/>
                  </a:lnTo>
                  <a:lnTo>
                    <a:pt x="578" y="3178"/>
                  </a:lnTo>
                  <a:lnTo>
                    <a:pt x="626" y="2865"/>
                  </a:lnTo>
                  <a:lnTo>
                    <a:pt x="698" y="2601"/>
                  </a:lnTo>
                  <a:lnTo>
                    <a:pt x="795" y="2336"/>
                  </a:lnTo>
                  <a:lnTo>
                    <a:pt x="915" y="2071"/>
                  </a:lnTo>
                  <a:lnTo>
                    <a:pt x="1035" y="1830"/>
                  </a:lnTo>
                  <a:lnTo>
                    <a:pt x="1204" y="1614"/>
                  </a:lnTo>
                  <a:lnTo>
                    <a:pt x="1397" y="1397"/>
                  </a:lnTo>
                  <a:lnTo>
                    <a:pt x="1589" y="1228"/>
                  </a:lnTo>
                  <a:lnTo>
                    <a:pt x="1806" y="1060"/>
                  </a:lnTo>
                  <a:lnTo>
                    <a:pt x="2047" y="915"/>
                  </a:lnTo>
                  <a:lnTo>
                    <a:pt x="2287" y="795"/>
                  </a:lnTo>
                  <a:lnTo>
                    <a:pt x="2552" y="675"/>
                  </a:lnTo>
                  <a:lnTo>
                    <a:pt x="2817" y="602"/>
                  </a:lnTo>
                  <a:lnTo>
                    <a:pt x="3106" y="578"/>
                  </a:lnTo>
                  <a:lnTo>
                    <a:pt x="3395" y="554"/>
                  </a:lnTo>
                  <a:close/>
                  <a:moveTo>
                    <a:pt x="3058" y="1"/>
                  </a:moveTo>
                  <a:lnTo>
                    <a:pt x="2721" y="73"/>
                  </a:lnTo>
                  <a:lnTo>
                    <a:pt x="2384" y="145"/>
                  </a:lnTo>
                  <a:lnTo>
                    <a:pt x="2071" y="265"/>
                  </a:lnTo>
                  <a:lnTo>
                    <a:pt x="1782" y="410"/>
                  </a:lnTo>
                  <a:lnTo>
                    <a:pt x="1493" y="578"/>
                  </a:lnTo>
                  <a:lnTo>
                    <a:pt x="1228" y="795"/>
                  </a:lnTo>
                  <a:lnTo>
                    <a:pt x="987" y="1012"/>
                  </a:lnTo>
                  <a:lnTo>
                    <a:pt x="771" y="1252"/>
                  </a:lnTo>
                  <a:lnTo>
                    <a:pt x="578" y="1517"/>
                  </a:lnTo>
                  <a:lnTo>
                    <a:pt x="410" y="1806"/>
                  </a:lnTo>
                  <a:lnTo>
                    <a:pt x="265" y="2119"/>
                  </a:lnTo>
                  <a:lnTo>
                    <a:pt x="169" y="2432"/>
                  </a:lnTo>
                  <a:lnTo>
                    <a:pt x="73" y="2769"/>
                  </a:lnTo>
                  <a:lnTo>
                    <a:pt x="24" y="3106"/>
                  </a:lnTo>
                  <a:lnTo>
                    <a:pt x="0" y="3467"/>
                  </a:lnTo>
                  <a:lnTo>
                    <a:pt x="24" y="3804"/>
                  </a:lnTo>
                  <a:lnTo>
                    <a:pt x="73" y="4165"/>
                  </a:lnTo>
                  <a:lnTo>
                    <a:pt x="169" y="4478"/>
                  </a:lnTo>
                  <a:lnTo>
                    <a:pt x="289" y="4815"/>
                  </a:lnTo>
                  <a:lnTo>
                    <a:pt x="434" y="5104"/>
                  </a:lnTo>
                  <a:lnTo>
                    <a:pt x="602" y="5393"/>
                  </a:lnTo>
                  <a:lnTo>
                    <a:pt x="795" y="5658"/>
                  </a:lnTo>
                  <a:lnTo>
                    <a:pt x="1011" y="5899"/>
                  </a:lnTo>
                  <a:lnTo>
                    <a:pt x="1252" y="6139"/>
                  </a:lnTo>
                  <a:lnTo>
                    <a:pt x="1517" y="6332"/>
                  </a:lnTo>
                  <a:lnTo>
                    <a:pt x="1782" y="6500"/>
                  </a:lnTo>
                  <a:lnTo>
                    <a:pt x="2095" y="6645"/>
                  </a:lnTo>
                  <a:lnTo>
                    <a:pt x="2408" y="6765"/>
                  </a:lnTo>
                  <a:lnTo>
                    <a:pt x="2721" y="6861"/>
                  </a:lnTo>
                  <a:lnTo>
                    <a:pt x="3058" y="6910"/>
                  </a:lnTo>
                  <a:lnTo>
                    <a:pt x="3756" y="6910"/>
                  </a:lnTo>
                  <a:lnTo>
                    <a:pt x="4093" y="6861"/>
                  </a:lnTo>
                  <a:lnTo>
                    <a:pt x="4406" y="6765"/>
                  </a:lnTo>
                  <a:lnTo>
                    <a:pt x="4719" y="6645"/>
                  </a:lnTo>
                  <a:lnTo>
                    <a:pt x="5032" y="6500"/>
                  </a:lnTo>
                  <a:lnTo>
                    <a:pt x="5296" y="6332"/>
                  </a:lnTo>
                  <a:lnTo>
                    <a:pt x="5561" y="6115"/>
                  </a:lnTo>
                  <a:lnTo>
                    <a:pt x="5802" y="5899"/>
                  </a:lnTo>
                  <a:lnTo>
                    <a:pt x="6019" y="5658"/>
                  </a:lnTo>
                  <a:lnTo>
                    <a:pt x="6235" y="5393"/>
                  </a:lnTo>
                  <a:lnTo>
                    <a:pt x="6404" y="5104"/>
                  </a:lnTo>
                  <a:lnTo>
                    <a:pt x="6548" y="4791"/>
                  </a:lnTo>
                  <a:lnTo>
                    <a:pt x="6645" y="4478"/>
                  </a:lnTo>
                  <a:lnTo>
                    <a:pt x="6741" y="4141"/>
                  </a:lnTo>
                  <a:lnTo>
                    <a:pt x="6789" y="3804"/>
                  </a:lnTo>
                  <a:lnTo>
                    <a:pt x="6813" y="3443"/>
                  </a:lnTo>
                  <a:lnTo>
                    <a:pt x="6789" y="3106"/>
                  </a:lnTo>
                  <a:lnTo>
                    <a:pt x="6741" y="2745"/>
                  </a:lnTo>
                  <a:lnTo>
                    <a:pt x="6645" y="2432"/>
                  </a:lnTo>
                  <a:lnTo>
                    <a:pt x="6524" y="2119"/>
                  </a:lnTo>
                  <a:lnTo>
                    <a:pt x="6380" y="1806"/>
                  </a:lnTo>
                  <a:lnTo>
                    <a:pt x="6211" y="1517"/>
                  </a:lnTo>
                  <a:lnTo>
                    <a:pt x="6019" y="1252"/>
                  </a:lnTo>
                  <a:lnTo>
                    <a:pt x="5802" y="1012"/>
                  </a:lnTo>
                  <a:lnTo>
                    <a:pt x="5561" y="795"/>
                  </a:lnTo>
                  <a:lnTo>
                    <a:pt x="5296" y="578"/>
                  </a:lnTo>
                  <a:lnTo>
                    <a:pt x="5008" y="410"/>
                  </a:lnTo>
                  <a:lnTo>
                    <a:pt x="4719" y="265"/>
                  </a:lnTo>
                  <a:lnTo>
                    <a:pt x="4406" y="145"/>
                  </a:lnTo>
                  <a:lnTo>
                    <a:pt x="4069" y="73"/>
                  </a:lnTo>
                  <a:lnTo>
                    <a:pt x="37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3" name="Google Shape;13403;p31"/>
            <p:cNvSpPr/>
            <p:nvPr/>
          </p:nvSpPr>
          <p:spPr>
            <a:xfrm>
              <a:off x="1346700" y="3372050"/>
              <a:ext cx="76450" cy="69825"/>
            </a:xfrm>
            <a:custGeom>
              <a:avLst/>
              <a:gdLst/>
              <a:ahLst/>
              <a:cxnLst/>
              <a:rect l="l" t="t" r="r" b="b"/>
              <a:pathLst>
                <a:path w="3058" h="2793" extrusionOk="0">
                  <a:moveTo>
                    <a:pt x="1107" y="0"/>
                  </a:moveTo>
                  <a:lnTo>
                    <a:pt x="843" y="24"/>
                  </a:lnTo>
                  <a:lnTo>
                    <a:pt x="674" y="96"/>
                  </a:lnTo>
                  <a:lnTo>
                    <a:pt x="506" y="169"/>
                  </a:lnTo>
                  <a:lnTo>
                    <a:pt x="361" y="289"/>
                  </a:lnTo>
                  <a:lnTo>
                    <a:pt x="241" y="409"/>
                  </a:lnTo>
                  <a:lnTo>
                    <a:pt x="144" y="554"/>
                  </a:lnTo>
                  <a:lnTo>
                    <a:pt x="72" y="722"/>
                  </a:lnTo>
                  <a:lnTo>
                    <a:pt x="0" y="891"/>
                  </a:lnTo>
                  <a:lnTo>
                    <a:pt x="0" y="1083"/>
                  </a:lnTo>
                  <a:lnTo>
                    <a:pt x="24" y="1348"/>
                  </a:lnTo>
                  <a:lnTo>
                    <a:pt x="72" y="1613"/>
                  </a:lnTo>
                  <a:lnTo>
                    <a:pt x="169" y="1854"/>
                  </a:lnTo>
                  <a:lnTo>
                    <a:pt x="313" y="2070"/>
                  </a:lnTo>
                  <a:lnTo>
                    <a:pt x="481" y="2287"/>
                  </a:lnTo>
                  <a:lnTo>
                    <a:pt x="650" y="2455"/>
                  </a:lnTo>
                  <a:lnTo>
                    <a:pt x="867" y="2624"/>
                  </a:lnTo>
                  <a:lnTo>
                    <a:pt x="1107" y="2720"/>
                  </a:lnTo>
                  <a:lnTo>
                    <a:pt x="1324" y="2768"/>
                  </a:lnTo>
                  <a:lnTo>
                    <a:pt x="1541" y="2793"/>
                  </a:lnTo>
                  <a:lnTo>
                    <a:pt x="1757" y="2768"/>
                  </a:lnTo>
                  <a:lnTo>
                    <a:pt x="1974" y="2720"/>
                  </a:lnTo>
                  <a:lnTo>
                    <a:pt x="2191" y="2624"/>
                  </a:lnTo>
                  <a:lnTo>
                    <a:pt x="2407" y="2480"/>
                  </a:lnTo>
                  <a:lnTo>
                    <a:pt x="2600" y="2335"/>
                  </a:lnTo>
                  <a:lnTo>
                    <a:pt x="2768" y="2143"/>
                  </a:lnTo>
                  <a:lnTo>
                    <a:pt x="2889" y="1998"/>
                  </a:lnTo>
                  <a:lnTo>
                    <a:pt x="2985" y="1830"/>
                  </a:lnTo>
                  <a:lnTo>
                    <a:pt x="3033" y="1661"/>
                  </a:lnTo>
                  <a:lnTo>
                    <a:pt x="3057" y="1493"/>
                  </a:lnTo>
                  <a:lnTo>
                    <a:pt x="3057" y="1324"/>
                  </a:lnTo>
                  <a:lnTo>
                    <a:pt x="3009" y="1156"/>
                  </a:lnTo>
                  <a:lnTo>
                    <a:pt x="2937" y="987"/>
                  </a:lnTo>
                  <a:lnTo>
                    <a:pt x="2841" y="819"/>
                  </a:lnTo>
                  <a:lnTo>
                    <a:pt x="2672" y="626"/>
                  </a:lnTo>
                  <a:lnTo>
                    <a:pt x="2455" y="433"/>
                  </a:lnTo>
                  <a:lnTo>
                    <a:pt x="2215" y="265"/>
                  </a:lnTo>
                  <a:lnTo>
                    <a:pt x="1950" y="144"/>
                  </a:lnTo>
                  <a:lnTo>
                    <a:pt x="1685" y="48"/>
                  </a:lnTo>
                  <a:lnTo>
                    <a:pt x="13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04" name="Google Shape;13404;p31"/>
          <p:cNvSpPr/>
          <p:nvPr/>
        </p:nvSpPr>
        <p:spPr>
          <a:xfrm>
            <a:off x="7969063" y="1406399"/>
            <a:ext cx="551518" cy="671941"/>
          </a:xfrm>
          <a:custGeom>
            <a:avLst/>
            <a:gdLst/>
            <a:ahLst/>
            <a:cxnLst/>
            <a:rect l="l" t="t" r="r" b="b"/>
            <a:pathLst>
              <a:path w="10039" h="12231" extrusionOk="0">
                <a:moveTo>
                  <a:pt x="4478" y="675"/>
                </a:moveTo>
                <a:lnTo>
                  <a:pt x="4887" y="699"/>
                </a:lnTo>
                <a:lnTo>
                  <a:pt x="5272" y="795"/>
                </a:lnTo>
                <a:lnTo>
                  <a:pt x="5633" y="916"/>
                </a:lnTo>
                <a:lnTo>
                  <a:pt x="5994" y="1084"/>
                </a:lnTo>
                <a:lnTo>
                  <a:pt x="6355" y="1277"/>
                </a:lnTo>
                <a:lnTo>
                  <a:pt x="6692" y="1517"/>
                </a:lnTo>
                <a:lnTo>
                  <a:pt x="7005" y="1758"/>
                </a:lnTo>
                <a:lnTo>
                  <a:pt x="7270" y="1999"/>
                </a:lnTo>
                <a:lnTo>
                  <a:pt x="7535" y="2264"/>
                </a:lnTo>
                <a:lnTo>
                  <a:pt x="7776" y="2529"/>
                </a:lnTo>
                <a:lnTo>
                  <a:pt x="7992" y="2817"/>
                </a:lnTo>
                <a:lnTo>
                  <a:pt x="8209" y="3130"/>
                </a:lnTo>
                <a:lnTo>
                  <a:pt x="8402" y="3443"/>
                </a:lnTo>
                <a:lnTo>
                  <a:pt x="8570" y="3780"/>
                </a:lnTo>
                <a:lnTo>
                  <a:pt x="8739" y="4117"/>
                </a:lnTo>
                <a:lnTo>
                  <a:pt x="8883" y="4478"/>
                </a:lnTo>
                <a:lnTo>
                  <a:pt x="9027" y="4840"/>
                </a:lnTo>
                <a:lnTo>
                  <a:pt x="9124" y="5201"/>
                </a:lnTo>
                <a:lnTo>
                  <a:pt x="9220" y="5586"/>
                </a:lnTo>
                <a:lnTo>
                  <a:pt x="9292" y="5971"/>
                </a:lnTo>
                <a:lnTo>
                  <a:pt x="9340" y="6356"/>
                </a:lnTo>
                <a:lnTo>
                  <a:pt x="9365" y="6741"/>
                </a:lnTo>
                <a:lnTo>
                  <a:pt x="9389" y="7127"/>
                </a:lnTo>
                <a:lnTo>
                  <a:pt x="9365" y="7488"/>
                </a:lnTo>
                <a:lnTo>
                  <a:pt x="9340" y="7849"/>
                </a:lnTo>
                <a:lnTo>
                  <a:pt x="9268" y="8210"/>
                </a:lnTo>
                <a:lnTo>
                  <a:pt x="9196" y="8571"/>
                </a:lnTo>
                <a:lnTo>
                  <a:pt x="9076" y="8932"/>
                </a:lnTo>
                <a:lnTo>
                  <a:pt x="8955" y="9293"/>
                </a:lnTo>
                <a:lnTo>
                  <a:pt x="8787" y="9630"/>
                </a:lnTo>
                <a:lnTo>
                  <a:pt x="8570" y="9967"/>
                </a:lnTo>
                <a:lnTo>
                  <a:pt x="8402" y="10232"/>
                </a:lnTo>
                <a:lnTo>
                  <a:pt x="8209" y="10449"/>
                </a:lnTo>
                <a:lnTo>
                  <a:pt x="7992" y="10665"/>
                </a:lnTo>
                <a:lnTo>
                  <a:pt x="7776" y="10858"/>
                </a:lnTo>
                <a:lnTo>
                  <a:pt x="7559" y="11026"/>
                </a:lnTo>
                <a:lnTo>
                  <a:pt x="7318" y="11171"/>
                </a:lnTo>
                <a:lnTo>
                  <a:pt x="7078" y="11291"/>
                </a:lnTo>
                <a:lnTo>
                  <a:pt x="6813" y="11387"/>
                </a:lnTo>
                <a:lnTo>
                  <a:pt x="6548" y="11460"/>
                </a:lnTo>
                <a:lnTo>
                  <a:pt x="6283" y="11508"/>
                </a:lnTo>
                <a:lnTo>
                  <a:pt x="6018" y="11556"/>
                </a:lnTo>
                <a:lnTo>
                  <a:pt x="5729" y="11556"/>
                </a:lnTo>
                <a:lnTo>
                  <a:pt x="5441" y="11532"/>
                </a:lnTo>
                <a:lnTo>
                  <a:pt x="5152" y="11484"/>
                </a:lnTo>
                <a:lnTo>
                  <a:pt x="4863" y="11436"/>
                </a:lnTo>
                <a:lnTo>
                  <a:pt x="4574" y="11339"/>
                </a:lnTo>
                <a:lnTo>
                  <a:pt x="4237" y="11195"/>
                </a:lnTo>
                <a:lnTo>
                  <a:pt x="3900" y="11050"/>
                </a:lnTo>
                <a:lnTo>
                  <a:pt x="3587" y="10858"/>
                </a:lnTo>
                <a:lnTo>
                  <a:pt x="3298" y="10665"/>
                </a:lnTo>
                <a:lnTo>
                  <a:pt x="3009" y="10449"/>
                </a:lnTo>
                <a:lnTo>
                  <a:pt x="2768" y="10208"/>
                </a:lnTo>
                <a:lnTo>
                  <a:pt x="2504" y="9943"/>
                </a:lnTo>
                <a:lnTo>
                  <a:pt x="2287" y="9654"/>
                </a:lnTo>
                <a:lnTo>
                  <a:pt x="2022" y="9293"/>
                </a:lnTo>
                <a:lnTo>
                  <a:pt x="1781" y="8932"/>
                </a:lnTo>
                <a:lnTo>
                  <a:pt x="1565" y="8547"/>
                </a:lnTo>
                <a:lnTo>
                  <a:pt x="1348" y="8186"/>
                </a:lnTo>
                <a:lnTo>
                  <a:pt x="1180" y="7801"/>
                </a:lnTo>
                <a:lnTo>
                  <a:pt x="1035" y="7415"/>
                </a:lnTo>
                <a:lnTo>
                  <a:pt x="915" y="7006"/>
                </a:lnTo>
                <a:lnTo>
                  <a:pt x="818" y="6621"/>
                </a:lnTo>
                <a:lnTo>
                  <a:pt x="746" y="6212"/>
                </a:lnTo>
                <a:lnTo>
                  <a:pt x="698" y="5803"/>
                </a:lnTo>
                <a:lnTo>
                  <a:pt x="674" y="5393"/>
                </a:lnTo>
                <a:lnTo>
                  <a:pt x="698" y="4984"/>
                </a:lnTo>
                <a:lnTo>
                  <a:pt x="722" y="4551"/>
                </a:lnTo>
                <a:lnTo>
                  <a:pt x="794" y="4117"/>
                </a:lnTo>
                <a:lnTo>
                  <a:pt x="891" y="3684"/>
                </a:lnTo>
                <a:lnTo>
                  <a:pt x="1011" y="3251"/>
                </a:lnTo>
                <a:lnTo>
                  <a:pt x="1107" y="2986"/>
                </a:lnTo>
                <a:lnTo>
                  <a:pt x="1204" y="2745"/>
                </a:lnTo>
                <a:lnTo>
                  <a:pt x="1324" y="2480"/>
                </a:lnTo>
                <a:lnTo>
                  <a:pt x="1468" y="2264"/>
                </a:lnTo>
                <a:lnTo>
                  <a:pt x="1613" y="2047"/>
                </a:lnTo>
                <a:lnTo>
                  <a:pt x="1757" y="1830"/>
                </a:lnTo>
                <a:lnTo>
                  <a:pt x="1926" y="1662"/>
                </a:lnTo>
                <a:lnTo>
                  <a:pt x="2118" y="1469"/>
                </a:lnTo>
                <a:lnTo>
                  <a:pt x="2311" y="1325"/>
                </a:lnTo>
                <a:lnTo>
                  <a:pt x="2528" y="1180"/>
                </a:lnTo>
                <a:lnTo>
                  <a:pt x="2744" y="1060"/>
                </a:lnTo>
                <a:lnTo>
                  <a:pt x="2985" y="940"/>
                </a:lnTo>
                <a:lnTo>
                  <a:pt x="3226" y="868"/>
                </a:lnTo>
                <a:lnTo>
                  <a:pt x="3491" y="771"/>
                </a:lnTo>
                <a:lnTo>
                  <a:pt x="3755" y="723"/>
                </a:lnTo>
                <a:lnTo>
                  <a:pt x="4044" y="699"/>
                </a:lnTo>
                <a:lnTo>
                  <a:pt x="4478" y="675"/>
                </a:lnTo>
                <a:close/>
                <a:moveTo>
                  <a:pt x="3924" y="1"/>
                </a:moveTo>
                <a:lnTo>
                  <a:pt x="3539" y="49"/>
                </a:lnTo>
                <a:lnTo>
                  <a:pt x="3154" y="145"/>
                </a:lnTo>
                <a:lnTo>
                  <a:pt x="2793" y="290"/>
                </a:lnTo>
                <a:lnTo>
                  <a:pt x="2407" y="482"/>
                </a:lnTo>
                <a:lnTo>
                  <a:pt x="2070" y="699"/>
                </a:lnTo>
                <a:lnTo>
                  <a:pt x="1733" y="940"/>
                </a:lnTo>
                <a:lnTo>
                  <a:pt x="1444" y="1205"/>
                </a:lnTo>
                <a:lnTo>
                  <a:pt x="1180" y="1517"/>
                </a:lnTo>
                <a:lnTo>
                  <a:pt x="939" y="1855"/>
                </a:lnTo>
                <a:lnTo>
                  <a:pt x="746" y="2192"/>
                </a:lnTo>
                <a:lnTo>
                  <a:pt x="554" y="2577"/>
                </a:lnTo>
                <a:lnTo>
                  <a:pt x="409" y="2986"/>
                </a:lnTo>
                <a:lnTo>
                  <a:pt x="289" y="3371"/>
                </a:lnTo>
                <a:lnTo>
                  <a:pt x="169" y="3756"/>
                </a:lnTo>
                <a:lnTo>
                  <a:pt x="96" y="4141"/>
                </a:lnTo>
                <a:lnTo>
                  <a:pt x="48" y="4551"/>
                </a:lnTo>
                <a:lnTo>
                  <a:pt x="24" y="4936"/>
                </a:lnTo>
                <a:lnTo>
                  <a:pt x="0" y="5321"/>
                </a:lnTo>
                <a:lnTo>
                  <a:pt x="24" y="5706"/>
                </a:lnTo>
                <a:lnTo>
                  <a:pt x="48" y="6091"/>
                </a:lnTo>
                <a:lnTo>
                  <a:pt x="120" y="6477"/>
                </a:lnTo>
                <a:lnTo>
                  <a:pt x="193" y="6838"/>
                </a:lnTo>
                <a:lnTo>
                  <a:pt x="289" y="7223"/>
                </a:lnTo>
                <a:lnTo>
                  <a:pt x="409" y="7608"/>
                </a:lnTo>
                <a:lnTo>
                  <a:pt x="554" y="7993"/>
                </a:lnTo>
                <a:lnTo>
                  <a:pt x="722" y="8354"/>
                </a:lnTo>
                <a:lnTo>
                  <a:pt x="891" y="8739"/>
                </a:lnTo>
                <a:lnTo>
                  <a:pt x="1204" y="9269"/>
                </a:lnTo>
                <a:lnTo>
                  <a:pt x="1517" y="9775"/>
                </a:lnTo>
                <a:lnTo>
                  <a:pt x="1878" y="10256"/>
                </a:lnTo>
                <a:lnTo>
                  <a:pt x="2287" y="10689"/>
                </a:lnTo>
                <a:lnTo>
                  <a:pt x="2504" y="10882"/>
                </a:lnTo>
                <a:lnTo>
                  <a:pt x="2744" y="11075"/>
                </a:lnTo>
                <a:lnTo>
                  <a:pt x="2985" y="11243"/>
                </a:lnTo>
                <a:lnTo>
                  <a:pt x="3226" y="11412"/>
                </a:lnTo>
                <a:lnTo>
                  <a:pt x="3491" y="11556"/>
                </a:lnTo>
                <a:lnTo>
                  <a:pt x="3755" y="11700"/>
                </a:lnTo>
                <a:lnTo>
                  <a:pt x="4044" y="11845"/>
                </a:lnTo>
                <a:lnTo>
                  <a:pt x="4333" y="11965"/>
                </a:lnTo>
                <a:lnTo>
                  <a:pt x="4670" y="12062"/>
                </a:lnTo>
                <a:lnTo>
                  <a:pt x="5007" y="12158"/>
                </a:lnTo>
                <a:lnTo>
                  <a:pt x="5344" y="12206"/>
                </a:lnTo>
                <a:lnTo>
                  <a:pt x="5681" y="12230"/>
                </a:lnTo>
                <a:lnTo>
                  <a:pt x="6018" y="12206"/>
                </a:lnTo>
                <a:lnTo>
                  <a:pt x="6331" y="12182"/>
                </a:lnTo>
                <a:lnTo>
                  <a:pt x="6668" y="12134"/>
                </a:lnTo>
                <a:lnTo>
                  <a:pt x="6981" y="12037"/>
                </a:lnTo>
                <a:lnTo>
                  <a:pt x="7270" y="11917"/>
                </a:lnTo>
                <a:lnTo>
                  <a:pt x="7583" y="11773"/>
                </a:lnTo>
                <a:lnTo>
                  <a:pt x="7872" y="11628"/>
                </a:lnTo>
                <a:lnTo>
                  <a:pt x="8137" y="11436"/>
                </a:lnTo>
                <a:lnTo>
                  <a:pt x="8402" y="11219"/>
                </a:lnTo>
                <a:lnTo>
                  <a:pt x="8642" y="10978"/>
                </a:lnTo>
                <a:lnTo>
                  <a:pt x="8859" y="10713"/>
                </a:lnTo>
                <a:lnTo>
                  <a:pt x="9076" y="10425"/>
                </a:lnTo>
                <a:lnTo>
                  <a:pt x="9316" y="10039"/>
                </a:lnTo>
                <a:lnTo>
                  <a:pt x="9509" y="9630"/>
                </a:lnTo>
                <a:lnTo>
                  <a:pt x="9677" y="9221"/>
                </a:lnTo>
                <a:lnTo>
                  <a:pt x="9822" y="8812"/>
                </a:lnTo>
                <a:lnTo>
                  <a:pt x="9918" y="8378"/>
                </a:lnTo>
                <a:lnTo>
                  <a:pt x="9990" y="7921"/>
                </a:lnTo>
                <a:lnTo>
                  <a:pt x="10039" y="7464"/>
                </a:lnTo>
                <a:lnTo>
                  <a:pt x="10039" y="6982"/>
                </a:lnTo>
                <a:lnTo>
                  <a:pt x="10014" y="6428"/>
                </a:lnTo>
                <a:lnTo>
                  <a:pt x="9966" y="5851"/>
                </a:lnTo>
                <a:lnTo>
                  <a:pt x="9846" y="5297"/>
                </a:lnTo>
                <a:lnTo>
                  <a:pt x="9702" y="4743"/>
                </a:lnTo>
                <a:lnTo>
                  <a:pt x="9509" y="4214"/>
                </a:lnTo>
                <a:lnTo>
                  <a:pt x="9268" y="3660"/>
                </a:lnTo>
                <a:lnTo>
                  <a:pt x="9003" y="3154"/>
                </a:lnTo>
                <a:lnTo>
                  <a:pt x="8690" y="2649"/>
                </a:lnTo>
                <a:lnTo>
                  <a:pt x="8402" y="2264"/>
                </a:lnTo>
                <a:lnTo>
                  <a:pt x="8113" y="1903"/>
                </a:lnTo>
                <a:lnTo>
                  <a:pt x="7800" y="1566"/>
                </a:lnTo>
                <a:lnTo>
                  <a:pt x="7463" y="1253"/>
                </a:lnTo>
                <a:lnTo>
                  <a:pt x="7078" y="964"/>
                </a:lnTo>
                <a:lnTo>
                  <a:pt x="6692" y="723"/>
                </a:lnTo>
                <a:lnTo>
                  <a:pt x="6283" y="506"/>
                </a:lnTo>
                <a:lnTo>
                  <a:pt x="5850" y="314"/>
                </a:lnTo>
                <a:lnTo>
                  <a:pt x="5465" y="169"/>
                </a:lnTo>
                <a:lnTo>
                  <a:pt x="5079" y="73"/>
                </a:lnTo>
                <a:lnTo>
                  <a:pt x="4694" y="25"/>
                </a:lnTo>
                <a:lnTo>
                  <a:pt x="4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05" name="Google Shape;13405;p31"/>
          <p:cNvGrpSpPr/>
          <p:nvPr/>
        </p:nvGrpSpPr>
        <p:grpSpPr>
          <a:xfrm rot="3463747" flipH="1">
            <a:off x="-221066" y="-1663877"/>
            <a:ext cx="1782737" cy="4456717"/>
            <a:chOff x="1094525" y="1997475"/>
            <a:chExt cx="357500" cy="893725"/>
          </a:xfrm>
        </p:grpSpPr>
        <p:sp>
          <p:nvSpPr>
            <p:cNvPr id="13406" name="Google Shape;13406;p31"/>
            <p:cNvSpPr/>
            <p:nvPr/>
          </p:nvSpPr>
          <p:spPr>
            <a:xfrm>
              <a:off x="1269650" y="2297175"/>
              <a:ext cx="49975" cy="48775"/>
            </a:xfrm>
            <a:custGeom>
              <a:avLst/>
              <a:gdLst/>
              <a:ahLst/>
              <a:cxnLst/>
              <a:rect l="l" t="t" r="r" b="b"/>
              <a:pathLst>
                <a:path w="1999" h="1951" extrusionOk="0">
                  <a:moveTo>
                    <a:pt x="1565" y="0"/>
                  </a:moveTo>
                  <a:lnTo>
                    <a:pt x="1493" y="24"/>
                  </a:lnTo>
                  <a:lnTo>
                    <a:pt x="1445" y="73"/>
                  </a:lnTo>
                  <a:lnTo>
                    <a:pt x="1349" y="217"/>
                  </a:lnTo>
                  <a:lnTo>
                    <a:pt x="1277" y="362"/>
                  </a:lnTo>
                  <a:lnTo>
                    <a:pt x="1156" y="602"/>
                  </a:lnTo>
                  <a:lnTo>
                    <a:pt x="1036" y="795"/>
                  </a:lnTo>
                  <a:lnTo>
                    <a:pt x="867" y="939"/>
                  </a:lnTo>
                  <a:lnTo>
                    <a:pt x="771" y="1011"/>
                  </a:lnTo>
                  <a:lnTo>
                    <a:pt x="651" y="1084"/>
                  </a:lnTo>
                  <a:lnTo>
                    <a:pt x="434" y="1204"/>
                  </a:lnTo>
                  <a:lnTo>
                    <a:pt x="193" y="1349"/>
                  </a:lnTo>
                  <a:lnTo>
                    <a:pt x="97" y="1445"/>
                  </a:lnTo>
                  <a:lnTo>
                    <a:pt x="25" y="1541"/>
                  </a:lnTo>
                  <a:lnTo>
                    <a:pt x="1" y="1686"/>
                  </a:lnTo>
                  <a:lnTo>
                    <a:pt x="49" y="1806"/>
                  </a:lnTo>
                  <a:lnTo>
                    <a:pt x="97" y="1878"/>
                  </a:lnTo>
                  <a:lnTo>
                    <a:pt x="145" y="1902"/>
                  </a:lnTo>
                  <a:lnTo>
                    <a:pt x="193" y="1926"/>
                  </a:lnTo>
                  <a:lnTo>
                    <a:pt x="241" y="1950"/>
                  </a:lnTo>
                  <a:lnTo>
                    <a:pt x="362" y="1926"/>
                  </a:lnTo>
                  <a:lnTo>
                    <a:pt x="482" y="1878"/>
                  </a:lnTo>
                  <a:lnTo>
                    <a:pt x="554" y="1902"/>
                  </a:lnTo>
                  <a:lnTo>
                    <a:pt x="602" y="1878"/>
                  </a:lnTo>
                  <a:lnTo>
                    <a:pt x="675" y="1854"/>
                  </a:lnTo>
                  <a:lnTo>
                    <a:pt x="699" y="1806"/>
                  </a:lnTo>
                  <a:lnTo>
                    <a:pt x="771" y="1710"/>
                  </a:lnTo>
                  <a:lnTo>
                    <a:pt x="843" y="1589"/>
                  </a:lnTo>
                  <a:lnTo>
                    <a:pt x="891" y="1493"/>
                  </a:lnTo>
                  <a:lnTo>
                    <a:pt x="964" y="1421"/>
                  </a:lnTo>
                  <a:lnTo>
                    <a:pt x="1060" y="1349"/>
                  </a:lnTo>
                  <a:lnTo>
                    <a:pt x="1156" y="1300"/>
                  </a:lnTo>
                  <a:lnTo>
                    <a:pt x="1373" y="1204"/>
                  </a:lnTo>
                  <a:lnTo>
                    <a:pt x="1589" y="1084"/>
                  </a:lnTo>
                  <a:lnTo>
                    <a:pt x="1758" y="939"/>
                  </a:lnTo>
                  <a:lnTo>
                    <a:pt x="1830" y="843"/>
                  </a:lnTo>
                  <a:lnTo>
                    <a:pt x="1902" y="747"/>
                  </a:lnTo>
                  <a:lnTo>
                    <a:pt x="1951" y="650"/>
                  </a:lnTo>
                  <a:lnTo>
                    <a:pt x="1975" y="530"/>
                  </a:lnTo>
                  <a:lnTo>
                    <a:pt x="1999" y="434"/>
                  </a:lnTo>
                  <a:lnTo>
                    <a:pt x="1975" y="313"/>
                  </a:lnTo>
                  <a:lnTo>
                    <a:pt x="1951" y="217"/>
                  </a:lnTo>
                  <a:lnTo>
                    <a:pt x="1902" y="145"/>
                  </a:lnTo>
                  <a:lnTo>
                    <a:pt x="1854" y="73"/>
                  </a:lnTo>
                  <a:lnTo>
                    <a:pt x="1782" y="24"/>
                  </a:lnTo>
                  <a:lnTo>
                    <a:pt x="166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7" name="Google Shape;13407;p31"/>
            <p:cNvSpPr/>
            <p:nvPr/>
          </p:nvSpPr>
          <p:spPr>
            <a:xfrm>
              <a:off x="1213075" y="2269500"/>
              <a:ext cx="25300" cy="25900"/>
            </a:xfrm>
            <a:custGeom>
              <a:avLst/>
              <a:gdLst/>
              <a:ahLst/>
              <a:cxnLst/>
              <a:rect l="l" t="t" r="r" b="b"/>
              <a:pathLst>
                <a:path w="1012" h="1036" extrusionOk="0">
                  <a:moveTo>
                    <a:pt x="578" y="0"/>
                  </a:moveTo>
                  <a:lnTo>
                    <a:pt x="434" y="48"/>
                  </a:lnTo>
                  <a:lnTo>
                    <a:pt x="290" y="120"/>
                  </a:lnTo>
                  <a:lnTo>
                    <a:pt x="193" y="193"/>
                  </a:lnTo>
                  <a:lnTo>
                    <a:pt x="121" y="289"/>
                  </a:lnTo>
                  <a:lnTo>
                    <a:pt x="49" y="385"/>
                  </a:lnTo>
                  <a:lnTo>
                    <a:pt x="25" y="482"/>
                  </a:lnTo>
                  <a:lnTo>
                    <a:pt x="1" y="578"/>
                  </a:lnTo>
                  <a:lnTo>
                    <a:pt x="25" y="698"/>
                  </a:lnTo>
                  <a:lnTo>
                    <a:pt x="49" y="794"/>
                  </a:lnTo>
                  <a:lnTo>
                    <a:pt x="97" y="891"/>
                  </a:lnTo>
                  <a:lnTo>
                    <a:pt x="145" y="963"/>
                  </a:lnTo>
                  <a:lnTo>
                    <a:pt x="217" y="987"/>
                  </a:lnTo>
                  <a:lnTo>
                    <a:pt x="290" y="1011"/>
                  </a:lnTo>
                  <a:lnTo>
                    <a:pt x="362" y="1035"/>
                  </a:lnTo>
                  <a:lnTo>
                    <a:pt x="554" y="1011"/>
                  </a:lnTo>
                  <a:lnTo>
                    <a:pt x="675" y="963"/>
                  </a:lnTo>
                  <a:lnTo>
                    <a:pt x="771" y="915"/>
                  </a:lnTo>
                  <a:lnTo>
                    <a:pt x="843" y="843"/>
                  </a:lnTo>
                  <a:lnTo>
                    <a:pt x="916" y="746"/>
                  </a:lnTo>
                  <a:lnTo>
                    <a:pt x="988" y="650"/>
                  </a:lnTo>
                  <a:lnTo>
                    <a:pt x="1012" y="554"/>
                  </a:lnTo>
                  <a:lnTo>
                    <a:pt x="1012" y="457"/>
                  </a:lnTo>
                  <a:lnTo>
                    <a:pt x="1012" y="337"/>
                  </a:lnTo>
                  <a:lnTo>
                    <a:pt x="964" y="265"/>
                  </a:lnTo>
                  <a:lnTo>
                    <a:pt x="916" y="169"/>
                  </a:lnTo>
                  <a:lnTo>
                    <a:pt x="819" y="72"/>
                  </a:lnTo>
                  <a:lnTo>
                    <a:pt x="69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8" name="Google Shape;13408;p31"/>
            <p:cNvSpPr/>
            <p:nvPr/>
          </p:nvSpPr>
          <p:spPr>
            <a:xfrm>
              <a:off x="1270250" y="2283925"/>
              <a:ext cx="19300" cy="21100"/>
            </a:xfrm>
            <a:custGeom>
              <a:avLst/>
              <a:gdLst/>
              <a:ahLst/>
              <a:cxnLst/>
              <a:rect l="l" t="t" r="r" b="b"/>
              <a:pathLst>
                <a:path w="772" h="844" extrusionOk="0">
                  <a:moveTo>
                    <a:pt x="434" y="1"/>
                  </a:moveTo>
                  <a:lnTo>
                    <a:pt x="241" y="25"/>
                  </a:lnTo>
                  <a:lnTo>
                    <a:pt x="121" y="73"/>
                  </a:lnTo>
                  <a:lnTo>
                    <a:pt x="25" y="145"/>
                  </a:lnTo>
                  <a:lnTo>
                    <a:pt x="1" y="193"/>
                  </a:lnTo>
                  <a:lnTo>
                    <a:pt x="1" y="242"/>
                  </a:lnTo>
                  <a:lnTo>
                    <a:pt x="1" y="314"/>
                  </a:lnTo>
                  <a:lnTo>
                    <a:pt x="25" y="386"/>
                  </a:lnTo>
                  <a:lnTo>
                    <a:pt x="97" y="554"/>
                  </a:lnTo>
                  <a:lnTo>
                    <a:pt x="193" y="723"/>
                  </a:lnTo>
                  <a:lnTo>
                    <a:pt x="266" y="771"/>
                  </a:lnTo>
                  <a:lnTo>
                    <a:pt x="362" y="819"/>
                  </a:lnTo>
                  <a:lnTo>
                    <a:pt x="434" y="843"/>
                  </a:lnTo>
                  <a:lnTo>
                    <a:pt x="554" y="843"/>
                  </a:lnTo>
                  <a:lnTo>
                    <a:pt x="627" y="819"/>
                  </a:lnTo>
                  <a:lnTo>
                    <a:pt x="675" y="771"/>
                  </a:lnTo>
                  <a:lnTo>
                    <a:pt x="723" y="723"/>
                  </a:lnTo>
                  <a:lnTo>
                    <a:pt x="747" y="651"/>
                  </a:lnTo>
                  <a:lnTo>
                    <a:pt x="771" y="506"/>
                  </a:lnTo>
                  <a:lnTo>
                    <a:pt x="747" y="338"/>
                  </a:lnTo>
                  <a:lnTo>
                    <a:pt x="723" y="242"/>
                  </a:lnTo>
                  <a:lnTo>
                    <a:pt x="699" y="169"/>
                  </a:lnTo>
                  <a:lnTo>
                    <a:pt x="651" y="97"/>
                  </a:lnTo>
                  <a:lnTo>
                    <a:pt x="578" y="49"/>
                  </a:lnTo>
                  <a:lnTo>
                    <a:pt x="506" y="25"/>
                  </a:lnTo>
                  <a:lnTo>
                    <a:pt x="434"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9" name="Google Shape;13409;p31"/>
            <p:cNvSpPr/>
            <p:nvPr/>
          </p:nvSpPr>
          <p:spPr>
            <a:xfrm>
              <a:off x="1403250" y="2264075"/>
              <a:ext cx="18700" cy="17475"/>
            </a:xfrm>
            <a:custGeom>
              <a:avLst/>
              <a:gdLst/>
              <a:ahLst/>
              <a:cxnLst/>
              <a:rect l="l" t="t" r="r" b="b"/>
              <a:pathLst>
                <a:path w="748" h="699" extrusionOk="0">
                  <a:moveTo>
                    <a:pt x="338" y="0"/>
                  </a:moveTo>
                  <a:lnTo>
                    <a:pt x="193" y="73"/>
                  </a:lnTo>
                  <a:lnTo>
                    <a:pt x="73" y="169"/>
                  </a:lnTo>
                  <a:lnTo>
                    <a:pt x="49" y="217"/>
                  </a:lnTo>
                  <a:lnTo>
                    <a:pt x="25" y="265"/>
                  </a:lnTo>
                  <a:lnTo>
                    <a:pt x="1" y="337"/>
                  </a:lnTo>
                  <a:lnTo>
                    <a:pt x="1" y="434"/>
                  </a:lnTo>
                  <a:lnTo>
                    <a:pt x="49" y="554"/>
                  </a:lnTo>
                  <a:lnTo>
                    <a:pt x="145" y="650"/>
                  </a:lnTo>
                  <a:lnTo>
                    <a:pt x="266" y="699"/>
                  </a:lnTo>
                  <a:lnTo>
                    <a:pt x="410" y="699"/>
                  </a:lnTo>
                  <a:lnTo>
                    <a:pt x="482" y="674"/>
                  </a:lnTo>
                  <a:lnTo>
                    <a:pt x="555" y="650"/>
                  </a:lnTo>
                  <a:lnTo>
                    <a:pt x="627" y="602"/>
                  </a:lnTo>
                  <a:lnTo>
                    <a:pt x="675" y="554"/>
                  </a:lnTo>
                  <a:lnTo>
                    <a:pt x="699" y="482"/>
                  </a:lnTo>
                  <a:lnTo>
                    <a:pt x="723" y="410"/>
                  </a:lnTo>
                  <a:lnTo>
                    <a:pt x="747" y="265"/>
                  </a:lnTo>
                  <a:lnTo>
                    <a:pt x="723" y="193"/>
                  </a:lnTo>
                  <a:lnTo>
                    <a:pt x="699" y="121"/>
                  </a:lnTo>
                  <a:lnTo>
                    <a:pt x="651" y="73"/>
                  </a:lnTo>
                  <a:lnTo>
                    <a:pt x="603" y="49"/>
                  </a:lnTo>
                  <a:lnTo>
                    <a:pt x="482" y="24"/>
                  </a:lnTo>
                  <a:lnTo>
                    <a:pt x="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0" name="Google Shape;13410;p31"/>
            <p:cNvSpPr/>
            <p:nvPr/>
          </p:nvSpPr>
          <p:spPr>
            <a:xfrm>
              <a:off x="1150500" y="2347725"/>
              <a:ext cx="13250" cy="11450"/>
            </a:xfrm>
            <a:custGeom>
              <a:avLst/>
              <a:gdLst/>
              <a:ahLst/>
              <a:cxnLst/>
              <a:rect l="l" t="t" r="r" b="b"/>
              <a:pathLst>
                <a:path w="530" h="458" extrusionOk="0">
                  <a:moveTo>
                    <a:pt x="217" y="1"/>
                  </a:moveTo>
                  <a:lnTo>
                    <a:pt x="120" y="25"/>
                  </a:lnTo>
                  <a:lnTo>
                    <a:pt x="48" y="97"/>
                  </a:lnTo>
                  <a:lnTo>
                    <a:pt x="24" y="169"/>
                  </a:lnTo>
                  <a:lnTo>
                    <a:pt x="0" y="193"/>
                  </a:lnTo>
                  <a:lnTo>
                    <a:pt x="24" y="241"/>
                  </a:lnTo>
                  <a:lnTo>
                    <a:pt x="72" y="338"/>
                  </a:lnTo>
                  <a:lnTo>
                    <a:pt x="169" y="410"/>
                  </a:lnTo>
                  <a:lnTo>
                    <a:pt x="265" y="458"/>
                  </a:lnTo>
                  <a:lnTo>
                    <a:pt x="361" y="458"/>
                  </a:lnTo>
                  <a:lnTo>
                    <a:pt x="433" y="434"/>
                  </a:lnTo>
                  <a:lnTo>
                    <a:pt x="482" y="386"/>
                  </a:lnTo>
                  <a:lnTo>
                    <a:pt x="530" y="289"/>
                  </a:lnTo>
                  <a:lnTo>
                    <a:pt x="530" y="193"/>
                  </a:lnTo>
                  <a:lnTo>
                    <a:pt x="482" y="97"/>
                  </a:lnTo>
                  <a:lnTo>
                    <a:pt x="409" y="25"/>
                  </a:lnTo>
                  <a:lnTo>
                    <a:pt x="3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1" name="Google Shape;13411;p31"/>
            <p:cNvSpPr/>
            <p:nvPr/>
          </p:nvSpPr>
          <p:spPr>
            <a:xfrm>
              <a:off x="1094525" y="1997475"/>
              <a:ext cx="357500" cy="893725"/>
            </a:xfrm>
            <a:custGeom>
              <a:avLst/>
              <a:gdLst/>
              <a:ahLst/>
              <a:cxnLst/>
              <a:rect l="l" t="t" r="r" b="b"/>
              <a:pathLst>
                <a:path w="14300" h="35749" extrusionOk="0">
                  <a:moveTo>
                    <a:pt x="7343" y="0"/>
                  </a:moveTo>
                  <a:lnTo>
                    <a:pt x="6982" y="24"/>
                  </a:lnTo>
                  <a:lnTo>
                    <a:pt x="6620" y="72"/>
                  </a:lnTo>
                  <a:lnTo>
                    <a:pt x="6259" y="144"/>
                  </a:lnTo>
                  <a:lnTo>
                    <a:pt x="5922" y="217"/>
                  </a:lnTo>
                  <a:lnTo>
                    <a:pt x="5561" y="313"/>
                  </a:lnTo>
                  <a:lnTo>
                    <a:pt x="5224" y="433"/>
                  </a:lnTo>
                  <a:lnTo>
                    <a:pt x="4863" y="554"/>
                  </a:lnTo>
                  <a:lnTo>
                    <a:pt x="4526" y="698"/>
                  </a:lnTo>
                  <a:lnTo>
                    <a:pt x="4213" y="843"/>
                  </a:lnTo>
                  <a:lnTo>
                    <a:pt x="3876" y="1011"/>
                  </a:lnTo>
                  <a:lnTo>
                    <a:pt x="3563" y="1204"/>
                  </a:lnTo>
                  <a:lnTo>
                    <a:pt x="3250" y="1396"/>
                  </a:lnTo>
                  <a:lnTo>
                    <a:pt x="2937" y="1613"/>
                  </a:lnTo>
                  <a:lnTo>
                    <a:pt x="2648" y="1830"/>
                  </a:lnTo>
                  <a:lnTo>
                    <a:pt x="2359" y="2070"/>
                  </a:lnTo>
                  <a:lnTo>
                    <a:pt x="2095" y="2311"/>
                  </a:lnTo>
                  <a:lnTo>
                    <a:pt x="1830" y="2576"/>
                  </a:lnTo>
                  <a:lnTo>
                    <a:pt x="1589" y="2841"/>
                  </a:lnTo>
                  <a:lnTo>
                    <a:pt x="1348" y="3105"/>
                  </a:lnTo>
                  <a:lnTo>
                    <a:pt x="1132" y="3394"/>
                  </a:lnTo>
                  <a:lnTo>
                    <a:pt x="939" y="3683"/>
                  </a:lnTo>
                  <a:lnTo>
                    <a:pt x="747" y="3972"/>
                  </a:lnTo>
                  <a:lnTo>
                    <a:pt x="554" y="4285"/>
                  </a:lnTo>
                  <a:lnTo>
                    <a:pt x="410" y="4598"/>
                  </a:lnTo>
                  <a:lnTo>
                    <a:pt x="265" y="4935"/>
                  </a:lnTo>
                  <a:lnTo>
                    <a:pt x="169" y="5176"/>
                  </a:lnTo>
                  <a:lnTo>
                    <a:pt x="97" y="5441"/>
                  </a:lnTo>
                  <a:lnTo>
                    <a:pt x="24" y="5705"/>
                  </a:lnTo>
                  <a:lnTo>
                    <a:pt x="0" y="5946"/>
                  </a:lnTo>
                  <a:lnTo>
                    <a:pt x="24" y="6211"/>
                  </a:lnTo>
                  <a:lnTo>
                    <a:pt x="48" y="6452"/>
                  </a:lnTo>
                  <a:lnTo>
                    <a:pt x="121" y="6716"/>
                  </a:lnTo>
                  <a:lnTo>
                    <a:pt x="241" y="6981"/>
                  </a:lnTo>
                  <a:lnTo>
                    <a:pt x="313" y="7174"/>
                  </a:lnTo>
                  <a:lnTo>
                    <a:pt x="385" y="7366"/>
                  </a:lnTo>
                  <a:lnTo>
                    <a:pt x="482" y="7727"/>
                  </a:lnTo>
                  <a:lnTo>
                    <a:pt x="602" y="8065"/>
                  </a:lnTo>
                  <a:lnTo>
                    <a:pt x="747" y="8377"/>
                  </a:lnTo>
                  <a:lnTo>
                    <a:pt x="939" y="8690"/>
                  </a:lnTo>
                  <a:lnTo>
                    <a:pt x="1108" y="9003"/>
                  </a:lnTo>
                  <a:lnTo>
                    <a:pt x="1324" y="9292"/>
                  </a:lnTo>
                  <a:lnTo>
                    <a:pt x="1758" y="9870"/>
                  </a:lnTo>
                  <a:lnTo>
                    <a:pt x="1950" y="10111"/>
                  </a:lnTo>
                  <a:lnTo>
                    <a:pt x="2167" y="10327"/>
                  </a:lnTo>
                  <a:lnTo>
                    <a:pt x="2408" y="10520"/>
                  </a:lnTo>
                  <a:lnTo>
                    <a:pt x="2672" y="10688"/>
                  </a:lnTo>
                  <a:lnTo>
                    <a:pt x="3178" y="11025"/>
                  </a:lnTo>
                  <a:lnTo>
                    <a:pt x="3708" y="11338"/>
                  </a:lnTo>
                  <a:lnTo>
                    <a:pt x="4093" y="11603"/>
                  </a:lnTo>
                  <a:lnTo>
                    <a:pt x="4285" y="11748"/>
                  </a:lnTo>
                  <a:lnTo>
                    <a:pt x="4454" y="11916"/>
                  </a:lnTo>
                  <a:lnTo>
                    <a:pt x="4622" y="12085"/>
                  </a:lnTo>
                  <a:lnTo>
                    <a:pt x="4767" y="12277"/>
                  </a:lnTo>
                  <a:lnTo>
                    <a:pt x="4887" y="12470"/>
                  </a:lnTo>
                  <a:lnTo>
                    <a:pt x="5008" y="12711"/>
                  </a:lnTo>
                  <a:lnTo>
                    <a:pt x="5056" y="12879"/>
                  </a:lnTo>
                  <a:lnTo>
                    <a:pt x="5104" y="13072"/>
                  </a:lnTo>
                  <a:lnTo>
                    <a:pt x="5128" y="13240"/>
                  </a:lnTo>
                  <a:lnTo>
                    <a:pt x="5152" y="13409"/>
                  </a:lnTo>
                  <a:lnTo>
                    <a:pt x="5128" y="13553"/>
                  </a:lnTo>
                  <a:lnTo>
                    <a:pt x="5128" y="13722"/>
                  </a:lnTo>
                  <a:lnTo>
                    <a:pt x="5032" y="14011"/>
                  </a:lnTo>
                  <a:lnTo>
                    <a:pt x="4911" y="14299"/>
                  </a:lnTo>
                  <a:lnTo>
                    <a:pt x="4743" y="14564"/>
                  </a:lnTo>
                  <a:lnTo>
                    <a:pt x="4526" y="14829"/>
                  </a:lnTo>
                  <a:lnTo>
                    <a:pt x="4285" y="15094"/>
                  </a:lnTo>
                  <a:lnTo>
                    <a:pt x="3419" y="15864"/>
                  </a:lnTo>
                  <a:lnTo>
                    <a:pt x="2600" y="16635"/>
                  </a:lnTo>
                  <a:lnTo>
                    <a:pt x="2167" y="17020"/>
                  </a:lnTo>
                  <a:lnTo>
                    <a:pt x="1782" y="17429"/>
                  </a:lnTo>
                  <a:lnTo>
                    <a:pt x="1397" y="17862"/>
                  </a:lnTo>
                  <a:lnTo>
                    <a:pt x="1035" y="18320"/>
                  </a:lnTo>
                  <a:lnTo>
                    <a:pt x="819" y="18609"/>
                  </a:lnTo>
                  <a:lnTo>
                    <a:pt x="650" y="18921"/>
                  </a:lnTo>
                  <a:lnTo>
                    <a:pt x="530" y="19234"/>
                  </a:lnTo>
                  <a:lnTo>
                    <a:pt x="434" y="19571"/>
                  </a:lnTo>
                  <a:lnTo>
                    <a:pt x="385" y="19884"/>
                  </a:lnTo>
                  <a:lnTo>
                    <a:pt x="337" y="20221"/>
                  </a:lnTo>
                  <a:lnTo>
                    <a:pt x="361" y="20534"/>
                  </a:lnTo>
                  <a:lnTo>
                    <a:pt x="385" y="20871"/>
                  </a:lnTo>
                  <a:lnTo>
                    <a:pt x="434" y="21184"/>
                  </a:lnTo>
                  <a:lnTo>
                    <a:pt x="530" y="21497"/>
                  </a:lnTo>
                  <a:lnTo>
                    <a:pt x="626" y="21786"/>
                  </a:lnTo>
                  <a:lnTo>
                    <a:pt x="771" y="22075"/>
                  </a:lnTo>
                  <a:lnTo>
                    <a:pt x="915" y="22340"/>
                  </a:lnTo>
                  <a:lnTo>
                    <a:pt x="1084" y="22581"/>
                  </a:lnTo>
                  <a:lnTo>
                    <a:pt x="1276" y="22797"/>
                  </a:lnTo>
                  <a:lnTo>
                    <a:pt x="1493" y="22990"/>
                  </a:lnTo>
                  <a:lnTo>
                    <a:pt x="1854" y="23351"/>
                  </a:lnTo>
                  <a:lnTo>
                    <a:pt x="2215" y="23712"/>
                  </a:lnTo>
                  <a:lnTo>
                    <a:pt x="2552" y="24097"/>
                  </a:lnTo>
                  <a:lnTo>
                    <a:pt x="2865" y="24506"/>
                  </a:lnTo>
                  <a:lnTo>
                    <a:pt x="3467" y="25325"/>
                  </a:lnTo>
                  <a:lnTo>
                    <a:pt x="4045" y="26167"/>
                  </a:lnTo>
                  <a:lnTo>
                    <a:pt x="4213" y="26408"/>
                  </a:lnTo>
                  <a:lnTo>
                    <a:pt x="4382" y="26697"/>
                  </a:lnTo>
                  <a:lnTo>
                    <a:pt x="4526" y="26962"/>
                  </a:lnTo>
                  <a:lnTo>
                    <a:pt x="4574" y="27130"/>
                  </a:lnTo>
                  <a:lnTo>
                    <a:pt x="4598" y="27275"/>
                  </a:lnTo>
                  <a:lnTo>
                    <a:pt x="4671" y="27829"/>
                  </a:lnTo>
                  <a:lnTo>
                    <a:pt x="4743" y="28358"/>
                  </a:lnTo>
                  <a:lnTo>
                    <a:pt x="4791" y="28912"/>
                  </a:lnTo>
                  <a:lnTo>
                    <a:pt x="4791" y="29466"/>
                  </a:lnTo>
                  <a:lnTo>
                    <a:pt x="4767" y="30067"/>
                  </a:lnTo>
                  <a:lnTo>
                    <a:pt x="4767" y="30645"/>
                  </a:lnTo>
                  <a:lnTo>
                    <a:pt x="4767" y="31223"/>
                  </a:lnTo>
                  <a:lnTo>
                    <a:pt x="4815" y="31801"/>
                  </a:lnTo>
                  <a:lnTo>
                    <a:pt x="4887" y="32378"/>
                  </a:lnTo>
                  <a:lnTo>
                    <a:pt x="4983" y="32932"/>
                  </a:lnTo>
                  <a:lnTo>
                    <a:pt x="5128" y="33510"/>
                  </a:lnTo>
                  <a:lnTo>
                    <a:pt x="5296" y="34063"/>
                  </a:lnTo>
                  <a:lnTo>
                    <a:pt x="5369" y="34232"/>
                  </a:lnTo>
                  <a:lnTo>
                    <a:pt x="5465" y="34401"/>
                  </a:lnTo>
                  <a:lnTo>
                    <a:pt x="5561" y="34545"/>
                  </a:lnTo>
                  <a:lnTo>
                    <a:pt x="5706" y="34713"/>
                  </a:lnTo>
                  <a:lnTo>
                    <a:pt x="5995" y="35002"/>
                  </a:lnTo>
                  <a:lnTo>
                    <a:pt x="6332" y="35267"/>
                  </a:lnTo>
                  <a:lnTo>
                    <a:pt x="6693" y="35484"/>
                  </a:lnTo>
                  <a:lnTo>
                    <a:pt x="6861" y="35580"/>
                  </a:lnTo>
                  <a:lnTo>
                    <a:pt x="7054" y="35652"/>
                  </a:lnTo>
                  <a:lnTo>
                    <a:pt x="7246" y="35700"/>
                  </a:lnTo>
                  <a:lnTo>
                    <a:pt x="7439" y="35725"/>
                  </a:lnTo>
                  <a:lnTo>
                    <a:pt x="7607" y="35749"/>
                  </a:lnTo>
                  <a:lnTo>
                    <a:pt x="7776" y="35725"/>
                  </a:lnTo>
                  <a:lnTo>
                    <a:pt x="8354" y="35628"/>
                  </a:lnTo>
                  <a:lnTo>
                    <a:pt x="8883" y="35484"/>
                  </a:lnTo>
                  <a:lnTo>
                    <a:pt x="9413" y="35291"/>
                  </a:lnTo>
                  <a:lnTo>
                    <a:pt x="9894" y="35050"/>
                  </a:lnTo>
                  <a:lnTo>
                    <a:pt x="10376" y="34786"/>
                  </a:lnTo>
                  <a:lnTo>
                    <a:pt x="10809" y="34449"/>
                  </a:lnTo>
                  <a:lnTo>
                    <a:pt x="11218" y="34063"/>
                  </a:lnTo>
                  <a:lnTo>
                    <a:pt x="11604" y="33654"/>
                  </a:lnTo>
                  <a:lnTo>
                    <a:pt x="11772" y="33414"/>
                  </a:lnTo>
                  <a:lnTo>
                    <a:pt x="11844" y="33293"/>
                  </a:lnTo>
                  <a:lnTo>
                    <a:pt x="11917" y="33149"/>
                  </a:lnTo>
                  <a:lnTo>
                    <a:pt x="11965" y="33004"/>
                  </a:lnTo>
                  <a:lnTo>
                    <a:pt x="11989" y="32836"/>
                  </a:lnTo>
                  <a:lnTo>
                    <a:pt x="12013" y="32499"/>
                  </a:lnTo>
                  <a:lnTo>
                    <a:pt x="12037" y="31849"/>
                  </a:lnTo>
                  <a:lnTo>
                    <a:pt x="12013" y="31247"/>
                  </a:lnTo>
                  <a:lnTo>
                    <a:pt x="11941" y="30693"/>
                  </a:lnTo>
                  <a:lnTo>
                    <a:pt x="11844" y="30164"/>
                  </a:lnTo>
                  <a:lnTo>
                    <a:pt x="11700" y="29634"/>
                  </a:lnTo>
                  <a:lnTo>
                    <a:pt x="11507" y="29104"/>
                  </a:lnTo>
                  <a:lnTo>
                    <a:pt x="11291" y="28551"/>
                  </a:lnTo>
                  <a:lnTo>
                    <a:pt x="11026" y="27949"/>
                  </a:lnTo>
                  <a:lnTo>
                    <a:pt x="10881" y="27636"/>
                  </a:lnTo>
                  <a:lnTo>
                    <a:pt x="10761" y="27323"/>
                  </a:lnTo>
                  <a:lnTo>
                    <a:pt x="10665" y="27034"/>
                  </a:lnTo>
                  <a:lnTo>
                    <a:pt x="10593" y="26721"/>
                  </a:lnTo>
                  <a:lnTo>
                    <a:pt x="10544" y="26432"/>
                  </a:lnTo>
                  <a:lnTo>
                    <a:pt x="10520" y="26143"/>
                  </a:lnTo>
                  <a:lnTo>
                    <a:pt x="10496" y="25855"/>
                  </a:lnTo>
                  <a:lnTo>
                    <a:pt x="10496" y="25566"/>
                  </a:lnTo>
                  <a:lnTo>
                    <a:pt x="10544" y="25277"/>
                  </a:lnTo>
                  <a:lnTo>
                    <a:pt x="10593" y="24988"/>
                  </a:lnTo>
                  <a:lnTo>
                    <a:pt x="10665" y="24723"/>
                  </a:lnTo>
                  <a:lnTo>
                    <a:pt x="10761" y="24434"/>
                  </a:lnTo>
                  <a:lnTo>
                    <a:pt x="10906" y="24169"/>
                  </a:lnTo>
                  <a:lnTo>
                    <a:pt x="11050" y="23881"/>
                  </a:lnTo>
                  <a:lnTo>
                    <a:pt x="11218" y="23616"/>
                  </a:lnTo>
                  <a:lnTo>
                    <a:pt x="11435" y="23351"/>
                  </a:lnTo>
                  <a:lnTo>
                    <a:pt x="12326" y="22220"/>
                  </a:lnTo>
                  <a:lnTo>
                    <a:pt x="13168" y="21064"/>
                  </a:lnTo>
                  <a:lnTo>
                    <a:pt x="13505" y="20607"/>
                  </a:lnTo>
                  <a:lnTo>
                    <a:pt x="13794" y="20149"/>
                  </a:lnTo>
                  <a:lnTo>
                    <a:pt x="13939" y="19908"/>
                  </a:lnTo>
                  <a:lnTo>
                    <a:pt x="14059" y="19668"/>
                  </a:lnTo>
                  <a:lnTo>
                    <a:pt x="14155" y="19403"/>
                  </a:lnTo>
                  <a:lnTo>
                    <a:pt x="14228" y="19138"/>
                  </a:lnTo>
                  <a:lnTo>
                    <a:pt x="14276" y="18777"/>
                  </a:lnTo>
                  <a:lnTo>
                    <a:pt x="14300" y="18416"/>
                  </a:lnTo>
                  <a:lnTo>
                    <a:pt x="14300" y="18055"/>
                  </a:lnTo>
                  <a:lnTo>
                    <a:pt x="14252" y="17694"/>
                  </a:lnTo>
                  <a:lnTo>
                    <a:pt x="14179" y="17357"/>
                  </a:lnTo>
                  <a:lnTo>
                    <a:pt x="14083" y="16996"/>
                  </a:lnTo>
                  <a:lnTo>
                    <a:pt x="13963" y="16659"/>
                  </a:lnTo>
                  <a:lnTo>
                    <a:pt x="13818" y="16322"/>
                  </a:lnTo>
                  <a:lnTo>
                    <a:pt x="13650" y="15985"/>
                  </a:lnTo>
                  <a:lnTo>
                    <a:pt x="13433" y="15672"/>
                  </a:lnTo>
                  <a:lnTo>
                    <a:pt x="13192" y="15383"/>
                  </a:lnTo>
                  <a:lnTo>
                    <a:pt x="12952" y="15118"/>
                  </a:lnTo>
                  <a:lnTo>
                    <a:pt x="12398" y="14588"/>
                  </a:lnTo>
                  <a:lnTo>
                    <a:pt x="11868" y="14083"/>
                  </a:lnTo>
                  <a:lnTo>
                    <a:pt x="11676" y="13914"/>
                  </a:lnTo>
                  <a:lnTo>
                    <a:pt x="11507" y="13722"/>
                  </a:lnTo>
                  <a:lnTo>
                    <a:pt x="11363" y="13529"/>
                  </a:lnTo>
                  <a:lnTo>
                    <a:pt x="11267" y="13288"/>
                  </a:lnTo>
                  <a:lnTo>
                    <a:pt x="11074" y="12783"/>
                  </a:lnTo>
                  <a:lnTo>
                    <a:pt x="10930" y="12277"/>
                  </a:lnTo>
                  <a:lnTo>
                    <a:pt x="10833" y="11796"/>
                  </a:lnTo>
                  <a:lnTo>
                    <a:pt x="10809" y="11290"/>
                  </a:lnTo>
                  <a:lnTo>
                    <a:pt x="10809" y="11025"/>
                  </a:lnTo>
                  <a:lnTo>
                    <a:pt x="10833" y="10785"/>
                  </a:lnTo>
                  <a:lnTo>
                    <a:pt x="10857" y="10520"/>
                  </a:lnTo>
                  <a:lnTo>
                    <a:pt x="10930" y="10279"/>
                  </a:lnTo>
                  <a:lnTo>
                    <a:pt x="11002" y="10038"/>
                  </a:lnTo>
                  <a:lnTo>
                    <a:pt x="11074" y="9774"/>
                  </a:lnTo>
                  <a:lnTo>
                    <a:pt x="11194" y="9533"/>
                  </a:lnTo>
                  <a:lnTo>
                    <a:pt x="11315" y="9268"/>
                  </a:lnTo>
                  <a:lnTo>
                    <a:pt x="11652" y="8618"/>
                  </a:lnTo>
                  <a:lnTo>
                    <a:pt x="11820" y="8281"/>
                  </a:lnTo>
                  <a:lnTo>
                    <a:pt x="11965" y="7944"/>
                  </a:lnTo>
                  <a:lnTo>
                    <a:pt x="12109" y="7583"/>
                  </a:lnTo>
                  <a:lnTo>
                    <a:pt x="12230" y="7222"/>
                  </a:lnTo>
                  <a:lnTo>
                    <a:pt x="12302" y="6861"/>
                  </a:lnTo>
                  <a:lnTo>
                    <a:pt x="12350" y="6476"/>
                  </a:lnTo>
                  <a:lnTo>
                    <a:pt x="12398" y="5994"/>
                  </a:lnTo>
                  <a:lnTo>
                    <a:pt x="12398" y="5489"/>
                  </a:lnTo>
                  <a:lnTo>
                    <a:pt x="12374" y="5007"/>
                  </a:lnTo>
                  <a:lnTo>
                    <a:pt x="12326" y="4502"/>
                  </a:lnTo>
                  <a:lnTo>
                    <a:pt x="12254" y="4020"/>
                  </a:lnTo>
                  <a:lnTo>
                    <a:pt x="12157" y="3539"/>
                  </a:lnTo>
                  <a:lnTo>
                    <a:pt x="12037" y="3057"/>
                  </a:lnTo>
                  <a:lnTo>
                    <a:pt x="11917" y="2576"/>
                  </a:lnTo>
                  <a:lnTo>
                    <a:pt x="11772" y="2167"/>
                  </a:lnTo>
                  <a:lnTo>
                    <a:pt x="11580" y="1781"/>
                  </a:lnTo>
                  <a:lnTo>
                    <a:pt x="11363" y="1444"/>
                  </a:lnTo>
                  <a:lnTo>
                    <a:pt x="11098" y="1156"/>
                  </a:lnTo>
                  <a:lnTo>
                    <a:pt x="10833" y="891"/>
                  </a:lnTo>
                  <a:lnTo>
                    <a:pt x="10520" y="698"/>
                  </a:lnTo>
                  <a:lnTo>
                    <a:pt x="10183" y="506"/>
                  </a:lnTo>
                  <a:lnTo>
                    <a:pt x="9822" y="361"/>
                  </a:lnTo>
                  <a:lnTo>
                    <a:pt x="9485" y="241"/>
                  </a:lnTo>
                  <a:lnTo>
                    <a:pt x="9124" y="169"/>
                  </a:lnTo>
                  <a:lnTo>
                    <a:pt x="8787" y="96"/>
                  </a:lnTo>
                  <a:lnTo>
                    <a:pt x="8426" y="48"/>
                  </a:lnTo>
                  <a:lnTo>
                    <a:pt x="806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2" name="Google Shape;13412;p31"/>
            <p:cNvSpPr/>
            <p:nvPr/>
          </p:nvSpPr>
          <p:spPr>
            <a:xfrm>
              <a:off x="1157700" y="2029950"/>
              <a:ext cx="235350" cy="827550"/>
            </a:xfrm>
            <a:custGeom>
              <a:avLst/>
              <a:gdLst/>
              <a:ahLst/>
              <a:cxnLst/>
              <a:rect l="l" t="t" r="r" b="b"/>
              <a:pathLst>
                <a:path w="9414" h="33102" extrusionOk="0">
                  <a:moveTo>
                    <a:pt x="5177" y="1"/>
                  </a:moveTo>
                  <a:lnTo>
                    <a:pt x="4816" y="25"/>
                  </a:lnTo>
                  <a:lnTo>
                    <a:pt x="4455" y="73"/>
                  </a:lnTo>
                  <a:lnTo>
                    <a:pt x="4069" y="121"/>
                  </a:lnTo>
                  <a:lnTo>
                    <a:pt x="3684" y="218"/>
                  </a:lnTo>
                  <a:lnTo>
                    <a:pt x="3299" y="314"/>
                  </a:lnTo>
                  <a:lnTo>
                    <a:pt x="2938" y="458"/>
                  </a:lnTo>
                  <a:lnTo>
                    <a:pt x="2577" y="603"/>
                  </a:lnTo>
                  <a:lnTo>
                    <a:pt x="2216" y="771"/>
                  </a:lnTo>
                  <a:lnTo>
                    <a:pt x="1903" y="940"/>
                  </a:lnTo>
                  <a:lnTo>
                    <a:pt x="1614" y="1132"/>
                  </a:lnTo>
                  <a:lnTo>
                    <a:pt x="1349" y="1349"/>
                  </a:lnTo>
                  <a:lnTo>
                    <a:pt x="1132" y="1566"/>
                  </a:lnTo>
                  <a:lnTo>
                    <a:pt x="964" y="1782"/>
                  </a:lnTo>
                  <a:lnTo>
                    <a:pt x="723" y="2192"/>
                  </a:lnTo>
                  <a:lnTo>
                    <a:pt x="434" y="2601"/>
                  </a:lnTo>
                  <a:lnTo>
                    <a:pt x="314" y="2793"/>
                  </a:lnTo>
                  <a:lnTo>
                    <a:pt x="218" y="3010"/>
                  </a:lnTo>
                  <a:lnTo>
                    <a:pt x="121" y="3203"/>
                  </a:lnTo>
                  <a:lnTo>
                    <a:pt x="73" y="3419"/>
                  </a:lnTo>
                  <a:lnTo>
                    <a:pt x="25" y="3660"/>
                  </a:lnTo>
                  <a:lnTo>
                    <a:pt x="1" y="3877"/>
                  </a:lnTo>
                  <a:lnTo>
                    <a:pt x="25" y="4093"/>
                  </a:lnTo>
                  <a:lnTo>
                    <a:pt x="25" y="4334"/>
                  </a:lnTo>
                  <a:lnTo>
                    <a:pt x="97" y="4840"/>
                  </a:lnTo>
                  <a:lnTo>
                    <a:pt x="145" y="5321"/>
                  </a:lnTo>
                  <a:lnTo>
                    <a:pt x="194" y="5682"/>
                  </a:lnTo>
                  <a:lnTo>
                    <a:pt x="242" y="6019"/>
                  </a:lnTo>
                  <a:lnTo>
                    <a:pt x="314" y="6356"/>
                  </a:lnTo>
                  <a:lnTo>
                    <a:pt x="434" y="6693"/>
                  </a:lnTo>
                  <a:lnTo>
                    <a:pt x="555" y="7006"/>
                  </a:lnTo>
                  <a:lnTo>
                    <a:pt x="699" y="7319"/>
                  </a:lnTo>
                  <a:lnTo>
                    <a:pt x="868" y="7632"/>
                  </a:lnTo>
                  <a:lnTo>
                    <a:pt x="1060" y="7945"/>
                  </a:lnTo>
                  <a:lnTo>
                    <a:pt x="1205" y="8138"/>
                  </a:lnTo>
                  <a:lnTo>
                    <a:pt x="1373" y="8306"/>
                  </a:lnTo>
                  <a:lnTo>
                    <a:pt x="1710" y="8643"/>
                  </a:lnTo>
                  <a:lnTo>
                    <a:pt x="2047" y="9004"/>
                  </a:lnTo>
                  <a:lnTo>
                    <a:pt x="2216" y="9173"/>
                  </a:lnTo>
                  <a:lnTo>
                    <a:pt x="2360" y="9389"/>
                  </a:lnTo>
                  <a:lnTo>
                    <a:pt x="2577" y="9678"/>
                  </a:lnTo>
                  <a:lnTo>
                    <a:pt x="2818" y="9967"/>
                  </a:lnTo>
                  <a:lnTo>
                    <a:pt x="3058" y="10256"/>
                  </a:lnTo>
                  <a:lnTo>
                    <a:pt x="3275" y="10569"/>
                  </a:lnTo>
                  <a:lnTo>
                    <a:pt x="3419" y="10786"/>
                  </a:lnTo>
                  <a:lnTo>
                    <a:pt x="3540" y="11026"/>
                  </a:lnTo>
                  <a:lnTo>
                    <a:pt x="3636" y="11267"/>
                  </a:lnTo>
                  <a:lnTo>
                    <a:pt x="3708" y="11508"/>
                  </a:lnTo>
                  <a:lnTo>
                    <a:pt x="3756" y="11749"/>
                  </a:lnTo>
                  <a:lnTo>
                    <a:pt x="3805" y="11989"/>
                  </a:lnTo>
                  <a:lnTo>
                    <a:pt x="3829" y="12230"/>
                  </a:lnTo>
                  <a:lnTo>
                    <a:pt x="3853" y="12471"/>
                  </a:lnTo>
                  <a:lnTo>
                    <a:pt x="3829" y="12952"/>
                  </a:lnTo>
                  <a:lnTo>
                    <a:pt x="3756" y="13434"/>
                  </a:lnTo>
                  <a:lnTo>
                    <a:pt x="3636" y="13915"/>
                  </a:lnTo>
                  <a:lnTo>
                    <a:pt x="3492" y="14421"/>
                  </a:lnTo>
                  <a:lnTo>
                    <a:pt x="3443" y="14541"/>
                  </a:lnTo>
                  <a:lnTo>
                    <a:pt x="3371" y="14637"/>
                  </a:lnTo>
                  <a:lnTo>
                    <a:pt x="3299" y="14710"/>
                  </a:lnTo>
                  <a:lnTo>
                    <a:pt x="3203" y="14782"/>
                  </a:lnTo>
                  <a:lnTo>
                    <a:pt x="2914" y="15023"/>
                  </a:lnTo>
                  <a:lnTo>
                    <a:pt x="2649" y="15239"/>
                  </a:lnTo>
                  <a:lnTo>
                    <a:pt x="2144" y="15745"/>
                  </a:lnTo>
                  <a:lnTo>
                    <a:pt x="1686" y="16274"/>
                  </a:lnTo>
                  <a:lnTo>
                    <a:pt x="1205" y="16804"/>
                  </a:lnTo>
                  <a:lnTo>
                    <a:pt x="1084" y="16948"/>
                  </a:lnTo>
                  <a:lnTo>
                    <a:pt x="988" y="17117"/>
                  </a:lnTo>
                  <a:lnTo>
                    <a:pt x="916" y="17285"/>
                  </a:lnTo>
                  <a:lnTo>
                    <a:pt x="844" y="17454"/>
                  </a:lnTo>
                  <a:lnTo>
                    <a:pt x="771" y="17743"/>
                  </a:lnTo>
                  <a:lnTo>
                    <a:pt x="723" y="18032"/>
                  </a:lnTo>
                  <a:lnTo>
                    <a:pt x="699" y="18321"/>
                  </a:lnTo>
                  <a:lnTo>
                    <a:pt x="699" y="18609"/>
                  </a:lnTo>
                  <a:lnTo>
                    <a:pt x="699" y="18874"/>
                  </a:lnTo>
                  <a:lnTo>
                    <a:pt x="723" y="19139"/>
                  </a:lnTo>
                  <a:lnTo>
                    <a:pt x="771" y="19404"/>
                  </a:lnTo>
                  <a:lnTo>
                    <a:pt x="819" y="19669"/>
                  </a:lnTo>
                  <a:lnTo>
                    <a:pt x="892" y="19934"/>
                  </a:lnTo>
                  <a:lnTo>
                    <a:pt x="988" y="20198"/>
                  </a:lnTo>
                  <a:lnTo>
                    <a:pt x="1084" y="20439"/>
                  </a:lnTo>
                  <a:lnTo>
                    <a:pt x="1205" y="20680"/>
                  </a:lnTo>
                  <a:lnTo>
                    <a:pt x="1349" y="20921"/>
                  </a:lnTo>
                  <a:lnTo>
                    <a:pt x="1518" y="21161"/>
                  </a:lnTo>
                  <a:lnTo>
                    <a:pt x="1855" y="21619"/>
                  </a:lnTo>
                  <a:lnTo>
                    <a:pt x="2071" y="21883"/>
                  </a:lnTo>
                  <a:lnTo>
                    <a:pt x="2264" y="22172"/>
                  </a:lnTo>
                  <a:lnTo>
                    <a:pt x="2456" y="22461"/>
                  </a:lnTo>
                  <a:lnTo>
                    <a:pt x="2601" y="22774"/>
                  </a:lnTo>
                  <a:lnTo>
                    <a:pt x="2745" y="23087"/>
                  </a:lnTo>
                  <a:lnTo>
                    <a:pt x="2866" y="23400"/>
                  </a:lnTo>
                  <a:lnTo>
                    <a:pt x="2962" y="23713"/>
                  </a:lnTo>
                  <a:lnTo>
                    <a:pt x="3058" y="24050"/>
                  </a:lnTo>
                  <a:lnTo>
                    <a:pt x="3275" y="24917"/>
                  </a:lnTo>
                  <a:lnTo>
                    <a:pt x="3492" y="25807"/>
                  </a:lnTo>
                  <a:lnTo>
                    <a:pt x="3636" y="26698"/>
                  </a:lnTo>
                  <a:lnTo>
                    <a:pt x="3708" y="27155"/>
                  </a:lnTo>
                  <a:lnTo>
                    <a:pt x="3756" y="27589"/>
                  </a:lnTo>
                  <a:lnTo>
                    <a:pt x="3781" y="27781"/>
                  </a:lnTo>
                  <a:lnTo>
                    <a:pt x="3781" y="27950"/>
                  </a:lnTo>
                  <a:lnTo>
                    <a:pt x="3756" y="28118"/>
                  </a:lnTo>
                  <a:lnTo>
                    <a:pt x="3684" y="28287"/>
                  </a:lnTo>
                  <a:lnTo>
                    <a:pt x="3540" y="28624"/>
                  </a:lnTo>
                  <a:lnTo>
                    <a:pt x="3395" y="28961"/>
                  </a:lnTo>
                  <a:lnTo>
                    <a:pt x="3299" y="29322"/>
                  </a:lnTo>
                  <a:lnTo>
                    <a:pt x="3227" y="29659"/>
                  </a:lnTo>
                  <a:lnTo>
                    <a:pt x="3179" y="30020"/>
                  </a:lnTo>
                  <a:lnTo>
                    <a:pt x="3179" y="30381"/>
                  </a:lnTo>
                  <a:lnTo>
                    <a:pt x="3203" y="30766"/>
                  </a:lnTo>
                  <a:lnTo>
                    <a:pt x="3251" y="31152"/>
                  </a:lnTo>
                  <a:lnTo>
                    <a:pt x="3323" y="31440"/>
                  </a:lnTo>
                  <a:lnTo>
                    <a:pt x="3443" y="31729"/>
                  </a:lnTo>
                  <a:lnTo>
                    <a:pt x="3588" y="31994"/>
                  </a:lnTo>
                  <a:lnTo>
                    <a:pt x="3756" y="32235"/>
                  </a:lnTo>
                  <a:lnTo>
                    <a:pt x="3949" y="32452"/>
                  </a:lnTo>
                  <a:lnTo>
                    <a:pt x="4166" y="32620"/>
                  </a:lnTo>
                  <a:lnTo>
                    <a:pt x="4406" y="32789"/>
                  </a:lnTo>
                  <a:lnTo>
                    <a:pt x="4647" y="32909"/>
                  </a:lnTo>
                  <a:lnTo>
                    <a:pt x="4912" y="33005"/>
                  </a:lnTo>
                  <a:lnTo>
                    <a:pt x="5177" y="33053"/>
                  </a:lnTo>
                  <a:lnTo>
                    <a:pt x="5466" y="33102"/>
                  </a:lnTo>
                  <a:lnTo>
                    <a:pt x="5730" y="33077"/>
                  </a:lnTo>
                  <a:lnTo>
                    <a:pt x="5995" y="33029"/>
                  </a:lnTo>
                  <a:lnTo>
                    <a:pt x="6284" y="32957"/>
                  </a:lnTo>
                  <a:lnTo>
                    <a:pt x="6549" y="32813"/>
                  </a:lnTo>
                  <a:lnTo>
                    <a:pt x="6790" y="32644"/>
                  </a:lnTo>
                  <a:lnTo>
                    <a:pt x="7079" y="32403"/>
                  </a:lnTo>
                  <a:lnTo>
                    <a:pt x="7319" y="32163"/>
                  </a:lnTo>
                  <a:lnTo>
                    <a:pt x="7560" y="31874"/>
                  </a:lnTo>
                  <a:lnTo>
                    <a:pt x="7753" y="31585"/>
                  </a:lnTo>
                  <a:lnTo>
                    <a:pt x="7945" y="31296"/>
                  </a:lnTo>
                  <a:lnTo>
                    <a:pt x="8090" y="30959"/>
                  </a:lnTo>
                  <a:lnTo>
                    <a:pt x="8210" y="30622"/>
                  </a:lnTo>
                  <a:lnTo>
                    <a:pt x="8306" y="30261"/>
                  </a:lnTo>
                  <a:lnTo>
                    <a:pt x="8354" y="29948"/>
                  </a:lnTo>
                  <a:lnTo>
                    <a:pt x="8354" y="29779"/>
                  </a:lnTo>
                  <a:lnTo>
                    <a:pt x="8354" y="29611"/>
                  </a:lnTo>
                  <a:lnTo>
                    <a:pt x="8330" y="29466"/>
                  </a:lnTo>
                  <a:lnTo>
                    <a:pt x="8282" y="29298"/>
                  </a:lnTo>
                  <a:lnTo>
                    <a:pt x="8210" y="29154"/>
                  </a:lnTo>
                  <a:lnTo>
                    <a:pt x="8114" y="29009"/>
                  </a:lnTo>
                  <a:lnTo>
                    <a:pt x="7969" y="28816"/>
                  </a:lnTo>
                  <a:lnTo>
                    <a:pt x="7849" y="28600"/>
                  </a:lnTo>
                  <a:lnTo>
                    <a:pt x="7584" y="28167"/>
                  </a:lnTo>
                  <a:lnTo>
                    <a:pt x="7343" y="27733"/>
                  </a:lnTo>
                  <a:lnTo>
                    <a:pt x="7199" y="27517"/>
                  </a:lnTo>
                  <a:lnTo>
                    <a:pt x="7054" y="27324"/>
                  </a:lnTo>
                  <a:lnTo>
                    <a:pt x="6910" y="27107"/>
                  </a:lnTo>
                  <a:lnTo>
                    <a:pt x="6766" y="26891"/>
                  </a:lnTo>
                  <a:lnTo>
                    <a:pt x="6669" y="26650"/>
                  </a:lnTo>
                  <a:lnTo>
                    <a:pt x="6597" y="26433"/>
                  </a:lnTo>
                  <a:lnTo>
                    <a:pt x="6549" y="26193"/>
                  </a:lnTo>
                  <a:lnTo>
                    <a:pt x="6525" y="25928"/>
                  </a:lnTo>
                  <a:lnTo>
                    <a:pt x="6525" y="25687"/>
                  </a:lnTo>
                  <a:lnTo>
                    <a:pt x="6549" y="25422"/>
                  </a:lnTo>
                  <a:lnTo>
                    <a:pt x="6573" y="25206"/>
                  </a:lnTo>
                  <a:lnTo>
                    <a:pt x="6573" y="24989"/>
                  </a:lnTo>
                  <a:lnTo>
                    <a:pt x="6549" y="24796"/>
                  </a:lnTo>
                  <a:lnTo>
                    <a:pt x="6525" y="24580"/>
                  </a:lnTo>
                  <a:lnTo>
                    <a:pt x="6477" y="24339"/>
                  </a:lnTo>
                  <a:lnTo>
                    <a:pt x="6453" y="24074"/>
                  </a:lnTo>
                  <a:lnTo>
                    <a:pt x="6453" y="23833"/>
                  </a:lnTo>
                  <a:lnTo>
                    <a:pt x="6453" y="23593"/>
                  </a:lnTo>
                  <a:lnTo>
                    <a:pt x="6477" y="23376"/>
                  </a:lnTo>
                  <a:lnTo>
                    <a:pt x="6525" y="23135"/>
                  </a:lnTo>
                  <a:lnTo>
                    <a:pt x="6621" y="22678"/>
                  </a:lnTo>
                  <a:lnTo>
                    <a:pt x="6790" y="22269"/>
                  </a:lnTo>
                  <a:lnTo>
                    <a:pt x="7006" y="21835"/>
                  </a:lnTo>
                  <a:lnTo>
                    <a:pt x="7271" y="21450"/>
                  </a:lnTo>
                  <a:lnTo>
                    <a:pt x="7560" y="21065"/>
                  </a:lnTo>
                  <a:lnTo>
                    <a:pt x="7849" y="20680"/>
                  </a:lnTo>
                  <a:lnTo>
                    <a:pt x="8114" y="20295"/>
                  </a:lnTo>
                  <a:lnTo>
                    <a:pt x="8354" y="19885"/>
                  </a:lnTo>
                  <a:lnTo>
                    <a:pt x="8595" y="19476"/>
                  </a:lnTo>
                  <a:lnTo>
                    <a:pt x="8788" y="19067"/>
                  </a:lnTo>
                  <a:lnTo>
                    <a:pt x="8980" y="18634"/>
                  </a:lnTo>
                  <a:lnTo>
                    <a:pt x="9125" y="18176"/>
                  </a:lnTo>
                  <a:lnTo>
                    <a:pt x="9269" y="17719"/>
                  </a:lnTo>
                  <a:lnTo>
                    <a:pt x="9341" y="17454"/>
                  </a:lnTo>
                  <a:lnTo>
                    <a:pt x="9390" y="17165"/>
                  </a:lnTo>
                  <a:lnTo>
                    <a:pt x="9414" y="16900"/>
                  </a:lnTo>
                  <a:lnTo>
                    <a:pt x="9414" y="16635"/>
                  </a:lnTo>
                  <a:lnTo>
                    <a:pt x="9366" y="16371"/>
                  </a:lnTo>
                  <a:lnTo>
                    <a:pt x="9293" y="16106"/>
                  </a:lnTo>
                  <a:lnTo>
                    <a:pt x="9197" y="15841"/>
                  </a:lnTo>
                  <a:lnTo>
                    <a:pt x="9077" y="15600"/>
                  </a:lnTo>
                  <a:lnTo>
                    <a:pt x="8619" y="14830"/>
                  </a:lnTo>
                  <a:lnTo>
                    <a:pt x="8210" y="14036"/>
                  </a:lnTo>
                  <a:lnTo>
                    <a:pt x="7825" y="13241"/>
                  </a:lnTo>
                  <a:lnTo>
                    <a:pt x="7464" y="12447"/>
                  </a:lnTo>
                  <a:lnTo>
                    <a:pt x="7271" y="11989"/>
                  </a:lnTo>
                  <a:lnTo>
                    <a:pt x="7127" y="11508"/>
                  </a:lnTo>
                  <a:lnTo>
                    <a:pt x="7054" y="11051"/>
                  </a:lnTo>
                  <a:lnTo>
                    <a:pt x="7030" y="10593"/>
                  </a:lnTo>
                  <a:lnTo>
                    <a:pt x="7030" y="10112"/>
                  </a:lnTo>
                  <a:lnTo>
                    <a:pt x="7127" y="9654"/>
                  </a:lnTo>
                  <a:lnTo>
                    <a:pt x="7247" y="9197"/>
                  </a:lnTo>
                  <a:lnTo>
                    <a:pt x="7440" y="8739"/>
                  </a:lnTo>
                  <a:lnTo>
                    <a:pt x="7704" y="8186"/>
                  </a:lnTo>
                  <a:lnTo>
                    <a:pt x="7969" y="7632"/>
                  </a:lnTo>
                  <a:lnTo>
                    <a:pt x="8114" y="7367"/>
                  </a:lnTo>
                  <a:lnTo>
                    <a:pt x="8282" y="7103"/>
                  </a:lnTo>
                  <a:lnTo>
                    <a:pt x="8451" y="6838"/>
                  </a:lnTo>
                  <a:lnTo>
                    <a:pt x="8667" y="6597"/>
                  </a:lnTo>
                  <a:lnTo>
                    <a:pt x="8691" y="6525"/>
                  </a:lnTo>
                  <a:lnTo>
                    <a:pt x="8740" y="6453"/>
                  </a:lnTo>
                  <a:lnTo>
                    <a:pt x="8788" y="6308"/>
                  </a:lnTo>
                  <a:lnTo>
                    <a:pt x="8932" y="5875"/>
                  </a:lnTo>
                  <a:lnTo>
                    <a:pt x="9028" y="5441"/>
                  </a:lnTo>
                  <a:lnTo>
                    <a:pt x="9077" y="5008"/>
                  </a:lnTo>
                  <a:lnTo>
                    <a:pt x="9077" y="4575"/>
                  </a:lnTo>
                  <a:lnTo>
                    <a:pt x="9053" y="4166"/>
                  </a:lnTo>
                  <a:lnTo>
                    <a:pt x="8980" y="3732"/>
                  </a:lnTo>
                  <a:lnTo>
                    <a:pt x="8884" y="3299"/>
                  </a:lnTo>
                  <a:lnTo>
                    <a:pt x="8764" y="2890"/>
                  </a:lnTo>
                  <a:lnTo>
                    <a:pt x="8595" y="2456"/>
                  </a:lnTo>
                  <a:lnTo>
                    <a:pt x="8403" y="2023"/>
                  </a:lnTo>
                  <a:lnTo>
                    <a:pt x="8138" y="1638"/>
                  </a:lnTo>
                  <a:lnTo>
                    <a:pt x="7993" y="1445"/>
                  </a:lnTo>
                  <a:lnTo>
                    <a:pt x="7849" y="1253"/>
                  </a:lnTo>
                  <a:lnTo>
                    <a:pt x="7680" y="1084"/>
                  </a:lnTo>
                  <a:lnTo>
                    <a:pt x="7512" y="940"/>
                  </a:lnTo>
                  <a:lnTo>
                    <a:pt x="7295" y="771"/>
                  </a:lnTo>
                  <a:lnTo>
                    <a:pt x="7103" y="627"/>
                  </a:lnTo>
                  <a:lnTo>
                    <a:pt x="6862" y="482"/>
                  </a:lnTo>
                  <a:lnTo>
                    <a:pt x="6621" y="362"/>
                  </a:lnTo>
                  <a:lnTo>
                    <a:pt x="6356" y="242"/>
                  </a:lnTo>
                  <a:lnTo>
                    <a:pt x="6092" y="145"/>
                  </a:lnTo>
                  <a:lnTo>
                    <a:pt x="5803" y="73"/>
                  </a:lnTo>
                  <a:lnTo>
                    <a:pt x="5514" y="25"/>
                  </a:lnTo>
                  <a:lnTo>
                    <a:pt x="517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3" name="Google Shape;13413;p31"/>
            <p:cNvSpPr/>
            <p:nvPr/>
          </p:nvSpPr>
          <p:spPr>
            <a:xfrm>
              <a:off x="1204650" y="2410925"/>
              <a:ext cx="150500" cy="145050"/>
            </a:xfrm>
            <a:custGeom>
              <a:avLst/>
              <a:gdLst/>
              <a:ahLst/>
              <a:cxnLst/>
              <a:rect l="l" t="t" r="r" b="b"/>
              <a:pathLst>
                <a:path w="6020" h="5802" extrusionOk="0">
                  <a:moveTo>
                    <a:pt x="3130" y="289"/>
                  </a:moveTo>
                  <a:lnTo>
                    <a:pt x="3251" y="313"/>
                  </a:lnTo>
                  <a:lnTo>
                    <a:pt x="3925" y="409"/>
                  </a:lnTo>
                  <a:lnTo>
                    <a:pt x="4093" y="458"/>
                  </a:lnTo>
                  <a:lnTo>
                    <a:pt x="4238" y="506"/>
                  </a:lnTo>
                  <a:lnTo>
                    <a:pt x="4575" y="698"/>
                  </a:lnTo>
                  <a:lnTo>
                    <a:pt x="4888" y="915"/>
                  </a:lnTo>
                  <a:lnTo>
                    <a:pt x="5152" y="1156"/>
                  </a:lnTo>
                  <a:lnTo>
                    <a:pt x="5273" y="1300"/>
                  </a:lnTo>
                  <a:lnTo>
                    <a:pt x="5393" y="1469"/>
                  </a:lnTo>
                  <a:lnTo>
                    <a:pt x="5465" y="1613"/>
                  </a:lnTo>
                  <a:lnTo>
                    <a:pt x="5538" y="1758"/>
                  </a:lnTo>
                  <a:lnTo>
                    <a:pt x="5634" y="2046"/>
                  </a:lnTo>
                  <a:lnTo>
                    <a:pt x="5706" y="2456"/>
                  </a:lnTo>
                  <a:lnTo>
                    <a:pt x="5754" y="2889"/>
                  </a:lnTo>
                  <a:lnTo>
                    <a:pt x="5730" y="3130"/>
                  </a:lnTo>
                  <a:lnTo>
                    <a:pt x="5706" y="3370"/>
                  </a:lnTo>
                  <a:lnTo>
                    <a:pt x="5634" y="3611"/>
                  </a:lnTo>
                  <a:lnTo>
                    <a:pt x="5538" y="3852"/>
                  </a:lnTo>
                  <a:lnTo>
                    <a:pt x="5441" y="3996"/>
                  </a:lnTo>
                  <a:lnTo>
                    <a:pt x="5321" y="4141"/>
                  </a:lnTo>
                  <a:lnTo>
                    <a:pt x="5008" y="4454"/>
                  </a:lnTo>
                  <a:lnTo>
                    <a:pt x="4695" y="4815"/>
                  </a:lnTo>
                  <a:lnTo>
                    <a:pt x="4575" y="4959"/>
                  </a:lnTo>
                  <a:lnTo>
                    <a:pt x="4430" y="5056"/>
                  </a:lnTo>
                  <a:lnTo>
                    <a:pt x="4262" y="5152"/>
                  </a:lnTo>
                  <a:lnTo>
                    <a:pt x="4093" y="5200"/>
                  </a:lnTo>
                  <a:lnTo>
                    <a:pt x="3756" y="5320"/>
                  </a:lnTo>
                  <a:lnTo>
                    <a:pt x="3443" y="5417"/>
                  </a:lnTo>
                  <a:lnTo>
                    <a:pt x="3275" y="5465"/>
                  </a:lnTo>
                  <a:lnTo>
                    <a:pt x="3082" y="5489"/>
                  </a:lnTo>
                  <a:lnTo>
                    <a:pt x="2745" y="5489"/>
                  </a:lnTo>
                  <a:lnTo>
                    <a:pt x="2095" y="5417"/>
                  </a:lnTo>
                  <a:lnTo>
                    <a:pt x="1782" y="5344"/>
                  </a:lnTo>
                  <a:lnTo>
                    <a:pt x="1469" y="5272"/>
                  </a:lnTo>
                  <a:lnTo>
                    <a:pt x="1253" y="5200"/>
                  </a:lnTo>
                  <a:lnTo>
                    <a:pt x="1060" y="5080"/>
                  </a:lnTo>
                  <a:lnTo>
                    <a:pt x="891" y="4935"/>
                  </a:lnTo>
                  <a:lnTo>
                    <a:pt x="747" y="4743"/>
                  </a:lnTo>
                  <a:lnTo>
                    <a:pt x="578" y="4502"/>
                  </a:lnTo>
                  <a:lnTo>
                    <a:pt x="410" y="4261"/>
                  </a:lnTo>
                  <a:lnTo>
                    <a:pt x="314" y="4093"/>
                  </a:lnTo>
                  <a:lnTo>
                    <a:pt x="266" y="3900"/>
                  </a:lnTo>
                  <a:lnTo>
                    <a:pt x="217" y="3708"/>
                  </a:lnTo>
                  <a:lnTo>
                    <a:pt x="217" y="3515"/>
                  </a:lnTo>
                  <a:lnTo>
                    <a:pt x="217" y="3322"/>
                  </a:lnTo>
                  <a:lnTo>
                    <a:pt x="241" y="3106"/>
                  </a:lnTo>
                  <a:lnTo>
                    <a:pt x="338" y="2600"/>
                  </a:lnTo>
                  <a:lnTo>
                    <a:pt x="434" y="2071"/>
                  </a:lnTo>
                  <a:lnTo>
                    <a:pt x="506" y="1806"/>
                  </a:lnTo>
                  <a:lnTo>
                    <a:pt x="603" y="1565"/>
                  </a:lnTo>
                  <a:lnTo>
                    <a:pt x="723" y="1348"/>
                  </a:lnTo>
                  <a:lnTo>
                    <a:pt x="891" y="1132"/>
                  </a:lnTo>
                  <a:lnTo>
                    <a:pt x="988" y="1035"/>
                  </a:lnTo>
                  <a:lnTo>
                    <a:pt x="1060" y="1011"/>
                  </a:lnTo>
                  <a:lnTo>
                    <a:pt x="1132" y="987"/>
                  </a:lnTo>
                  <a:lnTo>
                    <a:pt x="1349" y="939"/>
                  </a:lnTo>
                  <a:lnTo>
                    <a:pt x="1590" y="891"/>
                  </a:lnTo>
                  <a:lnTo>
                    <a:pt x="1710" y="867"/>
                  </a:lnTo>
                  <a:lnTo>
                    <a:pt x="1830" y="819"/>
                  </a:lnTo>
                  <a:lnTo>
                    <a:pt x="1927" y="771"/>
                  </a:lnTo>
                  <a:lnTo>
                    <a:pt x="2047" y="698"/>
                  </a:lnTo>
                  <a:lnTo>
                    <a:pt x="2215" y="578"/>
                  </a:lnTo>
                  <a:lnTo>
                    <a:pt x="2384" y="482"/>
                  </a:lnTo>
                  <a:lnTo>
                    <a:pt x="2745" y="337"/>
                  </a:lnTo>
                  <a:lnTo>
                    <a:pt x="2865" y="313"/>
                  </a:lnTo>
                  <a:lnTo>
                    <a:pt x="2986" y="289"/>
                  </a:lnTo>
                  <a:close/>
                  <a:moveTo>
                    <a:pt x="3082" y="0"/>
                  </a:moveTo>
                  <a:lnTo>
                    <a:pt x="2817" y="24"/>
                  </a:lnTo>
                  <a:lnTo>
                    <a:pt x="2601" y="97"/>
                  </a:lnTo>
                  <a:lnTo>
                    <a:pt x="2360" y="217"/>
                  </a:lnTo>
                  <a:lnTo>
                    <a:pt x="2240" y="265"/>
                  </a:lnTo>
                  <a:lnTo>
                    <a:pt x="2119" y="313"/>
                  </a:lnTo>
                  <a:lnTo>
                    <a:pt x="1999" y="385"/>
                  </a:lnTo>
                  <a:lnTo>
                    <a:pt x="1903" y="434"/>
                  </a:lnTo>
                  <a:lnTo>
                    <a:pt x="1806" y="530"/>
                  </a:lnTo>
                  <a:lnTo>
                    <a:pt x="1686" y="578"/>
                  </a:lnTo>
                  <a:lnTo>
                    <a:pt x="1445" y="626"/>
                  </a:lnTo>
                  <a:lnTo>
                    <a:pt x="1301" y="650"/>
                  </a:lnTo>
                  <a:lnTo>
                    <a:pt x="1180" y="674"/>
                  </a:lnTo>
                  <a:lnTo>
                    <a:pt x="1108" y="698"/>
                  </a:lnTo>
                  <a:lnTo>
                    <a:pt x="1012" y="771"/>
                  </a:lnTo>
                  <a:lnTo>
                    <a:pt x="964" y="867"/>
                  </a:lnTo>
                  <a:lnTo>
                    <a:pt x="915" y="939"/>
                  </a:lnTo>
                  <a:lnTo>
                    <a:pt x="843" y="987"/>
                  </a:lnTo>
                  <a:lnTo>
                    <a:pt x="651" y="1180"/>
                  </a:lnTo>
                  <a:lnTo>
                    <a:pt x="506" y="1396"/>
                  </a:lnTo>
                  <a:lnTo>
                    <a:pt x="386" y="1637"/>
                  </a:lnTo>
                  <a:lnTo>
                    <a:pt x="290" y="1926"/>
                  </a:lnTo>
                  <a:lnTo>
                    <a:pt x="97" y="2769"/>
                  </a:lnTo>
                  <a:lnTo>
                    <a:pt x="25" y="3154"/>
                  </a:lnTo>
                  <a:lnTo>
                    <a:pt x="1" y="3322"/>
                  </a:lnTo>
                  <a:lnTo>
                    <a:pt x="1" y="3515"/>
                  </a:lnTo>
                  <a:lnTo>
                    <a:pt x="1" y="3804"/>
                  </a:lnTo>
                  <a:lnTo>
                    <a:pt x="73" y="4045"/>
                  </a:lnTo>
                  <a:lnTo>
                    <a:pt x="169" y="4285"/>
                  </a:lnTo>
                  <a:lnTo>
                    <a:pt x="290" y="4526"/>
                  </a:lnTo>
                  <a:lnTo>
                    <a:pt x="434" y="4719"/>
                  </a:lnTo>
                  <a:lnTo>
                    <a:pt x="578" y="4935"/>
                  </a:lnTo>
                  <a:lnTo>
                    <a:pt x="747" y="5152"/>
                  </a:lnTo>
                  <a:lnTo>
                    <a:pt x="867" y="5272"/>
                  </a:lnTo>
                  <a:lnTo>
                    <a:pt x="1012" y="5369"/>
                  </a:lnTo>
                  <a:lnTo>
                    <a:pt x="1156" y="5465"/>
                  </a:lnTo>
                  <a:lnTo>
                    <a:pt x="1325" y="5537"/>
                  </a:lnTo>
                  <a:lnTo>
                    <a:pt x="1686" y="5633"/>
                  </a:lnTo>
                  <a:lnTo>
                    <a:pt x="2071" y="5730"/>
                  </a:lnTo>
                  <a:lnTo>
                    <a:pt x="2456" y="5778"/>
                  </a:lnTo>
                  <a:lnTo>
                    <a:pt x="2841" y="5802"/>
                  </a:lnTo>
                  <a:lnTo>
                    <a:pt x="3034" y="5802"/>
                  </a:lnTo>
                  <a:lnTo>
                    <a:pt x="3227" y="5778"/>
                  </a:lnTo>
                  <a:lnTo>
                    <a:pt x="3395" y="5754"/>
                  </a:lnTo>
                  <a:lnTo>
                    <a:pt x="3588" y="5706"/>
                  </a:lnTo>
                  <a:lnTo>
                    <a:pt x="4286" y="5465"/>
                  </a:lnTo>
                  <a:lnTo>
                    <a:pt x="4406" y="5417"/>
                  </a:lnTo>
                  <a:lnTo>
                    <a:pt x="4551" y="5344"/>
                  </a:lnTo>
                  <a:lnTo>
                    <a:pt x="4671" y="5272"/>
                  </a:lnTo>
                  <a:lnTo>
                    <a:pt x="4767" y="5152"/>
                  </a:lnTo>
                  <a:lnTo>
                    <a:pt x="5080" y="4791"/>
                  </a:lnTo>
                  <a:lnTo>
                    <a:pt x="5225" y="4622"/>
                  </a:lnTo>
                  <a:lnTo>
                    <a:pt x="5393" y="4454"/>
                  </a:lnTo>
                  <a:lnTo>
                    <a:pt x="5538" y="4309"/>
                  </a:lnTo>
                  <a:lnTo>
                    <a:pt x="5658" y="4165"/>
                  </a:lnTo>
                  <a:lnTo>
                    <a:pt x="5754" y="4020"/>
                  </a:lnTo>
                  <a:lnTo>
                    <a:pt x="5826" y="3828"/>
                  </a:lnTo>
                  <a:lnTo>
                    <a:pt x="5923" y="3587"/>
                  </a:lnTo>
                  <a:lnTo>
                    <a:pt x="5995" y="3322"/>
                  </a:lnTo>
                  <a:lnTo>
                    <a:pt x="6019" y="3058"/>
                  </a:lnTo>
                  <a:lnTo>
                    <a:pt x="6019" y="2793"/>
                  </a:lnTo>
                  <a:lnTo>
                    <a:pt x="5971" y="2408"/>
                  </a:lnTo>
                  <a:lnTo>
                    <a:pt x="5899" y="2022"/>
                  </a:lnTo>
                  <a:lnTo>
                    <a:pt x="5851" y="1806"/>
                  </a:lnTo>
                  <a:lnTo>
                    <a:pt x="5754" y="1565"/>
                  </a:lnTo>
                  <a:lnTo>
                    <a:pt x="5586" y="1252"/>
                  </a:lnTo>
                  <a:lnTo>
                    <a:pt x="5393" y="987"/>
                  </a:lnTo>
                  <a:lnTo>
                    <a:pt x="5152" y="747"/>
                  </a:lnTo>
                  <a:lnTo>
                    <a:pt x="4864" y="530"/>
                  </a:lnTo>
                  <a:lnTo>
                    <a:pt x="4671" y="409"/>
                  </a:lnTo>
                  <a:lnTo>
                    <a:pt x="4478" y="289"/>
                  </a:lnTo>
                  <a:lnTo>
                    <a:pt x="4286" y="193"/>
                  </a:lnTo>
                  <a:lnTo>
                    <a:pt x="4069" y="145"/>
                  </a:lnTo>
                  <a:lnTo>
                    <a:pt x="3323" y="24"/>
                  </a:lnTo>
                  <a:lnTo>
                    <a:pt x="30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4" name="Google Shape;13414;p31"/>
            <p:cNvSpPr/>
            <p:nvPr/>
          </p:nvSpPr>
          <p:spPr>
            <a:xfrm>
              <a:off x="1252200" y="2451850"/>
              <a:ext cx="58400" cy="61400"/>
            </a:xfrm>
            <a:custGeom>
              <a:avLst/>
              <a:gdLst/>
              <a:ahLst/>
              <a:cxnLst/>
              <a:rect l="l" t="t" r="r" b="b"/>
              <a:pathLst>
                <a:path w="2336" h="2456" extrusionOk="0">
                  <a:moveTo>
                    <a:pt x="1252" y="289"/>
                  </a:moveTo>
                  <a:lnTo>
                    <a:pt x="1421" y="313"/>
                  </a:lnTo>
                  <a:lnTo>
                    <a:pt x="1565" y="361"/>
                  </a:lnTo>
                  <a:lnTo>
                    <a:pt x="1758" y="482"/>
                  </a:lnTo>
                  <a:lnTo>
                    <a:pt x="1926" y="578"/>
                  </a:lnTo>
                  <a:lnTo>
                    <a:pt x="1975" y="626"/>
                  </a:lnTo>
                  <a:lnTo>
                    <a:pt x="2023" y="698"/>
                  </a:lnTo>
                  <a:lnTo>
                    <a:pt x="2047" y="771"/>
                  </a:lnTo>
                  <a:lnTo>
                    <a:pt x="2071" y="843"/>
                  </a:lnTo>
                  <a:lnTo>
                    <a:pt x="2095" y="1228"/>
                  </a:lnTo>
                  <a:lnTo>
                    <a:pt x="2071" y="1421"/>
                  </a:lnTo>
                  <a:lnTo>
                    <a:pt x="2047" y="1613"/>
                  </a:lnTo>
                  <a:lnTo>
                    <a:pt x="1975" y="1758"/>
                  </a:lnTo>
                  <a:lnTo>
                    <a:pt x="1878" y="1878"/>
                  </a:lnTo>
                  <a:lnTo>
                    <a:pt x="1565" y="2143"/>
                  </a:lnTo>
                  <a:lnTo>
                    <a:pt x="1469" y="2215"/>
                  </a:lnTo>
                  <a:lnTo>
                    <a:pt x="1108" y="2215"/>
                  </a:lnTo>
                  <a:lnTo>
                    <a:pt x="843" y="2191"/>
                  </a:lnTo>
                  <a:lnTo>
                    <a:pt x="723" y="2167"/>
                  </a:lnTo>
                  <a:lnTo>
                    <a:pt x="626" y="2119"/>
                  </a:lnTo>
                  <a:lnTo>
                    <a:pt x="410" y="1998"/>
                  </a:lnTo>
                  <a:lnTo>
                    <a:pt x="338" y="1926"/>
                  </a:lnTo>
                  <a:lnTo>
                    <a:pt x="289" y="1854"/>
                  </a:lnTo>
                  <a:lnTo>
                    <a:pt x="241" y="1758"/>
                  </a:lnTo>
                  <a:lnTo>
                    <a:pt x="241" y="1637"/>
                  </a:lnTo>
                  <a:lnTo>
                    <a:pt x="241" y="1541"/>
                  </a:lnTo>
                  <a:lnTo>
                    <a:pt x="241" y="1396"/>
                  </a:lnTo>
                  <a:lnTo>
                    <a:pt x="217" y="1300"/>
                  </a:lnTo>
                  <a:lnTo>
                    <a:pt x="241" y="1180"/>
                  </a:lnTo>
                  <a:lnTo>
                    <a:pt x="289" y="915"/>
                  </a:lnTo>
                  <a:lnTo>
                    <a:pt x="338" y="795"/>
                  </a:lnTo>
                  <a:lnTo>
                    <a:pt x="386" y="698"/>
                  </a:lnTo>
                  <a:lnTo>
                    <a:pt x="458" y="602"/>
                  </a:lnTo>
                  <a:lnTo>
                    <a:pt x="554" y="530"/>
                  </a:lnTo>
                  <a:lnTo>
                    <a:pt x="723" y="434"/>
                  </a:lnTo>
                  <a:lnTo>
                    <a:pt x="891" y="361"/>
                  </a:lnTo>
                  <a:lnTo>
                    <a:pt x="1084" y="313"/>
                  </a:lnTo>
                  <a:lnTo>
                    <a:pt x="1252" y="289"/>
                  </a:lnTo>
                  <a:close/>
                  <a:moveTo>
                    <a:pt x="1300" y="0"/>
                  </a:moveTo>
                  <a:lnTo>
                    <a:pt x="1084" y="24"/>
                  </a:lnTo>
                  <a:lnTo>
                    <a:pt x="867" y="72"/>
                  </a:lnTo>
                  <a:lnTo>
                    <a:pt x="650" y="169"/>
                  </a:lnTo>
                  <a:lnTo>
                    <a:pt x="458" y="265"/>
                  </a:lnTo>
                  <a:lnTo>
                    <a:pt x="338" y="361"/>
                  </a:lnTo>
                  <a:lnTo>
                    <a:pt x="241" y="458"/>
                  </a:lnTo>
                  <a:lnTo>
                    <a:pt x="169" y="554"/>
                  </a:lnTo>
                  <a:lnTo>
                    <a:pt x="121" y="674"/>
                  </a:lnTo>
                  <a:lnTo>
                    <a:pt x="25" y="939"/>
                  </a:lnTo>
                  <a:lnTo>
                    <a:pt x="1" y="1204"/>
                  </a:lnTo>
                  <a:lnTo>
                    <a:pt x="1" y="1421"/>
                  </a:lnTo>
                  <a:lnTo>
                    <a:pt x="25" y="1637"/>
                  </a:lnTo>
                  <a:lnTo>
                    <a:pt x="25" y="1806"/>
                  </a:lnTo>
                  <a:lnTo>
                    <a:pt x="73" y="1926"/>
                  </a:lnTo>
                  <a:lnTo>
                    <a:pt x="169" y="2046"/>
                  </a:lnTo>
                  <a:lnTo>
                    <a:pt x="265" y="2167"/>
                  </a:lnTo>
                  <a:lnTo>
                    <a:pt x="434" y="2287"/>
                  </a:lnTo>
                  <a:lnTo>
                    <a:pt x="530" y="2335"/>
                  </a:lnTo>
                  <a:lnTo>
                    <a:pt x="626" y="2383"/>
                  </a:lnTo>
                  <a:lnTo>
                    <a:pt x="819" y="2432"/>
                  </a:lnTo>
                  <a:lnTo>
                    <a:pt x="1012" y="2456"/>
                  </a:lnTo>
                  <a:lnTo>
                    <a:pt x="1421" y="2456"/>
                  </a:lnTo>
                  <a:lnTo>
                    <a:pt x="1565" y="2432"/>
                  </a:lnTo>
                  <a:lnTo>
                    <a:pt x="1662" y="2359"/>
                  </a:lnTo>
                  <a:lnTo>
                    <a:pt x="2023" y="2071"/>
                  </a:lnTo>
                  <a:lnTo>
                    <a:pt x="2095" y="1998"/>
                  </a:lnTo>
                  <a:lnTo>
                    <a:pt x="2167" y="1902"/>
                  </a:lnTo>
                  <a:lnTo>
                    <a:pt x="2215" y="1806"/>
                  </a:lnTo>
                  <a:lnTo>
                    <a:pt x="2263" y="1685"/>
                  </a:lnTo>
                  <a:lnTo>
                    <a:pt x="2312" y="1445"/>
                  </a:lnTo>
                  <a:lnTo>
                    <a:pt x="2336" y="1180"/>
                  </a:lnTo>
                  <a:lnTo>
                    <a:pt x="2287" y="795"/>
                  </a:lnTo>
                  <a:lnTo>
                    <a:pt x="2263" y="650"/>
                  </a:lnTo>
                  <a:lnTo>
                    <a:pt x="2191" y="530"/>
                  </a:lnTo>
                  <a:lnTo>
                    <a:pt x="2119" y="409"/>
                  </a:lnTo>
                  <a:lnTo>
                    <a:pt x="1999" y="337"/>
                  </a:lnTo>
                  <a:lnTo>
                    <a:pt x="1806" y="193"/>
                  </a:lnTo>
                  <a:lnTo>
                    <a:pt x="1589" y="72"/>
                  </a:lnTo>
                  <a:lnTo>
                    <a:pt x="1445" y="24"/>
                  </a:lnTo>
                  <a:lnTo>
                    <a:pt x="13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5" name="Google Shape;13415;p31"/>
            <p:cNvSpPr/>
            <p:nvPr/>
          </p:nvSpPr>
          <p:spPr>
            <a:xfrm>
              <a:off x="1270850" y="2474700"/>
              <a:ext cx="19900" cy="22300"/>
            </a:xfrm>
            <a:custGeom>
              <a:avLst/>
              <a:gdLst/>
              <a:ahLst/>
              <a:cxnLst/>
              <a:rect l="l" t="t" r="r" b="b"/>
              <a:pathLst>
                <a:path w="796" h="892" extrusionOk="0">
                  <a:moveTo>
                    <a:pt x="506" y="242"/>
                  </a:moveTo>
                  <a:lnTo>
                    <a:pt x="554" y="266"/>
                  </a:lnTo>
                  <a:lnTo>
                    <a:pt x="579" y="290"/>
                  </a:lnTo>
                  <a:lnTo>
                    <a:pt x="603" y="338"/>
                  </a:lnTo>
                  <a:lnTo>
                    <a:pt x="603" y="434"/>
                  </a:lnTo>
                  <a:lnTo>
                    <a:pt x="579" y="507"/>
                  </a:lnTo>
                  <a:lnTo>
                    <a:pt x="530" y="579"/>
                  </a:lnTo>
                  <a:lnTo>
                    <a:pt x="482" y="627"/>
                  </a:lnTo>
                  <a:lnTo>
                    <a:pt x="410" y="675"/>
                  </a:lnTo>
                  <a:lnTo>
                    <a:pt x="362" y="699"/>
                  </a:lnTo>
                  <a:lnTo>
                    <a:pt x="338" y="675"/>
                  </a:lnTo>
                  <a:lnTo>
                    <a:pt x="290" y="651"/>
                  </a:lnTo>
                  <a:lnTo>
                    <a:pt x="266" y="627"/>
                  </a:lnTo>
                  <a:lnTo>
                    <a:pt x="266" y="531"/>
                  </a:lnTo>
                  <a:lnTo>
                    <a:pt x="290" y="410"/>
                  </a:lnTo>
                  <a:lnTo>
                    <a:pt x="338" y="314"/>
                  </a:lnTo>
                  <a:lnTo>
                    <a:pt x="386" y="266"/>
                  </a:lnTo>
                  <a:lnTo>
                    <a:pt x="482" y="242"/>
                  </a:lnTo>
                  <a:close/>
                  <a:moveTo>
                    <a:pt x="434" y="1"/>
                  </a:moveTo>
                  <a:lnTo>
                    <a:pt x="314" y="25"/>
                  </a:lnTo>
                  <a:lnTo>
                    <a:pt x="217" y="73"/>
                  </a:lnTo>
                  <a:lnTo>
                    <a:pt x="25" y="242"/>
                  </a:lnTo>
                  <a:lnTo>
                    <a:pt x="1" y="266"/>
                  </a:lnTo>
                  <a:lnTo>
                    <a:pt x="1" y="314"/>
                  </a:lnTo>
                  <a:lnTo>
                    <a:pt x="1" y="458"/>
                  </a:lnTo>
                  <a:lnTo>
                    <a:pt x="1" y="627"/>
                  </a:lnTo>
                  <a:lnTo>
                    <a:pt x="49" y="723"/>
                  </a:lnTo>
                  <a:lnTo>
                    <a:pt x="121" y="795"/>
                  </a:lnTo>
                  <a:lnTo>
                    <a:pt x="193" y="868"/>
                  </a:lnTo>
                  <a:lnTo>
                    <a:pt x="290" y="892"/>
                  </a:lnTo>
                  <a:lnTo>
                    <a:pt x="410" y="868"/>
                  </a:lnTo>
                  <a:lnTo>
                    <a:pt x="530" y="844"/>
                  </a:lnTo>
                  <a:lnTo>
                    <a:pt x="627" y="771"/>
                  </a:lnTo>
                  <a:lnTo>
                    <a:pt x="699" y="699"/>
                  </a:lnTo>
                  <a:lnTo>
                    <a:pt x="747" y="603"/>
                  </a:lnTo>
                  <a:lnTo>
                    <a:pt x="795" y="507"/>
                  </a:lnTo>
                  <a:lnTo>
                    <a:pt x="795" y="386"/>
                  </a:lnTo>
                  <a:lnTo>
                    <a:pt x="795" y="290"/>
                  </a:lnTo>
                  <a:lnTo>
                    <a:pt x="771" y="170"/>
                  </a:lnTo>
                  <a:lnTo>
                    <a:pt x="699" y="73"/>
                  </a:lnTo>
                  <a:lnTo>
                    <a:pt x="627" y="25"/>
                  </a:lnTo>
                  <a:lnTo>
                    <a:pt x="5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6" name="Google Shape;13416;p31"/>
            <p:cNvSpPr/>
            <p:nvPr/>
          </p:nvSpPr>
          <p:spPr>
            <a:xfrm>
              <a:off x="1249200" y="2726875"/>
              <a:ext cx="108350" cy="104750"/>
            </a:xfrm>
            <a:custGeom>
              <a:avLst/>
              <a:gdLst/>
              <a:ahLst/>
              <a:cxnLst/>
              <a:rect l="l" t="t" r="r" b="b"/>
              <a:pathLst>
                <a:path w="4334" h="4190" extrusionOk="0">
                  <a:moveTo>
                    <a:pt x="2335" y="217"/>
                  </a:moveTo>
                  <a:lnTo>
                    <a:pt x="2817" y="314"/>
                  </a:lnTo>
                  <a:lnTo>
                    <a:pt x="2937" y="338"/>
                  </a:lnTo>
                  <a:lnTo>
                    <a:pt x="3057" y="386"/>
                  </a:lnTo>
                  <a:lnTo>
                    <a:pt x="3298" y="506"/>
                  </a:lnTo>
                  <a:lnTo>
                    <a:pt x="3515" y="651"/>
                  </a:lnTo>
                  <a:lnTo>
                    <a:pt x="3707" y="843"/>
                  </a:lnTo>
                  <a:lnTo>
                    <a:pt x="3876" y="1060"/>
                  </a:lnTo>
                  <a:lnTo>
                    <a:pt x="3996" y="1277"/>
                  </a:lnTo>
                  <a:lnTo>
                    <a:pt x="4044" y="1493"/>
                  </a:lnTo>
                  <a:lnTo>
                    <a:pt x="4117" y="1782"/>
                  </a:lnTo>
                  <a:lnTo>
                    <a:pt x="4141" y="2071"/>
                  </a:lnTo>
                  <a:lnTo>
                    <a:pt x="4141" y="2264"/>
                  </a:lnTo>
                  <a:lnTo>
                    <a:pt x="4093" y="2432"/>
                  </a:lnTo>
                  <a:lnTo>
                    <a:pt x="4044" y="2601"/>
                  </a:lnTo>
                  <a:lnTo>
                    <a:pt x="3996" y="2769"/>
                  </a:lnTo>
                  <a:lnTo>
                    <a:pt x="3924" y="2889"/>
                  </a:lnTo>
                  <a:lnTo>
                    <a:pt x="3828" y="2986"/>
                  </a:lnTo>
                  <a:lnTo>
                    <a:pt x="3587" y="3202"/>
                  </a:lnTo>
                  <a:lnTo>
                    <a:pt x="3394" y="3467"/>
                  </a:lnTo>
                  <a:lnTo>
                    <a:pt x="3298" y="3563"/>
                  </a:lnTo>
                  <a:lnTo>
                    <a:pt x="3178" y="3660"/>
                  </a:lnTo>
                  <a:lnTo>
                    <a:pt x="3082" y="3708"/>
                  </a:lnTo>
                  <a:lnTo>
                    <a:pt x="2937" y="3756"/>
                  </a:lnTo>
                  <a:lnTo>
                    <a:pt x="2480" y="3900"/>
                  </a:lnTo>
                  <a:lnTo>
                    <a:pt x="2359" y="3925"/>
                  </a:lnTo>
                  <a:lnTo>
                    <a:pt x="2215" y="3949"/>
                  </a:lnTo>
                  <a:lnTo>
                    <a:pt x="1974" y="3949"/>
                  </a:lnTo>
                  <a:lnTo>
                    <a:pt x="1517" y="3900"/>
                  </a:lnTo>
                  <a:lnTo>
                    <a:pt x="1276" y="3852"/>
                  </a:lnTo>
                  <a:lnTo>
                    <a:pt x="1059" y="3804"/>
                  </a:lnTo>
                  <a:lnTo>
                    <a:pt x="891" y="3732"/>
                  </a:lnTo>
                  <a:lnTo>
                    <a:pt x="770" y="3660"/>
                  </a:lnTo>
                  <a:lnTo>
                    <a:pt x="650" y="3539"/>
                  </a:lnTo>
                  <a:lnTo>
                    <a:pt x="530" y="3419"/>
                  </a:lnTo>
                  <a:lnTo>
                    <a:pt x="313" y="3058"/>
                  </a:lnTo>
                  <a:lnTo>
                    <a:pt x="241" y="2938"/>
                  </a:lnTo>
                  <a:lnTo>
                    <a:pt x="193" y="2817"/>
                  </a:lnTo>
                  <a:lnTo>
                    <a:pt x="169" y="2673"/>
                  </a:lnTo>
                  <a:lnTo>
                    <a:pt x="169" y="2528"/>
                  </a:lnTo>
                  <a:lnTo>
                    <a:pt x="193" y="2239"/>
                  </a:lnTo>
                  <a:lnTo>
                    <a:pt x="241" y="1854"/>
                  </a:lnTo>
                  <a:lnTo>
                    <a:pt x="313" y="1493"/>
                  </a:lnTo>
                  <a:lnTo>
                    <a:pt x="361" y="1301"/>
                  </a:lnTo>
                  <a:lnTo>
                    <a:pt x="433" y="1132"/>
                  </a:lnTo>
                  <a:lnTo>
                    <a:pt x="530" y="964"/>
                  </a:lnTo>
                  <a:lnTo>
                    <a:pt x="650" y="819"/>
                  </a:lnTo>
                  <a:lnTo>
                    <a:pt x="722" y="747"/>
                  </a:lnTo>
                  <a:lnTo>
                    <a:pt x="819" y="723"/>
                  </a:lnTo>
                  <a:lnTo>
                    <a:pt x="987" y="675"/>
                  </a:lnTo>
                  <a:lnTo>
                    <a:pt x="1132" y="651"/>
                  </a:lnTo>
                  <a:lnTo>
                    <a:pt x="1324" y="602"/>
                  </a:lnTo>
                  <a:lnTo>
                    <a:pt x="1469" y="506"/>
                  </a:lnTo>
                  <a:lnTo>
                    <a:pt x="1589" y="410"/>
                  </a:lnTo>
                  <a:lnTo>
                    <a:pt x="1709" y="362"/>
                  </a:lnTo>
                  <a:lnTo>
                    <a:pt x="1974" y="241"/>
                  </a:lnTo>
                  <a:lnTo>
                    <a:pt x="2070" y="217"/>
                  </a:lnTo>
                  <a:close/>
                  <a:moveTo>
                    <a:pt x="2215" y="1"/>
                  </a:moveTo>
                  <a:lnTo>
                    <a:pt x="2046" y="25"/>
                  </a:lnTo>
                  <a:lnTo>
                    <a:pt x="1878" y="73"/>
                  </a:lnTo>
                  <a:lnTo>
                    <a:pt x="1709" y="145"/>
                  </a:lnTo>
                  <a:lnTo>
                    <a:pt x="1517" y="241"/>
                  </a:lnTo>
                  <a:lnTo>
                    <a:pt x="1445" y="265"/>
                  </a:lnTo>
                  <a:lnTo>
                    <a:pt x="1372" y="314"/>
                  </a:lnTo>
                  <a:lnTo>
                    <a:pt x="1300" y="386"/>
                  </a:lnTo>
                  <a:lnTo>
                    <a:pt x="1204" y="410"/>
                  </a:lnTo>
                  <a:lnTo>
                    <a:pt x="1035" y="458"/>
                  </a:lnTo>
                  <a:lnTo>
                    <a:pt x="939" y="458"/>
                  </a:lnTo>
                  <a:lnTo>
                    <a:pt x="867" y="482"/>
                  </a:lnTo>
                  <a:lnTo>
                    <a:pt x="795" y="506"/>
                  </a:lnTo>
                  <a:lnTo>
                    <a:pt x="746" y="554"/>
                  </a:lnTo>
                  <a:lnTo>
                    <a:pt x="698" y="627"/>
                  </a:lnTo>
                  <a:lnTo>
                    <a:pt x="650" y="675"/>
                  </a:lnTo>
                  <a:lnTo>
                    <a:pt x="602" y="723"/>
                  </a:lnTo>
                  <a:lnTo>
                    <a:pt x="482" y="867"/>
                  </a:lnTo>
                  <a:lnTo>
                    <a:pt x="361" y="1012"/>
                  </a:lnTo>
                  <a:lnTo>
                    <a:pt x="265" y="1180"/>
                  </a:lnTo>
                  <a:lnTo>
                    <a:pt x="217" y="1373"/>
                  </a:lnTo>
                  <a:lnTo>
                    <a:pt x="72" y="1999"/>
                  </a:lnTo>
                  <a:lnTo>
                    <a:pt x="24" y="2264"/>
                  </a:lnTo>
                  <a:lnTo>
                    <a:pt x="0" y="2528"/>
                  </a:lnTo>
                  <a:lnTo>
                    <a:pt x="0" y="2745"/>
                  </a:lnTo>
                  <a:lnTo>
                    <a:pt x="48" y="2913"/>
                  </a:lnTo>
                  <a:lnTo>
                    <a:pt x="121" y="3106"/>
                  </a:lnTo>
                  <a:lnTo>
                    <a:pt x="217" y="3251"/>
                  </a:lnTo>
                  <a:lnTo>
                    <a:pt x="313" y="3395"/>
                  </a:lnTo>
                  <a:lnTo>
                    <a:pt x="409" y="3563"/>
                  </a:lnTo>
                  <a:lnTo>
                    <a:pt x="554" y="3708"/>
                  </a:lnTo>
                  <a:lnTo>
                    <a:pt x="626" y="3804"/>
                  </a:lnTo>
                  <a:lnTo>
                    <a:pt x="722" y="3876"/>
                  </a:lnTo>
                  <a:lnTo>
                    <a:pt x="963" y="3973"/>
                  </a:lnTo>
                  <a:lnTo>
                    <a:pt x="1228" y="4069"/>
                  </a:lnTo>
                  <a:lnTo>
                    <a:pt x="1493" y="4117"/>
                  </a:lnTo>
                  <a:lnTo>
                    <a:pt x="1782" y="4165"/>
                  </a:lnTo>
                  <a:lnTo>
                    <a:pt x="2046" y="4189"/>
                  </a:lnTo>
                  <a:lnTo>
                    <a:pt x="2311" y="4165"/>
                  </a:lnTo>
                  <a:lnTo>
                    <a:pt x="2456" y="4141"/>
                  </a:lnTo>
                  <a:lnTo>
                    <a:pt x="2576" y="4117"/>
                  </a:lnTo>
                  <a:lnTo>
                    <a:pt x="3082" y="3925"/>
                  </a:lnTo>
                  <a:lnTo>
                    <a:pt x="3274" y="3852"/>
                  </a:lnTo>
                  <a:lnTo>
                    <a:pt x="3370" y="3780"/>
                  </a:lnTo>
                  <a:lnTo>
                    <a:pt x="3443" y="3708"/>
                  </a:lnTo>
                  <a:lnTo>
                    <a:pt x="3659" y="3467"/>
                  </a:lnTo>
                  <a:lnTo>
                    <a:pt x="3780" y="3323"/>
                  </a:lnTo>
                  <a:lnTo>
                    <a:pt x="3900" y="3202"/>
                  </a:lnTo>
                  <a:lnTo>
                    <a:pt x="3996" y="3106"/>
                  </a:lnTo>
                  <a:lnTo>
                    <a:pt x="4069" y="3010"/>
                  </a:lnTo>
                  <a:lnTo>
                    <a:pt x="4141" y="2889"/>
                  </a:lnTo>
                  <a:lnTo>
                    <a:pt x="4213" y="2769"/>
                  </a:lnTo>
                  <a:lnTo>
                    <a:pt x="4261" y="2576"/>
                  </a:lnTo>
                  <a:lnTo>
                    <a:pt x="4309" y="2408"/>
                  </a:lnTo>
                  <a:lnTo>
                    <a:pt x="4333" y="2215"/>
                  </a:lnTo>
                  <a:lnTo>
                    <a:pt x="4333" y="2023"/>
                  </a:lnTo>
                  <a:lnTo>
                    <a:pt x="4309" y="1734"/>
                  </a:lnTo>
                  <a:lnTo>
                    <a:pt x="4261" y="1469"/>
                  </a:lnTo>
                  <a:lnTo>
                    <a:pt x="4213" y="1301"/>
                  </a:lnTo>
                  <a:lnTo>
                    <a:pt x="4141" y="1132"/>
                  </a:lnTo>
                  <a:lnTo>
                    <a:pt x="4020" y="915"/>
                  </a:lnTo>
                  <a:lnTo>
                    <a:pt x="3876" y="723"/>
                  </a:lnTo>
                  <a:lnTo>
                    <a:pt x="3707" y="530"/>
                  </a:lnTo>
                  <a:lnTo>
                    <a:pt x="3515" y="386"/>
                  </a:lnTo>
                  <a:lnTo>
                    <a:pt x="3226" y="217"/>
                  </a:lnTo>
                  <a:lnTo>
                    <a:pt x="3082" y="145"/>
                  </a:lnTo>
                  <a:lnTo>
                    <a:pt x="2913" y="97"/>
                  </a:lnTo>
                  <a:lnTo>
                    <a:pt x="2383" y="25"/>
                  </a:lnTo>
                  <a:lnTo>
                    <a:pt x="22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7" name="Google Shape;13417;p31"/>
            <p:cNvSpPr/>
            <p:nvPr/>
          </p:nvSpPr>
          <p:spPr>
            <a:xfrm>
              <a:off x="1283500" y="2756375"/>
              <a:ext cx="42150" cy="44550"/>
            </a:xfrm>
            <a:custGeom>
              <a:avLst/>
              <a:gdLst/>
              <a:ahLst/>
              <a:cxnLst/>
              <a:rect l="l" t="t" r="r" b="b"/>
              <a:pathLst>
                <a:path w="1686" h="1782" extrusionOk="0">
                  <a:moveTo>
                    <a:pt x="1011" y="217"/>
                  </a:moveTo>
                  <a:lnTo>
                    <a:pt x="1132" y="265"/>
                  </a:lnTo>
                  <a:lnTo>
                    <a:pt x="1372" y="434"/>
                  </a:lnTo>
                  <a:lnTo>
                    <a:pt x="1445" y="506"/>
                  </a:lnTo>
                  <a:lnTo>
                    <a:pt x="1493" y="602"/>
                  </a:lnTo>
                  <a:lnTo>
                    <a:pt x="1493" y="891"/>
                  </a:lnTo>
                  <a:lnTo>
                    <a:pt x="1493" y="1035"/>
                  </a:lnTo>
                  <a:lnTo>
                    <a:pt x="1469" y="1156"/>
                  </a:lnTo>
                  <a:lnTo>
                    <a:pt x="1421" y="1276"/>
                  </a:lnTo>
                  <a:lnTo>
                    <a:pt x="1348" y="1348"/>
                  </a:lnTo>
                  <a:lnTo>
                    <a:pt x="1132" y="1541"/>
                  </a:lnTo>
                  <a:lnTo>
                    <a:pt x="1060" y="1589"/>
                  </a:lnTo>
                  <a:lnTo>
                    <a:pt x="987" y="1613"/>
                  </a:lnTo>
                  <a:lnTo>
                    <a:pt x="795" y="1589"/>
                  </a:lnTo>
                  <a:lnTo>
                    <a:pt x="602" y="1589"/>
                  </a:lnTo>
                  <a:lnTo>
                    <a:pt x="434" y="1517"/>
                  </a:lnTo>
                  <a:lnTo>
                    <a:pt x="313" y="1445"/>
                  </a:lnTo>
                  <a:lnTo>
                    <a:pt x="241" y="1396"/>
                  </a:lnTo>
                  <a:lnTo>
                    <a:pt x="193" y="1324"/>
                  </a:lnTo>
                  <a:lnTo>
                    <a:pt x="169" y="1252"/>
                  </a:lnTo>
                  <a:lnTo>
                    <a:pt x="169" y="1180"/>
                  </a:lnTo>
                  <a:lnTo>
                    <a:pt x="169" y="1108"/>
                  </a:lnTo>
                  <a:lnTo>
                    <a:pt x="169" y="1011"/>
                  </a:lnTo>
                  <a:lnTo>
                    <a:pt x="169" y="843"/>
                  </a:lnTo>
                  <a:lnTo>
                    <a:pt x="193" y="674"/>
                  </a:lnTo>
                  <a:lnTo>
                    <a:pt x="241" y="578"/>
                  </a:lnTo>
                  <a:lnTo>
                    <a:pt x="289" y="506"/>
                  </a:lnTo>
                  <a:lnTo>
                    <a:pt x="410" y="385"/>
                  </a:lnTo>
                  <a:lnTo>
                    <a:pt x="506" y="313"/>
                  </a:lnTo>
                  <a:lnTo>
                    <a:pt x="650" y="265"/>
                  </a:lnTo>
                  <a:lnTo>
                    <a:pt x="771" y="241"/>
                  </a:lnTo>
                  <a:lnTo>
                    <a:pt x="915" y="217"/>
                  </a:lnTo>
                  <a:close/>
                  <a:moveTo>
                    <a:pt x="939" y="0"/>
                  </a:moveTo>
                  <a:lnTo>
                    <a:pt x="771" y="24"/>
                  </a:lnTo>
                  <a:lnTo>
                    <a:pt x="626" y="48"/>
                  </a:lnTo>
                  <a:lnTo>
                    <a:pt x="482" y="121"/>
                  </a:lnTo>
                  <a:lnTo>
                    <a:pt x="337" y="193"/>
                  </a:lnTo>
                  <a:lnTo>
                    <a:pt x="241" y="265"/>
                  </a:lnTo>
                  <a:lnTo>
                    <a:pt x="169" y="337"/>
                  </a:lnTo>
                  <a:lnTo>
                    <a:pt x="73" y="482"/>
                  </a:lnTo>
                  <a:lnTo>
                    <a:pt x="24" y="674"/>
                  </a:lnTo>
                  <a:lnTo>
                    <a:pt x="0" y="867"/>
                  </a:lnTo>
                  <a:lnTo>
                    <a:pt x="0" y="1035"/>
                  </a:lnTo>
                  <a:lnTo>
                    <a:pt x="0" y="1180"/>
                  </a:lnTo>
                  <a:lnTo>
                    <a:pt x="24" y="1300"/>
                  </a:lnTo>
                  <a:lnTo>
                    <a:pt x="48" y="1396"/>
                  </a:lnTo>
                  <a:lnTo>
                    <a:pt x="121" y="1469"/>
                  </a:lnTo>
                  <a:lnTo>
                    <a:pt x="193" y="1565"/>
                  </a:lnTo>
                  <a:lnTo>
                    <a:pt x="313" y="1637"/>
                  </a:lnTo>
                  <a:lnTo>
                    <a:pt x="434" y="1709"/>
                  </a:lnTo>
                  <a:lnTo>
                    <a:pt x="578" y="1733"/>
                  </a:lnTo>
                  <a:lnTo>
                    <a:pt x="723" y="1758"/>
                  </a:lnTo>
                  <a:lnTo>
                    <a:pt x="1035" y="1782"/>
                  </a:lnTo>
                  <a:lnTo>
                    <a:pt x="1132" y="1758"/>
                  </a:lnTo>
                  <a:lnTo>
                    <a:pt x="1204" y="1685"/>
                  </a:lnTo>
                  <a:lnTo>
                    <a:pt x="1445" y="1493"/>
                  </a:lnTo>
                  <a:lnTo>
                    <a:pt x="1565" y="1372"/>
                  </a:lnTo>
                  <a:lnTo>
                    <a:pt x="1613" y="1228"/>
                  </a:lnTo>
                  <a:lnTo>
                    <a:pt x="1661" y="1035"/>
                  </a:lnTo>
                  <a:lnTo>
                    <a:pt x="1685" y="843"/>
                  </a:lnTo>
                  <a:lnTo>
                    <a:pt x="1637" y="578"/>
                  </a:lnTo>
                  <a:lnTo>
                    <a:pt x="1613" y="458"/>
                  </a:lnTo>
                  <a:lnTo>
                    <a:pt x="1589" y="385"/>
                  </a:lnTo>
                  <a:lnTo>
                    <a:pt x="1517" y="313"/>
                  </a:lnTo>
                  <a:lnTo>
                    <a:pt x="1445" y="241"/>
                  </a:lnTo>
                  <a:lnTo>
                    <a:pt x="1300" y="145"/>
                  </a:lnTo>
                  <a:lnTo>
                    <a:pt x="1132" y="48"/>
                  </a:lnTo>
                  <a:lnTo>
                    <a:pt x="1035" y="24"/>
                  </a:lnTo>
                  <a:lnTo>
                    <a:pt x="9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8" name="Google Shape;13418;p31"/>
            <p:cNvSpPr/>
            <p:nvPr/>
          </p:nvSpPr>
          <p:spPr>
            <a:xfrm>
              <a:off x="1296725" y="2772625"/>
              <a:ext cx="14475" cy="16275"/>
            </a:xfrm>
            <a:custGeom>
              <a:avLst/>
              <a:gdLst/>
              <a:ahLst/>
              <a:cxnLst/>
              <a:rect l="l" t="t" r="r" b="b"/>
              <a:pathLst>
                <a:path w="579" h="651" extrusionOk="0">
                  <a:moveTo>
                    <a:pt x="410" y="193"/>
                  </a:moveTo>
                  <a:lnTo>
                    <a:pt x="434" y="265"/>
                  </a:lnTo>
                  <a:lnTo>
                    <a:pt x="434" y="313"/>
                  </a:lnTo>
                  <a:lnTo>
                    <a:pt x="410" y="385"/>
                  </a:lnTo>
                  <a:lnTo>
                    <a:pt x="362" y="458"/>
                  </a:lnTo>
                  <a:lnTo>
                    <a:pt x="290" y="506"/>
                  </a:lnTo>
                  <a:lnTo>
                    <a:pt x="242" y="506"/>
                  </a:lnTo>
                  <a:lnTo>
                    <a:pt x="218" y="482"/>
                  </a:lnTo>
                  <a:lnTo>
                    <a:pt x="194" y="458"/>
                  </a:lnTo>
                  <a:lnTo>
                    <a:pt x="194" y="385"/>
                  </a:lnTo>
                  <a:lnTo>
                    <a:pt x="218" y="313"/>
                  </a:lnTo>
                  <a:lnTo>
                    <a:pt x="242" y="241"/>
                  </a:lnTo>
                  <a:lnTo>
                    <a:pt x="290" y="193"/>
                  </a:lnTo>
                  <a:close/>
                  <a:moveTo>
                    <a:pt x="314" y="0"/>
                  </a:moveTo>
                  <a:lnTo>
                    <a:pt x="242" y="24"/>
                  </a:lnTo>
                  <a:lnTo>
                    <a:pt x="169" y="48"/>
                  </a:lnTo>
                  <a:lnTo>
                    <a:pt x="25" y="193"/>
                  </a:lnTo>
                  <a:lnTo>
                    <a:pt x="1" y="241"/>
                  </a:lnTo>
                  <a:lnTo>
                    <a:pt x="1" y="337"/>
                  </a:lnTo>
                  <a:lnTo>
                    <a:pt x="25" y="458"/>
                  </a:lnTo>
                  <a:lnTo>
                    <a:pt x="49" y="530"/>
                  </a:lnTo>
                  <a:lnTo>
                    <a:pt x="97" y="578"/>
                  </a:lnTo>
                  <a:lnTo>
                    <a:pt x="145" y="626"/>
                  </a:lnTo>
                  <a:lnTo>
                    <a:pt x="218" y="650"/>
                  </a:lnTo>
                  <a:lnTo>
                    <a:pt x="314" y="650"/>
                  </a:lnTo>
                  <a:lnTo>
                    <a:pt x="386" y="602"/>
                  </a:lnTo>
                  <a:lnTo>
                    <a:pt x="458" y="578"/>
                  </a:lnTo>
                  <a:lnTo>
                    <a:pt x="506" y="506"/>
                  </a:lnTo>
                  <a:lnTo>
                    <a:pt x="555" y="458"/>
                  </a:lnTo>
                  <a:lnTo>
                    <a:pt x="579" y="385"/>
                  </a:lnTo>
                  <a:lnTo>
                    <a:pt x="579" y="289"/>
                  </a:lnTo>
                  <a:lnTo>
                    <a:pt x="579" y="217"/>
                  </a:lnTo>
                  <a:lnTo>
                    <a:pt x="555" y="121"/>
                  </a:lnTo>
                  <a:lnTo>
                    <a:pt x="506" y="72"/>
                  </a:lnTo>
                  <a:lnTo>
                    <a:pt x="458" y="24"/>
                  </a:lnTo>
                  <a:lnTo>
                    <a:pt x="3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9" name="Google Shape;13419;p31"/>
            <p:cNvSpPr/>
            <p:nvPr/>
          </p:nvSpPr>
          <p:spPr>
            <a:xfrm>
              <a:off x="1207675" y="2091350"/>
              <a:ext cx="145050" cy="155300"/>
            </a:xfrm>
            <a:custGeom>
              <a:avLst/>
              <a:gdLst/>
              <a:ahLst/>
              <a:cxnLst/>
              <a:rect l="l" t="t" r="r" b="b"/>
              <a:pathLst>
                <a:path w="5802" h="6212" extrusionOk="0">
                  <a:moveTo>
                    <a:pt x="3178" y="265"/>
                  </a:moveTo>
                  <a:lnTo>
                    <a:pt x="3394" y="289"/>
                  </a:lnTo>
                  <a:lnTo>
                    <a:pt x="3635" y="362"/>
                  </a:lnTo>
                  <a:lnTo>
                    <a:pt x="3900" y="482"/>
                  </a:lnTo>
                  <a:lnTo>
                    <a:pt x="4189" y="554"/>
                  </a:lnTo>
                  <a:lnTo>
                    <a:pt x="4357" y="650"/>
                  </a:lnTo>
                  <a:lnTo>
                    <a:pt x="4502" y="747"/>
                  </a:lnTo>
                  <a:lnTo>
                    <a:pt x="4646" y="891"/>
                  </a:lnTo>
                  <a:lnTo>
                    <a:pt x="4767" y="1036"/>
                  </a:lnTo>
                  <a:lnTo>
                    <a:pt x="4887" y="1204"/>
                  </a:lnTo>
                  <a:lnTo>
                    <a:pt x="4983" y="1397"/>
                  </a:lnTo>
                  <a:lnTo>
                    <a:pt x="5248" y="1854"/>
                  </a:lnTo>
                  <a:lnTo>
                    <a:pt x="5465" y="2336"/>
                  </a:lnTo>
                  <a:lnTo>
                    <a:pt x="5561" y="2576"/>
                  </a:lnTo>
                  <a:lnTo>
                    <a:pt x="5609" y="2841"/>
                  </a:lnTo>
                  <a:lnTo>
                    <a:pt x="5657" y="3082"/>
                  </a:lnTo>
                  <a:lnTo>
                    <a:pt x="5657" y="3347"/>
                  </a:lnTo>
                  <a:lnTo>
                    <a:pt x="5609" y="3491"/>
                  </a:lnTo>
                  <a:lnTo>
                    <a:pt x="5585" y="3563"/>
                  </a:lnTo>
                  <a:lnTo>
                    <a:pt x="5537" y="3611"/>
                  </a:lnTo>
                  <a:lnTo>
                    <a:pt x="5392" y="3804"/>
                  </a:lnTo>
                  <a:lnTo>
                    <a:pt x="5224" y="3972"/>
                  </a:lnTo>
                  <a:lnTo>
                    <a:pt x="5152" y="4045"/>
                  </a:lnTo>
                  <a:lnTo>
                    <a:pt x="5080" y="4165"/>
                  </a:lnTo>
                  <a:lnTo>
                    <a:pt x="5007" y="4261"/>
                  </a:lnTo>
                  <a:lnTo>
                    <a:pt x="4983" y="4406"/>
                  </a:lnTo>
                  <a:lnTo>
                    <a:pt x="4911" y="4598"/>
                  </a:lnTo>
                  <a:lnTo>
                    <a:pt x="4839" y="4767"/>
                  </a:lnTo>
                  <a:lnTo>
                    <a:pt x="4622" y="5080"/>
                  </a:lnTo>
                  <a:lnTo>
                    <a:pt x="4550" y="5200"/>
                  </a:lnTo>
                  <a:lnTo>
                    <a:pt x="4454" y="5272"/>
                  </a:lnTo>
                  <a:lnTo>
                    <a:pt x="4357" y="5345"/>
                  </a:lnTo>
                  <a:lnTo>
                    <a:pt x="4237" y="5417"/>
                  </a:lnTo>
                  <a:lnTo>
                    <a:pt x="3635" y="5730"/>
                  </a:lnTo>
                  <a:lnTo>
                    <a:pt x="3467" y="5802"/>
                  </a:lnTo>
                  <a:lnTo>
                    <a:pt x="3322" y="5850"/>
                  </a:lnTo>
                  <a:lnTo>
                    <a:pt x="2937" y="5898"/>
                  </a:lnTo>
                  <a:lnTo>
                    <a:pt x="2576" y="5898"/>
                  </a:lnTo>
                  <a:lnTo>
                    <a:pt x="2191" y="5850"/>
                  </a:lnTo>
                  <a:lnTo>
                    <a:pt x="1998" y="5826"/>
                  </a:lnTo>
                  <a:lnTo>
                    <a:pt x="1830" y="5754"/>
                  </a:lnTo>
                  <a:lnTo>
                    <a:pt x="1661" y="5706"/>
                  </a:lnTo>
                  <a:lnTo>
                    <a:pt x="1541" y="5609"/>
                  </a:lnTo>
                  <a:lnTo>
                    <a:pt x="1276" y="5417"/>
                  </a:lnTo>
                  <a:lnTo>
                    <a:pt x="987" y="5152"/>
                  </a:lnTo>
                  <a:lnTo>
                    <a:pt x="698" y="4839"/>
                  </a:lnTo>
                  <a:lnTo>
                    <a:pt x="554" y="4622"/>
                  </a:lnTo>
                  <a:lnTo>
                    <a:pt x="433" y="4406"/>
                  </a:lnTo>
                  <a:lnTo>
                    <a:pt x="361" y="4165"/>
                  </a:lnTo>
                  <a:lnTo>
                    <a:pt x="289" y="3924"/>
                  </a:lnTo>
                  <a:lnTo>
                    <a:pt x="265" y="3756"/>
                  </a:lnTo>
                  <a:lnTo>
                    <a:pt x="289" y="3563"/>
                  </a:lnTo>
                  <a:lnTo>
                    <a:pt x="361" y="3106"/>
                  </a:lnTo>
                  <a:lnTo>
                    <a:pt x="409" y="2648"/>
                  </a:lnTo>
                  <a:lnTo>
                    <a:pt x="409" y="2456"/>
                  </a:lnTo>
                  <a:lnTo>
                    <a:pt x="457" y="2287"/>
                  </a:lnTo>
                  <a:lnTo>
                    <a:pt x="554" y="2119"/>
                  </a:lnTo>
                  <a:lnTo>
                    <a:pt x="650" y="1974"/>
                  </a:lnTo>
                  <a:lnTo>
                    <a:pt x="867" y="1710"/>
                  </a:lnTo>
                  <a:lnTo>
                    <a:pt x="1059" y="1421"/>
                  </a:lnTo>
                  <a:lnTo>
                    <a:pt x="1180" y="1276"/>
                  </a:lnTo>
                  <a:lnTo>
                    <a:pt x="1300" y="1156"/>
                  </a:lnTo>
                  <a:lnTo>
                    <a:pt x="1565" y="939"/>
                  </a:lnTo>
                  <a:lnTo>
                    <a:pt x="2143" y="626"/>
                  </a:lnTo>
                  <a:lnTo>
                    <a:pt x="2431" y="482"/>
                  </a:lnTo>
                  <a:lnTo>
                    <a:pt x="2744" y="362"/>
                  </a:lnTo>
                  <a:lnTo>
                    <a:pt x="2961" y="289"/>
                  </a:lnTo>
                  <a:lnTo>
                    <a:pt x="3178" y="265"/>
                  </a:lnTo>
                  <a:close/>
                  <a:moveTo>
                    <a:pt x="3033" y="0"/>
                  </a:moveTo>
                  <a:lnTo>
                    <a:pt x="2865" y="24"/>
                  </a:lnTo>
                  <a:lnTo>
                    <a:pt x="2696" y="73"/>
                  </a:lnTo>
                  <a:lnTo>
                    <a:pt x="2335" y="217"/>
                  </a:lnTo>
                  <a:lnTo>
                    <a:pt x="1974" y="362"/>
                  </a:lnTo>
                  <a:lnTo>
                    <a:pt x="1637" y="554"/>
                  </a:lnTo>
                  <a:lnTo>
                    <a:pt x="1300" y="747"/>
                  </a:lnTo>
                  <a:lnTo>
                    <a:pt x="1156" y="867"/>
                  </a:lnTo>
                  <a:lnTo>
                    <a:pt x="1011" y="987"/>
                  </a:lnTo>
                  <a:lnTo>
                    <a:pt x="891" y="1132"/>
                  </a:lnTo>
                  <a:lnTo>
                    <a:pt x="770" y="1276"/>
                  </a:lnTo>
                  <a:lnTo>
                    <a:pt x="361" y="1878"/>
                  </a:lnTo>
                  <a:lnTo>
                    <a:pt x="265" y="1998"/>
                  </a:lnTo>
                  <a:lnTo>
                    <a:pt x="217" y="2119"/>
                  </a:lnTo>
                  <a:lnTo>
                    <a:pt x="169" y="2263"/>
                  </a:lnTo>
                  <a:lnTo>
                    <a:pt x="120" y="2408"/>
                  </a:lnTo>
                  <a:lnTo>
                    <a:pt x="96" y="2889"/>
                  </a:lnTo>
                  <a:lnTo>
                    <a:pt x="96" y="3130"/>
                  </a:lnTo>
                  <a:lnTo>
                    <a:pt x="48" y="3371"/>
                  </a:lnTo>
                  <a:lnTo>
                    <a:pt x="24" y="3563"/>
                  </a:lnTo>
                  <a:lnTo>
                    <a:pt x="0" y="3732"/>
                  </a:lnTo>
                  <a:lnTo>
                    <a:pt x="24" y="3924"/>
                  </a:lnTo>
                  <a:lnTo>
                    <a:pt x="72" y="4117"/>
                  </a:lnTo>
                  <a:lnTo>
                    <a:pt x="145" y="4358"/>
                  </a:lnTo>
                  <a:lnTo>
                    <a:pt x="241" y="4622"/>
                  </a:lnTo>
                  <a:lnTo>
                    <a:pt x="361" y="4839"/>
                  </a:lnTo>
                  <a:lnTo>
                    <a:pt x="530" y="5056"/>
                  </a:lnTo>
                  <a:lnTo>
                    <a:pt x="794" y="5345"/>
                  </a:lnTo>
                  <a:lnTo>
                    <a:pt x="1059" y="5609"/>
                  </a:lnTo>
                  <a:lnTo>
                    <a:pt x="1252" y="5754"/>
                  </a:lnTo>
                  <a:lnTo>
                    <a:pt x="1469" y="5898"/>
                  </a:lnTo>
                  <a:lnTo>
                    <a:pt x="1782" y="6043"/>
                  </a:lnTo>
                  <a:lnTo>
                    <a:pt x="2119" y="6139"/>
                  </a:lnTo>
                  <a:lnTo>
                    <a:pt x="2456" y="6187"/>
                  </a:lnTo>
                  <a:lnTo>
                    <a:pt x="2793" y="6211"/>
                  </a:lnTo>
                  <a:lnTo>
                    <a:pt x="3033" y="6187"/>
                  </a:lnTo>
                  <a:lnTo>
                    <a:pt x="3250" y="6163"/>
                  </a:lnTo>
                  <a:lnTo>
                    <a:pt x="3467" y="6115"/>
                  </a:lnTo>
                  <a:lnTo>
                    <a:pt x="3683" y="6043"/>
                  </a:lnTo>
                  <a:lnTo>
                    <a:pt x="4333" y="5682"/>
                  </a:lnTo>
                  <a:lnTo>
                    <a:pt x="4550" y="5561"/>
                  </a:lnTo>
                  <a:lnTo>
                    <a:pt x="4743" y="5393"/>
                  </a:lnTo>
                  <a:lnTo>
                    <a:pt x="4887" y="5200"/>
                  </a:lnTo>
                  <a:lnTo>
                    <a:pt x="5007" y="4984"/>
                  </a:lnTo>
                  <a:lnTo>
                    <a:pt x="5080" y="4863"/>
                  </a:lnTo>
                  <a:lnTo>
                    <a:pt x="5128" y="4743"/>
                  </a:lnTo>
                  <a:lnTo>
                    <a:pt x="5200" y="4622"/>
                  </a:lnTo>
                  <a:lnTo>
                    <a:pt x="5224" y="4526"/>
                  </a:lnTo>
                  <a:lnTo>
                    <a:pt x="5272" y="4382"/>
                  </a:lnTo>
                  <a:lnTo>
                    <a:pt x="5344" y="4285"/>
                  </a:lnTo>
                  <a:lnTo>
                    <a:pt x="5513" y="4093"/>
                  </a:lnTo>
                  <a:lnTo>
                    <a:pt x="5609" y="3997"/>
                  </a:lnTo>
                  <a:lnTo>
                    <a:pt x="5681" y="3924"/>
                  </a:lnTo>
                  <a:lnTo>
                    <a:pt x="5730" y="3828"/>
                  </a:lnTo>
                  <a:lnTo>
                    <a:pt x="5754" y="3732"/>
                  </a:lnTo>
                  <a:lnTo>
                    <a:pt x="5754" y="3611"/>
                  </a:lnTo>
                  <a:lnTo>
                    <a:pt x="5754" y="3539"/>
                  </a:lnTo>
                  <a:lnTo>
                    <a:pt x="5778" y="3443"/>
                  </a:lnTo>
                  <a:lnTo>
                    <a:pt x="5802" y="3178"/>
                  </a:lnTo>
                  <a:lnTo>
                    <a:pt x="5802" y="2913"/>
                  </a:lnTo>
                  <a:lnTo>
                    <a:pt x="5754" y="2648"/>
                  </a:lnTo>
                  <a:lnTo>
                    <a:pt x="5657" y="2384"/>
                  </a:lnTo>
                  <a:lnTo>
                    <a:pt x="5320" y="1565"/>
                  </a:lnTo>
                  <a:lnTo>
                    <a:pt x="5152" y="1228"/>
                  </a:lnTo>
                  <a:lnTo>
                    <a:pt x="5055" y="1060"/>
                  </a:lnTo>
                  <a:lnTo>
                    <a:pt x="4959" y="915"/>
                  </a:lnTo>
                  <a:lnTo>
                    <a:pt x="4791" y="699"/>
                  </a:lnTo>
                  <a:lnTo>
                    <a:pt x="4574" y="506"/>
                  </a:lnTo>
                  <a:lnTo>
                    <a:pt x="4357" y="386"/>
                  </a:lnTo>
                  <a:lnTo>
                    <a:pt x="4117" y="289"/>
                  </a:lnTo>
                  <a:lnTo>
                    <a:pt x="3900" y="193"/>
                  </a:lnTo>
                  <a:lnTo>
                    <a:pt x="3635" y="97"/>
                  </a:lnTo>
                  <a:lnTo>
                    <a:pt x="3370" y="24"/>
                  </a:lnTo>
                  <a:lnTo>
                    <a:pt x="3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0" name="Google Shape;13420;p31"/>
            <p:cNvSpPr/>
            <p:nvPr/>
          </p:nvSpPr>
          <p:spPr>
            <a:xfrm>
              <a:off x="1249200" y="2140700"/>
              <a:ext cx="60200" cy="62625"/>
            </a:xfrm>
            <a:custGeom>
              <a:avLst/>
              <a:gdLst/>
              <a:ahLst/>
              <a:cxnLst/>
              <a:rect l="l" t="t" r="r" b="b"/>
              <a:pathLst>
                <a:path w="2408" h="2505" extrusionOk="0">
                  <a:moveTo>
                    <a:pt x="1469" y="217"/>
                  </a:moveTo>
                  <a:lnTo>
                    <a:pt x="1565" y="265"/>
                  </a:lnTo>
                  <a:lnTo>
                    <a:pt x="1637" y="313"/>
                  </a:lnTo>
                  <a:lnTo>
                    <a:pt x="1709" y="410"/>
                  </a:lnTo>
                  <a:lnTo>
                    <a:pt x="1757" y="482"/>
                  </a:lnTo>
                  <a:lnTo>
                    <a:pt x="1854" y="602"/>
                  </a:lnTo>
                  <a:lnTo>
                    <a:pt x="1926" y="674"/>
                  </a:lnTo>
                  <a:lnTo>
                    <a:pt x="1998" y="771"/>
                  </a:lnTo>
                  <a:lnTo>
                    <a:pt x="2095" y="1011"/>
                  </a:lnTo>
                  <a:lnTo>
                    <a:pt x="2143" y="1132"/>
                  </a:lnTo>
                  <a:lnTo>
                    <a:pt x="2143" y="1252"/>
                  </a:lnTo>
                  <a:lnTo>
                    <a:pt x="2143" y="1373"/>
                  </a:lnTo>
                  <a:lnTo>
                    <a:pt x="2095" y="1469"/>
                  </a:lnTo>
                  <a:lnTo>
                    <a:pt x="2022" y="1661"/>
                  </a:lnTo>
                  <a:lnTo>
                    <a:pt x="1926" y="1806"/>
                  </a:lnTo>
                  <a:lnTo>
                    <a:pt x="1806" y="1950"/>
                  </a:lnTo>
                  <a:lnTo>
                    <a:pt x="1685" y="2095"/>
                  </a:lnTo>
                  <a:lnTo>
                    <a:pt x="1541" y="2167"/>
                  </a:lnTo>
                  <a:lnTo>
                    <a:pt x="1396" y="2215"/>
                  </a:lnTo>
                  <a:lnTo>
                    <a:pt x="1180" y="2239"/>
                  </a:lnTo>
                  <a:lnTo>
                    <a:pt x="891" y="2239"/>
                  </a:lnTo>
                  <a:lnTo>
                    <a:pt x="843" y="2215"/>
                  </a:lnTo>
                  <a:lnTo>
                    <a:pt x="770" y="2191"/>
                  </a:lnTo>
                  <a:lnTo>
                    <a:pt x="698" y="2119"/>
                  </a:lnTo>
                  <a:lnTo>
                    <a:pt x="458" y="1830"/>
                  </a:lnTo>
                  <a:lnTo>
                    <a:pt x="361" y="1661"/>
                  </a:lnTo>
                  <a:lnTo>
                    <a:pt x="265" y="1493"/>
                  </a:lnTo>
                  <a:lnTo>
                    <a:pt x="241" y="1349"/>
                  </a:lnTo>
                  <a:lnTo>
                    <a:pt x="241" y="1180"/>
                  </a:lnTo>
                  <a:lnTo>
                    <a:pt x="337" y="771"/>
                  </a:lnTo>
                  <a:lnTo>
                    <a:pt x="385" y="674"/>
                  </a:lnTo>
                  <a:lnTo>
                    <a:pt x="458" y="602"/>
                  </a:lnTo>
                  <a:lnTo>
                    <a:pt x="674" y="458"/>
                  </a:lnTo>
                  <a:lnTo>
                    <a:pt x="891" y="313"/>
                  </a:lnTo>
                  <a:lnTo>
                    <a:pt x="1011" y="265"/>
                  </a:lnTo>
                  <a:lnTo>
                    <a:pt x="1108" y="241"/>
                  </a:lnTo>
                  <a:lnTo>
                    <a:pt x="1348" y="217"/>
                  </a:lnTo>
                  <a:close/>
                  <a:moveTo>
                    <a:pt x="1083" y="0"/>
                  </a:moveTo>
                  <a:lnTo>
                    <a:pt x="963" y="24"/>
                  </a:lnTo>
                  <a:lnTo>
                    <a:pt x="770" y="121"/>
                  </a:lnTo>
                  <a:lnTo>
                    <a:pt x="602" y="217"/>
                  </a:lnTo>
                  <a:lnTo>
                    <a:pt x="433" y="313"/>
                  </a:lnTo>
                  <a:lnTo>
                    <a:pt x="265" y="434"/>
                  </a:lnTo>
                  <a:lnTo>
                    <a:pt x="169" y="554"/>
                  </a:lnTo>
                  <a:lnTo>
                    <a:pt x="121" y="674"/>
                  </a:lnTo>
                  <a:lnTo>
                    <a:pt x="24" y="1108"/>
                  </a:lnTo>
                  <a:lnTo>
                    <a:pt x="0" y="1228"/>
                  </a:lnTo>
                  <a:lnTo>
                    <a:pt x="0" y="1324"/>
                  </a:lnTo>
                  <a:lnTo>
                    <a:pt x="24" y="1445"/>
                  </a:lnTo>
                  <a:lnTo>
                    <a:pt x="48" y="1541"/>
                  </a:lnTo>
                  <a:lnTo>
                    <a:pt x="169" y="1782"/>
                  </a:lnTo>
                  <a:lnTo>
                    <a:pt x="289" y="1998"/>
                  </a:lnTo>
                  <a:lnTo>
                    <a:pt x="554" y="2287"/>
                  </a:lnTo>
                  <a:lnTo>
                    <a:pt x="674" y="2384"/>
                  </a:lnTo>
                  <a:lnTo>
                    <a:pt x="795" y="2456"/>
                  </a:lnTo>
                  <a:lnTo>
                    <a:pt x="915" y="2504"/>
                  </a:lnTo>
                  <a:lnTo>
                    <a:pt x="1059" y="2504"/>
                  </a:lnTo>
                  <a:lnTo>
                    <a:pt x="1300" y="2480"/>
                  </a:lnTo>
                  <a:lnTo>
                    <a:pt x="1541" y="2456"/>
                  </a:lnTo>
                  <a:lnTo>
                    <a:pt x="1685" y="2408"/>
                  </a:lnTo>
                  <a:lnTo>
                    <a:pt x="1806" y="2336"/>
                  </a:lnTo>
                  <a:lnTo>
                    <a:pt x="1974" y="2191"/>
                  </a:lnTo>
                  <a:lnTo>
                    <a:pt x="2119" y="2023"/>
                  </a:lnTo>
                  <a:lnTo>
                    <a:pt x="2239" y="1854"/>
                  </a:lnTo>
                  <a:lnTo>
                    <a:pt x="2335" y="1637"/>
                  </a:lnTo>
                  <a:lnTo>
                    <a:pt x="2383" y="1493"/>
                  </a:lnTo>
                  <a:lnTo>
                    <a:pt x="2407" y="1349"/>
                  </a:lnTo>
                  <a:lnTo>
                    <a:pt x="2407" y="1228"/>
                  </a:lnTo>
                  <a:lnTo>
                    <a:pt x="2383" y="1108"/>
                  </a:lnTo>
                  <a:lnTo>
                    <a:pt x="2287" y="843"/>
                  </a:lnTo>
                  <a:lnTo>
                    <a:pt x="2167" y="602"/>
                  </a:lnTo>
                  <a:lnTo>
                    <a:pt x="2046" y="434"/>
                  </a:lnTo>
                  <a:lnTo>
                    <a:pt x="1878" y="265"/>
                  </a:lnTo>
                  <a:lnTo>
                    <a:pt x="1782" y="145"/>
                  </a:lnTo>
                  <a:lnTo>
                    <a:pt x="1661" y="73"/>
                  </a:lnTo>
                  <a:lnTo>
                    <a:pt x="1541" y="24"/>
                  </a:lnTo>
                  <a:lnTo>
                    <a:pt x="13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1" name="Google Shape;13421;p31"/>
            <p:cNvSpPr/>
            <p:nvPr/>
          </p:nvSpPr>
          <p:spPr>
            <a:xfrm>
              <a:off x="1267850" y="2158150"/>
              <a:ext cx="20475" cy="23500"/>
            </a:xfrm>
            <a:custGeom>
              <a:avLst/>
              <a:gdLst/>
              <a:ahLst/>
              <a:cxnLst/>
              <a:rect l="l" t="t" r="r" b="b"/>
              <a:pathLst>
                <a:path w="819" h="940" extrusionOk="0">
                  <a:moveTo>
                    <a:pt x="410" y="241"/>
                  </a:moveTo>
                  <a:lnTo>
                    <a:pt x="458" y="313"/>
                  </a:lnTo>
                  <a:lnTo>
                    <a:pt x="506" y="410"/>
                  </a:lnTo>
                  <a:lnTo>
                    <a:pt x="530" y="530"/>
                  </a:lnTo>
                  <a:lnTo>
                    <a:pt x="506" y="602"/>
                  </a:lnTo>
                  <a:lnTo>
                    <a:pt x="458" y="675"/>
                  </a:lnTo>
                  <a:lnTo>
                    <a:pt x="434" y="699"/>
                  </a:lnTo>
                  <a:lnTo>
                    <a:pt x="386" y="699"/>
                  </a:lnTo>
                  <a:lnTo>
                    <a:pt x="337" y="675"/>
                  </a:lnTo>
                  <a:lnTo>
                    <a:pt x="313" y="651"/>
                  </a:lnTo>
                  <a:lnTo>
                    <a:pt x="241" y="602"/>
                  </a:lnTo>
                  <a:lnTo>
                    <a:pt x="217" y="506"/>
                  </a:lnTo>
                  <a:lnTo>
                    <a:pt x="217" y="434"/>
                  </a:lnTo>
                  <a:lnTo>
                    <a:pt x="217" y="362"/>
                  </a:lnTo>
                  <a:lnTo>
                    <a:pt x="241" y="289"/>
                  </a:lnTo>
                  <a:lnTo>
                    <a:pt x="289" y="241"/>
                  </a:lnTo>
                  <a:close/>
                  <a:moveTo>
                    <a:pt x="313" y="1"/>
                  </a:moveTo>
                  <a:lnTo>
                    <a:pt x="241" y="49"/>
                  </a:lnTo>
                  <a:lnTo>
                    <a:pt x="145" y="121"/>
                  </a:lnTo>
                  <a:lnTo>
                    <a:pt x="73" y="217"/>
                  </a:lnTo>
                  <a:lnTo>
                    <a:pt x="24" y="338"/>
                  </a:lnTo>
                  <a:lnTo>
                    <a:pt x="0" y="434"/>
                  </a:lnTo>
                  <a:lnTo>
                    <a:pt x="24" y="554"/>
                  </a:lnTo>
                  <a:lnTo>
                    <a:pt x="49" y="651"/>
                  </a:lnTo>
                  <a:lnTo>
                    <a:pt x="97" y="747"/>
                  </a:lnTo>
                  <a:lnTo>
                    <a:pt x="169" y="819"/>
                  </a:lnTo>
                  <a:lnTo>
                    <a:pt x="265" y="915"/>
                  </a:lnTo>
                  <a:lnTo>
                    <a:pt x="362" y="939"/>
                  </a:lnTo>
                  <a:lnTo>
                    <a:pt x="482" y="939"/>
                  </a:lnTo>
                  <a:lnTo>
                    <a:pt x="578" y="891"/>
                  </a:lnTo>
                  <a:lnTo>
                    <a:pt x="626" y="843"/>
                  </a:lnTo>
                  <a:lnTo>
                    <a:pt x="723" y="771"/>
                  </a:lnTo>
                  <a:lnTo>
                    <a:pt x="771" y="651"/>
                  </a:lnTo>
                  <a:lnTo>
                    <a:pt x="819" y="410"/>
                  </a:lnTo>
                  <a:lnTo>
                    <a:pt x="819" y="362"/>
                  </a:lnTo>
                  <a:lnTo>
                    <a:pt x="795" y="338"/>
                  </a:lnTo>
                  <a:lnTo>
                    <a:pt x="723" y="193"/>
                  </a:lnTo>
                  <a:lnTo>
                    <a:pt x="602" y="97"/>
                  </a:lnTo>
                  <a:lnTo>
                    <a:pt x="530" y="25"/>
                  </a:lnTo>
                  <a:lnTo>
                    <a:pt x="4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E9EDD61-3C7B-42D7-9D83-73ED5EE61FE9}" type="datetimeFigureOut">
              <a:rPr lang="es-ES" smtClean="0"/>
              <a:t>21/08/2026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84669CF6-1C82-47F4-85E2-EE493A7A4E31}" type="slidenum">
              <a:rPr lang="es-ES" smtClean="0"/>
              <a:t>‹Nº›</a:t>
            </a:fld>
            <a:endParaRPr lang="es-ES"/>
          </a:p>
        </p:txBody>
      </p:sp>
    </p:spTree>
    <p:extLst>
      <p:ext uri="{BB962C8B-B14F-4D97-AF65-F5344CB8AC3E}">
        <p14:creationId xmlns:p14="http://schemas.microsoft.com/office/powerpoint/2010/main" val="221698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Encabezado de sección">
    <p:bg>
      <p:bgPr>
        <a:solidFill>
          <a:schemeClr val="dk2"/>
        </a:solidFill>
        <a:effectLst/>
      </p:bgPr>
    </p:bg>
    <p:spTree>
      <p:nvGrpSpPr>
        <p:cNvPr id="1" name="Shape 100"/>
        <p:cNvGrpSpPr/>
        <p:nvPr/>
      </p:nvGrpSpPr>
      <p:grpSpPr>
        <a:xfrm>
          <a:off x="0" y="0"/>
          <a:ext cx="0" cy="0"/>
          <a:chOff x="0" y="0"/>
          <a:chExt cx="0" cy="0"/>
        </a:xfrm>
      </p:grpSpPr>
      <p:sp>
        <p:nvSpPr>
          <p:cNvPr id="101" name="Google Shape;101;p32"/>
          <p:cNvSpPr txBox="1">
            <a:spLocks noGrp="1"/>
          </p:cNvSpPr>
          <p:nvPr>
            <p:ph type="title"/>
          </p:nvPr>
        </p:nvSpPr>
        <p:spPr>
          <a:xfrm>
            <a:off x="573769" y="976020"/>
            <a:ext cx="7209728" cy="2139553"/>
          </a:xfrm>
          <a:prstGeom prst="rect">
            <a:avLst/>
          </a:prstGeom>
          <a:noFill/>
          <a:ln>
            <a:noFill/>
          </a:ln>
        </p:spPr>
        <p:txBody>
          <a:bodyPr spcFirstLastPara="1" wrap="square" lIns="91425" tIns="45700" rIns="91425" bIns="45700" anchor="b" anchorCtr="0">
            <a:normAutofit/>
          </a:bodyPr>
          <a:lstStyle>
            <a:lvl1pPr lvl="0" algn="r">
              <a:lnSpc>
                <a:spcPct val="89000"/>
              </a:lnSpc>
              <a:spcBef>
                <a:spcPts val="0"/>
              </a:spcBef>
              <a:spcAft>
                <a:spcPts val="0"/>
              </a:spcAft>
              <a:buClr>
                <a:schemeClr val="lt2"/>
              </a:buClr>
              <a:buSzPts val="7200"/>
              <a:buFont typeface="Libre Franklin"/>
              <a:buNone/>
              <a:defRPr sz="54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32"/>
          <p:cNvSpPr txBox="1">
            <a:spLocks noGrp="1"/>
          </p:cNvSpPr>
          <p:nvPr>
            <p:ph type="body" idx="1"/>
          </p:nvPr>
        </p:nvSpPr>
        <p:spPr>
          <a:xfrm>
            <a:off x="573769" y="3162246"/>
            <a:ext cx="7209728" cy="857493"/>
          </a:xfrm>
          <a:prstGeom prst="rect">
            <a:avLst/>
          </a:prstGeom>
          <a:noFill/>
          <a:ln>
            <a:noFill/>
          </a:ln>
        </p:spPr>
        <p:txBody>
          <a:bodyPr spcFirstLastPara="1" wrap="square" lIns="91425" tIns="45700" rIns="91425" bIns="45700" anchor="t" anchorCtr="0">
            <a:normAutofit/>
          </a:bodyPr>
          <a:lstStyle>
            <a:lvl1pPr marL="342900" lvl="0" indent="-171450" algn="r">
              <a:lnSpc>
                <a:spcPct val="112000"/>
              </a:lnSpc>
              <a:spcBef>
                <a:spcPts val="0"/>
              </a:spcBef>
              <a:spcAft>
                <a:spcPts val="0"/>
              </a:spcAft>
              <a:buClr>
                <a:schemeClr val="lt2"/>
              </a:buClr>
              <a:buSzPts val="2400"/>
              <a:buNone/>
              <a:defRPr sz="1800">
                <a:solidFill>
                  <a:schemeClr val="lt2"/>
                </a:solidFill>
              </a:defRPr>
            </a:lvl1pPr>
            <a:lvl2pPr marL="685800" lvl="1" indent="-171450" algn="l">
              <a:lnSpc>
                <a:spcPct val="94000"/>
              </a:lnSpc>
              <a:spcBef>
                <a:spcPts val="375"/>
              </a:spcBef>
              <a:spcAft>
                <a:spcPts val="0"/>
              </a:spcAft>
              <a:buClr>
                <a:schemeClr val="lt1"/>
              </a:buClr>
              <a:buSzPts val="2000"/>
              <a:buNone/>
              <a:defRPr sz="1500">
                <a:solidFill>
                  <a:schemeClr val="lt1"/>
                </a:solidFill>
              </a:defRPr>
            </a:lvl2pPr>
            <a:lvl3pPr marL="1028700" lvl="2" indent="-171450" algn="l">
              <a:lnSpc>
                <a:spcPct val="94000"/>
              </a:lnSpc>
              <a:spcBef>
                <a:spcPts val="375"/>
              </a:spcBef>
              <a:spcAft>
                <a:spcPts val="0"/>
              </a:spcAft>
              <a:buClr>
                <a:schemeClr val="lt1"/>
              </a:buClr>
              <a:buSzPts val="1800"/>
              <a:buNone/>
              <a:defRPr sz="1350">
                <a:solidFill>
                  <a:schemeClr val="lt1"/>
                </a:solidFill>
              </a:defRPr>
            </a:lvl3pPr>
            <a:lvl4pPr marL="1371600" lvl="3" indent="-171450" algn="l">
              <a:lnSpc>
                <a:spcPct val="94000"/>
              </a:lnSpc>
              <a:spcBef>
                <a:spcPts val="375"/>
              </a:spcBef>
              <a:spcAft>
                <a:spcPts val="0"/>
              </a:spcAft>
              <a:buClr>
                <a:schemeClr val="lt1"/>
              </a:buClr>
              <a:buSzPts val="1600"/>
              <a:buNone/>
              <a:defRPr sz="1200">
                <a:solidFill>
                  <a:schemeClr val="lt1"/>
                </a:solidFill>
              </a:defRPr>
            </a:lvl4pPr>
            <a:lvl5pPr marL="1714500" lvl="4" indent="-171450" algn="l">
              <a:lnSpc>
                <a:spcPct val="94000"/>
              </a:lnSpc>
              <a:spcBef>
                <a:spcPts val="375"/>
              </a:spcBef>
              <a:spcAft>
                <a:spcPts val="0"/>
              </a:spcAft>
              <a:buClr>
                <a:schemeClr val="lt1"/>
              </a:buClr>
              <a:buSzPts val="1600"/>
              <a:buNone/>
              <a:defRPr sz="1200">
                <a:solidFill>
                  <a:schemeClr val="lt1"/>
                </a:solidFill>
              </a:defRPr>
            </a:lvl5pPr>
            <a:lvl6pPr marL="2057400" lvl="5" indent="-171450" algn="l">
              <a:lnSpc>
                <a:spcPct val="94000"/>
              </a:lnSpc>
              <a:spcBef>
                <a:spcPts val="375"/>
              </a:spcBef>
              <a:spcAft>
                <a:spcPts val="0"/>
              </a:spcAft>
              <a:buClr>
                <a:schemeClr val="lt1"/>
              </a:buClr>
              <a:buSzPts val="1600"/>
              <a:buNone/>
              <a:defRPr sz="1200">
                <a:solidFill>
                  <a:schemeClr val="lt1"/>
                </a:solidFill>
              </a:defRPr>
            </a:lvl6pPr>
            <a:lvl7pPr marL="2400300" lvl="6" indent="-171450" algn="l">
              <a:lnSpc>
                <a:spcPct val="94000"/>
              </a:lnSpc>
              <a:spcBef>
                <a:spcPts val="375"/>
              </a:spcBef>
              <a:spcAft>
                <a:spcPts val="0"/>
              </a:spcAft>
              <a:buClr>
                <a:schemeClr val="lt1"/>
              </a:buClr>
              <a:buSzPts val="1600"/>
              <a:buNone/>
              <a:defRPr sz="1200">
                <a:solidFill>
                  <a:schemeClr val="lt1"/>
                </a:solidFill>
              </a:defRPr>
            </a:lvl7pPr>
            <a:lvl8pPr marL="2743200" lvl="7" indent="-171450" algn="l">
              <a:lnSpc>
                <a:spcPct val="94000"/>
              </a:lnSpc>
              <a:spcBef>
                <a:spcPts val="375"/>
              </a:spcBef>
              <a:spcAft>
                <a:spcPts val="0"/>
              </a:spcAft>
              <a:buClr>
                <a:schemeClr val="lt1"/>
              </a:buClr>
              <a:buSzPts val="1600"/>
              <a:buNone/>
              <a:defRPr sz="1200">
                <a:solidFill>
                  <a:schemeClr val="lt1"/>
                </a:solidFill>
              </a:defRPr>
            </a:lvl8pPr>
            <a:lvl9pPr marL="3086100" lvl="8" indent="-171450" algn="l">
              <a:lnSpc>
                <a:spcPct val="94000"/>
              </a:lnSpc>
              <a:spcBef>
                <a:spcPts val="375"/>
              </a:spcBef>
              <a:spcAft>
                <a:spcPts val="150"/>
              </a:spcAft>
              <a:buClr>
                <a:schemeClr val="lt1"/>
              </a:buClr>
              <a:buSzPts val="1600"/>
              <a:buNone/>
              <a:defRPr sz="1200">
                <a:solidFill>
                  <a:schemeClr val="lt1"/>
                </a:solidFill>
              </a:defRPr>
            </a:lvl9pPr>
          </a:lstStyle>
          <a:p>
            <a:endParaRPr/>
          </a:p>
        </p:txBody>
      </p:sp>
      <p:sp>
        <p:nvSpPr>
          <p:cNvPr id="103" name="Google Shape;103;p32"/>
          <p:cNvSpPr txBox="1">
            <a:spLocks noGrp="1"/>
          </p:cNvSpPr>
          <p:nvPr>
            <p:ph type="dt" idx="10"/>
          </p:nvPr>
        </p:nvSpPr>
        <p:spPr>
          <a:xfrm>
            <a:off x="554181" y="4840039"/>
            <a:ext cx="1216807" cy="30346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32"/>
          <p:cNvSpPr txBox="1">
            <a:spLocks noGrp="1"/>
          </p:cNvSpPr>
          <p:nvPr>
            <p:ph type="ftr" idx="11"/>
          </p:nvPr>
        </p:nvSpPr>
        <p:spPr>
          <a:xfrm>
            <a:off x="1938234" y="4840039"/>
            <a:ext cx="5267533" cy="30346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32"/>
          <p:cNvSpPr txBox="1">
            <a:spLocks noGrp="1"/>
          </p:cNvSpPr>
          <p:nvPr>
            <p:ph type="sldNum" idx="12"/>
          </p:nvPr>
        </p:nvSpPr>
        <p:spPr>
          <a:xfrm>
            <a:off x="7373012" y="4840039"/>
            <a:ext cx="1197219" cy="30346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chemeClr val="lt2"/>
                </a:solidFill>
                <a:latin typeface="Libre Franklin"/>
                <a:ea typeface="Libre Franklin"/>
                <a:cs typeface="Libre Franklin"/>
                <a:sym typeface="Libre Franklin"/>
              </a:defRPr>
            </a:lvl1pPr>
            <a:lvl2pPr marL="0" lvl="1" indent="0" algn="r">
              <a:spcBef>
                <a:spcPts val="0"/>
              </a:spcBef>
              <a:buNone/>
              <a:defRPr sz="900">
                <a:solidFill>
                  <a:schemeClr val="lt2"/>
                </a:solidFill>
                <a:latin typeface="Libre Franklin"/>
                <a:ea typeface="Libre Franklin"/>
                <a:cs typeface="Libre Franklin"/>
                <a:sym typeface="Libre Franklin"/>
              </a:defRPr>
            </a:lvl2pPr>
            <a:lvl3pPr marL="0" lvl="2" indent="0" algn="r">
              <a:spcBef>
                <a:spcPts val="0"/>
              </a:spcBef>
              <a:buNone/>
              <a:defRPr sz="900">
                <a:solidFill>
                  <a:schemeClr val="lt2"/>
                </a:solidFill>
                <a:latin typeface="Libre Franklin"/>
                <a:ea typeface="Libre Franklin"/>
                <a:cs typeface="Libre Franklin"/>
                <a:sym typeface="Libre Franklin"/>
              </a:defRPr>
            </a:lvl3pPr>
            <a:lvl4pPr marL="0" lvl="3" indent="0" algn="r">
              <a:spcBef>
                <a:spcPts val="0"/>
              </a:spcBef>
              <a:buNone/>
              <a:defRPr sz="900">
                <a:solidFill>
                  <a:schemeClr val="lt2"/>
                </a:solidFill>
                <a:latin typeface="Libre Franklin"/>
                <a:ea typeface="Libre Franklin"/>
                <a:cs typeface="Libre Franklin"/>
                <a:sym typeface="Libre Franklin"/>
              </a:defRPr>
            </a:lvl4pPr>
            <a:lvl5pPr marL="0" lvl="4" indent="0" algn="r">
              <a:spcBef>
                <a:spcPts val="0"/>
              </a:spcBef>
              <a:buNone/>
              <a:defRPr sz="900">
                <a:solidFill>
                  <a:schemeClr val="lt2"/>
                </a:solidFill>
                <a:latin typeface="Libre Franklin"/>
                <a:ea typeface="Libre Franklin"/>
                <a:cs typeface="Libre Franklin"/>
                <a:sym typeface="Libre Franklin"/>
              </a:defRPr>
            </a:lvl5pPr>
            <a:lvl6pPr marL="0" lvl="5" indent="0" algn="r">
              <a:spcBef>
                <a:spcPts val="0"/>
              </a:spcBef>
              <a:buNone/>
              <a:defRPr sz="900">
                <a:solidFill>
                  <a:schemeClr val="lt2"/>
                </a:solidFill>
                <a:latin typeface="Libre Franklin"/>
                <a:ea typeface="Libre Franklin"/>
                <a:cs typeface="Libre Franklin"/>
                <a:sym typeface="Libre Franklin"/>
              </a:defRPr>
            </a:lvl6pPr>
            <a:lvl7pPr marL="0" lvl="6" indent="0" algn="r">
              <a:spcBef>
                <a:spcPts val="0"/>
              </a:spcBef>
              <a:buNone/>
              <a:defRPr sz="900">
                <a:solidFill>
                  <a:schemeClr val="lt2"/>
                </a:solidFill>
                <a:latin typeface="Libre Franklin"/>
                <a:ea typeface="Libre Franklin"/>
                <a:cs typeface="Libre Franklin"/>
                <a:sym typeface="Libre Franklin"/>
              </a:defRPr>
            </a:lvl7pPr>
            <a:lvl8pPr marL="0" lvl="7" indent="0" algn="r">
              <a:spcBef>
                <a:spcPts val="0"/>
              </a:spcBef>
              <a:buNone/>
              <a:defRPr sz="900">
                <a:solidFill>
                  <a:schemeClr val="lt2"/>
                </a:solidFill>
                <a:latin typeface="Libre Franklin"/>
                <a:ea typeface="Libre Franklin"/>
                <a:cs typeface="Libre Franklin"/>
                <a:sym typeface="Libre Franklin"/>
              </a:defRPr>
            </a:lvl8pPr>
            <a:lvl9pPr marL="0" lvl="8" indent="0" algn="r">
              <a:spcBef>
                <a:spcPts val="0"/>
              </a:spcBef>
              <a:buNone/>
              <a:defRPr sz="900">
                <a:solidFill>
                  <a:schemeClr val="lt2"/>
                </a:solidFill>
                <a:latin typeface="Libre Franklin"/>
                <a:ea typeface="Libre Franklin"/>
                <a:cs typeface="Libre Franklin"/>
                <a:sym typeface="Libre Franklin"/>
              </a:defRPr>
            </a:lvl9pPr>
          </a:lstStyle>
          <a:p>
            <a:fld id="{00000000-1234-1234-1234-123412341234}" type="slidenum">
              <a:rPr lang="es-ES" smtClean="0"/>
              <a:pPr/>
              <a:t>‹Nº›</a:t>
            </a:fld>
            <a:endParaRPr lang="es-ES"/>
          </a:p>
        </p:txBody>
      </p:sp>
      <p:sp>
        <p:nvSpPr>
          <p:cNvPr id="106" name="Google Shape;106;p32" title="Crop Mark"/>
          <p:cNvSpPr/>
          <p:nvPr/>
        </p:nvSpPr>
        <p:spPr>
          <a:xfrm>
            <a:off x="6113972" y="1264239"/>
            <a:ext cx="2456260" cy="3306366"/>
          </a:xfrm>
          <a:custGeom>
            <a:avLst/>
            <a:gdLst/>
            <a:ahLst/>
            <a:cxnLst/>
            <a:rect l="l" t="t" r="r" b="b"/>
            <a:pathLst>
              <a:path w="4125" h="5554" extrusionOk="0">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extLst>
      <p:ext uri="{BB962C8B-B14F-4D97-AF65-F5344CB8AC3E}">
        <p14:creationId xmlns:p14="http://schemas.microsoft.com/office/powerpoint/2010/main" val="247305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99150" y="445025"/>
            <a:ext cx="7945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Oswald"/>
              <a:buNone/>
              <a:defRPr sz="3200" b="1">
                <a:solidFill>
                  <a:schemeClr val="dk1"/>
                </a:solidFill>
                <a:latin typeface="Oswald"/>
                <a:ea typeface="Oswald"/>
                <a:cs typeface="Oswald"/>
                <a:sym typeface="Oswald"/>
              </a:defRPr>
            </a:lvl1pPr>
            <a:lvl2pPr lvl="1" rtl="0">
              <a:spcBef>
                <a:spcPts val="0"/>
              </a:spcBef>
              <a:spcAft>
                <a:spcPts val="0"/>
              </a:spcAft>
              <a:buClr>
                <a:schemeClr val="dk1"/>
              </a:buClr>
              <a:buSzPts val="3200"/>
              <a:buFont typeface="Oswald"/>
              <a:buNone/>
              <a:defRPr sz="3200" b="1">
                <a:solidFill>
                  <a:schemeClr val="dk1"/>
                </a:solidFill>
                <a:latin typeface="Oswald"/>
                <a:ea typeface="Oswald"/>
                <a:cs typeface="Oswald"/>
                <a:sym typeface="Oswald"/>
              </a:defRPr>
            </a:lvl2pPr>
            <a:lvl3pPr lvl="2" rtl="0">
              <a:spcBef>
                <a:spcPts val="0"/>
              </a:spcBef>
              <a:spcAft>
                <a:spcPts val="0"/>
              </a:spcAft>
              <a:buClr>
                <a:schemeClr val="dk1"/>
              </a:buClr>
              <a:buSzPts val="3200"/>
              <a:buFont typeface="Oswald"/>
              <a:buNone/>
              <a:defRPr sz="3200" b="1">
                <a:solidFill>
                  <a:schemeClr val="dk1"/>
                </a:solidFill>
                <a:latin typeface="Oswald"/>
                <a:ea typeface="Oswald"/>
                <a:cs typeface="Oswald"/>
                <a:sym typeface="Oswald"/>
              </a:defRPr>
            </a:lvl3pPr>
            <a:lvl4pPr lvl="3" rtl="0">
              <a:spcBef>
                <a:spcPts val="0"/>
              </a:spcBef>
              <a:spcAft>
                <a:spcPts val="0"/>
              </a:spcAft>
              <a:buClr>
                <a:schemeClr val="dk1"/>
              </a:buClr>
              <a:buSzPts val="3200"/>
              <a:buFont typeface="Oswald"/>
              <a:buNone/>
              <a:defRPr sz="3200" b="1">
                <a:solidFill>
                  <a:schemeClr val="dk1"/>
                </a:solidFill>
                <a:latin typeface="Oswald"/>
                <a:ea typeface="Oswald"/>
                <a:cs typeface="Oswald"/>
                <a:sym typeface="Oswald"/>
              </a:defRPr>
            </a:lvl4pPr>
            <a:lvl5pPr lvl="4" rtl="0">
              <a:spcBef>
                <a:spcPts val="0"/>
              </a:spcBef>
              <a:spcAft>
                <a:spcPts val="0"/>
              </a:spcAft>
              <a:buClr>
                <a:schemeClr val="dk1"/>
              </a:buClr>
              <a:buSzPts val="3200"/>
              <a:buFont typeface="Oswald"/>
              <a:buNone/>
              <a:defRPr sz="3200" b="1">
                <a:solidFill>
                  <a:schemeClr val="dk1"/>
                </a:solidFill>
                <a:latin typeface="Oswald"/>
                <a:ea typeface="Oswald"/>
                <a:cs typeface="Oswald"/>
                <a:sym typeface="Oswald"/>
              </a:defRPr>
            </a:lvl5pPr>
            <a:lvl6pPr lvl="5" rtl="0">
              <a:spcBef>
                <a:spcPts val="0"/>
              </a:spcBef>
              <a:spcAft>
                <a:spcPts val="0"/>
              </a:spcAft>
              <a:buClr>
                <a:schemeClr val="dk1"/>
              </a:buClr>
              <a:buSzPts val="3200"/>
              <a:buFont typeface="Oswald"/>
              <a:buNone/>
              <a:defRPr sz="3200" b="1">
                <a:solidFill>
                  <a:schemeClr val="dk1"/>
                </a:solidFill>
                <a:latin typeface="Oswald"/>
                <a:ea typeface="Oswald"/>
                <a:cs typeface="Oswald"/>
                <a:sym typeface="Oswald"/>
              </a:defRPr>
            </a:lvl6pPr>
            <a:lvl7pPr lvl="6" rtl="0">
              <a:spcBef>
                <a:spcPts val="0"/>
              </a:spcBef>
              <a:spcAft>
                <a:spcPts val="0"/>
              </a:spcAft>
              <a:buClr>
                <a:schemeClr val="dk1"/>
              </a:buClr>
              <a:buSzPts val="3200"/>
              <a:buFont typeface="Oswald"/>
              <a:buNone/>
              <a:defRPr sz="3200" b="1">
                <a:solidFill>
                  <a:schemeClr val="dk1"/>
                </a:solidFill>
                <a:latin typeface="Oswald"/>
                <a:ea typeface="Oswald"/>
                <a:cs typeface="Oswald"/>
                <a:sym typeface="Oswald"/>
              </a:defRPr>
            </a:lvl7pPr>
            <a:lvl8pPr lvl="7" rtl="0">
              <a:spcBef>
                <a:spcPts val="0"/>
              </a:spcBef>
              <a:spcAft>
                <a:spcPts val="0"/>
              </a:spcAft>
              <a:buClr>
                <a:schemeClr val="dk1"/>
              </a:buClr>
              <a:buSzPts val="3200"/>
              <a:buFont typeface="Oswald"/>
              <a:buNone/>
              <a:defRPr sz="3200" b="1">
                <a:solidFill>
                  <a:schemeClr val="dk1"/>
                </a:solidFill>
                <a:latin typeface="Oswald"/>
                <a:ea typeface="Oswald"/>
                <a:cs typeface="Oswald"/>
                <a:sym typeface="Oswald"/>
              </a:defRPr>
            </a:lvl8pPr>
            <a:lvl9pPr lvl="8" rtl="0">
              <a:spcBef>
                <a:spcPts val="0"/>
              </a:spcBef>
              <a:spcAft>
                <a:spcPts val="0"/>
              </a:spcAft>
              <a:buClr>
                <a:schemeClr val="dk1"/>
              </a:buClr>
              <a:buSzPts val="3200"/>
              <a:buFont typeface="Oswald"/>
              <a:buNone/>
              <a:defRPr sz="3200" b="1">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599150" y="1152475"/>
            <a:ext cx="7945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Work Sans"/>
              <a:buChar char="●"/>
              <a:defRPr>
                <a:solidFill>
                  <a:schemeClr val="dk1"/>
                </a:solidFill>
                <a:latin typeface="Work Sans"/>
                <a:ea typeface="Work Sans"/>
                <a:cs typeface="Work Sans"/>
                <a:sym typeface="Work Sans"/>
              </a:defRPr>
            </a:lvl1pPr>
            <a:lvl2pPr marL="914400" lvl="1" indent="-3175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2pPr>
            <a:lvl3pPr marL="1371600" lvl="2" indent="-3175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3pPr>
            <a:lvl4pPr marL="1828800" lvl="3" indent="-3175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4pPr>
            <a:lvl5pPr marL="2286000" lvl="4" indent="-3175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5pPr>
            <a:lvl6pPr marL="2743200" lvl="5" indent="-3175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6pPr>
            <a:lvl7pPr marL="3200400" lvl="6" indent="-3175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7pPr>
            <a:lvl8pPr marL="3657600" lvl="7" indent="-317500">
              <a:lnSpc>
                <a:spcPct val="100000"/>
              </a:lnSpc>
              <a:spcBef>
                <a:spcPts val="1600"/>
              </a:spcBef>
              <a:spcAft>
                <a:spcPts val="0"/>
              </a:spcAft>
              <a:buClr>
                <a:schemeClr val="dk1"/>
              </a:buClr>
              <a:buSzPts val="1400"/>
              <a:buFont typeface="Work Sans"/>
              <a:buChar char="○"/>
              <a:defRPr>
                <a:solidFill>
                  <a:schemeClr val="dk1"/>
                </a:solidFill>
                <a:latin typeface="Work Sans"/>
                <a:ea typeface="Work Sans"/>
                <a:cs typeface="Work Sans"/>
                <a:sym typeface="Work Sans"/>
              </a:defRPr>
            </a:lvl8pPr>
            <a:lvl9pPr marL="4114800" lvl="8" indent="-317500">
              <a:lnSpc>
                <a:spcPct val="100000"/>
              </a:lnSpc>
              <a:spcBef>
                <a:spcPts val="1600"/>
              </a:spcBef>
              <a:spcAft>
                <a:spcPts val="1600"/>
              </a:spcAft>
              <a:buClr>
                <a:schemeClr val="dk1"/>
              </a:buClr>
              <a:buSzPts val="1400"/>
              <a:buFont typeface="Work Sans"/>
              <a:buChar char="■"/>
              <a:defRPr>
                <a:solidFill>
                  <a:schemeClr val="dk1"/>
                </a:solidFill>
                <a:latin typeface="Work Sans"/>
                <a:ea typeface="Work Sans"/>
                <a:cs typeface="Work Sans"/>
                <a:sym typeface="Work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8" r:id="rId5"/>
    <p:sldLayoutId id="2147483659" r:id="rId6"/>
    <p:sldLayoutId id="2147483660" r:id="rId7"/>
    <p:sldLayoutId id="2147483666" r:id="rId8"/>
    <p:sldLayoutId id="2147483671" r:id="rId9"/>
    <p:sldLayoutId id="2147483676" r:id="rId10"/>
    <p:sldLayoutId id="2147483677" r:id="rId11"/>
    <p:sldLayoutId id="2147483684" r:id="rId12"/>
    <p:sldLayoutId id="2147483685"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3.jpeg"/></Relationships>
</file>

<file path=ppt/slides/_rels/slide3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image" Target="../media/image21.jpe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3.jpeg"/><Relationship Id="rId7"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5.xml"/><Relationship Id="rId6" Type="http://schemas.openxmlformats.org/officeDocument/2006/relationships/customXml" Target="../ink/ink2.xml"/><Relationship Id="rId5" Type="http://schemas.openxmlformats.org/officeDocument/2006/relationships/image" Target="../media/image24.png"/><Relationship Id="rId4" Type="http://schemas.openxmlformats.org/officeDocument/2006/relationships/customXml" Target="../ink/ink1.xml"/><Relationship Id="rId9" Type="http://schemas.openxmlformats.org/officeDocument/2006/relationships/image" Target="../media/image26.png"/></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34.jpeg"/></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5.xml"/><Relationship Id="rId4" Type="http://schemas.openxmlformats.org/officeDocument/2006/relationships/image" Target="../media/image37.jpeg"/></Relationships>
</file>

<file path=ppt/slides/_rels/slide4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56.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47.png"/></Relationships>
</file>

<file path=ppt/slides/_rels/slide59.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50.jpg"/></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51.xml"/><Relationship Id="rId1" Type="http://schemas.openxmlformats.org/officeDocument/2006/relationships/slideLayout" Target="../slideLayouts/slideLayout10.xml"/><Relationship Id="rId4" Type="http://schemas.openxmlformats.org/officeDocument/2006/relationships/image" Target="../media/image57.jpg"/></Relationships>
</file>

<file path=ppt/slides/_rels/slide69.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6.xml"/><Relationship Id="rId1" Type="http://schemas.openxmlformats.org/officeDocument/2006/relationships/slideLayout" Target="../slideLayouts/slideLayout10.xml"/><Relationship Id="rId4" Type="http://schemas.openxmlformats.org/officeDocument/2006/relationships/image" Target="../media/image63.jpeg"/></Relationships>
</file>

<file path=ppt/slides/_rels/slide74.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image" Target="../media/image72.gif"/><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75.gif"/><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76.xml"/><Relationship Id="rId1" Type="http://schemas.openxmlformats.org/officeDocument/2006/relationships/slideLayout" Target="../slideLayouts/slideLayout3.xml"/><Relationship Id="rId5" Type="http://schemas.openxmlformats.org/officeDocument/2006/relationships/image" Target="../media/image101.png"/><Relationship Id="rId4" Type="http://schemas.openxmlformats.org/officeDocument/2006/relationships/image" Target="../media/image100.png"/></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80.xml"/><Relationship Id="rId1" Type="http://schemas.openxmlformats.org/officeDocument/2006/relationships/slideLayout" Target="../slideLayouts/slideLayout3.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2.xml"/><Relationship Id="rId1" Type="http://schemas.openxmlformats.org/officeDocument/2006/relationships/slideLayout" Target="../slideLayouts/slideLayout3.xml"/><Relationship Id="rId4" Type="http://schemas.openxmlformats.org/officeDocument/2006/relationships/image" Target="../media/image109.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image" Target="../media/image113.jpg"/><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image" Target="../media/image114.jp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3" Type="http://schemas.openxmlformats.org/officeDocument/2006/relationships/image" Target="../media/image116.jp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435"/>
        <p:cNvGrpSpPr/>
        <p:nvPr/>
      </p:nvGrpSpPr>
      <p:grpSpPr>
        <a:xfrm>
          <a:off x="0" y="0"/>
          <a:ext cx="0" cy="0"/>
          <a:chOff x="0" y="0"/>
          <a:chExt cx="0" cy="0"/>
        </a:xfrm>
      </p:grpSpPr>
      <p:sp>
        <p:nvSpPr>
          <p:cNvPr id="13436" name="Google Shape;13436;p37"/>
          <p:cNvSpPr/>
          <p:nvPr/>
        </p:nvSpPr>
        <p:spPr>
          <a:xfrm>
            <a:off x="3250870" y="3303849"/>
            <a:ext cx="2619000" cy="7995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7" name="Google Shape;13437;p37"/>
          <p:cNvSpPr txBox="1">
            <a:spLocks noGrp="1"/>
          </p:cNvSpPr>
          <p:nvPr>
            <p:ph type="ctrTitle"/>
          </p:nvPr>
        </p:nvSpPr>
        <p:spPr>
          <a:xfrm>
            <a:off x="1451962" y="752206"/>
            <a:ext cx="5958900" cy="18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500" dirty="0">
                <a:solidFill>
                  <a:schemeClr val="accent1"/>
                </a:solidFill>
              </a:rPr>
              <a:t>Enfoque Diagnostico Monoartritis</a:t>
            </a:r>
            <a:endParaRPr sz="4500" dirty="0">
              <a:solidFill>
                <a:schemeClr val="accent1"/>
              </a:solidFill>
            </a:endParaRPr>
          </a:p>
        </p:txBody>
      </p:sp>
      <p:sp>
        <p:nvSpPr>
          <p:cNvPr id="13438" name="Google Shape;13438;p37"/>
          <p:cNvSpPr txBox="1">
            <a:spLocks noGrp="1"/>
          </p:cNvSpPr>
          <p:nvPr>
            <p:ph type="subTitle" idx="1"/>
          </p:nvPr>
        </p:nvSpPr>
        <p:spPr>
          <a:xfrm>
            <a:off x="3154247" y="3381668"/>
            <a:ext cx="2782200" cy="67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Dr Roldan, Brian</a:t>
            </a:r>
          </a:p>
          <a:p>
            <a:pPr marL="0" lvl="0" indent="0" algn="ctr" rtl="0">
              <a:spcBef>
                <a:spcPts val="0"/>
              </a:spcBef>
              <a:spcAft>
                <a:spcPts val="0"/>
              </a:spcAft>
              <a:buNone/>
            </a:pPr>
            <a:r>
              <a:rPr lang="en" dirty="0"/>
              <a:t>Reumatológo UBA</a:t>
            </a:r>
          </a:p>
        </p:txBody>
      </p:sp>
      <p:sp>
        <p:nvSpPr>
          <p:cNvPr id="13439" name="Google Shape;13439;p37"/>
          <p:cNvSpPr/>
          <p:nvPr/>
        </p:nvSpPr>
        <p:spPr>
          <a:xfrm rot="-527727">
            <a:off x="909557" y="2531392"/>
            <a:ext cx="1750080" cy="175008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40" name="Google Shape;13440;p37"/>
          <p:cNvGrpSpPr/>
          <p:nvPr/>
        </p:nvGrpSpPr>
        <p:grpSpPr>
          <a:xfrm rot="173785">
            <a:off x="6183534" y="1184905"/>
            <a:ext cx="2454655" cy="5572980"/>
            <a:chOff x="6027775" y="321875"/>
            <a:chExt cx="972825" cy="2208675"/>
          </a:xfrm>
        </p:grpSpPr>
        <p:sp>
          <p:nvSpPr>
            <p:cNvPr id="13441" name="Google Shape;13441;p37"/>
            <p:cNvSpPr/>
            <p:nvPr/>
          </p:nvSpPr>
          <p:spPr>
            <a:xfrm>
              <a:off x="6204950" y="2196600"/>
              <a:ext cx="183625" cy="221225"/>
            </a:xfrm>
            <a:custGeom>
              <a:avLst/>
              <a:gdLst/>
              <a:ahLst/>
              <a:cxnLst/>
              <a:rect l="l" t="t" r="r" b="b"/>
              <a:pathLst>
                <a:path w="7345" h="8849" extrusionOk="0">
                  <a:moveTo>
                    <a:pt x="2062" y="1"/>
                  </a:moveTo>
                  <a:lnTo>
                    <a:pt x="1" y="8333"/>
                  </a:lnTo>
                  <a:lnTo>
                    <a:pt x="5455" y="8848"/>
                  </a:lnTo>
                  <a:lnTo>
                    <a:pt x="7345" y="602"/>
                  </a:lnTo>
                  <a:lnTo>
                    <a:pt x="2062" y="1"/>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2" name="Google Shape;13442;p37"/>
            <p:cNvSpPr/>
            <p:nvPr/>
          </p:nvSpPr>
          <p:spPr>
            <a:xfrm>
              <a:off x="6027775" y="2364100"/>
              <a:ext cx="364025" cy="166450"/>
            </a:xfrm>
            <a:custGeom>
              <a:avLst/>
              <a:gdLst/>
              <a:ahLst/>
              <a:cxnLst/>
              <a:rect l="l" t="t" r="r" b="b"/>
              <a:pathLst>
                <a:path w="14561" h="6658" extrusionOk="0">
                  <a:moveTo>
                    <a:pt x="5971" y="1"/>
                  </a:moveTo>
                  <a:lnTo>
                    <a:pt x="4468" y="3437"/>
                  </a:lnTo>
                  <a:lnTo>
                    <a:pt x="216" y="5799"/>
                  </a:lnTo>
                  <a:lnTo>
                    <a:pt x="130" y="5885"/>
                  </a:lnTo>
                  <a:lnTo>
                    <a:pt x="44" y="6014"/>
                  </a:lnTo>
                  <a:lnTo>
                    <a:pt x="1" y="6143"/>
                  </a:lnTo>
                  <a:lnTo>
                    <a:pt x="44" y="6271"/>
                  </a:lnTo>
                  <a:lnTo>
                    <a:pt x="87" y="6400"/>
                  </a:lnTo>
                  <a:lnTo>
                    <a:pt x="173" y="6486"/>
                  </a:lnTo>
                  <a:lnTo>
                    <a:pt x="259" y="6529"/>
                  </a:lnTo>
                  <a:lnTo>
                    <a:pt x="430" y="6572"/>
                  </a:lnTo>
                  <a:lnTo>
                    <a:pt x="13186" y="6658"/>
                  </a:lnTo>
                  <a:lnTo>
                    <a:pt x="13315" y="6615"/>
                  </a:lnTo>
                  <a:lnTo>
                    <a:pt x="13444" y="6529"/>
                  </a:lnTo>
                  <a:lnTo>
                    <a:pt x="13530" y="6443"/>
                  </a:lnTo>
                  <a:lnTo>
                    <a:pt x="13573" y="6314"/>
                  </a:lnTo>
                  <a:lnTo>
                    <a:pt x="14561" y="516"/>
                  </a:lnTo>
                  <a:lnTo>
                    <a:pt x="59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3" name="Google Shape;13443;p37"/>
            <p:cNvSpPr/>
            <p:nvPr/>
          </p:nvSpPr>
          <p:spPr>
            <a:xfrm>
              <a:off x="6634450" y="2185875"/>
              <a:ext cx="135300" cy="229800"/>
            </a:xfrm>
            <a:custGeom>
              <a:avLst/>
              <a:gdLst/>
              <a:ahLst/>
              <a:cxnLst/>
              <a:rect l="l" t="t" r="r" b="b"/>
              <a:pathLst>
                <a:path w="5412" h="9192" extrusionOk="0">
                  <a:moveTo>
                    <a:pt x="5369" y="0"/>
                  </a:moveTo>
                  <a:lnTo>
                    <a:pt x="86" y="601"/>
                  </a:lnTo>
                  <a:lnTo>
                    <a:pt x="0" y="9191"/>
                  </a:lnTo>
                  <a:lnTo>
                    <a:pt x="5412" y="8418"/>
                  </a:lnTo>
                  <a:lnTo>
                    <a:pt x="5369"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4" name="Google Shape;13444;p37"/>
            <p:cNvSpPr/>
            <p:nvPr/>
          </p:nvSpPr>
          <p:spPr>
            <a:xfrm>
              <a:off x="6479825" y="2371625"/>
              <a:ext cx="336100" cy="157850"/>
            </a:xfrm>
            <a:custGeom>
              <a:avLst/>
              <a:gdLst/>
              <a:ahLst/>
              <a:cxnLst/>
              <a:rect l="l" t="t" r="r" b="b"/>
              <a:pathLst>
                <a:path w="13444" h="6314" extrusionOk="0">
                  <a:moveTo>
                    <a:pt x="4897" y="0"/>
                  </a:moveTo>
                  <a:lnTo>
                    <a:pt x="4768" y="43"/>
                  </a:lnTo>
                  <a:lnTo>
                    <a:pt x="4639" y="129"/>
                  </a:lnTo>
                  <a:lnTo>
                    <a:pt x="4510" y="258"/>
                  </a:lnTo>
                  <a:lnTo>
                    <a:pt x="4510" y="387"/>
                  </a:lnTo>
                  <a:lnTo>
                    <a:pt x="4424" y="2878"/>
                  </a:lnTo>
                  <a:lnTo>
                    <a:pt x="4424" y="3007"/>
                  </a:lnTo>
                  <a:lnTo>
                    <a:pt x="4381" y="3093"/>
                  </a:lnTo>
                  <a:lnTo>
                    <a:pt x="4338" y="3179"/>
                  </a:lnTo>
                  <a:lnTo>
                    <a:pt x="4253" y="3222"/>
                  </a:lnTo>
                  <a:lnTo>
                    <a:pt x="215" y="5498"/>
                  </a:lnTo>
                  <a:lnTo>
                    <a:pt x="86" y="5584"/>
                  </a:lnTo>
                  <a:lnTo>
                    <a:pt x="1" y="5713"/>
                  </a:lnTo>
                  <a:lnTo>
                    <a:pt x="1" y="5842"/>
                  </a:lnTo>
                  <a:lnTo>
                    <a:pt x="1" y="5970"/>
                  </a:lnTo>
                  <a:lnTo>
                    <a:pt x="44" y="6099"/>
                  </a:lnTo>
                  <a:lnTo>
                    <a:pt x="129" y="6185"/>
                  </a:lnTo>
                  <a:lnTo>
                    <a:pt x="258" y="6228"/>
                  </a:lnTo>
                  <a:lnTo>
                    <a:pt x="387" y="6271"/>
                  </a:lnTo>
                  <a:lnTo>
                    <a:pt x="13057" y="6314"/>
                  </a:lnTo>
                  <a:lnTo>
                    <a:pt x="13229" y="6314"/>
                  </a:lnTo>
                  <a:lnTo>
                    <a:pt x="13358" y="6185"/>
                  </a:lnTo>
                  <a:lnTo>
                    <a:pt x="13444" y="6056"/>
                  </a:lnTo>
                  <a:lnTo>
                    <a:pt x="13444" y="5884"/>
                  </a:lnTo>
                  <a:lnTo>
                    <a:pt x="12928" y="559"/>
                  </a:lnTo>
                  <a:lnTo>
                    <a:pt x="12885" y="387"/>
                  </a:lnTo>
                  <a:lnTo>
                    <a:pt x="12799" y="301"/>
                  </a:lnTo>
                  <a:lnTo>
                    <a:pt x="12671" y="215"/>
                  </a:lnTo>
                  <a:lnTo>
                    <a:pt x="12499" y="172"/>
                  </a:lnTo>
                  <a:lnTo>
                    <a:pt x="48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5" name="Google Shape;13445;p37"/>
            <p:cNvSpPr/>
            <p:nvPr/>
          </p:nvSpPr>
          <p:spPr>
            <a:xfrm>
              <a:off x="6144825" y="1257075"/>
              <a:ext cx="461725" cy="1014725"/>
            </a:xfrm>
            <a:custGeom>
              <a:avLst/>
              <a:gdLst/>
              <a:ahLst/>
              <a:cxnLst/>
              <a:rect l="l" t="t" r="r" b="b"/>
              <a:pathLst>
                <a:path w="18469" h="40589" extrusionOk="0">
                  <a:moveTo>
                    <a:pt x="7903" y="1"/>
                  </a:moveTo>
                  <a:lnTo>
                    <a:pt x="0" y="39643"/>
                  </a:lnTo>
                  <a:lnTo>
                    <a:pt x="11468" y="40588"/>
                  </a:lnTo>
                  <a:lnTo>
                    <a:pt x="16965" y="7345"/>
                  </a:lnTo>
                  <a:lnTo>
                    <a:pt x="1846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6" name="Google Shape;13446;p37"/>
            <p:cNvSpPr/>
            <p:nvPr/>
          </p:nvSpPr>
          <p:spPr>
            <a:xfrm>
              <a:off x="6142675" y="1443925"/>
              <a:ext cx="427375" cy="830025"/>
            </a:xfrm>
            <a:custGeom>
              <a:avLst/>
              <a:gdLst/>
              <a:ahLst/>
              <a:cxnLst/>
              <a:rect l="l" t="t" r="r" b="b"/>
              <a:pathLst>
                <a:path w="17095" h="33201" extrusionOk="0">
                  <a:moveTo>
                    <a:pt x="17008" y="0"/>
                  </a:moveTo>
                  <a:lnTo>
                    <a:pt x="16965" y="43"/>
                  </a:lnTo>
                  <a:lnTo>
                    <a:pt x="16923" y="86"/>
                  </a:lnTo>
                  <a:lnTo>
                    <a:pt x="11468" y="32985"/>
                  </a:lnTo>
                  <a:lnTo>
                    <a:pt x="86" y="32083"/>
                  </a:lnTo>
                  <a:lnTo>
                    <a:pt x="0" y="32083"/>
                  </a:lnTo>
                  <a:lnTo>
                    <a:pt x="0" y="32169"/>
                  </a:lnTo>
                  <a:lnTo>
                    <a:pt x="0" y="32255"/>
                  </a:lnTo>
                  <a:lnTo>
                    <a:pt x="86" y="32255"/>
                  </a:lnTo>
                  <a:lnTo>
                    <a:pt x="11640" y="33200"/>
                  </a:lnTo>
                  <a:lnTo>
                    <a:pt x="17094" y="129"/>
                  </a:lnTo>
                  <a:lnTo>
                    <a:pt x="17094" y="43"/>
                  </a:lnTo>
                  <a:lnTo>
                    <a:pt x="17008" y="0"/>
                  </a:lnTo>
                  <a:close/>
                </a:path>
              </a:pathLst>
            </a:custGeom>
            <a:solidFill>
              <a:srgbClr val="0100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7" name="Google Shape;13447;p37"/>
            <p:cNvSpPr/>
            <p:nvPr/>
          </p:nvSpPr>
          <p:spPr>
            <a:xfrm>
              <a:off x="6481975" y="1411700"/>
              <a:ext cx="71975" cy="361875"/>
            </a:xfrm>
            <a:custGeom>
              <a:avLst/>
              <a:gdLst/>
              <a:ahLst/>
              <a:cxnLst/>
              <a:rect l="l" t="t" r="r" b="b"/>
              <a:pathLst>
                <a:path w="2879" h="14475" extrusionOk="0">
                  <a:moveTo>
                    <a:pt x="0" y="1"/>
                  </a:moveTo>
                  <a:lnTo>
                    <a:pt x="0" y="87"/>
                  </a:lnTo>
                  <a:lnTo>
                    <a:pt x="1761" y="215"/>
                  </a:lnTo>
                  <a:lnTo>
                    <a:pt x="2835" y="14475"/>
                  </a:lnTo>
                  <a:lnTo>
                    <a:pt x="2878" y="14475"/>
                  </a:lnTo>
                  <a:lnTo>
                    <a:pt x="1804" y="215"/>
                  </a:lnTo>
                  <a:lnTo>
                    <a:pt x="1804" y="172"/>
                  </a:lnTo>
                  <a:lnTo>
                    <a:pt x="0" y="1"/>
                  </a:lnTo>
                  <a:close/>
                </a:path>
              </a:pathLst>
            </a:custGeom>
            <a:solidFill>
              <a:srgbClr val="3A4A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8" name="Google Shape;13448;p37"/>
            <p:cNvSpPr/>
            <p:nvPr/>
          </p:nvSpPr>
          <p:spPr>
            <a:xfrm>
              <a:off x="6421850" y="1156150"/>
              <a:ext cx="443475" cy="1101675"/>
            </a:xfrm>
            <a:custGeom>
              <a:avLst/>
              <a:gdLst/>
              <a:ahLst/>
              <a:cxnLst/>
              <a:rect l="l" t="t" r="r" b="b"/>
              <a:pathLst>
                <a:path w="17739" h="44067" extrusionOk="0">
                  <a:moveTo>
                    <a:pt x="0" y="1"/>
                  </a:moveTo>
                  <a:lnTo>
                    <a:pt x="2405" y="10266"/>
                  </a:lnTo>
                  <a:lnTo>
                    <a:pt x="4209" y="10437"/>
                  </a:lnTo>
                  <a:lnTo>
                    <a:pt x="5841" y="44067"/>
                  </a:lnTo>
                  <a:lnTo>
                    <a:pt x="17738" y="43895"/>
                  </a:lnTo>
                  <a:lnTo>
                    <a:pt x="12756" y="6873"/>
                  </a:lnTo>
                  <a:lnTo>
                    <a:pt x="12241" y="3351"/>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9" name="Google Shape;13449;p37"/>
            <p:cNvSpPr/>
            <p:nvPr/>
          </p:nvSpPr>
          <p:spPr>
            <a:xfrm>
              <a:off x="6479825" y="1410625"/>
              <a:ext cx="387650" cy="849350"/>
            </a:xfrm>
            <a:custGeom>
              <a:avLst/>
              <a:gdLst/>
              <a:ahLst/>
              <a:cxnLst/>
              <a:rect l="l" t="t" r="r" b="b"/>
              <a:pathLst>
                <a:path w="15506" h="33974" extrusionOk="0">
                  <a:moveTo>
                    <a:pt x="1" y="1"/>
                  </a:moveTo>
                  <a:lnTo>
                    <a:pt x="1" y="87"/>
                  </a:lnTo>
                  <a:lnTo>
                    <a:pt x="1" y="130"/>
                  </a:lnTo>
                  <a:lnTo>
                    <a:pt x="86" y="173"/>
                  </a:lnTo>
                  <a:lnTo>
                    <a:pt x="1761" y="344"/>
                  </a:lnTo>
                  <a:lnTo>
                    <a:pt x="3437" y="33888"/>
                  </a:lnTo>
                  <a:lnTo>
                    <a:pt x="3437" y="33974"/>
                  </a:lnTo>
                  <a:lnTo>
                    <a:pt x="15419" y="33802"/>
                  </a:lnTo>
                  <a:lnTo>
                    <a:pt x="15505" y="33802"/>
                  </a:lnTo>
                  <a:lnTo>
                    <a:pt x="15505" y="33716"/>
                  </a:lnTo>
                  <a:lnTo>
                    <a:pt x="15505" y="33630"/>
                  </a:lnTo>
                  <a:lnTo>
                    <a:pt x="15419" y="33630"/>
                  </a:lnTo>
                  <a:lnTo>
                    <a:pt x="3608" y="33759"/>
                  </a:lnTo>
                  <a:lnTo>
                    <a:pt x="1976" y="258"/>
                  </a:lnTo>
                  <a:lnTo>
                    <a:pt x="1976" y="173"/>
                  </a:lnTo>
                  <a:lnTo>
                    <a:pt x="86" y="1"/>
                  </a:lnTo>
                  <a:close/>
                </a:path>
              </a:pathLst>
            </a:custGeom>
            <a:solidFill>
              <a:srgbClr val="0100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0" name="Google Shape;13450;p37"/>
            <p:cNvSpPr/>
            <p:nvPr/>
          </p:nvSpPr>
          <p:spPr>
            <a:xfrm>
              <a:off x="6222125" y="649350"/>
              <a:ext cx="622800" cy="510050"/>
            </a:xfrm>
            <a:custGeom>
              <a:avLst/>
              <a:gdLst/>
              <a:ahLst/>
              <a:cxnLst/>
              <a:rect l="l" t="t" r="r" b="b"/>
              <a:pathLst>
                <a:path w="24912" h="20402" extrusionOk="0">
                  <a:moveTo>
                    <a:pt x="13057" y="1"/>
                  </a:moveTo>
                  <a:lnTo>
                    <a:pt x="12757" y="44"/>
                  </a:lnTo>
                  <a:lnTo>
                    <a:pt x="12112" y="44"/>
                  </a:lnTo>
                  <a:lnTo>
                    <a:pt x="11511" y="87"/>
                  </a:lnTo>
                  <a:lnTo>
                    <a:pt x="10910" y="258"/>
                  </a:lnTo>
                  <a:lnTo>
                    <a:pt x="10266" y="473"/>
                  </a:lnTo>
                  <a:lnTo>
                    <a:pt x="9621" y="731"/>
                  </a:lnTo>
                  <a:lnTo>
                    <a:pt x="8977" y="1074"/>
                  </a:lnTo>
                  <a:lnTo>
                    <a:pt x="8333" y="1418"/>
                  </a:lnTo>
                  <a:lnTo>
                    <a:pt x="7732" y="1804"/>
                  </a:lnTo>
                  <a:lnTo>
                    <a:pt x="6572" y="2578"/>
                  </a:lnTo>
                  <a:lnTo>
                    <a:pt x="5584" y="3308"/>
                  </a:lnTo>
                  <a:lnTo>
                    <a:pt x="4425" y="4253"/>
                  </a:lnTo>
                  <a:lnTo>
                    <a:pt x="4253" y="4424"/>
                  </a:lnTo>
                  <a:lnTo>
                    <a:pt x="4081" y="4682"/>
                  </a:lnTo>
                  <a:lnTo>
                    <a:pt x="3566" y="5584"/>
                  </a:lnTo>
                  <a:lnTo>
                    <a:pt x="2964" y="6744"/>
                  </a:lnTo>
                  <a:lnTo>
                    <a:pt x="2320" y="8161"/>
                  </a:lnTo>
                  <a:lnTo>
                    <a:pt x="1633" y="9664"/>
                  </a:lnTo>
                  <a:lnTo>
                    <a:pt x="1032" y="11167"/>
                  </a:lnTo>
                  <a:lnTo>
                    <a:pt x="516" y="12585"/>
                  </a:lnTo>
                  <a:lnTo>
                    <a:pt x="173" y="13744"/>
                  </a:lnTo>
                  <a:lnTo>
                    <a:pt x="44" y="14303"/>
                  </a:lnTo>
                  <a:lnTo>
                    <a:pt x="1" y="14818"/>
                  </a:lnTo>
                  <a:lnTo>
                    <a:pt x="44" y="15376"/>
                  </a:lnTo>
                  <a:lnTo>
                    <a:pt x="87" y="15935"/>
                  </a:lnTo>
                  <a:lnTo>
                    <a:pt x="215" y="16493"/>
                  </a:lnTo>
                  <a:lnTo>
                    <a:pt x="344" y="17052"/>
                  </a:lnTo>
                  <a:lnTo>
                    <a:pt x="688" y="18039"/>
                  </a:lnTo>
                  <a:lnTo>
                    <a:pt x="1032" y="18941"/>
                  </a:lnTo>
                  <a:lnTo>
                    <a:pt x="1375" y="19628"/>
                  </a:lnTo>
                  <a:lnTo>
                    <a:pt x="1719" y="20273"/>
                  </a:lnTo>
                  <a:lnTo>
                    <a:pt x="5198" y="20359"/>
                  </a:lnTo>
                  <a:lnTo>
                    <a:pt x="8805" y="20402"/>
                  </a:lnTo>
                  <a:lnTo>
                    <a:pt x="12928" y="20402"/>
                  </a:lnTo>
                  <a:lnTo>
                    <a:pt x="17095" y="20316"/>
                  </a:lnTo>
                  <a:lnTo>
                    <a:pt x="19070" y="20273"/>
                  </a:lnTo>
                  <a:lnTo>
                    <a:pt x="20831" y="20144"/>
                  </a:lnTo>
                  <a:lnTo>
                    <a:pt x="22334" y="20015"/>
                  </a:lnTo>
                  <a:lnTo>
                    <a:pt x="23537" y="19843"/>
                  </a:lnTo>
                  <a:lnTo>
                    <a:pt x="24009" y="19757"/>
                  </a:lnTo>
                  <a:lnTo>
                    <a:pt x="24353" y="19628"/>
                  </a:lnTo>
                  <a:lnTo>
                    <a:pt x="24611" y="19500"/>
                  </a:lnTo>
                  <a:lnTo>
                    <a:pt x="24740" y="19371"/>
                  </a:lnTo>
                  <a:lnTo>
                    <a:pt x="24825" y="19199"/>
                  </a:lnTo>
                  <a:lnTo>
                    <a:pt x="24868" y="18984"/>
                  </a:lnTo>
                  <a:lnTo>
                    <a:pt x="24911" y="18340"/>
                  </a:lnTo>
                  <a:lnTo>
                    <a:pt x="24911" y="17567"/>
                  </a:lnTo>
                  <a:lnTo>
                    <a:pt x="24868" y="16579"/>
                  </a:lnTo>
                  <a:lnTo>
                    <a:pt x="24740" y="15505"/>
                  </a:lnTo>
                  <a:lnTo>
                    <a:pt x="24568" y="14303"/>
                  </a:lnTo>
                  <a:lnTo>
                    <a:pt x="24310" y="13057"/>
                  </a:lnTo>
                  <a:lnTo>
                    <a:pt x="24009" y="11726"/>
                  </a:lnTo>
                  <a:lnTo>
                    <a:pt x="23623" y="10394"/>
                  </a:lnTo>
                  <a:lnTo>
                    <a:pt x="23193" y="9063"/>
                  </a:lnTo>
                  <a:lnTo>
                    <a:pt x="22721" y="7774"/>
                  </a:lnTo>
                  <a:lnTo>
                    <a:pt x="22163" y="6529"/>
                  </a:lnTo>
                  <a:lnTo>
                    <a:pt x="21862" y="5928"/>
                  </a:lnTo>
                  <a:lnTo>
                    <a:pt x="21561" y="5369"/>
                  </a:lnTo>
                  <a:lnTo>
                    <a:pt x="21218" y="4854"/>
                  </a:lnTo>
                  <a:lnTo>
                    <a:pt x="20874" y="4338"/>
                  </a:lnTo>
                  <a:lnTo>
                    <a:pt x="20531" y="3909"/>
                  </a:lnTo>
                  <a:lnTo>
                    <a:pt x="20144" y="3480"/>
                  </a:lnTo>
                  <a:lnTo>
                    <a:pt x="19757" y="3093"/>
                  </a:lnTo>
                  <a:lnTo>
                    <a:pt x="19328" y="2792"/>
                  </a:lnTo>
                  <a:lnTo>
                    <a:pt x="18512" y="2191"/>
                  </a:lnTo>
                  <a:lnTo>
                    <a:pt x="17739" y="1719"/>
                  </a:lnTo>
                  <a:lnTo>
                    <a:pt x="17052" y="1289"/>
                  </a:lnTo>
                  <a:lnTo>
                    <a:pt x="16407" y="945"/>
                  </a:lnTo>
                  <a:lnTo>
                    <a:pt x="15806" y="688"/>
                  </a:lnTo>
                  <a:lnTo>
                    <a:pt x="15248" y="473"/>
                  </a:lnTo>
                  <a:lnTo>
                    <a:pt x="14732" y="301"/>
                  </a:lnTo>
                  <a:lnTo>
                    <a:pt x="14303" y="172"/>
                  </a:lnTo>
                  <a:lnTo>
                    <a:pt x="13573" y="44"/>
                  </a:lnTo>
                  <a:lnTo>
                    <a:pt x="130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1" name="Google Shape;13451;p37"/>
            <p:cNvSpPr/>
            <p:nvPr/>
          </p:nvSpPr>
          <p:spPr>
            <a:xfrm>
              <a:off x="6313400" y="654725"/>
              <a:ext cx="428450" cy="681850"/>
            </a:xfrm>
            <a:custGeom>
              <a:avLst/>
              <a:gdLst/>
              <a:ahLst/>
              <a:cxnLst/>
              <a:rect l="l" t="t" r="r" b="b"/>
              <a:pathLst>
                <a:path w="17138" h="27274" extrusionOk="0">
                  <a:moveTo>
                    <a:pt x="8590" y="0"/>
                  </a:moveTo>
                  <a:lnTo>
                    <a:pt x="8290" y="86"/>
                  </a:lnTo>
                  <a:lnTo>
                    <a:pt x="7946" y="172"/>
                  </a:lnTo>
                  <a:lnTo>
                    <a:pt x="7602" y="344"/>
                  </a:lnTo>
                  <a:lnTo>
                    <a:pt x="7259" y="559"/>
                  </a:lnTo>
                  <a:lnTo>
                    <a:pt x="6915" y="816"/>
                  </a:lnTo>
                  <a:lnTo>
                    <a:pt x="6572" y="1117"/>
                  </a:lnTo>
                  <a:lnTo>
                    <a:pt x="6228" y="1461"/>
                  </a:lnTo>
                  <a:lnTo>
                    <a:pt x="5884" y="1847"/>
                  </a:lnTo>
                  <a:lnTo>
                    <a:pt x="5541" y="2277"/>
                  </a:lnTo>
                  <a:lnTo>
                    <a:pt x="4854" y="3222"/>
                  </a:lnTo>
                  <a:lnTo>
                    <a:pt x="4209" y="4381"/>
                  </a:lnTo>
                  <a:lnTo>
                    <a:pt x="3565" y="5627"/>
                  </a:lnTo>
                  <a:lnTo>
                    <a:pt x="2964" y="7001"/>
                  </a:lnTo>
                  <a:lnTo>
                    <a:pt x="2406" y="8504"/>
                  </a:lnTo>
                  <a:lnTo>
                    <a:pt x="1890" y="10136"/>
                  </a:lnTo>
                  <a:lnTo>
                    <a:pt x="1418" y="11854"/>
                  </a:lnTo>
                  <a:lnTo>
                    <a:pt x="1031" y="13658"/>
                  </a:lnTo>
                  <a:lnTo>
                    <a:pt x="688" y="15548"/>
                  </a:lnTo>
                  <a:lnTo>
                    <a:pt x="473" y="17481"/>
                  </a:lnTo>
                  <a:lnTo>
                    <a:pt x="301" y="19456"/>
                  </a:lnTo>
                  <a:lnTo>
                    <a:pt x="172" y="21303"/>
                  </a:lnTo>
                  <a:lnTo>
                    <a:pt x="43" y="23408"/>
                  </a:lnTo>
                  <a:lnTo>
                    <a:pt x="0" y="24439"/>
                  </a:lnTo>
                  <a:lnTo>
                    <a:pt x="0" y="25426"/>
                  </a:lnTo>
                  <a:lnTo>
                    <a:pt x="43" y="26328"/>
                  </a:lnTo>
                  <a:lnTo>
                    <a:pt x="172" y="27144"/>
                  </a:lnTo>
                  <a:lnTo>
                    <a:pt x="16922" y="27273"/>
                  </a:lnTo>
                  <a:lnTo>
                    <a:pt x="17051" y="26500"/>
                  </a:lnTo>
                  <a:lnTo>
                    <a:pt x="17094" y="25641"/>
                  </a:lnTo>
                  <a:lnTo>
                    <a:pt x="17137" y="24696"/>
                  </a:lnTo>
                  <a:lnTo>
                    <a:pt x="17137" y="23751"/>
                  </a:lnTo>
                  <a:lnTo>
                    <a:pt x="17137" y="20058"/>
                  </a:lnTo>
                  <a:lnTo>
                    <a:pt x="17094" y="18039"/>
                  </a:lnTo>
                  <a:lnTo>
                    <a:pt x="17008" y="16106"/>
                  </a:lnTo>
                  <a:lnTo>
                    <a:pt x="16837" y="14217"/>
                  </a:lnTo>
                  <a:lnTo>
                    <a:pt x="16622" y="12413"/>
                  </a:lnTo>
                  <a:lnTo>
                    <a:pt x="16364" y="10652"/>
                  </a:lnTo>
                  <a:lnTo>
                    <a:pt x="16021" y="9020"/>
                  </a:lnTo>
                  <a:lnTo>
                    <a:pt x="15591" y="7474"/>
                  </a:lnTo>
                  <a:lnTo>
                    <a:pt x="15119" y="6056"/>
                  </a:lnTo>
                  <a:lnTo>
                    <a:pt x="14861" y="5412"/>
                  </a:lnTo>
                  <a:lnTo>
                    <a:pt x="14603" y="4768"/>
                  </a:lnTo>
                  <a:lnTo>
                    <a:pt x="14303" y="4166"/>
                  </a:lnTo>
                  <a:lnTo>
                    <a:pt x="14002" y="3608"/>
                  </a:lnTo>
                  <a:lnTo>
                    <a:pt x="13658" y="3050"/>
                  </a:lnTo>
                  <a:lnTo>
                    <a:pt x="13315" y="2577"/>
                  </a:lnTo>
                  <a:lnTo>
                    <a:pt x="12971" y="2105"/>
                  </a:lnTo>
                  <a:lnTo>
                    <a:pt x="12585" y="1718"/>
                  </a:lnTo>
                  <a:lnTo>
                    <a:pt x="12198" y="1332"/>
                  </a:lnTo>
                  <a:lnTo>
                    <a:pt x="11769" y="1031"/>
                  </a:lnTo>
                  <a:lnTo>
                    <a:pt x="11339" y="730"/>
                  </a:lnTo>
                  <a:lnTo>
                    <a:pt x="10910" y="473"/>
                  </a:lnTo>
                  <a:lnTo>
                    <a:pt x="10437" y="301"/>
                  </a:lnTo>
                  <a:lnTo>
                    <a:pt x="9965" y="129"/>
                  </a:lnTo>
                  <a:lnTo>
                    <a:pt x="9449" y="43"/>
                  </a:lnTo>
                  <a:lnTo>
                    <a:pt x="89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2" name="Google Shape;13452;p37"/>
            <p:cNvSpPr/>
            <p:nvPr/>
          </p:nvSpPr>
          <p:spPr>
            <a:xfrm>
              <a:off x="6149125" y="662250"/>
              <a:ext cx="332875" cy="1348625"/>
            </a:xfrm>
            <a:custGeom>
              <a:avLst/>
              <a:gdLst/>
              <a:ahLst/>
              <a:cxnLst/>
              <a:rect l="l" t="t" r="r" b="b"/>
              <a:pathLst>
                <a:path w="13315" h="53945" extrusionOk="0">
                  <a:moveTo>
                    <a:pt x="13314" y="0"/>
                  </a:moveTo>
                  <a:lnTo>
                    <a:pt x="13143" y="129"/>
                  </a:lnTo>
                  <a:lnTo>
                    <a:pt x="12713" y="515"/>
                  </a:lnTo>
                  <a:lnTo>
                    <a:pt x="12069" y="1160"/>
                  </a:lnTo>
                  <a:lnTo>
                    <a:pt x="11682" y="1632"/>
                  </a:lnTo>
                  <a:lnTo>
                    <a:pt x="11253" y="2147"/>
                  </a:lnTo>
                  <a:lnTo>
                    <a:pt x="10823" y="2792"/>
                  </a:lnTo>
                  <a:lnTo>
                    <a:pt x="10351" y="3479"/>
                  </a:lnTo>
                  <a:lnTo>
                    <a:pt x="9836" y="4295"/>
                  </a:lnTo>
                  <a:lnTo>
                    <a:pt x="9363" y="5197"/>
                  </a:lnTo>
                  <a:lnTo>
                    <a:pt x="8848" y="6228"/>
                  </a:lnTo>
                  <a:lnTo>
                    <a:pt x="8375" y="7344"/>
                  </a:lnTo>
                  <a:lnTo>
                    <a:pt x="7903" y="8590"/>
                  </a:lnTo>
                  <a:lnTo>
                    <a:pt x="7430" y="9921"/>
                  </a:lnTo>
                  <a:lnTo>
                    <a:pt x="7130" y="10952"/>
                  </a:lnTo>
                  <a:lnTo>
                    <a:pt x="6786" y="12112"/>
                  </a:lnTo>
                  <a:lnTo>
                    <a:pt x="6142" y="14775"/>
                  </a:lnTo>
                  <a:lnTo>
                    <a:pt x="5498" y="17781"/>
                  </a:lnTo>
                  <a:lnTo>
                    <a:pt x="4853" y="21045"/>
                  </a:lnTo>
                  <a:lnTo>
                    <a:pt x="4252" y="24481"/>
                  </a:lnTo>
                  <a:lnTo>
                    <a:pt x="3608" y="28089"/>
                  </a:lnTo>
                  <a:lnTo>
                    <a:pt x="3050" y="31697"/>
                  </a:lnTo>
                  <a:lnTo>
                    <a:pt x="2491" y="35261"/>
                  </a:lnTo>
                  <a:lnTo>
                    <a:pt x="1503" y="41919"/>
                  </a:lnTo>
                  <a:lnTo>
                    <a:pt x="687" y="47502"/>
                  </a:lnTo>
                  <a:lnTo>
                    <a:pt x="0" y="52699"/>
                  </a:lnTo>
                  <a:lnTo>
                    <a:pt x="11596" y="53944"/>
                  </a:lnTo>
                  <a:lnTo>
                    <a:pt x="12971" y="6099"/>
                  </a:lnTo>
                  <a:lnTo>
                    <a:pt x="133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3" name="Google Shape;13453;p37"/>
            <p:cNvSpPr/>
            <p:nvPr/>
          </p:nvSpPr>
          <p:spPr>
            <a:xfrm>
              <a:off x="6405750" y="682650"/>
              <a:ext cx="62300" cy="563725"/>
            </a:xfrm>
            <a:custGeom>
              <a:avLst/>
              <a:gdLst/>
              <a:ahLst/>
              <a:cxnLst/>
              <a:rect l="l" t="t" r="r" b="b"/>
              <a:pathLst>
                <a:path w="2492" h="22549" extrusionOk="0">
                  <a:moveTo>
                    <a:pt x="2362" y="0"/>
                  </a:moveTo>
                  <a:lnTo>
                    <a:pt x="2319" y="43"/>
                  </a:lnTo>
                  <a:lnTo>
                    <a:pt x="473" y="5283"/>
                  </a:lnTo>
                  <a:lnTo>
                    <a:pt x="473" y="5369"/>
                  </a:lnTo>
                  <a:lnTo>
                    <a:pt x="1289" y="5583"/>
                  </a:lnTo>
                  <a:lnTo>
                    <a:pt x="0" y="6442"/>
                  </a:lnTo>
                  <a:lnTo>
                    <a:pt x="1718" y="22463"/>
                  </a:lnTo>
                  <a:lnTo>
                    <a:pt x="1761" y="22506"/>
                  </a:lnTo>
                  <a:lnTo>
                    <a:pt x="1804" y="22548"/>
                  </a:lnTo>
                  <a:lnTo>
                    <a:pt x="1890" y="22506"/>
                  </a:lnTo>
                  <a:lnTo>
                    <a:pt x="1890" y="22420"/>
                  </a:lnTo>
                  <a:lnTo>
                    <a:pt x="215" y="6528"/>
                  </a:lnTo>
                  <a:lnTo>
                    <a:pt x="1546" y="5583"/>
                  </a:lnTo>
                  <a:lnTo>
                    <a:pt x="1546" y="5412"/>
                  </a:lnTo>
                  <a:lnTo>
                    <a:pt x="730" y="5240"/>
                  </a:lnTo>
                  <a:lnTo>
                    <a:pt x="2491" y="86"/>
                  </a:lnTo>
                  <a:lnTo>
                    <a:pt x="2491" y="43"/>
                  </a:lnTo>
                  <a:lnTo>
                    <a:pt x="24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4" name="Google Shape;13454;p37"/>
            <p:cNvSpPr/>
            <p:nvPr/>
          </p:nvSpPr>
          <p:spPr>
            <a:xfrm>
              <a:off x="6262925" y="1364450"/>
              <a:ext cx="134250" cy="16150"/>
            </a:xfrm>
            <a:custGeom>
              <a:avLst/>
              <a:gdLst/>
              <a:ahLst/>
              <a:cxnLst/>
              <a:rect l="l" t="t" r="r" b="b"/>
              <a:pathLst>
                <a:path w="5370" h="646" extrusionOk="0">
                  <a:moveTo>
                    <a:pt x="5241" y="1"/>
                  </a:moveTo>
                  <a:lnTo>
                    <a:pt x="87" y="430"/>
                  </a:lnTo>
                  <a:lnTo>
                    <a:pt x="1" y="473"/>
                  </a:lnTo>
                  <a:lnTo>
                    <a:pt x="1" y="559"/>
                  </a:lnTo>
                  <a:lnTo>
                    <a:pt x="44" y="602"/>
                  </a:lnTo>
                  <a:lnTo>
                    <a:pt x="87" y="645"/>
                  </a:lnTo>
                  <a:lnTo>
                    <a:pt x="5284" y="216"/>
                  </a:lnTo>
                  <a:lnTo>
                    <a:pt x="5327" y="173"/>
                  </a:lnTo>
                  <a:lnTo>
                    <a:pt x="5369" y="87"/>
                  </a:lnTo>
                  <a:lnTo>
                    <a:pt x="5327" y="44"/>
                  </a:lnTo>
                  <a:lnTo>
                    <a:pt x="524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5" name="Google Shape;13455;p37"/>
            <p:cNvSpPr/>
            <p:nvPr/>
          </p:nvSpPr>
          <p:spPr>
            <a:xfrm>
              <a:off x="6146975" y="908125"/>
              <a:ext cx="294225" cy="1104900"/>
            </a:xfrm>
            <a:custGeom>
              <a:avLst/>
              <a:gdLst/>
              <a:ahLst/>
              <a:cxnLst/>
              <a:rect l="l" t="t" r="r" b="b"/>
              <a:pathLst>
                <a:path w="11769" h="44196" extrusionOk="0">
                  <a:moveTo>
                    <a:pt x="7473" y="0"/>
                  </a:moveTo>
                  <a:lnTo>
                    <a:pt x="7431" y="43"/>
                  </a:lnTo>
                  <a:lnTo>
                    <a:pt x="7130" y="1074"/>
                  </a:lnTo>
                  <a:lnTo>
                    <a:pt x="6786" y="2234"/>
                  </a:lnTo>
                  <a:lnTo>
                    <a:pt x="6185" y="4854"/>
                  </a:lnTo>
                  <a:lnTo>
                    <a:pt x="5541" y="7817"/>
                  </a:lnTo>
                  <a:lnTo>
                    <a:pt x="4896" y="11081"/>
                  </a:lnTo>
                  <a:lnTo>
                    <a:pt x="4252" y="14517"/>
                  </a:lnTo>
                  <a:lnTo>
                    <a:pt x="3651" y="18082"/>
                  </a:lnTo>
                  <a:lnTo>
                    <a:pt x="3050" y="21690"/>
                  </a:lnTo>
                  <a:lnTo>
                    <a:pt x="2491" y="25212"/>
                  </a:lnTo>
                  <a:lnTo>
                    <a:pt x="1504" y="31912"/>
                  </a:lnTo>
                  <a:lnTo>
                    <a:pt x="730" y="37495"/>
                  </a:lnTo>
                  <a:lnTo>
                    <a:pt x="0" y="42864"/>
                  </a:lnTo>
                  <a:lnTo>
                    <a:pt x="0" y="42950"/>
                  </a:lnTo>
                  <a:lnTo>
                    <a:pt x="11682" y="44195"/>
                  </a:lnTo>
                  <a:lnTo>
                    <a:pt x="11768" y="44152"/>
                  </a:lnTo>
                  <a:lnTo>
                    <a:pt x="11768" y="44109"/>
                  </a:lnTo>
                  <a:lnTo>
                    <a:pt x="11768" y="44024"/>
                  </a:lnTo>
                  <a:lnTo>
                    <a:pt x="11682" y="43981"/>
                  </a:lnTo>
                  <a:lnTo>
                    <a:pt x="215" y="42778"/>
                  </a:lnTo>
                  <a:lnTo>
                    <a:pt x="1031" y="36679"/>
                  </a:lnTo>
                  <a:lnTo>
                    <a:pt x="1804" y="31053"/>
                  </a:lnTo>
                  <a:lnTo>
                    <a:pt x="2792" y="24482"/>
                  </a:lnTo>
                  <a:lnTo>
                    <a:pt x="3952" y="17524"/>
                  </a:lnTo>
                  <a:lnTo>
                    <a:pt x="4510" y="14088"/>
                  </a:lnTo>
                  <a:lnTo>
                    <a:pt x="5154" y="10738"/>
                  </a:lnTo>
                  <a:lnTo>
                    <a:pt x="5755" y="7645"/>
                  </a:lnTo>
                  <a:lnTo>
                    <a:pt x="6400" y="4768"/>
                  </a:lnTo>
                  <a:lnTo>
                    <a:pt x="7001" y="2234"/>
                  </a:lnTo>
                  <a:lnTo>
                    <a:pt x="7302" y="1117"/>
                  </a:lnTo>
                  <a:lnTo>
                    <a:pt x="7602" y="129"/>
                  </a:lnTo>
                  <a:lnTo>
                    <a:pt x="7602" y="43"/>
                  </a:lnTo>
                  <a:lnTo>
                    <a:pt x="755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6" name="Google Shape;13456;p37"/>
            <p:cNvSpPr/>
            <p:nvPr/>
          </p:nvSpPr>
          <p:spPr>
            <a:xfrm>
              <a:off x="6600075" y="662250"/>
              <a:ext cx="331825" cy="1348625"/>
            </a:xfrm>
            <a:custGeom>
              <a:avLst/>
              <a:gdLst/>
              <a:ahLst/>
              <a:cxnLst/>
              <a:rect l="l" t="t" r="r" b="b"/>
              <a:pathLst>
                <a:path w="13273" h="53945" extrusionOk="0">
                  <a:moveTo>
                    <a:pt x="1" y="0"/>
                  </a:moveTo>
                  <a:lnTo>
                    <a:pt x="345" y="6099"/>
                  </a:lnTo>
                  <a:lnTo>
                    <a:pt x="1719" y="53944"/>
                  </a:lnTo>
                  <a:lnTo>
                    <a:pt x="13272" y="52699"/>
                  </a:lnTo>
                  <a:lnTo>
                    <a:pt x="12585" y="47502"/>
                  </a:lnTo>
                  <a:lnTo>
                    <a:pt x="11812" y="41919"/>
                  </a:lnTo>
                  <a:lnTo>
                    <a:pt x="10824" y="35261"/>
                  </a:lnTo>
                  <a:lnTo>
                    <a:pt x="10266" y="31697"/>
                  </a:lnTo>
                  <a:lnTo>
                    <a:pt x="9665" y="28089"/>
                  </a:lnTo>
                  <a:lnTo>
                    <a:pt x="9063" y="24481"/>
                  </a:lnTo>
                  <a:lnTo>
                    <a:pt x="8419" y="21045"/>
                  </a:lnTo>
                  <a:lnTo>
                    <a:pt x="7775" y="17781"/>
                  </a:lnTo>
                  <a:lnTo>
                    <a:pt x="7130" y="14775"/>
                  </a:lnTo>
                  <a:lnTo>
                    <a:pt x="6486" y="12112"/>
                  </a:lnTo>
                  <a:lnTo>
                    <a:pt x="6186" y="10952"/>
                  </a:lnTo>
                  <a:lnTo>
                    <a:pt x="5885" y="9921"/>
                  </a:lnTo>
                  <a:lnTo>
                    <a:pt x="5413" y="8590"/>
                  </a:lnTo>
                  <a:lnTo>
                    <a:pt x="4940" y="7344"/>
                  </a:lnTo>
                  <a:lnTo>
                    <a:pt x="4425" y="6228"/>
                  </a:lnTo>
                  <a:lnTo>
                    <a:pt x="3952" y="5197"/>
                  </a:lnTo>
                  <a:lnTo>
                    <a:pt x="3437" y="4295"/>
                  </a:lnTo>
                  <a:lnTo>
                    <a:pt x="2964" y="3479"/>
                  </a:lnTo>
                  <a:lnTo>
                    <a:pt x="2492" y="2792"/>
                  </a:lnTo>
                  <a:lnTo>
                    <a:pt x="2020" y="2147"/>
                  </a:lnTo>
                  <a:lnTo>
                    <a:pt x="1633" y="1632"/>
                  </a:lnTo>
                  <a:lnTo>
                    <a:pt x="1203" y="1160"/>
                  </a:lnTo>
                  <a:lnTo>
                    <a:pt x="559" y="515"/>
                  </a:lnTo>
                  <a:lnTo>
                    <a:pt x="130" y="129"/>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7" name="Google Shape;13457;p37"/>
            <p:cNvSpPr/>
            <p:nvPr/>
          </p:nvSpPr>
          <p:spPr>
            <a:xfrm>
              <a:off x="6614050" y="682650"/>
              <a:ext cx="62300" cy="589500"/>
            </a:xfrm>
            <a:custGeom>
              <a:avLst/>
              <a:gdLst/>
              <a:ahLst/>
              <a:cxnLst/>
              <a:rect l="l" t="t" r="r" b="b"/>
              <a:pathLst>
                <a:path w="2492" h="23580" extrusionOk="0">
                  <a:moveTo>
                    <a:pt x="43" y="0"/>
                  </a:moveTo>
                  <a:lnTo>
                    <a:pt x="0" y="43"/>
                  </a:lnTo>
                  <a:lnTo>
                    <a:pt x="0" y="86"/>
                  </a:lnTo>
                  <a:lnTo>
                    <a:pt x="1761" y="5240"/>
                  </a:lnTo>
                  <a:lnTo>
                    <a:pt x="902" y="5412"/>
                  </a:lnTo>
                  <a:lnTo>
                    <a:pt x="902" y="5583"/>
                  </a:lnTo>
                  <a:lnTo>
                    <a:pt x="2277" y="6528"/>
                  </a:lnTo>
                  <a:lnTo>
                    <a:pt x="859" y="23493"/>
                  </a:lnTo>
                  <a:lnTo>
                    <a:pt x="859" y="23579"/>
                  </a:lnTo>
                  <a:lnTo>
                    <a:pt x="1031" y="23579"/>
                  </a:lnTo>
                  <a:lnTo>
                    <a:pt x="1031" y="23493"/>
                  </a:lnTo>
                  <a:lnTo>
                    <a:pt x="2491" y="6442"/>
                  </a:lnTo>
                  <a:lnTo>
                    <a:pt x="1203" y="5583"/>
                  </a:lnTo>
                  <a:lnTo>
                    <a:pt x="2019" y="5369"/>
                  </a:lnTo>
                  <a:lnTo>
                    <a:pt x="1976" y="5283"/>
                  </a:lnTo>
                  <a:lnTo>
                    <a:pt x="172" y="43"/>
                  </a:lnTo>
                  <a:lnTo>
                    <a:pt x="12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8" name="Google Shape;13458;p37"/>
            <p:cNvSpPr/>
            <p:nvPr/>
          </p:nvSpPr>
          <p:spPr>
            <a:xfrm>
              <a:off x="6684900" y="1364450"/>
              <a:ext cx="134250" cy="16150"/>
            </a:xfrm>
            <a:custGeom>
              <a:avLst/>
              <a:gdLst/>
              <a:ahLst/>
              <a:cxnLst/>
              <a:rect l="l" t="t" r="r" b="b"/>
              <a:pathLst>
                <a:path w="5370" h="646" extrusionOk="0">
                  <a:moveTo>
                    <a:pt x="87" y="1"/>
                  </a:moveTo>
                  <a:lnTo>
                    <a:pt x="44" y="44"/>
                  </a:lnTo>
                  <a:lnTo>
                    <a:pt x="1" y="87"/>
                  </a:lnTo>
                  <a:lnTo>
                    <a:pt x="44" y="173"/>
                  </a:lnTo>
                  <a:lnTo>
                    <a:pt x="87" y="216"/>
                  </a:lnTo>
                  <a:lnTo>
                    <a:pt x="5241" y="645"/>
                  </a:lnTo>
                  <a:lnTo>
                    <a:pt x="5284" y="645"/>
                  </a:lnTo>
                  <a:lnTo>
                    <a:pt x="5327" y="602"/>
                  </a:lnTo>
                  <a:lnTo>
                    <a:pt x="5370" y="559"/>
                  </a:lnTo>
                  <a:lnTo>
                    <a:pt x="5327" y="473"/>
                  </a:lnTo>
                  <a:lnTo>
                    <a:pt x="5284" y="430"/>
                  </a:lnTo>
                  <a:lnTo>
                    <a:pt x="8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9" name="Google Shape;13459;p37"/>
            <p:cNvSpPr/>
            <p:nvPr/>
          </p:nvSpPr>
          <p:spPr>
            <a:xfrm>
              <a:off x="6640875" y="908125"/>
              <a:ext cx="294250" cy="1104900"/>
            </a:xfrm>
            <a:custGeom>
              <a:avLst/>
              <a:gdLst/>
              <a:ahLst/>
              <a:cxnLst/>
              <a:rect l="l" t="t" r="r" b="b"/>
              <a:pathLst>
                <a:path w="11770" h="44196" extrusionOk="0">
                  <a:moveTo>
                    <a:pt x="4210" y="0"/>
                  </a:moveTo>
                  <a:lnTo>
                    <a:pt x="4167" y="43"/>
                  </a:lnTo>
                  <a:lnTo>
                    <a:pt x="4167" y="129"/>
                  </a:lnTo>
                  <a:lnTo>
                    <a:pt x="4468" y="1117"/>
                  </a:lnTo>
                  <a:lnTo>
                    <a:pt x="4768" y="2234"/>
                  </a:lnTo>
                  <a:lnTo>
                    <a:pt x="5370" y="4768"/>
                  </a:lnTo>
                  <a:lnTo>
                    <a:pt x="6014" y="7645"/>
                  </a:lnTo>
                  <a:lnTo>
                    <a:pt x="6615" y="10738"/>
                  </a:lnTo>
                  <a:lnTo>
                    <a:pt x="7216" y="14088"/>
                  </a:lnTo>
                  <a:lnTo>
                    <a:pt x="7818" y="17524"/>
                  </a:lnTo>
                  <a:lnTo>
                    <a:pt x="8934" y="24482"/>
                  </a:lnTo>
                  <a:lnTo>
                    <a:pt x="9922" y="31053"/>
                  </a:lnTo>
                  <a:lnTo>
                    <a:pt x="10738" y="36679"/>
                  </a:lnTo>
                  <a:lnTo>
                    <a:pt x="11554" y="42778"/>
                  </a:lnTo>
                  <a:lnTo>
                    <a:pt x="87" y="43981"/>
                  </a:lnTo>
                  <a:lnTo>
                    <a:pt x="1" y="44024"/>
                  </a:lnTo>
                  <a:lnTo>
                    <a:pt x="1" y="44109"/>
                  </a:lnTo>
                  <a:lnTo>
                    <a:pt x="1" y="44152"/>
                  </a:lnTo>
                  <a:lnTo>
                    <a:pt x="87" y="44195"/>
                  </a:lnTo>
                  <a:lnTo>
                    <a:pt x="11769" y="42950"/>
                  </a:lnTo>
                  <a:lnTo>
                    <a:pt x="11769" y="42864"/>
                  </a:lnTo>
                  <a:lnTo>
                    <a:pt x="11039" y="37495"/>
                  </a:lnTo>
                  <a:lnTo>
                    <a:pt x="10266" y="31912"/>
                  </a:lnTo>
                  <a:lnTo>
                    <a:pt x="9278" y="25212"/>
                  </a:lnTo>
                  <a:lnTo>
                    <a:pt x="8720" y="21690"/>
                  </a:lnTo>
                  <a:lnTo>
                    <a:pt x="8118" y="18082"/>
                  </a:lnTo>
                  <a:lnTo>
                    <a:pt x="7517" y="14517"/>
                  </a:lnTo>
                  <a:lnTo>
                    <a:pt x="6873" y="11081"/>
                  </a:lnTo>
                  <a:lnTo>
                    <a:pt x="6229" y="7817"/>
                  </a:lnTo>
                  <a:lnTo>
                    <a:pt x="5584" y="4854"/>
                  </a:lnTo>
                  <a:lnTo>
                    <a:pt x="4940" y="2234"/>
                  </a:lnTo>
                  <a:lnTo>
                    <a:pt x="4640" y="1074"/>
                  </a:lnTo>
                  <a:lnTo>
                    <a:pt x="4339" y="43"/>
                  </a:lnTo>
                  <a:lnTo>
                    <a:pt x="4296"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0" name="Google Shape;13460;p37"/>
            <p:cNvSpPr/>
            <p:nvPr/>
          </p:nvSpPr>
          <p:spPr>
            <a:xfrm>
              <a:off x="6329500" y="963950"/>
              <a:ext cx="168600" cy="144975"/>
            </a:xfrm>
            <a:custGeom>
              <a:avLst/>
              <a:gdLst/>
              <a:ahLst/>
              <a:cxnLst/>
              <a:rect l="l" t="t" r="r" b="b"/>
              <a:pathLst>
                <a:path w="6744" h="5799" extrusionOk="0">
                  <a:moveTo>
                    <a:pt x="2964" y="1"/>
                  </a:moveTo>
                  <a:lnTo>
                    <a:pt x="2835" y="44"/>
                  </a:lnTo>
                  <a:lnTo>
                    <a:pt x="2664" y="173"/>
                  </a:lnTo>
                  <a:lnTo>
                    <a:pt x="2234" y="559"/>
                  </a:lnTo>
                  <a:lnTo>
                    <a:pt x="1719" y="1117"/>
                  </a:lnTo>
                  <a:lnTo>
                    <a:pt x="1246" y="1762"/>
                  </a:lnTo>
                  <a:lnTo>
                    <a:pt x="387" y="2921"/>
                  </a:lnTo>
                  <a:lnTo>
                    <a:pt x="1" y="3437"/>
                  </a:lnTo>
                  <a:lnTo>
                    <a:pt x="1" y="3823"/>
                  </a:lnTo>
                  <a:lnTo>
                    <a:pt x="1" y="4167"/>
                  </a:lnTo>
                  <a:lnTo>
                    <a:pt x="87" y="4596"/>
                  </a:lnTo>
                  <a:lnTo>
                    <a:pt x="215" y="5026"/>
                  </a:lnTo>
                  <a:lnTo>
                    <a:pt x="301" y="5198"/>
                  </a:lnTo>
                  <a:lnTo>
                    <a:pt x="430" y="5369"/>
                  </a:lnTo>
                  <a:lnTo>
                    <a:pt x="559" y="5541"/>
                  </a:lnTo>
                  <a:lnTo>
                    <a:pt x="774" y="5670"/>
                  </a:lnTo>
                  <a:lnTo>
                    <a:pt x="946" y="5756"/>
                  </a:lnTo>
                  <a:lnTo>
                    <a:pt x="1203" y="5799"/>
                  </a:lnTo>
                  <a:lnTo>
                    <a:pt x="1547" y="5799"/>
                  </a:lnTo>
                  <a:lnTo>
                    <a:pt x="1933" y="5756"/>
                  </a:lnTo>
                  <a:lnTo>
                    <a:pt x="2835" y="5627"/>
                  </a:lnTo>
                  <a:lnTo>
                    <a:pt x="3737" y="5412"/>
                  </a:lnTo>
                  <a:lnTo>
                    <a:pt x="4639" y="5155"/>
                  </a:lnTo>
                  <a:lnTo>
                    <a:pt x="6142" y="4682"/>
                  </a:lnTo>
                  <a:lnTo>
                    <a:pt x="6744" y="4425"/>
                  </a:lnTo>
                  <a:lnTo>
                    <a:pt x="6701" y="3823"/>
                  </a:lnTo>
                  <a:lnTo>
                    <a:pt x="6529" y="2492"/>
                  </a:lnTo>
                  <a:lnTo>
                    <a:pt x="6400" y="1762"/>
                  </a:lnTo>
                  <a:lnTo>
                    <a:pt x="6228" y="1117"/>
                  </a:lnTo>
                  <a:lnTo>
                    <a:pt x="6099" y="860"/>
                  </a:lnTo>
                  <a:lnTo>
                    <a:pt x="5971" y="645"/>
                  </a:lnTo>
                  <a:lnTo>
                    <a:pt x="5842" y="516"/>
                  </a:lnTo>
                  <a:lnTo>
                    <a:pt x="5713" y="473"/>
                  </a:lnTo>
                  <a:lnTo>
                    <a:pt x="5369" y="473"/>
                  </a:lnTo>
                  <a:lnTo>
                    <a:pt x="4940" y="516"/>
                  </a:lnTo>
                  <a:lnTo>
                    <a:pt x="4510" y="645"/>
                  </a:lnTo>
                  <a:lnTo>
                    <a:pt x="4038" y="817"/>
                  </a:lnTo>
                  <a:lnTo>
                    <a:pt x="3265" y="1117"/>
                  </a:lnTo>
                  <a:lnTo>
                    <a:pt x="2921" y="1246"/>
                  </a:lnTo>
                  <a:lnTo>
                    <a:pt x="3007" y="1032"/>
                  </a:lnTo>
                  <a:lnTo>
                    <a:pt x="3222" y="602"/>
                  </a:lnTo>
                  <a:lnTo>
                    <a:pt x="3265" y="387"/>
                  </a:lnTo>
                  <a:lnTo>
                    <a:pt x="3265" y="173"/>
                  </a:lnTo>
                  <a:lnTo>
                    <a:pt x="3222" y="130"/>
                  </a:lnTo>
                  <a:lnTo>
                    <a:pt x="3179" y="44"/>
                  </a:lnTo>
                  <a:lnTo>
                    <a:pt x="3093" y="1"/>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1" name="Google Shape;13461;p37"/>
            <p:cNvSpPr/>
            <p:nvPr/>
          </p:nvSpPr>
          <p:spPr>
            <a:xfrm>
              <a:off x="6360650" y="910275"/>
              <a:ext cx="66600" cy="84850"/>
            </a:xfrm>
            <a:custGeom>
              <a:avLst/>
              <a:gdLst/>
              <a:ahLst/>
              <a:cxnLst/>
              <a:rect l="l" t="t" r="r" b="b"/>
              <a:pathLst>
                <a:path w="2664" h="3394" extrusionOk="0">
                  <a:moveTo>
                    <a:pt x="1160" y="0"/>
                  </a:moveTo>
                  <a:lnTo>
                    <a:pt x="0" y="773"/>
                  </a:lnTo>
                  <a:lnTo>
                    <a:pt x="1675" y="3393"/>
                  </a:lnTo>
                  <a:lnTo>
                    <a:pt x="2663" y="3007"/>
                  </a:lnTo>
                  <a:lnTo>
                    <a:pt x="11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2" name="Google Shape;13462;p37"/>
            <p:cNvSpPr/>
            <p:nvPr/>
          </p:nvSpPr>
          <p:spPr>
            <a:xfrm>
              <a:off x="6108325" y="691225"/>
              <a:ext cx="325350" cy="565875"/>
            </a:xfrm>
            <a:custGeom>
              <a:avLst/>
              <a:gdLst/>
              <a:ahLst/>
              <a:cxnLst/>
              <a:rect l="l" t="t" r="r" b="b"/>
              <a:pathLst>
                <a:path w="13014" h="22635" extrusionOk="0">
                  <a:moveTo>
                    <a:pt x="13014" y="1"/>
                  </a:moveTo>
                  <a:lnTo>
                    <a:pt x="11639" y="731"/>
                  </a:lnTo>
                  <a:lnTo>
                    <a:pt x="10909" y="1203"/>
                  </a:lnTo>
                  <a:lnTo>
                    <a:pt x="10179" y="1676"/>
                  </a:lnTo>
                  <a:lnTo>
                    <a:pt x="9406" y="2234"/>
                  </a:lnTo>
                  <a:lnTo>
                    <a:pt x="8633" y="2835"/>
                  </a:lnTo>
                  <a:lnTo>
                    <a:pt x="7860" y="3480"/>
                  </a:lnTo>
                  <a:lnTo>
                    <a:pt x="7087" y="4210"/>
                  </a:lnTo>
                  <a:lnTo>
                    <a:pt x="6314" y="4983"/>
                  </a:lnTo>
                  <a:lnTo>
                    <a:pt x="5584" y="5799"/>
                  </a:lnTo>
                  <a:lnTo>
                    <a:pt x="4853" y="6701"/>
                  </a:lnTo>
                  <a:lnTo>
                    <a:pt x="4123" y="7646"/>
                  </a:lnTo>
                  <a:lnTo>
                    <a:pt x="3436" y="8633"/>
                  </a:lnTo>
                  <a:lnTo>
                    <a:pt x="2792" y="9707"/>
                  </a:lnTo>
                  <a:lnTo>
                    <a:pt x="2191" y="10867"/>
                  </a:lnTo>
                  <a:lnTo>
                    <a:pt x="1675" y="12069"/>
                  </a:lnTo>
                  <a:lnTo>
                    <a:pt x="1289" y="13057"/>
                  </a:lnTo>
                  <a:lnTo>
                    <a:pt x="945" y="13916"/>
                  </a:lnTo>
                  <a:lnTo>
                    <a:pt x="644" y="14775"/>
                  </a:lnTo>
                  <a:lnTo>
                    <a:pt x="430" y="15548"/>
                  </a:lnTo>
                  <a:lnTo>
                    <a:pt x="258" y="16278"/>
                  </a:lnTo>
                  <a:lnTo>
                    <a:pt x="129" y="16966"/>
                  </a:lnTo>
                  <a:lnTo>
                    <a:pt x="43" y="17610"/>
                  </a:lnTo>
                  <a:lnTo>
                    <a:pt x="0" y="18211"/>
                  </a:lnTo>
                  <a:lnTo>
                    <a:pt x="0" y="18727"/>
                  </a:lnTo>
                  <a:lnTo>
                    <a:pt x="43" y="19242"/>
                  </a:lnTo>
                  <a:lnTo>
                    <a:pt x="129" y="19671"/>
                  </a:lnTo>
                  <a:lnTo>
                    <a:pt x="215" y="20101"/>
                  </a:lnTo>
                  <a:lnTo>
                    <a:pt x="344" y="20445"/>
                  </a:lnTo>
                  <a:lnTo>
                    <a:pt x="473" y="20788"/>
                  </a:lnTo>
                  <a:lnTo>
                    <a:pt x="644" y="21089"/>
                  </a:lnTo>
                  <a:lnTo>
                    <a:pt x="816" y="21346"/>
                  </a:lnTo>
                  <a:lnTo>
                    <a:pt x="1031" y="21604"/>
                  </a:lnTo>
                  <a:lnTo>
                    <a:pt x="1246" y="21776"/>
                  </a:lnTo>
                  <a:lnTo>
                    <a:pt x="1503" y="21948"/>
                  </a:lnTo>
                  <a:lnTo>
                    <a:pt x="1718" y="22120"/>
                  </a:lnTo>
                  <a:lnTo>
                    <a:pt x="2233" y="22334"/>
                  </a:lnTo>
                  <a:lnTo>
                    <a:pt x="2749" y="22506"/>
                  </a:lnTo>
                  <a:lnTo>
                    <a:pt x="3221" y="22592"/>
                  </a:lnTo>
                  <a:lnTo>
                    <a:pt x="3651" y="22635"/>
                  </a:lnTo>
                  <a:lnTo>
                    <a:pt x="4338" y="22635"/>
                  </a:lnTo>
                  <a:lnTo>
                    <a:pt x="4639" y="22549"/>
                  </a:lnTo>
                  <a:lnTo>
                    <a:pt x="5025" y="22420"/>
                  </a:lnTo>
                  <a:lnTo>
                    <a:pt x="6099" y="22034"/>
                  </a:lnTo>
                  <a:lnTo>
                    <a:pt x="7344" y="21432"/>
                  </a:lnTo>
                  <a:lnTo>
                    <a:pt x="8676" y="20788"/>
                  </a:lnTo>
                  <a:lnTo>
                    <a:pt x="11038" y="19629"/>
                  </a:lnTo>
                  <a:lnTo>
                    <a:pt x="12069" y="19113"/>
                  </a:lnTo>
                  <a:lnTo>
                    <a:pt x="9921" y="12069"/>
                  </a:lnTo>
                  <a:lnTo>
                    <a:pt x="6872" y="13358"/>
                  </a:lnTo>
                  <a:lnTo>
                    <a:pt x="6872" y="13358"/>
                  </a:lnTo>
                  <a:lnTo>
                    <a:pt x="7259" y="9793"/>
                  </a:lnTo>
                  <a:lnTo>
                    <a:pt x="12498" y="3351"/>
                  </a:lnTo>
                  <a:lnTo>
                    <a:pt x="130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3" name="Google Shape;13463;p37"/>
            <p:cNvSpPr/>
            <p:nvPr/>
          </p:nvSpPr>
          <p:spPr>
            <a:xfrm>
              <a:off x="6106175" y="989725"/>
              <a:ext cx="307100" cy="269525"/>
            </a:xfrm>
            <a:custGeom>
              <a:avLst/>
              <a:gdLst/>
              <a:ahLst/>
              <a:cxnLst/>
              <a:rect l="l" t="t" r="r" b="b"/>
              <a:pathLst>
                <a:path w="12284" h="10781" extrusionOk="0">
                  <a:moveTo>
                    <a:pt x="10050" y="1"/>
                  </a:moveTo>
                  <a:lnTo>
                    <a:pt x="3136" y="2921"/>
                  </a:lnTo>
                  <a:lnTo>
                    <a:pt x="3093" y="2964"/>
                  </a:lnTo>
                  <a:lnTo>
                    <a:pt x="3093" y="3050"/>
                  </a:lnTo>
                  <a:lnTo>
                    <a:pt x="3136" y="3093"/>
                  </a:lnTo>
                  <a:lnTo>
                    <a:pt x="3221" y="3093"/>
                  </a:lnTo>
                  <a:lnTo>
                    <a:pt x="9921" y="258"/>
                  </a:lnTo>
                  <a:lnTo>
                    <a:pt x="12026" y="7087"/>
                  </a:lnTo>
                  <a:lnTo>
                    <a:pt x="10695" y="7774"/>
                  </a:lnTo>
                  <a:lnTo>
                    <a:pt x="8418" y="8934"/>
                  </a:lnTo>
                  <a:lnTo>
                    <a:pt x="7173" y="9535"/>
                  </a:lnTo>
                  <a:lnTo>
                    <a:pt x="6013" y="10051"/>
                  </a:lnTo>
                  <a:lnTo>
                    <a:pt x="5025" y="10394"/>
                  </a:lnTo>
                  <a:lnTo>
                    <a:pt x="4682" y="10523"/>
                  </a:lnTo>
                  <a:lnTo>
                    <a:pt x="4381" y="10566"/>
                  </a:lnTo>
                  <a:lnTo>
                    <a:pt x="3780" y="10609"/>
                  </a:lnTo>
                  <a:lnTo>
                    <a:pt x="3350" y="10566"/>
                  </a:lnTo>
                  <a:lnTo>
                    <a:pt x="2835" y="10480"/>
                  </a:lnTo>
                  <a:lnTo>
                    <a:pt x="2362" y="10308"/>
                  </a:lnTo>
                  <a:lnTo>
                    <a:pt x="1847" y="10094"/>
                  </a:lnTo>
                  <a:lnTo>
                    <a:pt x="1589" y="9922"/>
                  </a:lnTo>
                  <a:lnTo>
                    <a:pt x="1375" y="9750"/>
                  </a:lnTo>
                  <a:lnTo>
                    <a:pt x="1117" y="9535"/>
                  </a:lnTo>
                  <a:lnTo>
                    <a:pt x="945" y="9278"/>
                  </a:lnTo>
                  <a:lnTo>
                    <a:pt x="730" y="8934"/>
                  </a:lnTo>
                  <a:lnTo>
                    <a:pt x="559" y="8590"/>
                  </a:lnTo>
                  <a:lnTo>
                    <a:pt x="387" y="8161"/>
                  </a:lnTo>
                  <a:lnTo>
                    <a:pt x="301" y="7731"/>
                  </a:lnTo>
                  <a:lnTo>
                    <a:pt x="215" y="7302"/>
                  </a:lnTo>
                  <a:lnTo>
                    <a:pt x="172" y="6787"/>
                  </a:lnTo>
                  <a:lnTo>
                    <a:pt x="172" y="6271"/>
                  </a:lnTo>
                  <a:lnTo>
                    <a:pt x="215" y="5713"/>
                  </a:lnTo>
                  <a:lnTo>
                    <a:pt x="301" y="5154"/>
                  </a:lnTo>
                  <a:lnTo>
                    <a:pt x="430" y="4510"/>
                  </a:lnTo>
                  <a:lnTo>
                    <a:pt x="559" y="3866"/>
                  </a:lnTo>
                  <a:lnTo>
                    <a:pt x="730" y="3179"/>
                  </a:lnTo>
                  <a:lnTo>
                    <a:pt x="1203" y="1761"/>
                  </a:lnTo>
                  <a:lnTo>
                    <a:pt x="1847" y="172"/>
                  </a:lnTo>
                  <a:lnTo>
                    <a:pt x="1847" y="86"/>
                  </a:lnTo>
                  <a:lnTo>
                    <a:pt x="1761" y="44"/>
                  </a:lnTo>
                  <a:lnTo>
                    <a:pt x="1718" y="44"/>
                  </a:lnTo>
                  <a:lnTo>
                    <a:pt x="1632" y="86"/>
                  </a:lnTo>
                  <a:lnTo>
                    <a:pt x="1031" y="1719"/>
                  </a:lnTo>
                  <a:lnTo>
                    <a:pt x="559" y="3179"/>
                  </a:lnTo>
                  <a:lnTo>
                    <a:pt x="387" y="3866"/>
                  </a:lnTo>
                  <a:lnTo>
                    <a:pt x="215" y="4510"/>
                  </a:lnTo>
                  <a:lnTo>
                    <a:pt x="129" y="5154"/>
                  </a:lnTo>
                  <a:lnTo>
                    <a:pt x="43" y="5756"/>
                  </a:lnTo>
                  <a:lnTo>
                    <a:pt x="0" y="6314"/>
                  </a:lnTo>
                  <a:lnTo>
                    <a:pt x="0" y="6830"/>
                  </a:lnTo>
                  <a:lnTo>
                    <a:pt x="43" y="7345"/>
                  </a:lnTo>
                  <a:lnTo>
                    <a:pt x="129" y="7817"/>
                  </a:lnTo>
                  <a:lnTo>
                    <a:pt x="215" y="8247"/>
                  </a:lnTo>
                  <a:lnTo>
                    <a:pt x="387" y="8676"/>
                  </a:lnTo>
                  <a:lnTo>
                    <a:pt x="559" y="9020"/>
                  </a:lnTo>
                  <a:lnTo>
                    <a:pt x="773" y="9364"/>
                  </a:lnTo>
                  <a:lnTo>
                    <a:pt x="1117" y="9793"/>
                  </a:lnTo>
                  <a:lnTo>
                    <a:pt x="1546" y="10137"/>
                  </a:lnTo>
                  <a:lnTo>
                    <a:pt x="1976" y="10351"/>
                  </a:lnTo>
                  <a:lnTo>
                    <a:pt x="2405" y="10566"/>
                  </a:lnTo>
                  <a:lnTo>
                    <a:pt x="2835" y="10652"/>
                  </a:lnTo>
                  <a:lnTo>
                    <a:pt x="3221" y="10738"/>
                  </a:lnTo>
                  <a:lnTo>
                    <a:pt x="3608" y="10781"/>
                  </a:lnTo>
                  <a:lnTo>
                    <a:pt x="4424" y="10781"/>
                  </a:lnTo>
                  <a:lnTo>
                    <a:pt x="4725" y="10695"/>
                  </a:lnTo>
                  <a:lnTo>
                    <a:pt x="5111" y="10609"/>
                  </a:lnTo>
                  <a:lnTo>
                    <a:pt x="6142" y="10180"/>
                  </a:lnTo>
                  <a:lnTo>
                    <a:pt x="7387" y="9621"/>
                  </a:lnTo>
                  <a:lnTo>
                    <a:pt x="8719" y="9020"/>
                  </a:lnTo>
                  <a:lnTo>
                    <a:pt x="11038" y="7817"/>
                  </a:lnTo>
                  <a:lnTo>
                    <a:pt x="12198" y="7259"/>
                  </a:lnTo>
                  <a:lnTo>
                    <a:pt x="12284" y="7216"/>
                  </a:lnTo>
                  <a:lnTo>
                    <a:pt x="1005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4" name="Google Shape;13464;p37"/>
            <p:cNvSpPr/>
            <p:nvPr/>
          </p:nvSpPr>
          <p:spPr>
            <a:xfrm>
              <a:off x="6430425" y="894175"/>
              <a:ext cx="289950" cy="384400"/>
            </a:xfrm>
            <a:custGeom>
              <a:avLst/>
              <a:gdLst/>
              <a:ahLst/>
              <a:cxnLst/>
              <a:rect l="l" t="t" r="r" b="b"/>
              <a:pathLst>
                <a:path w="11598" h="15376" extrusionOk="0">
                  <a:moveTo>
                    <a:pt x="903" y="0"/>
                  </a:moveTo>
                  <a:lnTo>
                    <a:pt x="731" y="43"/>
                  </a:lnTo>
                  <a:lnTo>
                    <a:pt x="559" y="86"/>
                  </a:lnTo>
                  <a:lnTo>
                    <a:pt x="387" y="172"/>
                  </a:lnTo>
                  <a:lnTo>
                    <a:pt x="259" y="301"/>
                  </a:lnTo>
                  <a:lnTo>
                    <a:pt x="173" y="430"/>
                  </a:lnTo>
                  <a:lnTo>
                    <a:pt x="87" y="558"/>
                  </a:lnTo>
                  <a:lnTo>
                    <a:pt x="44" y="730"/>
                  </a:lnTo>
                  <a:lnTo>
                    <a:pt x="1" y="945"/>
                  </a:lnTo>
                  <a:lnTo>
                    <a:pt x="1" y="14474"/>
                  </a:lnTo>
                  <a:lnTo>
                    <a:pt x="44" y="14646"/>
                  </a:lnTo>
                  <a:lnTo>
                    <a:pt x="87" y="14818"/>
                  </a:lnTo>
                  <a:lnTo>
                    <a:pt x="173" y="14946"/>
                  </a:lnTo>
                  <a:lnTo>
                    <a:pt x="259" y="15075"/>
                  </a:lnTo>
                  <a:lnTo>
                    <a:pt x="387" y="15204"/>
                  </a:lnTo>
                  <a:lnTo>
                    <a:pt x="559" y="15290"/>
                  </a:lnTo>
                  <a:lnTo>
                    <a:pt x="731" y="15333"/>
                  </a:lnTo>
                  <a:lnTo>
                    <a:pt x="903" y="15376"/>
                  </a:lnTo>
                  <a:lnTo>
                    <a:pt x="10695" y="15376"/>
                  </a:lnTo>
                  <a:lnTo>
                    <a:pt x="10867" y="15333"/>
                  </a:lnTo>
                  <a:lnTo>
                    <a:pt x="11039" y="15290"/>
                  </a:lnTo>
                  <a:lnTo>
                    <a:pt x="11211" y="15204"/>
                  </a:lnTo>
                  <a:lnTo>
                    <a:pt x="11340" y="15075"/>
                  </a:lnTo>
                  <a:lnTo>
                    <a:pt x="11425" y="14946"/>
                  </a:lnTo>
                  <a:lnTo>
                    <a:pt x="11511" y="14818"/>
                  </a:lnTo>
                  <a:lnTo>
                    <a:pt x="11597" y="14646"/>
                  </a:lnTo>
                  <a:lnTo>
                    <a:pt x="11597" y="14474"/>
                  </a:lnTo>
                  <a:lnTo>
                    <a:pt x="11597" y="945"/>
                  </a:lnTo>
                  <a:lnTo>
                    <a:pt x="11597" y="730"/>
                  </a:lnTo>
                  <a:lnTo>
                    <a:pt x="11511" y="558"/>
                  </a:lnTo>
                  <a:lnTo>
                    <a:pt x="11425" y="430"/>
                  </a:lnTo>
                  <a:lnTo>
                    <a:pt x="11340" y="301"/>
                  </a:lnTo>
                  <a:lnTo>
                    <a:pt x="11211" y="172"/>
                  </a:lnTo>
                  <a:lnTo>
                    <a:pt x="11039" y="86"/>
                  </a:lnTo>
                  <a:lnTo>
                    <a:pt x="10867" y="43"/>
                  </a:lnTo>
                  <a:lnTo>
                    <a:pt x="106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5" name="Google Shape;13465;p37"/>
            <p:cNvSpPr/>
            <p:nvPr/>
          </p:nvSpPr>
          <p:spPr>
            <a:xfrm>
              <a:off x="6503450" y="883425"/>
              <a:ext cx="143900" cy="41900"/>
            </a:xfrm>
            <a:custGeom>
              <a:avLst/>
              <a:gdLst/>
              <a:ahLst/>
              <a:cxnLst/>
              <a:rect l="l" t="t" r="r" b="b"/>
              <a:pathLst>
                <a:path w="5756" h="1676" extrusionOk="0">
                  <a:moveTo>
                    <a:pt x="859" y="1"/>
                  </a:moveTo>
                  <a:lnTo>
                    <a:pt x="688" y="44"/>
                  </a:lnTo>
                  <a:lnTo>
                    <a:pt x="516" y="86"/>
                  </a:lnTo>
                  <a:lnTo>
                    <a:pt x="387" y="172"/>
                  </a:lnTo>
                  <a:lnTo>
                    <a:pt x="258" y="258"/>
                  </a:lnTo>
                  <a:lnTo>
                    <a:pt x="172" y="387"/>
                  </a:lnTo>
                  <a:lnTo>
                    <a:pt x="86" y="516"/>
                  </a:lnTo>
                  <a:lnTo>
                    <a:pt x="43" y="688"/>
                  </a:lnTo>
                  <a:lnTo>
                    <a:pt x="0" y="860"/>
                  </a:lnTo>
                  <a:lnTo>
                    <a:pt x="43" y="988"/>
                  </a:lnTo>
                  <a:lnTo>
                    <a:pt x="86" y="1160"/>
                  </a:lnTo>
                  <a:lnTo>
                    <a:pt x="172" y="1289"/>
                  </a:lnTo>
                  <a:lnTo>
                    <a:pt x="258" y="1418"/>
                  </a:lnTo>
                  <a:lnTo>
                    <a:pt x="387" y="1547"/>
                  </a:lnTo>
                  <a:lnTo>
                    <a:pt x="516" y="1590"/>
                  </a:lnTo>
                  <a:lnTo>
                    <a:pt x="688" y="1633"/>
                  </a:lnTo>
                  <a:lnTo>
                    <a:pt x="859" y="1676"/>
                  </a:lnTo>
                  <a:lnTo>
                    <a:pt x="4940" y="1676"/>
                  </a:lnTo>
                  <a:lnTo>
                    <a:pt x="5068" y="1633"/>
                  </a:lnTo>
                  <a:lnTo>
                    <a:pt x="5240" y="1590"/>
                  </a:lnTo>
                  <a:lnTo>
                    <a:pt x="5369" y="1547"/>
                  </a:lnTo>
                  <a:lnTo>
                    <a:pt x="5498" y="1418"/>
                  </a:lnTo>
                  <a:lnTo>
                    <a:pt x="5627" y="1289"/>
                  </a:lnTo>
                  <a:lnTo>
                    <a:pt x="5670" y="1160"/>
                  </a:lnTo>
                  <a:lnTo>
                    <a:pt x="5713" y="988"/>
                  </a:lnTo>
                  <a:lnTo>
                    <a:pt x="5756" y="860"/>
                  </a:lnTo>
                  <a:lnTo>
                    <a:pt x="5713" y="688"/>
                  </a:lnTo>
                  <a:lnTo>
                    <a:pt x="5670" y="516"/>
                  </a:lnTo>
                  <a:lnTo>
                    <a:pt x="5627" y="387"/>
                  </a:lnTo>
                  <a:lnTo>
                    <a:pt x="5498" y="258"/>
                  </a:lnTo>
                  <a:lnTo>
                    <a:pt x="5369" y="172"/>
                  </a:lnTo>
                  <a:lnTo>
                    <a:pt x="5240" y="86"/>
                  </a:lnTo>
                  <a:lnTo>
                    <a:pt x="5068" y="44"/>
                  </a:lnTo>
                  <a:lnTo>
                    <a:pt x="49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6" name="Google Shape;13466;p37"/>
            <p:cNvSpPr/>
            <p:nvPr/>
          </p:nvSpPr>
          <p:spPr>
            <a:xfrm>
              <a:off x="6543175" y="854425"/>
              <a:ext cx="64450" cy="63375"/>
            </a:xfrm>
            <a:custGeom>
              <a:avLst/>
              <a:gdLst/>
              <a:ahLst/>
              <a:cxnLst/>
              <a:rect l="l" t="t" r="r" b="b"/>
              <a:pathLst>
                <a:path w="2578" h="2535" extrusionOk="0">
                  <a:moveTo>
                    <a:pt x="1289" y="559"/>
                  </a:moveTo>
                  <a:lnTo>
                    <a:pt x="1418" y="602"/>
                  </a:lnTo>
                  <a:lnTo>
                    <a:pt x="1547" y="645"/>
                  </a:lnTo>
                  <a:lnTo>
                    <a:pt x="1676" y="688"/>
                  </a:lnTo>
                  <a:lnTo>
                    <a:pt x="1804" y="774"/>
                  </a:lnTo>
                  <a:lnTo>
                    <a:pt x="1847" y="903"/>
                  </a:lnTo>
                  <a:lnTo>
                    <a:pt x="1933" y="989"/>
                  </a:lnTo>
                  <a:lnTo>
                    <a:pt x="1976" y="1118"/>
                  </a:lnTo>
                  <a:lnTo>
                    <a:pt x="1976" y="1289"/>
                  </a:lnTo>
                  <a:lnTo>
                    <a:pt x="1976" y="1418"/>
                  </a:lnTo>
                  <a:lnTo>
                    <a:pt x="1933" y="1547"/>
                  </a:lnTo>
                  <a:lnTo>
                    <a:pt x="1847" y="1676"/>
                  </a:lnTo>
                  <a:lnTo>
                    <a:pt x="1804" y="1762"/>
                  </a:lnTo>
                  <a:lnTo>
                    <a:pt x="1676" y="1848"/>
                  </a:lnTo>
                  <a:lnTo>
                    <a:pt x="1547" y="1934"/>
                  </a:lnTo>
                  <a:lnTo>
                    <a:pt x="1418" y="1934"/>
                  </a:lnTo>
                  <a:lnTo>
                    <a:pt x="1289" y="1977"/>
                  </a:lnTo>
                  <a:lnTo>
                    <a:pt x="1160" y="1934"/>
                  </a:lnTo>
                  <a:lnTo>
                    <a:pt x="1031" y="1934"/>
                  </a:lnTo>
                  <a:lnTo>
                    <a:pt x="903" y="1848"/>
                  </a:lnTo>
                  <a:lnTo>
                    <a:pt x="817" y="1762"/>
                  </a:lnTo>
                  <a:lnTo>
                    <a:pt x="731" y="1676"/>
                  </a:lnTo>
                  <a:lnTo>
                    <a:pt x="645" y="1547"/>
                  </a:lnTo>
                  <a:lnTo>
                    <a:pt x="602" y="1418"/>
                  </a:lnTo>
                  <a:lnTo>
                    <a:pt x="602" y="1289"/>
                  </a:lnTo>
                  <a:lnTo>
                    <a:pt x="602" y="1118"/>
                  </a:lnTo>
                  <a:lnTo>
                    <a:pt x="645" y="989"/>
                  </a:lnTo>
                  <a:lnTo>
                    <a:pt x="731" y="903"/>
                  </a:lnTo>
                  <a:lnTo>
                    <a:pt x="817" y="774"/>
                  </a:lnTo>
                  <a:lnTo>
                    <a:pt x="903" y="688"/>
                  </a:lnTo>
                  <a:lnTo>
                    <a:pt x="1031" y="645"/>
                  </a:lnTo>
                  <a:lnTo>
                    <a:pt x="1160" y="602"/>
                  </a:lnTo>
                  <a:lnTo>
                    <a:pt x="1289" y="559"/>
                  </a:lnTo>
                  <a:close/>
                  <a:moveTo>
                    <a:pt x="1289" y="1"/>
                  </a:moveTo>
                  <a:lnTo>
                    <a:pt x="1031" y="44"/>
                  </a:lnTo>
                  <a:lnTo>
                    <a:pt x="774" y="87"/>
                  </a:lnTo>
                  <a:lnTo>
                    <a:pt x="559" y="216"/>
                  </a:lnTo>
                  <a:lnTo>
                    <a:pt x="387" y="387"/>
                  </a:lnTo>
                  <a:lnTo>
                    <a:pt x="215" y="559"/>
                  </a:lnTo>
                  <a:lnTo>
                    <a:pt x="129" y="774"/>
                  </a:lnTo>
                  <a:lnTo>
                    <a:pt x="44" y="1032"/>
                  </a:lnTo>
                  <a:lnTo>
                    <a:pt x="1" y="1289"/>
                  </a:lnTo>
                  <a:lnTo>
                    <a:pt x="44" y="1547"/>
                  </a:lnTo>
                  <a:lnTo>
                    <a:pt x="129" y="1762"/>
                  </a:lnTo>
                  <a:lnTo>
                    <a:pt x="215" y="1977"/>
                  </a:lnTo>
                  <a:lnTo>
                    <a:pt x="387" y="2191"/>
                  </a:lnTo>
                  <a:lnTo>
                    <a:pt x="559" y="2320"/>
                  </a:lnTo>
                  <a:lnTo>
                    <a:pt x="774" y="2449"/>
                  </a:lnTo>
                  <a:lnTo>
                    <a:pt x="1031" y="2535"/>
                  </a:lnTo>
                  <a:lnTo>
                    <a:pt x="1547" y="2535"/>
                  </a:lnTo>
                  <a:lnTo>
                    <a:pt x="1804" y="2449"/>
                  </a:lnTo>
                  <a:lnTo>
                    <a:pt x="2019" y="2320"/>
                  </a:lnTo>
                  <a:lnTo>
                    <a:pt x="2191" y="2191"/>
                  </a:lnTo>
                  <a:lnTo>
                    <a:pt x="2363" y="1977"/>
                  </a:lnTo>
                  <a:lnTo>
                    <a:pt x="2449" y="1762"/>
                  </a:lnTo>
                  <a:lnTo>
                    <a:pt x="2535" y="1547"/>
                  </a:lnTo>
                  <a:lnTo>
                    <a:pt x="2578" y="1289"/>
                  </a:lnTo>
                  <a:lnTo>
                    <a:pt x="2535" y="1032"/>
                  </a:lnTo>
                  <a:lnTo>
                    <a:pt x="2449" y="774"/>
                  </a:lnTo>
                  <a:lnTo>
                    <a:pt x="2363" y="559"/>
                  </a:lnTo>
                  <a:lnTo>
                    <a:pt x="2191" y="387"/>
                  </a:lnTo>
                  <a:lnTo>
                    <a:pt x="2019" y="216"/>
                  </a:lnTo>
                  <a:lnTo>
                    <a:pt x="1804" y="87"/>
                  </a:lnTo>
                  <a:lnTo>
                    <a:pt x="1547" y="44"/>
                  </a:lnTo>
                  <a:lnTo>
                    <a:pt x="1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7" name="Google Shape;13467;p37"/>
            <p:cNvSpPr/>
            <p:nvPr/>
          </p:nvSpPr>
          <p:spPr>
            <a:xfrm>
              <a:off x="6617275" y="1036975"/>
              <a:ext cx="183625" cy="154650"/>
            </a:xfrm>
            <a:custGeom>
              <a:avLst/>
              <a:gdLst/>
              <a:ahLst/>
              <a:cxnLst/>
              <a:rect l="l" t="t" r="r" b="b"/>
              <a:pathLst>
                <a:path w="7345" h="6186" extrusionOk="0">
                  <a:moveTo>
                    <a:pt x="4123" y="0"/>
                  </a:moveTo>
                  <a:lnTo>
                    <a:pt x="4123" y="1160"/>
                  </a:lnTo>
                  <a:lnTo>
                    <a:pt x="3737" y="945"/>
                  </a:lnTo>
                  <a:lnTo>
                    <a:pt x="2878" y="559"/>
                  </a:lnTo>
                  <a:lnTo>
                    <a:pt x="1933" y="172"/>
                  </a:lnTo>
                  <a:lnTo>
                    <a:pt x="1546" y="43"/>
                  </a:lnTo>
                  <a:lnTo>
                    <a:pt x="1246" y="43"/>
                  </a:lnTo>
                  <a:lnTo>
                    <a:pt x="1074" y="86"/>
                  </a:lnTo>
                  <a:lnTo>
                    <a:pt x="945" y="129"/>
                  </a:lnTo>
                  <a:lnTo>
                    <a:pt x="816" y="258"/>
                  </a:lnTo>
                  <a:lnTo>
                    <a:pt x="730" y="344"/>
                  </a:lnTo>
                  <a:lnTo>
                    <a:pt x="730" y="516"/>
                  </a:lnTo>
                  <a:lnTo>
                    <a:pt x="730" y="645"/>
                  </a:lnTo>
                  <a:lnTo>
                    <a:pt x="816" y="773"/>
                  </a:lnTo>
                  <a:lnTo>
                    <a:pt x="945" y="945"/>
                  </a:lnTo>
                  <a:lnTo>
                    <a:pt x="859" y="945"/>
                  </a:lnTo>
                  <a:lnTo>
                    <a:pt x="601" y="902"/>
                  </a:lnTo>
                  <a:lnTo>
                    <a:pt x="473" y="945"/>
                  </a:lnTo>
                  <a:lnTo>
                    <a:pt x="344" y="988"/>
                  </a:lnTo>
                  <a:lnTo>
                    <a:pt x="215" y="1074"/>
                  </a:lnTo>
                  <a:lnTo>
                    <a:pt x="129" y="1203"/>
                  </a:lnTo>
                  <a:lnTo>
                    <a:pt x="86" y="1332"/>
                  </a:lnTo>
                  <a:lnTo>
                    <a:pt x="86" y="1504"/>
                  </a:lnTo>
                  <a:lnTo>
                    <a:pt x="129" y="1632"/>
                  </a:lnTo>
                  <a:lnTo>
                    <a:pt x="172" y="1761"/>
                  </a:lnTo>
                  <a:lnTo>
                    <a:pt x="387" y="2019"/>
                  </a:lnTo>
                  <a:lnTo>
                    <a:pt x="687" y="2191"/>
                  </a:lnTo>
                  <a:lnTo>
                    <a:pt x="601" y="2191"/>
                  </a:lnTo>
                  <a:lnTo>
                    <a:pt x="387" y="2148"/>
                  </a:lnTo>
                  <a:lnTo>
                    <a:pt x="258" y="2148"/>
                  </a:lnTo>
                  <a:lnTo>
                    <a:pt x="172" y="2191"/>
                  </a:lnTo>
                  <a:lnTo>
                    <a:pt x="86" y="2277"/>
                  </a:lnTo>
                  <a:lnTo>
                    <a:pt x="0" y="2406"/>
                  </a:lnTo>
                  <a:lnTo>
                    <a:pt x="43" y="2534"/>
                  </a:lnTo>
                  <a:lnTo>
                    <a:pt x="129" y="2706"/>
                  </a:lnTo>
                  <a:lnTo>
                    <a:pt x="258" y="2878"/>
                  </a:lnTo>
                  <a:lnTo>
                    <a:pt x="473" y="3050"/>
                  </a:lnTo>
                  <a:lnTo>
                    <a:pt x="691" y="3214"/>
                  </a:lnTo>
                  <a:lnTo>
                    <a:pt x="691" y="3214"/>
                  </a:lnTo>
                  <a:lnTo>
                    <a:pt x="515" y="3179"/>
                  </a:lnTo>
                  <a:lnTo>
                    <a:pt x="387" y="3179"/>
                  </a:lnTo>
                  <a:lnTo>
                    <a:pt x="344" y="3264"/>
                  </a:lnTo>
                  <a:lnTo>
                    <a:pt x="301" y="3350"/>
                  </a:lnTo>
                  <a:lnTo>
                    <a:pt x="301" y="3479"/>
                  </a:lnTo>
                  <a:lnTo>
                    <a:pt x="387" y="3651"/>
                  </a:lnTo>
                  <a:lnTo>
                    <a:pt x="515" y="3823"/>
                  </a:lnTo>
                  <a:lnTo>
                    <a:pt x="730" y="4081"/>
                  </a:lnTo>
                  <a:lnTo>
                    <a:pt x="1074" y="4295"/>
                  </a:lnTo>
                  <a:lnTo>
                    <a:pt x="1503" y="4553"/>
                  </a:lnTo>
                  <a:lnTo>
                    <a:pt x="2062" y="4854"/>
                  </a:lnTo>
                  <a:lnTo>
                    <a:pt x="3264" y="5412"/>
                  </a:lnTo>
                  <a:lnTo>
                    <a:pt x="4209" y="5799"/>
                  </a:lnTo>
                  <a:lnTo>
                    <a:pt x="5111" y="6185"/>
                  </a:lnTo>
                  <a:lnTo>
                    <a:pt x="7344" y="2534"/>
                  </a:lnTo>
                  <a:lnTo>
                    <a:pt x="4123"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8" name="Google Shape;13468;p37"/>
            <p:cNvSpPr/>
            <p:nvPr/>
          </p:nvSpPr>
          <p:spPr>
            <a:xfrm>
              <a:off x="6632300" y="1117500"/>
              <a:ext cx="51550" cy="27950"/>
            </a:xfrm>
            <a:custGeom>
              <a:avLst/>
              <a:gdLst/>
              <a:ahLst/>
              <a:cxnLst/>
              <a:rect l="l" t="t" r="r" b="b"/>
              <a:pathLst>
                <a:path w="2062" h="1118" extrusionOk="0">
                  <a:moveTo>
                    <a:pt x="43" y="1"/>
                  </a:moveTo>
                  <a:lnTo>
                    <a:pt x="0" y="43"/>
                  </a:lnTo>
                  <a:lnTo>
                    <a:pt x="0" y="129"/>
                  </a:lnTo>
                  <a:lnTo>
                    <a:pt x="43" y="172"/>
                  </a:lnTo>
                  <a:lnTo>
                    <a:pt x="1933" y="1117"/>
                  </a:lnTo>
                  <a:lnTo>
                    <a:pt x="2019" y="1117"/>
                  </a:lnTo>
                  <a:lnTo>
                    <a:pt x="2062" y="1074"/>
                  </a:lnTo>
                  <a:lnTo>
                    <a:pt x="2062" y="988"/>
                  </a:lnTo>
                  <a:lnTo>
                    <a:pt x="2019" y="945"/>
                  </a:lnTo>
                  <a:lnTo>
                    <a:pt x="12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9" name="Google Shape;13469;p37"/>
            <p:cNvSpPr/>
            <p:nvPr/>
          </p:nvSpPr>
          <p:spPr>
            <a:xfrm>
              <a:off x="6622625" y="1084225"/>
              <a:ext cx="73050" cy="41900"/>
            </a:xfrm>
            <a:custGeom>
              <a:avLst/>
              <a:gdLst/>
              <a:ahLst/>
              <a:cxnLst/>
              <a:rect l="l" t="t" r="r" b="b"/>
              <a:pathLst>
                <a:path w="2922" h="1676" extrusionOk="0">
                  <a:moveTo>
                    <a:pt x="44" y="0"/>
                  </a:moveTo>
                  <a:lnTo>
                    <a:pt x="1" y="43"/>
                  </a:lnTo>
                  <a:lnTo>
                    <a:pt x="1" y="129"/>
                  </a:lnTo>
                  <a:lnTo>
                    <a:pt x="44" y="172"/>
                  </a:lnTo>
                  <a:lnTo>
                    <a:pt x="2750" y="1675"/>
                  </a:lnTo>
                  <a:lnTo>
                    <a:pt x="2878" y="1675"/>
                  </a:lnTo>
                  <a:lnTo>
                    <a:pt x="2878" y="1632"/>
                  </a:lnTo>
                  <a:lnTo>
                    <a:pt x="2921" y="1589"/>
                  </a:lnTo>
                  <a:lnTo>
                    <a:pt x="2878" y="1503"/>
                  </a:lnTo>
                  <a:lnTo>
                    <a:pt x="13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0" name="Google Shape;13470;p37"/>
            <p:cNvSpPr/>
            <p:nvPr/>
          </p:nvSpPr>
          <p:spPr>
            <a:xfrm>
              <a:off x="6636600" y="1056300"/>
              <a:ext cx="76250" cy="46200"/>
            </a:xfrm>
            <a:custGeom>
              <a:avLst/>
              <a:gdLst/>
              <a:ahLst/>
              <a:cxnLst/>
              <a:rect l="l" t="t" r="r" b="b"/>
              <a:pathLst>
                <a:path w="3050" h="1848" extrusionOk="0">
                  <a:moveTo>
                    <a:pt x="86" y="0"/>
                  </a:moveTo>
                  <a:lnTo>
                    <a:pt x="0" y="43"/>
                  </a:lnTo>
                  <a:lnTo>
                    <a:pt x="0" y="129"/>
                  </a:lnTo>
                  <a:lnTo>
                    <a:pt x="43" y="172"/>
                  </a:lnTo>
                  <a:lnTo>
                    <a:pt x="2921" y="1804"/>
                  </a:lnTo>
                  <a:lnTo>
                    <a:pt x="2964" y="1847"/>
                  </a:lnTo>
                  <a:lnTo>
                    <a:pt x="3007" y="1804"/>
                  </a:lnTo>
                  <a:lnTo>
                    <a:pt x="3050" y="1761"/>
                  </a:lnTo>
                  <a:lnTo>
                    <a:pt x="3050" y="1718"/>
                  </a:lnTo>
                  <a:lnTo>
                    <a:pt x="3007" y="1633"/>
                  </a:lnTo>
                  <a:lnTo>
                    <a:pt x="12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1" name="Google Shape;13471;p37"/>
            <p:cNvSpPr/>
            <p:nvPr/>
          </p:nvSpPr>
          <p:spPr>
            <a:xfrm>
              <a:off x="6643025" y="688000"/>
              <a:ext cx="354375" cy="590575"/>
            </a:xfrm>
            <a:custGeom>
              <a:avLst/>
              <a:gdLst/>
              <a:ahLst/>
              <a:cxnLst/>
              <a:rect l="l" t="t" r="r" b="b"/>
              <a:pathLst>
                <a:path w="14175" h="23623" extrusionOk="0">
                  <a:moveTo>
                    <a:pt x="1" y="1"/>
                  </a:moveTo>
                  <a:lnTo>
                    <a:pt x="774" y="1160"/>
                  </a:lnTo>
                  <a:lnTo>
                    <a:pt x="1762" y="2062"/>
                  </a:lnTo>
                  <a:lnTo>
                    <a:pt x="2234" y="2535"/>
                  </a:lnTo>
                  <a:lnTo>
                    <a:pt x="2707" y="3007"/>
                  </a:lnTo>
                  <a:lnTo>
                    <a:pt x="3136" y="3523"/>
                  </a:lnTo>
                  <a:lnTo>
                    <a:pt x="3566" y="4081"/>
                  </a:lnTo>
                  <a:lnTo>
                    <a:pt x="3909" y="4596"/>
                  </a:lnTo>
                  <a:lnTo>
                    <a:pt x="4253" y="5155"/>
                  </a:lnTo>
                  <a:lnTo>
                    <a:pt x="4811" y="6443"/>
                  </a:lnTo>
                  <a:lnTo>
                    <a:pt x="5370" y="7775"/>
                  </a:lnTo>
                  <a:lnTo>
                    <a:pt x="5885" y="9106"/>
                  </a:lnTo>
                  <a:lnTo>
                    <a:pt x="6357" y="10437"/>
                  </a:lnTo>
                  <a:lnTo>
                    <a:pt x="7088" y="12757"/>
                  </a:lnTo>
                  <a:lnTo>
                    <a:pt x="7517" y="14303"/>
                  </a:lnTo>
                  <a:lnTo>
                    <a:pt x="6314" y="13959"/>
                  </a:lnTo>
                  <a:lnTo>
                    <a:pt x="3737" y="21261"/>
                  </a:lnTo>
                  <a:lnTo>
                    <a:pt x="5584" y="22077"/>
                  </a:lnTo>
                  <a:lnTo>
                    <a:pt x="7130" y="22764"/>
                  </a:lnTo>
                  <a:lnTo>
                    <a:pt x="8419" y="23279"/>
                  </a:lnTo>
                  <a:lnTo>
                    <a:pt x="8934" y="23451"/>
                  </a:lnTo>
                  <a:lnTo>
                    <a:pt x="9579" y="23537"/>
                  </a:lnTo>
                  <a:lnTo>
                    <a:pt x="10309" y="23623"/>
                  </a:lnTo>
                  <a:lnTo>
                    <a:pt x="10695" y="23580"/>
                  </a:lnTo>
                  <a:lnTo>
                    <a:pt x="11082" y="23580"/>
                  </a:lnTo>
                  <a:lnTo>
                    <a:pt x="11468" y="23494"/>
                  </a:lnTo>
                  <a:lnTo>
                    <a:pt x="11855" y="23408"/>
                  </a:lnTo>
                  <a:lnTo>
                    <a:pt x="12198" y="23279"/>
                  </a:lnTo>
                  <a:lnTo>
                    <a:pt x="12585" y="23108"/>
                  </a:lnTo>
                  <a:lnTo>
                    <a:pt x="12886" y="22936"/>
                  </a:lnTo>
                  <a:lnTo>
                    <a:pt x="13186" y="22678"/>
                  </a:lnTo>
                  <a:lnTo>
                    <a:pt x="13487" y="22377"/>
                  </a:lnTo>
                  <a:lnTo>
                    <a:pt x="13702" y="21991"/>
                  </a:lnTo>
                  <a:lnTo>
                    <a:pt x="13874" y="21647"/>
                  </a:lnTo>
                  <a:lnTo>
                    <a:pt x="14002" y="21261"/>
                  </a:lnTo>
                  <a:lnTo>
                    <a:pt x="14131" y="20831"/>
                  </a:lnTo>
                  <a:lnTo>
                    <a:pt x="14174" y="20359"/>
                  </a:lnTo>
                  <a:lnTo>
                    <a:pt x="14174" y="19843"/>
                  </a:lnTo>
                  <a:lnTo>
                    <a:pt x="14174" y="19285"/>
                  </a:lnTo>
                  <a:lnTo>
                    <a:pt x="14131" y="18641"/>
                  </a:lnTo>
                  <a:lnTo>
                    <a:pt x="14002" y="17997"/>
                  </a:lnTo>
                  <a:lnTo>
                    <a:pt x="13874" y="17309"/>
                  </a:lnTo>
                  <a:lnTo>
                    <a:pt x="13702" y="16579"/>
                  </a:lnTo>
                  <a:lnTo>
                    <a:pt x="13487" y="15806"/>
                  </a:lnTo>
                  <a:lnTo>
                    <a:pt x="13186" y="15033"/>
                  </a:lnTo>
                  <a:lnTo>
                    <a:pt x="12886" y="14174"/>
                  </a:lnTo>
                  <a:lnTo>
                    <a:pt x="12542" y="13315"/>
                  </a:lnTo>
                  <a:lnTo>
                    <a:pt x="12113" y="12413"/>
                  </a:lnTo>
                  <a:lnTo>
                    <a:pt x="11683" y="11468"/>
                  </a:lnTo>
                  <a:lnTo>
                    <a:pt x="11082" y="10395"/>
                  </a:lnTo>
                  <a:lnTo>
                    <a:pt x="10481" y="9321"/>
                  </a:lnTo>
                  <a:lnTo>
                    <a:pt x="9793" y="8290"/>
                  </a:lnTo>
                  <a:lnTo>
                    <a:pt x="9106" y="7345"/>
                  </a:lnTo>
                  <a:lnTo>
                    <a:pt x="8333" y="6400"/>
                  </a:lnTo>
                  <a:lnTo>
                    <a:pt x="7603" y="5541"/>
                  </a:lnTo>
                  <a:lnTo>
                    <a:pt x="6830" y="4725"/>
                  </a:lnTo>
                  <a:lnTo>
                    <a:pt x="6057" y="3952"/>
                  </a:lnTo>
                  <a:lnTo>
                    <a:pt x="5241" y="3265"/>
                  </a:lnTo>
                  <a:lnTo>
                    <a:pt x="4468" y="2578"/>
                  </a:lnTo>
                  <a:lnTo>
                    <a:pt x="3652" y="2019"/>
                  </a:lnTo>
                  <a:lnTo>
                    <a:pt x="2878" y="1461"/>
                  </a:lnTo>
                  <a:lnTo>
                    <a:pt x="2105" y="989"/>
                  </a:lnTo>
                  <a:lnTo>
                    <a:pt x="1375" y="602"/>
                  </a:lnTo>
                  <a:lnTo>
                    <a:pt x="688" y="258"/>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2" name="Google Shape;13472;p37"/>
            <p:cNvSpPr/>
            <p:nvPr/>
          </p:nvSpPr>
          <p:spPr>
            <a:xfrm>
              <a:off x="6733225" y="972550"/>
              <a:ext cx="267375" cy="310325"/>
            </a:xfrm>
            <a:custGeom>
              <a:avLst/>
              <a:gdLst/>
              <a:ahLst/>
              <a:cxnLst/>
              <a:rect l="l" t="t" r="r" b="b"/>
              <a:pathLst>
                <a:path w="10695" h="12413" extrusionOk="0">
                  <a:moveTo>
                    <a:pt x="8032" y="0"/>
                  </a:moveTo>
                  <a:lnTo>
                    <a:pt x="7989" y="86"/>
                  </a:lnTo>
                  <a:lnTo>
                    <a:pt x="7989" y="129"/>
                  </a:lnTo>
                  <a:lnTo>
                    <a:pt x="8462" y="1117"/>
                  </a:lnTo>
                  <a:lnTo>
                    <a:pt x="8891" y="2062"/>
                  </a:lnTo>
                  <a:lnTo>
                    <a:pt x="9278" y="3007"/>
                  </a:lnTo>
                  <a:lnTo>
                    <a:pt x="9578" y="3866"/>
                  </a:lnTo>
                  <a:lnTo>
                    <a:pt x="9879" y="4725"/>
                  </a:lnTo>
                  <a:lnTo>
                    <a:pt x="10094" y="5498"/>
                  </a:lnTo>
                  <a:lnTo>
                    <a:pt x="10266" y="6271"/>
                  </a:lnTo>
                  <a:lnTo>
                    <a:pt x="10394" y="7001"/>
                  </a:lnTo>
                  <a:lnTo>
                    <a:pt x="10480" y="7688"/>
                  </a:lnTo>
                  <a:lnTo>
                    <a:pt x="10480" y="8333"/>
                  </a:lnTo>
                  <a:lnTo>
                    <a:pt x="10480" y="8934"/>
                  </a:lnTo>
                  <a:lnTo>
                    <a:pt x="10394" y="9449"/>
                  </a:lnTo>
                  <a:lnTo>
                    <a:pt x="10266" y="9965"/>
                  </a:lnTo>
                  <a:lnTo>
                    <a:pt x="10094" y="10437"/>
                  </a:lnTo>
                  <a:lnTo>
                    <a:pt x="9879" y="10824"/>
                  </a:lnTo>
                  <a:lnTo>
                    <a:pt x="9621" y="11210"/>
                  </a:lnTo>
                  <a:lnTo>
                    <a:pt x="9407" y="11382"/>
                  </a:lnTo>
                  <a:lnTo>
                    <a:pt x="9192" y="11597"/>
                  </a:lnTo>
                  <a:lnTo>
                    <a:pt x="8977" y="11726"/>
                  </a:lnTo>
                  <a:lnTo>
                    <a:pt x="8719" y="11854"/>
                  </a:lnTo>
                  <a:lnTo>
                    <a:pt x="8204" y="12069"/>
                  </a:lnTo>
                  <a:lnTo>
                    <a:pt x="7603" y="12198"/>
                  </a:lnTo>
                  <a:lnTo>
                    <a:pt x="6958" y="12241"/>
                  </a:lnTo>
                  <a:lnTo>
                    <a:pt x="6271" y="12198"/>
                  </a:lnTo>
                  <a:lnTo>
                    <a:pt x="5584" y="12026"/>
                  </a:lnTo>
                  <a:lnTo>
                    <a:pt x="4854" y="11811"/>
                  </a:lnTo>
                  <a:lnTo>
                    <a:pt x="3694" y="11339"/>
                  </a:lnTo>
                  <a:lnTo>
                    <a:pt x="2277" y="10738"/>
                  </a:lnTo>
                  <a:lnTo>
                    <a:pt x="258" y="9836"/>
                  </a:lnTo>
                  <a:lnTo>
                    <a:pt x="2749" y="2706"/>
                  </a:lnTo>
                  <a:lnTo>
                    <a:pt x="4596" y="3179"/>
                  </a:lnTo>
                  <a:lnTo>
                    <a:pt x="5885" y="3565"/>
                  </a:lnTo>
                  <a:lnTo>
                    <a:pt x="7087" y="3995"/>
                  </a:lnTo>
                  <a:lnTo>
                    <a:pt x="7173" y="3995"/>
                  </a:lnTo>
                  <a:lnTo>
                    <a:pt x="7216" y="3952"/>
                  </a:lnTo>
                  <a:lnTo>
                    <a:pt x="7216" y="3866"/>
                  </a:lnTo>
                  <a:lnTo>
                    <a:pt x="7173" y="3823"/>
                  </a:lnTo>
                  <a:lnTo>
                    <a:pt x="6529" y="3565"/>
                  </a:lnTo>
                  <a:lnTo>
                    <a:pt x="5842" y="3350"/>
                  </a:lnTo>
                  <a:lnTo>
                    <a:pt x="4381" y="2921"/>
                  </a:lnTo>
                  <a:lnTo>
                    <a:pt x="2706" y="2491"/>
                  </a:lnTo>
                  <a:lnTo>
                    <a:pt x="2621" y="2491"/>
                  </a:lnTo>
                  <a:lnTo>
                    <a:pt x="1" y="9922"/>
                  </a:lnTo>
                  <a:lnTo>
                    <a:pt x="87" y="9965"/>
                  </a:lnTo>
                  <a:lnTo>
                    <a:pt x="1933" y="10781"/>
                  </a:lnTo>
                  <a:lnTo>
                    <a:pt x="3480" y="11468"/>
                  </a:lnTo>
                  <a:lnTo>
                    <a:pt x="4768" y="11983"/>
                  </a:lnTo>
                  <a:lnTo>
                    <a:pt x="5369" y="12198"/>
                  </a:lnTo>
                  <a:lnTo>
                    <a:pt x="5928" y="12327"/>
                  </a:lnTo>
                  <a:lnTo>
                    <a:pt x="6486" y="12413"/>
                  </a:lnTo>
                  <a:lnTo>
                    <a:pt x="7431" y="12413"/>
                  </a:lnTo>
                  <a:lnTo>
                    <a:pt x="7817" y="12370"/>
                  </a:lnTo>
                  <a:lnTo>
                    <a:pt x="8204" y="12284"/>
                  </a:lnTo>
                  <a:lnTo>
                    <a:pt x="8548" y="12155"/>
                  </a:lnTo>
                  <a:lnTo>
                    <a:pt x="8891" y="11983"/>
                  </a:lnTo>
                  <a:lnTo>
                    <a:pt x="9192" y="11811"/>
                  </a:lnTo>
                  <a:lnTo>
                    <a:pt x="9492" y="11597"/>
                  </a:lnTo>
                  <a:lnTo>
                    <a:pt x="9750" y="11339"/>
                  </a:lnTo>
                  <a:lnTo>
                    <a:pt x="9965" y="11081"/>
                  </a:lnTo>
                  <a:lnTo>
                    <a:pt x="10180" y="10738"/>
                  </a:lnTo>
                  <a:lnTo>
                    <a:pt x="10351" y="10394"/>
                  </a:lnTo>
                  <a:lnTo>
                    <a:pt x="10480" y="10008"/>
                  </a:lnTo>
                  <a:lnTo>
                    <a:pt x="10609" y="9535"/>
                  </a:lnTo>
                  <a:lnTo>
                    <a:pt x="10652" y="9020"/>
                  </a:lnTo>
                  <a:lnTo>
                    <a:pt x="10695" y="8418"/>
                  </a:lnTo>
                  <a:lnTo>
                    <a:pt x="10695" y="7817"/>
                  </a:lnTo>
                  <a:lnTo>
                    <a:pt x="10609" y="7087"/>
                  </a:lnTo>
                  <a:lnTo>
                    <a:pt x="10480" y="6314"/>
                  </a:lnTo>
                  <a:lnTo>
                    <a:pt x="10308" y="5498"/>
                  </a:lnTo>
                  <a:lnTo>
                    <a:pt x="10008" y="4553"/>
                  </a:lnTo>
                  <a:lnTo>
                    <a:pt x="9707" y="3565"/>
                  </a:lnTo>
                  <a:lnTo>
                    <a:pt x="9278" y="2491"/>
                  </a:lnTo>
                  <a:lnTo>
                    <a:pt x="8762" y="1332"/>
                  </a:lnTo>
                  <a:lnTo>
                    <a:pt x="8161" y="43"/>
                  </a:lnTo>
                  <a:lnTo>
                    <a:pt x="811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3" name="Google Shape;13473;p37"/>
            <p:cNvSpPr/>
            <p:nvPr/>
          </p:nvSpPr>
          <p:spPr>
            <a:xfrm>
              <a:off x="6407875" y="400250"/>
              <a:ext cx="195450" cy="303900"/>
            </a:xfrm>
            <a:custGeom>
              <a:avLst/>
              <a:gdLst/>
              <a:ahLst/>
              <a:cxnLst/>
              <a:rect l="l" t="t" r="r" b="b"/>
              <a:pathLst>
                <a:path w="7818" h="12156" extrusionOk="0">
                  <a:moveTo>
                    <a:pt x="2964" y="0"/>
                  </a:moveTo>
                  <a:lnTo>
                    <a:pt x="2664" y="43"/>
                  </a:lnTo>
                  <a:lnTo>
                    <a:pt x="2406" y="86"/>
                  </a:lnTo>
                  <a:lnTo>
                    <a:pt x="2148" y="172"/>
                  </a:lnTo>
                  <a:lnTo>
                    <a:pt x="1934" y="301"/>
                  </a:lnTo>
                  <a:lnTo>
                    <a:pt x="1676" y="430"/>
                  </a:lnTo>
                  <a:lnTo>
                    <a:pt x="1461" y="559"/>
                  </a:lnTo>
                  <a:lnTo>
                    <a:pt x="1246" y="773"/>
                  </a:lnTo>
                  <a:lnTo>
                    <a:pt x="903" y="1160"/>
                  </a:lnTo>
                  <a:lnTo>
                    <a:pt x="731" y="1418"/>
                  </a:lnTo>
                  <a:lnTo>
                    <a:pt x="602" y="1675"/>
                  </a:lnTo>
                  <a:lnTo>
                    <a:pt x="473" y="1933"/>
                  </a:lnTo>
                  <a:lnTo>
                    <a:pt x="388" y="2234"/>
                  </a:lnTo>
                  <a:lnTo>
                    <a:pt x="345" y="2534"/>
                  </a:lnTo>
                  <a:lnTo>
                    <a:pt x="302" y="2835"/>
                  </a:lnTo>
                  <a:lnTo>
                    <a:pt x="1" y="6271"/>
                  </a:lnTo>
                  <a:lnTo>
                    <a:pt x="1" y="6572"/>
                  </a:lnTo>
                  <a:lnTo>
                    <a:pt x="1" y="6872"/>
                  </a:lnTo>
                  <a:lnTo>
                    <a:pt x="44" y="7173"/>
                  </a:lnTo>
                  <a:lnTo>
                    <a:pt x="87" y="7431"/>
                  </a:lnTo>
                  <a:lnTo>
                    <a:pt x="173" y="7731"/>
                  </a:lnTo>
                  <a:lnTo>
                    <a:pt x="302" y="7989"/>
                  </a:lnTo>
                  <a:lnTo>
                    <a:pt x="602" y="8461"/>
                  </a:lnTo>
                  <a:lnTo>
                    <a:pt x="774" y="8676"/>
                  </a:lnTo>
                  <a:lnTo>
                    <a:pt x="946" y="8848"/>
                  </a:lnTo>
                  <a:lnTo>
                    <a:pt x="1161" y="9020"/>
                  </a:lnTo>
                  <a:lnTo>
                    <a:pt x="1375" y="9192"/>
                  </a:lnTo>
                  <a:lnTo>
                    <a:pt x="1633" y="9320"/>
                  </a:lnTo>
                  <a:lnTo>
                    <a:pt x="1848" y="9406"/>
                  </a:lnTo>
                  <a:lnTo>
                    <a:pt x="2148" y="9492"/>
                  </a:lnTo>
                  <a:lnTo>
                    <a:pt x="2406" y="9535"/>
                  </a:lnTo>
                  <a:lnTo>
                    <a:pt x="3523" y="9621"/>
                  </a:lnTo>
                  <a:lnTo>
                    <a:pt x="3437" y="10952"/>
                  </a:lnTo>
                  <a:lnTo>
                    <a:pt x="3480" y="11167"/>
                  </a:lnTo>
                  <a:lnTo>
                    <a:pt x="3523" y="11382"/>
                  </a:lnTo>
                  <a:lnTo>
                    <a:pt x="3609" y="11554"/>
                  </a:lnTo>
                  <a:lnTo>
                    <a:pt x="3738" y="11726"/>
                  </a:lnTo>
                  <a:lnTo>
                    <a:pt x="3866" y="11854"/>
                  </a:lnTo>
                  <a:lnTo>
                    <a:pt x="4038" y="11983"/>
                  </a:lnTo>
                  <a:lnTo>
                    <a:pt x="4253" y="12026"/>
                  </a:lnTo>
                  <a:lnTo>
                    <a:pt x="4468" y="12069"/>
                  </a:lnTo>
                  <a:lnTo>
                    <a:pt x="6272" y="12155"/>
                  </a:lnTo>
                  <a:lnTo>
                    <a:pt x="6486" y="12155"/>
                  </a:lnTo>
                  <a:lnTo>
                    <a:pt x="6658" y="12069"/>
                  </a:lnTo>
                  <a:lnTo>
                    <a:pt x="6830" y="11983"/>
                  </a:lnTo>
                  <a:lnTo>
                    <a:pt x="7002" y="11854"/>
                  </a:lnTo>
                  <a:lnTo>
                    <a:pt x="7131" y="11726"/>
                  </a:lnTo>
                  <a:lnTo>
                    <a:pt x="7259" y="11554"/>
                  </a:lnTo>
                  <a:lnTo>
                    <a:pt x="7302" y="11339"/>
                  </a:lnTo>
                  <a:lnTo>
                    <a:pt x="7345" y="11124"/>
                  </a:lnTo>
                  <a:lnTo>
                    <a:pt x="7431" y="9192"/>
                  </a:lnTo>
                  <a:lnTo>
                    <a:pt x="7474" y="7173"/>
                  </a:lnTo>
                  <a:lnTo>
                    <a:pt x="7517" y="6915"/>
                  </a:lnTo>
                  <a:lnTo>
                    <a:pt x="7818" y="3479"/>
                  </a:lnTo>
                  <a:lnTo>
                    <a:pt x="7818" y="3179"/>
                  </a:lnTo>
                  <a:lnTo>
                    <a:pt x="7818" y="2878"/>
                  </a:lnTo>
                  <a:lnTo>
                    <a:pt x="7775" y="2577"/>
                  </a:lnTo>
                  <a:lnTo>
                    <a:pt x="7732" y="2277"/>
                  </a:lnTo>
                  <a:lnTo>
                    <a:pt x="7646" y="2019"/>
                  </a:lnTo>
                  <a:lnTo>
                    <a:pt x="7517" y="1761"/>
                  </a:lnTo>
                  <a:lnTo>
                    <a:pt x="7216" y="1289"/>
                  </a:lnTo>
                  <a:lnTo>
                    <a:pt x="7045" y="1074"/>
                  </a:lnTo>
                  <a:lnTo>
                    <a:pt x="6873" y="859"/>
                  </a:lnTo>
                  <a:lnTo>
                    <a:pt x="6658" y="688"/>
                  </a:lnTo>
                  <a:lnTo>
                    <a:pt x="6443" y="559"/>
                  </a:lnTo>
                  <a:lnTo>
                    <a:pt x="6186" y="430"/>
                  </a:lnTo>
                  <a:lnTo>
                    <a:pt x="5971" y="344"/>
                  </a:lnTo>
                  <a:lnTo>
                    <a:pt x="5713" y="258"/>
                  </a:lnTo>
                  <a:lnTo>
                    <a:pt x="5413" y="215"/>
                  </a:lnTo>
                  <a:lnTo>
                    <a:pt x="3222" y="43"/>
                  </a:lnTo>
                  <a:lnTo>
                    <a:pt x="2964"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4" name="Google Shape;13474;p37"/>
            <p:cNvSpPr/>
            <p:nvPr/>
          </p:nvSpPr>
          <p:spPr>
            <a:xfrm>
              <a:off x="6400375" y="465750"/>
              <a:ext cx="193300" cy="182550"/>
            </a:xfrm>
            <a:custGeom>
              <a:avLst/>
              <a:gdLst/>
              <a:ahLst/>
              <a:cxnLst/>
              <a:rect l="l" t="t" r="r" b="b"/>
              <a:pathLst>
                <a:path w="7732" h="7302" extrusionOk="0">
                  <a:moveTo>
                    <a:pt x="7345" y="0"/>
                  </a:moveTo>
                  <a:lnTo>
                    <a:pt x="7302" y="43"/>
                  </a:lnTo>
                  <a:lnTo>
                    <a:pt x="7216" y="387"/>
                  </a:lnTo>
                  <a:lnTo>
                    <a:pt x="7087" y="902"/>
                  </a:lnTo>
                  <a:lnTo>
                    <a:pt x="6872" y="2277"/>
                  </a:lnTo>
                  <a:lnTo>
                    <a:pt x="6700" y="2964"/>
                  </a:lnTo>
                  <a:lnTo>
                    <a:pt x="6529" y="3565"/>
                  </a:lnTo>
                  <a:lnTo>
                    <a:pt x="6443" y="3823"/>
                  </a:lnTo>
                  <a:lnTo>
                    <a:pt x="6357" y="3995"/>
                  </a:lnTo>
                  <a:lnTo>
                    <a:pt x="6228" y="4166"/>
                  </a:lnTo>
                  <a:lnTo>
                    <a:pt x="6099" y="4209"/>
                  </a:lnTo>
                  <a:lnTo>
                    <a:pt x="5927" y="4252"/>
                  </a:lnTo>
                  <a:lnTo>
                    <a:pt x="5670" y="4252"/>
                  </a:lnTo>
                  <a:lnTo>
                    <a:pt x="5541" y="4166"/>
                  </a:lnTo>
                  <a:lnTo>
                    <a:pt x="5283" y="3995"/>
                  </a:lnTo>
                  <a:lnTo>
                    <a:pt x="5025" y="3737"/>
                  </a:lnTo>
                  <a:lnTo>
                    <a:pt x="4725" y="3436"/>
                  </a:lnTo>
                  <a:lnTo>
                    <a:pt x="4338" y="3179"/>
                  </a:lnTo>
                  <a:lnTo>
                    <a:pt x="4123" y="3050"/>
                  </a:lnTo>
                  <a:lnTo>
                    <a:pt x="3866" y="2964"/>
                  </a:lnTo>
                  <a:lnTo>
                    <a:pt x="3608" y="2878"/>
                  </a:lnTo>
                  <a:lnTo>
                    <a:pt x="3307" y="2835"/>
                  </a:lnTo>
                  <a:lnTo>
                    <a:pt x="2663" y="2792"/>
                  </a:lnTo>
                  <a:lnTo>
                    <a:pt x="2105" y="2835"/>
                  </a:lnTo>
                  <a:lnTo>
                    <a:pt x="1589" y="2921"/>
                  </a:lnTo>
                  <a:lnTo>
                    <a:pt x="1117" y="3050"/>
                  </a:lnTo>
                  <a:lnTo>
                    <a:pt x="730" y="3221"/>
                  </a:lnTo>
                  <a:lnTo>
                    <a:pt x="430" y="3436"/>
                  </a:lnTo>
                  <a:lnTo>
                    <a:pt x="215" y="3694"/>
                  </a:lnTo>
                  <a:lnTo>
                    <a:pt x="129" y="3952"/>
                  </a:lnTo>
                  <a:lnTo>
                    <a:pt x="0" y="4381"/>
                  </a:lnTo>
                  <a:lnTo>
                    <a:pt x="0" y="4682"/>
                  </a:lnTo>
                  <a:lnTo>
                    <a:pt x="0" y="5025"/>
                  </a:lnTo>
                  <a:lnTo>
                    <a:pt x="129" y="5412"/>
                  </a:lnTo>
                  <a:lnTo>
                    <a:pt x="301" y="5798"/>
                  </a:lnTo>
                  <a:lnTo>
                    <a:pt x="430" y="5970"/>
                  </a:lnTo>
                  <a:lnTo>
                    <a:pt x="602" y="6185"/>
                  </a:lnTo>
                  <a:lnTo>
                    <a:pt x="773" y="6357"/>
                  </a:lnTo>
                  <a:lnTo>
                    <a:pt x="1031" y="6529"/>
                  </a:lnTo>
                  <a:lnTo>
                    <a:pt x="1504" y="6829"/>
                  </a:lnTo>
                  <a:lnTo>
                    <a:pt x="1976" y="7044"/>
                  </a:lnTo>
                  <a:lnTo>
                    <a:pt x="2491" y="7173"/>
                  </a:lnTo>
                  <a:lnTo>
                    <a:pt x="2964" y="7259"/>
                  </a:lnTo>
                  <a:lnTo>
                    <a:pt x="3694" y="7302"/>
                  </a:lnTo>
                  <a:lnTo>
                    <a:pt x="4252" y="7302"/>
                  </a:lnTo>
                  <a:lnTo>
                    <a:pt x="4553" y="7259"/>
                  </a:lnTo>
                  <a:lnTo>
                    <a:pt x="4939" y="7173"/>
                  </a:lnTo>
                  <a:lnTo>
                    <a:pt x="5326" y="7044"/>
                  </a:lnTo>
                  <a:lnTo>
                    <a:pt x="5756" y="6872"/>
                  </a:lnTo>
                  <a:lnTo>
                    <a:pt x="6142" y="6614"/>
                  </a:lnTo>
                  <a:lnTo>
                    <a:pt x="6314" y="6486"/>
                  </a:lnTo>
                  <a:lnTo>
                    <a:pt x="6486" y="6314"/>
                  </a:lnTo>
                  <a:lnTo>
                    <a:pt x="6657" y="6099"/>
                  </a:lnTo>
                  <a:lnTo>
                    <a:pt x="6786" y="5841"/>
                  </a:lnTo>
                  <a:lnTo>
                    <a:pt x="7044" y="5283"/>
                  </a:lnTo>
                  <a:lnTo>
                    <a:pt x="7259" y="4682"/>
                  </a:lnTo>
                  <a:lnTo>
                    <a:pt x="7431" y="4038"/>
                  </a:lnTo>
                  <a:lnTo>
                    <a:pt x="7645" y="3007"/>
                  </a:lnTo>
                  <a:lnTo>
                    <a:pt x="7731" y="2534"/>
                  </a:lnTo>
                  <a:lnTo>
                    <a:pt x="7559" y="1117"/>
                  </a:lnTo>
                  <a:lnTo>
                    <a:pt x="7431" y="258"/>
                  </a:lnTo>
                  <a:lnTo>
                    <a:pt x="7345" y="43"/>
                  </a:lnTo>
                  <a:lnTo>
                    <a:pt x="73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5" name="Google Shape;13475;p37"/>
            <p:cNvSpPr/>
            <p:nvPr/>
          </p:nvSpPr>
          <p:spPr>
            <a:xfrm>
              <a:off x="6498075" y="494725"/>
              <a:ext cx="24725" cy="24725"/>
            </a:xfrm>
            <a:custGeom>
              <a:avLst/>
              <a:gdLst/>
              <a:ahLst/>
              <a:cxnLst/>
              <a:rect l="l" t="t" r="r" b="b"/>
              <a:pathLst>
                <a:path w="989" h="989" extrusionOk="0">
                  <a:moveTo>
                    <a:pt x="559" y="1"/>
                  </a:moveTo>
                  <a:lnTo>
                    <a:pt x="344" y="44"/>
                  </a:lnTo>
                  <a:lnTo>
                    <a:pt x="173" y="130"/>
                  </a:lnTo>
                  <a:lnTo>
                    <a:pt x="44" y="259"/>
                  </a:lnTo>
                  <a:lnTo>
                    <a:pt x="1" y="473"/>
                  </a:lnTo>
                  <a:lnTo>
                    <a:pt x="44" y="645"/>
                  </a:lnTo>
                  <a:lnTo>
                    <a:pt x="130" y="817"/>
                  </a:lnTo>
                  <a:lnTo>
                    <a:pt x="258" y="946"/>
                  </a:lnTo>
                  <a:lnTo>
                    <a:pt x="473" y="989"/>
                  </a:lnTo>
                  <a:lnTo>
                    <a:pt x="645" y="989"/>
                  </a:lnTo>
                  <a:lnTo>
                    <a:pt x="817" y="903"/>
                  </a:lnTo>
                  <a:lnTo>
                    <a:pt x="946" y="731"/>
                  </a:lnTo>
                  <a:lnTo>
                    <a:pt x="989" y="559"/>
                  </a:lnTo>
                  <a:lnTo>
                    <a:pt x="989" y="344"/>
                  </a:lnTo>
                  <a:lnTo>
                    <a:pt x="903" y="173"/>
                  </a:lnTo>
                  <a:lnTo>
                    <a:pt x="731" y="87"/>
                  </a:lnTo>
                  <a:lnTo>
                    <a:pt x="55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6" name="Google Shape;13476;p37"/>
            <p:cNvSpPr/>
            <p:nvPr/>
          </p:nvSpPr>
          <p:spPr>
            <a:xfrm>
              <a:off x="6420775" y="488300"/>
              <a:ext cx="21500" cy="21500"/>
            </a:xfrm>
            <a:custGeom>
              <a:avLst/>
              <a:gdLst/>
              <a:ahLst/>
              <a:cxnLst/>
              <a:rect l="l" t="t" r="r" b="b"/>
              <a:pathLst>
                <a:path w="860" h="860" extrusionOk="0">
                  <a:moveTo>
                    <a:pt x="301" y="0"/>
                  </a:moveTo>
                  <a:lnTo>
                    <a:pt x="129" y="86"/>
                  </a:lnTo>
                  <a:lnTo>
                    <a:pt x="43" y="215"/>
                  </a:lnTo>
                  <a:lnTo>
                    <a:pt x="0" y="387"/>
                  </a:lnTo>
                  <a:lnTo>
                    <a:pt x="0" y="559"/>
                  </a:lnTo>
                  <a:lnTo>
                    <a:pt x="86" y="687"/>
                  </a:lnTo>
                  <a:lnTo>
                    <a:pt x="215" y="816"/>
                  </a:lnTo>
                  <a:lnTo>
                    <a:pt x="387" y="859"/>
                  </a:lnTo>
                  <a:lnTo>
                    <a:pt x="559" y="816"/>
                  </a:lnTo>
                  <a:lnTo>
                    <a:pt x="688" y="730"/>
                  </a:lnTo>
                  <a:lnTo>
                    <a:pt x="816" y="601"/>
                  </a:lnTo>
                  <a:lnTo>
                    <a:pt x="859" y="473"/>
                  </a:lnTo>
                  <a:lnTo>
                    <a:pt x="816" y="301"/>
                  </a:lnTo>
                  <a:lnTo>
                    <a:pt x="730" y="129"/>
                  </a:lnTo>
                  <a:lnTo>
                    <a:pt x="602" y="43"/>
                  </a:lnTo>
                  <a:lnTo>
                    <a:pt x="4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7" name="Google Shape;13477;p37"/>
            <p:cNvSpPr/>
            <p:nvPr/>
          </p:nvSpPr>
          <p:spPr>
            <a:xfrm>
              <a:off x="6449750" y="549500"/>
              <a:ext cx="44050" cy="23650"/>
            </a:xfrm>
            <a:custGeom>
              <a:avLst/>
              <a:gdLst/>
              <a:ahLst/>
              <a:cxnLst/>
              <a:rect l="l" t="t" r="r" b="b"/>
              <a:pathLst>
                <a:path w="1762" h="946" extrusionOk="0">
                  <a:moveTo>
                    <a:pt x="1762" y="0"/>
                  </a:moveTo>
                  <a:lnTo>
                    <a:pt x="1" y="86"/>
                  </a:lnTo>
                  <a:lnTo>
                    <a:pt x="1" y="215"/>
                  </a:lnTo>
                  <a:lnTo>
                    <a:pt x="130" y="473"/>
                  </a:lnTo>
                  <a:lnTo>
                    <a:pt x="259" y="602"/>
                  </a:lnTo>
                  <a:lnTo>
                    <a:pt x="345" y="773"/>
                  </a:lnTo>
                  <a:lnTo>
                    <a:pt x="516" y="859"/>
                  </a:lnTo>
                  <a:lnTo>
                    <a:pt x="688" y="945"/>
                  </a:lnTo>
                  <a:lnTo>
                    <a:pt x="903" y="945"/>
                  </a:lnTo>
                  <a:lnTo>
                    <a:pt x="1075" y="902"/>
                  </a:lnTo>
                  <a:lnTo>
                    <a:pt x="1247" y="816"/>
                  </a:lnTo>
                  <a:lnTo>
                    <a:pt x="1375" y="688"/>
                  </a:lnTo>
                  <a:lnTo>
                    <a:pt x="1504" y="516"/>
                  </a:lnTo>
                  <a:lnTo>
                    <a:pt x="1633" y="387"/>
                  </a:lnTo>
                  <a:lnTo>
                    <a:pt x="1719" y="172"/>
                  </a:lnTo>
                  <a:lnTo>
                    <a:pt x="1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8" name="Google Shape;13478;p37"/>
            <p:cNvSpPr/>
            <p:nvPr/>
          </p:nvSpPr>
          <p:spPr>
            <a:xfrm>
              <a:off x="6446550" y="490450"/>
              <a:ext cx="20425" cy="34375"/>
            </a:xfrm>
            <a:custGeom>
              <a:avLst/>
              <a:gdLst/>
              <a:ahLst/>
              <a:cxnLst/>
              <a:rect l="l" t="t" r="r" b="b"/>
              <a:pathLst>
                <a:path w="817" h="1375" extrusionOk="0">
                  <a:moveTo>
                    <a:pt x="730" y="0"/>
                  </a:moveTo>
                  <a:lnTo>
                    <a:pt x="687" y="43"/>
                  </a:lnTo>
                  <a:lnTo>
                    <a:pt x="344" y="644"/>
                  </a:lnTo>
                  <a:lnTo>
                    <a:pt x="0" y="1203"/>
                  </a:lnTo>
                  <a:lnTo>
                    <a:pt x="0" y="1246"/>
                  </a:lnTo>
                  <a:lnTo>
                    <a:pt x="43" y="1289"/>
                  </a:lnTo>
                  <a:lnTo>
                    <a:pt x="558" y="1374"/>
                  </a:lnTo>
                  <a:lnTo>
                    <a:pt x="644" y="1374"/>
                  </a:lnTo>
                  <a:lnTo>
                    <a:pt x="687" y="1332"/>
                  </a:lnTo>
                  <a:lnTo>
                    <a:pt x="644" y="1289"/>
                  </a:lnTo>
                  <a:lnTo>
                    <a:pt x="601" y="1246"/>
                  </a:lnTo>
                  <a:lnTo>
                    <a:pt x="173" y="1174"/>
                  </a:lnTo>
                  <a:lnTo>
                    <a:pt x="473" y="687"/>
                  </a:lnTo>
                  <a:lnTo>
                    <a:pt x="816" y="129"/>
                  </a:lnTo>
                  <a:lnTo>
                    <a:pt x="816" y="43"/>
                  </a:lnTo>
                  <a:lnTo>
                    <a:pt x="773" y="0"/>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9" name="Google Shape;13479;p37"/>
            <p:cNvSpPr/>
            <p:nvPr/>
          </p:nvSpPr>
          <p:spPr>
            <a:xfrm>
              <a:off x="6514175" y="485075"/>
              <a:ext cx="15075" cy="9675"/>
            </a:xfrm>
            <a:custGeom>
              <a:avLst/>
              <a:gdLst/>
              <a:ahLst/>
              <a:cxnLst/>
              <a:rect l="l" t="t" r="r" b="b"/>
              <a:pathLst>
                <a:path w="603" h="387" extrusionOk="0">
                  <a:moveTo>
                    <a:pt x="87" y="0"/>
                  </a:moveTo>
                  <a:lnTo>
                    <a:pt x="44" y="43"/>
                  </a:lnTo>
                  <a:lnTo>
                    <a:pt x="1" y="86"/>
                  </a:lnTo>
                  <a:lnTo>
                    <a:pt x="1" y="129"/>
                  </a:lnTo>
                  <a:lnTo>
                    <a:pt x="44" y="172"/>
                  </a:lnTo>
                  <a:lnTo>
                    <a:pt x="302" y="258"/>
                  </a:lnTo>
                  <a:lnTo>
                    <a:pt x="516" y="387"/>
                  </a:lnTo>
                  <a:lnTo>
                    <a:pt x="559" y="387"/>
                  </a:lnTo>
                  <a:lnTo>
                    <a:pt x="602" y="344"/>
                  </a:lnTo>
                  <a:lnTo>
                    <a:pt x="602" y="301"/>
                  </a:lnTo>
                  <a:lnTo>
                    <a:pt x="602" y="258"/>
                  </a:lnTo>
                  <a:lnTo>
                    <a:pt x="345" y="129"/>
                  </a:lnTo>
                  <a:lnTo>
                    <a:pt x="87" y="0"/>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0" name="Google Shape;13480;p37"/>
            <p:cNvSpPr/>
            <p:nvPr/>
          </p:nvSpPr>
          <p:spPr>
            <a:xfrm>
              <a:off x="6424000" y="477550"/>
              <a:ext cx="17200" cy="4325"/>
            </a:xfrm>
            <a:custGeom>
              <a:avLst/>
              <a:gdLst/>
              <a:ahLst/>
              <a:cxnLst/>
              <a:rect l="l" t="t" r="r" b="b"/>
              <a:pathLst>
                <a:path w="688" h="173" extrusionOk="0">
                  <a:moveTo>
                    <a:pt x="601" y="1"/>
                  </a:moveTo>
                  <a:lnTo>
                    <a:pt x="86" y="44"/>
                  </a:lnTo>
                  <a:lnTo>
                    <a:pt x="43" y="44"/>
                  </a:lnTo>
                  <a:lnTo>
                    <a:pt x="0" y="87"/>
                  </a:lnTo>
                  <a:lnTo>
                    <a:pt x="43" y="173"/>
                  </a:lnTo>
                  <a:lnTo>
                    <a:pt x="601" y="173"/>
                  </a:lnTo>
                  <a:lnTo>
                    <a:pt x="644" y="130"/>
                  </a:lnTo>
                  <a:lnTo>
                    <a:pt x="687" y="87"/>
                  </a:lnTo>
                  <a:lnTo>
                    <a:pt x="644" y="44"/>
                  </a:lnTo>
                  <a:lnTo>
                    <a:pt x="601" y="1"/>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1" name="Google Shape;13481;p37"/>
            <p:cNvSpPr/>
            <p:nvPr/>
          </p:nvSpPr>
          <p:spPr>
            <a:xfrm>
              <a:off x="6375675" y="321875"/>
              <a:ext cx="316775" cy="296375"/>
            </a:xfrm>
            <a:custGeom>
              <a:avLst/>
              <a:gdLst/>
              <a:ahLst/>
              <a:cxnLst/>
              <a:rect l="l" t="t" r="r" b="b"/>
              <a:pathLst>
                <a:path w="12671" h="11855" extrusionOk="0">
                  <a:moveTo>
                    <a:pt x="3393" y="0"/>
                  </a:moveTo>
                  <a:lnTo>
                    <a:pt x="2878" y="43"/>
                  </a:lnTo>
                  <a:lnTo>
                    <a:pt x="2406" y="129"/>
                  </a:lnTo>
                  <a:lnTo>
                    <a:pt x="1976" y="258"/>
                  </a:lnTo>
                  <a:lnTo>
                    <a:pt x="1547" y="430"/>
                  </a:lnTo>
                  <a:lnTo>
                    <a:pt x="1160" y="644"/>
                  </a:lnTo>
                  <a:lnTo>
                    <a:pt x="817" y="902"/>
                  </a:lnTo>
                  <a:lnTo>
                    <a:pt x="516" y="1246"/>
                  </a:lnTo>
                  <a:lnTo>
                    <a:pt x="301" y="1589"/>
                  </a:lnTo>
                  <a:lnTo>
                    <a:pt x="129" y="2019"/>
                  </a:lnTo>
                  <a:lnTo>
                    <a:pt x="43" y="2491"/>
                  </a:lnTo>
                  <a:lnTo>
                    <a:pt x="0" y="2964"/>
                  </a:lnTo>
                  <a:lnTo>
                    <a:pt x="43" y="3350"/>
                  </a:lnTo>
                  <a:lnTo>
                    <a:pt x="129" y="3737"/>
                  </a:lnTo>
                  <a:lnTo>
                    <a:pt x="258" y="4037"/>
                  </a:lnTo>
                  <a:lnTo>
                    <a:pt x="430" y="4338"/>
                  </a:lnTo>
                  <a:lnTo>
                    <a:pt x="602" y="4639"/>
                  </a:lnTo>
                  <a:lnTo>
                    <a:pt x="859" y="4853"/>
                  </a:lnTo>
                  <a:lnTo>
                    <a:pt x="1074" y="5111"/>
                  </a:lnTo>
                  <a:lnTo>
                    <a:pt x="1375" y="5283"/>
                  </a:lnTo>
                  <a:lnTo>
                    <a:pt x="1676" y="5455"/>
                  </a:lnTo>
                  <a:lnTo>
                    <a:pt x="1976" y="5626"/>
                  </a:lnTo>
                  <a:lnTo>
                    <a:pt x="2663" y="5884"/>
                  </a:lnTo>
                  <a:lnTo>
                    <a:pt x="3393" y="6056"/>
                  </a:lnTo>
                  <a:lnTo>
                    <a:pt x="4167" y="6185"/>
                  </a:lnTo>
                  <a:lnTo>
                    <a:pt x="4897" y="6271"/>
                  </a:lnTo>
                  <a:lnTo>
                    <a:pt x="5627" y="6314"/>
                  </a:lnTo>
                  <a:lnTo>
                    <a:pt x="6314" y="6314"/>
                  </a:lnTo>
                  <a:lnTo>
                    <a:pt x="6915" y="6271"/>
                  </a:lnTo>
                  <a:lnTo>
                    <a:pt x="7817" y="6228"/>
                  </a:lnTo>
                  <a:lnTo>
                    <a:pt x="8161" y="6185"/>
                  </a:lnTo>
                  <a:lnTo>
                    <a:pt x="8333" y="8891"/>
                  </a:lnTo>
                  <a:lnTo>
                    <a:pt x="8762" y="9921"/>
                  </a:lnTo>
                  <a:lnTo>
                    <a:pt x="8719" y="11854"/>
                  </a:lnTo>
                  <a:lnTo>
                    <a:pt x="9879" y="10823"/>
                  </a:lnTo>
                  <a:lnTo>
                    <a:pt x="10394" y="10351"/>
                  </a:lnTo>
                  <a:lnTo>
                    <a:pt x="10867" y="9878"/>
                  </a:lnTo>
                  <a:lnTo>
                    <a:pt x="11253" y="9363"/>
                  </a:lnTo>
                  <a:lnTo>
                    <a:pt x="11640" y="8891"/>
                  </a:lnTo>
                  <a:lnTo>
                    <a:pt x="11940" y="8418"/>
                  </a:lnTo>
                  <a:lnTo>
                    <a:pt x="12198" y="7946"/>
                  </a:lnTo>
                  <a:lnTo>
                    <a:pt x="12413" y="7473"/>
                  </a:lnTo>
                  <a:lnTo>
                    <a:pt x="12542" y="7001"/>
                  </a:lnTo>
                  <a:lnTo>
                    <a:pt x="12628" y="6485"/>
                  </a:lnTo>
                  <a:lnTo>
                    <a:pt x="12671" y="6013"/>
                  </a:lnTo>
                  <a:lnTo>
                    <a:pt x="12628" y="5498"/>
                  </a:lnTo>
                  <a:lnTo>
                    <a:pt x="12542" y="4939"/>
                  </a:lnTo>
                  <a:lnTo>
                    <a:pt x="12370" y="4381"/>
                  </a:lnTo>
                  <a:lnTo>
                    <a:pt x="12155" y="3823"/>
                  </a:lnTo>
                  <a:lnTo>
                    <a:pt x="12026" y="3565"/>
                  </a:lnTo>
                  <a:lnTo>
                    <a:pt x="11855" y="3264"/>
                  </a:lnTo>
                  <a:lnTo>
                    <a:pt x="11468" y="2792"/>
                  </a:lnTo>
                  <a:lnTo>
                    <a:pt x="11038" y="2405"/>
                  </a:lnTo>
                  <a:lnTo>
                    <a:pt x="10566" y="2062"/>
                  </a:lnTo>
                  <a:lnTo>
                    <a:pt x="10051" y="1761"/>
                  </a:lnTo>
                  <a:lnTo>
                    <a:pt x="9535" y="1503"/>
                  </a:lnTo>
                  <a:lnTo>
                    <a:pt x="9020" y="1289"/>
                  </a:lnTo>
                  <a:lnTo>
                    <a:pt x="8462" y="1117"/>
                  </a:lnTo>
                  <a:lnTo>
                    <a:pt x="7946" y="988"/>
                  </a:lnTo>
                  <a:lnTo>
                    <a:pt x="7474" y="902"/>
                  </a:lnTo>
                  <a:lnTo>
                    <a:pt x="6615" y="816"/>
                  </a:lnTo>
                  <a:lnTo>
                    <a:pt x="6056" y="773"/>
                  </a:lnTo>
                  <a:lnTo>
                    <a:pt x="5842" y="773"/>
                  </a:lnTo>
                  <a:lnTo>
                    <a:pt x="5369" y="515"/>
                  </a:lnTo>
                  <a:lnTo>
                    <a:pt x="4897" y="301"/>
                  </a:lnTo>
                  <a:lnTo>
                    <a:pt x="4381" y="129"/>
                  </a:lnTo>
                  <a:lnTo>
                    <a:pt x="3866" y="43"/>
                  </a:lnTo>
                  <a:lnTo>
                    <a:pt x="33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2" name="Google Shape;13482;p37"/>
            <p:cNvSpPr/>
            <p:nvPr/>
          </p:nvSpPr>
          <p:spPr>
            <a:xfrm>
              <a:off x="6585050" y="511925"/>
              <a:ext cx="80550" cy="80550"/>
            </a:xfrm>
            <a:custGeom>
              <a:avLst/>
              <a:gdLst/>
              <a:ahLst/>
              <a:cxnLst/>
              <a:rect l="l" t="t" r="r" b="b"/>
              <a:pathLst>
                <a:path w="3222" h="3222" extrusionOk="0">
                  <a:moveTo>
                    <a:pt x="1461" y="0"/>
                  </a:moveTo>
                  <a:lnTo>
                    <a:pt x="1117" y="86"/>
                  </a:lnTo>
                  <a:lnTo>
                    <a:pt x="860" y="172"/>
                  </a:lnTo>
                  <a:lnTo>
                    <a:pt x="602" y="344"/>
                  </a:lnTo>
                  <a:lnTo>
                    <a:pt x="344" y="558"/>
                  </a:lnTo>
                  <a:lnTo>
                    <a:pt x="172" y="816"/>
                  </a:lnTo>
                  <a:lnTo>
                    <a:pt x="44" y="1117"/>
                  </a:lnTo>
                  <a:lnTo>
                    <a:pt x="1" y="1417"/>
                  </a:lnTo>
                  <a:lnTo>
                    <a:pt x="1" y="1761"/>
                  </a:lnTo>
                  <a:lnTo>
                    <a:pt x="44" y="2062"/>
                  </a:lnTo>
                  <a:lnTo>
                    <a:pt x="172" y="2362"/>
                  </a:lnTo>
                  <a:lnTo>
                    <a:pt x="344" y="2620"/>
                  </a:lnTo>
                  <a:lnTo>
                    <a:pt x="559" y="2835"/>
                  </a:lnTo>
                  <a:lnTo>
                    <a:pt x="817" y="3007"/>
                  </a:lnTo>
                  <a:lnTo>
                    <a:pt x="1117" y="3135"/>
                  </a:lnTo>
                  <a:lnTo>
                    <a:pt x="1418" y="3221"/>
                  </a:lnTo>
                  <a:lnTo>
                    <a:pt x="1762" y="3221"/>
                  </a:lnTo>
                  <a:lnTo>
                    <a:pt x="2062" y="3178"/>
                  </a:lnTo>
                  <a:lnTo>
                    <a:pt x="2363" y="3049"/>
                  </a:lnTo>
                  <a:lnTo>
                    <a:pt x="2621" y="2878"/>
                  </a:lnTo>
                  <a:lnTo>
                    <a:pt x="2835" y="2663"/>
                  </a:lnTo>
                  <a:lnTo>
                    <a:pt x="3007" y="2405"/>
                  </a:lnTo>
                  <a:lnTo>
                    <a:pt x="3136" y="2105"/>
                  </a:lnTo>
                  <a:lnTo>
                    <a:pt x="3222" y="1804"/>
                  </a:lnTo>
                  <a:lnTo>
                    <a:pt x="3222" y="1460"/>
                  </a:lnTo>
                  <a:lnTo>
                    <a:pt x="3179" y="1160"/>
                  </a:lnTo>
                  <a:lnTo>
                    <a:pt x="3050" y="859"/>
                  </a:lnTo>
                  <a:lnTo>
                    <a:pt x="2878" y="601"/>
                  </a:lnTo>
                  <a:lnTo>
                    <a:pt x="2663" y="387"/>
                  </a:lnTo>
                  <a:lnTo>
                    <a:pt x="2406" y="215"/>
                  </a:lnTo>
                  <a:lnTo>
                    <a:pt x="2105" y="86"/>
                  </a:lnTo>
                  <a:lnTo>
                    <a:pt x="1762"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3" name="Google Shape;13483;p37"/>
            <p:cNvSpPr/>
            <p:nvPr/>
          </p:nvSpPr>
          <p:spPr>
            <a:xfrm>
              <a:off x="6601150" y="531250"/>
              <a:ext cx="32250" cy="25775"/>
            </a:xfrm>
            <a:custGeom>
              <a:avLst/>
              <a:gdLst/>
              <a:ahLst/>
              <a:cxnLst/>
              <a:rect l="l" t="t" r="r" b="b"/>
              <a:pathLst>
                <a:path w="1290" h="1031" extrusionOk="0">
                  <a:moveTo>
                    <a:pt x="774" y="0"/>
                  </a:moveTo>
                  <a:lnTo>
                    <a:pt x="516" y="86"/>
                  </a:lnTo>
                  <a:lnTo>
                    <a:pt x="302" y="215"/>
                  </a:lnTo>
                  <a:lnTo>
                    <a:pt x="216" y="344"/>
                  </a:lnTo>
                  <a:lnTo>
                    <a:pt x="130" y="516"/>
                  </a:lnTo>
                  <a:lnTo>
                    <a:pt x="44" y="816"/>
                  </a:lnTo>
                  <a:lnTo>
                    <a:pt x="1" y="945"/>
                  </a:lnTo>
                  <a:lnTo>
                    <a:pt x="44" y="1031"/>
                  </a:lnTo>
                  <a:lnTo>
                    <a:pt x="130" y="1031"/>
                  </a:lnTo>
                  <a:lnTo>
                    <a:pt x="130" y="945"/>
                  </a:lnTo>
                  <a:lnTo>
                    <a:pt x="173" y="945"/>
                  </a:lnTo>
                  <a:lnTo>
                    <a:pt x="173" y="902"/>
                  </a:lnTo>
                  <a:lnTo>
                    <a:pt x="173" y="859"/>
                  </a:lnTo>
                  <a:lnTo>
                    <a:pt x="216" y="644"/>
                  </a:lnTo>
                  <a:lnTo>
                    <a:pt x="302" y="473"/>
                  </a:lnTo>
                  <a:lnTo>
                    <a:pt x="387" y="344"/>
                  </a:lnTo>
                  <a:lnTo>
                    <a:pt x="516" y="258"/>
                  </a:lnTo>
                  <a:lnTo>
                    <a:pt x="645" y="172"/>
                  </a:lnTo>
                  <a:lnTo>
                    <a:pt x="946" y="129"/>
                  </a:lnTo>
                  <a:lnTo>
                    <a:pt x="1203" y="172"/>
                  </a:lnTo>
                  <a:lnTo>
                    <a:pt x="1246" y="172"/>
                  </a:lnTo>
                  <a:lnTo>
                    <a:pt x="1289" y="129"/>
                  </a:lnTo>
                  <a:lnTo>
                    <a:pt x="1289" y="86"/>
                  </a:lnTo>
                  <a:lnTo>
                    <a:pt x="1246" y="43"/>
                  </a:lnTo>
                  <a:lnTo>
                    <a:pt x="989" y="0"/>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4" name="Google Shape;13484;p37"/>
          <p:cNvGrpSpPr/>
          <p:nvPr/>
        </p:nvGrpSpPr>
        <p:grpSpPr>
          <a:xfrm rot="-813593">
            <a:off x="1218129" y="1819863"/>
            <a:ext cx="731886" cy="2411077"/>
            <a:chOff x="1512725" y="1813275"/>
            <a:chExt cx="423075" cy="1393750"/>
          </a:xfrm>
        </p:grpSpPr>
        <p:sp>
          <p:nvSpPr>
            <p:cNvPr id="13485" name="Google Shape;13485;p37"/>
            <p:cNvSpPr/>
            <p:nvPr/>
          </p:nvSpPr>
          <p:spPr>
            <a:xfrm>
              <a:off x="1512725" y="2360875"/>
              <a:ext cx="404825" cy="126725"/>
            </a:xfrm>
            <a:custGeom>
              <a:avLst/>
              <a:gdLst/>
              <a:ahLst/>
              <a:cxnLst/>
              <a:rect l="l" t="t" r="r" b="b"/>
              <a:pathLst>
                <a:path w="16193" h="5069" extrusionOk="0">
                  <a:moveTo>
                    <a:pt x="9020" y="1"/>
                  </a:moveTo>
                  <a:lnTo>
                    <a:pt x="7689" y="44"/>
                  </a:lnTo>
                  <a:lnTo>
                    <a:pt x="6400" y="130"/>
                  </a:lnTo>
                  <a:lnTo>
                    <a:pt x="5155" y="216"/>
                  </a:lnTo>
                  <a:lnTo>
                    <a:pt x="3995" y="345"/>
                  </a:lnTo>
                  <a:lnTo>
                    <a:pt x="2019" y="602"/>
                  </a:lnTo>
                  <a:lnTo>
                    <a:pt x="645" y="774"/>
                  </a:lnTo>
                  <a:lnTo>
                    <a:pt x="130" y="860"/>
                  </a:lnTo>
                  <a:lnTo>
                    <a:pt x="44" y="1461"/>
                  </a:lnTo>
                  <a:lnTo>
                    <a:pt x="1" y="2062"/>
                  </a:lnTo>
                  <a:lnTo>
                    <a:pt x="44" y="2750"/>
                  </a:lnTo>
                  <a:lnTo>
                    <a:pt x="87" y="3136"/>
                  </a:lnTo>
                  <a:lnTo>
                    <a:pt x="130" y="3480"/>
                  </a:lnTo>
                  <a:lnTo>
                    <a:pt x="259" y="3823"/>
                  </a:lnTo>
                  <a:lnTo>
                    <a:pt x="387" y="4167"/>
                  </a:lnTo>
                  <a:lnTo>
                    <a:pt x="602" y="4425"/>
                  </a:lnTo>
                  <a:lnTo>
                    <a:pt x="860" y="4682"/>
                  </a:lnTo>
                  <a:lnTo>
                    <a:pt x="1160" y="4854"/>
                  </a:lnTo>
                  <a:lnTo>
                    <a:pt x="1504" y="4983"/>
                  </a:lnTo>
                  <a:lnTo>
                    <a:pt x="1891" y="5026"/>
                  </a:lnTo>
                  <a:lnTo>
                    <a:pt x="2234" y="5069"/>
                  </a:lnTo>
                  <a:lnTo>
                    <a:pt x="2535" y="5069"/>
                  </a:lnTo>
                  <a:lnTo>
                    <a:pt x="2878" y="5026"/>
                  </a:lnTo>
                  <a:lnTo>
                    <a:pt x="3437" y="4940"/>
                  </a:lnTo>
                  <a:lnTo>
                    <a:pt x="3952" y="4768"/>
                  </a:lnTo>
                  <a:lnTo>
                    <a:pt x="5069" y="4339"/>
                  </a:lnTo>
                  <a:lnTo>
                    <a:pt x="5756" y="4167"/>
                  </a:lnTo>
                  <a:lnTo>
                    <a:pt x="6529" y="4038"/>
                  </a:lnTo>
                  <a:lnTo>
                    <a:pt x="7302" y="3952"/>
                  </a:lnTo>
                  <a:lnTo>
                    <a:pt x="7946" y="3952"/>
                  </a:lnTo>
                  <a:lnTo>
                    <a:pt x="8505" y="3995"/>
                  </a:lnTo>
                  <a:lnTo>
                    <a:pt x="8977" y="4124"/>
                  </a:lnTo>
                  <a:lnTo>
                    <a:pt x="9450" y="4253"/>
                  </a:lnTo>
                  <a:lnTo>
                    <a:pt x="9965" y="4425"/>
                  </a:lnTo>
                  <a:lnTo>
                    <a:pt x="11254" y="4811"/>
                  </a:lnTo>
                  <a:lnTo>
                    <a:pt x="11640" y="4940"/>
                  </a:lnTo>
                  <a:lnTo>
                    <a:pt x="12113" y="4983"/>
                  </a:lnTo>
                  <a:lnTo>
                    <a:pt x="12585" y="5026"/>
                  </a:lnTo>
                  <a:lnTo>
                    <a:pt x="13057" y="4983"/>
                  </a:lnTo>
                  <a:lnTo>
                    <a:pt x="13573" y="4940"/>
                  </a:lnTo>
                  <a:lnTo>
                    <a:pt x="14045" y="4854"/>
                  </a:lnTo>
                  <a:lnTo>
                    <a:pt x="14518" y="4725"/>
                  </a:lnTo>
                  <a:lnTo>
                    <a:pt x="14947" y="4554"/>
                  </a:lnTo>
                  <a:lnTo>
                    <a:pt x="15377" y="4296"/>
                  </a:lnTo>
                  <a:lnTo>
                    <a:pt x="15677" y="4038"/>
                  </a:lnTo>
                  <a:lnTo>
                    <a:pt x="15935" y="3695"/>
                  </a:lnTo>
                  <a:lnTo>
                    <a:pt x="16064" y="3480"/>
                  </a:lnTo>
                  <a:lnTo>
                    <a:pt x="16107" y="3308"/>
                  </a:lnTo>
                  <a:lnTo>
                    <a:pt x="16193" y="3093"/>
                  </a:lnTo>
                  <a:lnTo>
                    <a:pt x="16193" y="2836"/>
                  </a:lnTo>
                  <a:lnTo>
                    <a:pt x="16193" y="2578"/>
                  </a:lnTo>
                  <a:lnTo>
                    <a:pt x="16150" y="2320"/>
                  </a:lnTo>
                  <a:lnTo>
                    <a:pt x="16107" y="2062"/>
                  </a:lnTo>
                  <a:lnTo>
                    <a:pt x="16021" y="1762"/>
                  </a:lnTo>
                  <a:lnTo>
                    <a:pt x="15892" y="1418"/>
                  </a:lnTo>
                  <a:lnTo>
                    <a:pt x="15720" y="1118"/>
                  </a:lnTo>
                  <a:lnTo>
                    <a:pt x="15334" y="903"/>
                  </a:lnTo>
                  <a:lnTo>
                    <a:pt x="14861" y="731"/>
                  </a:lnTo>
                  <a:lnTo>
                    <a:pt x="14389" y="559"/>
                  </a:lnTo>
                  <a:lnTo>
                    <a:pt x="13874" y="430"/>
                  </a:lnTo>
                  <a:lnTo>
                    <a:pt x="12800" y="216"/>
                  </a:lnTo>
                  <a:lnTo>
                    <a:pt x="11597" y="87"/>
                  </a:lnTo>
                  <a:lnTo>
                    <a:pt x="10309" y="44"/>
                  </a:lnTo>
                  <a:lnTo>
                    <a:pt x="90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6" name="Google Shape;13486;p37"/>
            <p:cNvSpPr/>
            <p:nvPr/>
          </p:nvSpPr>
          <p:spPr>
            <a:xfrm>
              <a:off x="1512725" y="2413500"/>
              <a:ext cx="404825" cy="74100"/>
            </a:xfrm>
            <a:custGeom>
              <a:avLst/>
              <a:gdLst/>
              <a:ahLst/>
              <a:cxnLst/>
              <a:rect l="l" t="t" r="r" b="b"/>
              <a:pathLst>
                <a:path w="16193" h="2964" extrusionOk="0">
                  <a:moveTo>
                    <a:pt x="1" y="0"/>
                  </a:moveTo>
                  <a:lnTo>
                    <a:pt x="1" y="430"/>
                  </a:lnTo>
                  <a:lnTo>
                    <a:pt x="44" y="859"/>
                  </a:lnTo>
                  <a:lnTo>
                    <a:pt x="130" y="1332"/>
                  </a:lnTo>
                  <a:lnTo>
                    <a:pt x="259" y="1761"/>
                  </a:lnTo>
                  <a:lnTo>
                    <a:pt x="473" y="2148"/>
                  </a:lnTo>
                  <a:lnTo>
                    <a:pt x="559" y="2320"/>
                  </a:lnTo>
                  <a:lnTo>
                    <a:pt x="731" y="2449"/>
                  </a:lnTo>
                  <a:lnTo>
                    <a:pt x="860" y="2577"/>
                  </a:lnTo>
                  <a:lnTo>
                    <a:pt x="1075" y="2706"/>
                  </a:lnTo>
                  <a:lnTo>
                    <a:pt x="1289" y="2792"/>
                  </a:lnTo>
                  <a:lnTo>
                    <a:pt x="1504" y="2878"/>
                  </a:lnTo>
                  <a:lnTo>
                    <a:pt x="1891" y="2921"/>
                  </a:lnTo>
                  <a:lnTo>
                    <a:pt x="2234" y="2964"/>
                  </a:lnTo>
                  <a:lnTo>
                    <a:pt x="2535" y="2964"/>
                  </a:lnTo>
                  <a:lnTo>
                    <a:pt x="2878" y="2921"/>
                  </a:lnTo>
                  <a:lnTo>
                    <a:pt x="3437" y="2835"/>
                  </a:lnTo>
                  <a:lnTo>
                    <a:pt x="3952" y="2663"/>
                  </a:lnTo>
                  <a:lnTo>
                    <a:pt x="5069" y="2234"/>
                  </a:lnTo>
                  <a:lnTo>
                    <a:pt x="5756" y="2062"/>
                  </a:lnTo>
                  <a:lnTo>
                    <a:pt x="6529" y="1933"/>
                  </a:lnTo>
                  <a:lnTo>
                    <a:pt x="7302" y="1847"/>
                  </a:lnTo>
                  <a:lnTo>
                    <a:pt x="7946" y="1847"/>
                  </a:lnTo>
                  <a:lnTo>
                    <a:pt x="8505" y="1890"/>
                  </a:lnTo>
                  <a:lnTo>
                    <a:pt x="8977" y="2019"/>
                  </a:lnTo>
                  <a:lnTo>
                    <a:pt x="9450" y="2148"/>
                  </a:lnTo>
                  <a:lnTo>
                    <a:pt x="9965" y="2320"/>
                  </a:lnTo>
                  <a:lnTo>
                    <a:pt x="11254" y="2706"/>
                  </a:lnTo>
                  <a:lnTo>
                    <a:pt x="11597" y="2792"/>
                  </a:lnTo>
                  <a:lnTo>
                    <a:pt x="11984" y="2878"/>
                  </a:lnTo>
                  <a:lnTo>
                    <a:pt x="12370" y="2921"/>
                  </a:lnTo>
                  <a:lnTo>
                    <a:pt x="12800" y="2921"/>
                  </a:lnTo>
                  <a:lnTo>
                    <a:pt x="13229" y="2878"/>
                  </a:lnTo>
                  <a:lnTo>
                    <a:pt x="13659" y="2835"/>
                  </a:lnTo>
                  <a:lnTo>
                    <a:pt x="14088" y="2749"/>
                  </a:lnTo>
                  <a:lnTo>
                    <a:pt x="14475" y="2620"/>
                  </a:lnTo>
                  <a:lnTo>
                    <a:pt x="14861" y="2492"/>
                  </a:lnTo>
                  <a:lnTo>
                    <a:pt x="15205" y="2277"/>
                  </a:lnTo>
                  <a:lnTo>
                    <a:pt x="15549" y="2062"/>
                  </a:lnTo>
                  <a:lnTo>
                    <a:pt x="15806" y="1804"/>
                  </a:lnTo>
                  <a:lnTo>
                    <a:pt x="15978" y="1504"/>
                  </a:lnTo>
                  <a:lnTo>
                    <a:pt x="16150" y="1160"/>
                  </a:lnTo>
                  <a:lnTo>
                    <a:pt x="16193" y="774"/>
                  </a:lnTo>
                  <a:lnTo>
                    <a:pt x="16193" y="301"/>
                  </a:lnTo>
                  <a:lnTo>
                    <a:pt x="16107" y="688"/>
                  </a:lnTo>
                  <a:lnTo>
                    <a:pt x="15978" y="988"/>
                  </a:lnTo>
                  <a:lnTo>
                    <a:pt x="15763" y="1246"/>
                  </a:lnTo>
                  <a:lnTo>
                    <a:pt x="15549" y="1504"/>
                  </a:lnTo>
                  <a:lnTo>
                    <a:pt x="15248" y="1718"/>
                  </a:lnTo>
                  <a:lnTo>
                    <a:pt x="14947" y="1890"/>
                  </a:lnTo>
                  <a:lnTo>
                    <a:pt x="14604" y="2062"/>
                  </a:lnTo>
                  <a:lnTo>
                    <a:pt x="14217" y="2148"/>
                  </a:lnTo>
                  <a:lnTo>
                    <a:pt x="13831" y="2277"/>
                  </a:lnTo>
                  <a:lnTo>
                    <a:pt x="13444" y="2320"/>
                  </a:lnTo>
                  <a:lnTo>
                    <a:pt x="12671" y="2363"/>
                  </a:lnTo>
                  <a:lnTo>
                    <a:pt x="11898" y="2320"/>
                  </a:lnTo>
                  <a:lnTo>
                    <a:pt x="11254" y="2191"/>
                  </a:lnTo>
                  <a:lnTo>
                    <a:pt x="9965" y="1761"/>
                  </a:lnTo>
                  <a:lnTo>
                    <a:pt x="9450" y="1590"/>
                  </a:lnTo>
                  <a:lnTo>
                    <a:pt x="8977" y="1461"/>
                  </a:lnTo>
                  <a:lnTo>
                    <a:pt x="8462" y="1375"/>
                  </a:lnTo>
                  <a:lnTo>
                    <a:pt x="7946" y="1332"/>
                  </a:lnTo>
                  <a:lnTo>
                    <a:pt x="7302" y="1332"/>
                  </a:lnTo>
                  <a:lnTo>
                    <a:pt x="6529" y="1375"/>
                  </a:lnTo>
                  <a:lnTo>
                    <a:pt x="5756" y="1547"/>
                  </a:lnTo>
                  <a:lnTo>
                    <a:pt x="5069" y="1718"/>
                  </a:lnTo>
                  <a:lnTo>
                    <a:pt x="3952" y="2105"/>
                  </a:lnTo>
                  <a:lnTo>
                    <a:pt x="3394" y="2277"/>
                  </a:lnTo>
                  <a:lnTo>
                    <a:pt x="2836" y="2406"/>
                  </a:lnTo>
                  <a:lnTo>
                    <a:pt x="2234" y="2406"/>
                  </a:lnTo>
                  <a:lnTo>
                    <a:pt x="1891" y="2363"/>
                  </a:lnTo>
                  <a:lnTo>
                    <a:pt x="1504" y="2320"/>
                  </a:lnTo>
                  <a:lnTo>
                    <a:pt x="1118" y="2191"/>
                  </a:lnTo>
                  <a:lnTo>
                    <a:pt x="817" y="2019"/>
                  </a:lnTo>
                  <a:lnTo>
                    <a:pt x="559" y="1761"/>
                  </a:lnTo>
                  <a:lnTo>
                    <a:pt x="387" y="1461"/>
                  </a:lnTo>
                  <a:lnTo>
                    <a:pt x="216" y="1117"/>
                  </a:lnTo>
                  <a:lnTo>
                    <a:pt x="130" y="731"/>
                  </a:lnTo>
                  <a:lnTo>
                    <a:pt x="44" y="34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7" name="Google Shape;13487;p37"/>
            <p:cNvSpPr/>
            <p:nvPr/>
          </p:nvSpPr>
          <p:spPr>
            <a:xfrm>
              <a:off x="1513800" y="2482225"/>
              <a:ext cx="422000" cy="139600"/>
            </a:xfrm>
            <a:custGeom>
              <a:avLst/>
              <a:gdLst/>
              <a:ahLst/>
              <a:cxnLst/>
              <a:rect l="l" t="t" r="r" b="b"/>
              <a:pathLst>
                <a:path w="16880" h="5584" extrusionOk="0">
                  <a:moveTo>
                    <a:pt x="8419" y="0"/>
                  </a:moveTo>
                  <a:lnTo>
                    <a:pt x="8075" y="43"/>
                  </a:lnTo>
                  <a:lnTo>
                    <a:pt x="7775" y="86"/>
                  </a:lnTo>
                  <a:lnTo>
                    <a:pt x="7431" y="129"/>
                  </a:lnTo>
                  <a:lnTo>
                    <a:pt x="6830" y="301"/>
                  </a:lnTo>
                  <a:lnTo>
                    <a:pt x="6228" y="559"/>
                  </a:lnTo>
                  <a:lnTo>
                    <a:pt x="5670" y="902"/>
                  </a:lnTo>
                  <a:lnTo>
                    <a:pt x="5155" y="1203"/>
                  </a:lnTo>
                  <a:lnTo>
                    <a:pt x="4897" y="1375"/>
                  </a:lnTo>
                  <a:lnTo>
                    <a:pt x="4682" y="1460"/>
                  </a:lnTo>
                  <a:lnTo>
                    <a:pt x="4468" y="1503"/>
                  </a:lnTo>
                  <a:lnTo>
                    <a:pt x="4253" y="1503"/>
                  </a:lnTo>
                  <a:lnTo>
                    <a:pt x="3780" y="1460"/>
                  </a:lnTo>
                  <a:lnTo>
                    <a:pt x="3351" y="1332"/>
                  </a:lnTo>
                  <a:lnTo>
                    <a:pt x="2878" y="1203"/>
                  </a:lnTo>
                  <a:lnTo>
                    <a:pt x="2406" y="1074"/>
                  </a:lnTo>
                  <a:lnTo>
                    <a:pt x="2105" y="1074"/>
                  </a:lnTo>
                  <a:lnTo>
                    <a:pt x="1848" y="1117"/>
                  </a:lnTo>
                  <a:lnTo>
                    <a:pt x="1547" y="1160"/>
                  </a:lnTo>
                  <a:lnTo>
                    <a:pt x="1246" y="1289"/>
                  </a:lnTo>
                  <a:lnTo>
                    <a:pt x="946" y="1418"/>
                  </a:lnTo>
                  <a:lnTo>
                    <a:pt x="731" y="1632"/>
                  </a:lnTo>
                  <a:lnTo>
                    <a:pt x="516" y="1847"/>
                  </a:lnTo>
                  <a:lnTo>
                    <a:pt x="344" y="2105"/>
                  </a:lnTo>
                  <a:lnTo>
                    <a:pt x="216" y="2405"/>
                  </a:lnTo>
                  <a:lnTo>
                    <a:pt x="130" y="2663"/>
                  </a:lnTo>
                  <a:lnTo>
                    <a:pt x="44" y="3264"/>
                  </a:lnTo>
                  <a:lnTo>
                    <a:pt x="1" y="3823"/>
                  </a:lnTo>
                  <a:lnTo>
                    <a:pt x="44" y="4252"/>
                  </a:lnTo>
                  <a:lnTo>
                    <a:pt x="87" y="4682"/>
                  </a:lnTo>
                  <a:lnTo>
                    <a:pt x="344" y="4768"/>
                  </a:lnTo>
                  <a:lnTo>
                    <a:pt x="1117" y="4896"/>
                  </a:lnTo>
                  <a:lnTo>
                    <a:pt x="2363" y="5111"/>
                  </a:lnTo>
                  <a:lnTo>
                    <a:pt x="4124" y="5326"/>
                  </a:lnTo>
                  <a:lnTo>
                    <a:pt x="6400" y="5498"/>
                  </a:lnTo>
                  <a:lnTo>
                    <a:pt x="7732" y="5541"/>
                  </a:lnTo>
                  <a:lnTo>
                    <a:pt x="9192" y="5584"/>
                  </a:lnTo>
                  <a:lnTo>
                    <a:pt x="10781" y="5584"/>
                  </a:lnTo>
                  <a:lnTo>
                    <a:pt x="12499" y="5541"/>
                  </a:lnTo>
                  <a:lnTo>
                    <a:pt x="14346" y="5498"/>
                  </a:lnTo>
                  <a:lnTo>
                    <a:pt x="16279" y="5369"/>
                  </a:lnTo>
                  <a:lnTo>
                    <a:pt x="16536" y="4939"/>
                  </a:lnTo>
                  <a:lnTo>
                    <a:pt x="16665" y="4510"/>
                  </a:lnTo>
                  <a:lnTo>
                    <a:pt x="16794" y="4123"/>
                  </a:lnTo>
                  <a:lnTo>
                    <a:pt x="16837" y="3737"/>
                  </a:lnTo>
                  <a:lnTo>
                    <a:pt x="16880" y="3350"/>
                  </a:lnTo>
                  <a:lnTo>
                    <a:pt x="16837" y="3007"/>
                  </a:lnTo>
                  <a:lnTo>
                    <a:pt x="16751" y="2663"/>
                  </a:lnTo>
                  <a:lnTo>
                    <a:pt x="16665" y="2362"/>
                  </a:lnTo>
                  <a:lnTo>
                    <a:pt x="16536" y="2105"/>
                  </a:lnTo>
                  <a:lnTo>
                    <a:pt x="16407" y="1847"/>
                  </a:lnTo>
                  <a:lnTo>
                    <a:pt x="16236" y="1632"/>
                  </a:lnTo>
                  <a:lnTo>
                    <a:pt x="16064" y="1460"/>
                  </a:lnTo>
                  <a:lnTo>
                    <a:pt x="15892" y="1332"/>
                  </a:lnTo>
                  <a:lnTo>
                    <a:pt x="15720" y="1246"/>
                  </a:lnTo>
                  <a:lnTo>
                    <a:pt x="15548" y="1203"/>
                  </a:lnTo>
                  <a:lnTo>
                    <a:pt x="15377" y="1203"/>
                  </a:lnTo>
                  <a:lnTo>
                    <a:pt x="14389" y="1246"/>
                  </a:lnTo>
                  <a:lnTo>
                    <a:pt x="13014" y="1246"/>
                  </a:lnTo>
                  <a:lnTo>
                    <a:pt x="12241" y="1160"/>
                  </a:lnTo>
                  <a:lnTo>
                    <a:pt x="11468" y="988"/>
                  </a:lnTo>
                  <a:lnTo>
                    <a:pt x="10738" y="773"/>
                  </a:lnTo>
                  <a:lnTo>
                    <a:pt x="10395" y="644"/>
                  </a:lnTo>
                  <a:lnTo>
                    <a:pt x="10051" y="473"/>
                  </a:lnTo>
                  <a:lnTo>
                    <a:pt x="9750" y="301"/>
                  </a:lnTo>
                  <a:lnTo>
                    <a:pt x="9407" y="172"/>
                  </a:lnTo>
                  <a:lnTo>
                    <a:pt x="9063" y="86"/>
                  </a:lnTo>
                  <a:lnTo>
                    <a:pt x="8762" y="43"/>
                  </a:lnTo>
                  <a:lnTo>
                    <a:pt x="84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8" name="Google Shape;13488;p37"/>
            <p:cNvSpPr/>
            <p:nvPr/>
          </p:nvSpPr>
          <p:spPr>
            <a:xfrm>
              <a:off x="1513800" y="2482225"/>
              <a:ext cx="420925" cy="107400"/>
            </a:xfrm>
            <a:custGeom>
              <a:avLst/>
              <a:gdLst/>
              <a:ahLst/>
              <a:cxnLst/>
              <a:rect l="l" t="t" r="r" b="b"/>
              <a:pathLst>
                <a:path w="16837" h="4296" extrusionOk="0">
                  <a:moveTo>
                    <a:pt x="8419" y="0"/>
                  </a:moveTo>
                  <a:lnTo>
                    <a:pt x="8075" y="43"/>
                  </a:lnTo>
                  <a:lnTo>
                    <a:pt x="7775" y="86"/>
                  </a:lnTo>
                  <a:lnTo>
                    <a:pt x="7431" y="129"/>
                  </a:lnTo>
                  <a:lnTo>
                    <a:pt x="6830" y="301"/>
                  </a:lnTo>
                  <a:lnTo>
                    <a:pt x="6228" y="559"/>
                  </a:lnTo>
                  <a:lnTo>
                    <a:pt x="5670" y="902"/>
                  </a:lnTo>
                  <a:lnTo>
                    <a:pt x="5155" y="1203"/>
                  </a:lnTo>
                  <a:lnTo>
                    <a:pt x="4897" y="1375"/>
                  </a:lnTo>
                  <a:lnTo>
                    <a:pt x="4682" y="1460"/>
                  </a:lnTo>
                  <a:lnTo>
                    <a:pt x="4468" y="1503"/>
                  </a:lnTo>
                  <a:lnTo>
                    <a:pt x="4253" y="1503"/>
                  </a:lnTo>
                  <a:lnTo>
                    <a:pt x="3780" y="1460"/>
                  </a:lnTo>
                  <a:lnTo>
                    <a:pt x="3351" y="1332"/>
                  </a:lnTo>
                  <a:lnTo>
                    <a:pt x="2878" y="1203"/>
                  </a:lnTo>
                  <a:lnTo>
                    <a:pt x="2406" y="1074"/>
                  </a:lnTo>
                  <a:lnTo>
                    <a:pt x="2105" y="1074"/>
                  </a:lnTo>
                  <a:lnTo>
                    <a:pt x="1848" y="1117"/>
                  </a:lnTo>
                  <a:lnTo>
                    <a:pt x="1547" y="1160"/>
                  </a:lnTo>
                  <a:lnTo>
                    <a:pt x="1246" y="1289"/>
                  </a:lnTo>
                  <a:lnTo>
                    <a:pt x="1032" y="1375"/>
                  </a:lnTo>
                  <a:lnTo>
                    <a:pt x="817" y="1546"/>
                  </a:lnTo>
                  <a:lnTo>
                    <a:pt x="645" y="1675"/>
                  </a:lnTo>
                  <a:lnTo>
                    <a:pt x="516" y="1890"/>
                  </a:lnTo>
                  <a:lnTo>
                    <a:pt x="259" y="2277"/>
                  </a:lnTo>
                  <a:lnTo>
                    <a:pt x="130" y="2706"/>
                  </a:lnTo>
                  <a:lnTo>
                    <a:pt x="44" y="3178"/>
                  </a:lnTo>
                  <a:lnTo>
                    <a:pt x="1" y="3608"/>
                  </a:lnTo>
                  <a:lnTo>
                    <a:pt x="1" y="3994"/>
                  </a:lnTo>
                  <a:lnTo>
                    <a:pt x="44" y="4295"/>
                  </a:lnTo>
                  <a:lnTo>
                    <a:pt x="130" y="3694"/>
                  </a:lnTo>
                  <a:lnTo>
                    <a:pt x="216" y="3393"/>
                  </a:lnTo>
                  <a:lnTo>
                    <a:pt x="344" y="3093"/>
                  </a:lnTo>
                  <a:lnTo>
                    <a:pt x="516" y="2835"/>
                  </a:lnTo>
                  <a:lnTo>
                    <a:pt x="688" y="2577"/>
                  </a:lnTo>
                  <a:lnTo>
                    <a:pt x="946" y="2362"/>
                  </a:lnTo>
                  <a:lnTo>
                    <a:pt x="1246" y="2234"/>
                  </a:lnTo>
                  <a:lnTo>
                    <a:pt x="1590" y="2105"/>
                  </a:lnTo>
                  <a:lnTo>
                    <a:pt x="1848" y="2062"/>
                  </a:lnTo>
                  <a:lnTo>
                    <a:pt x="2148" y="2019"/>
                  </a:lnTo>
                  <a:lnTo>
                    <a:pt x="2406" y="2019"/>
                  </a:lnTo>
                  <a:lnTo>
                    <a:pt x="2921" y="2105"/>
                  </a:lnTo>
                  <a:lnTo>
                    <a:pt x="3351" y="2277"/>
                  </a:lnTo>
                  <a:lnTo>
                    <a:pt x="3823" y="2405"/>
                  </a:lnTo>
                  <a:lnTo>
                    <a:pt x="4253" y="2448"/>
                  </a:lnTo>
                  <a:lnTo>
                    <a:pt x="4468" y="2448"/>
                  </a:lnTo>
                  <a:lnTo>
                    <a:pt x="4682" y="2405"/>
                  </a:lnTo>
                  <a:lnTo>
                    <a:pt x="4940" y="2319"/>
                  </a:lnTo>
                  <a:lnTo>
                    <a:pt x="5155" y="2148"/>
                  </a:lnTo>
                  <a:lnTo>
                    <a:pt x="5670" y="1847"/>
                  </a:lnTo>
                  <a:lnTo>
                    <a:pt x="6228" y="1503"/>
                  </a:lnTo>
                  <a:lnTo>
                    <a:pt x="6830" y="1246"/>
                  </a:lnTo>
                  <a:lnTo>
                    <a:pt x="7474" y="1074"/>
                  </a:lnTo>
                  <a:lnTo>
                    <a:pt x="7775" y="988"/>
                  </a:lnTo>
                  <a:lnTo>
                    <a:pt x="8118" y="988"/>
                  </a:lnTo>
                  <a:lnTo>
                    <a:pt x="8419" y="945"/>
                  </a:lnTo>
                  <a:lnTo>
                    <a:pt x="8762" y="988"/>
                  </a:lnTo>
                  <a:lnTo>
                    <a:pt x="9106" y="1031"/>
                  </a:lnTo>
                  <a:lnTo>
                    <a:pt x="9407" y="1117"/>
                  </a:lnTo>
                  <a:lnTo>
                    <a:pt x="9750" y="1246"/>
                  </a:lnTo>
                  <a:lnTo>
                    <a:pt x="10051" y="1418"/>
                  </a:lnTo>
                  <a:lnTo>
                    <a:pt x="10395" y="1546"/>
                  </a:lnTo>
                  <a:lnTo>
                    <a:pt x="10738" y="1718"/>
                  </a:lnTo>
                  <a:lnTo>
                    <a:pt x="11511" y="1933"/>
                  </a:lnTo>
                  <a:lnTo>
                    <a:pt x="12241" y="2105"/>
                  </a:lnTo>
                  <a:lnTo>
                    <a:pt x="13014" y="2191"/>
                  </a:lnTo>
                  <a:lnTo>
                    <a:pt x="14389" y="2191"/>
                  </a:lnTo>
                  <a:lnTo>
                    <a:pt x="15377" y="2105"/>
                  </a:lnTo>
                  <a:lnTo>
                    <a:pt x="15591" y="2148"/>
                  </a:lnTo>
                  <a:lnTo>
                    <a:pt x="15806" y="2234"/>
                  </a:lnTo>
                  <a:lnTo>
                    <a:pt x="16021" y="2362"/>
                  </a:lnTo>
                  <a:lnTo>
                    <a:pt x="16236" y="2534"/>
                  </a:lnTo>
                  <a:lnTo>
                    <a:pt x="16450" y="2792"/>
                  </a:lnTo>
                  <a:lnTo>
                    <a:pt x="16622" y="3136"/>
                  </a:lnTo>
                  <a:lnTo>
                    <a:pt x="16751" y="3479"/>
                  </a:lnTo>
                  <a:lnTo>
                    <a:pt x="16837" y="3866"/>
                  </a:lnTo>
                  <a:lnTo>
                    <a:pt x="16837" y="3264"/>
                  </a:lnTo>
                  <a:lnTo>
                    <a:pt x="16794" y="2749"/>
                  </a:lnTo>
                  <a:lnTo>
                    <a:pt x="16622" y="2277"/>
                  </a:lnTo>
                  <a:lnTo>
                    <a:pt x="16450" y="1890"/>
                  </a:lnTo>
                  <a:lnTo>
                    <a:pt x="16193" y="1589"/>
                  </a:lnTo>
                  <a:lnTo>
                    <a:pt x="15935" y="1332"/>
                  </a:lnTo>
                  <a:lnTo>
                    <a:pt x="15634" y="1203"/>
                  </a:lnTo>
                  <a:lnTo>
                    <a:pt x="15377" y="1203"/>
                  </a:lnTo>
                  <a:lnTo>
                    <a:pt x="14389" y="1246"/>
                  </a:lnTo>
                  <a:lnTo>
                    <a:pt x="13014" y="1246"/>
                  </a:lnTo>
                  <a:lnTo>
                    <a:pt x="12241" y="1160"/>
                  </a:lnTo>
                  <a:lnTo>
                    <a:pt x="11468" y="988"/>
                  </a:lnTo>
                  <a:lnTo>
                    <a:pt x="10738" y="773"/>
                  </a:lnTo>
                  <a:lnTo>
                    <a:pt x="10395" y="644"/>
                  </a:lnTo>
                  <a:lnTo>
                    <a:pt x="10051" y="473"/>
                  </a:lnTo>
                  <a:lnTo>
                    <a:pt x="9750" y="301"/>
                  </a:lnTo>
                  <a:lnTo>
                    <a:pt x="9407" y="172"/>
                  </a:lnTo>
                  <a:lnTo>
                    <a:pt x="9063" y="86"/>
                  </a:lnTo>
                  <a:lnTo>
                    <a:pt x="8762" y="43"/>
                  </a:lnTo>
                  <a:lnTo>
                    <a:pt x="84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9" name="Google Shape;13489;p37"/>
            <p:cNvSpPr/>
            <p:nvPr/>
          </p:nvSpPr>
          <p:spPr>
            <a:xfrm>
              <a:off x="1515950" y="2545575"/>
              <a:ext cx="404825" cy="661450"/>
            </a:xfrm>
            <a:custGeom>
              <a:avLst/>
              <a:gdLst/>
              <a:ahLst/>
              <a:cxnLst/>
              <a:rect l="l" t="t" r="r" b="b"/>
              <a:pathLst>
                <a:path w="16193" h="26458" extrusionOk="0">
                  <a:moveTo>
                    <a:pt x="7431" y="0"/>
                  </a:moveTo>
                  <a:lnTo>
                    <a:pt x="7001" y="86"/>
                  </a:lnTo>
                  <a:lnTo>
                    <a:pt x="6615" y="215"/>
                  </a:lnTo>
                  <a:lnTo>
                    <a:pt x="6271" y="344"/>
                  </a:lnTo>
                  <a:lnTo>
                    <a:pt x="5498" y="687"/>
                  </a:lnTo>
                  <a:lnTo>
                    <a:pt x="5283" y="730"/>
                  </a:lnTo>
                  <a:lnTo>
                    <a:pt x="5026" y="773"/>
                  </a:lnTo>
                  <a:lnTo>
                    <a:pt x="4467" y="730"/>
                  </a:lnTo>
                  <a:lnTo>
                    <a:pt x="3866" y="602"/>
                  </a:lnTo>
                  <a:lnTo>
                    <a:pt x="3222" y="473"/>
                  </a:lnTo>
                  <a:lnTo>
                    <a:pt x="2535" y="387"/>
                  </a:lnTo>
                  <a:lnTo>
                    <a:pt x="1590" y="387"/>
                  </a:lnTo>
                  <a:lnTo>
                    <a:pt x="1332" y="473"/>
                  </a:lnTo>
                  <a:lnTo>
                    <a:pt x="1031" y="602"/>
                  </a:lnTo>
                  <a:lnTo>
                    <a:pt x="774" y="730"/>
                  </a:lnTo>
                  <a:lnTo>
                    <a:pt x="559" y="945"/>
                  </a:lnTo>
                  <a:lnTo>
                    <a:pt x="387" y="1160"/>
                  </a:lnTo>
                  <a:lnTo>
                    <a:pt x="258" y="1375"/>
                  </a:lnTo>
                  <a:lnTo>
                    <a:pt x="130" y="1632"/>
                  </a:lnTo>
                  <a:lnTo>
                    <a:pt x="87" y="1890"/>
                  </a:lnTo>
                  <a:lnTo>
                    <a:pt x="44" y="2148"/>
                  </a:lnTo>
                  <a:lnTo>
                    <a:pt x="1" y="2405"/>
                  </a:lnTo>
                  <a:lnTo>
                    <a:pt x="44" y="2663"/>
                  </a:lnTo>
                  <a:lnTo>
                    <a:pt x="130" y="3221"/>
                  </a:lnTo>
                  <a:lnTo>
                    <a:pt x="301" y="3823"/>
                  </a:lnTo>
                  <a:lnTo>
                    <a:pt x="559" y="4381"/>
                  </a:lnTo>
                  <a:lnTo>
                    <a:pt x="860" y="4939"/>
                  </a:lnTo>
                  <a:lnTo>
                    <a:pt x="1117" y="5584"/>
                  </a:lnTo>
                  <a:lnTo>
                    <a:pt x="1375" y="6314"/>
                  </a:lnTo>
                  <a:lnTo>
                    <a:pt x="1590" y="7087"/>
                  </a:lnTo>
                  <a:lnTo>
                    <a:pt x="1719" y="7860"/>
                  </a:lnTo>
                  <a:lnTo>
                    <a:pt x="1933" y="9105"/>
                  </a:lnTo>
                  <a:lnTo>
                    <a:pt x="2019" y="9621"/>
                  </a:lnTo>
                  <a:lnTo>
                    <a:pt x="2234" y="26457"/>
                  </a:lnTo>
                  <a:lnTo>
                    <a:pt x="15076" y="26285"/>
                  </a:lnTo>
                  <a:lnTo>
                    <a:pt x="14818" y="9449"/>
                  </a:lnTo>
                  <a:lnTo>
                    <a:pt x="14818" y="8590"/>
                  </a:lnTo>
                  <a:lnTo>
                    <a:pt x="14861" y="7817"/>
                  </a:lnTo>
                  <a:lnTo>
                    <a:pt x="14947" y="7044"/>
                  </a:lnTo>
                  <a:lnTo>
                    <a:pt x="15076" y="6314"/>
                  </a:lnTo>
                  <a:lnTo>
                    <a:pt x="15248" y="5584"/>
                  </a:lnTo>
                  <a:lnTo>
                    <a:pt x="15462" y="4853"/>
                  </a:lnTo>
                  <a:lnTo>
                    <a:pt x="16064" y="3264"/>
                  </a:lnTo>
                  <a:lnTo>
                    <a:pt x="16150" y="2835"/>
                  </a:lnTo>
                  <a:lnTo>
                    <a:pt x="16193" y="2448"/>
                  </a:lnTo>
                  <a:lnTo>
                    <a:pt x="16193" y="2105"/>
                  </a:lnTo>
                  <a:lnTo>
                    <a:pt x="16107" y="1804"/>
                  </a:lnTo>
                  <a:lnTo>
                    <a:pt x="15935" y="1546"/>
                  </a:lnTo>
                  <a:lnTo>
                    <a:pt x="15763" y="1289"/>
                  </a:lnTo>
                  <a:lnTo>
                    <a:pt x="15548" y="1074"/>
                  </a:lnTo>
                  <a:lnTo>
                    <a:pt x="15291" y="902"/>
                  </a:lnTo>
                  <a:lnTo>
                    <a:pt x="14990" y="773"/>
                  </a:lnTo>
                  <a:lnTo>
                    <a:pt x="14689" y="644"/>
                  </a:lnTo>
                  <a:lnTo>
                    <a:pt x="14131" y="516"/>
                  </a:lnTo>
                  <a:lnTo>
                    <a:pt x="13573" y="430"/>
                  </a:lnTo>
                  <a:lnTo>
                    <a:pt x="13143" y="473"/>
                  </a:lnTo>
                  <a:lnTo>
                    <a:pt x="12370" y="644"/>
                  </a:lnTo>
                  <a:lnTo>
                    <a:pt x="11984" y="687"/>
                  </a:lnTo>
                  <a:lnTo>
                    <a:pt x="11082" y="687"/>
                  </a:lnTo>
                  <a:lnTo>
                    <a:pt x="10523" y="602"/>
                  </a:lnTo>
                  <a:lnTo>
                    <a:pt x="9879" y="473"/>
                  </a:lnTo>
                  <a:lnTo>
                    <a:pt x="9192" y="258"/>
                  </a:lnTo>
                  <a:lnTo>
                    <a:pt x="8505" y="86"/>
                  </a:lnTo>
                  <a:lnTo>
                    <a:pt x="79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0" name="Google Shape;13490;p37"/>
            <p:cNvSpPr/>
            <p:nvPr/>
          </p:nvSpPr>
          <p:spPr>
            <a:xfrm>
              <a:off x="1653400" y="2545575"/>
              <a:ext cx="267375" cy="658225"/>
            </a:xfrm>
            <a:custGeom>
              <a:avLst/>
              <a:gdLst/>
              <a:ahLst/>
              <a:cxnLst/>
              <a:rect l="l" t="t" r="r" b="b"/>
              <a:pathLst>
                <a:path w="10695" h="26329" extrusionOk="0">
                  <a:moveTo>
                    <a:pt x="1933" y="0"/>
                  </a:moveTo>
                  <a:lnTo>
                    <a:pt x="1503" y="86"/>
                  </a:lnTo>
                  <a:lnTo>
                    <a:pt x="1117" y="215"/>
                  </a:lnTo>
                  <a:lnTo>
                    <a:pt x="773" y="344"/>
                  </a:lnTo>
                  <a:lnTo>
                    <a:pt x="0" y="687"/>
                  </a:lnTo>
                  <a:lnTo>
                    <a:pt x="730" y="687"/>
                  </a:lnTo>
                  <a:lnTo>
                    <a:pt x="1203" y="730"/>
                  </a:lnTo>
                  <a:lnTo>
                    <a:pt x="1804" y="816"/>
                  </a:lnTo>
                  <a:lnTo>
                    <a:pt x="2448" y="945"/>
                  </a:lnTo>
                  <a:lnTo>
                    <a:pt x="3136" y="1160"/>
                  </a:lnTo>
                  <a:lnTo>
                    <a:pt x="3823" y="1418"/>
                  </a:lnTo>
                  <a:lnTo>
                    <a:pt x="4166" y="1589"/>
                  </a:lnTo>
                  <a:lnTo>
                    <a:pt x="4510" y="1675"/>
                  </a:lnTo>
                  <a:lnTo>
                    <a:pt x="5197" y="1847"/>
                  </a:lnTo>
                  <a:lnTo>
                    <a:pt x="5841" y="1933"/>
                  </a:lnTo>
                  <a:lnTo>
                    <a:pt x="6443" y="1976"/>
                  </a:lnTo>
                  <a:lnTo>
                    <a:pt x="7001" y="2019"/>
                  </a:lnTo>
                  <a:lnTo>
                    <a:pt x="7516" y="2105"/>
                  </a:lnTo>
                  <a:lnTo>
                    <a:pt x="7688" y="2191"/>
                  </a:lnTo>
                  <a:lnTo>
                    <a:pt x="7860" y="2277"/>
                  </a:lnTo>
                  <a:lnTo>
                    <a:pt x="8032" y="2405"/>
                  </a:lnTo>
                  <a:lnTo>
                    <a:pt x="8118" y="2577"/>
                  </a:lnTo>
                  <a:lnTo>
                    <a:pt x="8289" y="2964"/>
                  </a:lnTo>
                  <a:lnTo>
                    <a:pt x="8375" y="3393"/>
                  </a:lnTo>
                  <a:lnTo>
                    <a:pt x="8375" y="3823"/>
                  </a:lnTo>
                  <a:lnTo>
                    <a:pt x="8289" y="4338"/>
                  </a:lnTo>
                  <a:lnTo>
                    <a:pt x="8118" y="4896"/>
                  </a:lnTo>
                  <a:lnTo>
                    <a:pt x="7860" y="5455"/>
                  </a:lnTo>
                  <a:lnTo>
                    <a:pt x="7473" y="6099"/>
                  </a:lnTo>
                  <a:lnTo>
                    <a:pt x="7001" y="6786"/>
                  </a:lnTo>
                  <a:lnTo>
                    <a:pt x="6743" y="7216"/>
                  </a:lnTo>
                  <a:lnTo>
                    <a:pt x="6486" y="7688"/>
                  </a:lnTo>
                  <a:lnTo>
                    <a:pt x="6314" y="8246"/>
                  </a:lnTo>
                  <a:lnTo>
                    <a:pt x="6142" y="8848"/>
                  </a:lnTo>
                  <a:lnTo>
                    <a:pt x="5970" y="9535"/>
                  </a:lnTo>
                  <a:lnTo>
                    <a:pt x="5884" y="10222"/>
                  </a:lnTo>
                  <a:lnTo>
                    <a:pt x="5712" y="11682"/>
                  </a:lnTo>
                  <a:lnTo>
                    <a:pt x="5584" y="13143"/>
                  </a:lnTo>
                  <a:lnTo>
                    <a:pt x="5541" y="14517"/>
                  </a:lnTo>
                  <a:lnTo>
                    <a:pt x="5541" y="16622"/>
                  </a:lnTo>
                  <a:lnTo>
                    <a:pt x="5755" y="26328"/>
                  </a:lnTo>
                  <a:lnTo>
                    <a:pt x="9578" y="26285"/>
                  </a:lnTo>
                  <a:lnTo>
                    <a:pt x="9320" y="9449"/>
                  </a:lnTo>
                  <a:lnTo>
                    <a:pt x="9320" y="8590"/>
                  </a:lnTo>
                  <a:lnTo>
                    <a:pt x="9363" y="7817"/>
                  </a:lnTo>
                  <a:lnTo>
                    <a:pt x="9449" y="7044"/>
                  </a:lnTo>
                  <a:lnTo>
                    <a:pt x="9578" y="6314"/>
                  </a:lnTo>
                  <a:lnTo>
                    <a:pt x="9750" y="5584"/>
                  </a:lnTo>
                  <a:lnTo>
                    <a:pt x="9964" y="4853"/>
                  </a:lnTo>
                  <a:lnTo>
                    <a:pt x="10566" y="3264"/>
                  </a:lnTo>
                  <a:lnTo>
                    <a:pt x="10652" y="2835"/>
                  </a:lnTo>
                  <a:lnTo>
                    <a:pt x="10695" y="2448"/>
                  </a:lnTo>
                  <a:lnTo>
                    <a:pt x="10695" y="2105"/>
                  </a:lnTo>
                  <a:lnTo>
                    <a:pt x="10609" y="1804"/>
                  </a:lnTo>
                  <a:lnTo>
                    <a:pt x="10437" y="1546"/>
                  </a:lnTo>
                  <a:lnTo>
                    <a:pt x="10265" y="1289"/>
                  </a:lnTo>
                  <a:lnTo>
                    <a:pt x="10050" y="1074"/>
                  </a:lnTo>
                  <a:lnTo>
                    <a:pt x="9793" y="902"/>
                  </a:lnTo>
                  <a:lnTo>
                    <a:pt x="9492" y="773"/>
                  </a:lnTo>
                  <a:lnTo>
                    <a:pt x="9191" y="644"/>
                  </a:lnTo>
                  <a:lnTo>
                    <a:pt x="8633" y="516"/>
                  </a:lnTo>
                  <a:lnTo>
                    <a:pt x="8075" y="430"/>
                  </a:lnTo>
                  <a:lnTo>
                    <a:pt x="7645" y="473"/>
                  </a:lnTo>
                  <a:lnTo>
                    <a:pt x="6872" y="644"/>
                  </a:lnTo>
                  <a:lnTo>
                    <a:pt x="6486" y="687"/>
                  </a:lnTo>
                  <a:lnTo>
                    <a:pt x="5584" y="687"/>
                  </a:lnTo>
                  <a:lnTo>
                    <a:pt x="5025" y="602"/>
                  </a:lnTo>
                  <a:lnTo>
                    <a:pt x="4381" y="473"/>
                  </a:lnTo>
                  <a:lnTo>
                    <a:pt x="3694" y="258"/>
                  </a:lnTo>
                  <a:lnTo>
                    <a:pt x="3007" y="86"/>
                  </a:lnTo>
                  <a:lnTo>
                    <a:pt x="2405"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1" name="Google Shape;13491;p37"/>
            <p:cNvSpPr/>
            <p:nvPr/>
          </p:nvSpPr>
          <p:spPr>
            <a:xfrm>
              <a:off x="1729625" y="2618575"/>
              <a:ext cx="75200" cy="95600"/>
            </a:xfrm>
            <a:custGeom>
              <a:avLst/>
              <a:gdLst/>
              <a:ahLst/>
              <a:cxnLst/>
              <a:rect l="l" t="t" r="r" b="b"/>
              <a:pathLst>
                <a:path w="3008" h="3824" extrusionOk="0">
                  <a:moveTo>
                    <a:pt x="988" y="1"/>
                  </a:moveTo>
                  <a:lnTo>
                    <a:pt x="817" y="130"/>
                  </a:lnTo>
                  <a:lnTo>
                    <a:pt x="473" y="430"/>
                  </a:lnTo>
                  <a:lnTo>
                    <a:pt x="301" y="688"/>
                  </a:lnTo>
                  <a:lnTo>
                    <a:pt x="172" y="946"/>
                  </a:lnTo>
                  <a:lnTo>
                    <a:pt x="44" y="1246"/>
                  </a:lnTo>
                  <a:lnTo>
                    <a:pt x="1" y="1633"/>
                  </a:lnTo>
                  <a:lnTo>
                    <a:pt x="44" y="2019"/>
                  </a:lnTo>
                  <a:lnTo>
                    <a:pt x="129" y="2535"/>
                  </a:lnTo>
                  <a:lnTo>
                    <a:pt x="215" y="3007"/>
                  </a:lnTo>
                  <a:lnTo>
                    <a:pt x="387" y="3437"/>
                  </a:lnTo>
                  <a:lnTo>
                    <a:pt x="473" y="3609"/>
                  </a:lnTo>
                  <a:lnTo>
                    <a:pt x="602" y="3694"/>
                  </a:lnTo>
                  <a:lnTo>
                    <a:pt x="731" y="3780"/>
                  </a:lnTo>
                  <a:lnTo>
                    <a:pt x="817" y="3823"/>
                  </a:lnTo>
                  <a:lnTo>
                    <a:pt x="988" y="3780"/>
                  </a:lnTo>
                  <a:lnTo>
                    <a:pt x="1117" y="3651"/>
                  </a:lnTo>
                  <a:lnTo>
                    <a:pt x="1246" y="3480"/>
                  </a:lnTo>
                  <a:lnTo>
                    <a:pt x="1418" y="3179"/>
                  </a:lnTo>
                  <a:lnTo>
                    <a:pt x="1590" y="2878"/>
                  </a:lnTo>
                  <a:lnTo>
                    <a:pt x="1762" y="2664"/>
                  </a:lnTo>
                  <a:lnTo>
                    <a:pt x="2062" y="2277"/>
                  </a:lnTo>
                  <a:lnTo>
                    <a:pt x="2320" y="2062"/>
                  </a:lnTo>
                  <a:lnTo>
                    <a:pt x="2578" y="1933"/>
                  </a:lnTo>
                  <a:lnTo>
                    <a:pt x="2792" y="1805"/>
                  </a:lnTo>
                  <a:lnTo>
                    <a:pt x="2921" y="1676"/>
                  </a:lnTo>
                  <a:lnTo>
                    <a:pt x="2964" y="1590"/>
                  </a:lnTo>
                  <a:lnTo>
                    <a:pt x="3007" y="1461"/>
                  </a:lnTo>
                  <a:lnTo>
                    <a:pt x="3007" y="1075"/>
                  </a:lnTo>
                  <a:lnTo>
                    <a:pt x="2964" y="860"/>
                  </a:lnTo>
                  <a:lnTo>
                    <a:pt x="2878" y="688"/>
                  </a:lnTo>
                  <a:lnTo>
                    <a:pt x="2792" y="559"/>
                  </a:lnTo>
                  <a:lnTo>
                    <a:pt x="2621" y="430"/>
                  </a:lnTo>
                  <a:lnTo>
                    <a:pt x="2492" y="301"/>
                  </a:lnTo>
                  <a:lnTo>
                    <a:pt x="2320" y="216"/>
                  </a:lnTo>
                  <a:lnTo>
                    <a:pt x="1933" y="87"/>
                  </a:lnTo>
                  <a:lnTo>
                    <a:pt x="1590" y="44"/>
                  </a:lnTo>
                  <a:lnTo>
                    <a:pt x="128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2" name="Google Shape;13492;p37"/>
            <p:cNvSpPr/>
            <p:nvPr/>
          </p:nvSpPr>
          <p:spPr>
            <a:xfrm>
              <a:off x="1515950" y="1813275"/>
              <a:ext cx="389800" cy="638900"/>
            </a:xfrm>
            <a:custGeom>
              <a:avLst/>
              <a:gdLst/>
              <a:ahLst/>
              <a:cxnLst/>
              <a:rect l="l" t="t" r="r" b="b"/>
              <a:pathLst>
                <a:path w="15592" h="25556" extrusionOk="0">
                  <a:moveTo>
                    <a:pt x="14002" y="1"/>
                  </a:moveTo>
                  <a:lnTo>
                    <a:pt x="1976" y="173"/>
                  </a:lnTo>
                  <a:lnTo>
                    <a:pt x="2148" y="12198"/>
                  </a:lnTo>
                  <a:lnTo>
                    <a:pt x="2148" y="13315"/>
                  </a:lnTo>
                  <a:lnTo>
                    <a:pt x="2062" y="14432"/>
                  </a:lnTo>
                  <a:lnTo>
                    <a:pt x="1933" y="15548"/>
                  </a:lnTo>
                  <a:lnTo>
                    <a:pt x="1719" y="16665"/>
                  </a:lnTo>
                  <a:lnTo>
                    <a:pt x="1461" y="17782"/>
                  </a:lnTo>
                  <a:lnTo>
                    <a:pt x="1203" y="18856"/>
                  </a:lnTo>
                  <a:lnTo>
                    <a:pt x="860" y="19886"/>
                  </a:lnTo>
                  <a:lnTo>
                    <a:pt x="473" y="20917"/>
                  </a:lnTo>
                  <a:lnTo>
                    <a:pt x="301" y="21432"/>
                  </a:lnTo>
                  <a:lnTo>
                    <a:pt x="173" y="21905"/>
                  </a:lnTo>
                  <a:lnTo>
                    <a:pt x="87" y="22334"/>
                  </a:lnTo>
                  <a:lnTo>
                    <a:pt x="1" y="22764"/>
                  </a:lnTo>
                  <a:lnTo>
                    <a:pt x="1" y="23150"/>
                  </a:lnTo>
                  <a:lnTo>
                    <a:pt x="44" y="23537"/>
                  </a:lnTo>
                  <a:lnTo>
                    <a:pt x="87" y="23881"/>
                  </a:lnTo>
                  <a:lnTo>
                    <a:pt x="173" y="24181"/>
                  </a:lnTo>
                  <a:lnTo>
                    <a:pt x="301" y="24482"/>
                  </a:lnTo>
                  <a:lnTo>
                    <a:pt x="430" y="24697"/>
                  </a:lnTo>
                  <a:lnTo>
                    <a:pt x="602" y="24954"/>
                  </a:lnTo>
                  <a:lnTo>
                    <a:pt x="817" y="25126"/>
                  </a:lnTo>
                  <a:lnTo>
                    <a:pt x="1031" y="25298"/>
                  </a:lnTo>
                  <a:lnTo>
                    <a:pt x="1289" y="25427"/>
                  </a:lnTo>
                  <a:lnTo>
                    <a:pt x="1504" y="25513"/>
                  </a:lnTo>
                  <a:lnTo>
                    <a:pt x="1805" y="25556"/>
                  </a:lnTo>
                  <a:lnTo>
                    <a:pt x="2363" y="25556"/>
                  </a:lnTo>
                  <a:lnTo>
                    <a:pt x="2664" y="25513"/>
                  </a:lnTo>
                  <a:lnTo>
                    <a:pt x="2964" y="25427"/>
                  </a:lnTo>
                  <a:lnTo>
                    <a:pt x="3608" y="25212"/>
                  </a:lnTo>
                  <a:lnTo>
                    <a:pt x="4296" y="24911"/>
                  </a:lnTo>
                  <a:lnTo>
                    <a:pt x="5026" y="24654"/>
                  </a:lnTo>
                  <a:lnTo>
                    <a:pt x="5799" y="24353"/>
                  </a:lnTo>
                  <a:lnTo>
                    <a:pt x="6701" y="24138"/>
                  </a:lnTo>
                  <a:lnTo>
                    <a:pt x="7130" y="24095"/>
                  </a:lnTo>
                  <a:lnTo>
                    <a:pt x="7603" y="24052"/>
                  </a:lnTo>
                  <a:lnTo>
                    <a:pt x="8505" y="24052"/>
                  </a:lnTo>
                  <a:lnTo>
                    <a:pt x="8891" y="24138"/>
                  </a:lnTo>
                  <a:lnTo>
                    <a:pt x="9235" y="24224"/>
                  </a:lnTo>
                  <a:lnTo>
                    <a:pt x="9836" y="24482"/>
                  </a:lnTo>
                  <a:lnTo>
                    <a:pt x="10394" y="24783"/>
                  </a:lnTo>
                  <a:lnTo>
                    <a:pt x="10953" y="25040"/>
                  </a:lnTo>
                  <a:lnTo>
                    <a:pt x="11253" y="25169"/>
                  </a:lnTo>
                  <a:lnTo>
                    <a:pt x="11554" y="25298"/>
                  </a:lnTo>
                  <a:lnTo>
                    <a:pt x="11898" y="25341"/>
                  </a:lnTo>
                  <a:lnTo>
                    <a:pt x="12241" y="25384"/>
                  </a:lnTo>
                  <a:lnTo>
                    <a:pt x="12628" y="25427"/>
                  </a:lnTo>
                  <a:lnTo>
                    <a:pt x="13057" y="25384"/>
                  </a:lnTo>
                  <a:lnTo>
                    <a:pt x="13487" y="25298"/>
                  </a:lnTo>
                  <a:lnTo>
                    <a:pt x="13873" y="25212"/>
                  </a:lnTo>
                  <a:lnTo>
                    <a:pt x="14217" y="25083"/>
                  </a:lnTo>
                  <a:lnTo>
                    <a:pt x="14518" y="24911"/>
                  </a:lnTo>
                  <a:lnTo>
                    <a:pt x="14775" y="24783"/>
                  </a:lnTo>
                  <a:lnTo>
                    <a:pt x="14990" y="24611"/>
                  </a:lnTo>
                  <a:lnTo>
                    <a:pt x="15205" y="24396"/>
                  </a:lnTo>
                  <a:lnTo>
                    <a:pt x="15334" y="24224"/>
                  </a:lnTo>
                  <a:lnTo>
                    <a:pt x="15462" y="24009"/>
                  </a:lnTo>
                  <a:lnTo>
                    <a:pt x="15548" y="23795"/>
                  </a:lnTo>
                  <a:lnTo>
                    <a:pt x="15591" y="23580"/>
                  </a:lnTo>
                  <a:lnTo>
                    <a:pt x="15591" y="23408"/>
                  </a:lnTo>
                  <a:lnTo>
                    <a:pt x="15591" y="23193"/>
                  </a:lnTo>
                  <a:lnTo>
                    <a:pt x="15548" y="22979"/>
                  </a:lnTo>
                  <a:lnTo>
                    <a:pt x="15505" y="22807"/>
                  </a:lnTo>
                  <a:lnTo>
                    <a:pt x="15420" y="22635"/>
                  </a:lnTo>
                  <a:lnTo>
                    <a:pt x="15205" y="22249"/>
                  </a:lnTo>
                  <a:lnTo>
                    <a:pt x="15033" y="21776"/>
                  </a:lnTo>
                  <a:lnTo>
                    <a:pt x="14646" y="20788"/>
                  </a:lnTo>
                  <a:lnTo>
                    <a:pt x="14260" y="19629"/>
                  </a:lnTo>
                  <a:lnTo>
                    <a:pt x="140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3" name="Google Shape;13493;p37"/>
            <p:cNvSpPr/>
            <p:nvPr/>
          </p:nvSpPr>
          <p:spPr>
            <a:xfrm>
              <a:off x="1726400" y="1813275"/>
              <a:ext cx="179350" cy="635675"/>
            </a:xfrm>
            <a:custGeom>
              <a:avLst/>
              <a:gdLst/>
              <a:ahLst/>
              <a:cxnLst/>
              <a:rect l="l" t="t" r="r" b="b"/>
              <a:pathLst>
                <a:path w="7174" h="25427" extrusionOk="0">
                  <a:moveTo>
                    <a:pt x="5584" y="1"/>
                  </a:moveTo>
                  <a:lnTo>
                    <a:pt x="3480" y="44"/>
                  </a:lnTo>
                  <a:lnTo>
                    <a:pt x="3737" y="18641"/>
                  </a:lnTo>
                  <a:lnTo>
                    <a:pt x="3780" y="19242"/>
                  </a:lnTo>
                  <a:lnTo>
                    <a:pt x="3866" y="19843"/>
                  </a:lnTo>
                  <a:lnTo>
                    <a:pt x="4038" y="20359"/>
                  </a:lnTo>
                  <a:lnTo>
                    <a:pt x="4210" y="20917"/>
                  </a:lnTo>
                  <a:lnTo>
                    <a:pt x="4682" y="21905"/>
                  </a:lnTo>
                  <a:lnTo>
                    <a:pt x="5069" y="22764"/>
                  </a:lnTo>
                  <a:lnTo>
                    <a:pt x="5155" y="22936"/>
                  </a:lnTo>
                  <a:lnTo>
                    <a:pt x="5155" y="23150"/>
                  </a:lnTo>
                  <a:lnTo>
                    <a:pt x="5112" y="23279"/>
                  </a:lnTo>
                  <a:lnTo>
                    <a:pt x="4983" y="23451"/>
                  </a:lnTo>
                  <a:lnTo>
                    <a:pt x="4854" y="23580"/>
                  </a:lnTo>
                  <a:lnTo>
                    <a:pt x="4639" y="23666"/>
                  </a:lnTo>
                  <a:lnTo>
                    <a:pt x="4382" y="23752"/>
                  </a:lnTo>
                  <a:lnTo>
                    <a:pt x="4038" y="23838"/>
                  </a:lnTo>
                  <a:lnTo>
                    <a:pt x="3265" y="23966"/>
                  </a:lnTo>
                  <a:lnTo>
                    <a:pt x="2363" y="24052"/>
                  </a:lnTo>
                  <a:lnTo>
                    <a:pt x="1246" y="24095"/>
                  </a:lnTo>
                  <a:lnTo>
                    <a:pt x="1" y="24052"/>
                  </a:lnTo>
                  <a:lnTo>
                    <a:pt x="1" y="24052"/>
                  </a:lnTo>
                  <a:lnTo>
                    <a:pt x="344" y="24138"/>
                  </a:lnTo>
                  <a:lnTo>
                    <a:pt x="645" y="24181"/>
                  </a:lnTo>
                  <a:lnTo>
                    <a:pt x="1246" y="24396"/>
                  </a:lnTo>
                  <a:lnTo>
                    <a:pt x="1762" y="24654"/>
                  </a:lnTo>
                  <a:lnTo>
                    <a:pt x="2234" y="24911"/>
                  </a:lnTo>
                  <a:lnTo>
                    <a:pt x="2750" y="25126"/>
                  </a:lnTo>
                  <a:lnTo>
                    <a:pt x="3265" y="25341"/>
                  </a:lnTo>
                  <a:lnTo>
                    <a:pt x="3566" y="25384"/>
                  </a:lnTo>
                  <a:lnTo>
                    <a:pt x="3909" y="25427"/>
                  </a:lnTo>
                  <a:lnTo>
                    <a:pt x="4253" y="25384"/>
                  </a:lnTo>
                  <a:lnTo>
                    <a:pt x="4639" y="25384"/>
                  </a:lnTo>
                  <a:lnTo>
                    <a:pt x="5069" y="25298"/>
                  </a:lnTo>
                  <a:lnTo>
                    <a:pt x="5455" y="25212"/>
                  </a:lnTo>
                  <a:lnTo>
                    <a:pt x="5799" y="25083"/>
                  </a:lnTo>
                  <a:lnTo>
                    <a:pt x="6100" y="24911"/>
                  </a:lnTo>
                  <a:lnTo>
                    <a:pt x="6357" y="24783"/>
                  </a:lnTo>
                  <a:lnTo>
                    <a:pt x="6572" y="24611"/>
                  </a:lnTo>
                  <a:lnTo>
                    <a:pt x="6787" y="24396"/>
                  </a:lnTo>
                  <a:lnTo>
                    <a:pt x="6916" y="24224"/>
                  </a:lnTo>
                  <a:lnTo>
                    <a:pt x="7044" y="24009"/>
                  </a:lnTo>
                  <a:lnTo>
                    <a:pt x="7130" y="23795"/>
                  </a:lnTo>
                  <a:lnTo>
                    <a:pt x="7173" y="23580"/>
                  </a:lnTo>
                  <a:lnTo>
                    <a:pt x="7173" y="23408"/>
                  </a:lnTo>
                  <a:lnTo>
                    <a:pt x="7173" y="23193"/>
                  </a:lnTo>
                  <a:lnTo>
                    <a:pt x="7130" y="22979"/>
                  </a:lnTo>
                  <a:lnTo>
                    <a:pt x="7087" y="22807"/>
                  </a:lnTo>
                  <a:lnTo>
                    <a:pt x="7002" y="22635"/>
                  </a:lnTo>
                  <a:lnTo>
                    <a:pt x="6787" y="22249"/>
                  </a:lnTo>
                  <a:lnTo>
                    <a:pt x="6615" y="21776"/>
                  </a:lnTo>
                  <a:lnTo>
                    <a:pt x="6228" y="20788"/>
                  </a:lnTo>
                  <a:lnTo>
                    <a:pt x="5842" y="19629"/>
                  </a:lnTo>
                  <a:lnTo>
                    <a:pt x="5584"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4" name="Google Shape;13494;p37"/>
            <p:cNvSpPr/>
            <p:nvPr/>
          </p:nvSpPr>
          <p:spPr>
            <a:xfrm>
              <a:off x="1715675" y="2760325"/>
              <a:ext cx="38675" cy="444550"/>
            </a:xfrm>
            <a:custGeom>
              <a:avLst/>
              <a:gdLst/>
              <a:ahLst/>
              <a:cxnLst/>
              <a:rect l="l" t="t" r="r" b="b"/>
              <a:pathLst>
                <a:path w="1547" h="17782" extrusionOk="0">
                  <a:moveTo>
                    <a:pt x="516" y="0"/>
                  </a:moveTo>
                  <a:lnTo>
                    <a:pt x="387" y="43"/>
                  </a:lnTo>
                  <a:lnTo>
                    <a:pt x="172" y="172"/>
                  </a:lnTo>
                  <a:lnTo>
                    <a:pt x="43" y="387"/>
                  </a:lnTo>
                  <a:lnTo>
                    <a:pt x="0" y="515"/>
                  </a:lnTo>
                  <a:lnTo>
                    <a:pt x="0" y="644"/>
                  </a:lnTo>
                  <a:lnTo>
                    <a:pt x="258" y="17781"/>
                  </a:lnTo>
                  <a:lnTo>
                    <a:pt x="1546" y="17781"/>
                  </a:lnTo>
                  <a:lnTo>
                    <a:pt x="1332" y="644"/>
                  </a:lnTo>
                  <a:lnTo>
                    <a:pt x="1289" y="515"/>
                  </a:lnTo>
                  <a:lnTo>
                    <a:pt x="1289" y="387"/>
                  </a:lnTo>
                  <a:lnTo>
                    <a:pt x="1117" y="172"/>
                  </a:lnTo>
                  <a:lnTo>
                    <a:pt x="902" y="43"/>
                  </a:lnTo>
                  <a:lnTo>
                    <a:pt x="773"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5" name="Google Shape;13495;p37"/>
            <p:cNvSpPr/>
            <p:nvPr/>
          </p:nvSpPr>
          <p:spPr>
            <a:xfrm>
              <a:off x="1755400" y="1814350"/>
              <a:ext cx="45125" cy="534750"/>
            </a:xfrm>
            <a:custGeom>
              <a:avLst/>
              <a:gdLst/>
              <a:ahLst/>
              <a:cxnLst/>
              <a:rect l="l" t="t" r="r" b="b"/>
              <a:pathLst>
                <a:path w="1805" h="21390" extrusionOk="0">
                  <a:moveTo>
                    <a:pt x="1504" y="1"/>
                  </a:moveTo>
                  <a:lnTo>
                    <a:pt x="0" y="44"/>
                  </a:lnTo>
                  <a:lnTo>
                    <a:pt x="301" y="20659"/>
                  </a:lnTo>
                  <a:lnTo>
                    <a:pt x="301" y="20788"/>
                  </a:lnTo>
                  <a:lnTo>
                    <a:pt x="344" y="20917"/>
                  </a:lnTo>
                  <a:lnTo>
                    <a:pt x="430" y="21046"/>
                  </a:lnTo>
                  <a:lnTo>
                    <a:pt x="516" y="21175"/>
                  </a:lnTo>
                  <a:lnTo>
                    <a:pt x="645" y="21261"/>
                  </a:lnTo>
                  <a:lnTo>
                    <a:pt x="774" y="21304"/>
                  </a:lnTo>
                  <a:lnTo>
                    <a:pt x="902" y="21347"/>
                  </a:lnTo>
                  <a:lnTo>
                    <a:pt x="1074" y="21389"/>
                  </a:lnTo>
                  <a:lnTo>
                    <a:pt x="1203" y="21347"/>
                  </a:lnTo>
                  <a:lnTo>
                    <a:pt x="1375" y="21304"/>
                  </a:lnTo>
                  <a:lnTo>
                    <a:pt x="1504" y="21261"/>
                  </a:lnTo>
                  <a:lnTo>
                    <a:pt x="1590" y="21132"/>
                  </a:lnTo>
                  <a:lnTo>
                    <a:pt x="1675" y="21046"/>
                  </a:lnTo>
                  <a:lnTo>
                    <a:pt x="1761" y="20917"/>
                  </a:lnTo>
                  <a:lnTo>
                    <a:pt x="1804" y="20788"/>
                  </a:lnTo>
                  <a:lnTo>
                    <a:pt x="1804" y="20616"/>
                  </a:lnTo>
                  <a:lnTo>
                    <a:pt x="1504"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6" name="Google Shape;13496;p37"/>
            <p:cNvSpPr/>
            <p:nvPr/>
          </p:nvSpPr>
          <p:spPr>
            <a:xfrm>
              <a:off x="1725325" y="2360875"/>
              <a:ext cx="39750" cy="39775"/>
            </a:xfrm>
            <a:custGeom>
              <a:avLst/>
              <a:gdLst/>
              <a:ahLst/>
              <a:cxnLst/>
              <a:rect l="l" t="t" r="r" b="b"/>
              <a:pathLst>
                <a:path w="1590" h="1591" extrusionOk="0">
                  <a:moveTo>
                    <a:pt x="817" y="1"/>
                  </a:moveTo>
                  <a:lnTo>
                    <a:pt x="645" y="44"/>
                  </a:lnTo>
                  <a:lnTo>
                    <a:pt x="473" y="87"/>
                  </a:lnTo>
                  <a:lnTo>
                    <a:pt x="344" y="173"/>
                  </a:lnTo>
                  <a:lnTo>
                    <a:pt x="259" y="259"/>
                  </a:lnTo>
                  <a:lnTo>
                    <a:pt x="130" y="387"/>
                  </a:lnTo>
                  <a:lnTo>
                    <a:pt x="87" y="516"/>
                  </a:lnTo>
                  <a:lnTo>
                    <a:pt x="44" y="645"/>
                  </a:lnTo>
                  <a:lnTo>
                    <a:pt x="1" y="817"/>
                  </a:lnTo>
                  <a:lnTo>
                    <a:pt x="44" y="989"/>
                  </a:lnTo>
                  <a:lnTo>
                    <a:pt x="87" y="1118"/>
                  </a:lnTo>
                  <a:lnTo>
                    <a:pt x="173" y="1246"/>
                  </a:lnTo>
                  <a:lnTo>
                    <a:pt x="259" y="1375"/>
                  </a:lnTo>
                  <a:lnTo>
                    <a:pt x="387" y="1461"/>
                  </a:lnTo>
                  <a:lnTo>
                    <a:pt x="516" y="1547"/>
                  </a:lnTo>
                  <a:lnTo>
                    <a:pt x="645" y="1590"/>
                  </a:lnTo>
                  <a:lnTo>
                    <a:pt x="817" y="1590"/>
                  </a:lnTo>
                  <a:lnTo>
                    <a:pt x="989" y="1547"/>
                  </a:lnTo>
                  <a:lnTo>
                    <a:pt x="1118" y="1504"/>
                  </a:lnTo>
                  <a:lnTo>
                    <a:pt x="1246" y="1461"/>
                  </a:lnTo>
                  <a:lnTo>
                    <a:pt x="1375" y="1332"/>
                  </a:lnTo>
                  <a:lnTo>
                    <a:pt x="1461" y="1246"/>
                  </a:lnTo>
                  <a:lnTo>
                    <a:pt x="1547" y="1075"/>
                  </a:lnTo>
                  <a:lnTo>
                    <a:pt x="1590" y="946"/>
                  </a:lnTo>
                  <a:lnTo>
                    <a:pt x="1590" y="774"/>
                  </a:lnTo>
                  <a:lnTo>
                    <a:pt x="1590" y="645"/>
                  </a:lnTo>
                  <a:lnTo>
                    <a:pt x="1547" y="473"/>
                  </a:lnTo>
                  <a:lnTo>
                    <a:pt x="1461" y="345"/>
                  </a:lnTo>
                  <a:lnTo>
                    <a:pt x="1375" y="216"/>
                  </a:lnTo>
                  <a:lnTo>
                    <a:pt x="1246" y="130"/>
                  </a:lnTo>
                  <a:lnTo>
                    <a:pt x="1118" y="87"/>
                  </a:lnTo>
                  <a:lnTo>
                    <a:pt x="946" y="44"/>
                  </a:lnTo>
                  <a:lnTo>
                    <a:pt x="817"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7" name="Google Shape;13497;p37"/>
            <p:cNvSpPr/>
            <p:nvPr/>
          </p:nvSpPr>
          <p:spPr>
            <a:xfrm>
              <a:off x="1688825" y="2327600"/>
              <a:ext cx="27950" cy="29025"/>
            </a:xfrm>
            <a:custGeom>
              <a:avLst/>
              <a:gdLst/>
              <a:ahLst/>
              <a:cxnLst/>
              <a:rect l="l" t="t" r="r" b="b"/>
              <a:pathLst>
                <a:path w="1118" h="1161" extrusionOk="0">
                  <a:moveTo>
                    <a:pt x="559" y="0"/>
                  </a:moveTo>
                  <a:lnTo>
                    <a:pt x="344" y="43"/>
                  </a:lnTo>
                  <a:lnTo>
                    <a:pt x="172" y="172"/>
                  </a:lnTo>
                  <a:lnTo>
                    <a:pt x="44" y="344"/>
                  </a:lnTo>
                  <a:lnTo>
                    <a:pt x="1" y="602"/>
                  </a:lnTo>
                  <a:lnTo>
                    <a:pt x="44" y="817"/>
                  </a:lnTo>
                  <a:lnTo>
                    <a:pt x="172" y="988"/>
                  </a:lnTo>
                  <a:lnTo>
                    <a:pt x="344" y="1117"/>
                  </a:lnTo>
                  <a:lnTo>
                    <a:pt x="559" y="1160"/>
                  </a:lnTo>
                  <a:lnTo>
                    <a:pt x="817" y="1117"/>
                  </a:lnTo>
                  <a:lnTo>
                    <a:pt x="988" y="988"/>
                  </a:lnTo>
                  <a:lnTo>
                    <a:pt x="1074" y="774"/>
                  </a:lnTo>
                  <a:lnTo>
                    <a:pt x="1117" y="559"/>
                  </a:lnTo>
                  <a:lnTo>
                    <a:pt x="1074" y="344"/>
                  </a:lnTo>
                  <a:lnTo>
                    <a:pt x="945" y="172"/>
                  </a:lnTo>
                  <a:lnTo>
                    <a:pt x="774" y="43"/>
                  </a:lnTo>
                  <a:lnTo>
                    <a:pt x="559"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8" name="Google Shape;13498;p37"/>
            <p:cNvSpPr/>
            <p:nvPr/>
          </p:nvSpPr>
          <p:spPr>
            <a:xfrm>
              <a:off x="1637275" y="2388800"/>
              <a:ext cx="20450" cy="21500"/>
            </a:xfrm>
            <a:custGeom>
              <a:avLst/>
              <a:gdLst/>
              <a:ahLst/>
              <a:cxnLst/>
              <a:rect l="l" t="t" r="r" b="b"/>
              <a:pathLst>
                <a:path w="818" h="860" extrusionOk="0">
                  <a:moveTo>
                    <a:pt x="388" y="1"/>
                  </a:moveTo>
                  <a:lnTo>
                    <a:pt x="259" y="44"/>
                  </a:lnTo>
                  <a:lnTo>
                    <a:pt x="87" y="129"/>
                  </a:lnTo>
                  <a:lnTo>
                    <a:pt x="1" y="301"/>
                  </a:lnTo>
                  <a:lnTo>
                    <a:pt x="1" y="473"/>
                  </a:lnTo>
                  <a:lnTo>
                    <a:pt x="1" y="602"/>
                  </a:lnTo>
                  <a:lnTo>
                    <a:pt x="130" y="774"/>
                  </a:lnTo>
                  <a:lnTo>
                    <a:pt x="259" y="860"/>
                  </a:lnTo>
                  <a:lnTo>
                    <a:pt x="602" y="860"/>
                  </a:lnTo>
                  <a:lnTo>
                    <a:pt x="731" y="731"/>
                  </a:lnTo>
                  <a:lnTo>
                    <a:pt x="817" y="602"/>
                  </a:lnTo>
                  <a:lnTo>
                    <a:pt x="817" y="430"/>
                  </a:lnTo>
                  <a:lnTo>
                    <a:pt x="817" y="258"/>
                  </a:lnTo>
                  <a:lnTo>
                    <a:pt x="688" y="129"/>
                  </a:lnTo>
                  <a:lnTo>
                    <a:pt x="559" y="44"/>
                  </a:lnTo>
                  <a:lnTo>
                    <a:pt x="388"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9" name="Google Shape;13499;p37"/>
            <p:cNvSpPr/>
            <p:nvPr/>
          </p:nvSpPr>
          <p:spPr>
            <a:xfrm>
              <a:off x="1552450" y="2578850"/>
              <a:ext cx="20450" cy="21500"/>
            </a:xfrm>
            <a:custGeom>
              <a:avLst/>
              <a:gdLst/>
              <a:ahLst/>
              <a:cxnLst/>
              <a:rect l="l" t="t" r="r" b="b"/>
              <a:pathLst>
                <a:path w="818" h="860" extrusionOk="0">
                  <a:moveTo>
                    <a:pt x="388" y="1"/>
                  </a:moveTo>
                  <a:lnTo>
                    <a:pt x="216" y="44"/>
                  </a:lnTo>
                  <a:lnTo>
                    <a:pt x="87" y="129"/>
                  </a:lnTo>
                  <a:lnTo>
                    <a:pt x="1" y="258"/>
                  </a:lnTo>
                  <a:lnTo>
                    <a:pt x="1" y="430"/>
                  </a:lnTo>
                  <a:lnTo>
                    <a:pt x="1" y="602"/>
                  </a:lnTo>
                  <a:lnTo>
                    <a:pt x="130" y="731"/>
                  </a:lnTo>
                  <a:lnTo>
                    <a:pt x="259" y="817"/>
                  </a:lnTo>
                  <a:lnTo>
                    <a:pt x="430" y="860"/>
                  </a:lnTo>
                  <a:lnTo>
                    <a:pt x="559" y="817"/>
                  </a:lnTo>
                  <a:lnTo>
                    <a:pt x="731" y="731"/>
                  </a:lnTo>
                  <a:lnTo>
                    <a:pt x="817" y="559"/>
                  </a:lnTo>
                  <a:lnTo>
                    <a:pt x="817" y="430"/>
                  </a:lnTo>
                  <a:lnTo>
                    <a:pt x="817" y="258"/>
                  </a:lnTo>
                  <a:lnTo>
                    <a:pt x="688" y="129"/>
                  </a:lnTo>
                  <a:lnTo>
                    <a:pt x="559" y="44"/>
                  </a:lnTo>
                  <a:lnTo>
                    <a:pt x="388"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0" name="Google Shape;13500;p37"/>
            <p:cNvSpPr/>
            <p:nvPr/>
          </p:nvSpPr>
          <p:spPr>
            <a:xfrm>
              <a:off x="1670575" y="2598175"/>
              <a:ext cx="37600" cy="37600"/>
            </a:xfrm>
            <a:custGeom>
              <a:avLst/>
              <a:gdLst/>
              <a:ahLst/>
              <a:cxnLst/>
              <a:rect l="l" t="t" r="r" b="b"/>
              <a:pathLst>
                <a:path w="1504" h="1504" extrusionOk="0">
                  <a:moveTo>
                    <a:pt x="774" y="1"/>
                  </a:moveTo>
                  <a:lnTo>
                    <a:pt x="602" y="44"/>
                  </a:lnTo>
                  <a:lnTo>
                    <a:pt x="473" y="87"/>
                  </a:lnTo>
                  <a:lnTo>
                    <a:pt x="344" y="130"/>
                  </a:lnTo>
                  <a:lnTo>
                    <a:pt x="215" y="215"/>
                  </a:lnTo>
                  <a:lnTo>
                    <a:pt x="129" y="344"/>
                  </a:lnTo>
                  <a:lnTo>
                    <a:pt x="86" y="473"/>
                  </a:lnTo>
                  <a:lnTo>
                    <a:pt x="43" y="602"/>
                  </a:lnTo>
                  <a:lnTo>
                    <a:pt x="0" y="774"/>
                  </a:lnTo>
                  <a:lnTo>
                    <a:pt x="43" y="903"/>
                  </a:lnTo>
                  <a:lnTo>
                    <a:pt x="86" y="1074"/>
                  </a:lnTo>
                  <a:lnTo>
                    <a:pt x="172" y="1203"/>
                  </a:lnTo>
                  <a:lnTo>
                    <a:pt x="258" y="1289"/>
                  </a:lnTo>
                  <a:lnTo>
                    <a:pt x="344" y="1375"/>
                  </a:lnTo>
                  <a:lnTo>
                    <a:pt x="473" y="1461"/>
                  </a:lnTo>
                  <a:lnTo>
                    <a:pt x="645" y="1504"/>
                  </a:lnTo>
                  <a:lnTo>
                    <a:pt x="945" y="1504"/>
                  </a:lnTo>
                  <a:lnTo>
                    <a:pt x="1074" y="1461"/>
                  </a:lnTo>
                  <a:lnTo>
                    <a:pt x="1203" y="1375"/>
                  </a:lnTo>
                  <a:lnTo>
                    <a:pt x="1289" y="1289"/>
                  </a:lnTo>
                  <a:lnTo>
                    <a:pt x="1375" y="1160"/>
                  </a:lnTo>
                  <a:lnTo>
                    <a:pt x="1461" y="1032"/>
                  </a:lnTo>
                  <a:lnTo>
                    <a:pt x="1504" y="903"/>
                  </a:lnTo>
                  <a:lnTo>
                    <a:pt x="1504" y="731"/>
                  </a:lnTo>
                  <a:lnTo>
                    <a:pt x="1504" y="602"/>
                  </a:lnTo>
                  <a:lnTo>
                    <a:pt x="1461" y="473"/>
                  </a:lnTo>
                  <a:lnTo>
                    <a:pt x="1375" y="344"/>
                  </a:lnTo>
                  <a:lnTo>
                    <a:pt x="1289" y="215"/>
                  </a:lnTo>
                  <a:lnTo>
                    <a:pt x="1160" y="130"/>
                  </a:lnTo>
                  <a:lnTo>
                    <a:pt x="1031" y="44"/>
                  </a:lnTo>
                  <a:lnTo>
                    <a:pt x="902"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1" name="Google Shape;13501;p37"/>
            <p:cNvSpPr/>
            <p:nvPr/>
          </p:nvSpPr>
          <p:spPr>
            <a:xfrm>
              <a:off x="1609375" y="2584225"/>
              <a:ext cx="30075" cy="30075"/>
            </a:xfrm>
            <a:custGeom>
              <a:avLst/>
              <a:gdLst/>
              <a:ahLst/>
              <a:cxnLst/>
              <a:rect l="l" t="t" r="r" b="b"/>
              <a:pathLst>
                <a:path w="1203" h="1203" extrusionOk="0">
                  <a:moveTo>
                    <a:pt x="602" y="0"/>
                  </a:moveTo>
                  <a:lnTo>
                    <a:pt x="344" y="43"/>
                  </a:lnTo>
                  <a:lnTo>
                    <a:pt x="172" y="172"/>
                  </a:lnTo>
                  <a:lnTo>
                    <a:pt x="43" y="387"/>
                  </a:lnTo>
                  <a:lnTo>
                    <a:pt x="0" y="602"/>
                  </a:lnTo>
                  <a:lnTo>
                    <a:pt x="43" y="859"/>
                  </a:lnTo>
                  <a:lnTo>
                    <a:pt x="172" y="1031"/>
                  </a:lnTo>
                  <a:lnTo>
                    <a:pt x="387" y="1160"/>
                  </a:lnTo>
                  <a:lnTo>
                    <a:pt x="602" y="1203"/>
                  </a:lnTo>
                  <a:lnTo>
                    <a:pt x="859" y="1160"/>
                  </a:lnTo>
                  <a:lnTo>
                    <a:pt x="1031" y="1031"/>
                  </a:lnTo>
                  <a:lnTo>
                    <a:pt x="1160" y="816"/>
                  </a:lnTo>
                  <a:lnTo>
                    <a:pt x="1203" y="602"/>
                  </a:lnTo>
                  <a:lnTo>
                    <a:pt x="1160" y="344"/>
                  </a:lnTo>
                  <a:lnTo>
                    <a:pt x="1031" y="172"/>
                  </a:lnTo>
                  <a:lnTo>
                    <a:pt x="816" y="43"/>
                  </a:lnTo>
                  <a:lnTo>
                    <a:pt x="602"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2" name="Google Shape;13502;p37"/>
            <p:cNvSpPr/>
            <p:nvPr/>
          </p:nvSpPr>
          <p:spPr>
            <a:xfrm>
              <a:off x="1624400" y="2636825"/>
              <a:ext cx="53725" cy="52650"/>
            </a:xfrm>
            <a:custGeom>
              <a:avLst/>
              <a:gdLst/>
              <a:ahLst/>
              <a:cxnLst/>
              <a:rect l="l" t="t" r="r" b="b"/>
              <a:pathLst>
                <a:path w="2149" h="2106" extrusionOk="0">
                  <a:moveTo>
                    <a:pt x="860" y="1"/>
                  </a:moveTo>
                  <a:lnTo>
                    <a:pt x="645" y="87"/>
                  </a:lnTo>
                  <a:lnTo>
                    <a:pt x="473" y="173"/>
                  </a:lnTo>
                  <a:lnTo>
                    <a:pt x="301" y="302"/>
                  </a:lnTo>
                  <a:lnTo>
                    <a:pt x="172" y="473"/>
                  </a:lnTo>
                  <a:lnTo>
                    <a:pt x="86" y="645"/>
                  </a:lnTo>
                  <a:lnTo>
                    <a:pt x="44" y="860"/>
                  </a:lnTo>
                  <a:lnTo>
                    <a:pt x="1" y="1075"/>
                  </a:lnTo>
                  <a:lnTo>
                    <a:pt x="44" y="1289"/>
                  </a:lnTo>
                  <a:lnTo>
                    <a:pt x="86" y="1461"/>
                  </a:lnTo>
                  <a:lnTo>
                    <a:pt x="215" y="1633"/>
                  </a:lnTo>
                  <a:lnTo>
                    <a:pt x="344" y="1805"/>
                  </a:lnTo>
                  <a:lnTo>
                    <a:pt x="473" y="1934"/>
                  </a:lnTo>
                  <a:lnTo>
                    <a:pt x="688" y="2020"/>
                  </a:lnTo>
                  <a:lnTo>
                    <a:pt x="860" y="2105"/>
                  </a:lnTo>
                  <a:lnTo>
                    <a:pt x="1074" y="2105"/>
                  </a:lnTo>
                  <a:lnTo>
                    <a:pt x="1289" y="2062"/>
                  </a:lnTo>
                  <a:lnTo>
                    <a:pt x="1504" y="2020"/>
                  </a:lnTo>
                  <a:lnTo>
                    <a:pt x="1676" y="1934"/>
                  </a:lnTo>
                  <a:lnTo>
                    <a:pt x="1847" y="1762"/>
                  </a:lnTo>
                  <a:lnTo>
                    <a:pt x="1976" y="1633"/>
                  </a:lnTo>
                  <a:lnTo>
                    <a:pt x="2062" y="1461"/>
                  </a:lnTo>
                  <a:lnTo>
                    <a:pt x="2105" y="1246"/>
                  </a:lnTo>
                  <a:lnTo>
                    <a:pt x="2148" y="1032"/>
                  </a:lnTo>
                  <a:lnTo>
                    <a:pt x="2105" y="817"/>
                  </a:lnTo>
                  <a:lnTo>
                    <a:pt x="2019" y="602"/>
                  </a:lnTo>
                  <a:lnTo>
                    <a:pt x="1933" y="430"/>
                  </a:lnTo>
                  <a:lnTo>
                    <a:pt x="1804" y="302"/>
                  </a:lnTo>
                  <a:lnTo>
                    <a:pt x="1633" y="173"/>
                  </a:lnTo>
                  <a:lnTo>
                    <a:pt x="1461" y="44"/>
                  </a:lnTo>
                  <a:lnTo>
                    <a:pt x="128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3" name="Google Shape;13503;p37"/>
            <p:cNvSpPr/>
            <p:nvPr/>
          </p:nvSpPr>
          <p:spPr>
            <a:xfrm>
              <a:off x="1699575" y="3019075"/>
              <a:ext cx="29000" cy="29025"/>
            </a:xfrm>
            <a:custGeom>
              <a:avLst/>
              <a:gdLst/>
              <a:ahLst/>
              <a:cxnLst/>
              <a:rect l="l" t="t" r="r" b="b"/>
              <a:pathLst>
                <a:path w="1160" h="1161" extrusionOk="0">
                  <a:moveTo>
                    <a:pt x="601" y="1"/>
                  </a:moveTo>
                  <a:lnTo>
                    <a:pt x="387" y="44"/>
                  </a:lnTo>
                  <a:lnTo>
                    <a:pt x="172" y="173"/>
                  </a:lnTo>
                  <a:lnTo>
                    <a:pt x="43" y="344"/>
                  </a:lnTo>
                  <a:lnTo>
                    <a:pt x="0" y="602"/>
                  </a:lnTo>
                  <a:lnTo>
                    <a:pt x="43" y="817"/>
                  </a:lnTo>
                  <a:lnTo>
                    <a:pt x="172" y="989"/>
                  </a:lnTo>
                  <a:lnTo>
                    <a:pt x="344" y="1118"/>
                  </a:lnTo>
                  <a:lnTo>
                    <a:pt x="558" y="1161"/>
                  </a:lnTo>
                  <a:lnTo>
                    <a:pt x="816" y="1118"/>
                  </a:lnTo>
                  <a:lnTo>
                    <a:pt x="988" y="989"/>
                  </a:lnTo>
                  <a:lnTo>
                    <a:pt x="1117" y="817"/>
                  </a:lnTo>
                  <a:lnTo>
                    <a:pt x="1160" y="602"/>
                  </a:lnTo>
                  <a:lnTo>
                    <a:pt x="1117" y="387"/>
                  </a:lnTo>
                  <a:lnTo>
                    <a:pt x="988" y="216"/>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4" name="Google Shape;13504;p37"/>
            <p:cNvSpPr/>
            <p:nvPr/>
          </p:nvSpPr>
          <p:spPr>
            <a:xfrm>
              <a:off x="1642650" y="3041625"/>
              <a:ext cx="29025" cy="29025"/>
            </a:xfrm>
            <a:custGeom>
              <a:avLst/>
              <a:gdLst/>
              <a:ahLst/>
              <a:cxnLst/>
              <a:rect l="l" t="t" r="r" b="b"/>
              <a:pathLst>
                <a:path w="1161" h="1161" extrusionOk="0">
                  <a:moveTo>
                    <a:pt x="602" y="1"/>
                  </a:moveTo>
                  <a:lnTo>
                    <a:pt x="387" y="44"/>
                  </a:lnTo>
                  <a:lnTo>
                    <a:pt x="173" y="173"/>
                  </a:lnTo>
                  <a:lnTo>
                    <a:pt x="44" y="344"/>
                  </a:lnTo>
                  <a:lnTo>
                    <a:pt x="1" y="602"/>
                  </a:lnTo>
                  <a:lnTo>
                    <a:pt x="44" y="817"/>
                  </a:lnTo>
                  <a:lnTo>
                    <a:pt x="173" y="989"/>
                  </a:lnTo>
                  <a:lnTo>
                    <a:pt x="344" y="1118"/>
                  </a:lnTo>
                  <a:lnTo>
                    <a:pt x="602" y="1160"/>
                  </a:lnTo>
                  <a:lnTo>
                    <a:pt x="817" y="1118"/>
                  </a:lnTo>
                  <a:lnTo>
                    <a:pt x="989" y="989"/>
                  </a:lnTo>
                  <a:lnTo>
                    <a:pt x="1117" y="817"/>
                  </a:lnTo>
                  <a:lnTo>
                    <a:pt x="1160" y="602"/>
                  </a:lnTo>
                  <a:lnTo>
                    <a:pt x="1117" y="387"/>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5" name="Google Shape;13505;p37"/>
            <p:cNvSpPr/>
            <p:nvPr/>
          </p:nvSpPr>
          <p:spPr>
            <a:xfrm>
              <a:off x="1581450" y="303090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72" y="988"/>
                  </a:lnTo>
                  <a:lnTo>
                    <a:pt x="344" y="1117"/>
                  </a:lnTo>
                  <a:lnTo>
                    <a:pt x="559" y="1160"/>
                  </a:lnTo>
                  <a:lnTo>
                    <a:pt x="774" y="1117"/>
                  </a:lnTo>
                  <a:lnTo>
                    <a:pt x="988" y="988"/>
                  </a:lnTo>
                  <a:lnTo>
                    <a:pt x="1117" y="816"/>
                  </a:lnTo>
                  <a:lnTo>
                    <a:pt x="1160" y="559"/>
                  </a:lnTo>
                  <a:lnTo>
                    <a:pt x="1117" y="344"/>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6" name="Google Shape;13506;p37"/>
            <p:cNvSpPr/>
            <p:nvPr/>
          </p:nvSpPr>
          <p:spPr>
            <a:xfrm>
              <a:off x="1585750" y="2985800"/>
              <a:ext cx="27950" cy="29025"/>
            </a:xfrm>
            <a:custGeom>
              <a:avLst/>
              <a:gdLst/>
              <a:ahLst/>
              <a:cxnLst/>
              <a:rect l="l" t="t" r="r" b="b"/>
              <a:pathLst>
                <a:path w="1118" h="1161" extrusionOk="0">
                  <a:moveTo>
                    <a:pt x="559" y="0"/>
                  </a:moveTo>
                  <a:lnTo>
                    <a:pt x="344" y="43"/>
                  </a:lnTo>
                  <a:lnTo>
                    <a:pt x="172" y="129"/>
                  </a:lnTo>
                  <a:lnTo>
                    <a:pt x="43" y="344"/>
                  </a:lnTo>
                  <a:lnTo>
                    <a:pt x="0" y="559"/>
                  </a:lnTo>
                  <a:lnTo>
                    <a:pt x="43" y="774"/>
                  </a:lnTo>
                  <a:lnTo>
                    <a:pt x="129" y="945"/>
                  </a:lnTo>
                  <a:lnTo>
                    <a:pt x="344" y="1074"/>
                  </a:lnTo>
                  <a:lnTo>
                    <a:pt x="559" y="1160"/>
                  </a:lnTo>
                  <a:lnTo>
                    <a:pt x="774" y="1117"/>
                  </a:lnTo>
                  <a:lnTo>
                    <a:pt x="945" y="988"/>
                  </a:lnTo>
                  <a:lnTo>
                    <a:pt x="1074" y="774"/>
                  </a:lnTo>
                  <a:lnTo>
                    <a:pt x="1117" y="559"/>
                  </a:lnTo>
                  <a:lnTo>
                    <a:pt x="1117" y="344"/>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7" name="Google Shape;13507;p37"/>
            <p:cNvSpPr/>
            <p:nvPr/>
          </p:nvSpPr>
          <p:spPr>
            <a:xfrm>
              <a:off x="1599700" y="3069550"/>
              <a:ext cx="27950" cy="29025"/>
            </a:xfrm>
            <a:custGeom>
              <a:avLst/>
              <a:gdLst/>
              <a:ahLst/>
              <a:cxnLst/>
              <a:rect l="l" t="t" r="r" b="b"/>
              <a:pathLst>
                <a:path w="1118" h="1161" extrusionOk="0">
                  <a:moveTo>
                    <a:pt x="559" y="1"/>
                  </a:moveTo>
                  <a:lnTo>
                    <a:pt x="344" y="43"/>
                  </a:lnTo>
                  <a:lnTo>
                    <a:pt x="173" y="172"/>
                  </a:lnTo>
                  <a:lnTo>
                    <a:pt x="44" y="387"/>
                  </a:lnTo>
                  <a:lnTo>
                    <a:pt x="1" y="602"/>
                  </a:lnTo>
                  <a:lnTo>
                    <a:pt x="44" y="817"/>
                  </a:lnTo>
                  <a:lnTo>
                    <a:pt x="130" y="988"/>
                  </a:lnTo>
                  <a:lnTo>
                    <a:pt x="344" y="1117"/>
                  </a:lnTo>
                  <a:lnTo>
                    <a:pt x="559" y="1160"/>
                  </a:lnTo>
                  <a:lnTo>
                    <a:pt x="774" y="1117"/>
                  </a:lnTo>
                  <a:lnTo>
                    <a:pt x="946" y="1031"/>
                  </a:lnTo>
                  <a:lnTo>
                    <a:pt x="1074" y="817"/>
                  </a:lnTo>
                  <a:lnTo>
                    <a:pt x="1117" y="602"/>
                  </a:lnTo>
                  <a:lnTo>
                    <a:pt x="1117" y="387"/>
                  </a:lnTo>
                  <a:lnTo>
                    <a:pt x="989" y="215"/>
                  </a:lnTo>
                  <a:lnTo>
                    <a:pt x="774"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8" name="Google Shape;13508;p37"/>
            <p:cNvSpPr/>
            <p:nvPr/>
          </p:nvSpPr>
          <p:spPr>
            <a:xfrm>
              <a:off x="1656625" y="2985800"/>
              <a:ext cx="29000" cy="29025"/>
            </a:xfrm>
            <a:custGeom>
              <a:avLst/>
              <a:gdLst/>
              <a:ahLst/>
              <a:cxnLst/>
              <a:rect l="l" t="t" r="r" b="b"/>
              <a:pathLst>
                <a:path w="1160" h="1161" extrusionOk="0">
                  <a:moveTo>
                    <a:pt x="601" y="0"/>
                  </a:moveTo>
                  <a:lnTo>
                    <a:pt x="387" y="43"/>
                  </a:lnTo>
                  <a:lnTo>
                    <a:pt x="172" y="129"/>
                  </a:lnTo>
                  <a:lnTo>
                    <a:pt x="43" y="344"/>
                  </a:lnTo>
                  <a:lnTo>
                    <a:pt x="0" y="559"/>
                  </a:lnTo>
                  <a:lnTo>
                    <a:pt x="43" y="774"/>
                  </a:lnTo>
                  <a:lnTo>
                    <a:pt x="172" y="945"/>
                  </a:lnTo>
                  <a:lnTo>
                    <a:pt x="344" y="1074"/>
                  </a:lnTo>
                  <a:lnTo>
                    <a:pt x="558" y="1160"/>
                  </a:lnTo>
                  <a:lnTo>
                    <a:pt x="773" y="1117"/>
                  </a:lnTo>
                  <a:lnTo>
                    <a:pt x="988" y="988"/>
                  </a:lnTo>
                  <a:lnTo>
                    <a:pt x="1117" y="774"/>
                  </a:lnTo>
                  <a:lnTo>
                    <a:pt x="1160" y="559"/>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9" name="Google Shape;13509;p37"/>
            <p:cNvSpPr/>
            <p:nvPr/>
          </p:nvSpPr>
          <p:spPr>
            <a:xfrm>
              <a:off x="1582525" y="2919225"/>
              <a:ext cx="29025" cy="29025"/>
            </a:xfrm>
            <a:custGeom>
              <a:avLst/>
              <a:gdLst/>
              <a:ahLst/>
              <a:cxnLst/>
              <a:rect l="l" t="t" r="r" b="b"/>
              <a:pathLst>
                <a:path w="1161" h="1161" extrusionOk="0">
                  <a:moveTo>
                    <a:pt x="559" y="1"/>
                  </a:moveTo>
                  <a:lnTo>
                    <a:pt x="344" y="44"/>
                  </a:lnTo>
                  <a:lnTo>
                    <a:pt x="172" y="172"/>
                  </a:lnTo>
                  <a:lnTo>
                    <a:pt x="44" y="387"/>
                  </a:lnTo>
                  <a:lnTo>
                    <a:pt x="1" y="602"/>
                  </a:lnTo>
                  <a:lnTo>
                    <a:pt x="44" y="817"/>
                  </a:lnTo>
                  <a:lnTo>
                    <a:pt x="129" y="988"/>
                  </a:lnTo>
                  <a:lnTo>
                    <a:pt x="344" y="1117"/>
                  </a:lnTo>
                  <a:lnTo>
                    <a:pt x="559" y="1160"/>
                  </a:lnTo>
                  <a:lnTo>
                    <a:pt x="774" y="1117"/>
                  </a:lnTo>
                  <a:lnTo>
                    <a:pt x="945" y="1031"/>
                  </a:lnTo>
                  <a:lnTo>
                    <a:pt x="1074" y="817"/>
                  </a:lnTo>
                  <a:lnTo>
                    <a:pt x="1160" y="602"/>
                  </a:lnTo>
                  <a:lnTo>
                    <a:pt x="1117" y="387"/>
                  </a:lnTo>
                  <a:lnTo>
                    <a:pt x="988" y="215"/>
                  </a:lnTo>
                  <a:lnTo>
                    <a:pt x="774"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0" name="Google Shape;13510;p37"/>
            <p:cNvSpPr/>
            <p:nvPr/>
          </p:nvSpPr>
          <p:spPr>
            <a:xfrm>
              <a:off x="1714600" y="2956800"/>
              <a:ext cx="27950" cy="29025"/>
            </a:xfrm>
            <a:custGeom>
              <a:avLst/>
              <a:gdLst/>
              <a:ahLst/>
              <a:cxnLst/>
              <a:rect l="l" t="t" r="r" b="b"/>
              <a:pathLst>
                <a:path w="1118" h="1161" extrusionOk="0">
                  <a:moveTo>
                    <a:pt x="559" y="1"/>
                  </a:moveTo>
                  <a:lnTo>
                    <a:pt x="344" y="44"/>
                  </a:lnTo>
                  <a:lnTo>
                    <a:pt x="172" y="173"/>
                  </a:lnTo>
                  <a:lnTo>
                    <a:pt x="43" y="344"/>
                  </a:lnTo>
                  <a:lnTo>
                    <a:pt x="0" y="559"/>
                  </a:lnTo>
                  <a:lnTo>
                    <a:pt x="43" y="774"/>
                  </a:lnTo>
                  <a:lnTo>
                    <a:pt x="129" y="989"/>
                  </a:lnTo>
                  <a:lnTo>
                    <a:pt x="344" y="1118"/>
                  </a:lnTo>
                  <a:lnTo>
                    <a:pt x="559" y="1160"/>
                  </a:lnTo>
                  <a:lnTo>
                    <a:pt x="773" y="1118"/>
                  </a:lnTo>
                  <a:lnTo>
                    <a:pt x="945" y="989"/>
                  </a:lnTo>
                  <a:lnTo>
                    <a:pt x="1074" y="817"/>
                  </a:lnTo>
                  <a:lnTo>
                    <a:pt x="1117" y="559"/>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1" name="Google Shape;13511;p37"/>
            <p:cNvSpPr/>
            <p:nvPr/>
          </p:nvSpPr>
          <p:spPr>
            <a:xfrm>
              <a:off x="1636225" y="3165100"/>
              <a:ext cx="29000" cy="27950"/>
            </a:xfrm>
            <a:custGeom>
              <a:avLst/>
              <a:gdLst/>
              <a:ahLst/>
              <a:cxnLst/>
              <a:rect l="l" t="t" r="r" b="b"/>
              <a:pathLst>
                <a:path w="1160" h="1118" extrusionOk="0">
                  <a:moveTo>
                    <a:pt x="601" y="1"/>
                  </a:moveTo>
                  <a:lnTo>
                    <a:pt x="387" y="44"/>
                  </a:lnTo>
                  <a:lnTo>
                    <a:pt x="215" y="130"/>
                  </a:lnTo>
                  <a:lnTo>
                    <a:pt x="86" y="345"/>
                  </a:lnTo>
                  <a:lnTo>
                    <a:pt x="0" y="559"/>
                  </a:lnTo>
                  <a:lnTo>
                    <a:pt x="43" y="774"/>
                  </a:lnTo>
                  <a:lnTo>
                    <a:pt x="172" y="946"/>
                  </a:lnTo>
                  <a:lnTo>
                    <a:pt x="387" y="1075"/>
                  </a:lnTo>
                  <a:lnTo>
                    <a:pt x="601" y="1118"/>
                  </a:lnTo>
                  <a:lnTo>
                    <a:pt x="816" y="1118"/>
                  </a:lnTo>
                  <a:lnTo>
                    <a:pt x="988" y="989"/>
                  </a:lnTo>
                  <a:lnTo>
                    <a:pt x="1117" y="774"/>
                  </a:lnTo>
                  <a:lnTo>
                    <a:pt x="1160" y="559"/>
                  </a:lnTo>
                  <a:lnTo>
                    <a:pt x="1117" y="345"/>
                  </a:lnTo>
                  <a:lnTo>
                    <a:pt x="1031" y="173"/>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2" name="Google Shape;13512;p37"/>
            <p:cNvSpPr/>
            <p:nvPr/>
          </p:nvSpPr>
          <p:spPr>
            <a:xfrm>
              <a:off x="1634075" y="2941775"/>
              <a:ext cx="29000" cy="29025"/>
            </a:xfrm>
            <a:custGeom>
              <a:avLst/>
              <a:gdLst/>
              <a:ahLst/>
              <a:cxnLst/>
              <a:rect l="l" t="t" r="r" b="b"/>
              <a:pathLst>
                <a:path w="1160" h="1161" extrusionOk="0">
                  <a:moveTo>
                    <a:pt x="601" y="1"/>
                  </a:moveTo>
                  <a:lnTo>
                    <a:pt x="387" y="43"/>
                  </a:lnTo>
                  <a:lnTo>
                    <a:pt x="172" y="172"/>
                  </a:lnTo>
                  <a:lnTo>
                    <a:pt x="43" y="387"/>
                  </a:lnTo>
                  <a:lnTo>
                    <a:pt x="0" y="602"/>
                  </a:lnTo>
                  <a:lnTo>
                    <a:pt x="43" y="817"/>
                  </a:lnTo>
                  <a:lnTo>
                    <a:pt x="172" y="988"/>
                  </a:lnTo>
                  <a:lnTo>
                    <a:pt x="344" y="1117"/>
                  </a:lnTo>
                  <a:lnTo>
                    <a:pt x="601" y="1160"/>
                  </a:lnTo>
                  <a:lnTo>
                    <a:pt x="816" y="1117"/>
                  </a:lnTo>
                  <a:lnTo>
                    <a:pt x="988" y="1031"/>
                  </a:lnTo>
                  <a:lnTo>
                    <a:pt x="1117" y="817"/>
                  </a:lnTo>
                  <a:lnTo>
                    <a:pt x="1160" y="602"/>
                  </a:lnTo>
                  <a:lnTo>
                    <a:pt x="1117" y="387"/>
                  </a:lnTo>
                  <a:lnTo>
                    <a:pt x="988" y="215"/>
                  </a:lnTo>
                  <a:lnTo>
                    <a:pt x="816" y="86"/>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3" name="Google Shape;13513;p37"/>
            <p:cNvSpPr/>
            <p:nvPr/>
          </p:nvSpPr>
          <p:spPr>
            <a:xfrm>
              <a:off x="1702775" y="3083500"/>
              <a:ext cx="29025" cy="29025"/>
            </a:xfrm>
            <a:custGeom>
              <a:avLst/>
              <a:gdLst/>
              <a:ahLst/>
              <a:cxnLst/>
              <a:rect l="l" t="t" r="r" b="b"/>
              <a:pathLst>
                <a:path w="1161" h="1161" extrusionOk="0">
                  <a:moveTo>
                    <a:pt x="602" y="1"/>
                  </a:moveTo>
                  <a:lnTo>
                    <a:pt x="387" y="44"/>
                  </a:lnTo>
                  <a:lnTo>
                    <a:pt x="216" y="173"/>
                  </a:lnTo>
                  <a:lnTo>
                    <a:pt x="87" y="344"/>
                  </a:lnTo>
                  <a:lnTo>
                    <a:pt x="1" y="602"/>
                  </a:lnTo>
                  <a:lnTo>
                    <a:pt x="44" y="817"/>
                  </a:lnTo>
                  <a:lnTo>
                    <a:pt x="173" y="989"/>
                  </a:lnTo>
                  <a:lnTo>
                    <a:pt x="344" y="1118"/>
                  </a:lnTo>
                  <a:lnTo>
                    <a:pt x="602" y="1160"/>
                  </a:lnTo>
                  <a:lnTo>
                    <a:pt x="817" y="1118"/>
                  </a:lnTo>
                  <a:lnTo>
                    <a:pt x="989" y="989"/>
                  </a:lnTo>
                  <a:lnTo>
                    <a:pt x="1118" y="817"/>
                  </a:lnTo>
                  <a:lnTo>
                    <a:pt x="1161" y="602"/>
                  </a:lnTo>
                  <a:lnTo>
                    <a:pt x="1118" y="387"/>
                  </a:lnTo>
                  <a:lnTo>
                    <a:pt x="1032"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4" name="Google Shape;13514;p37"/>
            <p:cNvSpPr/>
            <p:nvPr/>
          </p:nvSpPr>
          <p:spPr>
            <a:xfrm>
              <a:off x="1725325" y="314042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88"/>
                  </a:lnTo>
                  <a:lnTo>
                    <a:pt x="344" y="1117"/>
                  </a:lnTo>
                  <a:lnTo>
                    <a:pt x="602" y="1160"/>
                  </a:lnTo>
                  <a:lnTo>
                    <a:pt x="817" y="1117"/>
                  </a:lnTo>
                  <a:lnTo>
                    <a:pt x="989" y="988"/>
                  </a:lnTo>
                  <a:lnTo>
                    <a:pt x="1118" y="816"/>
                  </a:lnTo>
                  <a:lnTo>
                    <a:pt x="1160" y="601"/>
                  </a:lnTo>
                  <a:lnTo>
                    <a:pt x="1118" y="387"/>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5" name="Google Shape;13515;p37"/>
            <p:cNvSpPr/>
            <p:nvPr/>
          </p:nvSpPr>
          <p:spPr>
            <a:xfrm>
              <a:off x="1692050" y="3172625"/>
              <a:ext cx="27950" cy="29025"/>
            </a:xfrm>
            <a:custGeom>
              <a:avLst/>
              <a:gdLst/>
              <a:ahLst/>
              <a:cxnLst/>
              <a:rect l="l" t="t" r="r" b="b"/>
              <a:pathLst>
                <a:path w="1118" h="1161" extrusionOk="0">
                  <a:moveTo>
                    <a:pt x="559" y="1"/>
                  </a:moveTo>
                  <a:lnTo>
                    <a:pt x="344" y="44"/>
                  </a:lnTo>
                  <a:lnTo>
                    <a:pt x="172" y="172"/>
                  </a:lnTo>
                  <a:lnTo>
                    <a:pt x="43" y="344"/>
                  </a:lnTo>
                  <a:lnTo>
                    <a:pt x="0" y="602"/>
                  </a:lnTo>
                  <a:lnTo>
                    <a:pt x="0" y="817"/>
                  </a:lnTo>
                  <a:lnTo>
                    <a:pt x="129" y="988"/>
                  </a:lnTo>
                  <a:lnTo>
                    <a:pt x="344" y="1117"/>
                  </a:lnTo>
                  <a:lnTo>
                    <a:pt x="559" y="1160"/>
                  </a:lnTo>
                  <a:lnTo>
                    <a:pt x="773" y="1117"/>
                  </a:lnTo>
                  <a:lnTo>
                    <a:pt x="945" y="988"/>
                  </a:lnTo>
                  <a:lnTo>
                    <a:pt x="1074" y="817"/>
                  </a:lnTo>
                  <a:lnTo>
                    <a:pt x="1117" y="602"/>
                  </a:lnTo>
                  <a:lnTo>
                    <a:pt x="1074" y="387"/>
                  </a:lnTo>
                  <a:lnTo>
                    <a:pt x="988" y="172"/>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6" name="Google Shape;13516;p37"/>
            <p:cNvSpPr/>
            <p:nvPr/>
          </p:nvSpPr>
          <p:spPr>
            <a:xfrm>
              <a:off x="1659825" y="3111425"/>
              <a:ext cx="29025" cy="29025"/>
            </a:xfrm>
            <a:custGeom>
              <a:avLst/>
              <a:gdLst/>
              <a:ahLst/>
              <a:cxnLst/>
              <a:rect l="l" t="t" r="r" b="b"/>
              <a:pathLst>
                <a:path w="1161" h="1161" extrusionOk="0">
                  <a:moveTo>
                    <a:pt x="559" y="1"/>
                  </a:moveTo>
                  <a:lnTo>
                    <a:pt x="345" y="43"/>
                  </a:lnTo>
                  <a:lnTo>
                    <a:pt x="173" y="172"/>
                  </a:lnTo>
                  <a:lnTo>
                    <a:pt x="44" y="387"/>
                  </a:lnTo>
                  <a:lnTo>
                    <a:pt x="1" y="602"/>
                  </a:lnTo>
                  <a:lnTo>
                    <a:pt x="44" y="817"/>
                  </a:lnTo>
                  <a:lnTo>
                    <a:pt x="173" y="988"/>
                  </a:lnTo>
                  <a:lnTo>
                    <a:pt x="345" y="1117"/>
                  </a:lnTo>
                  <a:lnTo>
                    <a:pt x="559" y="1160"/>
                  </a:lnTo>
                  <a:lnTo>
                    <a:pt x="774" y="1117"/>
                  </a:lnTo>
                  <a:lnTo>
                    <a:pt x="946" y="1031"/>
                  </a:lnTo>
                  <a:lnTo>
                    <a:pt x="1118" y="817"/>
                  </a:lnTo>
                  <a:lnTo>
                    <a:pt x="1161" y="602"/>
                  </a:lnTo>
                  <a:lnTo>
                    <a:pt x="1118" y="387"/>
                  </a:lnTo>
                  <a:lnTo>
                    <a:pt x="989" y="215"/>
                  </a:lnTo>
                  <a:lnTo>
                    <a:pt x="817"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7" name="Google Shape;13517;p37"/>
            <p:cNvSpPr/>
            <p:nvPr/>
          </p:nvSpPr>
          <p:spPr>
            <a:xfrm>
              <a:off x="1590050" y="3128600"/>
              <a:ext cx="27925" cy="29025"/>
            </a:xfrm>
            <a:custGeom>
              <a:avLst/>
              <a:gdLst/>
              <a:ahLst/>
              <a:cxnLst/>
              <a:rect l="l" t="t" r="r" b="b"/>
              <a:pathLst>
                <a:path w="1117" h="1161" extrusionOk="0">
                  <a:moveTo>
                    <a:pt x="559" y="1"/>
                  </a:moveTo>
                  <a:lnTo>
                    <a:pt x="344" y="44"/>
                  </a:lnTo>
                  <a:lnTo>
                    <a:pt x="172" y="173"/>
                  </a:lnTo>
                  <a:lnTo>
                    <a:pt x="43" y="344"/>
                  </a:lnTo>
                  <a:lnTo>
                    <a:pt x="0" y="559"/>
                  </a:lnTo>
                  <a:lnTo>
                    <a:pt x="43" y="774"/>
                  </a:lnTo>
                  <a:lnTo>
                    <a:pt x="129" y="989"/>
                  </a:lnTo>
                  <a:lnTo>
                    <a:pt x="344" y="1117"/>
                  </a:lnTo>
                  <a:lnTo>
                    <a:pt x="559" y="1160"/>
                  </a:lnTo>
                  <a:lnTo>
                    <a:pt x="773" y="1117"/>
                  </a:lnTo>
                  <a:lnTo>
                    <a:pt x="945" y="989"/>
                  </a:lnTo>
                  <a:lnTo>
                    <a:pt x="1074" y="817"/>
                  </a:lnTo>
                  <a:lnTo>
                    <a:pt x="1117" y="602"/>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8" name="Google Shape;13518;p37"/>
            <p:cNvSpPr/>
            <p:nvPr/>
          </p:nvSpPr>
          <p:spPr>
            <a:xfrm>
              <a:off x="1699575" y="2664750"/>
              <a:ext cx="29000" cy="29025"/>
            </a:xfrm>
            <a:custGeom>
              <a:avLst/>
              <a:gdLst/>
              <a:ahLst/>
              <a:cxnLst/>
              <a:rect l="l" t="t" r="r" b="b"/>
              <a:pathLst>
                <a:path w="1160" h="1161" extrusionOk="0">
                  <a:moveTo>
                    <a:pt x="601" y="1"/>
                  </a:moveTo>
                  <a:lnTo>
                    <a:pt x="387" y="44"/>
                  </a:lnTo>
                  <a:lnTo>
                    <a:pt x="172" y="172"/>
                  </a:lnTo>
                  <a:lnTo>
                    <a:pt x="43" y="344"/>
                  </a:lnTo>
                  <a:lnTo>
                    <a:pt x="0" y="559"/>
                  </a:lnTo>
                  <a:lnTo>
                    <a:pt x="43" y="774"/>
                  </a:lnTo>
                  <a:lnTo>
                    <a:pt x="172" y="988"/>
                  </a:lnTo>
                  <a:lnTo>
                    <a:pt x="344" y="1117"/>
                  </a:lnTo>
                  <a:lnTo>
                    <a:pt x="558" y="1160"/>
                  </a:lnTo>
                  <a:lnTo>
                    <a:pt x="816" y="1117"/>
                  </a:lnTo>
                  <a:lnTo>
                    <a:pt x="988" y="988"/>
                  </a:lnTo>
                  <a:lnTo>
                    <a:pt x="1117" y="817"/>
                  </a:lnTo>
                  <a:lnTo>
                    <a:pt x="1160" y="602"/>
                  </a:lnTo>
                  <a:lnTo>
                    <a:pt x="1117" y="387"/>
                  </a:lnTo>
                  <a:lnTo>
                    <a:pt x="988" y="172"/>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9" name="Google Shape;13519;p37"/>
            <p:cNvSpPr/>
            <p:nvPr/>
          </p:nvSpPr>
          <p:spPr>
            <a:xfrm>
              <a:off x="1642650" y="2687300"/>
              <a:ext cx="29025" cy="29025"/>
            </a:xfrm>
            <a:custGeom>
              <a:avLst/>
              <a:gdLst/>
              <a:ahLst/>
              <a:cxnLst/>
              <a:rect l="l" t="t" r="r" b="b"/>
              <a:pathLst>
                <a:path w="1161" h="1161" extrusionOk="0">
                  <a:moveTo>
                    <a:pt x="602" y="1"/>
                  </a:moveTo>
                  <a:lnTo>
                    <a:pt x="387" y="43"/>
                  </a:lnTo>
                  <a:lnTo>
                    <a:pt x="173" y="172"/>
                  </a:lnTo>
                  <a:lnTo>
                    <a:pt x="44" y="344"/>
                  </a:lnTo>
                  <a:lnTo>
                    <a:pt x="1" y="559"/>
                  </a:lnTo>
                  <a:lnTo>
                    <a:pt x="44" y="774"/>
                  </a:lnTo>
                  <a:lnTo>
                    <a:pt x="173" y="988"/>
                  </a:lnTo>
                  <a:lnTo>
                    <a:pt x="344" y="1117"/>
                  </a:lnTo>
                  <a:lnTo>
                    <a:pt x="602" y="1160"/>
                  </a:lnTo>
                  <a:lnTo>
                    <a:pt x="817" y="1117"/>
                  </a:lnTo>
                  <a:lnTo>
                    <a:pt x="989" y="988"/>
                  </a:lnTo>
                  <a:lnTo>
                    <a:pt x="1117" y="817"/>
                  </a:lnTo>
                  <a:lnTo>
                    <a:pt x="1160" y="559"/>
                  </a:lnTo>
                  <a:lnTo>
                    <a:pt x="1117" y="344"/>
                  </a:lnTo>
                  <a:lnTo>
                    <a:pt x="989" y="172"/>
                  </a:lnTo>
                  <a:lnTo>
                    <a:pt x="817" y="43"/>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0" name="Google Shape;13520;p37"/>
            <p:cNvSpPr/>
            <p:nvPr/>
          </p:nvSpPr>
          <p:spPr>
            <a:xfrm>
              <a:off x="1581450" y="2676575"/>
              <a:ext cx="29025" cy="27925"/>
            </a:xfrm>
            <a:custGeom>
              <a:avLst/>
              <a:gdLst/>
              <a:ahLst/>
              <a:cxnLst/>
              <a:rect l="l" t="t" r="r" b="b"/>
              <a:pathLst>
                <a:path w="1161" h="1117" extrusionOk="0">
                  <a:moveTo>
                    <a:pt x="559" y="0"/>
                  </a:moveTo>
                  <a:lnTo>
                    <a:pt x="344" y="43"/>
                  </a:lnTo>
                  <a:lnTo>
                    <a:pt x="172" y="129"/>
                  </a:lnTo>
                  <a:lnTo>
                    <a:pt x="44" y="344"/>
                  </a:lnTo>
                  <a:lnTo>
                    <a:pt x="1" y="558"/>
                  </a:lnTo>
                  <a:lnTo>
                    <a:pt x="44" y="773"/>
                  </a:lnTo>
                  <a:lnTo>
                    <a:pt x="172" y="945"/>
                  </a:lnTo>
                  <a:lnTo>
                    <a:pt x="344" y="1074"/>
                  </a:lnTo>
                  <a:lnTo>
                    <a:pt x="559" y="1117"/>
                  </a:lnTo>
                  <a:lnTo>
                    <a:pt x="774" y="1074"/>
                  </a:lnTo>
                  <a:lnTo>
                    <a:pt x="988" y="988"/>
                  </a:lnTo>
                  <a:lnTo>
                    <a:pt x="1117" y="773"/>
                  </a:lnTo>
                  <a:lnTo>
                    <a:pt x="1160" y="558"/>
                  </a:lnTo>
                  <a:lnTo>
                    <a:pt x="1117" y="344"/>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1" name="Google Shape;13521;p37"/>
            <p:cNvSpPr/>
            <p:nvPr/>
          </p:nvSpPr>
          <p:spPr>
            <a:xfrm>
              <a:off x="1585750" y="2630400"/>
              <a:ext cx="27950" cy="29000"/>
            </a:xfrm>
            <a:custGeom>
              <a:avLst/>
              <a:gdLst/>
              <a:ahLst/>
              <a:cxnLst/>
              <a:rect l="l" t="t" r="r" b="b"/>
              <a:pathLst>
                <a:path w="1118" h="1160" extrusionOk="0">
                  <a:moveTo>
                    <a:pt x="559" y="0"/>
                  </a:moveTo>
                  <a:lnTo>
                    <a:pt x="344" y="43"/>
                  </a:lnTo>
                  <a:lnTo>
                    <a:pt x="172" y="172"/>
                  </a:lnTo>
                  <a:lnTo>
                    <a:pt x="43" y="344"/>
                  </a:lnTo>
                  <a:lnTo>
                    <a:pt x="0" y="602"/>
                  </a:lnTo>
                  <a:lnTo>
                    <a:pt x="43" y="816"/>
                  </a:lnTo>
                  <a:lnTo>
                    <a:pt x="129" y="988"/>
                  </a:lnTo>
                  <a:lnTo>
                    <a:pt x="344" y="1117"/>
                  </a:lnTo>
                  <a:lnTo>
                    <a:pt x="559" y="1160"/>
                  </a:lnTo>
                  <a:lnTo>
                    <a:pt x="774" y="1117"/>
                  </a:lnTo>
                  <a:lnTo>
                    <a:pt x="945" y="988"/>
                  </a:lnTo>
                  <a:lnTo>
                    <a:pt x="1074" y="816"/>
                  </a:lnTo>
                  <a:lnTo>
                    <a:pt x="1117" y="602"/>
                  </a:lnTo>
                  <a:lnTo>
                    <a:pt x="1117" y="387"/>
                  </a:lnTo>
                  <a:lnTo>
                    <a:pt x="988" y="215"/>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2" name="Google Shape;13522;p37"/>
            <p:cNvSpPr/>
            <p:nvPr/>
          </p:nvSpPr>
          <p:spPr>
            <a:xfrm>
              <a:off x="1599700" y="2715225"/>
              <a:ext cx="27950" cy="29000"/>
            </a:xfrm>
            <a:custGeom>
              <a:avLst/>
              <a:gdLst/>
              <a:ahLst/>
              <a:cxnLst/>
              <a:rect l="l" t="t" r="r" b="b"/>
              <a:pathLst>
                <a:path w="1118" h="1160" extrusionOk="0">
                  <a:moveTo>
                    <a:pt x="559" y="0"/>
                  </a:moveTo>
                  <a:lnTo>
                    <a:pt x="344" y="43"/>
                  </a:lnTo>
                  <a:lnTo>
                    <a:pt x="173" y="172"/>
                  </a:lnTo>
                  <a:lnTo>
                    <a:pt x="44" y="344"/>
                  </a:lnTo>
                  <a:lnTo>
                    <a:pt x="1" y="559"/>
                  </a:lnTo>
                  <a:lnTo>
                    <a:pt x="44" y="773"/>
                  </a:lnTo>
                  <a:lnTo>
                    <a:pt x="130" y="988"/>
                  </a:lnTo>
                  <a:lnTo>
                    <a:pt x="344" y="1117"/>
                  </a:lnTo>
                  <a:lnTo>
                    <a:pt x="559" y="1160"/>
                  </a:lnTo>
                  <a:lnTo>
                    <a:pt x="774" y="1117"/>
                  </a:lnTo>
                  <a:lnTo>
                    <a:pt x="946" y="988"/>
                  </a:lnTo>
                  <a:lnTo>
                    <a:pt x="1074" y="816"/>
                  </a:lnTo>
                  <a:lnTo>
                    <a:pt x="1117" y="602"/>
                  </a:lnTo>
                  <a:lnTo>
                    <a:pt x="1117"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3" name="Google Shape;13523;p37"/>
            <p:cNvSpPr/>
            <p:nvPr/>
          </p:nvSpPr>
          <p:spPr>
            <a:xfrm>
              <a:off x="1656625" y="2630400"/>
              <a:ext cx="29000" cy="29000"/>
            </a:xfrm>
            <a:custGeom>
              <a:avLst/>
              <a:gdLst/>
              <a:ahLst/>
              <a:cxnLst/>
              <a:rect l="l" t="t" r="r" b="b"/>
              <a:pathLst>
                <a:path w="1160" h="1160" extrusionOk="0">
                  <a:moveTo>
                    <a:pt x="601" y="0"/>
                  </a:moveTo>
                  <a:lnTo>
                    <a:pt x="387" y="43"/>
                  </a:lnTo>
                  <a:lnTo>
                    <a:pt x="172" y="172"/>
                  </a:lnTo>
                  <a:lnTo>
                    <a:pt x="43" y="344"/>
                  </a:lnTo>
                  <a:lnTo>
                    <a:pt x="0" y="602"/>
                  </a:lnTo>
                  <a:lnTo>
                    <a:pt x="43" y="816"/>
                  </a:lnTo>
                  <a:lnTo>
                    <a:pt x="172" y="988"/>
                  </a:lnTo>
                  <a:lnTo>
                    <a:pt x="344" y="1117"/>
                  </a:lnTo>
                  <a:lnTo>
                    <a:pt x="558" y="1160"/>
                  </a:lnTo>
                  <a:lnTo>
                    <a:pt x="773" y="1117"/>
                  </a:lnTo>
                  <a:lnTo>
                    <a:pt x="988" y="988"/>
                  </a:lnTo>
                  <a:lnTo>
                    <a:pt x="1117" y="816"/>
                  </a:lnTo>
                  <a:lnTo>
                    <a:pt x="1160" y="602"/>
                  </a:lnTo>
                  <a:lnTo>
                    <a:pt x="1117" y="387"/>
                  </a:lnTo>
                  <a:lnTo>
                    <a:pt x="988" y="215"/>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4" name="Google Shape;13524;p37"/>
            <p:cNvSpPr/>
            <p:nvPr/>
          </p:nvSpPr>
          <p:spPr>
            <a:xfrm>
              <a:off x="1582525" y="256490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29" y="988"/>
                  </a:lnTo>
                  <a:lnTo>
                    <a:pt x="344" y="1117"/>
                  </a:lnTo>
                  <a:lnTo>
                    <a:pt x="559" y="1160"/>
                  </a:lnTo>
                  <a:lnTo>
                    <a:pt x="774" y="1117"/>
                  </a:lnTo>
                  <a:lnTo>
                    <a:pt x="945" y="988"/>
                  </a:lnTo>
                  <a:lnTo>
                    <a:pt x="1074" y="816"/>
                  </a:lnTo>
                  <a:lnTo>
                    <a:pt x="1160" y="602"/>
                  </a:lnTo>
                  <a:lnTo>
                    <a:pt x="1117" y="387"/>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5" name="Google Shape;13525;p37"/>
            <p:cNvSpPr/>
            <p:nvPr/>
          </p:nvSpPr>
          <p:spPr>
            <a:xfrm>
              <a:off x="1714600" y="2602475"/>
              <a:ext cx="27950" cy="27950"/>
            </a:xfrm>
            <a:custGeom>
              <a:avLst/>
              <a:gdLst/>
              <a:ahLst/>
              <a:cxnLst/>
              <a:rect l="l" t="t" r="r" b="b"/>
              <a:pathLst>
                <a:path w="1118" h="1118" extrusionOk="0">
                  <a:moveTo>
                    <a:pt x="344" y="1"/>
                  </a:moveTo>
                  <a:lnTo>
                    <a:pt x="172" y="129"/>
                  </a:lnTo>
                  <a:lnTo>
                    <a:pt x="43" y="344"/>
                  </a:lnTo>
                  <a:lnTo>
                    <a:pt x="0" y="559"/>
                  </a:lnTo>
                  <a:lnTo>
                    <a:pt x="43" y="774"/>
                  </a:lnTo>
                  <a:lnTo>
                    <a:pt x="129" y="945"/>
                  </a:lnTo>
                  <a:lnTo>
                    <a:pt x="344" y="1074"/>
                  </a:lnTo>
                  <a:lnTo>
                    <a:pt x="559" y="1117"/>
                  </a:lnTo>
                  <a:lnTo>
                    <a:pt x="773" y="1074"/>
                  </a:lnTo>
                  <a:lnTo>
                    <a:pt x="945" y="988"/>
                  </a:lnTo>
                  <a:lnTo>
                    <a:pt x="1074" y="774"/>
                  </a:lnTo>
                  <a:lnTo>
                    <a:pt x="1117" y="559"/>
                  </a:lnTo>
                  <a:lnTo>
                    <a:pt x="1074" y="344"/>
                  </a:lnTo>
                  <a:lnTo>
                    <a:pt x="988" y="172"/>
                  </a:lnTo>
                  <a:lnTo>
                    <a:pt x="773"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6" name="Google Shape;13526;p37"/>
            <p:cNvSpPr/>
            <p:nvPr/>
          </p:nvSpPr>
          <p:spPr>
            <a:xfrm>
              <a:off x="1636225" y="2809700"/>
              <a:ext cx="29000" cy="29025"/>
            </a:xfrm>
            <a:custGeom>
              <a:avLst/>
              <a:gdLst/>
              <a:ahLst/>
              <a:cxnLst/>
              <a:rect l="l" t="t" r="r" b="b"/>
              <a:pathLst>
                <a:path w="1160" h="1161" extrusionOk="0">
                  <a:moveTo>
                    <a:pt x="601" y="1"/>
                  </a:moveTo>
                  <a:lnTo>
                    <a:pt x="387" y="44"/>
                  </a:lnTo>
                  <a:lnTo>
                    <a:pt x="215" y="173"/>
                  </a:lnTo>
                  <a:lnTo>
                    <a:pt x="86" y="344"/>
                  </a:lnTo>
                  <a:lnTo>
                    <a:pt x="0" y="602"/>
                  </a:lnTo>
                  <a:lnTo>
                    <a:pt x="43" y="817"/>
                  </a:lnTo>
                  <a:lnTo>
                    <a:pt x="172" y="989"/>
                  </a:lnTo>
                  <a:lnTo>
                    <a:pt x="387" y="1117"/>
                  </a:lnTo>
                  <a:lnTo>
                    <a:pt x="601" y="1160"/>
                  </a:lnTo>
                  <a:lnTo>
                    <a:pt x="816" y="1117"/>
                  </a:lnTo>
                  <a:lnTo>
                    <a:pt x="988" y="989"/>
                  </a:lnTo>
                  <a:lnTo>
                    <a:pt x="1117" y="817"/>
                  </a:lnTo>
                  <a:lnTo>
                    <a:pt x="1160" y="602"/>
                  </a:lnTo>
                  <a:lnTo>
                    <a:pt x="1117" y="387"/>
                  </a:lnTo>
                  <a:lnTo>
                    <a:pt x="1031" y="173"/>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7" name="Google Shape;13527;p37"/>
            <p:cNvSpPr/>
            <p:nvPr/>
          </p:nvSpPr>
          <p:spPr>
            <a:xfrm>
              <a:off x="1634075" y="2587450"/>
              <a:ext cx="29000" cy="29000"/>
            </a:xfrm>
            <a:custGeom>
              <a:avLst/>
              <a:gdLst/>
              <a:ahLst/>
              <a:cxnLst/>
              <a:rect l="l" t="t" r="r" b="b"/>
              <a:pathLst>
                <a:path w="1160" h="1160" extrusionOk="0">
                  <a:moveTo>
                    <a:pt x="601" y="0"/>
                  </a:moveTo>
                  <a:lnTo>
                    <a:pt x="387" y="43"/>
                  </a:lnTo>
                  <a:lnTo>
                    <a:pt x="172" y="172"/>
                  </a:lnTo>
                  <a:lnTo>
                    <a:pt x="43" y="344"/>
                  </a:lnTo>
                  <a:lnTo>
                    <a:pt x="0" y="559"/>
                  </a:lnTo>
                  <a:lnTo>
                    <a:pt x="43" y="773"/>
                  </a:lnTo>
                  <a:lnTo>
                    <a:pt x="172" y="988"/>
                  </a:lnTo>
                  <a:lnTo>
                    <a:pt x="344" y="1117"/>
                  </a:lnTo>
                  <a:lnTo>
                    <a:pt x="601" y="1160"/>
                  </a:lnTo>
                  <a:lnTo>
                    <a:pt x="816" y="1117"/>
                  </a:lnTo>
                  <a:lnTo>
                    <a:pt x="988" y="988"/>
                  </a:lnTo>
                  <a:lnTo>
                    <a:pt x="1117" y="816"/>
                  </a:lnTo>
                  <a:lnTo>
                    <a:pt x="1160" y="602"/>
                  </a:lnTo>
                  <a:lnTo>
                    <a:pt x="1117" y="387"/>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8" name="Google Shape;13528;p37"/>
            <p:cNvSpPr/>
            <p:nvPr/>
          </p:nvSpPr>
          <p:spPr>
            <a:xfrm>
              <a:off x="1702775" y="2729175"/>
              <a:ext cx="29025" cy="29025"/>
            </a:xfrm>
            <a:custGeom>
              <a:avLst/>
              <a:gdLst/>
              <a:ahLst/>
              <a:cxnLst/>
              <a:rect l="l" t="t" r="r" b="b"/>
              <a:pathLst>
                <a:path w="1161" h="1161" extrusionOk="0">
                  <a:moveTo>
                    <a:pt x="602" y="1"/>
                  </a:moveTo>
                  <a:lnTo>
                    <a:pt x="387" y="44"/>
                  </a:lnTo>
                  <a:lnTo>
                    <a:pt x="216" y="172"/>
                  </a:lnTo>
                  <a:lnTo>
                    <a:pt x="87" y="344"/>
                  </a:lnTo>
                  <a:lnTo>
                    <a:pt x="1" y="559"/>
                  </a:lnTo>
                  <a:lnTo>
                    <a:pt x="44" y="774"/>
                  </a:lnTo>
                  <a:lnTo>
                    <a:pt x="173" y="988"/>
                  </a:lnTo>
                  <a:lnTo>
                    <a:pt x="344" y="1117"/>
                  </a:lnTo>
                  <a:lnTo>
                    <a:pt x="602" y="1160"/>
                  </a:lnTo>
                  <a:lnTo>
                    <a:pt x="817" y="1117"/>
                  </a:lnTo>
                  <a:lnTo>
                    <a:pt x="989" y="988"/>
                  </a:lnTo>
                  <a:lnTo>
                    <a:pt x="1118" y="817"/>
                  </a:lnTo>
                  <a:lnTo>
                    <a:pt x="1161" y="559"/>
                  </a:lnTo>
                  <a:lnTo>
                    <a:pt x="1118" y="344"/>
                  </a:lnTo>
                  <a:lnTo>
                    <a:pt x="1032"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9" name="Google Shape;13529;p37"/>
            <p:cNvSpPr/>
            <p:nvPr/>
          </p:nvSpPr>
          <p:spPr>
            <a:xfrm>
              <a:off x="1706000" y="2774275"/>
              <a:ext cx="29025" cy="27950"/>
            </a:xfrm>
            <a:custGeom>
              <a:avLst/>
              <a:gdLst/>
              <a:ahLst/>
              <a:cxnLst/>
              <a:rect l="l" t="t" r="r" b="b"/>
              <a:pathLst>
                <a:path w="1161" h="1118" extrusionOk="0">
                  <a:moveTo>
                    <a:pt x="602" y="0"/>
                  </a:moveTo>
                  <a:lnTo>
                    <a:pt x="387" y="43"/>
                  </a:lnTo>
                  <a:lnTo>
                    <a:pt x="215" y="129"/>
                  </a:lnTo>
                  <a:lnTo>
                    <a:pt x="87" y="344"/>
                  </a:lnTo>
                  <a:lnTo>
                    <a:pt x="1" y="559"/>
                  </a:lnTo>
                  <a:lnTo>
                    <a:pt x="44" y="774"/>
                  </a:lnTo>
                  <a:lnTo>
                    <a:pt x="173" y="945"/>
                  </a:lnTo>
                  <a:lnTo>
                    <a:pt x="387" y="1074"/>
                  </a:lnTo>
                  <a:lnTo>
                    <a:pt x="602" y="1117"/>
                  </a:lnTo>
                  <a:lnTo>
                    <a:pt x="817" y="1117"/>
                  </a:lnTo>
                  <a:lnTo>
                    <a:pt x="989" y="988"/>
                  </a:lnTo>
                  <a:lnTo>
                    <a:pt x="1117" y="774"/>
                  </a:lnTo>
                  <a:lnTo>
                    <a:pt x="1160" y="559"/>
                  </a:lnTo>
                  <a:lnTo>
                    <a:pt x="1117" y="344"/>
                  </a:lnTo>
                  <a:lnTo>
                    <a:pt x="1032"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0" name="Google Shape;13530;p37"/>
            <p:cNvSpPr/>
            <p:nvPr/>
          </p:nvSpPr>
          <p:spPr>
            <a:xfrm>
              <a:off x="1692050" y="2818300"/>
              <a:ext cx="27950" cy="29000"/>
            </a:xfrm>
            <a:custGeom>
              <a:avLst/>
              <a:gdLst/>
              <a:ahLst/>
              <a:cxnLst/>
              <a:rect l="l" t="t" r="r" b="b"/>
              <a:pathLst>
                <a:path w="1118" h="1160" extrusionOk="0">
                  <a:moveTo>
                    <a:pt x="559" y="0"/>
                  </a:moveTo>
                  <a:lnTo>
                    <a:pt x="344" y="43"/>
                  </a:lnTo>
                  <a:lnTo>
                    <a:pt x="172" y="172"/>
                  </a:lnTo>
                  <a:lnTo>
                    <a:pt x="43" y="344"/>
                  </a:lnTo>
                  <a:lnTo>
                    <a:pt x="0" y="559"/>
                  </a:lnTo>
                  <a:lnTo>
                    <a:pt x="0" y="773"/>
                  </a:lnTo>
                  <a:lnTo>
                    <a:pt x="129" y="988"/>
                  </a:lnTo>
                  <a:lnTo>
                    <a:pt x="344" y="1117"/>
                  </a:lnTo>
                  <a:lnTo>
                    <a:pt x="559" y="1160"/>
                  </a:lnTo>
                  <a:lnTo>
                    <a:pt x="773" y="1117"/>
                  </a:lnTo>
                  <a:lnTo>
                    <a:pt x="945" y="988"/>
                  </a:lnTo>
                  <a:lnTo>
                    <a:pt x="1074" y="816"/>
                  </a:lnTo>
                  <a:lnTo>
                    <a:pt x="1117" y="559"/>
                  </a:lnTo>
                  <a:lnTo>
                    <a:pt x="1074"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1" name="Google Shape;13531;p37"/>
            <p:cNvSpPr/>
            <p:nvPr/>
          </p:nvSpPr>
          <p:spPr>
            <a:xfrm>
              <a:off x="1706000" y="2871975"/>
              <a:ext cx="29025" cy="29025"/>
            </a:xfrm>
            <a:custGeom>
              <a:avLst/>
              <a:gdLst/>
              <a:ahLst/>
              <a:cxnLst/>
              <a:rect l="l" t="t" r="r" b="b"/>
              <a:pathLst>
                <a:path w="1161" h="1161" extrusionOk="0">
                  <a:moveTo>
                    <a:pt x="602" y="1"/>
                  </a:moveTo>
                  <a:lnTo>
                    <a:pt x="387" y="44"/>
                  </a:lnTo>
                  <a:lnTo>
                    <a:pt x="215" y="130"/>
                  </a:lnTo>
                  <a:lnTo>
                    <a:pt x="87" y="344"/>
                  </a:lnTo>
                  <a:lnTo>
                    <a:pt x="1" y="559"/>
                  </a:lnTo>
                  <a:lnTo>
                    <a:pt x="44" y="774"/>
                  </a:lnTo>
                  <a:lnTo>
                    <a:pt x="173" y="946"/>
                  </a:lnTo>
                  <a:lnTo>
                    <a:pt x="387" y="1075"/>
                  </a:lnTo>
                  <a:lnTo>
                    <a:pt x="602" y="1160"/>
                  </a:lnTo>
                  <a:lnTo>
                    <a:pt x="817" y="1118"/>
                  </a:lnTo>
                  <a:lnTo>
                    <a:pt x="989" y="989"/>
                  </a:lnTo>
                  <a:lnTo>
                    <a:pt x="1117" y="817"/>
                  </a:lnTo>
                  <a:lnTo>
                    <a:pt x="1160" y="559"/>
                  </a:lnTo>
                  <a:lnTo>
                    <a:pt x="1117" y="344"/>
                  </a:lnTo>
                  <a:lnTo>
                    <a:pt x="1032"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2" name="Google Shape;13532;p37"/>
            <p:cNvSpPr/>
            <p:nvPr/>
          </p:nvSpPr>
          <p:spPr>
            <a:xfrm>
              <a:off x="1646950" y="2885950"/>
              <a:ext cx="29025" cy="29000"/>
            </a:xfrm>
            <a:custGeom>
              <a:avLst/>
              <a:gdLst/>
              <a:ahLst/>
              <a:cxnLst/>
              <a:rect l="l" t="t" r="r" b="b"/>
              <a:pathLst>
                <a:path w="1161" h="1160" extrusionOk="0">
                  <a:moveTo>
                    <a:pt x="602" y="0"/>
                  </a:moveTo>
                  <a:lnTo>
                    <a:pt x="387" y="43"/>
                  </a:lnTo>
                  <a:lnTo>
                    <a:pt x="172" y="172"/>
                  </a:lnTo>
                  <a:lnTo>
                    <a:pt x="43" y="344"/>
                  </a:lnTo>
                  <a:lnTo>
                    <a:pt x="1" y="559"/>
                  </a:lnTo>
                  <a:lnTo>
                    <a:pt x="43" y="816"/>
                  </a:lnTo>
                  <a:lnTo>
                    <a:pt x="172" y="988"/>
                  </a:lnTo>
                  <a:lnTo>
                    <a:pt x="344" y="1117"/>
                  </a:lnTo>
                  <a:lnTo>
                    <a:pt x="602" y="1160"/>
                  </a:lnTo>
                  <a:lnTo>
                    <a:pt x="817" y="1117"/>
                  </a:lnTo>
                  <a:lnTo>
                    <a:pt x="988" y="988"/>
                  </a:lnTo>
                  <a:lnTo>
                    <a:pt x="1117" y="816"/>
                  </a:lnTo>
                  <a:lnTo>
                    <a:pt x="1160" y="601"/>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3" name="Google Shape;13533;p37"/>
            <p:cNvSpPr/>
            <p:nvPr/>
          </p:nvSpPr>
          <p:spPr>
            <a:xfrm>
              <a:off x="1659825" y="2757100"/>
              <a:ext cx="29025" cy="29000"/>
            </a:xfrm>
            <a:custGeom>
              <a:avLst/>
              <a:gdLst/>
              <a:ahLst/>
              <a:cxnLst/>
              <a:rect l="l" t="t" r="r" b="b"/>
              <a:pathLst>
                <a:path w="1161" h="1160" extrusionOk="0">
                  <a:moveTo>
                    <a:pt x="559" y="0"/>
                  </a:moveTo>
                  <a:lnTo>
                    <a:pt x="345" y="43"/>
                  </a:lnTo>
                  <a:lnTo>
                    <a:pt x="173" y="172"/>
                  </a:lnTo>
                  <a:lnTo>
                    <a:pt x="44" y="344"/>
                  </a:lnTo>
                  <a:lnTo>
                    <a:pt x="1" y="559"/>
                  </a:lnTo>
                  <a:lnTo>
                    <a:pt x="44" y="773"/>
                  </a:lnTo>
                  <a:lnTo>
                    <a:pt x="173" y="988"/>
                  </a:lnTo>
                  <a:lnTo>
                    <a:pt x="345" y="1117"/>
                  </a:lnTo>
                  <a:lnTo>
                    <a:pt x="559" y="1160"/>
                  </a:lnTo>
                  <a:lnTo>
                    <a:pt x="774" y="1117"/>
                  </a:lnTo>
                  <a:lnTo>
                    <a:pt x="946" y="988"/>
                  </a:lnTo>
                  <a:lnTo>
                    <a:pt x="1118" y="816"/>
                  </a:lnTo>
                  <a:lnTo>
                    <a:pt x="1161" y="602"/>
                  </a:lnTo>
                  <a:lnTo>
                    <a:pt x="1118" y="387"/>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4" name="Google Shape;13534;p37"/>
            <p:cNvSpPr/>
            <p:nvPr/>
          </p:nvSpPr>
          <p:spPr>
            <a:xfrm>
              <a:off x="1588975" y="2854800"/>
              <a:ext cx="27925" cy="27950"/>
            </a:xfrm>
            <a:custGeom>
              <a:avLst/>
              <a:gdLst/>
              <a:ahLst/>
              <a:cxnLst/>
              <a:rect l="l" t="t" r="r" b="b"/>
              <a:pathLst>
                <a:path w="1117" h="1118" extrusionOk="0">
                  <a:moveTo>
                    <a:pt x="344" y="1"/>
                  </a:moveTo>
                  <a:lnTo>
                    <a:pt x="172" y="129"/>
                  </a:lnTo>
                  <a:lnTo>
                    <a:pt x="43" y="344"/>
                  </a:lnTo>
                  <a:lnTo>
                    <a:pt x="0" y="559"/>
                  </a:lnTo>
                  <a:lnTo>
                    <a:pt x="0" y="774"/>
                  </a:lnTo>
                  <a:lnTo>
                    <a:pt x="129" y="946"/>
                  </a:lnTo>
                  <a:lnTo>
                    <a:pt x="344" y="1074"/>
                  </a:lnTo>
                  <a:lnTo>
                    <a:pt x="559" y="1117"/>
                  </a:lnTo>
                  <a:lnTo>
                    <a:pt x="773" y="1074"/>
                  </a:lnTo>
                  <a:lnTo>
                    <a:pt x="945" y="988"/>
                  </a:lnTo>
                  <a:lnTo>
                    <a:pt x="1074" y="774"/>
                  </a:lnTo>
                  <a:lnTo>
                    <a:pt x="1117" y="559"/>
                  </a:lnTo>
                  <a:lnTo>
                    <a:pt x="1074" y="344"/>
                  </a:lnTo>
                  <a:lnTo>
                    <a:pt x="988" y="172"/>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5" name="Google Shape;13535;p37"/>
            <p:cNvSpPr/>
            <p:nvPr/>
          </p:nvSpPr>
          <p:spPr>
            <a:xfrm>
              <a:off x="1590050" y="2774275"/>
              <a:ext cx="27925" cy="27950"/>
            </a:xfrm>
            <a:custGeom>
              <a:avLst/>
              <a:gdLst/>
              <a:ahLst/>
              <a:cxnLst/>
              <a:rect l="l" t="t" r="r" b="b"/>
              <a:pathLst>
                <a:path w="1117" h="1118" extrusionOk="0">
                  <a:moveTo>
                    <a:pt x="559" y="0"/>
                  </a:moveTo>
                  <a:lnTo>
                    <a:pt x="344" y="43"/>
                  </a:lnTo>
                  <a:lnTo>
                    <a:pt x="172" y="129"/>
                  </a:lnTo>
                  <a:lnTo>
                    <a:pt x="43" y="344"/>
                  </a:lnTo>
                  <a:lnTo>
                    <a:pt x="0" y="559"/>
                  </a:lnTo>
                  <a:lnTo>
                    <a:pt x="43" y="774"/>
                  </a:lnTo>
                  <a:lnTo>
                    <a:pt x="129" y="945"/>
                  </a:lnTo>
                  <a:lnTo>
                    <a:pt x="344" y="1074"/>
                  </a:lnTo>
                  <a:lnTo>
                    <a:pt x="559" y="1117"/>
                  </a:lnTo>
                  <a:lnTo>
                    <a:pt x="773" y="1117"/>
                  </a:lnTo>
                  <a:lnTo>
                    <a:pt x="945" y="988"/>
                  </a:lnTo>
                  <a:lnTo>
                    <a:pt x="1074" y="774"/>
                  </a:lnTo>
                  <a:lnTo>
                    <a:pt x="1117" y="559"/>
                  </a:lnTo>
                  <a:lnTo>
                    <a:pt x="1074"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6" name="Google Shape;13536;p37"/>
            <p:cNvSpPr/>
            <p:nvPr/>
          </p:nvSpPr>
          <p:spPr>
            <a:xfrm>
              <a:off x="1823050" y="3041625"/>
              <a:ext cx="29000" cy="29025"/>
            </a:xfrm>
            <a:custGeom>
              <a:avLst/>
              <a:gdLst/>
              <a:ahLst/>
              <a:cxnLst/>
              <a:rect l="l" t="t" r="r" b="b"/>
              <a:pathLst>
                <a:path w="1160" h="1161" extrusionOk="0">
                  <a:moveTo>
                    <a:pt x="559" y="1"/>
                  </a:moveTo>
                  <a:lnTo>
                    <a:pt x="344" y="44"/>
                  </a:lnTo>
                  <a:lnTo>
                    <a:pt x="172" y="173"/>
                  </a:lnTo>
                  <a:lnTo>
                    <a:pt x="43" y="344"/>
                  </a:lnTo>
                  <a:lnTo>
                    <a:pt x="0" y="602"/>
                  </a:lnTo>
                  <a:lnTo>
                    <a:pt x="43" y="817"/>
                  </a:lnTo>
                  <a:lnTo>
                    <a:pt x="129" y="989"/>
                  </a:lnTo>
                  <a:lnTo>
                    <a:pt x="344" y="1118"/>
                  </a:lnTo>
                  <a:lnTo>
                    <a:pt x="559" y="1160"/>
                  </a:lnTo>
                  <a:lnTo>
                    <a:pt x="773" y="1118"/>
                  </a:lnTo>
                  <a:lnTo>
                    <a:pt x="945" y="989"/>
                  </a:lnTo>
                  <a:lnTo>
                    <a:pt x="1074" y="817"/>
                  </a:lnTo>
                  <a:lnTo>
                    <a:pt x="1160" y="602"/>
                  </a:lnTo>
                  <a:lnTo>
                    <a:pt x="1117" y="387"/>
                  </a:lnTo>
                  <a:lnTo>
                    <a:pt x="988" y="173"/>
                  </a:lnTo>
                  <a:lnTo>
                    <a:pt x="816"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7" name="Google Shape;13537;p37"/>
            <p:cNvSpPr/>
            <p:nvPr/>
          </p:nvSpPr>
          <p:spPr>
            <a:xfrm>
              <a:off x="1760775" y="3030900"/>
              <a:ext cx="29000" cy="29000"/>
            </a:xfrm>
            <a:custGeom>
              <a:avLst/>
              <a:gdLst/>
              <a:ahLst/>
              <a:cxnLst/>
              <a:rect l="l" t="t" r="r" b="b"/>
              <a:pathLst>
                <a:path w="1160" h="1160" extrusionOk="0">
                  <a:moveTo>
                    <a:pt x="601" y="0"/>
                  </a:moveTo>
                  <a:lnTo>
                    <a:pt x="387" y="43"/>
                  </a:lnTo>
                  <a:lnTo>
                    <a:pt x="215" y="172"/>
                  </a:lnTo>
                  <a:lnTo>
                    <a:pt x="86" y="344"/>
                  </a:lnTo>
                  <a:lnTo>
                    <a:pt x="0" y="559"/>
                  </a:lnTo>
                  <a:lnTo>
                    <a:pt x="43" y="773"/>
                  </a:lnTo>
                  <a:lnTo>
                    <a:pt x="172" y="988"/>
                  </a:lnTo>
                  <a:lnTo>
                    <a:pt x="344" y="1117"/>
                  </a:lnTo>
                  <a:lnTo>
                    <a:pt x="601" y="1160"/>
                  </a:lnTo>
                  <a:lnTo>
                    <a:pt x="816" y="1117"/>
                  </a:lnTo>
                  <a:lnTo>
                    <a:pt x="988" y="988"/>
                  </a:lnTo>
                  <a:lnTo>
                    <a:pt x="1117" y="816"/>
                  </a:lnTo>
                  <a:lnTo>
                    <a:pt x="1160" y="559"/>
                  </a:lnTo>
                  <a:lnTo>
                    <a:pt x="1117" y="344"/>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8" name="Google Shape;13538;p37"/>
            <p:cNvSpPr/>
            <p:nvPr/>
          </p:nvSpPr>
          <p:spPr>
            <a:xfrm>
              <a:off x="1765050" y="2985800"/>
              <a:ext cx="29025" cy="29025"/>
            </a:xfrm>
            <a:custGeom>
              <a:avLst/>
              <a:gdLst/>
              <a:ahLst/>
              <a:cxnLst/>
              <a:rect l="l" t="t" r="r" b="b"/>
              <a:pathLst>
                <a:path w="1161" h="1161" extrusionOk="0">
                  <a:moveTo>
                    <a:pt x="602" y="0"/>
                  </a:moveTo>
                  <a:lnTo>
                    <a:pt x="388" y="43"/>
                  </a:lnTo>
                  <a:lnTo>
                    <a:pt x="173" y="129"/>
                  </a:lnTo>
                  <a:lnTo>
                    <a:pt x="44" y="344"/>
                  </a:lnTo>
                  <a:lnTo>
                    <a:pt x="1" y="559"/>
                  </a:lnTo>
                  <a:lnTo>
                    <a:pt x="44" y="774"/>
                  </a:lnTo>
                  <a:lnTo>
                    <a:pt x="173" y="945"/>
                  </a:lnTo>
                  <a:lnTo>
                    <a:pt x="345" y="1074"/>
                  </a:lnTo>
                  <a:lnTo>
                    <a:pt x="559" y="1160"/>
                  </a:lnTo>
                  <a:lnTo>
                    <a:pt x="774" y="1117"/>
                  </a:lnTo>
                  <a:lnTo>
                    <a:pt x="989" y="988"/>
                  </a:lnTo>
                  <a:lnTo>
                    <a:pt x="1118" y="774"/>
                  </a:lnTo>
                  <a:lnTo>
                    <a:pt x="1161" y="559"/>
                  </a:lnTo>
                  <a:lnTo>
                    <a:pt x="1118"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9" name="Google Shape;13539;p37"/>
            <p:cNvSpPr/>
            <p:nvPr/>
          </p:nvSpPr>
          <p:spPr>
            <a:xfrm>
              <a:off x="1779025" y="3069550"/>
              <a:ext cx="29000" cy="29025"/>
            </a:xfrm>
            <a:custGeom>
              <a:avLst/>
              <a:gdLst/>
              <a:ahLst/>
              <a:cxnLst/>
              <a:rect l="l" t="t" r="r" b="b"/>
              <a:pathLst>
                <a:path w="1160" h="1161" extrusionOk="0">
                  <a:moveTo>
                    <a:pt x="602" y="1"/>
                  </a:moveTo>
                  <a:lnTo>
                    <a:pt x="387" y="43"/>
                  </a:lnTo>
                  <a:lnTo>
                    <a:pt x="172" y="172"/>
                  </a:lnTo>
                  <a:lnTo>
                    <a:pt x="43" y="387"/>
                  </a:lnTo>
                  <a:lnTo>
                    <a:pt x="0" y="602"/>
                  </a:lnTo>
                  <a:lnTo>
                    <a:pt x="43" y="817"/>
                  </a:lnTo>
                  <a:lnTo>
                    <a:pt x="172" y="988"/>
                  </a:lnTo>
                  <a:lnTo>
                    <a:pt x="344" y="1117"/>
                  </a:lnTo>
                  <a:lnTo>
                    <a:pt x="559" y="1160"/>
                  </a:lnTo>
                  <a:lnTo>
                    <a:pt x="773" y="1117"/>
                  </a:lnTo>
                  <a:lnTo>
                    <a:pt x="988" y="1031"/>
                  </a:lnTo>
                  <a:lnTo>
                    <a:pt x="1117" y="817"/>
                  </a:lnTo>
                  <a:lnTo>
                    <a:pt x="1160" y="602"/>
                  </a:lnTo>
                  <a:lnTo>
                    <a:pt x="1117" y="387"/>
                  </a:lnTo>
                  <a:lnTo>
                    <a:pt x="988" y="215"/>
                  </a:lnTo>
                  <a:lnTo>
                    <a:pt x="816" y="86"/>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0" name="Google Shape;13540;p37"/>
            <p:cNvSpPr/>
            <p:nvPr/>
          </p:nvSpPr>
          <p:spPr>
            <a:xfrm>
              <a:off x="1837000" y="2985800"/>
              <a:ext cx="27950" cy="29025"/>
            </a:xfrm>
            <a:custGeom>
              <a:avLst/>
              <a:gdLst/>
              <a:ahLst/>
              <a:cxnLst/>
              <a:rect l="l" t="t" r="r" b="b"/>
              <a:pathLst>
                <a:path w="1118" h="1161" extrusionOk="0">
                  <a:moveTo>
                    <a:pt x="559" y="0"/>
                  </a:moveTo>
                  <a:lnTo>
                    <a:pt x="344" y="43"/>
                  </a:lnTo>
                  <a:lnTo>
                    <a:pt x="172" y="129"/>
                  </a:lnTo>
                  <a:lnTo>
                    <a:pt x="44" y="344"/>
                  </a:lnTo>
                  <a:lnTo>
                    <a:pt x="1" y="559"/>
                  </a:lnTo>
                  <a:lnTo>
                    <a:pt x="44" y="774"/>
                  </a:lnTo>
                  <a:lnTo>
                    <a:pt x="129" y="945"/>
                  </a:lnTo>
                  <a:lnTo>
                    <a:pt x="344" y="1074"/>
                  </a:lnTo>
                  <a:lnTo>
                    <a:pt x="559" y="1160"/>
                  </a:lnTo>
                  <a:lnTo>
                    <a:pt x="774" y="1117"/>
                  </a:lnTo>
                  <a:lnTo>
                    <a:pt x="945" y="988"/>
                  </a:lnTo>
                  <a:lnTo>
                    <a:pt x="1074" y="774"/>
                  </a:lnTo>
                  <a:lnTo>
                    <a:pt x="1117" y="559"/>
                  </a:lnTo>
                  <a:lnTo>
                    <a:pt x="1117" y="344"/>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1" name="Google Shape;13541;p37"/>
            <p:cNvSpPr/>
            <p:nvPr/>
          </p:nvSpPr>
          <p:spPr>
            <a:xfrm>
              <a:off x="1761850" y="2919225"/>
              <a:ext cx="29000" cy="29025"/>
            </a:xfrm>
            <a:custGeom>
              <a:avLst/>
              <a:gdLst/>
              <a:ahLst/>
              <a:cxnLst/>
              <a:rect l="l" t="t" r="r" b="b"/>
              <a:pathLst>
                <a:path w="1160" h="1161" extrusionOk="0">
                  <a:moveTo>
                    <a:pt x="601" y="1"/>
                  </a:moveTo>
                  <a:lnTo>
                    <a:pt x="387" y="44"/>
                  </a:lnTo>
                  <a:lnTo>
                    <a:pt x="172" y="172"/>
                  </a:lnTo>
                  <a:lnTo>
                    <a:pt x="43" y="387"/>
                  </a:lnTo>
                  <a:lnTo>
                    <a:pt x="0" y="602"/>
                  </a:lnTo>
                  <a:lnTo>
                    <a:pt x="43" y="817"/>
                  </a:lnTo>
                  <a:lnTo>
                    <a:pt x="172" y="988"/>
                  </a:lnTo>
                  <a:lnTo>
                    <a:pt x="344" y="1117"/>
                  </a:lnTo>
                  <a:lnTo>
                    <a:pt x="558" y="1160"/>
                  </a:lnTo>
                  <a:lnTo>
                    <a:pt x="816" y="1117"/>
                  </a:lnTo>
                  <a:lnTo>
                    <a:pt x="988" y="1031"/>
                  </a:lnTo>
                  <a:lnTo>
                    <a:pt x="1117" y="817"/>
                  </a:lnTo>
                  <a:lnTo>
                    <a:pt x="1160" y="602"/>
                  </a:lnTo>
                  <a:lnTo>
                    <a:pt x="1117" y="387"/>
                  </a:lnTo>
                  <a:lnTo>
                    <a:pt x="988" y="215"/>
                  </a:lnTo>
                  <a:lnTo>
                    <a:pt x="816" y="86"/>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2" name="Google Shape;13542;p37"/>
            <p:cNvSpPr/>
            <p:nvPr/>
          </p:nvSpPr>
          <p:spPr>
            <a:xfrm>
              <a:off x="1816600" y="3165100"/>
              <a:ext cx="29025" cy="27950"/>
            </a:xfrm>
            <a:custGeom>
              <a:avLst/>
              <a:gdLst/>
              <a:ahLst/>
              <a:cxnLst/>
              <a:rect l="l" t="t" r="r" b="b"/>
              <a:pathLst>
                <a:path w="1161" h="1118" extrusionOk="0">
                  <a:moveTo>
                    <a:pt x="559" y="1"/>
                  </a:moveTo>
                  <a:lnTo>
                    <a:pt x="344" y="44"/>
                  </a:lnTo>
                  <a:lnTo>
                    <a:pt x="172" y="130"/>
                  </a:lnTo>
                  <a:lnTo>
                    <a:pt x="43" y="345"/>
                  </a:lnTo>
                  <a:lnTo>
                    <a:pt x="1" y="559"/>
                  </a:lnTo>
                  <a:lnTo>
                    <a:pt x="43" y="774"/>
                  </a:lnTo>
                  <a:lnTo>
                    <a:pt x="172" y="946"/>
                  </a:lnTo>
                  <a:lnTo>
                    <a:pt x="344" y="1075"/>
                  </a:lnTo>
                  <a:lnTo>
                    <a:pt x="559" y="1118"/>
                  </a:lnTo>
                  <a:lnTo>
                    <a:pt x="774" y="1118"/>
                  </a:lnTo>
                  <a:lnTo>
                    <a:pt x="988" y="989"/>
                  </a:lnTo>
                  <a:lnTo>
                    <a:pt x="1117" y="774"/>
                  </a:lnTo>
                  <a:lnTo>
                    <a:pt x="1160" y="559"/>
                  </a:lnTo>
                  <a:lnTo>
                    <a:pt x="1117" y="345"/>
                  </a:lnTo>
                  <a:lnTo>
                    <a:pt x="988"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3" name="Google Shape;13543;p37"/>
            <p:cNvSpPr/>
            <p:nvPr/>
          </p:nvSpPr>
          <p:spPr>
            <a:xfrm>
              <a:off x="1814450" y="2941775"/>
              <a:ext cx="29025" cy="29025"/>
            </a:xfrm>
            <a:custGeom>
              <a:avLst/>
              <a:gdLst/>
              <a:ahLst/>
              <a:cxnLst/>
              <a:rect l="l" t="t" r="r" b="b"/>
              <a:pathLst>
                <a:path w="1161" h="1161" extrusionOk="0">
                  <a:moveTo>
                    <a:pt x="559" y="1"/>
                  </a:moveTo>
                  <a:lnTo>
                    <a:pt x="344" y="43"/>
                  </a:lnTo>
                  <a:lnTo>
                    <a:pt x="172" y="172"/>
                  </a:lnTo>
                  <a:lnTo>
                    <a:pt x="44" y="387"/>
                  </a:lnTo>
                  <a:lnTo>
                    <a:pt x="1" y="602"/>
                  </a:lnTo>
                  <a:lnTo>
                    <a:pt x="44" y="817"/>
                  </a:lnTo>
                  <a:lnTo>
                    <a:pt x="129" y="988"/>
                  </a:lnTo>
                  <a:lnTo>
                    <a:pt x="344" y="1117"/>
                  </a:lnTo>
                  <a:lnTo>
                    <a:pt x="559" y="1160"/>
                  </a:lnTo>
                  <a:lnTo>
                    <a:pt x="774" y="1117"/>
                  </a:lnTo>
                  <a:lnTo>
                    <a:pt x="946" y="1031"/>
                  </a:lnTo>
                  <a:lnTo>
                    <a:pt x="1117" y="817"/>
                  </a:lnTo>
                  <a:lnTo>
                    <a:pt x="1160" y="602"/>
                  </a:lnTo>
                  <a:lnTo>
                    <a:pt x="1117" y="387"/>
                  </a:lnTo>
                  <a:lnTo>
                    <a:pt x="988" y="215"/>
                  </a:lnTo>
                  <a:lnTo>
                    <a:pt x="817"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4" name="Google Shape;13544;p37"/>
            <p:cNvSpPr/>
            <p:nvPr/>
          </p:nvSpPr>
          <p:spPr>
            <a:xfrm>
              <a:off x="1839150" y="3111425"/>
              <a:ext cx="29025" cy="29025"/>
            </a:xfrm>
            <a:custGeom>
              <a:avLst/>
              <a:gdLst/>
              <a:ahLst/>
              <a:cxnLst/>
              <a:rect l="l" t="t" r="r" b="b"/>
              <a:pathLst>
                <a:path w="1161" h="1161" extrusionOk="0">
                  <a:moveTo>
                    <a:pt x="602" y="1"/>
                  </a:moveTo>
                  <a:lnTo>
                    <a:pt x="387" y="43"/>
                  </a:lnTo>
                  <a:lnTo>
                    <a:pt x="172" y="172"/>
                  </a:lnTo>
                  <a:lnTo>
                    <a:pt x="43" y="387"/>
                  </a:lnTo>
                  <a:lnTo>
                    <a:pt x="0" y="602"/>
                  </a:lnTo>
                  <a:lnTo>
                    <a:pt x="43" y="817"/>
                  </a:lnTo>
                  <a:lnTo>
                    <a:pt x="172" y="988"/>
                  </a:lnTo>
                  <a:lnTo>
                    <a:pt x="344" y="1117"/>
                  </a:lnTo>
                  <a:lnTo>
                    <a:pt x="602" y="1160"/>
                  </a:lnTo>
                  <a:lnTo>
                    <a:pt x="817" y="1117"/>
                  </a:lnTo>
                  <a:lnTo>
                    <a:pt x="988" y="1031"/>
                  </a:lnTo>
                  <a:lnTo>
                    <a:pt x="1117" y="817"/>
                  </a:lnTo>
                  <a:lnTo>
                    <a:pt x="1160" y="602"/>
                  </a:lnTo>
                  <a:lnTo>
                    <a:pt x="1117" y="387"/>
                  </a:lnTo>
                  <a:lnTo>
                    <a:pt x="988" y="215"/>
                  </a:lnTo>
                  <a:lnTo>
                    <a:pt x="817" y="86"/>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5" name="Google Shape;13545;p37"/>
            <p:cNvSpPr/>
            <p:nvPr/>
          </p:nvSpPr>
          <p:spPr>
            <a:xfrm>
              <a:off x="1769350" y="3128600"/>
              <a:ext cx="29025" cy="29025"/>
            </a:xfrm>
            <a:custGeom>
              <a:avLst/>
              <a:gdLst/>
              <a:ahLst/>
              <a:cxnLst/>
              <a:rect l="l" t="t" r="r" b="b"/>
              <a:pathLst>
                <a:path w="1161" h="1161" extrusionOk="0">
                  <a:moveTo>
                    <a:pt x="602" y="1"/>
                  </a:moveTo>
                  <a:lnTo>
                    <a:pt x="387" y="44"/>
                  </a:lnTo>
                  <a:lnTo>
                    <a:pt x="173" y="173"/>
                  </a:lnTo>
                  <a:lnTo>
                    <a:pt x="44" y="344"/>
                  </a:lnTo>
                  <a:lnTo>
                    <a:pt x="1" y="559"/>
                  </a:lnTo>
                  <a:lnTo>
                    <a:pt x="44" y="774"/>
                  </a:lnTo>
                  <a:lnTo>
                    <a:pt x="173" y="989"/>
                  </a:lnTo>
                  <a:lnTo>
                    <a:pt x="344" y="1117"/>
                  </a:lnTo>
                  <a:lnTo>
                    <a:pt x="559" y="1160"/>
                  </a:lnTo>
                  <a:lnTo>
                    <a:pt x="774" y="1117"/>
                  </a:lnTo>
                  <a:lnTo>
                    <a:pt x="989" y="989"/>
                  </a:lnTo>
                  <a:lnTo>
                    <a:pt x="1117" y="817"/>
                  </a:lnTo>
                  <a:lnTo>
                    <a:pt x="1160" y="602"/>
                  </a:lnTo>
                  <a:lnTo>
                    <a:pt x="1117"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6" name="Google Shape;13546;p37"/>
            <p:cNvSpPr/>
            <p:nvPr/>
          </p:nvSpPr>
          <p:spPr>
            <a:xfrm>
              <a:off x="1823050" y="2687300"/>
              <a:ext cx="29000" cy="29025"/>
            </a:xfrm>
            <a:custGeom>
              <a:avLst/>
              <a:gdLst/>
              <a:ahLst/>
              <a:cxnLst/>
              <a:rect l="l" t="t" r="r" b="b"/>
              <a:pathLst>
                <a:path w="1160" h="1161" extrusionOk="0">
                  <a:moveTo>
                    <a:pt x="559" y="1"/>
                  </a:moveTo>
                  <a:lnTo>
                    <a:pt x="344" y="43"/>
                  </a:lnTo>
                  <a:lnTo>
                    <a:pt x="172" y="172"/>
                  </a:lnTo>
                  <a:lnTo>
                    <a:pt x="43" y="344"/>
                  </a:lnTo>
                  <a:lnTo>
                    <a:pt x="0" y="559"/>
                  </a:lnTo>
                  <a:lnTo>
                    <a:pt x="43" y="774"/>
                  </a:lnTo>
                  <a:lnTo>
                    <a:pt x="129" y="988"/>
                  </a:lnTo>
                  <a:lnTo>
                    <a:pt x="344" y="1117"/>
                  </a:lnTo>
                  <a:lnTo>
                    <a:pt x="559" y="1160"/>
                  </a:lnTo>
                  <a:lnTo>
                    <a:pt x="773" y="1117"/>
                  </a:lnTo>
                  <a:lnTo>
                    <a:pt x="945" y="988"/>
                  </a:lnTo>
                  <a:lnTo>
                    <a:pt x="1074" y="817"/>
                  </a:lnTo>
                  <a:lnTo>
                    <a:pt x="1160" y="559"/>
                  </a:lnTo>
                  <a:lnTo>
                    <a:pt x="1117" y="344"/>
                  </a:lnTo>
                  <a:lnTo>
                    <a:pt x="988" y="172"/>
                  </a:lnTo>
                  <a:lnTo>
                    <a:pt x="816"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7" name="Google Shape;13547;p37"/>
            <p:cNvSpPr/>
            <p:nvPr/>
          </p:nvSpPr>
          <p:spPr>
            <a:xfrm>
              <a:off x="1760775" y="2676575"/>
              <a:ext cx="29000" cy="27925"/>
            </a:xfrm>
            <a:custGeom>
              <a:avLst/>
              <a:gdLst/>
              <a:ahLst/>
              <a:cxnLst/>
              <a:rect l="l" t="t" r="r" b="b"/>
              <a:pathLst>
                <a:path w="1160" h="1117" extrusionOk="0">
                  <a:moveTo>
                    <a:pt x="601" y="0"/>
                  </a:moveTo>
                  <a:lnTo>
                    <a:pt x="387" y="43"/>
                  </a:lnTo>
                  <a:lnTo>
                    <a:pt x="215" y="129"/>
                  </a:lnTo>
                  <a:lnTo>
                    <a:pt x="86" y="344"/>
                  </a:lnTo>
                  <a:lnTo>
                    <a:pt x="0" y="558"/>
                  </a:lnTo>
                  <a:lnTo>
                    <a:pt x="43" y="773"/>
                  </a:lnTo>
                  <a:lnTo>
                    <a:pt x="172" y="945"/>
                  </a:lnTo>
                  <a:lnTo>
                    <a:pt x="344" y="1074"/>
                  </a:lnTo>
                  <a:lnTo>
                    <a:pt x="601" y="1117"/>
                  </a:lnTo>
                  <a:lnTo>
                    <a:pt x="816" y="1074"/>
                  </a:lnTo>
                  <a:lnTo>
                    <a:pt x="988" y="988"/>
                  </a:lnTo>
                  <a:lnTo>
                    <a:pt x="1117" y="773"/>
                  </a:lnTo>
                  <a:lnTo>
                    <a:pt x="1160" y="558"/>
                  </a:lnTo>
                  <a:lnTo>
                    <a:pt x="1117" y="344"/>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8" name="Google Shape;13548;p37"/>
            <p:cNvSpPr/>
            <p:nvPr/>
          </p:nvSpPr>
          <p:spPr>
            <a:xfrm>
              <a:off x="1765050" y="2630400"/>
              <a:ext cx="29025" cy="29000"/>
            </a:xfrm>
            <a:custGeom>
              <a:avLst/>
              <a:gdLst/>
              <a:ahLst/>
              <a:cxnLst/>
              <a:rect l="l" t="t" r="r" b="b"/>
              <a:pathLst>
                <a:path w="1161" h="1160" extrusionOk="0">
                  <a:moveTo>
                    <a:pt x="602" y="0"/>
                  </a:moveTo>
                  <a:lnTo>
                    <a:pt x="388" y="43"/>
                  </a:lnTo>
                  <a:lnTo>
                    <a:pt x="173" y="172"/>
                  </a:lnTo>
                  <a:lnTo>
                    <a:pt x="44" y="344"/>
                  </a:lnTo>
                  <a:lnTo>
                    <a:pt x="1" y="602"/>
                  </a:lnTo>
                  <a:lnTo>
                    <a:pt x="44" y="816"/>
                  </a:lnTo>
                  <a:lnTo>
                    <a:pt x="173" y="988"/>
                  </a:lnTo>
                  <a:lnTo>
                    <a:pt x="345" y="1117"/>
                  </a:lnTo>
                  <a:lnTo>
                    <a:pt x="559" y="1160"/>
                  </a:lnTo>
                  <a:lnTo>
                    <a:pt x="774" y="1117"/>
                  </a:lnTo>
                  <a:lnTo>
                    <a:pt x="989" y="988"/>
                  </a:lnTo>
                  <a:lnTo>
                    <a:pt x="1118" y="816"/>
                  </a:lnTo>
                  <a:lnTo>
                    <a:pt x="1161" y="602"/>
                  </a:lnTo>
                  <a:lnTo>
                    <a:pt x="1118" y="387"/>
                  </a:lnTo>
                  <a:lnTo>
                    <a:pt x="989" y="215"/>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9" name="Google Shape;13549;p37"/>
            <p:cNvSpPr/>
            <p:nvPr/>
          </p:nvSpPr>
          <p:spPr>
            <a:xfrm>
              <a:off x="1779025" y="2715225"/>
              <a:ext cx="29000" cy="29000"/>
            </a:xfrm>
            <a:custGeom>
              <a:avLst/>
              <a:gdLst/>
              <a:ahLst/>
              <a:cxnLst/>
              <a:rect l="l" t="t" r="r" b="b"/>
              <a:pathLst>
                <a:path w="1160" h="1160" extrusionOk="0">
                  <a:moveTo>
                    <a:pt x="602" y="0"/>
                  </a:moveTo>
                  <a:lnTo>
                    <a:pt x="387" y="43"/>
                  </a:lnTo>
                  <a:lnTo>
                    <a:pt x="172" y="172"/>
                  </a:lnTo>
                  <a:lnTo>
                    <a:pt x="43" y="344"/>
                  </a:lnTo>
                  <a:lnTo>
                    <a:pt x="0" y="559"/>
                  </a:lnTo>
                  <a:lnTo>
                    <a:pt x="43" y="773"/>
                  </a:lnTo>
                  <a:lnTo>
                    <a:pt x="172" y="988"/>
                  </a:lnTo>
                  <a:lnTo>
                    <a:pt x="344" y="1117"/>
                  </a:lnTo>
                  <a:lnTo>
                    <a:pt x="559" y="1160"/>
                  </a:lnTo>
                  <a:lnTo>
                    <a:pt x="773" y="1117"/>
                  </a:lnTo>
                  <a:lnTo>
                    <a:pt x="988" y="988"/>
                  </a:lnTo>
                  <a:lnTo>
                    <a:pt x="1117" y="816"/>
                  </a:lnTo>
                  <a:lnTo>
                    <a:pt x="1160" y="602"/>
                  </a:lnTo>
                  <a:lnTo>
                    <a:pt x="1117" y="387"/>
                  </a:lnTo>
                  <a:lnTo>
                    <a:pt x="988" y="172"/>
                  </a:lnTo>
                  <a:lnTo>
                    <a:pt x="816"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0" name="Google Shape;13550;p37"/>
            <p:cNvSpPr/>
            <p:nvPr/>
          </p:nvSpPr>
          <p:spPr>
            <a:xfrm>
              <a:off x="1837000" y="2630400"/>
              <a:ext cx="27950" cy="29000"/>
            </a:xfrm>
            <a:custGeom>
              <a:avLst/>
              <a:gdLst/>
              <a:ahLst/>
              <a:cxnLst/>
              <a:rect l="l" t="t" r="r" b="b"/>
              <a:pathLst>
                <a:path w="1118" h="1160" extrusionOk="0">
                  <a:moveTo>
                    <a:pt x="559" y="0"/>
                  </a:moveTo>
                  <a:lnTo>
                    <a:pt x="344" y="43"/>
                  </a:lnTo>
                  <a:lnTo>
                    <a:pt x="172" y="172"/>
                  </a:lnTo>
                  <a:lnTo>
                    <a:pt x="44" y="344"/>
                  </a:lnTo>
                  <a:lnTo>
                    <a:pt x="1" y="602"/>
                  </a:lnTo>
                  <a:lnTo>
                    <a:pt x="44" y="816"/>
                  </a:lnTo>
                  <a:lnTo>
                    <a:pt x="129" y="988"/>
                  </a:lnTo>
                  <a:lnTo>
                    <a:pt x="344" y="1117"/>
                  </a:lnTo>
                  <a:lnTo>
                    <a:pt x="559" y="1160"/>
                  </a:lnTo>
                  <a:lnTo>
                    <a:pt x="774" y="1117"/>
                  </a:lnTo>
                  <a:lnTo>
                    <a:pt x="945" y="988"/>
                  </a:lnTo>
                  <a:lnTo>
                    <a:pt x="1074" y="816"/>
                  </a:lnTo>
                  <a:lnTo>
                    <a:pt x="1117" y="602"/>
                  </a:lnTo>
                  <a:lnTo>
                    <a:pt x="1117" y="387"/>
                  </a:lnTo>
                  <a:lnTo>
                    <a:pt x="988" y="215"/>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1" name="Google Shape;13551;p37"/>
            <p:cNvSpPr/>
            <p:nvPr/>
          </p:nvSpPr>
          <p:spPr>
            <a:xfrm>
              <a:off x="1761850" y="2564900"/>
              <a:ext cx="29000" cy="29000"/>
            </a:xfrm>
            <a:custGeom>
              <a:avLst/>
              <a:gdLst/>
              <a:ahLst/>
              <a:cxnLst/>
              <a:rect l="l" t="t" r="r" b="b"/>
              <a:pathLst>
                <a:path w="1160" h="1160" extrusionOk="0">
                  <a:moveTo>
                    <a:pt x="601" y="0"/>
                  </a:moveTo>
                  <a:lnTo>
                    <a:pt x="387" y="43"/>
                  </a:lnTo>
                  <a:lnTo>
                    <a:pt x="172" y="172"/>
                  </a:lnTo>
                  <a:lnTo>
                    <a:pt x="43" y="344"/>
                  </a:lnTo>
                  <a:lnTo>
                    <a:pt x="0" y="559"/>
                  </a:lnTo>
                  <a:lnTo>
                    <a:pt x="43" y="773"/>
                  </a:lnTo>
                  <a:lnTo>
                    <a:pt x="172" y="988"/>
                  </a:lnTo>
                  <a:lnTo>
                    <a:pt x="344" y="1117"/>
                  </a:lnTo>
                  <a:lnTo>
                    <a:pt x="558" y="1160"/>
                  </a:lnTo>
                  <a:lnTo>
                    <a:pt x="816" y="1117"/>
                  </a:lnTo>
                  <a:lnTo>
                    <a:pt x="988" y="988"/>
                  </a:lnTo>
                  <a:lnTo>
                    <a:pt x="1117" y="816"/>
                  </a:lnTo>
                  <a:lnTo>
                    <a:pt x="1160" y="602"/>
                  </a:lnTo>
                  <a:lnTo>
                    <a:pt x="1117" y="387"/>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2" name="Google Shape;13552;p37"/>
            <p:cNvSpPr/>
            <p:nvPr/>
          </p:nvSpPr>
          <p:spPr>
            <a:xfrm>
              <a:off x="1816600" y="2809700"/>
              <a:ext cx="29025" cy="29025"/>
            </a:xfrm>
            <a:custGeom>
              <a:avLst/>
              <a:gdLst/>
              <a:ahLst/>
              <a:cxnLst/>
              <a:rect l="l" t="t" r="r" b="b"/>
              <a:pathLst>
                <a:path w="1161" h="1161" extrusionOk="0">
                  <a:moveTo>
                    <a:pt x="559" y="1"/>
                  </a:moveTo>
                  <a:lnTo>
                    <a:pt x="344" y="44"/>
                  </a:lnTo>
                  <a:lnTo>
                    <a:pt x="172" y="173"/>
                  </a:lnTo>
                  <a:lnTo>
                    <a:pt x="43" y="344"/>
                  </a:lnTo>
                  <a:lnTo>
                    <a:pt x="1" y="602"/>
                  </a:lnTo>
                  <a:lnTo>
                    <a:pt x="43" y="817"/>
                  </a:lnTo>
                  <a:lnTo>
                    <a:pt x="172" y="989"/>
                  </a:lnTo>
                  <a:lnTo>
                    <a:pt x="344" y="1117"/>
                  </a:lnTo>
                  <a:lnTo>
                    <a:pt x="559" y="1160"/>
                  </a:lnTo>
                  <a:lnTo>
                    <a:pt x="774" y="1117"/>
                  </a:lnTo>
                  <a:lnTo>
                    <a:pt x="988" y="989"/>
                  </a:lnTo>
                  <a:lnTo>
                    <a:pt x="1117" y="817"/>
                  </a:lnTo>
                  <a:lnTo>
                    <a:pt x="1160" y="602"/>
                  </a:lnTo>
                  <a:lnTo>
                    <a:pt x="1117" y="387"/>
                  </a:lnTo>
                  <a:lnTo>
                    <a:pt x="988"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3" name="Google Shape;13553;p37"/>
            <p:cNvSpPr/>
            <p:nvPr/>
          </p:nvSpPr>
          <p:spPr>
            <a:xfrm>
              <a:off x="1814450" y="258745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29" y="988"/>
                  </a:lnTo>
                  <a:lnTo>
                    <a:pt x="344" y="1117"/>
                  </a:lnTo>
                  <a:lnTo>
                    <a:pt x="559" y="1160"/>
                  </a:lnTo>
                  <a:lnTo>
                    <a:pt x="774" y="1117"/>
                  </a:lnTo>
                  <a:lnTo>
                    <a:pt x="946" y="988"/>
                  </a:lnTo>
                  <a:lnTo>
                    <a:pt x="1117" y="816"/>
                  </a:lnTo>
                  <a:lnTo>
                    <a:pt x="1160" y="602"/>
                  </a:lnTo>
                  <a:lnTo>
                    <a:pt x="1117" y="387"/>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4" name="Google Shape;13554;p37"/>
            <p:cNvSpPr/>
            <p:nvPr/>
          </p:nvSpPr>
          <p:spPr>
            <a:xfrm>
              <a:off x="1827350" y="2885950"/>
              <a:ext cx="29000" cy="29000"/>
            </a:xfrm>
            <a:custGeom>
              <a:avLst/>
              <a:gdLst/>
              <a:ahLst/>
              <a:cxnLst/>
              <a:rect l="l" t="t" r="r" b="b"/>
              <a:pathLst>
                <a:path w="1160" h="1160" extrusionOk="0">
                  <a:moveTo>
                    <a:pt x="558" y="0"/>
                  </a:moveTo>
                  <a:lnTo>
                    <a:pt x="344" y="43"/>
                  </a:lnTo>
                  <a:lnTo>
                    <a:pt x="172" y="172"/>
                  </a:lnTo>
                  <a:lnTo>
                    <a:pt x="43" y="344"/>
                  </a:lnTo>
                  <a:lnTo>
                    <a:pt x="0" y="559"/>
                  </a:lnTo>
                  <a:lnTo>
                    <a:pt x="43" y="816"/>
                  </a:lnTo>
                  <a:lnTo>
                    <a:pt x="172" y="988"/>
                  </a:lnTo>
                  <a:lnTo>
                    <a:pt x="344" y="1117"/>
                  </a:lnTo>
                  <a:lnTo>
                    <a:pt x="558" y="1160"/>
                  </a:lnTo>
                  <a:lnTo>
                    <a:pt x="773" y="1117"/>
                  </a:lnTo>
                  <a:lnTo>
                    <a:pt x="945" y="988"/>
                  </a:lnTo>
                  <a:lnTo>
                    <a:pt x="1117" y="816"/>
                  </a:lnTo>
                  <a:lnTo>
                    <a:pt x="1160" y="601"/>
                  </a:lnTo>
                  <a:lnTo>
                    <a:pt x="1117" y="387"/>
                  </a:lnTo>
                  <a:lnTo>
                    <a:pt x="988" y="172"/>
                  </a:lnTo>
                  <a:lnTo>
                    <a:pt x="816" y="43"/>
                  </a:lnTo>
                  <a:lnTo>
                    <a:pt x="55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5" name="Google Shape;13555;p37"/>
            <p:cNvSpPr/>
            <p:nvPr/>
          </p:nvSpPr>
          <p:spPr>
            <a:xfrm>
              <a:off x="1839150" y="2757100"/>
              <a:ext cx="29025" cy="29000"/>
            </a:xfrm>
            <a:custGeom>
              <a:avLst/>
              <a:gdLst/>
              <a:ahLst/>
              <a:cxnLst/>
              <a:rect l="l" t="t" r="r" b="b"/>
              <a:pathLst>
                <a:path w="1161" h="1160" extrusionOk="0">
                  <a:moveTo>
                    <a:pt x="602" y="0"/>
                  </a:moveTo>
                  <a:lnTo>
                    <a:pt x="387" y="43"/>
                  </a:lnTo>
                  <a:lnTo>
                    <a:pt x="172" y="172"/>
                  </a:lnTo>
                  <a:lnTo>
                    <a:pt x="43" y="344"/>
                  </a:lnTo>
                  <a:lnTo>
                    <a:pt x="0" y="559"/>
                  </a:lnTo>
                  <a:lnTo>
                    <a:pt x="43" y="773"/>
                  </a:lnTo>
                  <a:lnTo>
                    <a:pt x="172" y="988"/>
                  </a:lnTo>
                  <a:lnTo>
                    <a:pt x="344" y="1117"/>
                  </a:lnTo>
                  <a:lnTo>
                    <a:pt x="602" y="1160"/>
                  </a:lnTo>
                  <a:lnTo>
                    <a:pt x="817" y="1117"/>
                  </a:lnTo>
                  <a:lnTo>
                    <a:pt x="988" y="988"/>
                  </a:lnTo>
                  <a:lnTo>
                    <a:pt x="1117" y="816"/>
                  </a:lnTo>
                  <a:lnTo>
                    <a:pt x="1160" y="602"/>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6" name="Google Shape;13556;p37"/>
            <p:cNvSpPr/>
            <p:nvPr/>
          </p:nvSpPr>
          <p:spPr>
            <a:xfrm>
              <a:off x="1768275" y="2854800"/>
              <a:ext cx="29025" cy="27950"/>
            </a:xfrm>
            <a:custGeom>
              <a:avLst/>
              <a:gdLst/>
              <a:ahLst/>
              <a:cxnLst/>
              <a:rect l="l" t="t" r="r" b="b"/>
              <a:pathLst>
                <a:path w="1161" h="1118" extrusionOk="0">
                  <a:moveTo>
                    <a:pt x="387" y="1"/>
                  </a:moveTo>
                  <a:lnTo>
                    <a:pt x="173" y="129"/>
                  </a:lnTo>
                  <a:lnTo>
                    <a:pt x="44" y="344"/>
                  </a:lnTo>
                  <a:lnTo>
                    <a:pt x="1" y="559"/>
                  </a:lnTo>
                  <a:lnTo>
                    <a:pt x="44" y="774"/>
                  </a:lnTo>
                  <a:lnTo>
                    <a:pt x="173" y="946"/>
                  </a:lnTo>
                  <a:lnTo>
                    <a:pt x="344" y="1074"/>
                  </a:lnTo>
                  <a:lnTo>
                    <a:pt x="559" y="1117"/>
                  </a:lnTo>
                  <a:lnTo>
                    <a:pt x="774" y="1074"/>
                  </a:lnTo>
                  <a:lnTo>
                    <a:pt x="989" y="988"/>
                  </a:lnTo>
                  <a:lnTo>
                    <a:pt x="1117" y="774"/>
                  </a:lnTo>
                  <a:lnTo>
                    <a:pt x="1160" y="559"/>
                  </a:lnTo>
                  <a:lnTo>
                    <a:pt x="1117" y="344"/>
                  </a:lnTo>
                  <a:lnTo>
                    <a:pt x="989"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7" name="Google Shape;13557;p37"/>
            <p:cNvSpPr/>
            <p:nvPr/>
          </p:nvSpPr>
          <p:spPr>
            <a:xfrm>
              <a:off x="1769350" y="2774275"/>
              <a:ext cx="29025" cy="27950"/>
            </a:xfrm>
            <a:custGeom>
              <a:avLst/>
              <a:gdLst/>
              <a:ahLst/>
              <a:cxnLst/>
              <a:rect l="l" t="t" r="r" b="b"/>
              <a:pathLst>
                <a:path w="1161" h="1118" extrusionOk="0">
                  <a:moveTo>
                    <a:pt x="602" y="0"/>
                  </a:moveTo>
                  <a:lnTo>
                    <a:pt x="387" y="43"/>
                  </a:lnTo>
                  <a:lnTo>
                    <a:pt x="173" y="129"/>
                  </a:lnTo>
                  <a:lnTo>
                    <a:pt x="44" y="344"/>
                  </a:lnTo>
                  <a:lnTo>
                    <a:pt x="1" y="559"/>
                  </a:lnTo>
                  <a:lnTo>
                    <a:pt x="44" y="774"/>
                  </a:lnTo>
                  <a:lnTo>
                    <a:pt x="173" y="945"/>
                  </a:lnTo>
                  <a:lnTo>
                    <a:pt x="344" y="1074"/>
                  </a:lnTo>
                  <a:lnTo>
                    <a:pt x="559" y="1117"/>
                  </a:lnTo>
                  <a:lnTo>
                    <a:pt x="774" y="1117"/>
                  </a:lnTo>
                  <a:lnTo>
                    <a:pt x="989" y="988"/>
                  </a:lnTo>
                  <a:lnTo>
                    <a:pt x="1117" y="774"/>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8" name="Google Shape;13558;p37"/>
            <p:cNvSpPr/>
            <p:nvPr/>
          </p:nvSpPr>
          <p:spPr>
            <a:xfrm>
              <a:off x="1741450" y="2263175"/>
              <a:ext cx="29000" cy="29025"/>
            </a:xfrm>
            <a:custGeom>
              <a:avLst/>
              <a:gdLst/>
              <a:ahLst/>
              <a:cxnLst/>
              <a:rect l="l" t="t" r="r" b="b"/>
              <a:pathLst>
                <a:path w="1160" h="1161" extrusionOk="0">
                  <a:moveTo>
                    <a:pt x="601" y="1"/>
                  </a:moveTo>
                  <a:lnTo>
                    <a:pt x="387" y="43"/>
                  </a:lnTo>
                  <a:lnTo>
                    <a:pt x="215" y="172"/>
                  </a:lnTo>
                  <a:lnTo>
                    <a:pt x="43" y="344"/>
                  </a:lnTo>
                  <a:lnTo>
                    <a:pt x="0" y="559"/>
                  </a:lnTo>
                  <a:lnTo>
                    <a:pt x="43" y="817"/>
                  </a:lnTo>
                  <a:lnTo>
                    <a:pt x="172" y="988"/>
                  </a:lnTo>
                  <a:lnTo>
                    <a:pt x="344" y="1117"/>
                  </a:lnTo>
                  <a:lnTo>
                    <a:pt x="601" y="1160"/>
                  </a:lnTo>
                  <a:lnTo>
                    <a:pt x="816" y="1117"/>
                  </a:lnTo>
                  <a:lnTo>
                    <a:pt x="988" y="988"/>
                  </a:lnTo>
                  <a:lnTo>
                    <a:pt x="1117" y="817"/>
                  </a:lnTo>
                  <a:lnTo>
                    <a:pt x="1160" y="602"/>
                  </a:lnTo>
                  <a:lnTo>
                    <a:pt x="1117" y="387"/>
                  </a:lnTo>
                  <a:lnTo>
                    <a:pt x="988" y="172"/>
                  </a:lnTo>
                  <a:lnTo>
                    <a:pt x="816" y="43"/>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9" name="Google Shape;13559;p37"/>
            <p:cNvSpPr/>
            <p:nvPr/>
          </p:nvSpPr>
          <p:spPr>
            <a:xfrm>
              <a:off x="1684525" y="2285725"/>
              <a:ext cx="29025" cy="29025"/>
            </a:xfrm>
            <a:custGeom>
              <a:avLst/>
              <a:gdLst/>
              <a:ahLst/>
              <a:cxnLst/>
              <a:rect l="l" t="t" r="r" b="b"/>
              <a:pathLst>
                <a:path w="1161" h="1161" extrusionOk="0">
                  <a:moveTo>
                    <a:pt x="602" y="0"/>
                  </a:moveTo>
                  <a:lnTo>
                    <a:pt x="387" y="43"/>
                  </a:lnTo>
                  <a:lnTo>
                    <a:pt x="216" y="172"/>
                  </a:lnTo>
                  <a:lnTo>
                    <a:pt x="87" y="344"/>
                  </a:lnTo>
                  <a:lnTo>
                    <a:pt x="1" y="559"/>
                  </a:lnTo>
                  <a:lnTo>
                    <a:pt x="44" y="774"/>
                  </a:lnTo>
                  <a:lnTo>
                    <a:pt x="173" y="988"/>
                  </a:lnTo>
                  <a:lnTo>
                    <a:pt x="387" y="1117"/>
                  </a:lnTo>
                  <a:lnTo>
                    <a:pt x="602" y="1160"/>
                  </a:lnTo>
                  <a:lnTo>
                    <a:pt x="817" y="1117"/>
                  </a:lnTo>
                  <a:lnTo>
                    <a:pt x="989" y="988"/>
                  </a:lnTo>
                  <a:lnTo>
                    <a:pt x="1117" y="816"/>
                  </a:lnTo>
                  <a:lnTo>
                    <a:pt x="1160" y="602"/>
                  </a:lnTo>
                  <a:lnTo>
                    <a:pt x="1117" y="387"/>
                  </a:lnTo>
                  <a:lnTo>
                    <a:pt x="1032"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0" name="Google Shape;13560;p37"/>
            <p:cNvSpPr/>
            <p:nvPr/>
          </p:nvSpPr>
          <p:spPr>
            <a:xfrm>
              <a:off x="1623325" y="2274975"/>
              <a:ext cx="29025" cy="29025"/>
            </a:xfrm>
            <a:custGeom>
              <a:avLst/>
              <a:gdLst/>
              <a:ahLst/>
              <a:cxnLst/>
              <a:rect l="l" t="t" r="r" b="b"/>
              <a:pathLst>
                <a:path w="1161" h="1161" extrusionOk="0">
                  <a:moveTo>
                    <a:pt x="602" y="1"/>
                  </a:moveTo>
                  <a:lnTo>
                    <a:pt x="387" y="44"/>
                  </a:lnTo>
                  <a:lnTo>
                    <a:pt x="172" y="130"/>
                  </a:lnTo>
                  <a:lnTo>
                    <a:pt x="44" y="345"/>
                  </a:lnTo>
                  <a:lnTo>
                    <a:pt x="1" y="559"/>
                  </a:lnTo>
                  <a:lnTo>
                    <a:pt x="44" y="774"/>
                  </a:lnTo>
                  <a:lnTo>
                    <a:pt x="172" y="946"/>
                  </a:lnTo>
                  <a:lnTo>
                    <a:pt x="344" y="1075"/>
                  </a:lnTo>
                  <a:lnTo>
                    <a:pt x="559" y="1161"/>
                  </a:lnTo>
                  <a:lnTo>
                    <a:pt x="774" y="1118"/>
                  </a:lnTo>
                  <a:lnTo>
                    <a:pt x="988" y="989"/>
                  </a:lnTo>
                  <a:lnTo>
                    <a:pt x="1117" y="774"/>
                  </a:lnTo>
                  <a:lnTo>
                    <a:pt x="1160" y="559"/>
                  </a:lnTo>
                  <a:lnTo>
                    <a:pt x="1117" y="345"/>
                  </a:lnTo>
                  <a:lnTo>
                    <a:pt x="988"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1" name="Google Shape;13561;p37"/>
            <p:cNvSpPr/>
            <p:nvPr/>
          </p:nvSpPr>
          <p:spPr>
            <a:xfrm>
              <a:off x="1627625" y="2229900"/>
              <a:ext cx="29025" cy="27925"/>
            </a:xfrm>
            <a:custGeom>
              <a:avLst/>
              <a:gdLst/>
              <a:ahLst/>
              <a:cxnLst/>
              <a:rect l="l" t="t" r="r" b="b"/>
              <a:pathLst>
                <a:path w="1161" h="1117" extrusionOk="0">
                  <a:moveTo>
                    <a:pt x="344" y="0"/>
                  </a:moveTo>
                  <a:lnTo>
                    <a:pt x="172" y="129"/>
                  </a:lnTo>
                  <a:lnTo>
                    <a:pt x="43" y="344"/>
                  </a:lnTo>
                  <a:lnTo>
                    <a:pt x="0" y="558"/>
                  </a:lnTo>
                  <a:lnTo>
                    <a:pt x="43" y="773"/>
                  </a:lnTo>
                  <a:lnTo>
                    <a:pt x="129" y="945"/>
                  </a:lnTo>
                  <a:lnTo>
                    <a:pt x="344" y="1074"/>
                  </a:lnTo>
                  <a:lnTo>
                    <a:pt x="559" y="1117"/>
                  </a:lnTo>
                  <a:lnTo>
                    <a:pt x="774" y="1074"/>
                  </a:lnTo>
                  <a:lnTo>
                    <a:pt x="945" y="988"/>
                  </a:lnTo>
                  <a:lnTo>
                    <a:pt x="1117" y="773"/>
                  </a:lnTo>
                  <a:lnTo>
                    <a:pt x="1160" y="558"/>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2" name="Google Shape;13562;p37"/>
            <p:cNvSpPr/>
            <p:nvPr/>
          </p:nvSpPr>
          <p:spPr>
            <a:xfrm>
              <a:off x="1641575" y="2313650"/>
              <a:ext cx="29025" cy="29000"/>
            </a:xfrm>
            <a:custGeom>
              <a:avLst/>
              <a:gdLst/>
              <a:ahLst/>
              <a:cxnLst/>
              <a:rect l="l" t="t" r="r" b="b"/>
              <a:pathLst>
                <a:path w="1161" h="1160" extrusionOk="0">
                  <a:moveTo>
                    <a:pt x="559" y="0"/>
                  </a:moveTo>
                  <a:lnTo>
                    <a:pt x="344" y="43"/>
                  </a:lnTo>
                  <a:lnTo>
                    <a:pt x="173" y="172"/>
                  </a:lnTo>
                  <a:lnTo>
                    <a:pt x="44" y="344"/>
                  </a:lnTo>
                  <a:lnTo>
                    <a:pt x="1" y="601"/>
                  </a:lnTo>
                  <a:lnTo>
                    <a:pt x="44" y="816"/>
                  </a:lnTo>
                  <a:lnTo>
                    <a:pt x="173" y="988"/>
                  </a:lnTo>
                  <a:lnTo>
                    <a:pt x="344" y="1117"/>
                  </a:lnTo>
                  <a:lnTo>
                    <a:pt x="559" y="1160"/>
                  </a:lnTo>
                  <a:lnTo>
                    <a:pt x="774" y="1117"/>
                  </a:lnTo>
                  <a:lnTo>
                    <a:pt x="946" y="988"/>
                  </a:lnTo>
                  <a:lnTo>
                    <a:pt x="1117" y="816"/>
                  </a:lnTo>
                  <a:lnTo>
                    <a:pt x="1160" y="601"/>
                  </a:lnTo>
                  <a:lnTo>
                    <a:pt x="1117" y="387"/>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3" name="Google Shape;13563;p37"/>
            <p:cNvSpPr/>
            <p:nvPr/>
          </p:nvSpPr>
          <p:spPr>
            <a:xfrm>
              <a:off x="1698500" y="2229900"/>
              <a:ext cx="29000" cy="27925"/>
            </a:xfrm>
            <a:custGeom>
              <a:avLst/>
              <a:gdLst/>
              <a:ahLst/>
              <a:cxnLst/>
              <a:rect l="l" t="t" r="r" b="b"/>
              <a:pathLst>
                <a:path w="1160" h="1117" extrusionOk="0">
                  <a:moveTo>
                    <a:pt x="387" y="0"/>
                  </a:moveTo>
                  <a:lnTo>
                    <a:pt x="172" y="129"/>
                  </a:lnTo>
                  <a:lnTo>
                    <a:pt x="43" y="344"/>
                  </a:lnTo>
                  <a:lnTo>
                    <a:pt x="0" y="558"/>
                  </a:lnTo>
                  <a:lnTo>
                    <a:pt x="43" y="773"/>
                  </a:lnTo>
                  <a:lnTo>
                    <a:pt x="172" y="945"/>
                  </a:lnTo>
                  <a:lnTo>
                    <a:pt x="344" y="1074"/>
                  </a:lnTo>
                  <a:lnTo>
                    <a:pt x="601" y="1117"/>
                  </a:lnTo>
                  <a:lnTo>
                    <a:pt x="816" y="1074"/>
                  </a:lnTo>
                  <a:lnTo>
                    <a:pt x="988" y="988"/>
                  </a:lnTo>
                  <a:lnTo>
                    <a:pt x="1117" y="773"/>
                  </a:lnTo>
                  <a:lnTo>
                    <a:pt x="1160" y="558"/>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4" name="Google Shape;13564;p37"/>
            <p:cNvSpPr/>
            <p:nvPr/>
          </p:nvSpPr>
          <p:spPr>
            <a:xfrm>
              <a:off x="1624400" y="2163325"/>
              <a:ext cx="29025" cy="29000"/>
            </a:xfrm>
            <a:custGeom>
              <a:avLst/>
              <a:gdLst/>
              <a:ahLst/>
              <a:cxnLst/>
              <a:rect l="l" t="t" r="r" b="b"/>
              <a:pathLst>
                <a:path w="1161" h="1160" extrusionOk="0">
                  <a:moveTo>
                    <a:pt x="559" y="0"/>
                  </a:moveTo>
                  <a:lnTo>
                    <a:pt x="344" y="43"/>
                  </a:lnTo>
                  <a:lnTo>
                    <a:pt x="172" y="172"/>
                  </a:lnTo>
                  <a:lnTo>
                    <a:pt x="44" y="344"/>
                  </a:lnTo>
                  <a:lnTo>
                    <a:pt x="1" y="602"/>
                  </a:lnTo>
                  <a:lnTo>
                    <a:pt x="44" y="816"/>
                  </a:lnTo>
                  <a:lnTo>
                    <a:pt x="172" y="988"/>
                  </a:lnTo>
                  <a:lnTo>
                    <a:pt x="344" y="1117"/>
                  </a:lnTo>
                  <a:lnTo>
                    <a:pt x="559" y="1160"/>
                  </a:lnTo>
                  <a:lnTo>
                    <a:pt x="774" y="1117"/>
                  </a:lnTo>
                  <a:lnTo>
                    <a:pt x="988" y="988"/>
                  </a:lnTo>
                  <a:lnTo>
                    <a:pt x="1117" y="816"/>
                  </a:lnTo>
                  <a:lnTo>
                    <a:pt x="1160" y="602"/>
                  </a:lnTo>
                  <a:lnTo>
                    <a:pt x="1117" y="387"/>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5" name="Google Shape;13565;p37"/>
            <p:cNvSpPr/>
            <p:nvPr/>
          </p:nvSpPr>
          <p:spPr>
            <a:xfrm>
              <a:off x="1756475" y="2200900"/>
              <a:ext cx="29000" cy="29025"/>
            </a:xfrm>
            <a:custGeom>
              <a:avLst/>
              <a:gdLst/>
              <a:ahLst/>
              <a:cxnLst/>
              <a:rect l="l" t="t" r="r" b="b"/>
              <a:pathLst>
                <a:path w="1160" h="1161" extrusionOk="0">
                  <a:moveTo>
                    <a:pt x="559" y="0"/>
                  </a:moveTo>
                  <a:lnTo>
                    <a:pt x="344" y="43"/>
                  </a:lnTo>
                  <a:lnTo>
                    <a:pt x="172" y="129"/>
                  </a:lnTo>
                  <a:lnTo>
                    <a:pt x="43" y="344"/>
                  </a:lnTo>
                  <a:lnTo>
                    <a:pt x="0" y="559"/>
                  </a:lnTo>
                  <a:lnTo>
                    <a:pt x="43" y="774"/>
                  </a:lnTo>
                  <a:lnTo>
                    <a:pt x="129" y="945"/>
                  </a:lnTo>
                  <a:lnTo>
                    <a:pt x="344" y="1074"/>
                  </a:lnTo>
                  <a:lnTo>
                    <a:pt x="559" y="1160"/>
                  </a:lnTo>
                  <a:lnTo>
                    <a:pt x="773" y="1117"/>
                  </a:lnTo>
                  <a:lnTo>
                    <a:pt x="945" y="988"/>
                  </a:lnTo>
                  <a:lnTo>
                    <a:pt x="1074" y="774"/>
                  </a:lnTo>
                  <a:lnTo>
                    <a:pt x="1160" y="559"/>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6" name="Google Shape;13566;p37"/>
            <p:cNvSpPr/>
            <p:nvPr/>
          </p:nvSpPr>
          <p:spPr>
            <a:xfrm>
              <a:off x="1675950" y="2185875"/>
              <a:ext cx="29000" cy="29000"/>
            </a:xfrm>
            <a:custGeom>
              <a:avLst/>
              <a:gdLst/>
              <a:ahLst/>
              <a:cxnLst/>
              <a:rect l="l" t="t" r="r" b="b"/>
              <a:pathLst>
                <a:path w="1160" h="1160" extrusionOk="0">
                  <a:moveTo>
                    <a:pt x="601" y="0"/>
                  </a:moveTo>
                  <a:lnTo>
                    <a:pt x="387" y="43"/>
                  </a:lnTo>
                  <a:lnTo>
                    <a:pt x="215" y="172"/>
                  </a:lnTo>
                  <a:lnTo>
                    <a:pt x="86" y="344"/>
                  </a:lnTo>
                  <a:lnTo>
                    <a:pt x="0" y="601"/>
                  </a:lnTo>
                  <a:lnTo>
                    <a:pt x="43" y="816"/>
                  </a:lnTo>
                  <a:lnTo>
                    <a:pt x="172" y="988"/>
                  </a:lnTo>
                  <a:lnTo>
                    <a:pt x="387" y="1117"/>
                  </a:lnTo>
                  <a:lnTo>
                    <a:pt x="601" y="1160"/>
                  </a:lnTo>
                  <a:lnTo>
                    <a:pt x="816" y="1117"/>
                  </a:lnTo>
                  <a:lnTo>
                    <a:pt x="988" y="988"/>
                  </a:lnTo>
                  <a:lnTo>
                    <a:pt x="1117" y="816"/>
                  </a:lnTo>
                  <a:lnTo>
                    <a:pt x="1160" y="601"/>
                  </a:lnTo>
                  <a:lnTo>
                    <a:pt x="1117" y="387"/>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7" name="Google Shape;13567;p37"/>
            <p:cNvSpPr/>
            <p:nvPr/>
          </p:nvSpPr>
          <p:spPr>
            <a:xfrm>
              <a:off x="1745725" y="2327600"/>
              <a:ext cx="27950" cy="29025"/>
            </a:xfrm>
            <a:custGeom>
              <a:avLst/>
              <a:gdLst/>
              <a:ahLst/>
              <a:cxnLst/>
              <a:rect l="l" t="t" r="r" b="b"/>
              <a:pathLst>
                <a:path w="1118" h="1161" extrusionOk="0">
                  <a:moveTo>
                    <a:pt x="559" y="0"/>
                  </a:moveTo>
                  <a:lnTo>
                    <a:pt x="344" y="43"/>
                  </a:lnTo>
                  <a:lnTo>
                    <a:pt x="173" y="172"/>
                  </a:lnTo>
                  <a:lnTo>
                    <a:pt x="44" y="344"/>
                  </a:lnTo>
                  <a:lnTo>
                    <a:pt x="1" y="559"/>
                  </a:lnTo>
                  <a:lnTo>
                    <a:pt x="44" y="774"/>
                  </a:lnTo>
                  <a:lnTo>
                    <a:pt x="130" y="988"/>
                  </a:lnTo>
                  <a:lnTo>
                    <a:pt x="344" y="1117"/>
                  </a:lnTo>
                  <a:lnTo>
                    <a:pt x="559" y="1160"/>
                  </a:lnTo>
                  <a:lnTo>
                    <a:pt x="774" y="1117"/>
                  </a:lnTo>
                  <a:lnTo>
                    <a:pt x="946" y="988"/>
                  </a:lnTo>
                  <a:lnTo>
                    <a:pt x="1075" y="817"/>
                  </a:lnTo>
                  <a:lnTo>
                    <a:pt x="1118" y="602"/>
                  </a:lnTo>
                  <a:lnTo>
                    <a:pt x="1075"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8" name="Google Shape;13568;p37"/>
            <p:cNvSpPr/>
            <p:nvPr/>
          </p:nvSpPr>
          <p:spPr>
            <a:xfrm>
              <a:off x="1748950" y="2372700"/>
              <a:ext cx="27950" cy="29000"/>
            </a:xfrm>
            <a:custGeom>
              <a:avLst/>
              <a:gdLst/>
              <a:ahLst/>
              <a:cxnLst/>
              <a:rect l="l" t="t" r="r" b="b"/>
              <a:pathLst>
                <a:path w="1118" h="1160" extrusionOk="0">
                  <a:moveTo>
                    <a:pt x="559" y="0"/>
                  </a:moveTo>
                  <a:lnTo>
                    <a:pt x="344" y="43"/>
                  </a:lnTo>
                  <a:lnTo>
                    <a:pt x="173" y="129"/>
                  </a:lnTo>
                  <a:lnTo>
                    <a:pt x="44" y="344"/>
                  </a:lnTo>
                  <a:lnTo>
                    <a:pt x="1" y="559"/>
                  </a:lnTo>
                  <a:lnTo>
                    <a:pt x="44" y="773"/>
                  </a:lnTo>
                  <a:lnTo>
                    <a:pt x="130" y="945"/>
                  </a:lnTo>
                  <a:lnTo>
                    <a:pt x="344" y="1074"/>
                  </a:lnTo>
                  <a:lnTo>
                    <a:pt x="559" y="1160"/>
                  </a:lnTo>
                  <a:lnTo>
                    <a:pt x="774" y="1117"/>
                  </a:lnTo>
                  <a:lnTo>
                    <a:pt x="946" y="988"/>
                  </a:lnTo>
                  <a:lnTo>
                    <a:pt x="1074" y="816"/>
                  </a:lnTo>
                  <a:lnTo>
                    <a:pt x="1117" y="559"/>
                  </a:lnTo>
                  <a:lnTo>
                    <a:pt x="1074" y="344"/>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9" name="Google Shape;13569;p37"/>
            <p:cNvSpPr/>
            <p:nvPr/>
          </p:nvSpPr>
          <p:spPr>
            <a:xfrm>
              <a:off x="1805875" y="2213775"/>
              <a:ext cx="29000" cy="29025"/>
            </a:xfrm>
            <a:custGeom>
              <a:avLst/>
              <a:gdLst/>
              <a:ahLst/>
              <a:cxnLst/>
              <a:rect l="l" t="t" r="r" b="b"/>
              <a:pathLst>
                <a:path w="1160" h="1161" extrusionOk="0">
                  <a:moveTo>
                    <a:pt x="558" y="1"/>
                  </a:moveTo>
                  <a:lnTo>
                    <a:pt x="344" y="44"/>
                  </a:lnTo>
                  <a:lnTo>
                    <a:pt x="172" y="173"/>
                  </a:lnTo>
                  <a:lnTo>
                    <a:pt x="43" y="344"/>
                  </a:lnTo>
                  <a:lnTo>
                    <a:pt x="0" y="559"/>
                  </a:lnTo>
                  <a:lnTo>
                    <a:pt x="43" y="774"/>
                  </a:lnTo>
                  <a:lnTo>
                    <a:pt x="172" y="989"/>
                  </a:lnTo>
                  <a:lnTo>
                    <a:pt x="344" y="1118"/>
                  </a:lnTo>
                  <a:lnTo>
                    <a:pt x="558" y="1160"/>
                  </a:lnTo>
                  <a:lnTo>
                    <a:pt x="773" y="1118"/>
                  </a:lnTo>
                  <a:lnTo>
                    <a:pt x="988" y="989"/>
                  </a:lnTo>
                  <a:lnTo>
                    <a:pt x="1117" y="817"/>
                  </a:lnTo>
                  <a:lnTo>
                    <a:pt x="1160" y="559"/>
                  </a:lnTo>
                  <a:lnTo>
                    <a:pt x="1117" y="344"/>
                  </a:lnTo>
                  <a:lnTo>
                    <a:pt x="988" y="173"/>
                  </a:lnTo>
                  <a:lnTo>
                    <a:pt x="816" y="44"/>
                  </a:lnTo>
                  <a:lnTo>
                    <a:pt x="558"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0" name="Google Shape;13570;p37"/>
            <p:cNvSpPr/>
            <p:nvPr/>
          </p:nvSpPr>
          <p:spPr>
            <a:xfrm>
              <a:off x="1819825" y="2150425"/>
              <a:ext cx="29025" cy="29025"/>
            </a:xfrm>
            <a:custGeom>
              <a:avLst/>
              <a:gdLst/>
              <a:ahLst/>
              <a:cxnLst/>
              <a:rect l="l" t="t" r="r" b="b"/>
              <a:pathLst>
                <a:path w="1161" h="1161" extrusionOk="0">
                  <a:moveTo>
                    <a:pt x="602" y="1"/>
                  </a:moveTo>
                  <a:lnTo>
                    <a:pt x="387" y="44"/>
                  </a:lnTo>
                  <a:lnTo>
                    <a:pt x="215" y="173"/>
                  </a:lnTo>
                  <a:lnTo>
                    <a:pt x="43" y="344"/>
                  </a:lnTo>
                  <a:lnTo>
                    <a:pt x="0" y="602"/>
                  </a:lnTo>
                  <a:lnTo>
                    <a:pt x="43" y="817"/>
                  </a:lnTo>
                  <a:lnTo>
                    <a:pt x="172" y="989"/>
                  </a:lnTo>
                  <a:lnTo>
                    <a:pt x="344" y="1118"/>
                  </a:lnTo>
                  <a:lnTo>
                    <a:pt x="602" y="1160"/>
                  </a:lnTo>
                  <a:lnTo>
                    <a:pt x="816" y="1118"/>
                  </a:lnTo>
                  <a:lnTo>
                    <a:pt x="988" y="1032"/>
                  </a:lnTo>
                  <a:lnTo>
                    <a:pt x="1117" y="817"/>
                  </a:lnTo>
                  <a:lnTo>
                    <a:pt x="1160" y="602"/>
                  </a:lnTo>
                  <a:lnTo>
                    <a:pt x="1117" y="387"/>
                  </a:lnTo>
                  <a:lnTo>
                    <a:pt x="988" y="216"/>
                  </a:lnTo>
                  <a:lnTo>
                    <a:pt x="816" y="87"/>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1" name="Google Shape;13571;p37"/>
            <p:cNvSpPr/>
            <p:nvPr/>
          </p:nvSpPr>
          <p:spPr>
            <a:xfrm>
              <a:off x="1809075" y="2278200"/>
              <a:ext cx="29025" cy="29025"/>
            </a:xfrm>
            <a:custGeom>
              <a:avLst/>
              <a:gdLst/>
              <a:ahLst/>
              <a:cxnLst/>
              <a:rect l="l" t="t" r="r" b="b"/>
              <a:pathLst>
                <a:path w="1161" h="1161" extrusionOk="0">
                  <a:moveTo>
                    <a:pt x="602" y="1"/>
                  </a:moveTo>
                  <a:lnTo>
                    <a:pt x="387" y="44"/>
                  </a:lnTo>
                  <a:lnTo>
                    <a:pt x="173" y="130"/>
                  </a:lnTo>
                  <a:lnTo>
                    <a:pt x="44" y="344"/>
                  </a:lnTo>
                  <a:lnTo>
                    <a:pt x="1" y="559"/>
                  </a:lnTo>
                  <a:lnTo>
                    <a:pt x="44" y="774"/>
                  </a:lnTo>
                  <a:lnTo>
                    <a:pt x="173" y="946"/>
                  </a:lnTo>
                  <a:lnTo>
                    <a:pt x="344" y="1117"/>
                  </a:lnTo>
                  <a:lnTo>
                    <a:pt x="559" y="1160"/>
                  </a:lnTo>
                  <a:lnTo>
                    <a:pt x="774"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2" name="Google Shape;13572;p37"/>
            <p:cNvSpPr/>
            <p:nvPr/>
          </p:nvSpPr>
          <p:spPr>
            <a:xfrm>
              <a:off x="1812300" y="2323300"/>
              <a:ext cx="29025" cy="27950"/>
            </a:xfrm>
            <a:custGeom>
              <a:avLst/>
              <a:gdLst/>
              <a:ahLst/>
              <a:cxnLst/>
              <a:rect l="l" t="t" r="r" b="b"/>
              <a:pathLst>
                <a:path w="1161" h="1118" extrusionOk="0">
                  <a:moveTo>
                    <a:pt x="387" y="1"/>
                  </a:moveTo>
                  <a:lnTo>
                    <a:pt x="173" y="130"/>
                  </a:lnTo>
                  <a:lnTo>
                    <a:pt x="44" y="344"/>
                  </a:lnTo>
                  <a:lnTo>
                    <a:pt x="1" y="559"/>
                  </a:lnTo>
                  <a:lnTo>
                    <a:pt x="44" y="774"/>
                  </a:lnTo>
                  <a:lnTo>
                    <a:pt x="173" y="946"/>
                  </a:lnTo>
                  <a:lnTo>
                    <a:pt x="344" y="1074"/>
                  </a:lnTo>
                  <a:lnTo>
                    <a:pt x="559" y="1117"/>
                  </a:lnTo>
                  <a:lnTo>
                    <a:pt x="817" y="1074"/>
                  </a:lnTo>
                  <a:lnTo>
                    <a:pt x="989" y="989"/>
                  </a:lnTo>
                  <a:lnTo>
                    <a:pt x="1117" y="774"/>
                  </a:lnTo>
                  <a:lnTo>
                    <a:pt x="1160" y="559"/>
                  </a:lnTo>
                  <a:lnTo>
                    <a:pt x="1117" y="344"/>
                  </a:lnTo>
                  <a:lnTo>
                    <a:pt x="989"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3" name="Google Shape;13573;p37"/>
            <p:cNvSpPr/>
            <p:nvPr/>
          </p:nvSpPr>
          <p:spPr>
            <a:xfrm>
              <a:off x="1797275" y="2367325"/>
              <a:ext cx="29025" cy="29025"/>
            </a:xfrm>
            <a:custGeom>
              <a:avLst/>
              <a:gdLst/>
              <a:ahLst/>
              <a:cxnLst/>
              <a:rect l="l" t="t" r="r" b="b"/>
              <a:pathLst>
                <a:path w="1161" h="1161" extrusionOk="0">
                  <a:moveTo>
                    <a:pt x="602" y="1"/>
                  </a:moveTo>
                  <a:lnTo>
                    <a:pt x="387" y="44"/>
                  </a:lnTo>
                  <a:lnTo>
                    <a:pt x="172" y="129"/>
                  </a:lnTo>
                  <a:lnTo>
                    <a:pt x="43" y="344"/>
                  </a:lnTo>
                  <a:lnTo>
                    <a:pt x="0" y="559"/>
                  </a:lnTo>
                  <a:lnTo>
                    <a:pt x="43" y="774"/>
                  </a:lnTo>
                  <a:lnTo>
                    <a:pt x="172" y="946"/>
                  </a:lnTo>
                  <a:lnTo>
                    <a:pt x="344" y="1074"/>
                  </a:lnTo>
                  <a:lnTo>
                    <a:pt x="602" y="1160"/>
                  </a:lnTo>
                  <a:lnTo>
                    <a:pt x="816" y="1117"/>
                  </a:lnTo>
                  <a:lnTo>
                    <a:pt x="988" y="988"/>
                  </a:lnTo>
                  <a:lnTo>
                    <a:pt x="1117" y="817"/>
                  </a:lnTo>
                  <a:lnTo>
                    <a:pt x="1160" y="559"/>
                  </a:lnTo>
                  <a:lnTo>
                    <a:pt x="1117" y="344"/>
                  </a:lnTo>
                  <a:lnTo>
                    <a:pt x="988" y="172"/>
                  </a:lnTo>
                  <a:lnTo>
                    <a:pt x="816"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4" name="Google Shape;13574;p37"/>
            <p:cNvSpPr/>
            <p:nvPr/>
          </p:nvSpPr>
          <p:spPr>
            <a:xfrm>
              <a:off x="1701700" y="2355525"/>
              <a:ext cx="29025" cy="29000"/>
            </a:xfrm>
            <a:custGeom>
              <a:avLst/>
              <a:gdLst/>
              <a:ahLst/>
              <a:cxnLst/>
              <a:rect l="l" t="t" r="r" b="b"/>
              <a:pathLst>
                <a:path w="1161" h="1160" extrusionOk="0">
                  <a:moveTo>
                    <a:pt x="602" y="0"/>
                  </a:moveTo>
                  <a:lnTo>
                    <a:pt x="345" y="43"/>
                  </a:lnTo>
                  <a:lnTo>
                    <a:pt x="173" y="172"/>
                  </a:lnTo>
                  <a:lnTo>
                    <a:pt x="44" y="344"/>
                  </a:lnTo>
                  <a:lnTo>
                    <a:pt x="1" y="601"/>
                  </a:lnTo>
                  <a:lnTo>
                    <a:pt x="44" y="816"/>
                  </a:lnTo>
                  <a:lnTo>
                    <a:pt x="173" y="988"/>
                  </a:lnTo>
                  <a:lnTo>
                    <a:pt x="345" y="1117"/>
                  </a:lnTo>
                  <a:lnTo>
                    <a:pt x="559" y="1160"/>
                  </a:lnTo>
                  <a:lnTo>
                    <a:pt x="774" y="1117"/>
                  </a:lnTo>
                  <a:lnTo>
                    <a:pt x="989" y="988"/>
                  </a:lnTo>
                  <a:lnTo>
                    <a:pt x="1118" y="816"/>
                  </a:lnTo>
                  <a:lnTo>
                    <a:pt x="1161" y="601"/>
                  </a:lnTo>
                  <a:lnTo>
                    <a:pt x="1118" y="387"/>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5" name="Google Shape;13575;p37"/>
            <p:cNvSpPr/>
            <p:nvPr/>
          </p:nvSpPr>
          <p:spPr>
            <a:xfrm>
              <a:off x="1631925" y="2372700"/>
              <a:ext cx="29000" cy="29000"/>
            </a:xfrm>
            <a:custGeom>
              <a:avLst/>
              <a:gdLst/>
              <a:ahLst/>
              <a:cxnLst/>
              <a:rect l="l" t="t" r="r" b="b"/>
              <a:pathLst>
                <a:path w="1160" h="1160" extrusionOk="0">
                  <a:moveTo>
                    <a:pt x="559" y="0"/>
                  </a:moveTo>
                  <a:lnTo>
                    <a:pt x="344" y="43"/>
                  </a:lnTo>
                  <a:lnTo>
                    <a:pt x="172" y="129"/>
                  </a:lnTo>
                  <a:lnTo>
                    <a:pt x="43" y="344"/>
                  </a:lnTo>
                  <a:lnTo>
                    <a:pt x="0" y="559"/>
                  </a:lnTo>
                  <a:lnTo>
                    <a:pt x="43" y="773"/>
                  </a:lnTo>
                  <a:lnTo>
                    <a:pt x="129" y="945"/>
                  </a:lnTo>
                  <a:lnTo>
                    <a:pt x="344" y="1074"/>
                  </a:lnTo>
                  <a:lnTo>
                    <a:pt x="559" y="1160"/>
                  </a:lnTo>
                  <a:lnTo>
                    <a:pt x="773" y="1117"/>
                  </a:lnTo>
                  <a:lnTo>
                    <a:pt x="945" y="988"/>
                  </a:lnTo>
                  <a:lnTo>
                    <a:pt x="1074" y="816"/>
                  </a:lnTo>
                  <a:lnTo>
                    <a:pt x="1160" y="559"/>
                  </a:lnTo>
                  <a:lnTo>
                    <a:pt x="1117"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6" name="Google Shape;13576;p37"/>
            <p:cNvSpPr/>
            <p:nvPr/>
          </p:nvSpPr>
          <p:spPr>
            <a:xfrm>
              <a:off x="1661975" y="212037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45"/>
                  </a:lnTo>
                  <a:lnTo>
                    <a:pt x="344" y="1117"/>
                  </a:lnTo>
                  <a:lnTo>
                    <a:pt x="559" y="1160"/>
                  </a:lnTo>
                  <a:lnTo>
                    <a:pt x="774" y="1117"/>
                  </a:lnTo>
                  <a:lnTo>
                    <a:pt x="989" y="988"/>
                  </a:lnTo>
                  <a:lnTo>
                    <a:pt x="1118" y="816"/>
                  </a:lnTo>
                  <a:lnTo>
                    <a:pt x="1160" y="559"/>
                  </a:lnTo>
                  <a:lnTo>
                    <a:pt x="1118"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7" name="Google Shape;13577;p37"/>
            <p:cNvSpPr/>
            <p:nvPr/>
          </p:nvSpPr>
          <p:spPr>
            <a:xfrm>
              <a:off x="1780100" y="1864825"/>
              <a:ext cx="27925" cy="29000"/>
            </a:xfrm>
            <a:custGeom>
              <a:avLst/>
              <a:gdLst/>
              <a:ahLst/>
              <a:cxnLst/>
              <a:rect l="l" t="t" r="r" b="b"/>
              <a:pathLst>
                <a:path w="1117" h="1160" extrusionOk="0">
                  <a:moveTo>
                    <a:pt x="559" y="0"/>
                  </a:moveTo>
                  <a:lnTo>
                    <a:pt x="344" y="43"/>
                  </a:lnTo>
                  <a:lnTo>
                    <a:pt x="172" y="172"/>
                  </a:lnTo>
                  <a:lnTo>
                    <a:pt x="43" y="344"/>
                  </a:lnTo>
                  <a:lnTo>
                    <a:pt x="0" y="602"/>
                  </a:lnTo>
                  <a:lnTo>
                    <a:pt x="43" y="816"/>
                  </a:lnTo>
                  <a:lnTo>
                    <a:pt x="129" y="988"/>
                  </a:lnTo>
                  <a:lnTo>
                    <a:pt x="344" y="1117"/>
                  </a:lnTo>
                  <a:lnTo>
                    <a:pt x="559" y="1160"/>
                  </a:lnTo>
                  <a:lnTo>
                    <a:pt x="773" y="1117"/>
                  </a:lnTo>
                  <a:lnTo>
                    <a:pt x="945" y="1031"/>
                  </a:lnTo>
                  <a:lnTo>
                    <a:pt x="1074" y="816"/>
                  </a:lnTo>
                  <a:lnTo>
                    <a:pt x="1117" y="602"/>
                  </a:lnTo>
                  <a:lnTo>
                    <a:pt x="1117" y="387"/>
                  </a:lnTo>
                  <a:lnTo>
                    <a:pt x="988" y="215"/>
                  </a:lnTo>
                  <a:lnTo>
                    <a:pt x="773" y="86"/>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8" name="Google Shape;13578;p37"/>
            <p:cNvSpPr/>
            <p:nvPr/>
          </p:nvSpPr>
          <p:spPr>
            <a:xfrm>
              <a:off x="1723175" y="1887375"/>
              <a:ext cx="29025" cy="29000"/>
            </a:xfrm>
            <a:custGeom>
              <a:avLst/>
              <a:gdLst/>
              <a:ahLst/>
              <a:cxnLst/>
              <a:rect l="l" t="t" r="r" b="b"/>
              <a:pathLst>
                <a:path w="1161" h="1160" extrusionOk="0">
                  <a:moveTo>
                    <a:pt x="559" y="0"/>
                  </a:moveTo>
                  <a:lnTo>
                    <a:pt x="345" y="43"/>
                  </a:lnTo>
                  <a:lnTo>
                    <a:pt x="173" y="172"/>
                  </a:lnTo>
                  <a:lnTo>
                    <a:pt x="44" y="344"/>
                  </a:lnTo>
                  <a:lnTo>
                    <a:pt x="1" y="602"/>
                  </a:lnTo>
                  <a:lnTo>
                    <a:pt x="44" y="816"/>
                  </a:lnTo>
                  <a:lnTo>
                    <a:pt x="130" y="988"/>
                  </a:lnTo>
                  <a:lnTo>
                    <a:pt x="345" y="1117"/>
                  </a:lnTo>
                  <a:lnTo>
                    <a:pt x="559" y="1160"/>
                  </a:lnTo>
                  <a:lnTo>
                    <a:pt x="774" y="1117"/>
                  </a:lnTo>
                  <a:lnTo>
                    <a:pt x="946" y="988"/>
                  </a:lnTo>
                  <a:lnTo>
                    <a:pt x="1075" y="816"/>
                  </a:lnTo>
                  <a:lnTo>
                    <a:pt x="1161" y="602"/>
                  </a:lnTo>
                  <a:lnTo>
                    <a:pt x="1118"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9" name="Google Shape;13579;p37"/>
            <p:cNvSpPr/>
            <p:nvPr/>
          </p:nvSpPr>
          <p:spPr>
            <a:xfrm>
              <a:off x="1660900" y="1876625"/>
              <a:ext cx="29025" cy="29025"/>
            </a:xfrm>
            <a:custGeom>
              <a:avLst/>
              <a:gdLst/>
              <a:ahLst/>
              <a:cxnLst/>
              <a:rect l="l" t="t" r="r" b="b"/>
              <a:pathLst>
                <a:path w="1161" h="1161" extrusionOk="0">
                  <a:moveTo>
                    <a:pt x="602" y="1"/>
                  </a:moveTo>
                  <a:lnTo>
                    <a:pt x="387" y="44"/>
                  </a:lnTo>
                  <a:lnTo>
                    <a:pt x="216" y="173"/>
                  </a:lnTo>
                  <a:lnTo>
                    <a:pt x="44" y="344"/>
                  </a:lnTo>
                  <a:lnTo>
                    <a:pt x="1" y="559"/>
                  </a:lnTo>
                  <a:lnTo>
                    <a:pt x="44" y="774"/>
                  </a:lnTo>
                  <a:lnTo>
                    <a:pt x="173" y="989"/>
                  </a:lnTo>
                  <a:lnTo>
                    <a:pt x="344" y="1117"/>
                  </a:lnTo>
                  <a:lnTo>
                    <a:pt x="602" y="1160"/>
                  </a:lnTo>
                  <a:lnTo>
                    <a:pt x="817"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0" name="Google Shape;13580;p37"/>
            <p:cNvSpPr/>
            <p:nvPr/>
          </p:nvSpPr>
          <p:spPr>
            <a:xfrm>
              <a:off x="1665200" y="1831525"/>
              <a:ext cx="29025" cy="29025"/>
            </a:xfrm>
            <a:custGeom>
              <a:avLst/>
              <a:gdLst/>
              <a:ahLst/>
              <a:cxnLst/>
              <a:rect l="l" t="t" r="r" b="b"/>
              <a:pathLst>
                <a:path w="1161" h="1161" extrusionOk="0">
                  <a:moveTo>
                    <a:pt x="602" y="1"/>
                  </a:moveTo>
                  <a:lnTo>
                    <a:pt x="387" y="44"/>
                  </a:lnTo>
                  <a:lnTo>
                    <a:pt x="172" y="130"/>
                  </a:lnTo>
                  <a:lnTo>
                    <a:pt x="44" y="344"/>
                  </a:lnTo>
                  <a:lnTo>
                    <a:pt x="1" y="559"/>
                  </a:lnTo>
                  <a:lnTo>
                    <a:pt x="44" y="774"/>
                  </a:lnTo>
                  <a:lnTo>
                    <a:pt x="172" y="946"/>
                  </a:lnTo>
                  <a:lnTo>
                    <a:pt x="344" y="1075"/>
                  </a:lnTo>
                  <a:lnTo>
                    <a:pt x="559" y="1161"/>
                  </a:lnTo>
                  <a:lnTo>
                    <a:pt x="774" y="1118"/>
                  </a:lnTo>
                  <a:lnTo>
                    <a:pt x="989" y="989"/>
                  </a:lnTo>
                  <a:lnTo>
                    <a:pt x="1117" y="774"/>
                  </a:lnTo>
                  <a:lnTo>
                    <a:pt x="1160" y="559"/>
                  </a:lnTo>
                  <a:lnTo>
                    <a:pt x="1117"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1" name="Google Shape;13581;p37"/>
            <p:cNvSpPr/>
            <p:nvPr/>
          </p:nvSpPr>
          <p:spPr>
            <a:xfrm>
              <a:off x="1679175" y="1915275"/>
              <a:ext cx="29000" cy="29025"/>
            </a:xfrm>
            <a:custGeom>
              <a:avLst/>
              <a:gdLst/>
              <a:ahLst/>
              <a:cxnLst/>
              <a:rect l="l" t="t" r="r" b="b"/>
              <a:pathLst>
                <a:path w="1160" h="1161" extrusionOk="0">
                  <a:moveTo>
                    <a:pt x="601" y="1"/>
                  </a:moveTo>
                  <a:lnTo>
                    <a:pt x="387" y="44"/>
                  </a:lnTo>
                  <a:lnTo>
                    <a:pt x="172" y="173"/>
                  </a:lnTo>
                  <a:lnTo>
                    <a:pt x="43" y="387"/>
                  </a:lnTo>
                  <a:lnTo>
                    <a:pt x="0" y="602"/>
                  </a:lnTo>
                  <a:lnTo>
                    <a:pt x="43" y="817"/>
                  </a:lnTo>
                  <a:lnTo>
                    <a:pt x="172" y="989"/>
                  </a:lnTo>
                  <a:lnTo>
                    <a:pt x="344" y="1118"/>
                  </a:lnTo>
                  <a:lnTo>
                    <a:pt x="558" y="1161"/>
                  </a:lnTo>
                  <a:lnTo>
                    <a:pt x="773" y="1118"/>
                  </a:lnTo>
                  <a:lnTo>
                    <a:pt x="988" y="1032"/>
                  </a:lnTo>
                  <a:lnTo>
                    <a:pt x="1117" y="817"/>
                  </a:lnTo>
                  <a:lnTo>
                    <a:pt x="1160" y="602"/>
                  </a:lnTo>
                  <a:lnTo>
                    <a:pt x="1117" y="387"/>
                  </a:lnTo>
                  <a:lnTo>
                    <a:pt x="988" y="216"/>
                  </a:lnTo>
                  <a:lnTo>
                    <a:pt x="816" y="87"/>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2" name="Google Shape;13582;p37"/>
            <p:cNvSpPr/>
            <p:nvPr/>
          </p:nvSpPr>
          <p:spPr>
            <a:xfrm>
              <a:off x="1737150" y="1831525"/>
              <a:ext cx="27925" cy="29025"/>
            </a:xfrm>
            <a:custGeom>
              <a:avLst/>
              <a:gdLst/>
              <a:ahLst/>
              <a:cxnLst/>
              <a:rect l="l" t="t" r="r" b="b"/>
              <a:pathLst>
                <a:path w="1117" h="1161" extrusionOk="0">
                  <a:moveTo>
                    <a:pt x="559" y="1"/>
                  </a:moveTo>
                  <a:lnTo>
                    <a:pt x="344" y="44"/>
                  </a:lnTo>
                  <a:lnTo>
                    <a:pt x="172" y="130"/>
                  </a:lnTo>
                  <a:lnTo>
                    <a:pt x="43" y="344"/>
                  </a:lnTo>
                  <a:lnTo>
                    <a:pt x="0" y="559"/>
                  </a:lnTo>
                  <a:lnTo>
                    <a:pt x="43" y="774"/>
                  </a:lnTo>
                  <a:lnTo>
                    <a:pt x="129" y="946"/>
                  </a:lnTo>
                  <a:lnTo>
                    <a:pt x="344" y="1075"/>
                  </a:lnTo>
                  <a:lnTo>
                    <a:pt x="559" y="1161"/>
                  </a:lnTo>
                  <a:lnTo>
                    <a:pt x="773" y="1118"/>
                  </a:lnTo>
                  <a:lnTo>
                    <a:pt x="945" y="989"/>
                  </a:lnTo>
                  <a:lnTo>
                    <a:pt x="1074" y="774"/>
                  </a:lnTo>
                  <a:lnTo>
                    <a:pt x="1117" y="559"/>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3" name="Google Shape;13583;p37"/>
            <p:cNvSpPr/>
            <p:nvPr/>
          </p:nvSpPr>
          <p:spPr>
            <a:xfrm>
              <a:off x="1594350" y="1862675"/>
              <a:ext cx="29000" cy="27950"/>
            </a:xfrm>
            <a:custGeom>
              <a:avLst/>
              <a:gdLst/>
              <a:ahLst/>
              <a:cxnLst/>
              <a:rect l="l" t="t" r="r" b="b"/>
              <a:pathLst>
                <a:path w="1160" h="1118" extrusionOk="0">
                  <a:moveTo>
                    <a:pt x="387" y="0"/>
                  </a:moveTo>
                  <a:lnTo>
                    <a:pt x="172" y="129"/>
                  </a:lnTo>
                  <a:lnTo>
                    <a:pt x="43" y="344"/>
                  </a:lnTo>
                  <a:lnTo>
                    <a:pt x="0" y="559"/>
                  </a:lnTo>
                  <a:lnTo>
                    <a:pt x="43" y="773"/>
                  </a:lnTo>
                  <a:lnTo>
                    <a:pt x="172" y="945"/>
                  </a:lnTo>
                  <a:lnTo>
                    <a:pt x="344" y="1074"/>
                  </a:lnTo>
                  <a:lnTo>
                    <a:pt x="601" y="1117"/>
                  </a:lnTo>
                  <a:lnTo>
                    <a:pt x="816" y="1074"/>
                  </a:lnTo>
                  <a:lnTo>
                    <a:pt x="988" y="988"/>
                  </a:lnTo>
                  <a:lnTo>
                    <a:pt x="1117" y="773"/>
                  </a:lnTo>
                  <a:lnTo>
                    <a:pt x="1160" y="559"/>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4" name="Google Shape;13584;p37"/>
            <p:cNvSpPr/>
            <p:nvPr/>
          </p:nvSpPr>
          <p:spPr>
            <a:xfrm>
              <a:off x="1612600" y="2072050"/>
              <a:ext cx="29000" cy="29025"/>
            </a:xfrm>
            <a:custGeom>
              <a:avLst/>
              <a:gdLst/>
              <a:ahLst/>
              <a:cxnLst/>
              <a:rect l="l" t="t" r="r" b="b"/>
              <a:pathLst>
                <a:path w="1160" h="1161" extrusionOk="0">
                  <a:moveTo>
                    <a:pt x="601" y="1"/>
                  </a:moveTo>
                  <a:lnTo>
                    <a:pt x="387" y="43"/>
                  </a:lnTo>
                  <a:lnTo>
                    <a:pt x="215" y="172"/>
                  </a:lnTo>
                  <a:lnTo>
                    <a:pt x="43" y="344"/>
                  </a:lnTo>
                  <a:lnTo>
                    <a:pt x="0" y="559"/>
                  </a:lnTo>
                  <a:lnTo>
                    <a:pt x="43" y="774"/>
                  </a:lnTo>
                  <a:lnTo>
                    <a:pt x="172" y="988"/>
                  </a:lnTo>
                  <a:lnTo>
                    <a:pt x="344" y="1117"/>
                  </a:lnTo>
                  <a:lnTo>
                    <a:pt x="601" y="1160"/>
                  </a:lnTo>
                  <a:lnTo>
                    <a:pt x="816" y="1117"/>
                  </a:lnTo>
                  <a:lnTo>
                    <a:pt x="988" y="988"/>
                  </a:lnTo>
                  <a:lnTo>
                    <a:pt x="1117" y="817"/>
                  </a:lnTo>
                  <a:lnTo>
                    <a:pt x="1160" y="602"/>
                  </a:lnTo>
                  <a:lnTo>
                    <a:pt x="1117" y="387"/>
                  </a:lnTo>
                  <a:lnTo>
                    <a:pt x="1031" y="172"/>
                  </a:lnTo>
                  <a:lnTo>
                    <a:pt x="816" y="43"/>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5" name="Google Shape;13585;p37"/>
            <p:cNvSpPr/>
            <p:nvPr/>
          </p:nvSpPr>
          <p:spPr>
            <a:xfrm>
              <a:off x="1716750" y="2010850"/>
              <a:ext cx="29000" cy="27950"/>
            </a:xfrm>
            <a:custGeom>
              <a:avLst/>
              <a:gdLst/>
              <a:ahLst/>
              <a:cxnLst/>
              <a:rect l="l" t="t" r="r" b="b"/>
              <a:pathLst>
                <a:path w="1160" h="1118" extrusionOk="0">
                  <a:moveTo>
                    <a:pt x="559" y="0"/>
                  </a:moveTo>
                  <a:lnTo>
                    <a:pt x="344" y="43"/>
                  </a:lnTo>
                  <a:lnTo>
                    <a:pt x="172" y="129"/>
                  </a:lnTo>
                  <a:lnTo>
                    <a:pt x="43" y="344"/>
                  </a:lnTo>
                  <a:lnTo>
                    <a:pt x="0" y="559"/>
                  </a:lnTo>
                  <a:lnTo>
                    <a:pt x="43" y="774"/>
                  </a:lnTo>
                  <a:lnTo>
                    <a:pt x="172" y="945"/>
                  </a:lnTo>
                  <a:lnTo>
                    <a:pt x="344" y="1074"/>
                  </a:lnTo>
                  <a:lnTo>
                    <a:pt x="559" y="1117"/>
                  </a:lnTo>
                  <a:lnTo>
                    <a:pt x="773" y="1117"/>
                  </a:lnTo>
                  <a:lnTo>
                    <a:pt x="988" y="988"/>
                  </a:lnTo>
                  <a:lnTo>
                    <a:pt x="1117" y="774"/>
                  </a:lnTo>
                  <a:lnTo>
                    <a:pt x="1160" y="559"/>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6" name="Google Shape;13586;p37"/>
            <p:cNvSpPr/>
            <p:nvPr/>
          </p:nvSpPr>
          <p:spPr>
            <a:xfrm>
              <a:off x="1616875" y="2004400"/>
              <a:ext cx="29025" cy="29025"/>
            </a:xfrm>
            <a:custGeom>
              <a:avLst/>
              <a:gdLst/>
              <a:ahLst/>
              <a:cxnLst/>
              <a:rect l="l" t="t" r="r" b="b"/>
              <a:pathLst>
                <a:path w="1161" h="1161" extrusionOk="0">
                  <a:moveTo>
                    <a:pt x="602" y="1"/>
                  </a:moveTo>
                  <a:lnTo>
                    <a:pt x="387" y="44"/>
                  </a:lnTo>
                  <a:lnTo>
                    <a:pt x="173" y="173"/>
                  </a:lnTo>
                  <a:lnTo>
                    <a:pt x="44" y="344"/>
                  </a:lnTo>
                  <a:lnTo>
                    <a:pt x="1" y="559"/>
                  </a:lnTo>
                  <a:lnTo>
                    <a:pt x="44" y="774"/>
                  </a:lnTo>
                  <a:lnTo>
                    <a:pt x="173" y="989"/>
                  </a:lnTo>
                  <a:lnTo>
                    <a:pt x="345" y="1117"/>
                  </a:lnTo>
                  <a:lnTo>
                    <a:pt x="602" y="1160"/>
                  </a:lnTo>
                  <a:lnTo>
                    <a:pt x="817"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7" name="Google Shape;13587;p37"/>
            <p:cNvSpPr/>
            <p:nvPr/>
          </p:nvSpPr>
          <p:spPr>
            <a:xfrm>
              <a:off x="1783325" y="1929250"/>
              <a:ext cx="29000" cy="29000"/>
            </a:xfrm>
            <a:custGeom>
              <a:avLst/>
              <a:gdLst/>
              <a:ahLst/>
              <a:cxnLst/>
              <a:rect l="l" t="t" r="r" b="b"/>
              <a:pathLst>
                <a:path w="1160" h="1160" extrusionOk="0">
                  <a:moveTo>
                    <a:pt x="558" y="0"/>
                  </a:moveTo>
                  <a:lnTo>
                    <a:pt x="344" y="43"/>
                  </a:lnTo>
                  <a:lnTo>
                    <a:pt x="172" y="172"/>
                  </a:lnTo>
                  <a:lnTo>
                    <a:pt x="43" y="344"/>
                  </a:lnTo>
                  <a:lnTo>
                    <a:pt x="0" y="602"/>
                  </a:lnTo>
                  <a:lnTo>
                    <a:pt x="43" y="816"/>
                  </a:lnTo>
                  <a:lnTo>
                    <a:pt x="172" y="988"/>
                  </a:lnTo>
                  <a:lnTo>
                    <a:pt x="344" y="1117"/>
                  </a:lnTo>
                  <a:lnTo>
                    <a:pt x="558" y="1160"/>
                  </a:lnTo>
                  <a:lnTo>
                    <a:pt x="773" y="1117"/>
                  </a:lnTo>
                  <a:lnTo>
                    <a:pt x="988" y="988"/>
                  </a:lnTo>
                  <a:lnTo>
                    <a:pt x="1117" y="816"/>
                  </a:lnTo>
                  <a:lnTo>
                    <a:pt x="1160" y="602"/>
                  </a:lnTo>
                  <a:lnTo>
                    <a:pt x="1117" y="387"/>
                  </a:lnTo>
                  <a:lnTo>
                    <a:pt x="988" y="172"/>
                  </a:lnTo>
                  <a:lnTo>
                    <a:pt x="816" y="43"/>
                  </a:lnTo>
                  <a:lnTo>
                    <a:pt x="55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8" name="Google Shape;13588;p37"/>
            <p:cNvSpPr/>
            <p:nvPr/>
          </p:nvSpPr>
          <p:spPr>
            <a:xfrm>
              <a:off x="1786525" y="1974350"/>
              <a:ext cx="29025" cy="29000"/>
            </a:xfrm>
            <a:custGeom>
              <a:avLst/>
              <a:gdLst/>
              <a:ahLst/>
              <a:cxnLst/>
              <a:rect l="l" t="t" r="r" b="b"/>
              <a:pathLst>
                <a:path w="1161" h="1160" extrusionOk="0">
                  <a:moveTo>
                    <a:pt x="559" y="0"/>
                  </a:moveTo>
                  <a:lnTo>
                    <a:pt x="345" y="43"/>
                  </a:lnTo>
                  <a:lnTo>
                    <a:pt x="173" y="172"/>
                  </a:lnTo>
                  <a:lnTo>
                    <a:pt x="44" y="344"/>
                  </a:lnTo>
                  <a:lnTo>
                    <a:pt x="1" y="558"/>
                  </a:lnTo>
                  <a:lnTo>
                    <a:pt x="44" y="773"/>
                  </a:lnTo>
                  <a:lnTo>
                    <a:pt x="173" y="988"/>
                  </a:lnTo>
                  <a:lnTo>
                    <a:pt x="345" y="1117"/>
                  </a:lnTo>
                  <a:lnTo>
                    <a:pt x="559" y="1160"/>
                  </a:lnTo>
                  <a:lnTo>
                    <a:pt x="774" y="1117"/>
                  </a:lnTo>
                  <a:lnTo>
                    <a:pt x="989" y="988"/>
                  </a:lnTo>
                  <a:lnTo>
                    <a:pt x="1118" y="816"/>
                  </a:lnTo>
                  <a:lnTo>
                    <a:pt x="1161" y="601"/>
                  </a:lnTo>
                  <a:lnTo>
                    <a:pt x="1118" y="344"/>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9" name="Google Shape;13589;p37"/>
            <p:cNvSpPr/>
            <p:nvPr/>
          </p:nvSpPr>
          <p:spPr>
            <a:xfrm>
              <a:off x="1771500" y="2018375"/>
              <a:ext cx="29025" cy="29000"/>
            </a:xfrm>
            <a:custGeom>
              <a:avLst/>
              <a:gdLst/>
              <a:ahLst/>
              <a:cxnLst/>
              <a:rect l="l" t="t" r="r" b="b"/>
              <a:pathLst>
                <a:path w="1161" h="1160" extrusionOk="0">
                  <a:moveTo>
                    <a:pt x="602" y="0"/>
                  </a:moveTo>
                  <a:lnTo>
                    <a:pt x="344" y="43"/>
                  </a:lnTo>
                  <a:lnTo>
                    <a:pt x="172" y="172"/>
                  </a:lnTo>
                  <a:lnTo>
                    <a:pt x="44" y="344"/>
                  </a:lnTo>
                  <a:lnTo>
                    <a:pt x="1" y="601"/>
                  </a:lnTo>
                  <a:lnTo>
                    <a:pt x="44" y="816"/>
                  </a:lnTo>
                  <a:lnTo>
                    <a:pt x="172" y="988"/>
                  </a:lnTo>
                  <a:lnTo>
                    <a:pt x="344" y="1117"/>
                  </a:lnTo>
                  <a:lnTo>
                    <a:pt x="559" y="1160"/>
                  </a:lnTo>
                  <a:lnTo>
                    <a:pt x="774" y="1117"/>
                  </a:lnTo>
                  <a:lnTo>
                    <a:pt x="988" y="988"/>
                  </a:lnTo>
                  <a:lnTo>
                    <a:pt x="1117" y="816"/>
                  </a:lnTo>
                  <a:lnTo>
                    <a:pt x="1160" y="601"/>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0" name="Google Shape;13590;p37"/>
            <p:cNvSpPr/>
            <p:nvPr/>
          </p:nvSpPr>
          <p:spPr>
            <a:xfrm>
              <a:off x="1786525" y="2072050"/>
              <a:ext cx="29025" cy="29025"/>
            </a:xfrm>
            <a:custGeom>
              <a:avLst/>
              <a:gdLst/>
              <a:ahLst/>
              <a:cxnLst/>
              <a:rect l="l" t="t" r="r" b="b"/>
              <a:pathLst>
                <a:path w="1161" h="1161" extrusionOk="0">
                  <a:moveTo>
                    <a:pt x="559" y="1"/>
                  </a:moveTo>
                  <a:lnTo>
                    <a:pt x="345" y="43"/>
                  </a:lnTo>
                  <a:lnTo>
                    <a:pt x="173" y="172"/>
                  </a:lnTo>
                  <a:lnTo>
                    <a:pt x="44" y="344"/>
                  </a:lnTo>
                  <a:lnTo>
                    <a:pt x="1" y="559"/>
                  </a:lnTo>
                  <a:lnTo>
                    <a:pt x="44" y="774"/>
                  </a:lnTo>
                  <a:lnTo>
                    <a:pt x="173" y="988"/>
                  </a:lnTo>
                  <a:lnTo>
                    <a:pt x="345" y="1117"/>
                  </a:lnTo>
                  <a:lnTo>
                    <a:pt x="559" y="1160"/>
                  </a:lnTo>
                  <a:lnTo>
                    <a:pt x="774" y="1117"/>
                  </a:lnTo>
                  <a:lnTo>
                    <a:pt x="989" y="988"/>
                  </a:lnTo>
                  <a:lnTo>
                    <a:pt x="1118" y="817"/>
                  </a:lnTo>
                  <a:lnTo>
                    <a:pt x="1161" y="602"/>
                  </a:lnTo>
                  <a:lnTo>
                    <a:pt x="1118" y="387"/>
                  </a:lnTo>
                  <a:lnTo>
                    <a:pt x="989" y="172"/>
                  </a:lnTo>
                  <a:lnTo>
                    <a:pt x="817"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1" name="Google Shape;13591;p37"/>
            <p:cNvSpPr/>
            <p:nvPr/>
          </p:nvSpPr>
          <p:spPr>
            <a:xfrm>
              <a:off x="1832700" y="205487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88"/>
                  </a:lnTo>
                  <a:lnTo>
                    <a:pt x="344" y="1117"/>
                  </a:lnTo>
                  <a:lnTo>
                    <a:pt x="559" y="1160"/>
                  </a:lnTo>
                  <a:lnTo>
                    <a:pt x="774" y="1117"/>
                  </a:lnTo>
                  <a:lnTo>
                    <a:pt x="989" y="988"/>
                  </a:lnTo>
                  <a:lnTo>
                    <a:pt x="1117" y="816"/>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2" name="Google Shape;13592;p37"/>
            <p:cNvSpPr/>
            <p:nvPr/>
          </p:nvSpPr>
          <p:spPr>
            <a:xfrm>
              <a:off x="1598625" y="1924950"/>
              <a:ext cx="29025" cy="29025"/>
            </a:xfrm>
            <a:custGeom>
              <a:avLst/>
              <a:gdLst/>
              <a:ahLst/>
              <a:cxnLst/>
              <a:rect l="l" t="t" r="r" b="b"/>
              <a:pathLst>
                <a:path w="1161" h="1161" extrusionOk="0">
                  <a:moveTo>
                    <a:pt x="602" y="0"/>
                  </a:moveTo>
                  <a:lnTo>
                    <a:pt x="344" y="43"/>
                  </a:lnTo>
                  <a:lnTo>
                    <a:pt x="173" y="129"/>
                  </a:lnTo>
                  <a:lnTo>
                    <a:pt x="44" y="344"/>
                  </a:lnTo>
                  <a:lnTo>
                    <a:pt x="1" y="559"/>
                  </a:lnTo>
                  <a:lnTo>
                    <a:pt x="44" y="774"/>
                  </a:lnTo>
                  <a:lnTo>
                    <a:pt x="173" y="945"/>
                  </a:lnTo>
                  <a:lnTo>
                    <a:pt x="344" y="1074"/>
                  </a:lnTo>
                  <a:lnTo>
                    <a:pt x="559" y="1160"/>
                  </a:lnTo>
                  <a:lnTo>
                    <a:pt x="774" y="1117"/>
                  </a:lnTo>
                  <a:lnTo>
                    <a:pt x="989" y="988"/>
                  </a:lnTo>
                  <a:lnTo>
                    <a:pt x="1117" y="774"/>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3" name="Google Shape;13593;p37"/>
            <p:cNvSpPr/>
            <p:nvPr/>
          </p:nvSpPr>
          <p:spPr>
            <a:xfrm>
              <a:off x="1751100" y="2136475"/>
              <a:ext cx="29025" cy="29025"/>
            </a:xfrm>
            <a:custGeom>
              <a:avLst/>
              <a:gdLst/>
              <a:ahLst/>
              <a:cxnLst/>
              <a:rect l="l" t="t" r="r" b="b"/>
              <a:pathLst>
                <a:path w="1161" h="1161" extrusionOk="0">
                  <a:moveTo>
                    <a:pt x="602" y="0"/>
                  </a:moveTo>
                  <a:lnTo>
                    <a:pt x="387" y="43"/>
                  </a:lnTo>
                  <a:lnTo>
                    <a:pt x="172" y="172"/>
                  </a:lnTo>
                  <a:lnTo>
                    <a:pt x="44" y="344"/>
                  </a:lnTo>
                  <a:lnTo>
                    <a:pt x="1" y="559"/>
                  </a:lnTo>
                  <a:lnTo>
                    <a:pt x="44" y="774"/>
                  </a:lnTo>
                  <a:lnTo>
                    <a:pt x="172" y="988"/>
                  </a:lnTo>
                  <a:lnTo>
                    <a:pt x="344" y="1117"/>
                  </a:lnTo>
                  <a:lnTo>
                    <a:pt x="559" y="1160"/>
                  </a:lnTo>
                  <a:lnTo>
                    <a:pt x="774" y="1117"/>
                  </a:lnTo>
                  <a:lnTo>
                    <a:pt x="988" y="988"/>
                  </a:lnTo>
                  <a:lnTo>
                    <a:pt x="1117" y="817"/>
                  </a:lnTo>
                  <a:lnTo>
                    <a:pt x="1160" y="602"/>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4" name="Google Shape;13594;p37"/>
            <p:cNvSpPr/>
            <p:nvPr/>
          </p:nvSpPr>
          <p:spPr>
            <a:xfrm>
              <a:off x="1727475" y="2087075"/>
              <a:ext cx="29025" cy="27950"/>
            </a:xfrm>
            <a:custGeom>
              <a:avLst/>
              <a:gdLst/>
              <a:ahLst/>
              <a:cxnLst/>
              <a:rect l="l" t="t" r="r" b="b"/>
              <a:pathLst>
                <a:path w="1161" h="1118" extrusionOk="0">
                  <a:moveTo>
                    <a:pt x="344" y="1"/>
                  </a:moveTo>
                  <a:lnTo>
                    <a:pt x="173" y="130"/>
                  </a:lnTo>
                  <a:lnTo>
                    <a:pt x="44" y="344"/>
                  </a:lnTo>
                  <a:lnTo>
                    <a:pt x="1" y="559"/>
                  </a:lnTo>
                  <a:lnTo>
                    <a:pt x="44" y="774"/>
                  </a:lnTo>
                  <a:lnTo>
                    <a:pt x="130" y="946"/>
                  </a:lnTo>
                  <a:lnTo>
                    <a:pt x="344" y="1075"/>
                  </a:lnTo>
                  <a:lnTo>
                    <a:pt x="559" y="1118"/>
                  </a:lnTo>
                  <a:lnTo>
                    <a:pt x="774" y="1075"/>
                  </a:lnTo>
                  <a:lnTo>
                    <a:pt x="946" y="989"/>
                  </a:lnTo>
                  <a:lnTo>
                    <a:pt x="1074" y="774"/>
                  </a:lnTo>
                  <a:lnTo>
                    <a:pt x="1160" y="559"/>
                  </a:lnTo>
                  <a:lnTo>
                    <a:pt x="1117" y="344"/>
                  </a:lnTo>
                  <a:lnTo>
                    <a:pt x="989"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5" name="Google Shape;13595;p37"/>
            <p:cNvSpPr/>
            <p:nvPr/>
          </p:nvSpPr>
          <p:spPr>
            <a:xfrm>
              <a:off x="1739300" y="1957150"/>
              <a:ext cx="29000" cy="29025"/>
            </a:xfrm>
            <a:custGeom>
              <a:avLst/>
              <a:gdLst/>
              <a:ahLst/>
              <a:cxnLst/>
              <a:rect l="l" t="t" r="r" b="b"/>
              <a:pathLst>
                <a:path w="1160" h="1161" extrusionOk="0">
                  <a:moveTo>
                    <a:pt x="601" y="1"/>
                  </a:moveTo>
                  <a:lnTo>
                    <a:pt x="387" y="44"/>
                  </a:lnTo>
                  <a:lnTo>
                    <a:pt x="172" y="173"/>
                  </a:lnTo>
                  <a:lnTo>
                    <a:pt x="43" y="387"/>
                  </a:lnTo>
                  <a:lnTo>
                    <a:pt x="0" y="602"/>
                  </a:lnTo>
                  <a:lnTo>
                    <a:pt x="43" y="817"/>
                  </a:lnTo>
                  <a:lnTo>
                    <a:pt x="172" y="989"/>
                  </a:lnTo>
                  <a:lnTo>
                    <a:pt x="344" y="1118"/>
                  </a:lnTo>
                  <a:lnTo>
                    <a:pt x="601" y="1161"/>
                  </a:lnTo>
                  <a:lnTo>
                    <a:pt x="816" y="1118"/>
                  </a:lnTo>
                  <a:lnTo>
                    <a:pt x="988" y="1032"/>
                  </a:lnTo>
                  <a:lnTo>
                    <a:pt x="1117" y="817"/>
                  </a:lnTo>
                  <a:lnTo>
                    <a:pt x="1160" y="602"/>
                  </a:lnTo>
                  <a:lnTo>
                    <a:pt x="1117" y="387"/>
                  </a:lnTo>
                  <a:lnTo>
                    <a:pt x="988" y="216"/>
                  </a:lnTo>
                  <a:lnTo>
                    <a:pt x="816" y="87"/>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6" name="Google Shape;13596;p37"/>
            <p:cNvSpPr/>
            <p:nvPr/>
          </p:nvSpPr>
          <p:spPr>
            <a:xfrm>
              <a:off x="1668425" y="2054875"/>
              <a:ext cx="29025" cy="29000"/>
            </a:xfrm>
            <a:custGeom>
              <a:avLst/>
              <a:gdLst/>
              <a:ahLst/>
              <a:cxnLst/>
              <a:rect l="l" t="t" r="r" b="b"/>
              <a:pathLst>
                <a:path w="1161" h="1160" extrusionOk="0">
                  <a:moveTo>
                    <a:pt x="602" y="0"/>
                  </a:moveTo>
                  <a:lnTo>
                    <a:pt x="344" y="43"/>
                  </a:lnTo>
                  <a:lnTo>
                    <a:pt x="172" y="172"/>
                  </a:lnTo>
                  <a:lnTo>
                    <a:pt x="43" y="344"/>
                  </a:lnTo>
                  <a:lnTo>
                    <a:pt x="1" y="559"/>
                  </a:lnTo>
                  <a:lnTo>
                    <a:pt x="43" y="773"/>
                  </a:lnTo>
                  <a:lnTo>
                    <a:pt x="172" y="988"/>
                  </a:lnTo>
                  <a:lnTo>
                    <a:pt x="344" y="1117"/>
                  </a:lnTo>
                  <a:lnTo>
                    <a:pt x="559" y="1160"/>
                  </a:lnTo>
                  <a:lnTo>
                    <a:pt x="774" y="1117"/>
                  </a:lnTo>
                  <a:lnTo>
                    <a:pt x="988" y="988"/>
                  </a:lnTo>
                  <a:lnTo>
                    <a:pt x="1117" y="816"/>
                  </a:lnTo>
                  <a:lnTo>
                    <a:pt x="1160" y="559"/>
                  </a:lnTo>
                  <a:lnTo>
                    <a:pt x="1117" y="344"/>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7" name="Google Shape;13597;p37"/>
            <p:cNvSpPr/>
            <p:nvPr/>
          </p:nvSpPr>
          <p:spPr>
            <a:xfrm>
              <a:off x="1669500" y="1974350"/>
              <a:ext cx="29025" cy="29000"/>
            </a:xfrm>
            <a:custGeom>
              <a:avLst/>
              <a:gdLst/>
              <a:ahLst/>
              <a:cxnLst/>
              <a:rect l="l" t="t" r="r" b="b"/>
              <a:pathLst>
                <a:path w="1161" h="1160" extrusionOk="0">
                  <a:moveTo>
                    <a:pt x="602" y="0"/>
                  </a:moveTo>
                  <a:lnTo>
                    <a:pt x="387" y="43"/>
                  </a:lnTo>
                  <a:lnTo>
                    <a:pt x="172" y="172"/>
                  </a:lnTo>
                  <a:lnTo>
                    <a:pt x="43" y="344"/>
                  </a:lnTo>
                  <a:lnTo>
                    <a:pt x="0" y="558"/>
                  </a:lnTo>
                  <a:lnTo>
                    <a:pt x="43" y="773"/>
                  </a:lnTo>
                  <a:lnTo>
                    <a:pt x="172" y="988"/>
                  </a:lnTo>
                  <a:lnTo>
                    <a:pt x="344" y="1117"/>
                  </a:lnTo>
                  <a:lnTo>
                    <a:pt x="559" y="1160"/>
                  </a:lnTo>
                  <a:lnTo>
                    <a:pt x="774" y="1117"/>
                  </a:lnTo>
                  <a:lnTo>
                    <a:pt x="988" y="988"/>
                  </a:lnTo>
                  <a:lnTo>
                    <a:pt x="1117" y="816"/>
                  </a:lnTo>
                  <a:lnTo>
                    <a:pt x="1160" y="601"/>
                  </a:lnTo>
                  <a:lnTo>
                    <a:pt x="1117" y="344"/>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65" name="Google Shape;14638;p65">
            <a:extLst>
              <a:ext uri="{FF2B5EF4-FFF2-40B4-BE49-F238E27FC236}">
                <a16:creationId xmlns:a16="http://schemas.microsoft.com/office/drawing/2014/main" id="{2987A07C-F141-3D58-D4A8-650B6538ABAF}"/>
              </a:ext>
            </a:extLst>
          </p:cNvPr>
          <p:cNvSpPr/>
          <p:nvPr/>
        </p:nvSpPr>
        <p:spPr>
          <a:xfrm>
            <a:off x="3407725" y="5260693"/>
            <a:ext cx="2359093" cy="4788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3766" name="Google Shape;14641;p65">
            <a:extLst>
              <a:ext uri="{FF2B5EF4-FFF2-40B4-BE49-F238E27FC236}">
                <a16:creationId xmlns:a16="http://schemas.microsoft.com/office/drawing/2014/main" id="{D81C8B6E-FE7C-B253-DD9E-0E4DC38C52E2}"/>
              </a:ext>
            </a:extLst>
          </p:cNvPr>
          <p:cNvGrpSpPr/>
          <p:nvPr/>
        </p:nvGrpSpPr>
        <p:grpSpPr>
          <a:xfrm>
            <a:off x="3603058" y="5351960"/>
            <a:ext cx="280811" cy="291917"/>
            <a:chOff x="812101" y="2571761"/>
            <a:chExt cx="417066" cy="417024"/>
          </a:xfrm>
        </p:grpSpPr>
        <p:sp>
          <p:nvSpPr>
            <p:cNvPr id="13767" name="Google Shape;14642;p65">
              <a:extLst>
                <a:ext uri="{FF2B5EF4-FFF2-40B4-BE49-F238E27FC236}">
                  <a16:creationId xmlns:a16="http://schemas.microsoft.com/office/drawing/2014/main" id="{7F8448F0-762D-4598-BD70-67E4050B0D07}"/>
                </a:ext>
              </a:extLst>
            </p:cNvPr>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8" name="Google Shape;14643;p65">
              <a:extLst>
                <a:ext uri="{FF2B5EF4-FFF2-40B4-BE49-F238E27FC236}">
                  <a16:creationId xmlns:a16="http://schemas.microsoft.com/office/drawing/2014/main" id="{626780AD-BB43-C8FB-A649-D10A3FF41817}"/>
                </a:ext>
              </a:extLst>
            </p:cNvPr>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9" name="Google Shape;14644;p65">
              <a:extLst>
                <a:ext uri="{FF2B5EF4-FFF2-40B4-BE49-F238E27FC236}">
                  <a16:creationId xmlns:a16="http://schemas.microsoft.com/office/drawing/2014/main" id="{858EE2F4-BAF1-94F0-0CCD-F6E96DD15702}"/>
                </a:ext>
              </a:extLst>
            </p:cNvPr>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0" name="Google Shape;14645;p65">
              <a:extLst>
                <a:ext uri="{FF2B5EF4-FFF2-40B4-BE49-F238E27FC236}">
                  <a16:creationId xmlns:a16="http://schemas.microsoft.com/office/drawing/2014/main" id="{0937088A-BF27-5EC9-13F1-45CBB7FBFE5A}"/>
                </a:ext>
              </a:extLst>
            </p:cNvPr>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CuadroTexto 1">
            <a:extLst>
              <a:ext uri="{FF2B5EF4-FFF2-40B4-BE49-F238E27FC236}">
                <a16:creationId xmlns:a16="http://schemas.microsoft.com/office/drawing/2014/main" id="{5FC9D539-DC5B-D517-2224-6490F5DFF94B}"/>
              </a:ext>
            </a:extLst>
          </p:cNvPr>
          <p:cNvSpPr txBox="1"/>
          <p:nvPr/>
        </p:nvSpPr>
        <p:spPr>
          <a:xfrm>
            <a:off x="3995085" y="5327883"/>
            <a:ext cx="2060379" cy="307777"/>
          </a:xfrm>
          <a:prstGeom prst="rect">
            <a:avLst/>
          </a:prstGeom>
          <a:noFill/>
        </p:spPr>
        <p:txBody>
          <a:bodyPr wrap="square" rtlCol="0">
            <a:spAutoFit/>
          </a:bodyPr>
          <a:lstStyle/>
          <a:p>
            <a:r>
              <a:rPr lang="es-AR" b="1" dirty="0">
                <a:solidFill>
                  <a:schemeClr val="bg1"/>
                </a:solidFill>
              </a:rPr>
              <a:t>DOCTOR.ROLDAN</a:t>
            </a:r>
          </a:p>
        </p:txBody>
      </p:sp>
      <p:pic>
        <p:nvPicPr>
          <p:cNvPr id="7170" name="Picture 2" descr="Universidad de Mendoza - Sitio Oficial | Mendoza">
            <a:extLst>
              <a:ext uri="{FF2B5EF4-FFF2-40B4-BE49-F238E27FC236}">
                <a16:creationId xmlns:a16="http://schemas.microsoft.com/office/drawing/2014/main" id="{BA034496-567E-CED1-227B-F37CB8B54D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823" t="12601" r="14939" b="12400"/>
          <a:stretch/>
        </p:blipFill>
        <p:spPr bwMode="auto">
          <a:xfrm>
            <a:off x="7775959" y="-60735"/>
            <a:ext cx="1387673" cy="1215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32"/>
        <p:cNvGrpSpPr/>
        <p:nvPr/>
      </p:nvGrpSpPr>
      <p:grpSpPr>
        <a:xfrm>
          <a:off x="0" y="0"/>
          <a:ext cx="0" cy="0"/>
          <a:chOff x="0" y="0"/>
          <a:chExt cx="0" cy="0"/>
        </a:xfrm>
      </p:grpSpPr>
      <p:sp>
        <p:nvSpPr>
          <p:cNvPr id="13634" name="Google Shape;13634;p40"/>
          <p:cNvSpPr txBox="1">
            <a:spLocks noGrp="1"/>
          </p:cNvSpPr>
          <p:nvPr>
            <p:ph type="subTitle" idx="1"/>
          </p:nvPr>
        </p:nvSpPr>
        <p:spPr>
          <a:xfrm>
            <a:off x="1493605" y="1071505"/>
            <a:ext cx="5231100" cy="207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ES" sz="2800" b="1" dirty="0"/>
              <a:t>MONOARTRITRIS: </a:t>
            </a:r>
            <a:r>
              <a:rPr lang="es-ES" sz="2800" dirty="0"/>
              <a:t>Compromiso inflamatorio de una sola articulación.</a:t>
            </a:r>
          </a:p>
          <a:p>
            <a:pPr marL="0" lvl="0" indent="0" algn="l" rtl="0">
              <a:spcBef>
                <a:spcPts val="0"/>
              </a:spcBef>
              <a:spcAft>
                <a:spcPts val="0"/>
              </a:spcAft>
              <a:buNone/>
            </a:pPr>
            <a:r>
              <a:rPr lang="es-ES" sz="2800" b="1" dirty="0"/>
              <a:t>OLIGOARTRITIS: </a:t>
            </a:r>
          </a:p>
          <a:p>
            <a:pPr marL="0" lvl="0" indent="0" algn="l" rtl="0">
              <a:spcBef>
                <a:spcPts val="0"/>
              </a:spcBef>
              <a:spcAft>
                <a:spcPts val="0"/>
              </a:spcAft>
              <a:buNone/>
            </a:pPr>
            <a:r>
              <a:rPr lang="es-ES" sz="2800" dirty="0"/>
              <a:t>2-4 articulaciones</a:t>
            </a:r>
          </a:p>
          <a:p>
            <a:pPr marL="0" lvl="0" indent="0" algn="l" rtl="0">
              <a:spcBef>
                <a:spcPts val="0"/>
              </a:spcBef>
              <a:spcAft>
                <a:spcPts val="0"/>
              </a:spcAft>
              <a:buNone/>
            </a:pPr>
            <a:r>
              <a:rPr lang="es-ES" sz="2800" b="1" dirty="0"/>
              <a:t>POLIARTRITIS:</a:t>
            </a:r>
          </a:p>
          <a:p>
            <a:pPr marL="0" lvl="0" indent="0" algn="l" rtl="0">
              <a:spcBef>
                <a:spcPts val="0"/>
              </a:spcBef>
              <a:spcAft>
                <a:spcPts val="0"/>
              </a:spcAft>
              <a:buNone/>
            </a:pPr>
            <a:r>
              <a:rPr lang="es-ES" sz="2800" dirty="0"/>
              <a:t>5 o más articulaciones</a:t>
            </a:r>
          </a:p>
        </p:txBody>
      </p:sp>
      <p:sp>
        <p:nvSpPr>
          <p:cNvPr id="5" name="Google Shape;13437;p37">
            <a:extLst>
              <a:ext uri="{FF2B5EF4-FFF2-40B4-BE49-F238E27FC236}">
                <a16:creationId xmlns:a16="http://schemas.microsoft.com/office/drawing/2014/main" id="{928C5BF4-43D6-7A4D-37F1-F08665FD6223}"/>
              </a:ext>
            </a:extLst>
          </p:cNvPr>
          <p:cNvSpPr txBox="1">
            <a:spLocks/>
          </p:cNvSpPr>
          <p:nvPr/>
        </p:nvSpPr>
        <p:spPr>
          <a:xfrm>
            <a:off x="1129705" y="3061623"/>
            <a:ext cx="5958900" cy="186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Oswald"/>
              <a:buNone/>
              <a:defRPr sz="22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9pPr>
          </a:lstStyle>
          <a:p>
            <a:r>
              <a:rPr lang="es-AR" sz="3200" dirty="0">
                <a:solidFill>
                  <a:schemeClr val="accent1"/>
                </a:solidFill>
                <a:latin typeface="Oswald" panose="00000500000000000000" pitchFamily="2" charset="0"/>
              </a:rPr>
              <a:t>ARTRALGIA </a:t>
            </a:r>
            <a:r>
              <a:rPr lang="es-AR" sz="4400" i="0" dirty="0">
                <a:solidFill>
                  <a:schemeClr val="accent1"/>
                </a:solidFill>
                <a:effectLst/>
                <a:latin typeface="Oswald" panose="00000500000000000000" pitchFamily="2" charset="0"/>
              </a:rPr>
              <a:t>≠</a:t>
            </a:r>
            <a:r>
              <a:rPr lang="es-AR" sz="3200" i="0" dirty="0">
                <a:solidFill>
                  <a:schemeClr val="accent1"/>
                </a:solidFill>
                <a:effectLst/>
                <a:latin typeface="Oswald" panose="00000500000000000000" pitchFamily="2" charset="0"/>
              </a:rPr>
              <a:t> ARTRITIS</a:t>
            </a:r>
            <a:endParaRPr lang="es-AR" sz="3200" dirty="0">
              <a:solidFill>
                <a:schemeClr val="accent1"/>
              </a:solidFill>
              <a:latin typeface="Oswald" panose="00000500000000000000" pitchFamily="2" charset="0"/>
            </a:endParaRPr>
          </a:p>
        </p:txBody>
      </p:sp>
      <p:grpSp>
        <p:nvGrpSpPr>
          <p:cNvPr id="6" name="Google Shape;14044;p46">
            <a:extLst>
              <a:ext uri="{FF2B5EF4-FFF2-40B4-BE49-F238E27FC236}">
                <a16:creationId xmlns:a16="http://schemas.microsoft.com/office/drawing/2014/main" id="{7A59B68D-156B-8ECE-02A2-62684B1919B2}"/>
              </a:ext>
            </a:extLst>
          </p:cNvPr>
          <p:cNvGrpSpPr/>
          <p:nvPr/>
        </p:nvGrpSpPr>
        <p:grpSpPr>
          <a:xfrm>
            <a:off x="6772899" y="501943"/>
            <a:ext cx="1359212" cy="3213924"/>
            <a:chOff x="3892392" y="1424610"/>
            <a:chExt cx="1359212" cy="3213924"/>
          </a:xfrm>
        </p:grpSpPr>
        <p:grpSp>
          <p:nvGrpSpPr>
            <p:cNvPr id="7" name="Google Shape;14045;p46">
              <a:extLst>
                <a:ext uri="{FF2B5EF4-FFF2-40B4-BE49-F238E27FC236}">
                  <a16:creationId xmlns:a16="http://schemas.microsoft.com/office/drawing/2014/main" id="{3C1ED561-1294-E24C-B229-96BF43FC8366}"/>
                </a:ext>
              </a:extLst>
            </p:cNvPr>
            <p:cNvGrpSpPr/>
            <p:nvPr/>
          </p:nvGrpSpPr>
          <p:grpSpPr>
            <a:xfrm>
              <a:off x="3892392" y="1424610"/>
              <a:ext cx="1359212" cy="3213924"/>
              <a:chOff x="3892392" y="1424610"/>
              <a:chExt cx="1359212" cy="3213924"/>
            </a:xfrm>
          </p:grpSpPr>
          <p:grpSp>
            <p:nvGrpSpPr>
              <p:cNvPr id="23" name="Google Shape;14046;p46">
                <a:extLst>
                  <a:ext uri="{FF2B5EF4-FFF2-40B4-BE49-F238E27FC236}">
                    <a16:creationId xmlns:a16="http://schemas.microsoft.com/office/drawing/2014/main" id="{0BDAE312-3D8A-4E44-33DA-BBADE7590FA8}"/>
                  </a:ext>
                </a:extLst>
              </p:cNvPr>
              <p:cNvGrpSpPr/>
              <p:nvPr/>
            </p:nvGrpSpPr>
            <p:grpSpPr>
              <a:xfrm>
                <a:off x="3892392" y="1424610"/>
                <a:ext cx="1359212" cy="3213924"/>
                <a:chOff x="6797170" y="3050537"/>
                <a:chExt cx="550623" cy="1301975"/>
              </a:xfrm>
            </p:grpSpPr>
            <p:sp>
              <p:nvSpPr>
                <p:cNvPr id="13691" name="Google Shape;14047;p46">
                  <a:extLst>
                    <a:ext uri="{FF2B5EF4-FFF2-40B4-BE49-F238E27FC236}">
                      <a16:creationId xmlns:a16="http://schemas.microsoft.com/office/drawing/2014/main" id="{E29DDB02-8E0F-6E22-AA0D-219A2F20B2EF}"/>
                    </a:ext>
                  </a:extLst>
                </p:cNvPr>
                <p:cNvSpPr/>
                <p:nvPr/>
              </p:nvSpPr>
              <p:spPr>
                <a:xfrm>
                  <a:off x="6846049" y="4303456"/>
                  <a:ext cx="453041" cy="49056"/>
                </a:xfrm>
                <a:custGeom>
                  <a:avLst/>
                  <a:gdLst/>
                  <a:ahLst/>
                  <a:cxnLst/>
                  <a:rect l="l" t="t" r="r" b="b"/>
                  <a:pathLst>
                    <a:path w="17944" h="1943" extrusionOk="0">
                      <a:moveTo>
                        <a:pt x="8968" y="0"/>
                      </a:moveTo>
                      <a:cubicBezTo>
                        <a:pt x="4015" y="0"/>
                        <a:pt x="0" y="437"/>
                        <a:pt x="0" y="972"/>
                      </a:cubicBezTo>
                      <a:cubicBezTo>
                        <a:pt x="0" y="1506"/>
                        <a:pt x="4015" y="1943"/>
                        <a:pt x="8968" y="1943"/>
                      </a:cubicBezTo>
                      <a:cubicBezTo>
                        <a:pt x="13922" y="1943"/>
                        <a:pt x="17943" y="1506"/>
                        <a:pt x="17943" y="972"/>
                      </a:cubicBezTo>
                      <a:cubicBezTo>
                        <a:pt x="17943" y="437"/>
                        <a:pt x="13922" y="0"/>
                        <a:pt x="89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92" name="Google Shape;14048;p46">
                  <a:extLst>
                    <a:ext uri="{FF2B5EF4-FFF2-40B4-BE49-F238E27FC236}">
                      <a16:creationId xmlns:a16="http://schemas.microsoft.com/office/drawing/2014/main" id="{DBCF3E61-BB29-5153-E629-77DBA2DDF353}"/>
                    </a:ext>
                  </a:extLst>
                </p:cNvPr>
                <p:cNvGrpSpPr/>
                <p:nvPr/>
              </p:nvGrpSpPr>
              <p:grpSpPr>
                <a:xfrm>
                  <a:off x="6797170" y="3050537"/>
                  <a:ext cx="550623" cy="1278079"/>
                  <a:chOff x="6797170" y="3050537"/>
                  <a:chExt cx="550623" cy="1278079"/>
                </a:xfrm>
              </p:grpSpPr>
              <p:sp>
                <p:nvSpPr>
                  <p:cNvPr id="13693" name="Google Shape;14049;p46">
                    <a:extLst>
                      <a:ext uri="{FF2B5EF4-FFF2-40B4-BE49-F238E27FC236}">
                        <a16:creationId xmlns:a16="http://schemas.microsoft.com/office/drawing/2014/main" id="{B5DE9A79-8708-7CF8-6154-622E7285BFAA}"/>
                      </a:ext>
                    </a:extLst>
                  </p:cNvPr>
                  <p:cNvSpPr/>
                  <p:nvPr/>
                </p:nvSpPr>
                <p:spPr>
                  <a:xfrm>
                    <a:off x="6797170" y="3050537"/>
                    <a:ext cx="550623" cy="1278079"/>
                  </a:xfrm>
                  <a:custGeom>
                    <a:avLst/>
                    <a:gdLst/>
                    <a:ahLst/>
                    <a:cxnLst/>
                    <a:rect l="l" t="t" r="r" b="b"/>
                    <a:pathLst>
                      <a:path w="21809" h="50622" extrusionOk="0">
                        <a:moveTo>
                          <a:pt x="3774" y="7802"/>
                        </a:moveTo>
                        <a:lnTo>
                          <a:pt x="3774" y="7834"/>
                        </a:lnTo>
                        <a:lnTo>
                          <a:pt x="3755" y="7834"/>
                        </a:lnTo>
                        <a:lnTo>
                          <a:pt x="3774" y="7802"/>
                        </a:lnTo>
                        <a:close/>
                        <a:moveTo>
                          <a:pt x="10696" y="0"/>
                        </a:moveTo>
                        <a:cubicBezTo>
                          <a:pt x="6753" y="0"/>
                          <a:pt x="3559" y="3187"/>
                          <a:pt x="3559" y="7130"/>
                        </a:cubicBezTo>
                        <a:cubicBezTo>
                          <a:pt x="3559" y="7365"/>
                          <a:pt x="3579" y="7600"/>
                          <a:pt x="3605" y="7834"/>
                        </a:cubicBezTo>
                        <a:cubicBezTo>
                          <a:pt x="2973" y="7906"/>
                          <a:pt x="2549" y="8512"/>
                          <a:pt x="2699" y="9131"/>
                        </a:cubicBezTo>
                        <a:cubicBezTo>
                          <a:pt x="2821" y="9609"/>
                          <a:pt x="3251" y="9920"/>
                          <a:pt x="3713" y="9920"/>
                        </a:cubicBezTo>
                        <a:cubicBezTo>
                          <a:pt x="3844" y="9920"/>
                          <a:pt x="3977" y="9895"/>
                          <a:pt x="4107" y="9842"/>
                        </a:cubicBezTo>
                        <a:cubicBezTo>
                          <a:pt x="4837" y="12044"/>
                          <a:pt x="6681" y="13804"/>
                          <a:pt x="8754" y="14560"/>
                        </a:cubicBezTo>
                        <a:lnTo>
                          <a:pt x="8891" y="14606"/>
                        </a:lnTo>
                        <a:lnTo>
                          <a:pt x="8891" y="16620"/>
                        </a:lnTo>
                        <a:lnTo>
                          <a:pt x="5651" y="16620"/>
                        </a:lnTo>
                        <a:cubicBezTo>
                          <a:pt x="5651" y="16620"/>
                          <a:pt x="5645" y="16685"/>
                          <a:pt x="5625" y="16698"/>
                        </a:cubicBezTo>
                        <a:cubicBezTo>
                          <a:pt x="5045" y="16705"/>
                          <a:pt x="4537" y="17076"/>
                          <a:pt x="4361" y="17623"/>
                        </a:cubicBezTo>
                        <a:lnTo>
                          <a:pt x="216" y="33239"/>
                        </a:lnTo>
                        <a:cubicBezTo>
                          <a:pt x="1" y="33872"/>
                          <a:pt x="294" y="34563"/>
                          <a:pt x="893" y="34849"/>
                        </a:cubicBezTo>
                        <a:cubicBezTo>
                          <a:pt x="1077" y="34936"/>
                          <a:pt x="1270" y="34977"/>
                          <a:pt x="1461" y="34977"/>
                        </a:cubicBezTo>
                        <a:cubicBezTo>
                          <a:pt x="1903" y="34977"/>
                          <a:pt x="2329" y="34756"/>
                          <a:pt x="2575" y="34360"/>
                        </a:cubicBezTo>
                        <a:cubicBezTo>
                          <a:pt x="2647" y="34407"/>
                          <a:pt x="2726" y="34429"/>
                          <a:pt x="2803" y="34429"/>
                        </a:cubicBezTo>
                        <a:cubicBezTo>
                          <a:pt x="2984" y="34429"/>
                          <a:pt x="3155" y="34309"/>
                          <a:pt x="3201" y="34113"/>
                        </a:cubicBezTo>
                        <a:lnTo>
                          <a:pt x="3559" y="32536"/>
                        </a:lnTo>
                        <a:cubicBezTo>
                          <a:pt x="3605" y="32340"/>
                          <a:pt x="3481" y="32040"/>
                          <a:pt x="3298" y="31942"/>
                        </a:cubicBezTo>
                        <a:lnTo>
                          <a:pt x="6329" y="20954"/>
                        </a:lnTo>
                        <a:cubicBezTo>
                          <a:pt x="6329" y="22844"/>
                          <a:pt x="6381" y="26507"/>
                          <a:pt x="6453" y="30567"/>
                        </a:cubicBezTo>
                        <a:lnTo>
                          <a:pt x="6401" y="30567"/>
                        </a:lnTo>
                        <a:lnTo>
                          <a:pt x="6466" y="32360"/>
                        </a:lnTo>
                        <a:lnTo>
                          <a:pt x="6479" y="32360"/>
                        </a:lnTo>
                        <a:cubicBezTo>
                          <a:pt x="6622" y="40187"/>
                          <a:pt x="6798" y="48725"/>
                          <a:pt x="6798" y="48725"/>
                        </a:cubicBezTo>
                        <a:cubicBezTo>
                          <a:pt x="6798" y="48725"/>
                          <a:pt x="4517" y="49090"/>
                          <a:pt x="4517" y="50622"/>
                        </a:cubicBezTo>
                        <a:lnTo>
                          <a:pt x="8936" y="50622"/>
                        </a:lnTo>
                        <a:lnTo>
                          <a:pt x="10631" y="33428"/>
                        </a:lnTo>
                        <a:lnTo>
                          <a:pt x="10663" y="33455"/>
                        </a:lnTo>
                        <a:lnTo>
                          <a:pt x="11028" y="33455"/>
                        </a:lnTo>
                        <a:lnTo>
                          <a:pt x="11035" y="33448"/>
                        </a:lnTo>
                        <a:lnTo>
                          <a:pt x="12892" y="50622"/>
                        </a:lnTo>
                        <a:lnTo>
                          <a:pt x="17305" y="50622"/>
                        </a:lnTo>
                        <a:cubicBezTo>
                          <a:pt x="17305" y="49097"/>
                          <a:pt x="15024" y="48732"/>
                          <a:pt x="15024" y="48732"/>
                        </a:cubicBezTo>
                        <a:cubicBezTo>
                          <a:pt x="15024" y="48732"/>
                          <a:pt x="15193" y="40096"/>
                          <a:pt x="15317" y="32216"/>
                        </a:cubicBezTo>
                        <a:cubicBezTo>
                          <a:pt x="15323" y="31897"/>
                          <a:pt x="15356" y="30567"/>
                          <a:pt x="15356" y="30567"/>
                        </a:cubicBezTo>
                        <a:lnTo>
                          <a:pt x="15343" y="30567"/>
                        </a:lnTo>
                        <a:cubicBezTo>
                          <a:pt x="15402" y="26481"/>
                          <a:pt x="15454" y="22779"/>
                          <a:pt x="15454" y="20863"/>
                        </a:cubicBezTo>
                        <a:lnTo>
                          <a:pt x="18510" y="31923"/>
                        </a:lnTo>
                        <a:cubicBezTo>
                          <a:pt x="18302" y="31995"/>
                          <a:pt x="18152" y="32334"/>
                          <a:pt x="18204" y="32542"/>
                        </a:cubicBezTo>
                        <a:lnTo>
                          <a:pt x="18556" y="34119"/>
                        </a:lnTo>
                        <a:cubicBezTo>
                          <a:pt x="18601" y="34303"/>
                          <a:pt x="18765" y="34430"/>
                          <a:pt x="18950" y="34430"/>
                        </a:cubicBezTo>
                        <a:cubicBezTo>
                          <a:pt x="18981" y="34430"/>
                          <a:pt x="19013" y="34427"/>
                          <a:pt x="19045" y="34419"/>
                        </a:cubicBezTo>
                        <a:cubicBezTo>
                          <a:pt x="19110" y="34406"/>
                          <a:pt x="19169" y="34374"/>
                          <a:pt x="19221" y="34328"/>
                        </a:cubicBezTo>
                        <a:cubicBezTo>
                          <a:pt x="19463" y="34743"/>
                          <a:pt x="19902" y="34978"/>
                          <a:pt x="20357" y="34978"/>
                        </a:cubicBezTo>
                        <a:cubicBezTo>
                          <a:pt x="20538" y="34978"/>
                          <a:pt x="20721" y="34940"/>
                          <a:pt x="20896" y="34862"/>
                        </a:cubicBezTo>
                        <a:cubicBezTo>
                          <a:pt x="21509" y="34582"/>
                          <a:pt x="21808" y="33891"/>
                          <a:pt x="21600" y="33252"/>
                        </a:cubicBezTo>
                        <a:lnTo>
                          <a:pt x="21600" y="33246"/>
                        </a:lnTo>
                        <a:lnTo>
                          <a:pt x="17292" y="17663"/>
                        </a:lnTo>
                        <a:cubicBezTo>
                          <a:pt x="17116" y="17141"/>
                          <a:pt x="16653" y="16744"/>
                          <a:pt x="16138" y="16705"/>
                        </a:cubicBezTo>
                        <a:cubicBezTo>
                          <a:pt x="16125" y="16691"/>
                          <a:pt x="16112" y="16626"/>
                          <a:pt x="16112" y="16626"/>
                        </a:cubicBezTo>
                        <a:lnTo>
                          <a:pt x="12632" y="16626"/>
                        </a:lnTo>
                        <a:lnTo>
                          <a:pt x="12632" y="14704"/>
                        </a:lnTo>
                        <a:lnTo>
                          <a:pt x="12658" y="14691"/>
                        </a:lnTo>
                        <a:lnTo>
                          <a:pt x="12703" y="14678"/>
                        </a:lnTo>
                        <a:cubicBezTo>
                          <a:pt x="14900" y="14013"/>
                          <a:pt x="16914" y="12194"/>
                          <a:pt x="17696" y="9887"/>
                        </a:cubicBezTo>
                        <a:cubicBezTo>
                          <a:pt x="17774" y="9907"/>
                          <a:pt x="17859" y="9920"/>
                          <a:pt x="17943" y="9920"/>
                        </a:cubicBezTo>
                        <a:cubicBezTo>
                          <a:pt x="17948" y="9920"/>
                          <a:pt x="17952" y="9920"/>
                          <a:pt x="17956" y="9920"/>
                        </a:cubicBezTo>
                        <a:cubicBezTo>
                          <a:pt x="18511" y="9920"/>
                          <a:pt x="18973" y="9486"/>
                          <a:pt x="18999" y="8936"/>
                        </a:cubicBezTo>
                        <a:cubicBezTo>
                          <a:pt x="19032" y="8375"/>
                          <a:pt x="18621" y="7893"/>
                          <a:pt x="18067" y="7834"/>
                        </a:cubicBezTo>
                        <a:lnTo>
                          <a:pt x="18067" y="7828"/>
                        </a:lnTo>
                        <a:cubicBezTo>
                          <a:pt x="18067" y="7815"/>
                          <a:pt x="18054" y="7802"/>
                          <a:pt x="18054" y="7789"/>
                        </a:cubicBezTo>
                        <a:cubicBezTo>
                          <a:pt x="18041" y="6061"/>
                          <a:pt x="17637" y="4295"/>
                          <a:pt x="16692" y="2992"/>
                        </a:cubicBezTo>
                        <a:cubicBezTo>
                          <a:pt x="17657" y="2464"/>
                          <a:pt x="17774" y="1786"/>
                          <a:pt x="18159" y="1147"/>
                        </a:cubicBezTo>
                        <a:lnTo>
                          <a:pt x="18159" y="1147"/>
                        </a:lnTo>
                        <a:cubicBezTo>
                          <a:pt x="17949" y="1170"/>
                          <a:pt x="17739" y="1181"/>
                          <a:pt x="17527" y="1181"/>
                        </a:cubicBezTo>
                        <a:cubicBezTo>
                          <a:pt x="15283" y="1181"/>
                          <a:pt x="12905" y="0"/>
                          <a:pt x="106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94" name="Google Shape;14050;p46">
                    <a:extLst>
                      <a:ext uri="{FF2B5EF4-FFF2-40B4-BE49-F238E27FC236}">
                        <a16:creationId xmlns:a16="http://schemas.microsoft.com/office/drawing/2014/main" id="{05BB246C-0737-6C3A-299F-89BA68E72C3C}"/>
                      </a:ext>
                    </a:extLst>
                  </p:cNvPr>
                  <p:cNvGrpSpPr/>
                  <p:nvPr/>
                </p:nvGrpSpPr>
                <p:grpSpPr>
                  <a:xfrm>
                    <a:off x="6810728" y="3444626"/>
                    <a:ext cx="524340" cy="876265"/>
                    <a:chOff x="6810728" y="3444626"/>
                    <a:chExt cx="524340" cy="876265"/>
                  </a:xfrm>
                </p:grpSpPr>
                <p:sp>
                  <p:nvSpPr>
                    <p:cNvPr id="13699" name="Google Shape;14051;p46">
                      <a:extLst>
                        <a:ext uri="{FF2B5EF4-FFF2-40B4-BE49-F238E27FC236}">
                          <a16:creationId xmlns:a16="http://schemas.microsoft.com/office/drawing/2014/main" id="{82C9A3B3-6A6E-7709-A166-EF79A658E20D}"/>
                        </a:ext>
                      </a:extLst>
                    </p:cNvPr>
                    <p:cNvSpPr/>
                    <p:nvPr/>
                  </p:nvSpPr>
                  <p:spPr>
                    <a:xfrm>
                      <a:off x="6952997" y="3487572"/>
                      <a:ext cx="235988" cy="25702"/>
                    </a:xfrm>
                    <a:custGeom>
                      <a:avLst/>
                      <a:gdLst/>
                      <a:ahLst/>
                      <a:cxnLst/>
                      <a:rect l="l" t="t" r="r" b="b"/>
                      <a:pathLst>
                        <a:path w="9347" h="1018" extrusionOk="0">
                          <a:moveTo>
                            <a:pt x="463" y="1"/>
                          </a:moveTo>
                          <a:cubicBezTo>
                            <a:pt x="209" y="1"/>
                            <a:pt x="1" y="209"/>
                            <a:pt x="1" y="463"/>
                          </a:cubicBezTo>
                          <a:lnTo>
                            <a:pt x="1" y="548"/>
                          </a:lnTo>
                          <a:cubicBezTo>
                            <a:pt x="1" y="809"/>
                            <a:pt x="209" y="1017"/>
                            <a:pt x="463" y="1017"/>
                          </a:cubicBezTo>
                          <a:lnTo>
                            <a:pt x="8878" y="1017"/>
                          </a:lnTo>
                          <a:cubicBezTo>
                            <a:pt x="9138" y="1017"/>
                            <a:pt x="9347" y="809"/>
                            <a:pt x="9347" y="548"/>
                          </a:cubicBezTo>
                          <a:lnTo>
                            <a:pt x="9347" y="463"/>
                          </a:lnTo>
                          <a:cubicBezTo>
                            <a:pt x="9347" y="209"/>
                            <a:pt x="9138" y="1"/>
                            <a:pt x="88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0" name="Google Shape;14052;p46">
                      <a:extLst>
                        <a:ext uri="{FF2B5EF4-FFF2-40B4-BE49-F238E27FC236}">
                          <a16:creationId xmlns:a16="http://schemas.microsoft.com/office/drawing/2014/main" id="{B2A0CA3F-5C65-FE0A-3FAD-97BE0808E314}"/>
                        </a:ext>
                      </a:extLst>
                    </p:cNvPr>
                    <p:cNvSpPr/>
                    <p:nvPr/>
                  </p:nvSpPr>
                  <p:spPr>
                    <a:xfrm>
                      <a:off x="7038738" y="3444626"/>
                      <a:ext cx="64356" cy="25702"/>
                    </a:xfrm>
                    <a:custGeom>
                      <a:avLst/>
                      <a:gdLst/>
                      <a:ahLst/>
                      <a:cxnLst/>
                      <a:rect l="l" t="t" r="r" b="b"/>
                      <a:pathLst>
                        <a:path w="2549" h="1018" extrusionOk="0">
                          <a:moveTo>
                            <a:pt x="470" y="1"/>
                          </a:moveTo>
                          <a:cubicBezTo>
                            <a:pt x="209" y="1"/>
                            <a:pt x="0" y="209"/>
                            <a:pt x="0" y="470"/>
                          </a:cubicBezTo>
                          <a:lnTo>
                            <a:pt x="0" y="555"/>
                          </a:lnTo>
                          <a:cubicBezTo>
                            <a:pt x="0" y="809"/>
                            <a:pt x="209" y="1017"/>
                            <a:pt x="470" y="1017"/>
                          </a:cubicBezTo>
                          <a:lnTo>
                            <a:pt x="2086" y="1017"/>
                          </a:lnTo>
                          <a:cubicBezTo>
                            <a:pt x="2340" y="1017"/>
                            <a:pt x="2549" y="809"/>
                            <a:pt x="2549" y="555"/>
                          </a:cubicBezTo>
                          <a:lnTo>
                            <a:pt x="2549" y="470"/>
                          </a:lnTo>
                          <a:cubicBezTo>
                            <a:pt x="2549" y="209"/>
                            <a:pt x="2340" y="1"/>
                            <a:pt x="20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1" name="Google Shape;14053;p46">
                      <a:extLst>
                        <a:ext uri="{FF2B5EF4-FFF2-40B4-BE49-F238E27FC236}">
                          <a16:creationId xmlns:a16="http://schemas.microsoft.com/office/drawing/2014/main" id="{E832B07B-F314-7B4C-EF3F-CAC18B3B330A}"/>
                        </a:ext>
                      </a:extLst>
                    </p:cNvPr>
                    <p:cNvSpPr/>
                    <p:nvPr/>
                  </p:nvSpPr>
                  <p:spPr>
                    <a:xfrm>
                      <a:off x="7038738" y="3787891"/>
                      <a:ext cx="64356" cy="25853"/>
                    </a:xfrm>
                    <a:custGeom>
                      <a:avLst/>
                      <a:gdLst/>
                      <a:ahLst/>
                      <a:cxnLst/>
                      <a:rect l="l" t="t" r="r" b="b"/>
                      <a:pathLst>
                        <a:path w="2549" h="1024" extrusionOk="0">
                          <a:moveTo>
                            <a:pt x="470" y="0"/>
                          </a:moveTo>
                          <a:cubicBezTo>
                            <a:pt x="209" y="0"/>
                            <a:pt x="0" y="209"/>
                            <a:pt x="0" y="469"/>
                          </a:cubicBezTo>
                          <a:lnTo>
                            <a:pt x="0" y="554"/>
                          </a:lnTo>
                          <a:cubicBezTo>
                            <a:pt x="0" y="808"/>
                            <a:pt x="209" y="1023"/>
                            <a:pt x="470" y="1023"/>
                          </a:cubicBezTo>
                          <a:lnTo>
                            <a:pt x="2086" y="1023"/>
                          </a:lnTo>
                          <a:cubicBezTo>
                            <a:pt x="2340" y="1023"/>
                            <a:pt x="2549" y="808"/>
                            <a:pt x="2549" y="554"/>
                          </a:cubicBezTo>
                          <a:lnTo>
                            <a:pt x="2549" y="469"/>
                          </a:lnTo>
                          <a:cubicBezTo>
                            <a:pt x="2549" y="209"/>
                            <a:pt x="2340" y="0"/>
                            <a:pt x="20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2" name="Google Shape;14054;p46">
                      <a:extLst>
                        <a:ext uri="{FF2B5EF4-FFF2-40B4-BE49-F238E27FC236}">
                          <a16:creationId xmlns:a16="http://schemas.microsoft.com/office/drawing/2014/main" id="{1BD9F880-4CF2-45C1-B3B3-AC159DE38C35}"/>
                        </a:ext>
                      </a:extLst>
                    </p:cNvPr>
                    <p:cNvSpPr/>
                    <p:nvPr/>
                  </p:nvSpPr>
                  <p:spPr>
                    <a:xfrm>
                      <a:off x="7038738" y="3744945"/>
                      <a:ext cx="64356" cy="25853"/>
                    </a:xfrm>
                    <a:custGeom>
                      <a:avLst/>
                      <a:gdLst/>
                      <a:ahLst/>
                      <a:cxnLst/>
                      <a:rect l="l" t="t" r="r" b="b"/>
                      <a:pathLst>
                        <a:path w="2549" h="1024" extrusionOk="0">
                          <a:moveTo>
                            <a:pt x="470" y="0"/>
                          </a:moveTo>
                          <a:cubicBezTo>
                            <a:pt x="209" y="0"/>
                            <a:pt x="0" y="209"/>
                            <a:pt x="0" y="469"/>
                          </a:cubicBezTo>
                          <a:lnTo>
                            <a:pt x="0" y="554"/>
                          </a:lnTo>
                          <a:cubicBezTo>
                            <a:pt x="0" y="815"/>
                            <a:pt x="209" y="1023"/>
                            <a:pt x="470" y="1023"/>
                          </a:cubicBezTo>
                          <a:lnTo>
                            <a:pt x="2086" y="1023"/>
                          </a:lnTo>
                          <a:cubicBezTo>
                            <a:pt x="2340" y="1023"/>
                            <a:pt x="2549" y="815"/>
                            <a:pt x="2549" y="554"/>
                          </a:cubicBezTo>
                          <a:lnTo>
                            <a:pt x="2549" y="469"/>
                          </a:lnTo>
                          <a:cubicBezTo>
                            <a:pt x="2549" y="209"/>
                            <a:pt x="2340" y="0"/>
                            <a:pt x="20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3" name="Google Shape;14055;p46">
                      <a:extLst>
                        <a:ext uri="{FF2B5EF4-FFF2-40B4-BE49-F238E27FC236}">
                          <a16:creationId xmlns:a16="http://schemas.microsoft.com/office/drawing/2014/main" id="{AC81C6EC-D271-49C9-A911-DBC7F2DFAE10}"/>
                        </a:ext>
                      </a:extLst>
                    </p:cNvPr>
                    <p:cNvSpPr/>
                    <p:nvPr/>
                  </p:nvSpPr>
                  <p:spPr>
                    <a:xfrm>
                      <a:off x="7038738" y="3706417"/>
                      <a:ext cx="64356" cy="25702"/>
                    </a:xfrm>
                    <a:custGeom>
                      <a:avLst/>
                      <a:gdLst/>
                      <a:ahLst/>
                      <a:cxnLst/>
                      <a:rect l="l" t="t" r="r" b="b"/>
                      <a:pathLst>
                        <a:path w="2549" h="1018" extrusionOk="0">
                          <a:moveTo>
                            <a:pt x="470" y="1"/>
                          </a:moveTo>
                          <a:cubicBezTo>
                            <a:pt x="209" y="1"/>
                            <a:pt x="0" y="209"/>
                            <a:pt x="0" y="464"/>
                          </a:cubicBezTo>
                          <a:lnTo>
                            <a:pt x="0" y="548"/>
                          </a:lnTo>
                          <a:cubicBezTo>
                            <a:pt x="0" y="809"/>
                            <a:pt x="209" y="1018"/>
                            <a:pt x="470" y="1018"/>
                          </a:cubicBezTo>
                          <a:lnTo>
                            <a:pt x="2086" y="1018"/>
                          </a:lnTo>
                          <a:cubicBezTo>
                            <a:pt x="2340" y="1018"/>
                            <a:pt x="2549" y="809"/>
                            <a:pt x="2549" y="548"/>
                          </a:cubicBezTo>
                          <a:lnTo>
                            <a:pt x="2549" y="464"/>
                          </a:lnTo>
                          <a:cubicBezTo>
                            <a:pt x="2549" y="209"/>
                            <a:pt x="2340" y="1"/>
                            <a:pt x="20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4" name="Google Shape;14056;p46">
                      <a:extLst>
                        <a:ext uri="{FF2B5EF4-FFF2-40B4-BE49-F238E27FC236}">
                          <a16:creationId xmlns:a16="http://schemas.microsoft.com/office/drawing/2014/main" id="{748A1AD1-F23B-C53E-BEC1-8FA1E144A6E1}"/>
                        </a:ext>
                      </a:extLst>
                    </p:cNvPr>
                    <p:cNvSpPr/>
                    <p:nvPr/>
                  </p:nvSpPr>
                  <p:spPr>
                    <a:xfrm>
                      <a:off x="7051563" y="3491864"/>
                      <a:ext cx="34412" cy="193042"/>
                    </a:xfrm>
                    <a:custGeom>
                      <a:avLst/>
                      <a:gdLst/>
                      <a:ahLst/>
                      <a:cxnLst/>
                      <a:rect l="l" t="t" r="r" b="b"/>
                      <a:pathLst>
                        <a:path w="1363" h="7646" extrusionOk="0">
                          <a:moveTo>
                            <a:pt x="685" y="0"/>
                          </a:moveTo>
                          <a:cubicBezTo>
                            <a:pt x="307" y="0"/>
                            <a:pt x="1" y="300"/>
                            <a:pt x="1" y="678"/>
                          </a:cubicBezTo>
                          <a:lnTo>
                            <a:pt x="1" y="6967"/>
                          </a:lnTo>
                          <a:cubicBezTo>
                            <a:pt x="1" y="7339"/>
                            <a:pt x="307" y="7645"/>
                            <a:pt x="685" y="7645"/>
                          </a:cubicBezTo>
                          <a:cubicBezTo>
                            <a:pt x="1057" y="7645"/>
                            <a:pt x="1363" y="7339"/>
                            <a:pt x="1363" y="6967"/>
                          </a:cubicBezTo>
                          <a:lnTo>
                            <a:pt x="1363" y="678"/>
                          </a:lnTo>
                          <a:cubicBezTo>
                            <a:pt x="1363" y="300"/>
                            <a:pt x="1057" y="0"/>
                            <a:pt x="6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5" name="Google Shape;14057;p46">
                      <a:extLst>
                        <a:ext uri="{FF2B5EF4-FFF2-40B4-BE49-F238E27FC236}">
                          <a16:creationId xmlns:a16="http://schemas.microsoft.com/office/drawing/2014/main" id="{06DD3CED-2C70-B7A5-11A3-2483E82DD5CE}"/>
                        </a:ext>
                      </a:extLst>
                    </p:cNvPr>
                    <p:cNvSpPr/>
                    <p:nvPr/>
                  </p:nvSpPr>
                  <p:spPr>
                    <a:xfrm>
                      <a:off x="7055351" y="3540945"/>
                      <a:ext cx="106166" cy="44915"/>
                    </a:xfrm>
                    <a:custGeom>
                      <a:avLst/>
                      <a:gdLst/>
                      <a:ahLst/>
                      <a:cxnLst/>
                      <a:rect l="l" t="t" r="r" b="b"/>
                      <a:pathLst>
                        <a:path w="4205" h="1779" extrusionOk="0">
                          <a:moveTo>
                            <a:pt x="783" y="0"/>
                          </a:moveTo>
                          <a:cubicBezTo>
                            <a:pt x="518" y="0"/>
                            <a:pt x="262" y="154"/>
                            <a:pt x="151" y="415"/>
                          </a:cubicBezTo>
                          <a:cubicBezTo>
                            <a:pt x="1" y="767"/>
                            <a:pt x="164" y="1171"/>
                            <a:pt x="516" y="1321"/>
                          </a:cubicBezTo>
                          <a:cubicBezTo>
                            <a:pt x="1219" y="1628"/>
                            <a:pt x="1904" y="1778"/>
                            <a:pt x="2536" y="1778"/>
                          </a:cubicBezTo>
                          <a:cubicBezTo>
                            <a:pt x="2555" y="1778"/>
                            <a:pt x="2574" y="1778"/>
                            <a:pt x="2593" y="1778"/>
                          </a:cubicBezTo>
                          <a:cubicBezTo>
                            <a:pt x="2952" y="1778"/>
                            <a:pt x="3310" y="1719"/>
                            <a:pt x="3657" y="1602"/>
                          </a:cubicBezTo>
                          <a:cubicBezTo>
                            <a:pt x="4015" y="1478"/>
                            <a:pt x="4204" y="1080"/>
                            <a:pt x="4081" y="722"/>
                          </a:cubicBezTo>
                          <a:cubicBezTo>
                            <a:pt x="3983" y="438"/>
                            <a:pt x="3713" y="260"/>
                            <a:pt x="3427" y="260"/>
                          </a:cubicBezTo>
                          <a:cubicBezTo>
                            <a:pt x="3351" y="260"/>
                            <a:pt x="3275" y="272"/>
                            <a:pt x="3201" y="298"/>
                          </a:cubicBezTo>
                          <a:cubicBezTo>
                            <a:pt x="2986" y="372"/>
                            <a:pt x="2761" y="402"/>
                            <a:pt x="2536" y="402"/>
                          </a:cubicBezTo>
                          <a:cubicBezTo>
                            <a:pt x="2001" y="402"/>
                            <a:pt x="1464" y="231"/>
                            <a:pt x="1057" y="57"/>
                          </a:cubicBezTo>
                          <a:cubicBezTo>
                            <a:pt x="968" y="19"/>
                            <a:pt x="875" y="0"/>
                            <a:pt x="7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6" name="Google Shape;14058;p46">
                      <a:extLst>
                        <a:ext uri="{FF2B5EF4-FFF2-40B4-BE49-F238E27FC236}">
                          <a16:creationId xmlns:a16="http://schemas.microsoft.com/office/drawing/2014/main" id="{D1915EC9-F901-A5B2-E199-E513ECAFB5B5}"/>
                        </a:ext>
                      </a:extLst>
                    </p:cNvPr>
                    <p:cNvSpPr/>
                    <p:nvPr/>
                  </p:nvSpPr>
                  <p:spPr>
                    <a:xfrm>
                      <a:off x="7046792" y="3596717"/>
                      <a:ext cx="118335" cy="44739"/>
                    </a:xfrm>
                    <a:custGeom>
                      <a:avLst/>
                      <a:gdLst/>
                      <a:ahLst/>
                      <a:cxnLst/>
                      <a:rect l="l" t="t" r="r" b="b"/>
                      <a:pathLst>
                        <a:path w="4687" h="1772" extrusionOk="0">
                          <a:moveTo>
                            <a:pt x="781" y="1"/>
                          </a:moveTo>
                          <a:cubicBezTo>
                            <a:pt x="514" y="1"/>
                            <a:pt x="262" y="154"/>
                            <a:pt x="151" y="416"/>
                          </a:cubicBezTo>
                          <a:cubicBezTo>
                            <a:pt x="1" y="768"/>
                            <a:pt x="164" y="1172"/>
                            <a:pt x="516" y="1322"/>
                          </a:cubicBezTo>
                          <a:cubicBezTo>
                            <a:pt x="1141" y="1609"/>
                            <a:pt x="1819" y="1758"/>
                            <a:pt x="2510" y="1772"/>
                          </a:cubicBezTo>
                          <a:cubicBezTo>
                            <a:pt x="3110" y="1772"/>
                            <a:pt x="3709" y="1622"/>
                            <a:pt x="4244" y="1335"/>
                          </a:cubicBezTo>
                          <a:cubicBezTo>
                            <a:pt x="4570" y="1152"/>
                            <a:pt x="4687" y="735"/>
                            <a:pt x="4504" y="409"/>
                          </a:cubicBezTo>
                          <a:cubicBezTo>
                            <a:pt x="4382" y="177"/>
                            <a:pt x="4144" y="47"/>
                            <a:pt x="3899" y="47"/>
                          </a:cubicBezTo>
                          <a:cubicBezTo>
                            <a:pt x="3793" y="47"/>
                            <a:pt x="3686" y="71"/>
                            <a:pt x="3585" y="123"/>
                          </a:cubicBezTo>
                          <a:cubicBezTo>
                            <a:pt x="3235" y="312"/>
                            <a:pt x="2865" y="385"/>
                            <a:pt x="2503" y="385"/>
                          </a:cubicBezTo>
                          <a:cubicBezTo>
                            <a:pt x="1972" y="385"/>
                            <a:pt x="1460" y="228"/>
                            <a:pt x="1057" y="57"/>
                          </a:cubicBezTo>
                          <a:cubicBezTo>
                            <a:pt x="966" y="19"/>
                            <a:pt x="873" y="1"/>
                            <a:pt x="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7" name="Google Shape;14059;p46">
                      <a:extLst>
                        <a:ext uri="{FF2B5EF4-FFF2-40B4-BE49-F238E27FC236}">
                          <a16:creationId xmlns:a16="http://schemas.microsoft.com/office/drawing/2014/main" id="{B151E827-7482-8524-ABA5-C2E8A3AFB1A6}"/>
                        </a:ext>
                      </a:extLst>
                    </p:cNvPr>
                    <p:cNvSpPr/>
                    <p:nvPr/>
                  </p:nvSpPr>
                  <p:spPr>
                    <a:xfrm>
                      <a:off x="6983118" y="3540768"/>
                      <a:ext cx="99576" cy="44739"/>
                    </a:xfrm>
                    <a:custGeom>
                      <a:avLst/>
                      <a:gdLst/>
                      <a:ahLst/>
                      <a:cxnLst/>
                      <a:rect l="l" t="t" r="r" b="b"/>
                      <a:pathLst>
                        <a:path w="3944" h="1772" extrusionOk="0">
                          <a:moveTo>
                            <a:pt x="3155" y="1"/>
                          </a:moveTo>
                          <a:cubicBezTo>
                            <a:pt x="3059" y="1"/>
                            <a:pt x="2961" y="21"/>
                            <a:pt x="2868" y="64"/>
                          </a:cubicBezTo>
                          <a:cubicBezTo>
                            <a:pt x="2493" y="222"/>
                            <a:pt x="1975" y="388"/>
                            <a:pt x="1426" y="388"/>
                          </a:cubicBezTo>
                          <a:cubicBezTo>
                            <a:pt x="1250" y="388"/>
                            <a:pt x="1072" y="371"/>
                            <a:pt x="893" y="331"/>
                          </a:cubicBezTo>
                          <a:cubicBezTo>
                            <a:pt x="846" y="321"/>
                            <a:pt x="799" y="316"/>
                            <a:pt x="753" y="316"/>
                          </a:cubicBezTo>
                          <a:cubicBezTo>
                            <a:pt x="435" y="316"/>
                            <a:pt x="153" y="541"/>
                            <a:pt x="79" y="859"/>
                          </a:cubicBezTo>
                          <a:cubicBezTo>
                            <a:pt x="0" y="1231"/>
                            <a:pt x="235" y="1596"/>
                            <a:pt x="600" y="1680"/>
                          </a:cubicBezTo>
                          <a:cubicBezTo>
                            <a:pt x="874" y="1739"/>
                            <a:pt x="1148" y="1772"/>
                            <a:pt x="1428" y="1772"/>
                          </a:cubicBezTo>
                          <a:cubicBezTo>
                            <a:pt x="2112" y="1759"/>
                            <a:pt x="2790" y="1609"/>
                            <a:pt x="3416" y="1328"/>
                          </a:cubicBezTo>
                          <a:cubicBezTo>
                            <a:pt x="3774" y="1185"/>
                            <a:pt x="3944" y="774"/>
                            <a:pt x="3787" y="416"/>
                          </a:cubicBezTo>
                          <a:cubicBezTo>
                            <a:pt x="3677" y="157"/>
                            <a:pt x="3422" y="1"/>
                            <a:pt x="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8" name="Google Shape;14060;p46">
                      <a:extLst>
                        <a:ext uri="{FF2B5EF4-FFF2-40B4-BE49-F238E27FC236}">
                          <a16:creationId xmlns:a16="http://schemas.microsoft.com/office/drawing/2014/main" id="{682B78B4-FED3-3431-EB51-637FCCB24452}"/>
                        </a:ext>
                      </a:extLst>
                    </p:cNvPr>
                    <p:cNvSpPr/>
                    <p:nvPr/>
                  </p:nvSpPr>
                  <p:spPr>
                    <a:xfrm>
                      <a:off x="7054871" y="3655619"/>
                      <a:ext cx="106645" cy="45244"/>
                    </a:xfrm>
                    <a:custGeom>
                      <a:avLst/>
                      <a:gdLst/>
                      <a:ahLst/>
                      <a:cxnLst/>
                      <a:rect l="l" t="t" r="r" b="b"/>
                      <a:pathLst>
                        <a:path w="4224" h="1792" extrusionOk="0">
                          <a:moveTo>
                            <a:pt x="788" y="1"/>
                          </a:moveTo>
                          <a:cubicBezTo>
                            <a:pt x="521" y="1"/>
                            <a:pt x="265" y="157"/>
                            <a:pt x="150" y="416"/>
                          </a:cubicBezTo>
                          <a:cubicBezTo>
                            <a:pt x="0" y="775"/>
                            <a:pt x="170" y="1192"/>
                            <a:pt x="535" y="1335"/>
                          </a:cubicBezTo>
                          <a:cubicBezTo>
                            <a:pt x="1167" y="1622"/>
                            <a:pt x="1858" y="1778"/>
                            <a:pt x="2555" y="1791"/>
                          </a:cubicBezTo>
                          <a:cubicBezTo>
                            <a:pt x="2933" y="1791"/>
                            <a:pt x="3311" y="1733"/>
                            <a:pt x="3676" y="1609"/>
                          </a:cubicBezTo>
                          <a:cubicBezTo>
                            <a:pt x="4034" y="1479"/>
                            <a:pt x="4223" y="1087"/>
                            <a:pt x="4100" y="729"/>
                          </a:cubicBezTo>
                          <a:cubicBezTo>
                            <a:pt x="4002" y="446"/>
                            <a:pt x="3734" y="265"/>
                            <a:pt x="3449" y="265"/>
                          </a:cubicBezTo>
                          <a:cubicBezTo>
                            <a:pt x="3373" y="265"/>
                            <a:pt x="3295" y="278"/>
                            <a:pt x="3220" y="305"/>
                          </a:cubicBezTo>
                          <a:cubicBezTo>
                            <a:pt x="3005" y="379"/>
                            <a:pt x="2780" y="409"/>
                            <a:pt x="2555" y="409"/>
                          </a:cubicBezTo>
                          <a:cubicBezTo>
                            <a:pt x="2020" y="409"/>
                            <a:pt x="1483" y="238"/>
                            <a:pt x="1076" y="64"/>
                          </a:cubicBezTo>
                          <a:cubicBezTo>
                            <a:pt x="982" y="21"/>
                            <a:pt x="885" y="1"/>
                            <a:pt x="7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9" name="Google Shape;14061;p46">
                      <a:extLst>
                        <a:ext uri="{FF2B5EF4-FFF2-40B4-BE49-F238E27FC236}">
                          <a16:creationId xmlns:a16="http://schemas.microsoft.com/office/drawing/2014/main" id="{0CACC9A3-DC47-269F-D0A6-3D7F314337C2}"/>
                        </a:ext>
                      </a:extLst>
                    </p:cNvPr>
                    <p:cNvSpPr/>
                    <p:nvPr/>
                  </p:nvSpPr>
                  <p:spPr>
                    <a:xfrm>
                      <a:off x="6983118" y="3655619"/>
                      <a:ext cx="99576" cy="44739"/>
                    </a:xfrm>
                    <a:custGeom>
                      <a:avLst/>
                      <a:gdLst/>
                      <a:ahLst/>
                      <a:cxnLst/>
                      <a:rect l="l" t="t" r="r" b="b"/>
                      <a:pathLst>
                        <a:path w="3944" h="1772" extrusionOk="0">
                          <a:moveTo>
                            <a:pt x="3155" y="1"/>
                          </a:moveTo>
                          <a:cubicBezTo>
                            <a:pt x="3059" y="1"/>
                            <a:pt x="2961" y="21"/>
                            <a:pt x="2868" y="64"/>
                          </a:cubicBezTo>
                          <a:cubicBezTo>
                            <a:pt x="2492" y="227"/>
                            <a:pt x="1974" y="394"/>
                            <a:pt x="1425" y="394"/>
                          </a:cubicBezTo>
                          <a:cubicBezTo>
                            <a:pt x="1249" y="394"/>
                            <a:pt x="1071" y="377"/>
                            <a:pt x="893" y="338"/>
                          </a:cubicBezTo>
                          <a:cubicBezTo>
                            <a:pt x="845" y="328"/>
                            <a:pt x="797" y="323"/>
                            <a:pt x="750" y="323"/>
                          </a:cubicBezTo>
                          <a:cubicBezTo>
                            <a:pt x="433" y="323"/>
                            <a:pt x="152" y="543"/>
                            <a:pt x="79" y="866"/>
                          </a:cubicBezTo>
                          <a:cubicBezTo>
                            <a:pt x="0" y="1231"/>
                            <a:pt x="235" y="1602"/>
                            <a:pt x="600" y="1687"/>
                          </a:cubicBezTo>
                          <a:cubicBezTo>
                            <a:pt x="874" y="1739"/>
                            <a:pt x="1148" y="1772"/>
                            <a:pt x="1428" y="1772"/>
                          </a:cubicBezTo>
                          <a:cubicBezTo>
                            <a:pt x="2112" y="1759"/>
                            <a:pt x="2790" y="1609"/>
                            <a:pt x="3416" y="1335"/>
                          </a:cubicBezTo>
                          <a:cubicBezTo>
                            <a:pt x="3774" y="1185"/>
                            <a:pt x="3944" y="775"/>
                            <a:pt x="3787" y="416"/>
                          </a:cubicBezTo>
                          <a:cubicBezTo>
                            <a:pt x="3677" y="157"/>
                            <a:pt x="3422" y="1"/>
                            <a:pt x="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0" name="Google Shape;14062;p46">
                      <a:extLst>
                        <a:ext uri="{FF2B5EF4-FFF2-40B4-BE49-F238E27FC236}">
                          <a16:creationId xmlns:a16="http://schemas.microsoft.com/office/drawing/2014/main" id="{F7566AEA-4625-5A13-4E4E-A0D0E5A2D96B}"/>
                        </a:ext>
                      </a:extLst>
                    </p:cNvPr>
                    <p:cNvSpPr/>
                    <p:nvPr/>
                  </p:nvSpPr>
                  <p:spPr>
                    <a:xfrm>
                      <a:off x="6973725" y="3596464"/>
                      <a:ext cx="117527" cy="44335"/>
                    </a:xfrm>
                    <a:custGeom>
                      <a:avLst/>
                      <a:gdLst/>
                      <a:ahLst/>
                      <a:cxnLst/>
                      <a:rect l="l" t="t" r="r" b="b"/>
                      <a:pathLst>
                        <a:path w="4655" h="1756" extrusionOk="0">
                          <a:moveTo>
                            <a:pt x="3863" y="0"/>
                          </a:moveTo>
                          <a:cubicBezTo>
                            <a:pt x="3768" y="0"/>
                            <a:pt x="3671" y="20"/>
                            <a:pt x="3579" y="61"/>
                          </a:cubicBezTo>
                          <a:cubicBezTo>
                            <a:pt x="3094" y="270"/>
                            <a:pt x="2605" y="375"/>
                            <a:pt x="2150" y="375"/>
                          </a:cubicBezTo>
                          <a:cubicBezTo>
                            <a:pt x="1769" y="375"/>
                            <a:pt x="1412" y="301"/>
                            <a:pt x="1102" y="152"/>
                          </a:cubicBezTo>
                          <a:cubicBezTo>
                            <a:pt x="1002" y="101"/>
                            <a:pt x="895" y="77"/>
                            <a:pt x="789" y="77"/>
                          </a:cubicBezTo>
                          <a:cubicBezTo>
                            <a:pt x="532" y="77"/>
                            <a:pt x="286" y="220"/>
                            <a:pt x="170" y="465"/>
                          </a:cubicBezTo>
                          <a:cubicBezTo>
                            <a:pt x="1" y="817"/>
                            <a:pt x="151" y="1234"/>
                            <a:pt x="503" y="1397"/>
                          </a:cubicBezTo>
                          <a:cubicBezTo>
                            <a:pt x="1005" y="1632"/>
                            <a:pt x="1556" y="1756"/>
                            <a:pt x="2109" y="1756"/>
                          </a:cubicBezTo>
                          <a:cubicBezTo>
                            <a:pt x="2123" y="1756"/>
                            <a:pt x="2138" y="1756"/>
                            <a:pt x="2152" y="1755"/>
                          </a:cubicBezTo>
                          <a:cubicBezTo>
                            <a:pt x="2836" y="1749"/>
                            <a:pt x="3501" y="1606"/>
                            <a:pt x="4127" y="1332"/>
                          </a:cubicBezTo>
                          <a:cubicBezTo>
                            <a:pt x="4485" y="1182"/>
                            <a:pt x="4654" y="771"/>
                            <a:pt x="4498" y="419"/>
                          </a:cubicBezTo>
                          <a:cubicBezTo>
                            <a:pt x="4387" y="155"/>
                            <a:pt x="4131" y="0"/>
                            <a:pt x="38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1" name="Google Shape;14063;p46">
                      <a:extLst>
                        <a:ext uri="{FF2B5EF4-FFF2-40B4-BE49-F238E27FC236}">
                          <a16:creationId xmlns:a16="http://schemas.microsoft.com/office/drawing/2014/main" id="{3247158D-E602-07B0-8CD6-6CE3EE3F76C6}"/>
                        </a:ext>
                      </a:extLst>
                    </p:cNvPr>
                    <p:cNvSpPr/>
                    <p:nvPr/>
                  </p:nvSpPr>
                  <p:spPr>
                    <a:xfrm>
                      <a:off x="7118368" y="3906680"/>
                      <a:ext cx="38881" cy="118007"/>
                    </a:xfrm>
                    <a:custGeom>
                      <a:avLst/>
                      <a:gdLst/>
                      <a:ahLst/>
                      <a:cxnLst/>
                      <a:rect l="l" t="t" r="r" b="b"/>
                      <a:pathLst>
                        <a:path w="1540" h="4674" extrusionOk="0">
                          <a:moveTo>
                            <a:pt x="1018" y="1"/>
                          </a:moveTo>
                          <a:lnTo>
                            <a:pt x="1" y="118"/>
                          </a:lnTo>
                          <a:lnTo>
                            <a:pt x="529" y="4674"/>
                          </a:lnTo>
                          <a:lnTo>
                            <a:pt x="1539" y="4557"/>
                          </a:lnTo>
                          <a:lnTo>
                            <a:pt x="10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2" name="Google Shape;14064;p46">
                      <a:extLst>
                        <a:ext uri="{FF2B5EF4-FFF2-40B4-BE49-F238E27FC236}">
                          <a16:creationId xmlns:a16="http://schemas.microsoft.com/office/drawing/2014/main" id="{D39F8E45-8C27-D302-AF65-856900138697}"/>
                        </a:ext>
                      </a:extLst>
                    </p:cNvPr>
                    <p:cNvSpPr/>
                    <p:nvPr/>
                  </p:nvSpPr>
                  <p:spPr>
                    <a:xfrm>
                      <a:off x="7122332" y="3882695"/>
                      <a:ext cx="43830" cy="37063"/>
                    </a:xfrm>
                    <a:custGeom>
                      <a:avLst/>
                      <a:gdLst/>
                      <a:ahLst/>
                      <a:cxnLst/>
                      <a:rect l="l" t="t" r="r" b="b"/>
                      <a:pathLst>
                        <a:path w="1736" h="1468" extrusionOk="0">
                          <a:moveTo>
                            <a:pt x="778" y="1"/>
                          </a:moveTo>
                          <a:cubicBezTo>
                            <a:pt x="750" y="1"/>
                            <a:pt x="721" y="2"/>
                            <a:pt x="691" y="6"/>
                          </a:cubicBezTo>
                          <a:cubicBezTo>
                            <a:pt x="287" y="51"/>
                            <a:pt x="0" y="416"/>
                            <a:pt x="46" y="820"/>
                          </a:cubicBezTo>
                          <a:cubicBezTo>
                            <a:pt x="95" y="1225"/>
                            <a:pt x="433" y="1468"/>
                            <a:pt x="780" y="1468"/>
                          </a:cubicBezTo>
                          <a:cubicBezTo>
                            <a:pt x="987" y="1468"/>
                            <a:pt x="1196" y="1382"/>
                            <a:pt x="1349" y="1192"/>
                          </a:cubicBezTo>
                          <a:cubicBezTo>
                            <a:pt x="1735" y="700"/>
                            <a:pt x="1378" y="1"/>
                            <a:pt x="7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3" name="Google Shape;14065;p46">
                      <a:extLst>
                        <a:ext uri="{FF2B5EF4-FFF2-40B4-BE49-F238E27FC236}">
                          <a16:creationId xmlns:a16="http://schemas.microsoft.com/office/drawing/2014/main" id="{E9858B09-1301-49A1-12F7-7A3228854229}"/>
                        </a:ext>
                      </a:extLst>
                    </p:cNvPr>
                    <p:cNvSpPr/>
                    <p:nvPr/>
                  </p:nvSpPr>
                  <p:spPr>
                    <a:xfrm>
                      <a:off x="7096656" y="3885674"/>
                      <a:ext cx="43981" cy="37013"/>
                    </a:xfrm>
                    <a:custGeom>
                      <a:avLst/>
                      <a:gdLst/>
                      <a:ahLst/>
                      <a:cxnLst/>
                      <a:rect l="l" t="t" r="r" b="b"/>
                      <a:pathLst>
                        <a:path w="1742" h="1466" extrusionOk="0">
                          <a:moveTo>
                            <a:pt x="784" y="0"/>
                          </a:moveTo>
                          <a:cubicBezTo>
                            <a:pt x="756" y="0"/>
                            <a:pt x="727" y="2"/>
                            <a:pt x="698" y="5"/>
                          </a:cubicBezTo>
                          <a:cubicBezTo>
                            <a:pt x="294" y="51"/>
                            <a:pt x="1" y="416"/>
                            <a:pt x="53" y="820"/>
                          </a:cubicBezTo>
                          <a:cubicBezTo>
                            <a:pt x="97" y="1223"/>
                            <a:pt x="435" y="1466"/>
                            <a:pt x="780" y="1466"/>
                          </a:cubicBezTo>
                          <a:cubicBezTo>
                            <a:pt x="988" y="1466"/>
                            <a:pt x="1198" y="1378"/>
                            <a:pt x="1350" y="1185"/>
                          </a:cubicBezTo>
                          <a:cubicBezTo>
                            <a:pt x="1742" y="699"/>
                            <a:pt x="1379" y="0"/>
                            <a:pt x="7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4" name="Google Shape;14066;p46">
                      <a:extLst>
                        <a:ext uri="{FF2B5EF4-FFF2-40B4-BE49-F238E27FC236}">
                          <a16:creationId xmlns:a16="http://schemas.microsoft.com/office/drawing/2014/main" id="{95392283-08B3-5FF3-2BB0-5C12C4959670}"/>
                        </a:ext>
                      </a:extLst>
                    </p:cNvPr>
                    <p:cNvSpPr/>
                    <p:nvPr/>
                  </p:nvSpPr>
                  <p:spPr>
                    <a:xfrm>
                      <a:off x="7135991" y="4002015"/>
                      <a:ext cx="43855" cy="37063"/>
                    </a:xfrm>
                    <a:custGeom>
                      <a:avLst/>
                      <a:gdLst/>
                      <a:ahLst/>
                      <a:cxnLst/>
                      <a:rect l="l" t="t" r="r" b="b"/>
                      <a:pathLst>
                        <a:path w="1737" h="1468" extrusionOk="0">
                          <a:moveTo>
                            <a:pt x="777" y="1"/>
                          </a:moveTo>
                          <a:cubicBezTo>
                            <a:pt x="751" y="1"/>
                            <a:pt x="725" y="2"/>
                            <a:pt x="698" y="5"/>
                          </a:cubicBezTo>
                          <a:cubicBezTo>
                            <a:pt x="294" y="51"/>
                            <a:pt x="0" y="416"/>
                            <a:pt x="46" y="820"/>
                          </a:cubicBezTo>
                          <a:cubicBezTo>
                            <a:pt x="95" y="1224"/>
                            <a:pt x="436" y="1467"/>
                            <a:pt x="783" y="1467"/>
                          </a:cubicBezTo>
                          <a:cubicBezTo>
                            <a:pt x="990" y="1467"/>
                            <a:pt x="1199" y="1381"/>
                            <a:pt x="1349" y="1191"/>
                          </a:cubicBezTo>
                          <a:cubicBezTo>
                            <a:pt x="1737" y="704"/>
                            <a:pt x="1382" y="1"/>
                            <a:pt x="7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5" name="Google Shape;14067;p46">
                      <a:extLst>
                        <a:ext uri="{FF2B5EF4-FFF2-40B4-BE49-F238E27FC236}">
                          <a16:creationId xmlns:a16="http://schemas.microsoft.com/office/drawing/2014/main" id="{61C63613-6C82-1091-463F-2EDF1DCE22C9}"/>
                        </a:ext>
                      </a:extLst>
                    </p:cNvPr>
                    <p:cNvSpPr/>
                    <p:nvPr/>
                  </p:nvSpPr>
                  <p:spPr>
                    <a:xfrm>
                      <a:off x="7110314" y="4004969"/>
                      <a:ext cx="43981" cy="37063"/>
                    </a:xfrm>
                    <a:custGeom>
                      <a:avLst/>
                      <a:gdLst/>
                      <a:ahLst/>
                      <a:cxnLst/>
                      <a:rect l="l" t="t" r="r" b="b"/>
                      <a:pathLst>
                        <a:path w="1742" h="1468" extrusionOk="0">
                          <a:moveTo>
                            <a:pt x="784" y="0"/>
                          </a:moveTo>
                          <a:cubicBezTo>
                            <a:pt x="756" y="0"/>
                            <a:pt x="727" y="2"/>
                            <a:pt x="698" y="5"/>
                          </a:cubicBezTo>
                          <a:cubicBezTo>
                            <a:pt x="294" y="51"/>
                            <a:pt x="1" y="416"/>
                            <a:pt x="53" y="820"/>
                          </a:cubicBezTo>
                          <a:cubicBezTo>
                            <a:pt x="98" y="1224"/>
                            <a:pt x="437" y="1467"/>
                            <a:pt x="783" y="1467"/>
                          </a:cubicBezTo>
                          <a:cubicBezTo>
                            <a:pt x="990" y="1467"/>
                            <a:pt x="1199" y="1381"/>
                            <a:pt x="1350" y="1191"/>
                          </a:cubicBezTo>
                          <a:cubicBezTo>
                            <a:pt x="1742" y="700"/>
                            <a:pt x="1379" y="0"/>
                            <a:pt x="7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6" name="Google Shape;14068;p46">
                      <a:extLst>
                        <a:ext uri="{FF2B5EF4-FFF2-40B4-BE49-F238E27FC236}">
                          <a16:creationId xmlns:a16="http://schemas.microsoft.com/office/drawing/2014/main" id="{80BD8D98-2884-5912-4B75-91724503E089}"/>
                        </a:ext>
                      </a:extLst>
                    </p:cNvPr>
                    <p:cNvSpPr/>
                    <p:nvPr/>
                  </p:nvSpPr>
                  <p:spPr>
                    <a:xfrm>
                      <a:off x="7129906" y="4152515"/>
                      <a:ext cx="21890" cy="99753"/>
                    </a:xfrm>
                    <a:custGeom>
                      <a:avLst/>
                      <a:gdLst/>
                      <a:ahLst/>
                      <a:cxnLst/>
                      <a:rect l="l" t="t" r="r" b="b"/>
                      <a:pathLst>
                        <a:path w="867" h="3951" extrusionOk="0">
                          <a:moveTo>
                            <a:pt x="78" y="1"/>
                          </a:moveTo>
                          <a:lnTo>
                            <a:pt x="0" y="3938"/>
                          </a:lnTo>
                          <a:lnTo>
                            <a:pt x="789" y="3951"/>
                          </a:lnTo>
                          <a:lnTo>
                            <a:pt x="867" y="21"/>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7" name="Google Shape;14069;p46">
                      <a:extLst>
                        <a:ext uri="{FF2B5EF4-FFF2-40B4-BE49-F238E27FC236}">
                          <a16:creationId xmlns:a16="http://schemas.microsoft.com/office/drawing/2014/main" id="{62631B17-BC25-2878-5F4F-7C2992378D4F}"/>
                        </a:ext>
                      </a:extLst>
                    </p:cNvPr>
                    <p:cNvSpPr/>
                    <p:nvPr/>
                  </p:nvSpPr>
                  <p:spPr>
                    <a:xfrm>
                      <a:off x="7140207" y="4137543"/>
                      <a:ext cx="36129" cy="30953"/>
                    </a:xfrm>
                    <a:custGeom>
                      <a:avLst/>
                      <a:gdLst/>
                      <a:ahLst/>
                      <a:cxnLst/>
                      <a:rect l="l" t="t" r="r" b="b"/>
                      <a:pathLst>
                        <a:path w="1431" h="1226" extrusionOk="0">
                          <a:moveTo>
                            <a:pt x="616" y="1"/>
                          </a:moveTo>
                          <a:cubicBezTo>
                            <a:pt x="283" y="1"/>
                            <a:pt x="16" y="266"/>
                            <a:pt x="9" y="600"/>
                          </a:cubicBezTo>
                          <a:cubicBezTo>
                            <a:pt x="0" y="976"/>
                            <a:pt x="304" y="1226"/>
                            <a:pt x="622" y="1226"/>
                          </a:cubicBezTo>
                          <a:cubicBezTo>
                            <a:pt x="768" y="1226"/>
                            <a:pt x="916" y="1173"/>
                            <a:pt x="1039" y="1057"/>
                          </a:cubicBezTo>
                          <a:cubicBezTo>
                            <a:pt x="1430" y="679"/>
                            <a:pt x="1176" y="14"/>
                            <a:pt x="628" y="1"/>
                          </a:cubicBezTo>
                          <a:cubicBezTo>
                            <a:pt x="624" y="1"/>
                            <a:pt x="620" y="1"/>
                            <a:pt x="6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8" name="Google Shape;14070;p46">
                      <a:extLst>
                        <a:ext uri="{FF2B5EF4-FFF2-40B4-BE49-F238E27FC236}">
                          <a16:creationId xmlns:a16="http://schemas.microsoft.com/office/drawing/2014/main" id="{3F24646C-1FFA-CB3A-D35F-917C35653481}"/>
                        </a:ext>
                      </a:extLst>
                    </p:cNvPr>
                    <p:cNvSpPr/>
                    <p:nvPr/>
                  </p:nvSpPr>
                  <p:spPr>
                    <a:xfrm>
                      <a:off x="7118924" y="4137215"/>
                      <a:ext cx="36180" cy="30802"/>
                    </a:xfrm>
                    <a:custGeom>
                      <a:avLst/>
                      <a:gdLst/>
                      <a:ahLst/>
                      <a:cxnLst/>
                      <a:rect l="l" t="t" r="r" b="b"/>
                      <a:pathLst>
                        <a:path w="1433" h="1220" extrusionOk="0">
                          <a:moveTo>
                            <a:pt x="607" y="0"/>
                          </a:moveTo>
                          <a:cubicBezTo>
                            <a:pt x="279" y="0"/>
                            <a:pt x="11" y="269"/>
                            <a:pt x="5" y="594"/>
                          </a:cubicBezTo>
                          <a:cubicBezTo>
                            <a:pt x="0" y="969"/>
                            <a:pt x="306" y="1219"/>
                            <a:pt x="624" y="1219"/>
                          </a:cubicBezTo>
                          <a:cubicBezTo>
                            <a:pt x="770" y="1219"/>
                            <a:pt x="918" y="1167"/>
                            <a:pt x="1041" y="1050"/>
                          </a:cubicBezTo>
                          <a:cubicBezTo>
                            <a:pt x="1432" y="672"/>
                            <a:pt x="1172" y="7"/>
                            <a:pt x="631" y="1"/>
                          </a:cubicBezTo>
                          <a:cubicBezTo>
                            <a:pt x="623" y="1"/>
                            <a:pt x="615" y="0"/>
                            <a:pt x="6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9" name="Google Shape;14071;p46">
                      <a:extLst>
                        <a:ext uri="{FF2B5EF4-FFF2-40B4-BE49-F238E27FC236}">
                          <a16:creationId xmlns:a16="http://schemas.microsoft.com/office/drawing/2014/main" id="{CEC14EA5-F0D5-5326-9345-6AAE7165906E}"/>
                        </a:ext>
                      </a:extLst>
                    </p:cNvPr>
                    <p:cNvSpPr/>
                    <p:nvPr/>
                  </p:nvSpPr>
                  <p:spPr>
                    <a:xfrm>
                      <a:off x="7138238" y="4237271"/>
                      <a:ext cx="36281" cy="30852"/>
                    </a:xfrm>
                    <a:custGeom>
                      <a:avLst/>
                      <a:gdLst/>
                      <a:ahLst/>
                      <a:cxnLst/>
                      <a:rect l="l" t="t" r="r" b="b"/>
                      <a:pathLst>
                        <a:path w="1437" h="1222" extrusionOk="0">
                          <a:moveTo>
                            <a:pt x="605" y="0"/>
                          </a:moveTo>
                          <a:cubicBezTo>
                            <a:pt x="277" y="0"/>
                            <a:pt x="15" y="269"/>
                            <a:pt x="9" y="594"/>
                          </a:cubicBezTo>
                          <a:cubicBezTo>
                            <a:pt x="0" y="969"/>
                            <a:pt x="304" y="1222"/>
                            <a:pt x="622" y="1222"/>
                          </a:cubicBezTo>
                          <a:cubicBezTo>
                            <a:pt x="767" y="1222"/>
                            <a:pt x="916" y="1169"/>
                            <a:pt x="1039" y="1050"/>
                          </a:cubicBezTo>
                          <a:cubicBezTo>
                            <a:pt x="1436" y="672"/>
                            <a:pt x="1176" y="7"/>
                            <a:pt x="628" y="0"/>
                          </a:cubicBezTo>
                          <a:cubicBezTo>
                            <a:pt x="620" y="0"/>
                            <a:pt x="613" y="0"/>
                            <a:pt x="6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0" name="Google Shape;14072;p46">
                      <a:extLst>
                        <a:ext uri="{FF2B5EF4-FFF2-40B4-BE49-F238E27FC236}">
                          <a16:creationId xmlns:a16="http://schemas.microsoft.com/office/drawing/2014/main" id="{1D524CFD-E812-098A-72BE-DB719FEAB4BA}"/>
                        </a:ext>
                      </a:extLst>
                    </p:cNvPr>
                    <p:cNvSpPr/>
                    <p:nvPr/>
                  </p:nvSpPr>
                  <p:spPr>
                    <a:xfrm>
                      <a:off x="7116828" y="4236766"/>
                      <a:ext cx="36306" cy="30878"/>
                    </a:xfrm>
                    <a:custGeom>
                      <a:avLst/>
                      <a:gdLst/>
                      <a:ahLst/>
                      <a:cxnLst/>
                      <a:rect l="l" t="t" r="r" b="b"/>
                      <a:pathLst>
                        <a:path w="1438" h="1223" extrusionOk="0">
                          <a:moveTo>
                            <a:pt x="623" y="1"/>
                          </a:moveTo>
                          <a:cubicBezTo>
                            <a:pt x="290" y="1"/>
                            <a:pt x="16" y="266"/>
                            <a:pt x="10" y="601"/>
                          </a:cubicBezTo>
                          <a:cubicBezTo>
                            <a:pt x="1" y="971"/>
                            <a:pt x="304" y="1222"/>
                            <a:pt x="623" y="1222"/>
                          </a:cubicBezTo>
                          <a:cubicBezTo>
                            <a:pt x="770" y="1222"/>
                            <a:pt x="921" y="1169"/>
                            <a:pt x="1046" y="1050"/>
                          </a:cubicBezTo>
                          <a:cubicBezTo>
                            <a:pt x="1437" y="672"/>
                            <a:pt x="1176" y="14"/>
                            <a:pt x="635" y="1"/>
                          </a:cubicBezTo>
                          <a:cubicBezTo>
                            <a:pt x="631" y="1"/>
                            <a:pt x="627" y="1"/>
                            <a:pt x="6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1" name="Google Shape;14073;p46">
                      <a:extLst>
                        <a:ext uri="{FF2B5EF4-FFF2-40B4-BE49-F238E27FC236}">
                          <a16:creationId xmlns:a16="http://schemas.microsoft.com/office/drawing/2014/main" id="{0768150B-24BF-2385-F6FB-ABCF81EB176C}"/>
                        </a:ext>
                      </a:extLst>
                    </p:cNvPr>
                    <p:cNvSpPr/>
                    <p:nvPr/>
                  </p:nvSpPr>
                  <p:spPr>
                    <a:xfrm>
                      <a:off x="7245742" y="3712350"/>
                      <a:ext cx="54004" cy="108640"/>
                    </a:xfrm>
                    <a:custGeom>
                      <a:avLst/>
                      <a:gdLst/>
                      <a:ahLst/>
                      <a:cxnLst/>
                      <a:rect l="l" t="t" r="r" b="b"/>
                      <a:pathLst>
                        <a:path w="2139" h="4303" extrusionOk="0">
                          <a:moveTo>
                            <a:pt x="893" y="1"/>
                          </a:moveTo>
                          <a:lnTo>
                            <a:pt x="0" y="274"/>
                          </a:lnTo>
                          <a:lnTo>
                            <a:pt x="1245" y="4302"/>
                          </a:lnTo>
                          <a:lnTo>
                            <a:pt x="2138" y="4028"/>
                          </a:lnTo>
                          <a:lnTo>
                            <a:pt x="8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2" name="Google Shape;14074;p46">
                      <a:extLst>
                        <a:ext uri="{FF2B5EF4-FFF2-40B4-BE49-F238E27FC236}">
                          <a16:creationId xmlns:a16="http://schemas.microsoft.com/office/drawing/2014/main" id="{E0F344E9-34E4-2A45-1FDC-5CC07E81CAA4}"/>
                        </a:ext>
                      </a:extLst>
                    </p:cNvPr>
                    <p:cNvSpPr/>
                    <p:nvPr/>
                  </p:nvSpPr>
                  <p:spPr>
                    <a:xfrm>
                      <a:off x="7246398" y="3690183"/>
                      <a:ext cx="40472" cy="34185"/>
                    </a:xfrm>
                    <a:custGeom>
                      <a:avLst/>
                      <a:gdLst/>
                      <a:ahLst/>
                      <a:cxnLst/>
                      <a:rect l="l" t="t" r="r" b="b"/>
                      <a:pathLst>
                        <a:path w="1603" h="1354" extrusionOk="0">
                          <a:moveTo>
                            <a:pt x="764" y="0"/>
                          </a:moveTo>
                          <a:cubicBezTo>
                            <a:pt x="698" y="0"/>
                            <a:pt x="630" y="10"/>
                            <a:pt x="561" y="31"/>
                          </a:cubicBezTo>
                          <a:cubicBezTo>
                            <a:pt x="203" y="142"/>
                            <a:pt x="1" y="520"/>
                            <a:pt x="111" y="879"/>
                          </a:cubicBezTo>
                          <a:cubicBezTo>
                            <a:pt x="207" y="1190"/>
                            <a:pt x="483" y="1353"/>
                            <a:pt x="760" y="1353"/>
                          </a:cubicBezTo>
                          <a:cubicBezTo>
                            <a:pt x="994" y="1353"/>
                            <a:pt x="1228" y="1237"/>
                            <a:pt x="1356" y="996"/>
                          </a:cubicBezTo>
                          <a:cubicBezTo>
                            <a:pt x="1603" y="526"/>
                            <a:pt x="1244" y="0"/>
                            <a:pt x="7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3" name="Google Shape;14075;p46">
                      <a:extLst>
                        <a:ext uri="{FF2B5EF4-FFF2-40B4-BE49-F238E27FC236}">
                          <a16:creationId xmlns:a16="http://schemas.microsoft.com/office/drawing/2014/main" id="{FF82DEB5-621A-F5EB-C1AC-F060C77BAD82}"/>
                        </a:ext>
                      </a:extLst>
                    </p:cNvPr>
                    <p:cNvSpPr/>
                    <p:nvPr/>
                  </p:nvSpPr>
                  <p:spPr>
                    <a:xfrm>
                      <a:off x="7223852" y="3697202"/>
                      <a:ext cx="40446" cy="34185"/>
                    </a:xfrm>
                    <a:custGeom>
                      <a:avLst/>
                      <a:gdLst/>
                      <a:ahLst/>
                      <a:cxnLst/>
                      <a:rect l="l" t="t" r="r" b="b"/>
                      <a:pathLst>
                        <a:path w="1602" h="1354" extrusionOk="0">
                          <a:moveTo>
                            <a:pt x="766" y="0"/>
                          </a:moveTo>
                          <a:cubicBezTo>
                            <a:pt x="697" y="0"/>
                            <a:pt x="627" y="11"/>
                            <a:pt x="555" y="34"/>
                          </a:cubicBezTo>
                          <a:cubicBezTo>
                            <a:pt x="196" y="138"/>
                            <a:pt x="1" y="522"/>
                            <a:pt x="111" y="874"/>
                          </a:cubicBezTo>
                          <a:cubicBezTo>
                            <a:pt x="207" y="1189"/>
                            <a:pt x="482" y="1354"/>
                            <a:pt x="759" y="1354"/>
                          </a:cubicBezTo>
                          <a:cubicBezTo>
                            <a:pt x="993" y="1354"/>
                            <a:pt x="1228" y="1236"/>
                            <a:pt x="1356" y="992"/>
                          </a:cubicBezTo>
                          <a:cubicBezTo>
                            <a:pt x="1602" y="524"/>
                            <a:pt x="1247" y="0"/>
                            <a:pt x="7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4" name="Google Shape;14076;p46">
                      <a:extLst>
                        <a:ext uri="{FF2B5EF4-FFF2-40B4-BE49-F238E27FC236}">
                          <a16:creationId xmlns:a16="http://schemas.microsoft.com/office/drawing/2014/main" id="{15D2A1E6-2A5B-0726-6036-02EE55F57AB2}"/>
                        </a:ext>
                      </a:extLst>
                    </p:cNvPr>
                    <p:cNvSpPr/>
                    <p:nvPr/>
                  </p:nvSpPr>
                  <p:spPr>
                    <a:xfrm>
                      <a:off x="7278993" y="3795642"/>
                      <a:ext cx="40598" cy="34261"/>
                    </a:xfrm>
                    <a:custGeom>
                      <a:avLst/>
                      <a:gdLst/>
                      <a:ahLst/>
                      <a:cxnLst/>
                      <a:rect l="l" t="t" r="r" b="b"/>
                      <a:pathLst>
                        <a:path w="1608" h="1357" extrusionOk="0">
                          <a:moveTo>
                            <a:pt x="764" y="1"/>
                          </a:moveTo>
                          <a:cubicBezTo>
                            <a:pt x="698" y="1"/>
                            <a:pt x="630" y="11"/>
                            <a:pt x="561" y="32"/>
                          </a:cubicBezTo>
                          <a:cubicBezTo>
                            <a:pt x="202" y="143"/>
                            <a:pt x="0" y="521"/>
                            <a:pt x="111" y="879"/>
                          </a:cubicBezTo>
                          <a:cubicBezTo>
                            <a:pt x="210" y="1191"/>
                            <a:pt x="487" y="1357"/>
                            <a:pt x="764" y="1357"/>
                          </a:cubicBezTo>
                          <a:cubicBezTo>
                            <a:pt x="996" y="1357"/>
                            <a:pt x="1228" y="1240"/>
                            <a:pt x="1356" y="997"/>
                          </a:cubicBezTo>
                          <a:cubicBezTo>
                            <a:pt x="1608" y="527"/>
                            <a:pt x="1245" y="1"/>
                            <a:pt x="7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5" name="Google Shape;14077;p46">
                      <a:extLst>
                        <a:ext uri="{FF2B5EF4-FFF2-40B4-BE49-F238E27FC236}">
                          <a16:creationId xmlns:a16="http://schemas.microsoft.com/office/drawing/2014/main" id="{E8A70F33-F5F9-2590-1A1A-0A8850D89881}"/>
                        </a:ext>
                      </a:extLst>
                    </p:cNvPr>
                    <p:cNvSpPr/>
                    <p:nvPr/>
                  </p:nvSpPr>
                  <p:spPr>
                    <a:xfrm>
                      <a:off x="7256447" y="3802686"/>
                      <a:ext cx="40446" cy="34210"/>
                    </a:xfrm>
                    <a:custGeom>
                      <a:avLst/>
                      <a:gdLst/>
                      <a:ahLst/>
                      <a:cxnLst/>
                      <a:rect l="l" t="t" r="r" b="b"/>
                      <a:pathLst>
                        <a:path w="1602" h="1355" extrusionOk="0">
                          <a:moveTo>
                            <a:pt x="770" y="0"/>
                          </a:moveTo>
                          <a:cubicBezTo>
                            <a:pt x="702" y="0"/>
                            <a:pt x="632" y="11"/>
                            <a:pt x="561" y="33"/>
                          </a:cubicBezTo>
                          <a:cubicBezTo>
                            <a:pt x="202" y="144"/>
                            <a:pt x="0" y="522"/>
                            <a:pt x="111" y="881"/>
                          </a:cubicBezTo>
                          <a:cubicBezTo>
                            <a:pt x="206" y="1191"/>
                            <a:pt x="481" y="1354"/>
                            <a:pt x="757" y="1354"/>
                          </a:cubicBezTo>
                          <a:cubicBezTo>
                            <a:pt x="991" y="1354"/>
                            <a:pt x="1227" y="1237"/>
                            <a:pt x="1356" y="991"/>
                          </a:cubicBezTo>
                          <a:cubicBezTo>
                            <a:pt x="1601" y="523"/>
                            <a:pt x="1247" y="0"/>
                            <a:pt x="7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6" name="Google Shape;14078;p46">
                      <a:extLst>
                        <a:ext uri="{FF2B5EF4-FFF2-40B4-BE49-F238E27FC236}">
                          <a16:creationId xmlns:a16="http://schemas.microsoft.com/office/drawing/2014/main" id="{FE0C6244-2E4B-AFA2-AE11-7CF4FACED9CB}"/>
                        </a:ext>
                      </a:extLst>
                    </p:cNvPr>
                    <p:cNvSpPr/>
                    <p:nvPr/>
                  </p:nvSpPr>
                  <p:spPr>
                    <a:xfrm>
                      <a:off x="7200498" y="3542207"/>
                      <a:ext cx="55469" cy="114220"/>
                    </a:xfrm>
                    <a:custGeom>
                      <a:avLst/>
                      <a:gdLst/>
                      <a:ahLst/>
                      <a:cxnLst/>
                      <a:rect l="l" t="t" r="r" b="b"/>
                      <a:pathLst>
                        <a:path w="2197" h="4524" extrusionOk="0">
                          <a:moveTo>
                            <a:pt x="945" y="0"/>
                          </a:moveTo>
                          <a:lnTo>
                            <a:pt x="0" y="281"/>
                          </a:lnTo>
                          <a:lnTo>
                            <a:pt x="1252" y="4524"/>
                          </a:lnTo>
                          <a:lnTo>
                            <a:pt x="2197" y="4243"/>
                          </a:lnTo>
                          <a:lnTo>
                            <a:pt x="9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7" name="Google Shape;14079;p46">
                      <a:extLst>
                        <a:ext uri="{FF2B5EF4-FFF2-40B4-BE49-F238E27FC236}">
                          <a16:creationId xmlns:a16="http://schemas.microsoft.com/office/drawing/2014/main" id="{AFB54E4F-8A60-8EA6-06CB-498A3BADB3A7}"/>
                        </a:ext>
                      </a:extLst>
                    </p:cNvPr>
                    <p:cNvSpPr/>
                    <p:nvPr/>
                  </p:nvSpPr>
                  <p:spPr>
                    <a:xfrm>
                      <a:off x="7201483" y="3519409"/>
                      <a:ext cx="42567" cy="35877"/>
                    </a:xfrm>
                    <a:custGeom>
                      <a:avLst/>
                      <a:gdLst/>
                      <a:ahLst/>
                      <a:cxnLst/>
                      <a:rect l="l" t="t" r="r" b="b"/>
                      <a:pathLst>
                        <a:path w="1686" h="1421" extrusionOk="0">
                          <a:moveTo>
                            <a:pt x="799" y="0"/>
                          </a:moveTo>
                          <a:cubicBezTo>
                            <a:pt x="732" y="0"/>
                            <a:pt x="663" y="10"/>
                            <a:pt x="593" y="30"/>
                          </a:cubicBezTo>
                          <a:cubicBezTo>
                            <a:pt x="215" y="141"/>
                            <a:pt x="0" y="532"/>
                            <a:pt x="111" y="910"/>
                          </a:cubicBezTo>
                          <a:cubicBezTo>
                            <a:pt x="211" y="1242"/>
                            <a:pt x="504" y="1420"/>
                            <a:pt x="797" y="1420"/>
                          </a:cubicBezTo>
                          <a:cubicBezTo>
                            <a:pt x="1038" y="1420"/>
                            <a:pt x="1279" y="1300"/>
                            <a:pt x="1415" y="1047"/>
                          </a:cubicBezTo>
                          <a:cubicBezTo>
                            <a:pt x="1686" y="557"/>
                            <a:pt x="1309" y="0"/>
                            <a:pt x="7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8" name="Google Shape;14080;p46">
                      <a:extLst>
                        <a:ext uri="{FF2B5EF4-FFF2-40B4-BE49-F238E27FC236}">
                          <a16:creationId xmlns:a16="http://schemas.microsoft.com/office/drawing/2014/main" id="{B7DE26C7-3325-B4E0-F3DA-2B74D98F0037}"/>
                        </a:ext>
                      </a:extLst>
                    </p:cNvPr>
                    <p:cNvSpPr/>
                    <p:nvPr/>
                  </p:nvSpPr>
                  <p:spPr>
                    <a:xfrm>
                      <a:off x="7177776" y="3526428"/>
                      <a:ext cx="42416" cy="35927"/>
                    </a:xfrm>
                    <a:custGeom>
                      <a:avLst/>
                      <a:gdLst/>
                      <a:ahLst/>
                      <a:cxnLst/>
                      <a:rect l="l" t="t" r="r" b="b"/>
                      <a:pathLst>
                        <a:path w="1680" h="1423" extrusionOk="0">
                          <a:moveTo>
                            <a:pt x="797" y="1"/>
                          </a:moveTo>
                          <a:cubicBezTo>
                            <a:pt x="729" y="1"/>
                            <a:pt x="659" y="11"/>
                            <a:pt x="587" y="32"/>
                          </a:cubicBezTo>
                          <a:cubicBezTo>
                            <a:pt x="216" y="143"/>
                            <a:pt x="1" y="534"/>
                            <a:pt x="105" y="912"/>
                          </a:cubicBezTo>
                          <a:cubicBezTo>
                            <a:pt x="205" y="1245"/>
                            <a:pt x="497" y="1422"/>
                            <a:pt x="792" y="1422"/>
                          </a:cubicBezTo>
                          <a:cubicBezTo>
                            <a:pt x="1034" y="1422"/>
                            <a:pt x="1277" y="1302"/>
                            <a:pt x="1415" y="1049"/>
                          </a:cubicBezTo>
                          <a:cubicBezTo>
                            <a:pt x="1679" y="560"/>
                            <a:pt x="1305" y="1"/>
                            <a:pt x="7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9" name="Google Shape;14081;p46">
                      <a:extLst>
                        <a:ext uri="{FF2B5EF4-FFF2-40B4-BE49-F238E27FC236}">
                          <a16:creationId xmlns:a16="http://schemas.microsoft.com/office/drawing/2014/main" id="{37956347-084A-D8D3-C2C3-0721F30C25F4}"/>
                        </a:ext>
                      </a:extLst>
                    </p:cNvPr>
                    <p:cNvSpPr/>
                    <p:nvPr/>
                  </p:nvSpPr>
                  <p:spPr>
                    <a:xfrm>
                      <a:off x="7234229" y="3630473"/>
                      <a:ext cx="42441" cy="35902"/>
                    </a:xfrm>
                    <a:custGeom>
                      <a:avLst/>
                      <a:gdLst/>
                      <a:ahLst/>
                      <a:cxnLst/>
                      <a:rect l="l" t="t" r="r" b="b"/>
                      <a:pathLst>
                        <a:path w="1681" h="1422" extrusionOk="0">
                          <a:moveTo>
                            <a:pt x="797" y="1"/>
                          </a:moveTo>
                          <a:cubicBezTo>
                            <a:pt x="731" y="1"/>
                            <a:pt x="663" y="10"/>
                            <a:pt x="593" y="30"/>
                          </a:cubicBezTo>
                          <a:cubicBezTo>
                            <a:pt x="215" y="141"/>
                            <a:pt x="0" y="539"/>
                            <a:pt x="111" y="910"/>
                          </a:cubicBezTo>
                          <a:cubicBezTo>
                            <a:pt x="208" y="1244"/>
                            <a:pt x="502" y="1421"/>
                            <a:pt x="797" y="1421"/>
                          </a:cubicBezTo>
                          <a:cubicBezTo>
                            <a:pt x="1038" y="1421"/>
                            <a:pt x="1280" y="1303"/>
                            <a:pt x="1415" y="1054"/>
                          </a:cubicBezTo>
                          <a:cubicBezTo>
                            <a:pt x="1680" y="563"/>
                            <a:pt x="1307" y="1"/>
                            <a:pt x="7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0" name="Google Shape;14082;p46">
                      <a:extLst>
                        <a:ext uri="{FF2B5EF4-FFF2-40B4-BE49-F238E27FC236}">
                          <a16:creationId xmlns:a16="http://schemas.microsoft.com/office/drawing/2014/main" id="{43889DA5-7940-BB66-D001-5D40761F357A}"/>
                        </a:ext>
                      </a:extLst>
                    </p:cNvPr>
                    <p:cNvSpPr/>
                    <p:nvPr/>
                  </p:nvSpPr>
                  <p:spPr>
                    <a:xfrm>
                      <a:off x="7210370" y="3637517"/>
                      <a:ext cx="42391" cy="35826"/>
                    </a:xfrm>
                    <a:custGeom>
                      <a:avLst/>
                      <a:gdLst/>
                      <a:ahLst/>
                      <a:cxnLst/>
                      <a:rect l="l" t="t" r="r" b="b"/>
                      <a:pathLst>
                        <a:path w="1679" h="1419" extrusionOk="0">
                          <a:moveTo>
                            <a:pt x="803" y="0"/>
                          </a:moveTo>
                          <a:cubicBezTo>
                            <a:pt x="735" y="0"/>
                            <a:pt x="665" y="10"/>
                            <a:pt x="593" y="32"/>
                          </a:cubicBezTo>
                          <a:cubicBezTo>
                            <a:pt x="215" y="142"/>
                            <a:pt x="0" y="534"/>
                            <a:pt x="111" y="912"/>
                          </a:cubicBezTo>
                          <a:cubicBezTo>
                            <a:pt x="207" y="1243"/>
                            <a:pt x="499" y="1419"/>
                            <a:pt x="793" y="1419"/>
                          </a:cubicBezTo>
                          <a:cubicBezTo>
                            <a:pt x="1035" y="1419"/>
                            <a:pt x="1279" y="1299"/>
                            <a:pt x="1415" y="1048"/>
                          </a:cubicBezTo>
                          <a:cubicBezTo>
                            <a:pt x="1679" y="560"/>
                            <a:pt x="1310" y="0"/>
                            <a:pt x="8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1" name="Google Shape;14083;p46">
                      <a:extLst>
                        <a:ext uri="{FF2B5EF4-FFF2-40B4-BE49-F238E27FC236}">
                          <a16:creationId xmlns:a16="http://schemas.microsoft.com/office/drawing/2014/main" id="{40037C0F-63FE-8457-B853-E6E28CBFB4B1}"/>
                        </a:ext>
                      </a:extLst>
                    </p:cNvPr>
                    <p:cNvSpPr/>
                    <p:nvPr/>
                  </p:nvSpPr>
                  <p:spPr>
                    <a:xfrm>
                      <a:off x="7278993" y="3842021"/>
                      <a:ext cx="47415" cy="37543"/>
                    </a:xfrm>
                    <a:custGeom>
                      <a:avLst/>
                      <a:gdLst/>
                      <a:ahLst/>
                      <a:cxnLst/>
                      <a:rect l="l" t="t" r="r" b="b"/>
                      <a:pathLst>
                        <a:path w="1878" h="1487" extrusionOk="0">
                          <a:moveTo>
                            <a:pt x="1030" y="0"/>
                          </a:moveTo>
                          <a:cubicBezTo>
                            <a:pt x="0" y="0"/>
                            <a:pt x="0" y="1486"/>
                            <a:pt x="1030" y="1486"/>
                          </a:cubicBezTo>
                          <a:cubicBezTo>
                            <a:pt x="1877" y="1486"/>
                            <a:pt x="1877" y="0"/>
                            <a:pt x="10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2" name="Google Shape;14084;p46">
                      <a:extLst>
                        <a:ext uri="{FF2B5EF4-FFF2-40B4-BE49-F238E27FC236}">
                          <a16:creationId xmlns:a16="http://schemas.microsoft.com/office/drawing/2014/main" id="{BC28493E-06F7-2AAD-809D-0395420AAEC1}"/>
                        </a:ext>
                      </a:extLst>
                    </p:cNvPr>
                    <p:cNvSpPr/>
                    <p:nvPr/>
                  </p:nvSpPr>
                  <p:spPr>
                    <a:xfrm>
                      <a:off x="7315829" y="3883074"/>
                      <a:ext cx="19239" cy="30045"/>
                    </a:xfrm>
                    <a:custGeom>
                      <a:avLst/>
                      <a:gdLst/>
                      <a:ahLst/>
                      <a:cxnLst/>
                      <a:rect l="l" t="t" r="r" b="b"/>
                      <a:pathLst>
                        <a:path w="762" h="1190" extrusionOk="0">
                          <a:moveTo>
                            <a:pt x="235" y="0"/>
                          </a:moveTo>
                          <a:cubicBezTo>
                            <a:pt x="137" y="0"/>
                            <a:pt x="40" y="54"/>
                            <a:pt x="21" y="167"/>
                          </a:cubicBezTo>
                          <a:cubicBezTo>
                            <a:pt x="8" y="297"/>
                            <a:pt x="1" y="434"/>
                            <a:pt x="21" y="564"/>
                          </a:cubicBezTo>
                          <a:cubicBezTo>
                            <a:pt x="34" y="714"/>
                            <a:pt x="40" y="897"/>
                            <a:pt x="112" y="1034"/>
                          </a:cubicBezTo>
                          <a:cubicBezTo>
                            <a:pt x="170" y="1141"/>
                            <a:pt x="285" y="1190"/>
                            <a:pt x="400" y="1190"/>
                          </a:cubicBezTo>
                          <a:cubicBezTo>
                            <a:pt x="580" y="1190"/>
                            <a:pt x="761" y="1070"/>
                            <a:pt x="737" y="864"/>
                          </a:cubicBezTo>
                          <a:cubicBezTo>
                            <a:pt x="705" y="610"/>
                            <a:pt x="516" y="388"/>
                            <a:pt x="464" y="167"/>
                          </a:cubicBezTo>
                          <a:cubicBezTo>
                            <a:pt x="441" y="58"/>
                            <a:pt x="337" y="0"/>
                            <a:pt x="2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3" name="Google Shape;14085;p46">
                      <a:extLst>
                        <a:ext uri="{FF2B5EF4-FFF2-40B4-BE49-F238E27FC236}">
                          <a16:creationId xmlns:a16="http://schemas.microsoft.com/office/drawing/2014/main" id="{71A49892-3BCA-A8BC-59D2-34D5EF782BA3}"/>
                        </a:ext>
                      </a:extLst>
                    </p:cNvPr>
                    <p:cNvSpPr/>
                    <p:nvPr/>
                  </p:nvSpPr>
                  <p:spPr>
                    <a:xfrm>
                      <a:off x="7286719" y="3892920"/>
                      <a:ext cx="23379" cy="28479"/>
                    </a:xfrm>
                    <a:custGeom>
                      <a:avLst/>
                      <a:gdLst/>
                      <a:ahLst/>
                      <a:cxnLst/>
                      <a:rect l="l" t="t" r="r" b="b"/>
                      <a:pathLst>
                        <a:path w="926" h="1128" extrusionOk="0">
                          <a:moveTo>
                            <a:pt x="207" y="0"/>
                          </a:moveTo>
                          <a:cubicBezTo>
                            <a:pt x="133" y="0"/>
                            <a:pt x="63" y="49"/>
                            <a:pt x="39" y="129"/>
                          </a:cubicBezTo>
                          <a:cubicBezTo>
                            <a:pt x="7" y="220"/>
                            <a:pt x="0" y="318"/>
                            <a:pt x="20" y="415"/>
                          </a:cubicBezTo>
                          <a:cubicBezTo>
                            <a:pt x="39" y="481"/>
                            <a:pt x="53" y="552"/>
                            <a:pt x="72" y="617"/>
                          </a:cubicBezTo>
                          <a:cubicBezTo>
                            <a:pt x="85" y="676"/>
                            <a:pt x="98" y="728"/>
                            <a:pt x="118" y="780"/>
                          </a:cubicBezTo>
                          <a:cubicBezTo>
                            <a:pt x="115" y="745"/>
                            <a:pt x="113" y="726"/>
                            <a:pt x="113" y="726"/>
                          </a:cubicBezTo>
                          <a:lnTo>
                            <a:pt x="113" y="726"/>
                          </a:lnTo>
                          <a:cubicBezTo>
                            <a:pt x="113" y="726"/>
                            <a:pt x="117" y="761"/>
                            <a:pt x="124" y="833"/>
                          </a:cubicBezTo>
                          <a:lnTo>
                            <a:pt x="163" y="924"/>
                          </a:lnTo>
                          <a:lnTo>
                            <a:pt x="235" y="1015"/>
                          </a:lnTo>
                          <a:cubicBezTo>
                            <a:pt x="297" y="1093"/>
                            <a:pt x="394" y="1128"/>
                            <a:pt x="492" y="1128"/>
                          </a:cubicBezTo>
                          <a:cubicBezTo>
                            <a:pt x="599" y="1128"/>
                            <a:pt x="708" y="1086"/>
                            <a:pt x="776" y="1015"/>
                          </a:cubicBezTo>
                          <a:cubicBezTo>
                            <a:pt x="900" y="891"/>
                            <a:pt x="926" y="702"/>
                            <a:pt x="841" y="552"/>
                          </a:cubicBezTo>
                          <a:cubicBezTo>
                            <a:pt x="809" y="498"/>
                            <a:pt x="772" y="454"/>
                            <a:pt x="724" y="418"/>
                          </a:cubicBezTo>
                          <a:lnTo>
                            <a:pt x="724" y="418"/>
                          </a:lnTo>
                          <a:cubicBezTo>
                            <a:pt x="720" y="413"/>
                            <a:pt x="716" y="408"/>
                            <a:pt x="711" y="402"/>
                          </a:cubicBezTo>
                          <a:cubicBezTo>
                            <a:pt x="672" y="363"/>
                            <a:pt x="633" y="318"/>
                            <a:pt x="600" y="272"/>
                          </a:cubicBezTo>
                          <a:cubicBezTo>
                            <a:pt x="554" y="213"/>
                            <a:pt x="509" y="161"/>
                            <a:pt x="457" y="116"/>
                          </a:cubicBezTo>
                          <a:cubicBezTo>
                            <a:pt x="411" y="70"/>
                            <a:pt x="352" y="44"/>
                            <a:pt x="294" y="24"/>
                          </a:cubicBezTo>
                          <a:cubicBezTo>
                            <a:pt x="266" y="8"/>
                            <a:pt x="236" y="0"/>
                            <a:pt x="2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4" name="Google Shape;14086;p46">
                      <a:extLst>
                        <a:ext uri="{FF2B5EF4-FFF2-40B4-BE49-F238E27FC236}">
                          <a16:creationId xmlns:a16="http://schemas.microsoft.com/office/drawing/2014/main" id="{865BE4E4-531B-A41C-FC96-34B31E56BBDB}"/>
                        </a:ext>
                      </a:extLst>
                    </p:cNvPr>
                    <p:cNvSpPr/>
                    <p:nvPr/>
                  </p:nvSpPr>
                  <p:spPr>
                    <a:xfrm>
                      <a:off x="7107512" y="4057585"/>
                      <a:ext cx="64381" cy="52843"/>
                    </a:xfrm>
                    <a:custGeom>
                      <a:avLst/>
                      <a:gdLst/>
                      <a:ahLst/>
                      <a:cxnLst/>
                      <a:rect l="l" t="t" r="r" b="b"/>
                      <a:pathLst>
                        <a:path w="2550" h="2093" extrusionOk="0">
                          <a:moveTo>
                            <a:pt x="1356" y="0"/>
                          </a:moveTo>
                          <a:cubicBezTo>
                            <a:pt x="1" y="0"/>
                            <a:pt x="1" y="2092"/>
                            <a:pt x="1356" y="2092"/>
                          </a:cubicBezTo>
                          <a:cubicBezTo>
                            <a:pt x="2549" y="2092"/>
                            <a:pt x="2549" y="0"/>
                            <a:pt x="13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5" name="Google Shape;14087;p46">
                      <a:extLst>
                        <a:ext uri="{FF2B5EF4-FFF2-40B4-BE49-F238E27FC236}">
                          <a16:creationId xmlns:a16="http://schemas.microsoft.com/office/drawing/2014/main" id="{21E57151-9787-FA35-1ED0-C53FE4D9C455}"/>
                        </a:ext>
                      </a:extLst>
                    </p:cNvPr>
                    <p:cNvSpPr/>
                    <p:nvPr/>
                  </p:nvSpPr>
                  <p:spPr>
                    <a:xfrm>
                      <a:off x="7116071" y="4284837"/>
                      <a:ext cx="47087" cy="36053"/>
                    </a:xfrm>
                    <a:custGeom>
                      <a:avLst/>
                      <a:gdLst/>
                      <a:ahLst/>
                      <a:cxnLst/>
                      <a:rect l="l" t="t" r="r" b="b"/>
                      <a:pathLst>
                        <a:path w="1865" h="1428" extrusionOk="0">
                          <a:moveTo>
                            <a:pt x="1017" y="0"/>
                          </a:moveTo>
                          <a:cubicBezTo>
                            <a:pt x="1" y="0"/>
                            <a:pt x="1" y="1427"/>
                            <a:pt x="1017" y="1427"/>
                          </a:cubicBezTo>
                          <a:cubicBezTo>
                            <a:pt x="1865" y="1427"/>
                            <a:pt x="1865" y="0"/>
                            <a:pt x="10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6" name="Google Shape;14088;p46">
                      <a:extLst>
                        <a:ext uri="{FF2B5EF4-FFF2-40B4-BE49-F238E27FC236}">
                          <a16:creationId xmlns:a16="http://schemas.microsoft.com/office/drawing/2014/main" id="{6989970B-53E7-A567-2F3C-2D748B7A565E}"/>
                        </a:ext>
                      </a:extLst>
                    </p:cNvPr>
                    <p:cNvSpPr/>
                    <p:nvPr/>
                  </p:nvSpPr>
                  <p:spPr>
                    <a:xfrm>
                      <a:off x="7161819" y="4293598"/>
                      <a:ext cx="52767" cy="24010"/>
                    </a:xfrm>
                    <a:custGeom>
                      <a:avLst/>
                      <a:gdLst/>
                      <a:ahLst/>
                      <a:cxnLst/>
                      <a:rect l="l" t="t" r="r" b="b"/>
                      <a:pathLst>
                        <a:path w="2090" h="951" extrusionOk="0">
                          <a:moveTo>
                            <a:pt x="586" y="1"/>
                          </a:moveTo>
                          <a:cubicBezTo>
                            <a:pt x="486" y="1"/>
                            <a:pt x="381" y="24"/>
                            <a:pt x="268" y="83"/>
                          </a:cubicBezTo>
                          <a:cubicBezTo>
                            <a:pt x="20" y="214"/>
                            <a:pt x="1" y="559"/>
                            <a:pt x="183" y="748"/>
                          </a:cubicBezTo>
                          <a:cubicBezTo>
                            <a:pt x="343" y="916"/>
                            <a:pt x="517" y="950"/>
                            <a:pt x="710" y="950"/>
                          </a:cubicBezTo>
                          <a:cubicBezTo>
                            <a:pt x="809" y="950"/>
                            <a:pt x="914" y="941"/>
                            <a:pt x="1024" y="937"/>
                          </a:cubicBezTo>
                          <a:cubicBezTo>
                            <a:pt x="1161" y="930"/>
                            <a:pt x="1291" y="930"/>
                            <a:pt x="1441" y="930"/>
                          </a:cubicBezTo>
                          <a:cubicBezTo>
                            <a:pt x="1561" y="930"/>
                            <a:pt x="1685" y="897"/>
                            <a:pt x="1807" y="897"/>
                          </a:cubicBezTo>
                          <a:cubicBezTo>
                            <a:pt x="1837" y="897"/>
                            <a:pt x="1867" y="899"/>
                            <a:pt x="1897" y="904"/>
                          </a:cubicBezTo>
                          <a:cubicBezTo>
                            <a:pt x="1907" y="907"/>
                            <a:pt x="1917" y="908"/>
                            <a:pt x="1927" y="908"/>
                          </a:cubicBezTo>
                          <a:cubicBezTo>
                            <a:pt x="2033" y="908"/>
                            <a:pt x="2089" y="755"/>
                            <a:pt x="1982" y="689"/>
                          </a:cubicBezTo>
                          <a:cubicBezTo>
                            <a:pt x="1845" y="598"/>
                            <a:pt x="1741" y="468"/>
                            <a:pt x="1591" y="383"/>
                          </a:cubicBezTo>
                          <a:cubicBezTo>
                            <a:pt x="1467" y="324"/>
                            <a:pt x="1343" y="259"/>
                            <a:pt x="1219" y="207"/>
                          </a:cubicBezTo>
                          <a:cubicBezTo>
                            <a:pt x="994" y="105"/>
                            <a:pt x="799" y="1"/>
                            <a:pt x="5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7" name="Google Shape;14089;p46">
                      <a:extLst>
                        <a:ext uri="{FF2B5EF4-FFF2-40B4-BE49-F238E27FC236}">
                          <a16:creationId xmlns:a16="http://schemas.microsoft.com/office/drawing/2014/main" id="{11A373D1-016C-C75E-F5A8-567A60EC5DC9}"/>
                        </a:ext>
                      </a:extLst>
                    </p:cNvPr>
                    <p:cNvSpPr/>
                    <p:nvPr/>
                  </p:nvSpPr>
                  <p:spPr>
                    <a:xfrm>
                      <a:off x="6988394" y="3906857"/>
                      <a:ext cx="38856" cy="118007"/>
                    </a:xfrm>
                    <a:custGeom>
                      <a:avLst/>
                      <a:gdLst/>
                      <a:ahLst/>
                      <a:cxnLst/>
                      <a:rect l="l" t="t" r="r" b="b"/>
                      <a:pathLst>
                        <a:path w="1539" h="4674" extrusionOk="0">
                          <a:moveTo>
                            <a:pt x="528" y="0"/>
                          </a:moveTo>
                          <a:lnTo>
                            <a:pt x="0" y="4556"/>
                          </a:lnTo>
                          <a:lnTo>
                            <a:pt x="1017" y="4673"/>
                          </a:lnTo>
                          <a:lnTo>
                            <a:pt x="1538" y="111"/>
                          </a:lnTo>
                          <a:lnTo>
                            <a:pt x="5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8" name="Google Shape;14090;p46">
                      <a:extLst>
                        <a:ext uri="{FF2B5EF4-FFF2-40B4-BE49-F238E27FC236}">
                          <a16:creationId xmlns:a16="http://schemas.microsoft.com/office/drawing/2014/main" id="{F3A06843-6DF9-7CD7-8A7E-44F3598B40F0}"/>
                        </a:ext>
                      </a:extLst>
                    </p:cNvPr>
                    <p:cNvSpPr/>
                    <p:nvPr/>
                  </p:nvSpPr>
                  <p:spPr>
                    <a:xfrm>
                      <a:off x="6979482" y="3882695"/>
                      <a:ext cx="43981" cy="37063"/>
                    </a:xfrm>
                    <a:custGeom>
                      <a:avLst/>
                      <a:gdLst/>
                      <a:ahLst/>
                      <a:cxnLst/>
                      <a:rect l="l" t="t" r="r" b="b"/>
                      <a:pathLst>
                        <a:path w="1742" h="1468" extrusionOk="0">
                          <a:moveTo>
                            <a:pt x="958" y="1"/>
                          </a:moveTo>
                          <a:cubicBezTo>
                            <a:pt x="363" y="1"/>
                            <a:pt x="0" y="700"/>
                            <a:pt x="392" y="1192"/>
                          </a:cubicBezTo>
                          <a:cubicBezTo>
                            <a:pt x="543" y="1382"/>
                            <a:pt x="752" y="1468"/>
                            <a:pt x="958" y="1468"/>
                          </a:cubicBezTo>
                          <a:cubicBezTo>
                            <a:pt x="1305" y="1468"/>
                            <a:pt x="1644" y="1225"/>
                            <a:pt x="1689" y="820"/>
                          </a:cubicBezTo>
                          <a:cubicBezTo>
                            <a:pt x="1741" y="416"/>
                            <a:pt x="1448" y="51"/>
                            <a:pt x="1044" y="6"/>
                          </a:cubicBezTo>
                          <a:cubicBezTo>
                            <a:pt x="1015" y="2"/>
                            <a:pt x="986" y="1"/>
                            <a:pt x="9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9" name="Google Shape;14091;p46">
                      <a:extLst>
                        <a:ext uri="{FF2B5EF4-FFF2-40B4-BE49-F238E27FC236}">
                          <a16:creationId xmlns:a16="http://schemas.microsoft.com/office/drawing/2014/main" id="{6B5B37D1-83DE-B75C-C24D-ECF657A8218A}"/>
                        </a:ext>
                      </a:extLst>
                    </p:cNvPr>
                    <p:cNvSpPr/>
                    <p:nvPr/>
                  </p:nvSpPr>
                  <p:spPr>
                    <a:xfrm>
                      <a:off x="7005133" y="3885674"/>
                      <a:ext cx="43830" cy="37013"/>
                    </a:xfrm>
                    <a:custGeom>
                      <a:avLst/>
                      <a:gdLst/>
                      <a:ahLst/>
                      <a:cxnLst/>
                      <a:rect l="l" t="t" r="r" b="b"/>
                      <a:pathLst>
                        <a:path w="1736" h="1466" extrusionOk="0">
                          <a:moveTo>
                            <a:pt x="958" y="0"/>
                          </a:moveTo>
                          <a:cubicBezTo>
                            <a:pt x="357" y="0"/>
                            <a:pt x="1" y="699"/>
                            <a:pt x="386" y="1185"/>
                          </a:cubicBezTo>
                          <a:cubicBezTo>
                            <a:pt x="538" y="1378"/>
                            <a:pt x="748" y="1466"/>
                            <a:pt x="956" y="1466"/>
                          </a:cubicBezTo>
                          <a:cubicBezTo>
                            <a:pt x="1302" y="1466"/>
                            <a:pt x="1641" y="1223"/>
                            <a:pt x="1690" y="820"/>
                          </a:cubicBezTo>
                          <a:cubicBezTo>
                            <a:pt x="1735" y="416"/>
                            <a:pt x="1449" y="44"/>
                            <a:pt x="1045" y="5"/>
                          </a:cubicBezTo>
                          <a:cubicBezTo>
                            <a:pt x="1015" y="2"/>
                            <a:pt x="986" y="0"/>
                            <a:pt x="9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0" name="Google Shape;14092;p46">
                      <a:extLst>
                        <a:ext uri="{FF2B5EF4-FFF2-40B4-BE49-F238E27FC236}">
                          <a16:creationId xmlns:a16="http://schemas.microsoft.com/office/drawing/2014/main" id="{6FE9D83F-4DA1-39C6-9384-AD9EC649AA9E}"/>
                        </a:ext>
                      </a:extLst>
                    </p:cNvPr>
                    <p:cNvSpPr/>
                    <p:nvPr/>
                  </p:nvSpPr>
                  <p:spPr>
                    <a:xfrm>
                      <a:off x="6965772" y="4002015"/>
                      <a:ext cx="43855" cy="37063"/>
                    </a:xfrm>
                    <a:custGeom>
                      <a:avLst/>
                      <a:gdLst/>
                      <a:ahLst/>
                      <a:cxnLst/>
                      <a:rect l="l" t="t" r="r" b="b"/>
                      <a:pathLst>
                        <a:path w="1737" h="1468" extrusionOk="0">
                          <a:moveTo>
                            <a:pt x="960" y="1"/>
                          </a:moveTo>
                          <a:cubicBezTo>
                            <a:pt x="362" y="1"/>
                            <a:pt x="0" y="704"/>
                            <a:pt x="388" y="1191"/>
                          </a:cubicBezTo>
                          <a:cubicBezTo>
                            <a:pt x="541" y="1381"/>
                            <a:pt x="750" y="1467"/>
                            <a:pt x="957" y="1467"/>
                          </a:cubicBezTo>
                          <a:cubicBezTo>
                            <a:pt x="1304" y="1467"/>
                            <a:pt x="1642" y="1224"/>
                            <a:pt x="1691" y="820"/>
                          </a:cubicBezTo>
                          <a:cubicBezTo>
                            <a:pt x="1737" y="416"/>
                            <a:pt x="1443" y="51"/>
                            <a:pt x="1039" y="5"/>
                          </a:cubicBezTo>
                          <a:cubicBezTo>
                            <a:pt x="1013" y="2"/>
                            <a:pt x="986" y="1"/>
                            <a:pt x="9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1" name="Google Shape;14093;p46">
                      <a:extLst>
                        <a:ext uri="{FF2B5EF4-FFF2-40B4-BE49-F238E27FC236}">
                          <a16:creationId xmlns:a16="http://schemas.microsoft.com/office/drawing/2014/main" id="{5A24585E-7FF5-CF03-D1C7-7C981B83A32F}"/>
                        </a:ext>
                      </a:extLst>
                    </p:cNvPr>
                    <p:cNvSpPr/>
                    <p:nvPr/>
                  </p:nvSpPr>
                  <p:spPr>
                    <a:xfrm>
                      <a:off x="6991323" y="4004969"/>
                      <a:ext cx="43981" cy="37063"/>
                    </a:xfrm>
                    <a:custGeom>
                      <a:avLst/>
                      <a:gdLst/>
                      <a:ahLst/>
                      <a:cxnLst/>
                      <a:rect l="l" t="t" r="r" b="b"/>
                      <a:pathLst>
                        <a:path w="1742" h="1468" extrusionOk="0">
                          <a:moveTo>
                            <a:pt x="959" y="0"/>
                          </a:moveTo>
                          <a:cubicBezTo>
                            <a:pt x="363" y="0"/>
                            <a:pt x="0" y="706"/>
                            <a:pt x="392" y="1191"/>
                          </a:cubicBezTo>
                          <a:cubicBezTo>
                            <a:pt x="543" y="1381"/>
                            <a:pt x="752" y="1467"/>
                            <a:pt x="959" y="1467"/>
                          </a:cubicBezTo>
                          <a:cubicBezTo>
                            <a:pt x="1305" y="1467"/>
                            <a:pt x="1644" y="1224"/>
                            <a:pt x="1689" y="820"/>
                          </a:cubicBezTo>
                          <a:cubicBezTo>
                            <a:pt x="1742" y="416"/>
                            <a:pt x="1448" y="51"/>
                            <a:pt x="1044" y="5"/>
                          </a:cubicBezTo>
                          <a:cubicBezTo>
                            <a:pt x="1015" y="2"/>
                            <a:pt x="987" y="0"/>
                            <a:pt x="9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2" name="Google Shape;14094;p46">
                      <a:extLst>
                        <a:ext uri="{FF2B5EF4-FFF2-40B4-BE49-F238E27FC236}">
                          <a16:creationId xmlns:a16="http://schemas.microsoft.com/office/drawing/2014/main" id="{77144AC6-7FFD-E7DD-39D5-DC5FC27D0E06}"/>
                        </a:ext>
                      </a:extLst>
                    </p:cNvPr>
                    <p:cNvSpPr/>
                    <p:nvPr/>
                  </p:nvSpPr>
                  <p:spPr>
                    <a:xfrm>
                      <a:off x="6990187" y="4156151"/>
                      <a:ext cx="21915" cy="99728"/>
                    </a:xfrm>
                    <a:custGeom>
                      <a:avLst/>
                      <a:gdLst/>
                      <a:ahLst/>
                      <a:cxnLst/>
                      <a:rect l="l" t="t" r="r" b="b"/>
                      <a:pathLst>
                        <a:path w="868" h="3950" extrusionOk="0">
                          <a:moveTo>
                            <a:pt x="783" y="0"/>
                          </a:moveTo>
                          <a:lnTo>
                            <a:pt x="1" y="20"/>
                          </a:lnTo>
                          <a:lnTo>
                            <a:pt x="79" y="3950"/>
                          </a:lnTo>
                          <a:lnTo>
                            <a:pt x="868" y="3937"/>
                          </a:lnTo>
                          <a:lnTo>
                            <a:pt x="7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3" name="Google Shape;14095;p46">
                      <a:extLst>
                        <a:ext uri="{FF2B5EF4-FFF2-40B4-BE49-F238E27FC236}">
                          <a16:creationId xmlns:a16="http://schemas.microsoft.com/office/drawing/2014/main" id="{B9DE81E7-0C94-0E4A-F68C-AACD86F18A85}"/>
                        </a:ext>
                      </a:extLst>
                    </p:cNvPr>
                    <p:cNvSpPr/>
                    <p:nvPr/>
                  </p:nvSpPr>
                  <p:spPr>
                    <a:xfrm>
                      <a:off x="6969130" y="4137543"/>
                      <a:ext cx="36281" cy="30953"/>
                    </a:xfrm>
                    <a:custGeom>
                      <a:avLst/>
                      <a:gdLst/>
                      <a:ahLst/>
                      <a:cxnLst/>
                      <a:rect l="l" t="t" r="r" b="b"/>
                      <a:pathLst>
                        <a:path w="1437" h="1226" extrusionOk="0">
                          <a:moveTo>
                            <a:pt x="821" y="1"/>
                          </a:moveTo>
                          <a:cubicBezTo>
                            <a:pt x="817" y="1"/>
                            <a:pt x="813" y="1"/>
                            <a:pt x="809" y="1"/>
                          </a:cubicBezTo>
                          <a:cubicBezTo>
                            <a:pt x="261" y="14"/>
                            <a:pt x="0" y="679"/>
                            <a:pt x="398" y="1057"/>
                          </a:cubicBezTo>
                          <a:cubicBezTo>
                            <a:pt x="521" y="1173"/>
                            <a:pt x="669" y="1226"/>
                            <a:pt x="815" y="1226"/>
                          </a:cubicBezTo>
                          <a:cubicBezTo>
                            <a:pt x="1133" y="1226"/>
                            <a:pt x="1437" y="976"/>
                            <a:pt x="1428" y="600"/>
                          </a:cubicBezTo>
                          <a:cubicBezTo>
                            <a:pt x="1421" y="266"/>
                            <a:pt x="1148" y="1"/>
                            <a:pt x="8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4" name="Google Shape;14096;p46">
                      <a:extLst>
                        <a:ext uri="{FF2B5EF4-FFF2-40B4-BE49-F238E27FC236}">
                          <a16:creationId xmlns:a16="http://schemas.microsoft.com/office/drawing/2014/main" id="{ADC2FC71-0EB1-0722-23A5-64BC380903C6}"/>
                        </a:ext>
                      </a:extLst>
                    </p:cNvPr>
                    <p:cNvSpPr/>
                    <p:nvPr/>
                  </p:nvSpPr>
                  <p:spPr>
                    <a:xfrm>
                      <a:off x="6990515" y="4137215"/>
                      <a:ext cx="36306" cy="30878"/>
                    </a:xfrm>
                    <a:custGeom>
                      <a:avLst/>
                      <a:gdLst/>
                      <a:ahLst/>
                      <a:cxnLst/>
                      <a:rect l="l" t="t" r="r" b="b"/>
                      <a:pathLst>
                        <a:path w="1438" h="1223" extrusionOk="0">
                          <a:moveTo>
                            <a:pt x="826" y="0"/>
                          </a:moveTo>
                          <a:cubicBezTo>
                            <a:pt x="818" y="0"/>
                            <a:pt x="810" y="1"/>
                            <a:pt x="802" y="1"/>
                          </a:cubicBezTo>
                          <a:cubicBezTo>
                            <a:pt x="261" y="7"/>
                            <a:pt x="1" y="672"/>
                            <a:pt x="392" y="1050"/>
                          </a:cubicBezTo>
                          <a:cubicBezTo>
                            <a:pt x="517" y="1169"/>
                            <a:pt x="667" y="1222"/>
                            <a:pt x="814" y="1222"/>
                          </a:cubicBezTo>
                          <a:cubicBezTo>
                            <a:pt x="1133" y="1222"/>
                            <a:pt x="1437" y="969"/>
                            <a:pt x="1428" y="594"/>
                          </a:cubicBezTo>
                          <a:cubicBezTo>
                            <a:pt x="1422" y="269"/>
                            <a:pt x="1154" y="0"/>
                            <a:pt x="8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5" name="Google Shape;14097;p46">
                      <a:extLst>
                        <a:ext uri="{FF2B5EF4-FFF2-40B4-BE49-F238E27FC236}">
                          <a16:creationId xmlns:a16="http://schemas.microsoft.com/office/drawing/2014/main" id="{BE11B364-A024-ADD2-E1FF-58EC44B1C0DE}"/>
                        </a:ext>
                      </a:extLst>
                    </p:cNvPr>
                    <p:cNvSpPr/>
                    <p:nvPr/>
                  </p:nvSpPr>
                  <p:spPr>
                    <a:xfrm>
                      <a:off x="6971276" y="4237271"/>
                      <a:ext cx="36154" cy="30852"/>
                    </a:xfrm>
                    <a:custGeom>
                      <a:avLst/>
                      <a:gdLst/>
                      <a:ahLst/>
                      <a:cxnLst/>
                      <a:rect l="l" t="t" r="r" b="b"/>
                      <a:pathLst>
                        <a:path w="1432" h="1222" extrusionOk="0">
                          <a:moveTo>
                            <a:pt x="825" y="0"/>
                          </a:moveTo>
                          <a:cubicBezTo>
                            <a:pt x="817" y="0"/>
                            <a:pt x="810" y="0"/>
                            <a:pt x="802" y="0"/>
                          </a:cubicBezTo>
                          <a:cubicBezTo>
                            <a:pt x="261" y="7"/>
                            <a:pt x="0" y="672"/>
                            <a:pt x="391" y="1050"/>
                          </a:cubicBezTo>
                          <a:cubicBezTo>
                            <a:pt x="514" y="1169"/>
                            <a:pt x="663" y="1222"/>
                            <a:pt x="809" y="1222"/>
                          </a:cubicBezTo>
                          <a:cubicBezTo>
                            <a:pt x="1127" y="1222"/>
                            <a:pt x="1432" y="969"/>
                            <a:pt x="1428" y="594"/>
                          </a:cubicBezTo>
                          <a:cubicBezTo>
                            <a:pt x="1421" y="269"/>
                            <a:pt x="1153" y="0"/>
                            <a:pt x="8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6" name="Google Shape;14098;p46">
                      <a:extLst>
                        <a:ext uri="{FF2B5EF4-FFF2-40B4-BE49-F238E27FC236}">
                          <a16:creationId xmlns:a16="http://schemas.microsoft.com/office/drawing/2014/main" id="{717C4E2B-1DDE-690C-DEF6-BC4BFA214753}"/>
                        </a:ext>
                      </a:extLst>
                    </p:cNvPr>
                    <p:cNvSpPr/>
                    <p:nvPr/>
                  </p:nvSpPr>
                  <p:spPr>
                    <a:xfrm>
                      <a:off x="6992661" y="4236766"/>
                      <a:ext cx="36180" cy="30878"/>
                    </a:xfrm>
                    <a:custGeom>
                      <a:avLst/>
                      <a:gdLst/>
                      <a:ahLst/>
                      <a:cxnLst/>
                      <a:rect l="l" t="t" r="r" b="b"/>
                      <a:pathLst>
                        <a:path w="1433" h="1223" extrusionOk="0">
                          <a:moveTo>
                            <a:pt x="814" y="1"/>
                          </a:moveTo>
                          <a:cubicBezTo>
                            <a:pt x="810" y="1"/>
                            <a:pt x="806" y="1"/>
                            <a:pt x="802" y="1"/>
                          </a:cubicBezTo>
                          <a:cubicBezTo>
                            <a:pt x="255" y="14"/>
                            <a:pt x="0" y="672"/>
                            <a:pt x="392" y="1050"/>
                          </a:cubicBezTo>
                          <a:cubicBezTo>
                            <a:pt x="515" y="1169"/>
                            <a:pt x="664" y="1222"/>
                            <a:pt x="810" y="1222"/>
                          </a:cubicBezTo>
                          <a:cubicBezTo>
                            <a:pt x="1128" y="1222"/>
                            <a:pt x="1432" y="971"/>
                            <a:pt x="1428" y="601"/>
                          </a:cubicBezTo>
                          <a:cubicBezTo>
                            <a:pt x="1415" y="266"/>
                            <a:pt x="1148" y="1"/>
                            <a:pt x="8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7" name="Google Shape;14099;p46">
                      <a:extLst>
                        <a:ext uri="{FF2B5EF4-FFF2-40B4-BE49-F238E27FC236}">
                          <a16:creationId xmlns:a16="http://schemas.microsoft.com/office/drawing/2014/main" id="{41EF16C5-2A3A-65DB-1B72-A854BEF19BDD}"/>
                        </a:ext>
                      </a:extLst>
                    </p:cNvPr>
                    <p:cNvSpPr/>
                    <p:nvPr/>
                  </p:nvSpPr>
                  <p:spPr>
                    <a:xfrm>
                      <a:off x="6845544" y="3711694"/>
                      <a:ext cx="54181" cy="108791"/>
                    </a:xfrm>
                    <a:custGeom>
                      <a:avLst/>
                      <a:gdLst/>
                      <a:ahLst/>
                      <a:cxnLst/>
                      <a:rect l="l" t="t" r="r" b="b"/>
                      <a:pathLst>
                        <a:path w="2146" h="4309" extrusionOk="0">
                          <a:moveTo>
                            <a:pt x="1246" y="0"/>
                          </a:moveTo>
                          <a:lnTo>
                            <a:pt x="1" y="4028"/>
                          </a:lnTo>
                          <a:lnTo>
                            <a:pt x="894" y="4309"/>
                          </a:lnTo>
                          <a:lnTo>
                            <a:pt x="2145" y="274"/>
                          </a:lnTo>
                          <a:lnTo>
                            <a:pt x="1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8" name="Google Shape;14100;p46">
                      <a:extLst>
                        <a:ext uri="{FF2B5EF4-FFF2-40B4-BE49-F238E27FC236}">
                          <a16:creationId xmlns:a16="http://schemas.microsoft.com/office/drawing/2014/main" id="{C0D7EAE9-FF40-4D34-84B5-94BD98AE0BF8}"/>
                        </a:ext>
                      </a:extLst>
                    </p:cNvPr>
                    <p:cNvSpPr/>
                    <p:nvPr/>
                  </p:nvSpPr>
                  <p:spPr>
                    <a:xfrm>
                      <a:off x="6858748" y="3690183"/>
                      <a:ext cx="40472" cy="34185"/>
                    </a:xfrm>
                    <a:custGeom>
                      <a:avLst/>
                      <a:gdLst/>
                      <a:ahLst/>
                      <a:cxnLst/>
                      <a:rect l="l" t="t" r="r" b="b"/>
                      <a:pathLst>
                        <a:path w="1603" h="1354" extrusionOk="0">
                          <a:moveTo>
                            <a:pt x="844" y="0"/>
                          </a:moveTo>
                          <a:cubicBezTo>
                            <a:pt x="359" y="0"/>
                            <a:pt x="0" y="526"/>
                            <a:pt x="247" y="996"/>
                          </a:cubicBezTo>
                          <a:cubicBezTo>
                            <a:pt x="375" y="1237"/>
                            <a:pt x="609" y="1353"/>
                            <a:pt x="843" y="1353"/>
                          </a:cubicBezTo>
                          <a:cubicBezTo>
                            <a:pt x="1120" y="1353"/>
                            <a:pt x="1396" y="1190"/>
                            <a:pt x="1492" y="879"/>
                          </a:cubicBezTo>
                          <a:cubicBezTo>
                            <a:pt x="1602" y="520"/>
                            <a:pt x="1407" y="142"/>
                            <a:pt x="1048" y="31"/>
                          </a:cubicBezTo>
                          <a:cubicBezTo>
                            <a:pt x="979" y="10"/>
                            <a:pt x="910" y="0"/>
                            <a:pt x="8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9" name="Google Shape;14101;p46">
                      <a:extLst>
                        <a:ext uri="{FF2B5EF4-FFF2-40B4-BE49-F238E27FC236}">
                          <a16:creationId xmlns:a16="http://schemas.microsoft.com/office/drawing/2014/main" id="{4DDEAF1E-8224-3F69-16C5-355FF62E8D7B}"/>
                        </a:ext>
                      </a:extLst>
                    </p:cNvPr>
                    <p:cNvSpPr/>
                    <p:nvPr/>
                  </p:nvSpPr>
                  <p:spPr>
                    <a:xfrm>
                      <a:off x="6881345" y="3697202"/>
                      <a:ext cx="40573" cy="34185"/>
                    </a:xfrm>
                    <a:custGeom>
                      <a:avLst/>
                      <a:gdLst/>
                      <a:ahLst/>
                      <a:cxnLst/>
                      <a:rect l="l" t="t" r="r" b="b"/>
                      <a:pathLst>
                        <a:path w="1607" h="1354" extrusionOk="0">
                          <a:moveTo>
                            <a:pt x="837" y="0"/>
                          </a:moveTo>
                          <a:cubicBezTo>
                            <a:pt x="359" y="0"/>
                            <a:pt x="0" y="524"/>
                            <a:pt x="251" y="992"/>
                          </a:cubicBezTo>
                          <a:cubicBezTo>
                            <a:pt x="380" y="1236"/>
                            <a:pt x="613" y="1354"/>
                            <a:pt x="846" y="1354"/>
                          </a:cubicBezTo>
                          <a:cubicBezTo>
                            <a:pt x="1122" y="1354"/>
                            <a:pt x="1397" y="1189"/>
                            <a:pt x="1496" y="874"/>
                          </a:cubicBezTo>
                          <a:cubicBezTo>
                            <a:pt x="1607" y="522"/>
                            <a:pt x="1405" y="138"/>
                            <a:pt x="1046" y="34"/>
                          </a:cubicBezTo>
                          <a:cubicBezTo>
                            <a:pt x="975" y="11"/>
                            <a:pt x="905" y="0"/>
                            <a:pt x="8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0" name="Google Shape;14102;p46">
                      <a:extLst>
                        <a:ext uri="{FF2B5EF4-FFF2-40B4-BE49-F238E27FC236}">
                          <a16:creationId xmlns:a16="http://schemas.microsoft.com/office/drawing/2014/main" id="{EE68DE0A-CAF7-38A3-C774-CDC00D4E813D}"/>
                        </a:ext>
                      </a:extLst>
                    </p:cNvPr>
                    <p:cNvSpPr/>
                    <p:nvPr/>
                  </p:nvSpPr>
                  <p:spPr>
                    <a:xfrm>
                      <a:off x="6826154" y="3795642"/>
                      <a:ext cx="40472" cy="34311"/>
                    </a:xfrm>
                    <a:custGeom>
                      <a:avLst/>
                      <a:gdLst/>
                      <a:ahLst/>
                      <a:cxnLst/>
                      <a:rect l="l" t="t" r="r" b="b"/>
                      <a:pathLst>
                        <a:path w="1603" h="1359" extrusionOk="0">
                          <a:moveTo>
                            <a:pt x="844" y="1"/>
                          </a:moveTo>
                          <a:cubicBezTo>
                            <a:pt x="359" y="1"/>
                            <a:pt x="1" y="527"/>
                            <a:pt x="247" y="997"/>
                          </a:cubicBezTo>
                          <a:cubicBezTo>
                            <a:pt x="376" y="1241"/>
                            <a:pt x="610" y="1359"/>
                            <a:pt x="844" y="1359"/>
                          </a:cubicBezTo>
                          <a:cubicBezTo>
                            <a:pt x="1121" y="1359"/>
                            <a:pt x="1397" y="1194"/>
                            <a:pt x="1492" y="879"/>
                          </a:cubicBezTo>
                          <a:cubicBezTo>
                            <a:pt x="1603" y="521"/>
                            <a:pt x="1401" y="143"/>
                            <a:pt x="1049" y="32"/>
                          </a:cubicBezTo>
                          <a:cubicBezTo>
                            <a:pt x="979" y="11"/>
                            <a:pt x="910" y="1"/>
                            <a:pt x="8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1" name="Google Shape;14103;p46">
                      <a:extLst>
                        <a:ext uri="{FF2B5EF4-FFF2-40B4-BE49-F238E27FC236}">
                          <a16:creationId xmlns:a16="http://schemas.microsoft.com/office/drawing/2014/main" id="{FBFEE510-050C-133B-5B8B-56E5E460776E}"/>
                        </a:ext>
                      </a:extLst>
                    </p:cNvPr>
                    <p:cNvSpPr/>
                    <p:nvPr/>
                  </p:nvSpPr>
                  <p:spPr>
                    <a:xfrm>
                      <a:off x="6848725" y="3802686"/>
                      <a:ext cx="40446" cy="34210"/>
                    </a:xfrm>
                    <a:custGeom>
                      <a:avLst/>
                      <a:gdLst/>
                      <a:ahLst/>
                      <a:cxnLst/>
                      <a:rect l="l" t="t" r="r" b="b"/>
                      <a:pathLst>
                        <a:path w="1602" h="1355" extrusionOk="0">
                          <a:moveTo>
                            <a:pt x="837" y="0"/>
                          </a:moveTo>
                          <a:cubicBezTo>
                            <a:pt x="355" y="0"/>
                            <a:pt x="1" y="523"/>
                            <a:pt x="246" y="991"/>
                          </a:cubicBezTo>
                          <a:cubicBezTo>
                            <a:pt x="375" y="1237"/>
                            <a:pt x="611" y="1354"/>
                            <a:pt x="845" y="1354"/>
                          </a:cubicBezTo>
                          <a:cubicBezTo>
                            <a:pt x="1121" y="1354"/>
                            <a:pt x="1396" y="1191"/>
                            <a:pt x="1491" y="881"/>
                          </a:cubicBezTo>
                          <a:cubicBezTo>
                            <a:pt x="1602" y="522"/>
                            <a:pt x="1406" y="144"/>
                            <a:pt x="1048" y="33"/>
                          </a:cubicBezTo>
                          <a:cubicBezTo>
                            <a:pt x="976" y="11"/>
                            <a:pt x="905" y="0"/>
                            <a:pt x="8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2" name="Google Shape;14104;p46">
                      <a:extLst>
                        <a:ext uri="{FF2B5EF4-FFF2-40B4-BE49-F238E27FC236}">
                          <a16:creationId xmlns:a16="http://schemas.microsoft.com/office/drawing/2014/main" id="{9CAD22C4-C625-E636-2C9F-B3B68A5EED5B}"/>
                        </a:ext>
                      </a:extLst>
                    </p:cNvPr>
                    <p:cNvSpPr/>
                    <p:nvPr/>
                  </p:nvSpPr>
                  <p:spPr>
                    <a:xfrm>
                      <a:off x="6889803" y="3542207"/>
                      <a:ext cx="55317" cy="114220"/>
                    </a:xfrm>
                    <a:custGeom>
                      <a:avLst/>
                      <a:gdLst/>
                      <a:ahLst/>
                      <a:cxnLst/>
                      <a:rect l="l" t="t" r="r" b="b"/>
                      <a:pathLst>
                        <a:path w="2191" h="4524" extrusionOk="0">
                          <a:moveTo>
                            <a:pt x="1246" y="0"/>
                          </a:moveTo>
                          <a:lnTo>
                            <a:pt x="1" y="4243"/>
                          </a:lnTo>
                          <a:lnTo>
                            <a:pt x="940" y="4524"/>
                          </a:lnTo>
                          <a:lnTo>
                            <a:pt x="2191" y="281"/>
                          </a:lnTo>
                          <a:lnTo>
                            <a:pt x="1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3" name="Google Shape;14105;p46">
                      <a:extLst>
                        <a:ext uri="{FF2B5EF4-FFF2-40B4-BE49-F238E27FC236}">
                          <a16:creationId xmlns:a16="http://schemas.microsoft.com/office/drawing/2014/main" id="{EDEFAA8B-1A75-9885-5326-B1A85E234D73}"/>
                        </a:ext>
                      </a:extLst>
                    </p:cNvPr>
                    <p:cNvSpPr/>
                    <p:nvPr/>
                  </p:nvSpPr>
                  <p:spPr>
                    <a:xfrm>
                      <a:off x="6901593" y="3519358"/>
                      <a:ext cx="42542" cy="35952"/>
                    </a:xfrm>
                    <a:custGeom>
                      <a:avLst/>
                      <a:gdLst/>
                      <a:ahLst/>
                      <a:cxnLst/>
                      <a:rect l="l" t="t" r="r" b="b"/>
                      <a:pathLst>
                        <a:path w="1685" h="1424" extrusionOk="0">
                          <a:moveTo>
                            <a:pt x="882" y="1"/>
                          </a:moveTo>
                          <a:cubicBezTo>
                            <a:pt x="374" y="1"/>
                            <a:pt x="0" y="561"/>
                            <a:pt x="270" y="1055"/>
                          </a:cubicBezTo>
                          <a:cubicBezTo>
                            <a:pt x="408" y="1304"/>
                            <a:pt x="650" y="1423"/>
                            <a:pt x="891" y="1423"/>
                          </a:cubicBezTo>
                          <a:cubicBezTo>
                            <a:pt x="1185" y="1423"/>
                            <a:pt x="1477" y="1246"/>
                            <a:pt x="1574" y="912"/>
                          </a:cubicBezTo>
                          <a:cubicBezTo>
                            <a:pt x="1685" y="534"/>
                            <a:pt x="1470" y="143"/>
                            <a:pt x="1092" y="32"/>
                          </a:cubicBezTo>
                          <a:cubicBezTo>
                            <a:pt x="1020" y="11"/>
                            <a:pt x="950" y="1"/>
                            <a:pt x="8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4" name="Google Shape;14106;p46">
                      <a:extLst>
                        <a:ext uri="{FF2B5EF4-FFF2-40B4-BE49-F238E27FC236}">
                          <a16:creationId xmlns:a16="http://schemas.microsoft.com/office/drawing/2014/main" id="{85267551-1CB1-3934-C9AF-6EDF836FD8C8}"/>
                        </a:ext>
                      </a:extLst>
                    </p:cNvPr>
                    <p:cNvSpPr/>
                    <p:nvPr/>
                  </p:nvSpPr>
                  <p:spPr>
                    <a:xfrm>
                      <a:off x="6925452" y="3526428"/>
                      <a:ext cx="42542" cy="35851"/>
                    </a:xfrm>
                    <a:custGeom>
                      <a:avLst/>
                      <a:gdLst/>
                      <a:ahLst/>
                      <a:cxnLst/>
                      <a:rect l="l" t="t" r="r" b="b"/>
                      <a:pathLst>
                        <a:path w="1685" h="1420" extrusionOk="0">
                          <a:moveTo>
                            <a:pt x="882" y="1"/>
                          </a:moveTo>
                          <a:cubicBezTo>
                            <a:pt x="374" y="1"/>
                            <a:pt x="0" y="560"/>
                            <a:pt x="271" y="1049"/>
                          </a:cubicBezTo>
                          <a:cubicBezTo>
                            <a:pt x="406" y="1300"/>
                            <a:pt x="650" y="1420"/>
                            <a:pt x="892" y="1420"/>
                          </a:cubicBezTo>
                          <a:cubicBezTo>
                            <a:pt x="1186" y="1420"/>
                            <a:pt x="1478" y="1244"/>
                            <a:pt x="1574" y="912"/>
                          </a:cubicBezTo>
                          <a:cubicBezTo>
                            <a:pt x="1685" y="534"/>
                            <a:pt x="1470" y="137"/>
                            <a:pt x="1092" y="32"/>
                          </a:cubicBezTo>
                          <a:cubicBezTo>
                            <a:pt x="1020" y="11"/>
                            <a:pt x="950" y="1"/>
                            <a:pt x="8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5" name="Google Shape;14107;p46">
                      <a:extLst>
                        <a:ext uri="{FF2B5EF4-FFF2-40B4-BE49-F238E27FC236}">
                          <a16:creationId xmlns:a16="http://schemas.microsoft.com/office/drawing/2014/main" id="{C14C79BF-CD16-B673-3143-BF790E680830}"/>
                        </a:ext>
                      </a:extLst>
                    </p:cNvPr>
                    <p:cNvSpPr/>
                    <p:nvPr/>
                  </p:nvSpPr>
                  <p:spPr>
                    <a:xfrm>
                      <a:off x="6868974" y="3630473"/>
                      <a:ext cx="42416" cy="35902"/>
                    </a:xfrm>
                    <a:custGeom>
                      <a:avLst/>
                      <a:gdLst/>
                      <a:ahLst/>
                      <a:cxnLst/>
                      <a:rect l="l" t="t" r="r" b="b"/>
                      <a:pathLst>
                        <a:path w="1680" h="1422" extrusionOk="0">
                          <a:moveTo>
                            <a:pt x="890" y="1"/>
                          </a:moveTo>
                          <a:cubicBezTo>
                            <a:pt x="379" y="1"/>
                            <a:pt x="1" y="563"/>
                            <a:pt x="272" y="1054"/>
                          </a:cubicBezTo>
                          <a:cubicBezTo>
                            <a:pt x="407" y="1303"/>
                            <a:pt x="647" y="1421"/>
                            <a:pt x="887" y="1421"/>
                          </a:cubicBezTo>
                          <a:cubicBezTo>
                            <a:pt x="1181" y="1421"/>
                            <a:pt x="1475" y="1244"/>
                            <a:pt x="1576" y="910"/>
                          </a:cubicBezTo>
                          <a:cubicBezTo>
                            <a:pt x="1680" y="539"/>
                            <a:pt x="1465" y="141"/>
                            <a:pt x="1093" y="30"/>
                          </a:cubicBezTo>
                          <a:cubicBezTo>
                            <a:pt x="1024" y="10"/>
                            <a:pt x="956" y="1"/>
                            <a:pt x="8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6" name="Google Shape;14108;p46">
                      <a:extLst>
                        <a:ext uri="{FF2B5EF4-FFF2-40B4-BE49-F238E27FC236}">
                          <a16:creationId xmlns:a16="http://schemas.microsoft.com/office/drawing/2014/main" id="{E4196822-BAB0-6B37-E54B-4FA0FC27F60F}"/>
                        </a:ext>
                      </a:extLst>
                    </p:cNvPr>
                    <p:cNvSpPr/>
                    <p:nvPr/>
                  </p:nvSpPr>
                  <p:spPr>
                    <a:xfrm>
                      <a:off x="6892858" y="3637517"/>
                      <a:ext cx="42391" cy="35826"/>
                    </a:xfrm>
                    <a:custGeom>
                      <a:avLst/>
                      <a:gdLst/>
                      <a:ahLst/>
                      <a:cxnLst/>
                      <a:rect l="l" t="t" r="r" b="b"/>
                      <a:pathLst>
                        <a:path w="1679" h="1419" extrusionOk="0">
                          <a:moveTo>
                            <a:pt x="881" y="0"/>
                          </a:moveTo>
                          <a:cubicBezTo>
                            <a:pt x="369" y="0"/>
                            <a:pt x="0" y="560"/>
                            <a:pt x="265" y="1048"/>
                          </a:cubicBezTo>
                          <a:cubicBezTo>
                            <a:pt x="403" y="1299"/>
                            <a:pt x="647" y="1419"/>
                            <a:pt x="889" y="1419"/>
                          </a:cubicBezTo>
                          <a:cubicBezTo>
                            <a:pt x="1182" y="1419"/>
                            <a:pt x="1472" y="1243"/>
                            <a:pt x="1568" y="912"/>
                          </a:cubicBezTo>
                          <a:cubicBezTo>
                            <a:pt x="1679" y="534"/>
                            <a:pt x="1464" y="142"/>
                            <a:pt x="1092" y="32"/>
                          </a:cubicBezTo>
                          <a:cubicBezTo>
                            <a:pt x="1020" y="10"/>
                            <a:pt x="949" y="0"/>
                            <a:pt x="8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7" name="Google Shape;14109;p46">
                      <a:extLst>
                        <a:ext uri="{FF2B5EF4-FFF2-40B4-BE49-F238E27FC236}">
                          <a16:creationId xmlns:a16="http://schemas.microsoft.com/office/drawing/2014/main" id="{A3A98B86-7999-44DF-19EF-EC9F26F253C8}"/>
                        </a:ext>
                      </a:extLst>
                    </p:cNvPr>
                    <p:cNvSpPr/>
                    <p:nvPr/>
                  </p:nvSpPr>
                  <p:spPr>
                    <a:xfrm>
                      <a:off x="6819892" y="3842021"/>
                      <a:ext cx="47238" cy="37543"/>
                    </a:xfrm>
                    <a:custGeom>
                      <a:avLst/>
                      <a:gdLst/>
                      <a:ahLst/>
                      <a:cxnLst/>
                      <a:rect l="l" t="t" r="r" b="b"/>
                      <a:pathLst>
                        <a:path w="1871" h="1487" extrusionOk="0">
                          <a:moveTo>
                            <a:pt x="854" y="0"/>
                          </a:moveTo>
                          <a:cubicBezTo>
                            <a:pt x="0" y="0"/>
                            <a:pt x="0" y="1486"/>
                            <a:pt x="854" y="1486"/>
                          </a:cubicBezTo>
                          <a:cubicBezTo>
                            <a:pt x="1871" y="1486"/>
                            <a:pt x="1871" y="0"/>
                            <a:pt x="8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8" name="Google Shape;14110;p46">
                      <a:extLst>
                        <a:ext uri="{FF2B5EF4-FFF2-40B4-BE49-F238E27FC236}">
                          <a16:creationId xmlns:a16="http://schemas.microsoft.com/office/drawing/2014/main" id="{76AD24EC-B9DB-E3F3-A53E-6F3AF03A7123}"/>
                        </a:ext>
                      </a:extLst>
                    </p:cNvPr>
                    <p:cNvSpPr/>
                    <p:nvPr/>
                  </p:nvSpPr>
                  <p:spPr>
                    <a:xfrm>
                      <a:off x="6810728" y="3883074"/>
                      <a:ext cx="19062" cy="30045"/>
                    </a:xfrm>
                    <a:custGeom>
                      <a:avLst/>
                      <a:gdLst/>
                      <a:ahLst/>
                      <a:cxnLst/>
                      <a:rect l="l" t="t" r="r" b="b"/>
                      <a:pathLst>
                        <a:path w="755" h="1190" extrusionOk="0">
                          <a:moveTo>
                            <a:pt x="525" y="0"/>
                          </a:moveTo>
                          <a:cubicBezTo>
                            <a:pt x="423" y="0"/>
                            <a:pt x="318" y="58"/>
                            <a:pt x="291" y="167"/>
                          </a:cubicBezTo>
                          <a:cubicBezTo>
                            <a:pt x="246" y="388"/>
                            <a:pt x="57" y="610"/>
                            <a:pt x="24" y="864"/>
                          </a:cubicBezTo>
                          <a:cubicBezTo>
                            <a:pt x="0" y="1070"/>
                            <a:pt x="179" y="1190"/>
                            <a:pt x="357" y="1190"/>
                          </a:cubicBezTo>
                          <a:cubicBezTo>
                            <a:pt x="471" y="1190"/>
                            <a:pt x="585" y="1141"/>
                            <a:pt x="643" y="1034"/>
                          </a:cubicBezTo>
                          <a:cubicBezTo>
                            <a:pt x="721" y="897"/>
                            <a:pt x="728" y="714"/>
                            <a:pt x="741" y="564"/>
                          </a:cubicBezTo>
                          <a:cubicBezTo>
                            <a:pt x="754" y="434"/>
                            <a:pt x="754" y="297"/>
                            <a:pt x="735" y="167"/>
                          </a:cubicBezTo>
                          <a:cubicBezTo>
                            <a:pt x="718" y="54"/>
                            <a:pt x="623" y="0"/>
                            <a:pt x="5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9" name="Google Shape;14111;p46">
                      <a:extLst>
                        <a:ext uri="{FF2B5EF4-FFF2-40B4-BE49-F238E27FC236}">
                          <a16:creationId xmlns:a16="http://schemas.microsoft.com/office/drawing/2014/main" id="{5704C796-F701-93B0-D1B6-F63ABF22E76A}"/>
                        </a:ext>
                      </a:extLst>
                    </p:cNvPr>
                    <p:cNvSpPr/>
                    <p:nvPr/>
                  </p:nvSpPr>
                  <p:spPr>
                    <a:xfrm>
                      <a:off x="6835672" y="3892920"/>
                      <a:ext cx="23404" cy="28479"/>
                    </a:xfrm>
                    <a:custGeom>
                      <a:avLst/>
                      <a:gdLst/>
                      <a:ahLst/>
                      <a:cxnLst/>
                      <a:rect l="l" t="t" r="r" b="b"/>
                      <a:pathLst>
                        <a:path w="927" h="1128" extrusionOk="0">
                          <a:moveTo>
                            <a:pt x="714" y="0"/>
                          </a:moveTo>
                          <a:cubicBezTo>
                            <a:pt x="684" y="0"/>
                            <a:pt x="654" y="8"/>
                            <a:pt x="626" y="24"/>
                          </a:cubicBezTo>
                          <a:cubicBezTo>
                            <a:pt x="568" y="44"/>
                            <a:pt x="509" y="70"/>
                            <a:pt x="463" y="116"/>
                          </a:cubicBezTo>
                          <a:cubicBezTo>
                            <a:pt x="411" y="161"/>
                            <a:pt x="366" y="213"/>
                            <a:pt x="327" y="272"/>
                          </a:cubicBezTo>
                          <a:cubicBezTo>
                            <a:pt x="287" y="318"/>
                            <a:pt x="248" y="363"/>
                            <a:pt x="209" y="402"/>
                          </a:cubicBezTo>
                          <a:cubicBezTo>
                            <a:pt x="199" y="414"/>
                            <a:pt x="193" y="422"/>
                            <a:pt x="190" y="427"/>
                          </a:cubicBezTo>
                          <a:lnTo>
                            <a:pt x="190" y="427"/>
                          </a:lnTo>
                          <a:cubicBezTo>
                            <a:pt x="146" y="461"/>
                            <a:pt x="110" y="503"/>
                            <a:pt x="85" y="552"/>
                          </a:cubicBezTo>
                          <a:cubicBezTo>
                            <a:pt x="1" y="702"/>
                            <a:pt x="27" y="891"/>
                            <a:pt x="144" y="1015"/>
                          </a:cubicBezTo>
                          <a:cubicBezTo>
                            <a:pt x="215" y="1086"/>
                            <a:pt x="324" y="1128"/>
                            <a:pt x="430" y="1128"/>
                          </a:cubicBezTo>
                          <a:cubicBezTo>
                            <a:pt x="528" y="1128"/>
                            <a:pt x="623" y="1093"/>
                            <a:pt x="685" y="1015"/>
                          </a:cubicBezTo>
                          <a:cubicBezTo>
                            <a:pt x="711" y="982"/>
                            <a:pt x="737" y="956"/>
                            <a:pt x="757" y="924"/>
                          </a:cubicBezTo>
                          <a:lnTo>
                            <a:pt x="796" y="833"/>
                          </a:lnTo>
                          <a:cubicBezTo>
                            <a:pt x="803" y="761"/>
                            <a:pt x="809" y="726"/>
                            <a:pt x="811" y="726"/>
                          </a:cubicBezTo>
                          <a:lnTo>
                            <a:pt x="811" y="726"/>
                          </a:lnTo>
                          <a:cubicBezTo>
                            <a:pt x="812" y="726"/>
                            <a:pt x="812" y="745"/>
                            <a:pt x="809" y="780"/>
                          </a:cubicBezTo>
                          <a:cubicBezTo>
                            <a:pt x="822" y="728"/>
                            <a:pt x="835" y="676"/>
                            <a:pt x="855" y="617"/>
                          </a:cubicBezTo>
                          <a:cubicBezTo>
                            <a:pt x="868" y="552"/>
                            <a:pt x="887" y="481"/>
                            <a:pt x="907" y="415"/>
                          </a:cubicBezTo>
                          <a:cubicBezTo>
                            <a:pt x="926" y="318"/>
                            <a:pt x="913" y="220"/>
                            <a:pt x="887" y="129"/>
                          </a:cubicBezTo>
                          <a:cubicBezTo>
                            <a:pt x="864" y="49"/>
                            <a:pt x="790" y="0"/>
                            <a:pt x="7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0" name="Google Shape;14112;p46">
                      <a:extLst>
                        <a:ext uri="{FF2B5EF4-FFF2-40B4-BE49-F238E27FC236}">
                          <a16:creationId xmlns:a16="http://schemas.microsoft.com/office/drawing/2014/main" id="{6BA5CC46-BEF3-647D-5005-CA857D03196E}"/>
                        </a:ext>
                      </a:extLst>
                    </p:cNvPr>
                    <p:cNvSpPr/>
                    <p:nvPr/>
                  </p:nvSpPr>
                  <p:spPr>
                    <a:xfrm>
                      <a:off x="6974407" y="4057585"/>
                      <a:ext cx="64356" cy="52843"/>
                    </a:xfrm>
                    <a:custGeom>
                      <a:avLst/>
                      <a:gdLst/>
                      <a:ahLst/>
                      <a:cxnLst/>
                      <a:rect l="l" t="t" r="r" b="b"/>
                      <a:pathLst>
                        <a:path w="2549" h="2093" extrusionOk="0">
                          <a:moveTo>
                            <a:pt x="1193" y="0"/>
                          </a:moveTo>
                          <a:cubicBezTo>
                            <a:pt x="0" y="0"/>
                            <a:pt x="0" y="2092"/>
                            <a:pt x="1193" y="2092"/>
                          </a:cubicBezTo>
                          <a:cubicBezTo>
                            <a:pt x="2548" y="2092"/>
                            <a:pt x="2548" y="0"/>
                            <a:pt x="11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1" name="Google Shape;14113;p46">
                      <a:extLst>
                        <a:ext uri="{FF2B5EF4-FFF2-40B4-BE49-F238E27FC236}">
                          <a16:creationId xmlns:a16="http://schemas.microsoft.com/office/drawing/2014/main" id="{81F029B5-60A7-06A5-9F44-EEFFA730230E}"/>
                        </a:ext>
                      </a:extLst>
                    </p:cNvPr>
                    <p:cNvSpPr/>
                    <p:nvPr/>
                  </p:nvSpPr>
                  <p:spPr>
                    <a:xfrm>
                      <a:off x="6982941" y="4284837"/>
                      <a:ext cx="47263" cy="36053"/>
                    </a:xfrm>
                    <a:custGeom>
                      <a:avLst/>
                      <a:gdLst/>
                      <a:ahLst/>
                      <a:cxnLst/>
                      <a:rect l="l" t="t" r="r" b="b"/>
                      <a:pathLst>
                        <a:path w="1872" h="1428" extrusionOk="0">
                          <a:moveTo>
                            <a:pt x="855" y="0"/>
                          </a:moveTo>
                          <a:cubicBezTo>
                            <a:pt x="1" y="0"/>
                            <a:pt x="1" y="1427"/>
                            <a:pt x="855" y="1427"/>
                          </a:cubicBezTo>
                          <a:cubicBezTo>
                            <a:pt x="1871" y="1427"/>
                            <a:pt x="1871" y="0"/>
                            <a:pt x="8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2" name="Google Shape;14114;p46">
                      <a:extLst>
                        <a:ext uri="{FF2B5EF4-FFF2-40B4-BE49-F238E27FC236}">
                          <a16:creationId xmlns:a16="http://schemas.microsoft.com/office/drawing/2014/main" id="{D2D98F2A-1905-2543-8B18-856439189B88}"/>
                        </a:ext>
                      </a:extLst>
                    </p:cNvPr>
                    <p:cNvSpPr/>
                    <p:nvPr/>
                  </p:nvSpPr>
                  <p:spPr>
                    <a:xfrm>
                      <a:off x="6931310" y="4293598"/>
                      <a:ext cx="52490" cy="24010"/>
                    </a:xfrm>
                    <a:custGeom>
                      <a:avLst/>
                      <a:gdLst/>
                      <a:ahLst/>
                      <a:cxnLst/>
                      <a:rect l="l" t="t" r="r" b="b"/>
                      <a:pathLst>
                        <a:path w="2079" h="951" extrusionOk="0">
                          <a:moveTo>
                            <a:pt x="1497" y="1"/>
                          </a:moveTo>
                          <a:cubicBezTo>
                            <a:pt x="1283" y="1"/>
                            <a:pt x="1085" y="105"/>
                            <a:pt x="860" y="207"/>
                          </a:cubicBezTo>
                          <a:cubicBezTo>
                            <a:pt x="736" y="259"/>
                            <a:pt x="619" y="324"/>
                            <a:pt x="495" y="383"/>
                          </a:cubicBezTo>
                          <a:cubicBezTo>
                            <a:pt x="338" y="468"/>
                            <a:pt x="241" y="598"/>
                            <a:pt x="97" y="689"/>
                          </a:cubicBezTo>
                          <a:cubicBezTo>
                            <a:pt x="0" y="756"/>
                            <a:pt x="50" y="907"/>
                            <a:pt x="162" y="907"/>
                          </a:cubicBezTo>
                          <a:cubicBezTo>
                            <a:pt x="170" y="907"/>
                            <a:pt x="179" y="906"/>
                            <a:pt x="188" y="904"/>
                          </a:cubicBezTo>
                          <a:cubicBezTo>
                            <a:pt x="218" y="899"/>
                            <a:pt x="248" y="897"/>
                            <a:pt x="278" y="897"/>
                          </a:cubicBezTo>
                          <a:cubicBezTo>
                            <a:pt x="398" y="897"/>
                            <a:pt x="518" y="930"/>
                            <a:pt x="638" y="930"/>
                          </a:cubicBezTo>
                          <a:cubicBezTo>
                            <a:pt x="788" y="930"/>
                            <a:pt x="918" y="930"/>
                            <a:pt x="1062" y="937"/>
                          </a:cubicBezTo>
                          <a:cubicBezTo>
                            <a:pt x="1170" y="941"/>
                            <a:pt x="1273" y="950"/>
                            <a:pt x="1372" y="950"/>
                          </a:cubicBezTo>
                          <a:cubicBezTo>
                            <a:pt x="1566" y="950"/>
                            <a:pt x="1743" y="916"/>
                            <a:pt x="1903" y="748"/>
                          </a:cubicBezTo>
                          <a:cubicBezTo>
                            <a:pt x="2079" y="559"/>
                            <a:pt x="2065" y="214"/>
                            <a:pt x="1818" y="83"/>
                          </a:cubicBezTo>
                          <a:cubicBezTo>
                            <a:pt x="1704" y="24"/>
                            <a:pt x="1599" y="1"/>
                            <a:pt x="14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3" name="Google Shape;14115;p46">
                      <a:extLst>
                        <a:ext uri="{FF2B5EF4-FFF2-40B4-BE49-F238E27FC236}">
                          <a16:creationId xmlns:a16="http://schemas.microsoft.com/office/drawing/2014/main" id="{E5CCF509-52CE-AD7D-69B0-1414D30AAFEA}"/>
                        </a:ext>
                      </a:extLst>
                    </p:cNvPr>
                    <p:cNvSpPr/>
                    <p:nvPr/>
                  </p:nvSpPr>
                  <p:spPr>
                    <a:xfrm>
                      <a:off x="6959410" y="3809275"/>
                      <a:ext cx="116038" cy="64684"/>
                    </a:xfrm>
                    <a:custGeom>
                      <a:avLst/>
                      <a:gdLst/>
                      <a:ahLst/>
                      <a:cxnLst/>
                      <a:rect l="l" t="t" r="r" b="b"/>
                      <a:pathLst>
                        <a:path w="4596" h="2562" extrusionOk="0">
                          <a:moveTo>
                            <a:pt x="1858" y="0"/>
                          </a:moveTo>
                          <a:cubicBezTo>
                            <a:pt x="952" y="0"/>
                            <a:pt x="1" y="1056"/>
                            <a:pt x="816" y="1584"/>
                          </a:cubicBezTo>
                          <a:cubicBezTo>
                            <a:pt x="1630" y="2112"/>
                            <a:pt x="4596" y="2562"/>
                            <a:pt x="4596" y="2562"/>
                          </a:cubicBezTo>
                          <a:lnTo>
                            <a:pt x="4420" y="978"/>
                          </a:lnTo>
                          <a:cubicBezTo>
                            <a:pt x="3814" y="978"/>
                            <a:pt x="2764" y="0"/>
                            <a:pt x="18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4" name="Google Shape;14116;p46">
                      <a:extLst>
                        <a:ext uri="{FF2B5EF4-FFF2-40B4-BE49-F238E27FC236}">
                          <a16:creationId xmlns:a16="http://schemas.microsoft.com/office/drawing/2014/main" id="{FBFAC764-4A7E-B3EE-FCA5-8B16234EC548}"/>
                        </a:ext>
                      </a:extLst>
                    </p:cNvPr>
                    <p:cNvSpPr/>
                    <p:nvPr/>
                  </p:nvSpPr>
                  <p:spPr>
                    <a:xfrm>
                      <a:off x="7066384" y="3809275"/>
                      <a:ext cx="116038" cy="64684"/>
                    </a:xfrm>
                    <a:custGeom>
                      <a:avLst/>
                      <a:gdLst/>
                      <a:ahLst/>
                      <a:cxnLst/>
                      <a:rect l="l" t="t" r="r" b="b"/>
                      <a:pathLst>
                        <a:path w="4596" h="2562" extrusionOk="0">
                          <a:moveTo>
                            <a:pt x="2744" y="0"/>
                          </a:moveTo>
                          <a:cubicBezTo>
                            <a:pt x="1838" y="0"/>
                            <a:pt x="782" y="978"/>
                            <a:pt x="183" y="978"/>
                          </a:cubicBezTo>
                          <a:lnTo>
                            <a:pt x="0" y="2562"/>
                          </a:lnTo>
                          <a:cubicBezTo>
                            <a:pt x="0" y="2562"/>
                            <a:pt x="2966" y="2112"/>
                            <a:pt x="3781" y="1584"/>
                          </a:cubicBezTo>
                          <a:cubicBezTo>
                            <a:pt x="4595" y="1056"/>
                            <a:pt x="3644" y="0"/>
                            <a:pt x="27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5" name="Google Shape;14117;p46">
                    <a:extLst>
                      <a:ext uri="{FF2B5EF4-FFF2-40B4-BE49-F238E27FC236}">
                        <a16:creationId xmlns:a16="http://schemas.microsoft.com/office/drawing/2014/main" id="{658FDD3E-6A55-1EC5-4215-583D6024E4CD}"/>
                      </a:ext>
                    </a:extLst>
                  </p:cNvPr>
                  <p:cNvGrpSpPr/>
                  <p:nvPr/>
                </p:nvGrpSpPr>
                <p:grpSpPr>
                  <a:xfrm>
                    <a:off x="6922902" y="3131329"/>
                    <a:ext cx="300496" cy="274642"/>
                    <a:chOff x="6922902" y="3131329"/>
                    <a:chExt cx="300496" cy="274642"/>
                  </a:xfrm>
                </p:grpSpPr>
                <p:sp>
                  <p:nvSpPr>
                    <p:cNvPr id="13696" name="Google Shape;14118;p46">
                      <a:extLst>
                        <a:ext uri="{FF2B5EF4-FFF2-40B4-BE49-F238E27FC236}">
                          <a16:creationId xmlns:a16="http://schemas.microsoft.com/office/drawing/2014/main" id="{5ACC19FF-7F84-4CDC-5F4D-3B2DD92D4CC0}"/>
                        </a:ext>
                      </a:extLst>
                    </p:cNvPr>
                    <p:cNvSpPr/>
                    <p:nvPr/>
                  </p:nvSpPr>
                  <p:spPr>
                    <a:xfrm>
                      <a:off x="6922902" y="3131329"/>
                      <a:ext cx="300496" cy="214604"/>
                    </a:xfrm>
                    <a:custGeom>
                      <a:avLst/>
                      <a:gdLst/>
                      <a:ahLst/>
                      <a:cxnLst/>
                      <a:rect l="l" t="t" r="r" b="b"/>
                      <a:pathLst>
                        <a:path w="11902" h="8500" extrusionOk="0">
                          <a:moveTo>
                            <a:pt x="3281" y="4076"/>
                          </a:moveTo>
                          <a:cubicBezTo>
                            <a:pt x="3975" y="4076"/>
                            <a:pt x="4641" y="4618"/>
                            <a:pt x="4641" y="5436"/>
                          </a:cubicBezTo>
                          <a:cubicBezTo>
                            <a:pt x="4634" y="6172"/>
                            <a:pt x="4034" y="6778"/>
                            <a:pt x="3291" y="6778"/>
                          </a:cubicBezTo>
                          <a:cubicBezTo>
                            <a:pt x="2092" y="6772"/>
                            <a:pt x="1486" y="5318"/>
                            <a:pt x="2340" y="4471"/>
                          </a:cubicBezTo>
                          <a:cubicBezTo>
                            <a:pt x="2615" y="4198"/>
                            <a:pt x="2951" y="4076"/>
                            <a:pt x="3281" y="4076"/>
                          </a:cubicBezTo>
                          <a:close/>
                          <a:moveTo>
                            <a:pt x="8548" y="4076"/>
                          </a:moveTo>
                          <a:cubicBezTo>
                            <a:pt x="9244" y="4076"/>
                            <a:pt x="9911" y="4618"/>
                            <a:pt x="9907" y="5436"/>
                          </a:cubicBezTo>
                          <a:cubicBezTo>
                            <a:pt x="9907" y="6172"/>
                            <a:pt x="9301" y="6778"/>
                            <a:pt x="8558" y="6778"/>
                          </a:cubicBezTo>
                          <a:cubicBezTo>
                            <a:pt x="7358" y="6772"/>
                            <a:pt x="6759" y="5318"/>
                            <a:pt x="7606" y="4471"/>
                          </a:cubicBezTo>
                          <a:cubicBezTo>
                            <a:pt x="7881" y="4198"/>
                            <a:pt x="8218" y="4076"/>
                            <a:pt x="8548" y="4076"/>
                          </a:cubicBezTo>
                          <a:close/>
                          <a:moveTo>
                            <a:pt x="4204" y="0"/>
                          </a:moveTo>
                          <a:cubicBezTo>
                            <a:pt x="1884" y="0"/>
                            <a:pt x="0" y="1884"/>
                            <a:pt x="0" y="4211"/>
                          </a:cubicBezTo>
                          <a:lnTo>
                            <a:pt x="0" y="4295"/>
                          </a:lnTo>
                          <a:cubicBezTo>
                            <a:pt x="0" y="6615"/>
                            <a:pt x="1884" y="8499"/>
                            <a:pt x="4210" y="8499"/>
                          </a:cubicBezTo>
                          <a:lnTo>
                            <a:pt x="7691" y="8499"/>
                          </a:lnTo>
                          <a:cubicBezTo>
                            <a:pt x="10011" y="8499"/>
                            <a:pt x="11895" y="6615"/>
                            <a:pt x="11895" y="4295"/>
                          </a:cubicBezTo>
                          <a:lnTo>
                            <a:pt x="11895" y="4211"/>
                          </a:lnTo>
                          <a:cubicBezTo>
                            <a:pt x="11901" y="1884"/>
                            <a:pt x="10018" y="0"/>
                            <a:pt x="76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7" name="Google Shape;14119;p46">
                      <a:extLst>
                        <a:ext uri="{FF2B5EF4-FFF2-40B4-BE49-F238E27FC236}">
                          <a16:creationId xmlns:a16="http://schemas.microsoft.com/office/drawing/2014/main" id="{F7CD1A33-7D8A-2160-8EF5-F8CFC06B0803}"/>
                        </a:ext>
                      </a:extLst>
                    </p:cNvPr>
                    <p:cNvSpPr/>
                    <p:nvPr/>
                  </p:nvSpPr>
                  <p:spPr>
                    <a:xfrm>
                      <a:off x="6995792" y="3277285"/>
                      <a:ext cx="150248" cy="128687"/>
                    </a:xfrm>
                    <a:custGeom>
                      <a:avLst/>
                      <a:gdLst/>
                      <a:ahLst/>
                      <a:cxnLst/>
                      <a:rect l="l" t="t" r="r" b="b"/>
                      <a:pathLst>
                        <a:path w="5951" h="5097" extrusionOk="0">
                          <a:moveTo>
                            <a:pt x="3057" y="424"/>
                          </a:moveTo>
                          <a:cubicBezTo>
                            <a:pt x="3429" y="424"/>
                            <a:pt x="3722" y="1232"/>
                            <a:pt x="3722" y="1597"/>
                          </a:cubicBezTo>
                          <a:cubicBezTo>
                            <a:pt x="3735" y="1975"/>
                            <a:pt x="3435" y="2288"/>
                            <a:pt x="3057" y="2288"/>
                          </a:cubicBezTo>
                          <a:cubicBezTo>
                            <a:pt x="2679" y="2288"/>
                            <a:pt x="2379" y="1975"/>
                            <a:pt x="2392" y="1597"/>
                          </a:cubicBezTo>
                          <a:cubicBezTo>
                            <a:pt x="2392" y="1232"/>
                            <a:pt x="2692" y="424"/>
                            <a:pt x="3057" y="424"/>
                          </a:cubicBezTo>
                          <a:close/>
                          <a:moveTo>
                            <a:pt x="1206" y="2835"/>
                          </a:moveTo>
                          <a:cubicBezTo>
                            <a:pt x="1447" y="2835"/>
                            <a:pt x="1649" y="3109"/>
                            <a:pt x="1669" y="3455"/>
                          </a:cubicBezTo>
                          <a:lnTo>
                            <a:pt x="750" y="3455"/>
                          </a:lnTo>
                          <a:cubicBezTo>
                            <a:pt x="769" y="3109"/>
                            <a:pt x="965" y="2835"/>
                            <a:pt x="1206" y="2835"/>
                          </a:cubicBezTo>
                          <a:close/>
                          <a:moveTo>
                            <a:pt x="4882" y="2835"/>
                          </a:moveTo>
                          <a:cubicBezTo>
                            <a:pt x="5123" y="2835"/>
                            <a:pt x="5319" y="3109"/>
                            <a:pt x="5338" y="3455"/>
                          </a:cubicBezTo>
                          <a:lnTo>
                            <a:pt x="4419" y="3455"/>
                          </a:lnTo>
                          <a:cubicBezTo>
                            <a:pt x="4439" y="3109"/>
                            <a:pt x="4641" y="2835"/>
                            <a:pt x="4882" y="2835"/>
                          </a:cubicBezTo>
                          <a:close/>
                          <a:moveTo>
                            <a:pt x="2431" y="3005"/>
                          </a:moveTo>
                          <a:cubicBezTo>
                            <a:pt x="2673" y="3005"/>
                            <a:pt x="2868" y="3279"/>
                            <a:pt x="2888" y="3624"/>
                          </a:cubicBezTo>
                          <a:lnTo>
                            <a:pt x="1975" y="3624"/>
                          </a:lnTo>
                          <a:cubicBezTo>
                            <a:pt x="1995" y="3279"/>
                            <a:pt x="2190" y="3005"/>
                            <a:pt x="2431" y="3005"/>
                          </a:cubicBezTo>
                          <a:close/>
                          <a:moveTo>
                            <a:pt x="3722" y="3005"/>
                          </a:moveTo>
                          <a:cubicBezTo>
                            <a:pt x="3963" y="3005"/>
                            <a:pt x="4165" y="3279"/>
                            <a:pt x="4185" y="3624"/>
                          </a:cubicBezTo>
                          <a:lnTo>
                            <a:pt x="3266" y="3624"/>
                          </a:lnTo>
                          <a:cubicBezTo>
                            <a:pt x="3285" y="3279"/>
                            <a:pt x="3481" y="3005"/>
                            <a:pt x="3722" y="3005"/>
                          </a:cubicBezTo>
                          <a:close/>
                          <a:moveTo>
                            <a:pt x="2542" y="0"/>
                          </a:moveTo>
                          <a:cubicBezTo>
                            <a:pt x="1141" y="0"/>
                            <a:pt x="0" y="1134"/>
                            <a:pt x="0" y="2542"/>
                          </a:cubicBezTo>
                          <a:lnTo>
                            <a:pt x="0" y="2562"/>
                          </a:lnTo>
                          <a:cubicBezTo>
                            <a:pt x="0" y="3963"/>
                            <a:pt x="1141" y="5097"/>
                            <a:pt x="2542" y="5097"/>
                          </a:cubicBezTo>
                          <a:lnTo>
                            <a:pt x="3409" y="5097"/>
                          </a:lnTo>
                          <a:cubicBezTo>
                            <a:pt x="4817" y="5097"/>
                            <a:pt x="5951" y="3963"/>
                            <a:pt x="5951" y="2562"/>
                          </a:cubicBezTo>
                          <a:lnTo>
                            <a:pt x="5951" y="2542"/>
                          </a:lnTo>
                          <a:cubicBezTo>
                            <a:pt x="5951" y="1134"/>
                            <a:pt x="4817" y="0"/>
                            <a:pt x="34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8" name="Google Shape;14120;p46">
                      <a:extLst>
                        <a:ext uri="{FF2B5EF4-FFF2-40B4-BE49-F238E27FC236}">
                          <a16:creationId xmlns:a16="http://schemas.microsoft.com/office/drawing/2014/main" id="{31E73B3F-77D3-6AAF-59AF-AEB7715A8284}"/>
                        </a:ext>
                      </a:extLst>
                    </p:cNvPr>
                    <p:cNvSpPr/>
                    <p:nvPr/>
                  </p:nvSpPr>
                  <p:spPr>
                    <a:xfrm>
                      <a:off x="7056007" y="3287965"/>
                      <a:ext cx="34261" cy="47087"/>
                    </a:xfrm>
                    <a:custGeom>
                      <a:avLst/>
                      <a:gdLst/>
                      <a:ahLst/>
                      <a:cxnLst/>
                      <a:rect l="l" t="t" r="r" b="b"/>
                      <a:pathLst>
                        <a:path w="1357" h="1865" extrusionOk="0">
                          <a:moveTo>
                            <a:pt x="679" y="1"/>
                          </a:moveTo>
                          <a:cubicBezTo>
                            <a:pt x="307" y="1"/>
                            <a:pt x="14" y="809"/>
                            <a:pt x="14" y="1174"/>
                          </a:cubicBezTo>
                          <a:cubicBezTo>
                            <a:pt x="1" y="1552"/>
                            <a:pt x="301" y="1865"/>
                            <a:pt x="679" y="1865"/>
                          </a:cubicBezTo>
                          <a:cubicBezTo>
                            <a:pt x="1050" y="1865"/>
                            <a:pt x="1356" y="1552"/>
                            <a:pt x="1343" y="1174"/>
                          </a:cubicBezTo>
                          <a:cubicBezTo>
                            <a:pt x="1343" y="809"/>
                            <a:pt x="1044" y="1"/>
                            <a:pt x="6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4" name="Google Shape;14121;p46">
                <a:extLst>
                  <a:ext uri="{FF2B5EF4-FFF2-40B4-BE49-F238E27FC236}">
                    <a16:creationId xmlns:a16="http://schemas.microsoft.com/office/drawing/2014/main" id="{48AF2CB8-8841-F865-979B-30D54FB43ACD}"/>
                  </a:ext>
                </a:extLst>
              </p:cNvPr>
              <p:cNvGrpSpPr/>
              <p:nvPr/>
            </p:nvGrpSpPr>
            <p:grpSpPr>
              <a:xfrm rot="581139">
                <a:off x="4173882" y="2641579"/>
                <a:ext cx="117418" cy="79335"/>
                <a:chOff x="7638250" y="1085887"/>
                <a:chExt cx="107071" cy="72351"/>
              </a:xfrm>
            </p:grpSpPr>
            <p:sp>
              <p:nvSpPr>
                <p:cNvPr id="13680" name="Google Shape;14122;p46">
                  <a:extLst>
                    <a:ext uri="{FF2B5EF4-FFF2-40B4-BE49-F238E27FC236}">
                      <a16:creationId xmlns:a16="http://schemas.microsoft.com/office/drawing/2014/main" id="{E3B785C4-5377-3A2F-FFB7-7A89BBAB3196}"/>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1" name="Google Shape;14123;p46">
                  <a:extLst>
                    <a:ext uri="{FF2B5EF4-FFF2-40B4-BE49-F238E27FC236}">
                      <a16:creationId xmlns:a16="http://schemas.microsoft.com/office/drawing/2014/main" id="{2150EC46-9BD8-F225-F223-0B3505D36C59}"/>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2" name="Google Shape;14124;p46">
                  <a:extLst>
                    <a:ext uri="{FF2B5EF4-FFF2-40B4-BE49-F238E27FC236}">
                      <a16:creationId xmlns:a16="http://schemas.microsoft.com/office/drawing/2014/main" id="{C9BEBCF6-14D3-DF1D-8575-807C440DD6C6}"/>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3" name="Google Shape;14125;p46">
                  <a:extLst>
                    <a:ext uri="{FF2B5EF4-FFF2-40B4-BE49-F238E27FC236}">
                      <a16:creationId xmlns:a16="http://schemas.microsoft.com/office/drawing/2014/main" id="{45D77D3C-9434-29B7-AF99-4BB3E50593CE}"/>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4" name="Google Shape;14126;p46">
                  <a:extLst>
                    <a:ext uri="{FF2B5EF4-FFF2-40B4-BE49-F238E27FC236}">
                      <a16:creationId xmlns:a16="http://schemas.microsoft.com/office/drawing/2014/main" id="{3EFB8090-7F54-F039-4C76-27BB0E7BDB85}"/>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5" name="Google Shape;14127;p46">
                  <a:extLst>
                    <a:ext uri="{FF2B5EF4-FFF2-40B4-BE49-F238E27FC236}">
                      <a16:creationId xmlns:a16="http://schemas.microsoft.com/office/drawing/2014/main" id="{57BE39DC-FBAB-DE4F-94A6-7C36EBAF4740}"/>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6" name="Google Shape;14128;p46">
                  <a:extLst>
                    <a:ext uri="{FF2B5EF4-FFF2-40B4-BE49-F238E27FC236}">
                      <a16:creationId xmlns:a16="http://schemas.microsoft.com/office/drawing/2014/main" id="{EDC706E0-6CBA-6395-DCAA-4134E6350466}"/>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7" name="Google Shape;14129;p46">
                  <a:extLst>
                    <a:ext uri="{FF2B5EF4-FFF2-40B4-BE49-F238E27FC236}">
                      <a16:creationId xmlns:a16="http://schemas.microsoft.com/office/drawing/2014/main" id="{8CC79391-4930-8D5A-293C-2583F60E5DD5}"/>
                    </a:ext>
                  </a:extLst>
                </p:cNvPr>
                <p:cNvSpPr/>
                <p:nvPr/>
              </p:nvSpPr>
              <p:spPr>
                <a:xfrm>
                  <a:off x="7713538" y="1107734"/>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8" name="Google Shape;14130;p46">
                  <a:extLst>
                    <a:ext uri="{FF2B5EF4-FFF2-40B4-BE49-F238E27FC236}">
                      <a16:creationId xmlns:a16="http://schemas.microsoft.com/office/drawing/2014/main" id="{F394583F-22AC-96C1-DA38-E898E23FFBEC}"/>
                    </a:ext>
                  </a:extLst>
                </p:cNvPr>
                <p:cNvSpPr/>
                <p:nvPr/>
              </p:nvSpPr>
              <p:spPr>
                <a:xfrm>
                  <a:off x="7733871" y="1085887"/>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9" name="Google Shape;14131;p46">
                  <a:extLst>
                    <a:ext uri="{FF2B5EF4-FFF2-40B4-BE49-F238E27FC236}">
                      <a16:creationId xmlns:a16="http://schemas.microsoft.com/office/drawing/2014/main" id="{2CDEFA6C-73BA-CE99-99D1-F58A125DE1A4}"/>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0" name="Google Shape;14132;p46">
                  <a:extLst>
                    <a:ext uri="{FF2B5EF4-FFF2-40B4-BE49-F238E27FC236}">
                      <a16:creationId xmlns:a16="http://schemas.microsoft.com/office/drawing/2014/main" id="{56C98591-203E-EA71-D719-CFE57704FBB3}"/>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14133;p46">
                <a:extLst>
                  <a:ext uri="{FF2B5EF4-FFF2-40B4-BE49-F238E27FC236}">
                    <a16:creationId xmlns:a16="http://schemas.microsoft.com/office/drawing/2014/main" id="{FB268BA1-77C1-DC27-FF2F-36A987A82562}"/>
                  </a:ext>
                </a:extLst>
              </p:cNvPr>
              <p:cNvGrpSpPr/>
              <p:nvPr/>
            </p:nvGrpSpPr>
            <p:grpSpPr>
              <a:xfrm rot="581139">
                <a:off x="4157212" y="2724191"/>
                <a:ext cx="64043" cy="88463"/>
                <a:chOff x="7647275" y="1077563"/>
                <a:chExt cx="58400" cy="80675"/>
              </a:xfrm>
            </p:grpSpPr>
            <p:sp>
              <p:nvSpPr>
                <p:cNvPr id="13672" name="Google Shape;14134;p46">
                  <a:extLst>
                    <a:ext uri="{FF2B5EF4-FFF2-40B4-BE49-F238E27FC236}">
                      <a16:creationId xmlns:a16="http://schemas.microsoft.com/office/drawing/2014/main" id="{C5AAB616-53E3-D88D-2EEF-D77C271BC27F}"/>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3" name="Google Shape;14135;p46">
                  <a:extLst>
                    <a:ext uri="{FF2B5EF4-FFF2-40B4-BE49-F238E27FC236}">
                      <a16:creationId xmlns:a16="http://schemas.microsoft.com/office/drawing/2014/main" id="{F51B86B8-65BA-DA57-A4E6-B1FF22DE5ABA}"/>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4" name="Google Shape;14136;p46">
                  <a:extLst>
                    <a:ext uri="{FF2B5EF4-FFF2-40B4-BE49-F238E27FC236}">
                      <a16:creationId xmlns:a16="http://schemas.microsoft.com/office/drawing/2014/main" id="{B5E054D5-9701-D9CA-8F57-746280F2AD44}"/>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5" name="Google Shape;14137;p46">
                  <a:extLst>
                    <a:ext uri="{FF2B5EF4-FFF2-40B4-BE49-F238E27FC236}">
                      <a16:creationId xmlns:a16="http://schemas.microsoft.com/office/drawing/2014/main" id="{5ADF8D18-B563-5B2F-CDDF-A91FEF029304}"/>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6" name="Google Shape;14138;p46">
                  <a:extLst>
                    <a:ext uri="{FF2B5EF4-FFF2-40B4-BE49-F238E27FC236}">
                      <a16:creationId xmlns:a16="http://schemas.microsoft.com/office/drawing/2014/main" id="{07A7B580-FA7D-EFC6-AAA2-5E492EC95F92}"/>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7" name="Google Shape;14139;p46">
                  <a:extLst>
                    <a:ext uri="{FF2B5EF4-FFF2-40B4-BE49-F238E27FC236}">
                      <a16:creationId xmlns:a16="http://schemas.microsoft.com/office/drawing/2014/main" id="{75E5AC76-0C78-EFA0-6B90-8211AC4631EA}"/>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8" name="Google Shape;14140;p46">
                  <a:extLst>
                    <a:ext uri="{FF2B5EF4-FFF2-40B4-BE49-F238E27FC236}">
                      <a16:creationId xmlns:a16="http://schemas.microsoft.com/office/drawing/2014/main" id="{689974C3-6903-087D-6006-C26DB172913F}"/>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9" name="Google Shape;14141;p46">
                  <a:extLst>
                    <a:ext uri="{FF2B5EF4-FFF2-40B4-BE49-F238E27FC236}">
                      <a16:creationId xmlns:a16="http://schemas.microsoft.com/office/drawing/2014/main" id="{3C66CAE9-DE79-429D-0056-9C620EF07B81}"/>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14142;p46">
                <a:extLst>
                  <a:ext uri="{FF2B5EF4-FFF2-40B4-BE49-F238E27FC236}">
                    <a16:creationId xmlns:a16="http://schemas.microsoft.com/office/drawing/2014/main" id="{DBEA36B9-789E-4106-E016-7301757BAA71}"/>
                  </a:ext>
                </a:extLst>
              </p:cNvPr>
              <p:cNvGrpSpPr/>
              <p:nvPr/>
            </p:nvGrpSpPr>
            <p:grpSpPr>
              <a:xfrm rot="581139">
                <a:off x="4112469" y="2815878"/>
                <a:ext cx="84495" cy="127281"/>
                <a:chOff x="7647275" y="1077563"/>
                <a:chExt cx="77050" cy="116076"/>
              </a:xfrm>
            </p:grpSpPr>
            <p:sp>
              <p:nvSpPr>
                <p:cNvPr id="13659" name="Google Shape;14143;p46">
                  <a:extLst>
                    <a:ext uri="{FF2B5EF4-FFF2-40B4-BE49-F238E27FC236}">
                      <a16:creationId xmlns:a16="http://schemas.microsoft.com/office/drawing/2014/main" id="{996DD185-6683-CF88-D0D6-4F200C2DA307}"/>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0" name="Google Shape;14144;p46">
                  <a:extLst>
                    <a:ext uri="{FF2B5EF4-FFF2-40B4-BE49-F238E27FC236}">
                      <a16:creationId xmlns:a16="http://schemas.microsoft.com/office/drawing/2014/main" id="{AD7D3E0D-BBEB-48F0-5696-90A422246DD6}"/>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1" name="Google Shape;14145;p46">
                  <a:extLst>
                    <a:ext uri="{FF2B5EF4-FFF2-40B4-BE49-F238E27FC236}">
                      <a16:creationId xmlns:a16="http://schemas.microsoft.com/office/drawing/2014/main" id="{49DEE601-2B29-8392-375D-B8D49509786D}"/>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2" name="Google Shape;14146;p46">
                  <a:extLst>
                    <a:ext uri="{FF2B5EF4-FFF2-40B4-BE49-F238E27FC236}">
                      <a16:creationId xmlns:a16="http://schemas.microsoft.com/office/drawing/2014/main" id="{6B0C0A44-B746-0424-A2BB-0C95A32AD8B2}"/>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3" name="Google Shape;14147;p46">
                  <a:extLst>
                    <a:ext uri="{FF2B5EF4-FFF2-40B4-BE49-F238E27FC236}">
                      <a16:creationId xmlns:a16="http://schemas.microsoft.com/office/drawing/2014/main" id="{72134CFC-80A3-8B4B-6BD0-0EE5DC4C3F7A}"/>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4" name="Google Shape;14148;p46">
                  <a:extLst>
                    <a:ext uri="{FF2B5EF4-FFF2-40B4-BE49-F238E27FC236}">
                      <a16:creationId xmlns:a16="http://schemas.microsoft.com/office/drawing/2014/main" id="{7CDF751C-659B-F82F-A988-9B021EB0B0CD}"/>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5" name="Google Shape;14149;p46">
                  <a:extLst>
                    <a:ext uri="{FF2B5EF4-FFF2-40B4-BE49-F238E27FC236}">
                      <a16:creationId xmlns:a16="http://schemas.microsoft.com/office/drawing/2014/main" id="{42E41002-2FC2-2953-C12B-7449FE5C0DA3}"/>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6" name="Google Shape;14150;p46">
                  <a:extLst>
                    <a:ext uri="{FF2B5EF4-FFF2-40B4-BE49-F238E27FC236}">
                      <a16:creationId xmlns:a16="http://schemas.microsoft.com/office/drawing/2014/main" id="{CE4FEEEF-3E27-F9BE-8502-3194F496192C}"/>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7" name="Google Shape;14151;p46">
                  <a:extLst>
                    <a:ext uri="{FF2B5EF4-FFF2-40B4-BE49-F238E27FC236}">
                      <a16:creationId xmlns:a16="http://schemas.microsoft.com/office/drawing/2014/main" id="{1E8F3121-5882-4B7E-C34E-AA59E64D658A}"/>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8" name="Google Shape;14152;p46">
                  <a:extLst>
                    <a:ext uri="{FF2B5EF4-FFF2-40B4-BE49-F238E27FC236}">
                      <a16:creationId xmlns:a16="http://schemas.microsoft.com/office/drawing/2014/main" id="{DDC44336-79BE-DEF2-DECE-B4769ED6E38D}"/>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9" name="Google Shape;14153;p46">
                  <a:extLst>
                    <a:ext uri="{FF2B5EF4-FFF2-40B4-BE49-F238E27FC236}">
                      <a16:creationId xmlns:a16="http://schemas.microsoft.com/office/drawing/2014/main" id="{D380CAEB-24FF-6825-C161-946204DD39EC}"/>
                    </a:ext>
                  </a:extLst>
                </p:cNvPr>
                <p:cNvSpPr/>
                <p:nvPr/>
              </p:nvSpPr>
              <p:spPr>
                <a:xfrm>
                  <a:off x="7651141" y="1182189"/>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0" name="Google Shape;14154;p46">
                  <a:extLst>
                    <a:ext uri="{FF2B5EF4-FFF2-40B4-BE49-F238E27FC236}">
                      <a16:creationId xmlns:a16="http://schemas.microsoft.com/office/drawing/2014/main" id="{C721495A-062C-AD11-D569-F91E9B2F6CC0}"/>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1" name="Google Shape;14155;p46">
                  <a:extLst>
                    <a:ext uri="{FF2B5EF4-FFF2-40B4-BE49-F238E27FC236}">
                      <a16:creationId xmlns:a16="http://schemas.microsoft.com/office/drawing/2014/main" id="{09785E23-84E3-78CB-FE75-C88714C27AF7}"/>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14156;p46">
                <a:extLst>
                  <a:ext uri="{FF2B5EF4-FFF2-40B4-BE49-F238E27FC236}">
                    <a16:creationId xmlns:a16="http://schemas.microsoft.com/office/drawing/2014/main" id="{5211A3B8-62AC-887E-E5A2-FAD91EC0941A}"/>
                  </a:ext>
                </a:extLst>
              </p:cNvPr>
              <p:cNvGrpSpPr/>
              <p:nvPr/>
            </p:nvGrpSpPr>
            <p:grpSpPr>
              <a:xfrm rot="581139">
                <a:off x="4494313" y="3050919"/>
                <a:ext cx="85154" cy="73276"/>
                <a:chOff x="7646674" y="1095013"/>
                <a:chExt cx="77651" cy="66825"/>
              </a:xfrm>
            </p:grpSpPr>
            <p:sp>
              <p:nvSpPr>
                <p:cNvPr id="13648" name="Google Shape;14157;p46">
                  <a:extLst>
                    <a:ext uri="{FF2B5EF4-FFF2-40B4-BE49-F238E27FC236}">
                      <a16:creationId xmlns:a16="http://schemas.microsoft.com/office/drawing/2014/main" id="{EB7F39E5-C9A3-63FA-078C-EB462AE5CCE3}"/>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9" name="Google Shape;14158;p46">
                  <a:extLst>
                    <a:ext uri="{FF2B5EF4-FFF2-40B4-BE49-F238E27FC236}">
                      <a16:creationId xmlns:a16="http://schemas.microsoft.com/office/drawing/2014/main" id="{BE1330CB-2657-DB5D-A055-10731B0C354C}"/>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0" name="Google Shape;14159;p46">
                  <a:extLst>
                    <a:ext uri="{FF2B5EF4-FFF2-40B4-BE49-F238E27FC236}">
                      <a16:creationId xmlns:a16="http://schemas.microsoft.com/office/drawing/2014/main" id="{1E7FE9C6-AF7A-2A00-E048-4A70379D3ED4}"/>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1" name="Google Shape;14160;p46">
                  <a:extLst>
                    <a:ext uri="{FF2B5EF4-FFF2-40B4-BE49-F238E27FC236}">
                      <a16:creationId xmlns:a16="http://schemas.microsoft.com/office/drawing/2014/main" id="{EAEB1419-CFEF-CB70-59DB-45FAE93CAC7F}"/>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2" name="Google Shape;14161;p46">
                  <a:extLst>
                    <a:ext uri="{FF2B5EF4-FFF2-40B4-BE49-F238E27FC236}">
                      <a16:creationId xmlns:a16="http://schemas.microsoft.com/office/drawing/2014/main" id="{4F993DB2-0272-6470-469C-FB0F9AD0A1E3}"/>
                    </a:ext>
                  </a:extLst>
                </p:cNvPr>
                <p:cNvSpPr/>
                <p:nvPr/>
              </p:nvSpPr>
              <p:spPr>
                <a:xfrm>
                  <a:off x="7653593" y="1132200"/>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3" name="Google Shape;14162;p46">
                  <a:extLst>
                    <a:ext uri="{FF2B5EF4-FFF2-40B4-BE49-F238E27FC236}">
                      <a16:creationId xmlns:a16="http://schemas.microsoft.com/office/drawing/2014/main" id="{EC0046BA-217F-2AD8-5B3A-C4F79D774829}"/>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4" name="Google Shape;14163;p46">
                  <a:extLst>
                    <a:ext uri="{FF2B5EF4-FFF2-40B4-BE49-F238E27FC236}">
                      <a16:creationId xmlns:a16="http://schemas.microsoft.com/office/drawing/2014/main" id="{382F82D0-1E2E-F232-CB1A-68BE84104746}"/>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5" name="Google Shape;14164;p46">
                  <a:extLst>
                    <a:ext uri="{FF2B5EF4-FFF2-40B4-BE49-F238E27FC236}">
                      <a16:creationId xmlns:a16="http://schemas.microsoft.com/office/drawing/2014/main" id="{BA491523-6AFF-2BCB-CAAF-721D84102C15}"/>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6" name="Google Shape;14165;p46">
                  <a:extLst>
                    <a:ext uri="{FF2B5EF4-FFF2-40B4-BE49-F238E27FC236}">
                      <a16:creationId xmlns:a16="http://schemas.microsoft.com/office/drawing/2014/main" id="{BC02B01B-6A8F-5A08-F24D-E5C8A66447D6}"/>
                    </a:ext>
                  </a:extLst>
                </p:cNvPr>
                <p:cNvSpPr/>
                <p:nvPr/>
              </p:nvSpPr>
              <p:spPr>
                <a:xfrm>
                  <a:off x="7646674" y="1112454"/>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7" name="Google Shape;14166;p46">
                  <a:extLst>
                    <a:ext uri="{FF2B5EF4-FFF2-40B4-BE49-F238E27FC236}">
                      <a16:creationId xmlns:a16="http://schemas.microsoft.com/office/drawing/2014/main" id="{F8DD17A2-54F8-CD77-3273-8B47602B01C2}"/>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8" name="Google Shape;14167;p46">
                  <a:extLst>
                    <a:ext uri="{FF2B5EF4-FFF2-40B4-BE49-F238E27FC236}">
                      <a16:creationId xmlns:a16="http://schemas.microsoft.com/office/drawing/2014/main" id="{43595D33-29C5-6D7D-EFDB-364C5AA87FD3}"/>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4168;p46">
                <a:extLst>
                  <a:ext uri="{FF2B5EF4-FFF2-40B4-BE49-F238E27FC236}">
                    <a16:creationId xmlns:a16="http://schemas.microsoft.com/office/drawing/2014/main" id="{7178F7FD-5DE2-8BEE-9BF1-05E43094D5EC}"/>
                  </a:ext>
                </a:extLst>
              </p:cNvPr>
              <p:cNvGrpSpPr/>
              <p:nvPr/>
            </p:nvGrpSpPr>
            <p:grpSpPr>
              <a:xfrm rot="581139">
                <a:off x="4557307" y="3047659"/>
                <a:ext cx="84312" cy="73276"/>
                <a:chOff x="7638250" y="1077563"/>
                <a:chExt cx="76883" cy="66825"/>
              </a:xfrm>
            </p:grpSpPr>
            <p:sp>
              <p:nvSpPr>
                <p:cNvPr id="13641" name="Google Shape;14169;p46">
                  <a:extLst>
                    <a:ext uri="{FF2B5EF4-FFF2-40B4-BE49-F238E27FC236}">
                      <a16:creationId xmlns:a16="http://schemas.microsoft.com/office/drawing/2014/main" id="{FB4EDF7B-6EBC-E926-CCAD-18AB46A4D22B}"/>
                    </a:ext>
                  </a:extLst>
                </p:cNvPr>
                <p:cNvSpPr/>
                <p:nvPr/>
              </p:nvSpPr>
              <p:spPr>
                <a:xfrm>
                  <a:off x="7704258" y="1091869"/>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2" name="Google Shape;14170;p46">
                  <a:extLst>
                    <a:ext uri="{FF2B5EF4-FFF2-40B4-BE49-F238E27FC236}">
                      <a16:creationId xmlns:a16="http://schemas.microsoft.com/office/drawing/2014/main" id="{32F7982B-79BD-0460-2237-FE89AB698F1F}"/>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3" name="Google Shape;14171;p46">
                  <a:extLst>
                    <a:ext uri="{FF2B5EF4-FFF2-40B4-BE49-F238E27FC236}">
                      <a16:creationId xmlns:a16="http://schemas.microsoft.com/office/drawing/2014/main" id="{E5756F10-363D-E3F8-8A8A-E902432A66CD}"/>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4" name="Google Shape;14172;p46">
                  <a:extLst>
                    <a:ext uri="{FF2B5EF4-FFF2-40B4-BE49-F238E27FC236}">
                      <a16:creationId xmlns:a16="http://schemas.microsoft.com/office/drawing/2014/main" id="{ADFA0A42-51E0-DAFB-C8CD-FC63C427F93F}"/>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5" name="Google Shape;14173;p46">
                  <a:extLst>
                    <a:ext uri="{FF2B5EF4-FFF2-40B4-BE49-F238E27FC236}">
                      <a16:creationId xmlns:a16="http://schemas.microsoft.com/office/drawing/2014/main" id="{BE2015BA-64DA-48F6-D57F-5F0214EEFD62}"/>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6" name="Google Shape;14174;p46">
                  <a:extLst>
                    <a:ext uri="{FF2B5EF4-FFF2-40B4-BE49-F238E27FC236}">
                      <a16:creationId xmlns:a16="http://schemas.microsoft.com/office/drawing/2014/main" id="{9EAC0230-42C7-A140-2D6E-A3E4DCCF013A}"/>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7" name="Google Shape;14175;p46">
                  <a:extLst>
                    <a:ext uri="{FF2B5EF4-FFF2-40B4-BE49-F238E27FC236}">
                      <a16:creationId xmlns:a16="http://schemas.microsoft.com/office/drawing/2014/main" id="{16239276-1AF5-CB01-D8CB-C9F7E9A2D676}"/>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4176;p46">
                <a:extLst>
                  <a:ext uri="{FF2B5EF4-FFF2-40B4-BE49-F238E27FC236}">
                    <a16:creationId xmlns:a16="http://schemas.microsoft.com/office/drawing/2014/main" id="{399FD6A4-FA18-0B96-D3EA-F9A6359D459D}"/>
                  </a:ext>
                </a:extLst>
              </p:cNvPr>
              <p:cNvGrpSpPr/>
              <p:nvPr/>
            </p:nvGrpSpPr>
            <p:grpSpPr>
              <a:xfrm rot="581139">
                <a:off x="4957615" y="3022054"/>
                <a:ext cx="93077" cy="92410"/>
                <a:chOff x="7639450" y="1077563"/>
                <a:chExt cx="84875" cy="84275"/>
              </a:xfrm>
            </p:grpSpPr>
            <p:sp>
              <p:nvSpPr>
                <p:cNvPr id="57" name="Google Shape;14177;p46">
                  <a:extLst>
                    <a:ext uri="{FF2B5EF4-FFF2-40B4-BE49-F238E27FC236}">
                      <a16:creationId xmlns:a16="http://schemas.microsoft.com/office/drawing/2014/main" id="{719C1C7D-4CEF-AFB8-51DA-A9A8D1C22B22}"/>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4178;p46">
                  <a:extLst>
                    <a:ext uri="{FF2B5EF4-FFF2-40B4-BE49-F238E27FC236}">
                      <a16:creationId xmlns:a16="http://schemas.microsoft.com/office/drawing/2014/main" id="{A592CC35-3E0A-2511-83B9-03FC6F27825D}"/>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4179;p46">
                  <a:extLst>
                    <a:ext uri="{FF2B5EF4-FFF2-40B4-BE49-F238E27FC236}">
                      <a16:creationId xmlns:a16="http://schemas.microsoft.com/office/drawing/2014/main" id="{F6FD7EA5-C8DE-7619-80E0-8156D1675C1E}"/>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4180;p46">
                  <a:extLst>
                    <a:ext uri="{FF2B5EF4-FFF2-40B4-BE49-F238E27FC236}">
                      <a16:creationId xmlns:a16="http://schemas.microsoft.com/office/drawing/2014/main" id="{A1333671-4371-1EA4-FFE4-C51E0DDA422B}"/>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4181;p46">
                  <a:extLst>
                    <a:ext uri="{FF2B5EF4-FFF2-40B4-BE49-F238E27FC236}">
                      <a16:creationId xmlns:a16="http://schemas.microsoft.com/office/drawing/2014/main" id="{D3AB9B38-E6E9-3387-0B4A-87761B99169B}"/>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4182;p46">
                  <a:extLst>
                    <a:ext uri="{FF2B5EF4-FFF2-40B4-BE49-F238E27FC236}">
                      <a16:creationId xmlns:a16="http://schemas.microsoft.com/office/drawing/2014/main" id="{65B96D69-D8CB-D925-C4CC-B9CB4EE4CF4A}"/>
                    </a:ext>
                  </a:extLst>
                </p:cNvPr>
                <p:cNvSpPr/>
                <p:nvPr/>
              </p:nvSpPr>
              <p:spPr>
                <a:xfrm>
                  <a:off x="7642051" y="1093212"/>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4183;p46">
                  <a:extLst>
                    <a:ext uri="{FF2B5EF4-FFF2-40B4-BE49-F238E27FC236}">
                      <a16:creationId xmlns:a16="http://schemas.microsoft.com/office/drawing/2014/main" id="{2F7F5161-765F-D70C-7286-E2552A8C32F2}"/>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2" name="Google Shape;14184;p46">
                  <a:extLst>
                    <a:ext uri="{FF2B5EF4-FFF2-40B4-BE49-F238E27FC236}">
                      <a16:creationId xmlns:a16="http://schemas.microsoft.com/office/drawing/2014/main" id="{F8135270-C952-B11C-68EC-3C74091A608D}"/>
                    </a:ext>
                  </a:extLst>
                </p:cNvPr>
                <p:cNvSpPr/>
                <p:nvPr/>
              </p:nvSpPr>
              <p:spPr>
                <a:xfrm>
                  <a:off x="7645690" y="1135674"/>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5" name="Google Shape;14185;p46">
                  <a:extLst>
                    <a:ext uri="{FF2B5EF4-FFF2-40B4-BE49-F238E27FC236}">
                      <a16:creationId xmlns:a16="http://schemas.microsoft.com/office/drawing/2014/main" id="{1E0C4D4A-3EB3-AA57-6AE2-FC1D9A640DE3}"/>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6" name="Google Shape;14186;p46">
                  <a:extLst>
                    <a:ext uri="{FF2B5EF4-FFF2-40B4-BE49-F238E27FC236}">
                      <a16:creationId xmlns:a16="http://schemas.microsoft.com/office/drawing/2014/main" id="{2A58F77D-A31A-4115-D1B7-811DCF14C6DD}"/>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7" name="Google Shape;14187;p46">
                  <a:extLst>
                    <a:ext uri="{FF2B5EF4-FFF2-40B4-BE49-F238E27FC236}">
                      <a16:creationId xmlns:a16="http://schemas.microsoft.com/office/drawing/2014/main" id="{3BF8CD73-077B-54AD-F521-8B0F894282CC}"/>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8" name="Google Shape;14188;p46">
                  <a:extLst>
                    <a:ext uri="{FF2B5EF4-FFF2-40B4-BE49-F238E27FC236}">
                      <a16:creationId xmlns:a16="http://schemas.microsoft.com/office/drawing/2014/main" id="{6A63BC1A-AF3E-949C-8BC8-BF1B96E30BDC}"/>
                    </a:ext>
                  </a:extLst>
                </p:cNvPr>
                <p:cNvSpPr/>
                <p:nvPr/>
              </p:nvSpPr>
              <p:spPr>
                <a:xfrm>
                  <a:off x="7639450" y="1113688"/>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9" name="Google Shape;14189;p46">
                  <a:extLst>
                    <a:ext uri="{FF2B5EF4-FFF2-40B4-BE49-F238E27FC236}">
                      <a16:creationId xmlns:a16="http://schemas.microsoft.com/office/drawing/2014/main" id="{A03F6ACB-C1CE-7CDB-8C37-0E20BD67461A}"/>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0" name="Google Shape;14190;p46">
                  <a:extLst>
                    <a:ext uri="{FF2B5EF4-FFF2-40B4-BE49-F238E27FC236}">
                      <a16:creationId xmlns:a16="http://schemas.microsoft.com/office/drawing/2014/main" id="{EEB94045-A924-6127-27E9-79A1D768A555}"/>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4191;p46">
                <a:extLst>
                  <a:ext uri="{FF2B5EF4-FFF2-40B4-BE49-F238E27FC236}">
                    <a16:creationId xmlns:a16="http://schemas.microsoft.com/office/drawing/2014/main" id="{FB637479-7439-1620-FDAB-A3114FED1422}"/>
                  </a:ext>
                </a:extLst>
              </p:cNvPr>
              <p:cNvGrpSpPr/>
              <p:nvPr/>
            </p:nvGrpSpPr>
            <p:grpSpPr>
              <a:xfrm rot="581139">
                <a:off x="5013444" y="3119267"/>
                <a:ext cx="87785" cy="125230"/>
                <a:chOff x="7638250" y="1070613"/>
                <a:chExt cx="80050" cy="114205"/>
              </a:xfrm>
            </p:grpSpPr>
            <p:sp>
              <p:nvSpPr>
                <p:cNvPr id="46" name="Google Shape;14192;p46">
                  <a:extLst>
                    <a:ext uri="{FF2B5EF4-FFF2-40B4-BE49-F238E27FC236}">
                      <a16:creationId xmlns:a16="http://schemas.microsoft.com/office/drawing/2014/main" id="{59F9DED5-611A-7DE6-444D-27A2EA0495F4}"/>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193;p46">
                  <a:extLst>
                    <a:ext uri="{FF2B5EF4-FFF2-40B4-BE49-F238E27FC236}">
                      <a16:creationId xmlns:a16="http://schemas.microsoft.com/office/drawing/2014/main" id="{F098C18A-2527-403B-3D00-167435CF67B0}"/>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194;p46">
                  <a:extLst>
                    <a:ext uri="{FF2B5EF4-FFF2-40B4-BE49-F238E27FC236}">
                      <a16:creationId xmlns:a16="http://schemas.microsoft.com/office/drawing/2014/main" id="{5DDE5F4A-F3E0-AC2B-4FFF-B51D89B52C09}"/>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4195;p46">
                  <a:extLst>
                    <a:ext uri="{FF2B5EF4-FFF2-40B4-BE49-F238E27FC236}">
                      <a16:creationId xmlns:a16="http://schemas.microsoft.com/office/drawing/2014/main" id="{F8B91D10-1637-9E15-06D7-E90FA01A9260}"/>
                    </a:ext>
                  </a:extLst>
                </p:cNvPr>
                <p:cNvSpPr/>
                <p:nvPr/>
              </p:nvSpPr>
              <p:spPr>
                <a:xfrm>
                  <a:off x="7665862" y="107061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4196;p46">
                  <a:extLst>
                    <a:ext uri="{FF2B5EF4-FFF2-40B4-BE49-F238E27FC236}">
                      <a16:creationId xmlns:a16="http://schemas.microsoft.com/office/drawing/2014/main" id="{D9CFCC54-9ABF-6489-FC85-A6B1F0BF290C}"/>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4197;p46">
                  <a:extLst>
                    <a:ext uri="{FF2B5EF4-FFF2-40B4-BE49-F238E27FC236}">
                      <a16:creationId xmlns:a16="http://schemas.microsoft.com/office/drawing/2014/main" id="{777997CD-9C6D-080C-E8F2-2384747C8B16}"/>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4198;p46">
                  <a:extLst>
                    <a:ext uri="{FF2B5EF4-FFF2-40B4-BE49-F238E27FC236}">
                      <a16:creationId xmlns:a16="http://schemas.microsoft.com/office/drawing/2014/main" id="{F1661B3D-2949-6D57-58D3-A6012DA65FA4}"/>
                    </a:ext>
                  </a:extLst>
                </p:cNvPr>
                <p:cNvSpPr/>
                <p:nvPr/>
              </p:nvSpPr>
              <p:spPr>
                <a:xfrm>
                  <a:off x="7685146" y="117394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4199;p46">
                  <a:extLst>
                    <a:ext uri="{FF2B5EF4-FFF2-40B4-BE49-F238E27FC236}">
                      <a16:creationId xmlns:a16="http://schemas.microsoft.com/office/drawing/2014/main" id="{9B81D83B-62DE-013F-6C4A-B112C5DD466F}"/>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4200;p46">
                  <a:extLst>
                    <a:ext uri="{FF2B5EF4-FFF2-40B4-BE49-F238E27FC236}">
                      <a16:creationId xmlns:a16="http://schemas.microsoft.com/office/drawing/2014/main" id="{A4D61492-1302-0DD7-70A0-F62E38EF645B}"/>
                    </a:ext>
                  </a:extLst>
                </p:cNvPr>
                <p:cNvSpPr/>
                <p:nvPr/>
              </p:nvSpPr>
              <p:spPr>
                <a:xfrm>
                  <a:off x="7651834" y="1111574"/>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4201;p46">
                  <a:extLst>
                    <a:ext uri="{FF2B5EF4-FFF2-40B4-BE49-F238E27FC236}">
                      <a16:creationId xmlns:a16="http://schemas.microsoft.com/office/drawing/2014/main" id="{BD2941BF-1F6D-ADEF-58F8-DD52E2B760A8}"/>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4202;p46">
                  <a:extLst>
                    <a:ext uri="{FF2B5EF4-FFF2-40B4-BE49-F238E27FC236}">
                      <a16:creationId xmlns:a16="http://schemas.microsoft.com/office/drawing/2014/main" id="{8DAF65AB-F09C-6F0C-5B9A-0AA94CF35A68}"/>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14203;p46">
                <a:extLst>
                  <a:ext uri="{FF2B5EF4-FFF2-40B4-BE49-F238E27FC236}">
                    <a16:creationId xmlns:a16="http://schemas.microsoft.com/office/drawing/2014/main" id="{BE179D06-D907-FFC8-76F7-9C52F45F059C}"/>
                  </a:ext>
                </a:extLst>
              </p:cNvPr>
              <p:cNvGrpSpPr/>
              <p:nvPr/>
            </p:nvGrpSpPr>
            <p:grpSpPr>
              <a:xfrm rot="581139">
                <a:off x="5051798" y="3244638"/>
                <a:ext cx="94393" cy="94758"/>
                <a:chOff x="7638250" y="1075421"/>
                <a:chExt cx="86075" cy="86416"/>
              </a:xfrm>
            </p:grpSpPr>
            <p:sp>
              <p:nvSpPr>
                <p:cNvPr id="32" name="Google Shape;14204;p46">
                  <a:extLst>
                    <a:ext uri="{FF2B5EF4-FFF2-40B4-BE49-F238E27FC236}">
                      <a16:creationId xmlns:a16="http://schemas.microsoft.com/office/drawing/2014/main" id="{1379C157-5246-A179-141F-281C5C53A1A3}"/>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4205;p46">
                  <a:extLst>
                    <a:ext uri="{FF2B5EF4-FFF2-40B4-BE49-F238E27FC236}">
                      <a16:creationId xmlns:a16="http://schemas.microsoft.com/office/drawing/2014/main" id="{427880F6-323D-31F4-4126-E7CC88011FDA}"/>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4206;p46">
                  <a:extLst>
                    <a:ext uri="{FF2B5EF4-FFF2-40B4-BE49-F238E27FC236}">
                      <a16:creationId xmlns:a16="http://schemas.microsoft.com/office/drawing/2014/main" id="{0E59623C-A200-3EC5-DD1B-5C6CEF88AB75}"/>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4207;p46">
                  <a:extLst>
                    <a:ext uri="{FF2B5EF4-FFF2-40B4-BE49-F238E27FC236}">
                      <a16:creationId xmlns:a16="http://schemas.microsoft.com/office/drawing/2014/main" id="{E00F367C-7944-7BD0-C3F7-57AEA68D051D}"/>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4208;p46">
                  <a:extLst>
                    <a:ext uri="{FF2B5EF4-FFF2-40B4-BE49-F238E27FC236}">
                      <a16:creationId xmlns:a16="http://schemas.microsoft.com/office/drawing/2014/main" id="{23383382-ACE0-1EBD-7316-A0D2A398077D}"/>
                    </a:ext>
                  </a:extLst>
                </p:cNvPr>
                <p:cNvSpPr/>
                <p:nvPr/>
              </p:nvSpPr>
              <p:spPr>
                <a:xfrm>
                  <a:off x="7668807" y="1075421"/>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4209;p46">
                  <a:extLst>
                    <a:ext uri="{FF2B5EF4-FFF2-40B4-BE49-F238E27FC236}">
                      <a16:creationId xmlns:a16="http://schemas.microsoft.com/office/drawing/2014/main" id="{B1623A87-43E7-3267-AD82-D8C5524AD101}"/>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4210;p46">
                  <a:extLst>
                    <a:ext uri="{FF2B5EF4-FFF2-40B4-BE49-F238E27FC236}">
                      <a16:creationId xmlns:a16="http://schemas.microsoft.com/office/drawing/2014/main" id="{7D413465-E58C-95EF-A62C-84D7A8A7136B}"/>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4211;p46">
                  <a:extLst>
                    <a:ext uri="{FF2B5EF4-FFF2-40B4-BE49-F238E27FC236}">
                      <a16:creationId xmlns:a16="http://schemas.microsoft.com/office/drawing/2014/main" id="{0566D540-689F-A9E1-B458-740103C74E53}"/>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4212;p46">
                  <a:extLst>
                    <a:ext uri="{FF2B5EF4-FFF2-40B4-BE49-F238E27FC236}">
                      <a16:creationId xmlns:a16="http://schemas.microsoft.com/office/drawing/2014/main" id="{37190EE6-F478-62B6-C1FF-6354754B4E4F}"/>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213;p46">
                  <a:extLst>
                    <a:ext uri="{FF2B5EF4-FFF2-40B4-BE49-F238E27FC236}">
                      <a16:creationId xmlns:a16="http://schemas.microsoft.com/office/drawing/2014/main" id="{C0B95BD6-7E72-B505-AB0D-28244C6F30EE}"/>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214;p46">
                  <a:extLst>
                    <a:ext uri="{FF2B5EF4-FFF2-40B4-BE49-F238E27FC236}">
                      <a16:creationId xmlns:a16="http://schemas.microsoft.com/office/drawing/2014/main" id="{5FEE1B93-E75C-6243-151E-4A226CD0D152}"/>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215;p46">
                  <a:extLst>
                    <a:ext uri="{FF2B5EF4-FFF2-40B4-BE49-F238E27FC236}">
                      <a16:creationId xmlns:a16="http://schemas.microsoft.com/office/drawing/2014/main" id="{E2BD2EF8-C1D3-BD19-A3F8-66509DCDDF50}"/>
                    </a:ext>
                  </a:extLst>
                </p:cNvPr>
                <p:cNvSpPr/>
                <p:nvPr/>
              </p:nvSpPr>
              <p:spPr>
                <a:xfrm>
                  <a:off x="7643779" y="1120384"/>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216;p46">
                  <a:extLst>
                    <a:ext uri="{FF2B5EF4-FFF2-40B4-BE49-F238E27FC236}">
                      <a16:creationId xmlns:a16="http://schemas.microsoft.com/office/drawing/2014/main" id="{31F670FA-79D8-EC8C-DA77-62E870F20FFD}"/>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217;p46">
                  <a:extLst>
                    <a:ext uri="{FF2B5EF4-FFF2-40B4-BE49-F238E27FC236}">
                      <a16:creationId xmlns:a16="http://schemas.microsoft.com/office/drawing/2014/main" id="{DD1C0ED1-D392-7726-63B2-154FA6A0C78B}"/>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 name="Google Shape;14218;p46">
              <a:extLst>
                <a:ext uri="{FF2B5EF4-FFF2-40B4-BE49-F238E27FC236}">
                  <a16:creationId xmlns:a16="http://schemas.microsoft.com/office/drawing/2014/main" id="{4FEE045A-6920-576E-4EAB-8F10DC17F10B}"/>
                </a:ext>
              </a:extLst>
            </p:cNvPr>
            <p:cNvGrpSpPr/>
            <p:nvPr/>
          </p:nvGrpSpPr>
          <p:grpSpPr>
            <a:xfrm rot="581139">
              <a:off x="4688801" y="3935819"/>
              <a:ext cx="94393" cy="92410"/>
              <a:chOff x="7638250" y="1077563"/>
              <a:chExt cx="86075" cy="84275"/>
            </a:xfrm>
          </p:grpSpPr>
          <p:sp>
            <p:nvSpPr>
              <p:cNvPr id="9" name="Google Shape;14219;p46">
                <a:extLst>
                  <a:ext uri="{FF2B5EF4-FFF2-40B4-BE49-F238E27FC236}">
                    <a16:creationId xmlns:a16="http://schemas.microsoft.com/office/drawing/2014/main" id="{6A02CCF7-0DC9-A8FC-2C00-6A2457E0BC61}"/>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4220;p46">
                <a:extLst>
                  <a:ext uri="{FF2B5EF4-FFF2-40B4-BE49-F238E27FC236}">
                    <a16:creationId xmlns:a16="http://schemas.microsoft.com/office/drawing/2014/main" id="{5AC25C5A-279C-1571-5B01-86D5EFA0F287}"/>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4221;p46">
                <a:extLst>
                  <a:ext uri="{FF2B5EF4-FFF2-40B4-BE49-F238E27FC236}">
                    <a16:creationId xmlns:a16="http://schemas.microsoft.com/office/drawing/2014/main" id="{5A1747F3-C65B-B857-94DA-DDA9699B2C24}"/>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4222;p46">
                <a:extLst>
                  <a:ext uri="{FF2B5EF4-FFF2-40B4-BE49-F238E27FC236}">
                    <a16:creationId xmlns:a16="http://schemas.microsoft.com/office/drawing/2014/main" id="{4FC90AF5-52C5-C7B0-D75B-33777899055C}"/>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4223;p46">
                <a:extLst>
                  <a:ext uri="{FF2B5EF4-FFF2-40B4-BE49-F238E27FC236}">
                    <a16:creationId xmlns:a16="http://schemas.microsoft.com/office/drawing/2014/main" id="{EFF82BA2-0C8E-5C0D-1031-0F7B7BF8FEC2}"/>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224;p46">
                <a:extLst>
                  <a:ext uri="{FF2B5EF4-FFF2-40B4-BE49-F238E27FC236}">
                    <a16:creationId xmlns:a16="http://schemas.microsoft.com/office/drawing/2014/main" id="{B3AD34DD-CF03-968E-CF06-969A22049F07}"/>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4225;p46">
                <a:extLst>
                  <a:ext uri="{FF2B5EF4-FFF2-40B4-BE49-F238E27FC236}">
                    <a16:creationId xmlns:a16="http://schemas.microsoft.com/office/drawing/2014/main" id="{2F658BF7-80D0-A5BD-46DF-A7A887F275B5}"/>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4226;p46">
                <a:extLst>
                  <a:ext uri="{FF2B5EF4-FFF2-40B4-BE49-F238E27FC236}">
                    <a16:creationId xmlns:a16="http://schemas.microsoft.com/office/drawing/2014/main" id="{BF5025CF-0258-FFE1-7675-AF0CB0681EFC}"/>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4227;p46">
                <a:extLst>
                  <a:ext uri="{FF2B5EF4-FFF2-40B4-BE49-F238E27FC236}">
                    <a16:creationId xmlns:a16="http://schemas.microsoft.com/office/drawing/2014/main" id="{D2032A4D-62EB-634F-ADBA-BD4D2C4D0F2E}"/>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4228;p46">
                <a:extLst>
                  <a:ext uri="{FF2B5EF4-FFF2-40B4-BE49-F238E27FC236}">
                    <a16:creationId xmlns:a16="http://schemas.microsoft.com/office/drawing/2014/main" id="{C9B71BD5-B120-17EE-524B-C5BCC67464CF}"/>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4229;p46">
                <a:extLst>
                  <a:ext uri="{FF2B5EF4-FFF2-40B4-BE49-F238E27FC236}">
                    <a16:creationId xmlns:a16="http://schemas.microsoft.com/office/drawing/2014/main" id="{143A62D6-12EA-41EB-DD87-8ED904AF6184}"/>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4230;p46">
                <a:extLst>
                  <a:ext uri="{FF2B5EF4-FFF2-40B4-BE49-F238E27FC236}">
                    <a16:creationId xmlns:a16="http://schemas.microsoft.com/office/drawing/2014/main" id="{2FEEC84B-E6F8-AE4A-F66A-5236095ACCE3}"/>
                  </a:ext>
                </a:extLst>
              </p:cNvPr>
              <p:cNvSpPr/>
              <p:nvPr/>
            </p:nvSpPr>
            <p:spPr>
              <a:xfrm>
                <a:off x="7639450" y="1113688"/>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4231;p46">
                <a:extLst>
                  <a:ext uri="{FF2B5EF4-FFF2-40B4-BE49-F238E27FC236}">
                    <a16:creationId xmlns:a16="http://schemas.microsoft.com/office/drawing/2014/main" id="{84D7A236-A8AB-135B-2D4E-F60352215DC7}"/>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4232;p46">
                <a:extLst>
                  <a:ext uri="{FF2B5EF4-FFF2-40B4-BE49-F238E27FC236}">
                    <a16:creationId xmlns:a16="http://schemas.microsoft.com/office/drawing/2014/main" id="{380811D3-5222-8002-20CF-CB36061F5FA4}"/>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382477" y="688214"/>
            <a:ext cx="7704000" cy="572700"/>
          </a:xfrm>
          <a:prstGeom prst="rect">
            <a:avLst/>
          </a:prstGeom>
        </p:spPr>
        <p:txBody>
          <a:bodyPr spcFirstLastPara="1" wrap="square" lIns="91425" tIns="91425" rIns="91425" bIns="91425" anchor="t" anchorCtr="0">
            <a:noAutofit/>
          </a:bodyPr>
          <a:lstStyle/>
          <a:p>
            <a:pPr indent="-457200"/>
            <a:r>
              <a:rPr lang="es-AR" dirty="0"/>
              <a:t>Anamnesis</a:t>
            </a:r>
            <a:r>
              <a:rPr lang="en" dirty="0"/>
              <a:t> </a:t>
            </a:r>
            <a:endParaRPr lang="en" sz="3200" dirty="0">
              <a:solidFill>
                <a:schemeClr val="dk1"/>
              </a:solidFill>
            </a:endParaRPr>
          </a:p>
        </p:txBody>
      </p:sp>
      <p:sp>
        <p:nvSpPr>
          <p:cNvPr id="13603" name="Google Shape;13603;p38"/>
          <p:cNvSpPr txBox="1">
            <a:spLocks noGrp="1"/>
          </p:cNvSpPr>
          <p:nvPr>
            <p:ph type="body" idx="1"/>
          </p:nvPr>
        </p:nvSpPr>
        <p:spPr>
          <a:xfrm>
            <a:off x="382477" y="1225186"/>
            <a:ext cx="9527991" cy="2180192"/>
          </a:xfrm>
          <a:prstGeom prst="rect">
            <a:avLst/>
          </a:prstGeom>
        </p:spPr>
        <p:txBody>
          <a:bodyPr spcFirstLastPara="1" wrap="square" lIns="91425" tIns="91425" rIns="91425" bIns="91425" anchor="b" anchorCtr="0">
            <a:noAutofit/>
          </a:bodyPr>
          <a:lstStyle/>
          <a:p>
            <a:pPr marL="0" indent="0">
              <a:buNone/>
            </a:pPr>
            <a:r>
              <a:rPr lang="es-AR" sz="2000" dirty="0">
                <a:solidFill>
                  <a:schemeClr val="dk1"/>
                </a:solidFill>
              </a:rPr>
              <a:t>Edad, Sexo.</a:t>
            </a:r>
          </a:p>
          <a:p>
            <a:pPr marL="0" indent="0">
              <a:buNone/>
            </a:pPr>
            <a:r>
              <a:rPr lang="es-AR" sz="2000" dirty="0">
                <a:solidFill>
                  <a:schemeClr val="dk1"/>
                </a:solidFill>
              </a:rPr>
              <a:t>Circunstancias de presentación, lastimadura, traumatismo,</a:t>
            </a:r>
          </a:p>
          <a:p>
            <a:pPr marL="0" indent="0">
              <a:buNone/>
            </a:pPr>
            <a:r>
              <a:rPr lang="es-AR" sz="2000" dirty="0">
                <a:solidFill>
                  <a:schemeClr val="dk1"/>
                </a:solidFill>
              </a:rPr>
              <a:t>infecciones genitales</a:t>
            </a:r>
            <a:r>
              <a:rPr lang="en" sz="2000" dirty="0">
                <a:solidFill>
                  <a:schemeClr val="dk1"/>
                </a:solidFill>
              </a:rPr>
              <a:t>.</a:t>
            </a:r>
          </a:p>
          <a:p>
            <a:pPr marL="0" indent="0">
              <a:buNone/>
            </a:pPr>
            <a:r>
              <a:rPr lang="en" sz="2000" dirty="0">
                <a:solidFill>
                  <a:schemeClr val="dk1"/>
                </a:solidFill>
              </a:rPr>
              <a:t>Preguntar por signos/sintomas sistemicos: fiebre, rash, etc.</a:t>
            </a:r>
          </a:p>
          <a:p>
            <a:pPr marL="0" indent="0">
              <a:buNone/>
            </a:pPr>
            <a:r>
              <a:rPr lang="en" sz="2000" dirty="0">
                <a:solidFill>
                  <a:schemeClr val="dk1"/>
                </a:solidFill>
              </a:rPr>
              <a:t>Tiempo evolución</a:t>
            </a:r>
          </a:p>
          <a:p>
            <a:pPr marL="0" indent="0">
              <a:buNone/>
            </a:pPr>
            <a:r>
              <a:rPr lang="en" sz="2000" dirty="0">
                <a:solidFill>
                  <a:schemeClr val="dk1"/>
                </a:solidFill>
              </a:rPr>
              <a:t>Manisfestaciones extraarticulares</a:t>
            </a:r>
            <a:endParaRPr lang="es-AR" sz="2000" dirty="0">
              <a:solidFill>
                <a:schemeClr val="dk1"/>
              </a:solidFill>
            </a:endParaRPr>
          </a:p>
        </p:txBody>
      </p:sp>
      <p:grpSp>
        <p:nvGrpSpPr>
          <p:cNvPr id="13572" name="Google Shape;14953;p66">
            <a:extLst>
              <a:ext uri="{FF2B5EF4-FFF2-40B4-BE49-F238E27FC236}">
                <a16:creationId xmlns:a16="http://schemas.microsoft.com/office/drawing/2014/main" id="{AACE9BAC-3EA4-73E5-F577-7443C677E7BF}"/>
              </a:ext>
            </a:extLst>
          </p:cNvPr>
          <p:cNvGrpSpPr/>
          <p:nvPr/>
        </p:nvGrpSpPr>
        <p:grpSpPr>
          <a:xfrm>
            <a:off x="3620997" y="3278836"/>
            <a:ext cx="1226960" cy="1207500"/>
            <a:chOff x="619400" y="2410275"/>
            <a:chExt cx="811750" cy="798875"/>
          </a:xfrm>
        </p:grpSpPr>
        <p:sp>
          <p:nvSpPr>
            <p:cNvPr id="13573" name="Google Shape;14954;p66">
              <a:extLst>
                <a:ext uri="{FF2B5EF4-FFF2-40B4-BE49-F238E27FC236}">
                  <a16:creationId xmlns:a16="http://schemas.microsoft.com/office/drawing/2014/main" id="{04AF57F2-A095-C300-7AB9-8BBF9E5EEAE3}"/>
                </a:ext>
              </a:extLst>
            </p:cNvPr>
            <p:cNvSpPr/>
            <p:nvPr/>
          </p:nvSpPr>
          <p:spPr>
            <a:xfrm>
              <a:off x="619400" y="2631475"/>
              <a:ext cx="809600" cy="577675"/>
            </a:xfrm>
            <a:custGeom>
              <a:avLst/>
              <a:gdLst/>
              <a:ahLst/>
              <a:cxnLst/>
              <a:rect l="l" t="t" r="r" b="b"/>
              <a:pathLst>
                <a:path w="32384" h="23107" extrusionOk="0">
                  <a:moveTo>
                    <a:pt x="28991" y="0"/>
                  </a:moveTo>
                  <a:lnTo>
                    <a:pt x="3135" y="301"/>
                  </a:lnTo>
                  <a:lnTo>
                    <a:pt x="2706" y="344"/>
                  </a:lnTo>
                  <a:lnTo>
                    <a:pt x="2319" y="430"/>
                  </a:lnTo>
                  <a:lnTo>
                    <a:pt x="1933" y="559"/>
                  </a:lnTo>
                  <a:lnTo>
                    <a:pt x="1546" y="730"/>
                  </a:lnTo>
                  <a:lnTo>
                    <a:pt x="1203" y="945"/>
                  </a:lnTo>
                  <a:lnTo>
                    <a:pt x="902" y="1203"/>
                  </a:lnTo>
                  <a:lnTo>
                    <a:pt x="644" y="1503"/>
                  </a:lnTo>
                  <a:lnTo>
                    <a:pt x="429" y="1847"/>
                  </a:lnTo>
                  <a:lnTo>
                    <a:pt x="258" y="2234"/>
                  </a:lnTo>
                  <a:lnTo>
                    <a:pt x="86" y="2620"/>
                  </a:lnTo>
                  <a:lnTo>
                    <a:pt x="0" y="3050"/>
                  </a:lnTo>
                  <a:lnTo>
                    <a:pt x="0" y="3522"/>
                  </a:lnTo>
                  <a:lnTo>
                    <a:pt x="172" y="21733"/>
                  </a:lnTo>
                  <a:lnTo>
                    <a:pt x="215" y="21990"/>
                  </a:lnTo>
                  <a:lnTo>
                    <a:pt x="301" y="22248"/>
                  </a:lnTo>
                  <a:lnTo>
                    <a:pt x="429" y="22506"/>
                  </a:lnTo>
                  <a:lnTo>
                    <a:pt x="601" y="22720"/>
                  </a:lnTo>
                  <a:lnTo>
                    <a:pt x="816" y="22892"/>
                  </a:lnTo>
                  <a:lnTo>
                    <a:pt x="1074" y="22978"/>
                  </a:lnTo>
                  <a:lnTo>
                    <a:pt x="1331" y="23064"/>
                  </a:lnTo>
                  <a:lnTo>
                    <a:pt x="1589" y="23107"/>
                  </a:lnTo>
                  <a:lnTo>
                    <a:pt x="31009" y="22763"/>
                  </a:lnTo>
                  <a:lnTo>
                    <a:pt x="31267" y="22763"/>
                  </a:lnTo>
                  <a:lnTo>
                    <a:pt x="31568" y="22677"/>
                  </a:lnTo>
                  <a:lnTo>
                    <a:pt x="31783" y="22549"/>
                  </a:lnTo>
                  <a:lnTo>
                    <a:pt x="31997" y="22334"/>
                  </a:lnTo>
                  <a:lnTo>
                    <a:pt x="32169" y="22162"/>
                  </a:lnTo>
                  <a:lnTo>
                    <a:pt x="32298" y="21904"/>
                  </a:lnTo>
                  <a:lnTo>
                    <a:pt x="32384" y="21647"/>
                  </a:lnTo>
                  <a:lnTo>
                    <a:pt x="32384" y="21346"/>
                  </a:lnTo>
                  <a:lnTo>
                    <a:pt x="32212" y="3135"/>
                  </a:lnTo>
                  <a:lnTo>
                    <a:pt x="32169" y="2835"/>
                  </a:lnTo>
                  <a:lnTo>
                    <a:pt x="32126" y="2491"/>
                  </a:lnTo>
                  <a:lnTo>
                    <a:pt x="32040" y="2191"/>
                  </a:lnTo>
                  <a:lnTo>
                    <a:pt x="31911" y="1933"/>
                  </a:lnTo>
                  <a:lnTo>
                    <a:pt x="31783" y="1632"/>
                  </a:lnTo>
                  <a:lnTo>
                    <a:pt x="31611" y="1375"/>
                  </a:lnTo>
                  <a:lnTo>
                    <a:pt x="31439" y="1117"/>
                  </a:lnTo>
                  <a:lnTo>
                    <a:pt x="31224" y="902"/>
                  </a:lnTo>
                  <a:lnTo>
                    <a:pt x="31009" y="687"/>
                  </a:lnTo>
                  <a:lnTo>
                    <a:pt x="30752" y="516"/>
                  </a:lnTo>
                  <a:lnTo>
                    <a:pt x="30494" y="387"/>
                  </a:lnTo>
                  <a:lnTo>
                    <a:pt x="30236" y="258"/>
                  </a:lnTo>
                  <a:lnTo>
                    <a:pt x="29936" y="129"/>
                  </a:lnTo>
                  <a:lnTo>
                    <a:pt x="29635" y="43"/>
                  </a:lnTo>
                  <a:lnTo>
                    <a:pt x="292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4" name="Google Shape;14955;p66">
              <a:extLst>
                <a:ext uri="{FF2B5EF4-FFF2-40B4-BE49-F238E27FC236}">
                  <a16:creationId xmlns:a16="http://schemas.microsoft.com/office/drawing/2014/main" id="{921EED72-56F6-D1A6-5D85-EBCF8E0EF0A4}"/>
                </a:ext>
              </a:extLst>
            </p:cNvPr>
            <p:cNvSpPr/>
            <p:nvPr/>
          </p:nvSpPr>
          <p:spPr>
            <a:xfrm>
              <a:off x="619400" y="2631475"/>
              <a:ext cx="809600" cy="577675"/>
            </a:xfrm>
            <a:custGeom>
              <a:avLst/>
              <a:gdLst/>
              <a:ahLst/>
              <a:cxnLst/>
              <a:rect l="l" t="t" r="r" b="b"/>
              <a:pathLst>
                <a:path w="32384" h="23107" fill="none" extrusionOk="0">
                  <a:moveTo>
                    <a:pt x="32212" y="3135"/>
                  </a:moveTo>
                  <a:lnTo>
                    <a:pt x="32384" y="21346"/>
                  </a:lnTo>
                  <a:lnTo>
                    <a:pt x="32384" y="21346"/>
                  </a:lnTo>
                  <a:lnTo>
                    <a:pt x="32384" y="21647"/>
                  </a:lnTo>
                  <a:lnTo>
                    <a:pt x="32298" y="21904"/>
                  </a:lnTo>
                  <a:lnTo>
                    <a:pt x="32169" y="22162"/>
                  </a:lnTo>
                  <a:lnTo>
                    <a:pt x="31997" y="22334"/>
                  </a:lnTo>
                  <a:lnTo>
                    <a:pt x="31783" y="22549"/>
                  </a:lnTo>
                  <a:lnTo>
                    <a:pt x="31568" y="22677"/>
                  </a:lnTo>
                  <a:lnTo>
                    <a:pt x="31267" y="22763"/>
                  </a:lnTo>
                  <a:lnTo>
                    <a:pt x="31009" y="22763"/>
                  </a:lnTo>
                  <a:lnTo>
                    <a:pt x="1589" y="23107"/>
                  </a:lnTo>
                  <a:lnTo>
                    <a:pt x="1589" y="23107"/>
                  </a:lnTo>
                  <a:lnTo>
                    <a:pt x="1331" y="23064"/>
                  </a:lnTo>
                  <a:lnTo>
                    <a:pt x="1074" y="22978"/>
                  </a:lnTo>
                  <a:lnTo>
                    <a:pt x="816" y="22892"/>
                  </a:lnTo>
                  <a:lnTo>
                    <a:pt x="601" y="22720"/>
                  </a:lnTo>
                  <a:lnTo>
                    <a:pt x="429" y="22506"/>
                  </a:lnTo>
                  <a:lnTo>
                    <a:pt x="301" y="22248"/>
                  </a:lnTo>
                  <a:lnTo>
                    <a:pt x="215" y="21990"/>
                  </a:lnTo>
                  <a:lnTo>
                    <a:pt x="172" y="21733"/>
                  </a:lnTo>
                  <a:lnTo>
                    <a:pt x="0" y="3522"/>
                  </a:lnTo>
                  <a:lnTo>
                    <a:pt x="0" y="3522"/>
                  </a:lnTo>
                  <a:lnTo>
                    <a:pt x="0" y="3050"/>
                  </a:lnTo>
                  <a:lnTo>
                    <a:pt x="86" y="2620"/>
                  </a:lnTo>
                  <a:lnTo>
                    <a:pt x="258" y="2234"/>
                  </a:lnTo>
                  <a:lnTo>
                    <a:pt x="429" y="1847"/>
                  </a:lnTo>
                  <a:lnTo>
                    <a:pt x="429" y="1847"/>
                  </a:lnTo>
                  <a:lnTo>
                    <a:pt x="644" y="1503"/>
                  </a:lnTo>
                  <a:lnTo>
                    <a:pt x="902" y="1203"/>
                  </a:lnTo>
                  <a:lnTo>
                    <a:pt x="1203" y="945"/>
                  </a:lnTo>
                  <a:lnTo>
                    <a:pt x="1546" y="730"/>
                  </a:lnTo>
                  <a:lnTo>
                    <a:pt x="1933" y="559"/>
                  </a:lnTo>
                  <a:lnTo>
                    <a:pt x="2319" y="430"/>
                  </a:lnTo>
                  <a:lnTo>
                    <a:pt x="2706" y="344"/>
                  </a:lnTo>
                  <a:lnTo>
                    <a:pt x="3135" y="301"/>
                  </a:lnTo>
                  <a:lnTo>
                    <a:pt x="28991" y="0"/>
                  </a:lnTo>
                  <a:lnTo>
                    <a:pt x="28991" y="0"/>
                  </a:lnTo>
                  <a:lnTo>
                    <a:pt x="29291" y="0"/>
                  </a:lnTo>
                  <a:lnTo>
                    <a:pt x="29635" y="43"/>
                  </a:lnTo>
                  <a:lnTo>
                    <a:pt x="29936" y="129"/>
                  </a:lnTo>
                  <a:lnTo>
                    <a:pt x="30236" y="258"/>
                  </a:lnTo>
                  <a:lnTo>
                    <a:pt x="30494" y="387"/>
                  </a:lnTo>
                  <a:lnTo>
                    <a:pt x="30752" y="516"/>
                  </a:lnTo>
                  <a:lnTo>
                    <a:pt x="31009" y="687"/>
                  </a:lnTo>
                  <a:lnTo>
                    <a:pt x="31224" y="902"/>
                  </a:lnTo>
                  <a:lnTo>
                    <a:pt x="31439" y="1117"/>
                  </a:lnTo>
                  <a:lnTo>
                    <a:pt x="31611" y="1375"/>
                  </a:lnTo>
                  <a:lnTo>
                    <a:pt x="31783" y="1632"/>
                  </a:lnTo>
                  <a:lnTo>
                    <a:pt x="31911" y="1933"/>
                  </a:lnTo>
                  <a:lnTo>
                    <a:pt x="32040" y="2191"/>
                  </a:lnTo>
                  <a:lnTo>
                    <a:pt x="32126" y="2491"/>
                  </a:lnTo>
                  <a:lnTo>
                    <a:pt x="32169" y="2835"/>
                  </a:lnTo>
                  <a:lnTo>
                    <a:pt x="32212" y="313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5" name="Google Shape;14956;p66">
              <a:extLst>
                <a:ext uri="{FF2B5EF4-FFF2-40B4-BE49-F238E27FC236}">
                  <a16:creationId xmlns:a16="http://schemas.microsoft.com/office/drawing/2014/main" id="{B01070CD-A60C-7127-3954-D5C6AD2FB7E1}"/>
                </a:ext>
              </a:extLst>
            </p:cNvPr>
            <p:cNvSpPr/>
            <p:nvPr/>
          </p:nvSpPr>
          <p:spPr>
            <a:xfrm>
              <a:off x="619400" y="2631475"/>
              <a:ext cx="805325" cy="178250"/>
            </a:xfrm>
            <a:custGeom>
              <a:avLst/>
              <a:gdLst/>
              <a:ahLst/>
              <a:cxnLst/>
              <a:rect l="l" t="t" r="r" b="b"/>
              <a:pathLst>
                <a:path w="32213" h="7130" extrusionOk="0">
                  <a:moveTo>
                    <a:pt x="28991" y="0"/>
                  </a:moveTo>
                  <a:lnTo>
                    <a:pt x="3135" y="301"/>
                  </a:lnTo>
                  <a:lnTo>
                    <a:pt x="2706" y="344"/>
                  </a:lnTo>
                  <a:lnTo>
                    <a:pt x="2319" y="430"/>
                  </a:lnTo>
                  <a:lnTo>
                    <a:pt x="1933" y="559"/>
                  </a:lnTo>
                  <a:lnTo>
                    <a:pt x="1546" y="730"/>
                  </a:lnTo>
                  <a:lnTo>
                    <a:pt x="1203" y="945"/>
                  </a:lnTo>
                  <a:lnTo>
                    <a:pt x="902" y="1203"/>
                  </a:lnTo>
                  <a:lnTo>
                    <a:pt x="644" y="1503"/>
                  </a:lnTo>
                  <a:lnTo>
                    <a:pt x="429" y="1847"/>
                  </a:lnTo>
                  <a:lnTo>
                    <a:pt x="258" y="2234"/>
                  </a:lnTo>
                  <a:lnTo>
                    <a:pt x="86" y="2620"/>
                  </a:lnTo>
                  <a:lnTo>
                    <a:pt x="0" y="3050"/>
                  </a:lnTo>
                  <a:lnTo>
                    <a:pt x="0" y="3522"/>
                  </a:lnTo>
                  <a:lnTo>
                    <a:pt x="43" y="7130"/>
                  </a:lnTo>
                  <a:lnTo>
                    <a:pt x="32212" y="6786"/>
                  </a:lnTo>
                  <a:lnTo>
                    <a:pt x="32212" y="3135"/>
                  </a:lnTo>
                  <a:lnTo>
                    <a:pt x="32169" y="2835"/>
                  </a:lnTo>
                  <a:lnTo>
                    <a:pt x="32126" y="2491"/>
                  </a:lnTo>
                  <a:lnTo>
                    <a:pt x="32040" y="2191"/>
                  </a:lnTo>
                  <a:lnTo>
                    <a:pt x="31911" y="1933"/>
                  </a:lnTo>
                  <a:lnTo>
                    <a:pt x="31783" y="1632"/>
                  </a:lnTo>
                  <a:lnTo>
                    <a:pt x="31611" y="1375"/>
                  </a:lnTo>
                  <a:lnTo>
                    <a:pt x="31439" y="1117"/>
                  </a:lnTo>
                  <a:lnTo>
                    <a:pt x="31224" y="902"/>
                  </a:lnTo>
                  <a:lnTo>
                    <a:pt x="31009" y="687"/>
                  </a:lnTo>
                  <a:lnTo>
                    <a:pt x="30752" y="516"/>
                  </a:lnTo>
                  <a:lnTo>
                    <a:pt x="30494" y="387"/>
                  </a:lnTo>
                  <a:lnTo>
                    <a:pt x="30236" y="258"/>
                  </a:lnTo>
                  <a:lnTo>
                    <a:pt x="29936" y="129"/>
                  </a:lnTo>
                  <a:lnTo>
                    <a:pt x="29635" y="43"/>
                  </a:lnTo>
                  <a:lnTo>
                    <a:pt x="292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6" name="Google Shape;14957;p66">
              <a:extLst>
                <a:ext uri="{FF2B5EF4-FFF2-40B4-BE49-F238E27FC236}">
                  <a16:creationId xmlns:a16="http://schemas.microsoft.com/office/drawing/2014/main" id="{246913B5-62BA-17A7-8AFD-F53EB5B1CE0C}"/>
                </a:ext>
              </a:extLst>
            </p:cNvPr>
            <p:cNvSpPr/>
            <p:nvPr/>
          </p:nvSpPr>
          <p:spPr>
            <a:xfrm>
              <a:off x="619400" y="2631475"/>
              <a:ext cx="805325" cy="178250"/>
            </a:xfrm>
            <a:custGeom>
              <a:avLst/>
              <a:gdLst/>
              <a:ahLst/>
              <a:cxnLst/>
              <a:rect l="l" t="t" r="r" b="b"/>
              <a:pathLst>
                <a:path w="32213" h="7130" fill="none" extrusionOk="0">
                  <a:moveTo>
                    <a:pt x="32212" y="3135"/>
                  </a:moveTo>
                  <a:lnTo>
                    <a:pt x="32212" y="6786"/>
                  </a:lnTo>
                  <a:lnTo>
                    <a:pt x="43" y="7130"/>
                  </a:lnTo>
                  <a:lnTo>
                    <a:pt x="0" y="3522"/>
                  </a:lnTo>
                  <a:lnTo>
                    <a:pt x="0" y="3522"/>
                  </a:lnTo>
                  <a:lnTo>
                    <a:pt x="0" y="3050"/>
                  </a:lnTo>
                  <a:lnTo>
                    <a:pt x="86" y="2620"/>
                  </a:lnTo>
                  <a:lnTo>
                    <a:pt x="258" y="2234"/>
                  </a:lnTo>
                  <a:lnTo>
                    <a:pt x="429" y="1847"/>
                  </a:lnTo>
                  <a:lnTo>
                    <a:pt x="429" y="1847"/>
                  </a:lnTo>
                  <a:lnTo>
                    <a:pt x="644" y="1503"/>
                  </a:lnTo>
                  <a:lnTo>
                    <a:pt x="902" y="1203"/>
                  </a:lnTo>
                  <a:lnTo>
                    <a:pt x="1203" y="945"/>
                  </a:lnTo>
                  <a:lnTo>
                    <a:pt x="1546" y="730"/>
                  </a:lnTo>
                  <a:lnTo>
                    <a:pt x="1933" y="559"/>
                  </a:lnTo>
                  <a:lnTo>
                    <a:pt x="2319" y="430"/>
                  </a:lnTo>
                  <a:lnTo>
                    <a:pt x="2706" y="344"/>
                  </a:lnTo>
                  <a:lnTo>
                    <a:pt x="3135" y="301"/>
                  </a:lnTo>
                  <a:lnTo>
                    <a:pt x="28991" y="0"/>
                  </a:lnTo>
                  <a:lnTo>
                    <a:pt x="28991" y="0"/>
                  </a:lnTo>
                  <a:lnTo>
                    <a:pt x="29291" y="0"/>
                  </a:lnTo>
                  <a:lnTo>
                    <a:pt x="29635" y="43"/>
                  </a:lnTo>
                  <a:lnTo>
                    <a:pt x="29936" y="129"/>
                  </a:lnTo>
                  <a:lnTo>
                    <a:pt x="30236" y="258"/>
                  </a:lnTo>
                  <a:lnTo>
                    <a:pt x="30494" y="387"/>
                  </a:lnTo>
                  <a:lnTo>
                    <a:pt x="30752" y="516"/>
                  </a:lnTo>
                  <a:lnTo>
                    <a:pt x="31009" y="687"/>
                  </a:lnTo>
                  <a:lnTo>
                    <a:pt x="31224" y="902"/>
                  </a:lnTo>
                  <a:lnTo>
                    <a:pt x="31439" y="1117"/>
                  </a:lnTo>
                  <a:lnTo>
                    <a:pt x="31611" y="1375"/>
                  </a:lnTo>
                  <a:lnTo>
                    <a:pt x="31783" y="1632"/>
                  </a:lnTo>
                  <a:lnTo>
                    <a:pt x="31911" y="1933"/>
                  </a:lnTo>
                  <a:lnTo>
                    <a:pt x="32040" y="2191"/>
                  </a:lnTo>
                  <a:lnTo>
                    <a:pt x="32126" y="2491"/>
                  </a:lnTo>
                  <a:lnTo>
                    <a:pt x="32169" y="2835"/>
                  </a:lnTo>
                  <a:lnTo>
                    <a:pt x="32212" y="313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7" name="Google Shape;14958;p66">
              <a:extLst>
                <a:ext uri="{FF2B5EF4-FFF2-40B4-BE49-F238E27FC236}">
                  <a16:creationId xmlns:a16="http://schemas.microsoft.com/office/drawing/2014/main" id="{374F5BF4-38CC-DF70-E40D-5D5EE5A0AFE7}"/>
                </a:ext>
              </a:extLst>
            </p:cNvPr>
            <p:cNvSpPr/>
            <p:nvPr/>
          </p:nvSpPr>
          <p:spPr>
            <a:xfrm>
              <a:off x="620450" y="2801125"/>
              <a:ext cx="805325" cy="32225"/>
            </a:xfrm>
            <a:custGeom>
              <a:avLst/>
              <a:gdLst/>
              <a:ahLst/>
              <a:cxnLst/>
              <a:rect l="l" t="t" r="r" b="b"/>
              <a:pathLst>
                <a:path w="32213" h="1289" extrusionOk="0">
                  <a:moveTo>
                    <a:pt x="32170" y="0"/>
                  </a:moveTo>
                  <a:lnTo>
                    <a:pt x="1" y="344"/>
                  </a:lnTo>
                  <a:lnTo>
                    <a:pt x="1" y="1289"/>
                  </a:lnTo>
                  <a:lnTo>
                    <a:pt x="32213" y="902"/>
                  </a:lnTo>
                  <a:lnTo>
                    <a:pt x="3217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8" name="Google Shape;14959;p66">
              <a:extLst>
                <a:ext uri="{FF2B5EF4-FFF2-40B4-BE49-F238E27FC236}">
                  <a16:creationId xmlns:a16="http://schemas.microsoft.com/office/drawing/2014/main" id="{D454B78C-504F-D2C1-0871-5257E8A5042B}"/>
                </a:ext>
              </a:extLst>
            </p:cNvPr>
            <p:cNvSpPr/>
            <p:nvPr/>
          </p:nvSpPr>
          <p:spPr>
            <a:xfrm>
              <a:off x="620450" y="2801125"/>
              <a:ext cx="805325" cy="32225"/>
            </a:xfrm>
            <a:custGeom>
              <a:avLst/>
              <a:gdLst/>
              <a:ahLst/>
              <a:cxnLst/>
              <a:rect l="l" t="t" r="r" b="b"/>
              <a:pathLst>
                <a:path w="32213" h="1289" fill="none" extrusionOk="0">
                  <a:moveTo>
                    <a:pt x="32213" y="902"/>
                  </a:moveTo>
                  <a:lnTo>
                    <a:pt x="1" y="1289"/>
                  </a:lnTo>
                  <a:lnTo>
                    <a:pt x="1" y="344"/>
                  </a:lnTo>
                  <a:lnTo>
                    <a:pt x="32170" y="0"/>
                  </a:lnTo>
                  <a:lnTo>
                    <a:pt x="32213" y="90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9" name="Google Shape;14960;p66">
              <a:extLst>
                <a:ext uri="{FF2B5EF4-FFF2-40B4-BE49-F238E27FC236}">
                  <a16:creationId xmlns:a16="http://schemas.microsoft.com/office/drawing/2014/main" id="{283156A6-3B2E-F281-4EF4-6CD189AD3EC8}"/>
                </a:ext>
              </a:extLst>
            </p:cNvPr>
            <p:cNvSpPr/>
            <p:nvPr/>
          </p:nvSpPr>
          <p:spPr>
            <a:xfrm>
              <a:off x="896400" y="2881650"/>
              <a:ext cx="256650" cy="257725"/>
            </a:xfrm>
            <a:custGeom>
              <a:avLst/>
              <a:gdLst/>
              <a:ahLst/>
              <a:cxnLst/>
              <a:rect l="l" t="t" r="r" b="b"/>
              <a:pathLst>
                <a:path w="10266" h="10309" extrusionOk="0">
                  <a:moveTo>
                    <a:pt x="5069" y="0"/>
                  </a:moveTo>
                  <a:lnTo>
                    <a:pt x="4554" y="43"/>
                  </a:lnTo>
                  <a:lnTo>
                    <a:pt x="4038" y="129"/>
                  </a:lnTo>
                  <a:lnTo>
                    <a:pt x="3566" y="258"/>
                  </a:lnTo>
                  <a:lnTo>
                    <a:pt x="3093" y="430"/>
                  </a:lnTo>
                  <a:lnTo>
                    <a:pt x="2621" y="645"/>
                  </a:lnTo>
                  <a:lnTo>
                    <a:pt x="2234" y="902"/>
                  </a:lnTo>
                  <a:lnTo>
                    <a:pt x="1805" y="1203"/>
                  </a:lnTo>
                  <a:lnTo>
                    <a:pt x="1461" y="1547"/>
                  </a:lnTo>
                  <a:lnTo>
                    <a:pt x="1118" y="1933"/>
                  </a:lnTo>
                  <a:lnTo>
                    <a:pt x="860" y="2320"/>
                  </a:lnTo>
                  <a:lnTo>
                    <a:pt x="602" y="2749"/>
                  </a:lnTo>
                  <a:lnTo>
                    <a:pt x="387" y="3179"/>
                  </a:lnTo>
                  <a:lnTo>
                    <a:pt x="216" y="3651"/>
                  </a:lnTo>
                  <a:lnTo>
                    <a:pt x="87" y="4166"/>
                  </a:lnTo>
                  <a:lnTo>
                    <a:pt x="1" y="4682"/>
                  </a:lnTo>
                  <a:lnTo>
                    <a:pt x="1" y="5197"/>
                  </a:lnTo>
                  <a:lnTo>
                    <a:pt x="44" y="5713"/>
                  </a:lnTo>
                  <a:lnTo>
                    <a:pt x="130" y="6228"/>
                  </a:lnTo>
                  <a:lnTo>
                    <a:pt x="259" y="6743"/>
                  </a:lnTo>
                  <a:lnTo>
                    <a:pt x="430" y="7216"/>
                  </a:lnTo>
                  <a:lnTo>
                    <a:pt x="645" y="7645"/>
                  </a:lnTo>
                  <a:lnTo>
                    <a:pt x="903" y="8075"/>
                  </a:lnTo>
                  <a:lnTo>
                    <a:pt x="1204" y="8461"/>
                  </a:lnTo>
                  <a:lnTo>
                    <a:pt x="1547" y="8805"/>
                  </a:lnTo>
                  <a:lnTo>
                    <a:pt x="1891" y="9149"/>
                  </a:lnTo>
                  <a:lnTo>
                    <a:pt x="2320" y="9449"/>
                  </a:lnTo>
                  <a:lnTo>
                    <a:pt x="2750" y="9707"/>
                  </a:lnTo>
                  <a:lnTo>
                    <a:pt x="3179" y="9922"/>
                  </a:lnTo>
                  <a:lnTo>
                    <a:pt x="3652" y="10093"/>
                  </a:lnTo>
                  <a:lnTo>
                    <a:pt x="4167" y="10179"/>
                  </a:lnTo>
                  <a:lnTo>
                    <a:pt x="4682" y="10265"/>
                  </a:lnTo>
                  <a:lnTo>
                    <a:pt x="5198" y="10308"/>
                  </a:lnTo>
                  <a:lnTo>
                    <a:pt x="5713" y="10265"/>
                  </a:lnTo>
                  <a:lnTo>
                    <a:pt x="6229" y="10179"/>
                  </a:lnTo>
                  <a:lnTo>
                    <a:pt x="6744" y="10051"/>
                  </a:lnTo>
                  <a:lnTo>
                    <a:pt x="7216" y="9879"/>
                  </a:lnTo>
                  <a:lnTo>
                    <a:pt x="7646" y="9621"/>
                  </a:lnTo>
                  <a:lnTo>
                    <a:pt x="8075" y="9363"/>
                  </a:lnTo>
                  <a:lnTo>
                    <a:pt x="8462" y="9063"/>
                  </a:lnTo>
                  <a:lnTo>
                    <a:pt x="8806" y="8762"/>
                  </a:lnTo>
                  <a:lnTo>
                    <a:pt x="9149" y="8375"/>
                  </a:lnTo>
                  <a:lnTo>
                    <a:pt x="9450" y="7989"/>
                  </a:lnTo>
                  <a:lnTo>
                    <a:pt x="9707" y="7559"/>
                  </a:lnTo>
                  <a:lnTo>
                    <a:pt x="9922" y="7087"/>
                  </a:lnTo>
                  <a:lnTo>
                    <a:pt x="10051" y="6615"/>
                  </a:lnTo>
                  <a:lnTo>
                    <a:pt x="10180" y="6142"/>
                  </a:lnTo>
                  <a:lnTo>
                    <a:pt x="10266" y="5627"/>
                  </a:lnTo>
                  <a:lnTo>
                    <a:pt x="10266" y="5068"/>
                  </a:lnTo>
                  <a:lnTo>
                    <a:pt x="10266" y="4553"/>
                  </a:lnTo>
                  <a:lnTo>
                    <a:pt x="10180" y="4038"/>
                  </a:lnTo>
                  <a:lnTo>
                    <a:pt x="10051" y="3565"/>
                  </a:lnTo>
                  <a:lnTo>
                    <a:pt x="9879" y="3093"/>
                  </a:lnTo>
                  <a:lnTo>
                    <a:pt x="9622" y="2620"/>
                  </a:lnTo>
                  <a:lnTo>
                    <a:pt x="9364" y="2234"/>
                  </a:lnTo>
                  <a:lnTo>
                    <a:pt x="9063" y="1847"/>
                  </a:lnTo>
                  <a:lnTo>
                    <a:pt x="8720" y="1461"/>
                  </a:lnTo>
                  <a:lnTo>
                    <a:pt x="8376" y="1117"/>
                  </a:lnTo>
                  <a:lnTo>
                    <a:pt x="7990" y="859"/>
                  </a:lnTo>
                  <a:lnTo>
                    <a:pt x="7560" y="602"/>
                  </a:lnTo>
                  <a:lnTo>
                    <a:pt x="7088" y="387"/>
                  </a:lnTo>
                  <a:lnTo>
                    <a:pt x="6615" y="215"/>
                  </a:lnTo>
                  <a:lnTo>
                    <a:pt x="6143" y="86"/>
                  </a:lnTo>
                  <a:lnTo>
                    <a:pt x="56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0" name="Google Shape;14961;p66">
              <a:extLst>
                <a:ext uri="{FF2B5EF4-FFF2-40B4-BE49-F238E27FC236}">
                  <a16:creationId xmlns:a16="http://schemas.microsoft.com/office/drawing/2014/main" id="{95C2193D-8BA4-4EED-883E-0D385E5CB372}"/>
                </a:ext>
              </a:extLst>
            </p:cNvPr>
            <p:cNvSpPr/>
            <p:nvPr/>
          </p:nvSpPr>
          <p:spPr>
            <a:xfrm>
              <a:off x="988750" y="2928900"/>
              <a:ext cx="71975" cy="163225"/>
            </a:xfrm>
            <a:custGeom>
              <a:avLst/>
              <a:gdLst/>
              <a:ahLst/>
              <a:cxnLst/>
              <a:rect l="l" t="t" r="r" b="b"/>
              <a:pathLst>
                <a:path w="2879" h="6529" extrusionOk="0">
                  <a:moveTo>
                    <a:pt x="1" y="0"/>
                  </a:moveTo>
                  <a:lnTo>
                    <a:pt x="86" y="6528"/>
                  </a:lnTo>
                  <a:lnTo>
                    <a:pt x="2878" y="6485"/>
                  </a:lnTo>
                  <a:lnTo>
                    <a:pt x="2792"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1" name="Google Shape;14962;p66">
              <a:extLst>
                <a:ext uri="{FF2B5EF4-FFF2-40B4-BE49-F238E27FC236}">
                  <a16:creationId xmlns:a16="http://schemas.microsoft.com/office/drawing/2014/main" id="{BB44F101-F946-CC5C-55F8-5AF908E92710}"/>
                </a:ext>
              </a:extLst>
            </p:cNvPr>
            <p:cNvSpPr/>
            <p:nvPr/>
          </p:nvSpPr>
          <p:spPr>
            <a:xfrm>
              <a:off x="943650" y="2974000"/>
              <a:ext cx="163250" cy="71950"/>
            </a:xfrm>
            <a:custGeom>
              <a:avLst/>
              <a:gdLst/>
              <a:ahLst/>
              <a:cxnLst/>
              <a:rect l="l" t="t" r="r" b="b"/>
              <a:pathLst>
                <a:path w="6530" h="2878" extrusionOk="0">
                  <a:moveTo>
                    <a:pt x="6486" y="0"/>
                  </a:moveTo>
                  <a:lnTo>
                    <a:pt x="1" y="86"/>
                  </a:lnTo>
                  <a:lnTo>
                    <a:pt x="1" y="2878"/>
                  </a:lnTo>
                  <a:lnTo>
                    <a:pt x="6529" y="2835"/>
                  </a:lnTo>
                  <a:lnTo>
                    <a:pt x="6486"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2" name="Google Shape;14963;p66">
              <a:extLst>
                <a:ext uri="{FF2B5EF4-FFF2-40B4-BE49-F238E27FC236}">
                  <a16:creationId xmlns:a16="http://schemas.microsoft.com/office/drawing/2014/main" id="{7137ACE7-AABE-F8B2-9683-ABBB9A476FA0}"/>
                </a:ext>
              </a:extLst>
            </p:cNvPr>
            <p:cNvSpPr/>
            <p:nvPr/>
          </p:nvSpPr>
          <p:spPr>
            <a:xfrm>
              <a:off x="623675" y="3100700"/>
              <a:ext cx="107400" cy="108450"/>
            </a:xfrm>
            <a:custGeom>
              <a:avLst/>
              <a:gdLst/>
              <a:ahLst/>
              <a:cxnLst/>
              <a:rect l="l" t="t" r="r" b="b"/>
              <a:pathLst>
                <a:path w="4296" h="4338" extrusionOk="0">
                  <a:moveTo>
                    <a:pt x="1891" y="0"/>
                  </a:moveTo>
                  <a:lnTo>
                    <a:pt x="1" y="43"/>
                  </a:lnTo>
                  <a:lnTo>
                    <a:pt x="1" y="2964"/>
                  </a:lnTo>
                  <a:lnTo>
                    <a:pt x="44" y="3221"/>
                  </a:lnTo>
                  <a:lnTo>
                    <a:pt x="130" y="3479"/>
                  </a:lnTo>
                  <a:lnTo>
                    <a:pt x="258" y="3737"/>
                  </a:lnTo>
                  <a:lnTo>
                    <a:pt x="430" y="3951"/>
                  </a:lnTo>
                  <a:lnTo>
                    <a:pt x="645" y="4123"/>
                  </a:lnTo>
                  <a:lnTo>
                    <a:pt x="903" y="4252"/>
                  </a:lnTo>
                  <a:lnTo>
                    <a:pt x="1160" y="4295"/>
                  </a:lnTo>
                  <a:lnTo>
                    <a:pt x="1418" y="4338"/>
                  </a:lnTo>
                  <a:lnTo>
                    <a:pt x="4296" y="4295"/>
                  </a:lnTo>
                  <a:lnTo>
                    <a:pt x="4296" y="2792"/>
                  </a:lnTo>
                  <a:lnTo>
                    <a:pt x="4253" y="2620"/>
                  </a:lnTo>
                  <a:lnTo>
                    <a:pt x="4167" y="2491"/>
                  </a:lnTo>
                  <a:lnTo>
                    <a:pt x="3995" y="2362"/>
                  </a:lnTo>
                  <a:lnTo>
                    <a:pt x="3823" y="2362"/>
                  </a:lnTo>
                  <a:lnTo>
                    <a:pt x="3523" y="2319"/>
                  </a:lnTo>
                  <a:lnTo>
                    <a:pt x="3265" y="2233"/>
                  </a:lnTo>
                  <a:lnTo>
                    <a:pt x="3007" y="2105"/>
                  </a:lnTo>
                  <a:lnTo>
                    <a:pt x="2793" y="1933"/>
                  </a:lnTo>
                  <a:lnTo>
                    <a:pt x="2621" y="1718"/>
                  </a:lnTo>
                  <a:lnTo>
                    <a:pt x="2449" y="1460"/>
                  </a:lnTo>
                  <a:lnTo>
                    <a:pt x="2363" y="1203"/>
                  </a:lnTo>
                  <a:lnTo>
                    <a:pt x="2363" y="902"/>
                  </a:lnTo>
                  <a:lnTo>
                    <a:pt x="2363" y="430"/>
                  </a:lnTo>
                  <a:lnTo>
                    <a:pt x="2320" y="258"/>
                  </a:lnTo>
                  <a:lnTo>
                    <a:pt x="2191" y="129"/>
                  </a:lnTo>
                  <a:lnTo>
                    <a:pt x="2062" y="43"/>
                  </a:lnTo>
                  <a:lnTo>
                    <a:pt x="18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3" name="Google Shape;14964;p66">
              <a:extLst>
                <a:ext uri="{FF2B5EF4-FFF2-40B4-BE49-F238E27FC236}">
                  <a16:creationId xmlns:a16="http://schemas.microsoft.com/office/drawing/2014/main" id="{10BA514F-CEB2-242A-9D42-C53B2D77C816}"/>
                </a:ext>
              </a:extLst>
            </p:cNvPr>
            <p:cNvSpPr/>
            <p:nvPr/>
          </p:nvSpPr>
          <p:spPr>
            <a:xfrm>
              <a:off x="623675" y="3100700"/>
              <a:ext cx="107400" cy="108450"/>
            </a:xfrm>
            <a:custGeom>
              <a:avLst/>
              <a:gdLst/>
              <a:ahLst/>
              <a:cxnLst/>
              <a:rect l="l" t="t" r="r" b="b"/>
              <a:pathLst>
                <a:path w="4296" h="4338" fill="none" extrusionOk="0">
                  <a:moveTo>
                    <a:pt x="1" y="43"/>
                  </a:moveTo>
                  <a:lnTo>
                    <a:pt x="1891" y="0"/>
                  </a:lnTo>
                  <a:lnTo>
                    <a:pt x="1891" y="0"/>
                  </a:lnTo>
                  <a:lnTo>
                    <a:pt x="2062" y="43"/>
                  </a:lnTo>
                  <a:lnTo>
                    <a:pt x="2191" y="129"/>
                  </a:lnTo>
                  <a:lnTo>
                    <a:pt x="2320" y="258"/>
                  </a:lnTo>
                  <a:lnTo>
                    <a:pt x="2363" y="430"/>
                  </a:lnTo>
                  <a:lnTo>
                    <a:pt x="2363" y="902"/>
                  </a:lnTo>
                  <a:lnTo>
                    <a:pt x="2363" y="902"/>
                  </a:lnTo>
                  <a:lnTo>
                    <a:pt x="2363" y="1203"/>
                  </a:lnTo>
                  <a:lnTo>
                    <a:pt x="2449" y="1460"/>
                  </a:lnTo>
                  <a:lnTo>
                    <a:pt x="2621" y="1718"/>
                  </a:lnTo>
                  <a:lnTo>
                    <a:pt x="2793" y="1933"/>
                  </a:lnTo>
                  <a:lnTo>
                    <a:pt x="3007" y="2105"/>
                  </a:lnTo>
                  <a:lnTo>
                    <a:pt x="3265" y="2233"/>
                  </a:lnTo>
                  <a:lnTo>
                    <a:pt x="3523" y="2319"/>
                  </a:lnTo>
                  <a:lnTo>
                    <a:pt x="3823" y="2362"/>
                  </a:lnTo>
                  <a:lnTo>
                    <a:pt x="3823" y="2362"/>
                  </a:lnTo>
                  <a:lnTo>
                    <a:pt x="3995" y="2362"/>
                  </a:lnTo>
                  <a:lnTo>
                    <a:pt x="4167" y="2491"/>
                  </a:lnTo>
                  <a:lnTo>
                    <a:pt x="4253" y="2620"/>
                  </a:lnTo>
                  <a:lnTo>
                    <a:pt x="4296" y="2792"/>
                  </a:lnTo>
                  <a:lnTo>
                    <a:pt x="4296" y="4295"/>
                  </a:lnTo>
                  <a:lnTo>
                    <a:pt x="1418" y="4338"/>
                  </a:lnTo>
                  <a:lnTo>
                    <a:pt x="1418" y="4338"/>
                  </a:lnTo>
                  <a:lnTo>
                    <a:pt x="1160" y="4295"/>
                  </a:lnTo>
                  <a:lnTo>
                    <a:pt x="903" y="4252"/>
                  </a:lnTo>
                  <a:lnTo>
                    <a:pt x="645" y="4123"/>
                  </a:lnTo>
                  <a:lnTo>
                    <a:pt x="430" y="3951"/>
                  </a:lnTo>
                  <a:lnTo>
                    <a:pt x="258" y="3737"/>
                  </a:lnTo>
                  <a:lnTo>
                    <a:pt x="130" y="3479"/>
                  </a:lnTo>
                  <a:lnTo>
                    <a:pt x="44" y="3221"/>
                  </a:lnTo>
                  <a:lnTo>
                    <a:pt x="1" y="2964"/>
                  </a:lnTo>
                  <a:lnTo>
                    <a:pt x="1" y="4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4" name="Google Shape;14965;p66">
              <a:extLst>
                <a:ext uri="{FF2B5EF4-FFF2-40B4-BE49-F238E27FC236}">
                  <a16:creationId xmlns:a16="http://schemas.microsoft.com/office/drawing/2014/main" id="{7C2A1CB2-A024-A722-567D-04CF0877B1E8}"/>
                </a:ext>
              </a:extLst>
            </p:cNvPr>
            <p:cNvSpPr/>
            <p:nvPr/>
          </p:nvSpPr>
          <p:spPr>
            <a:xfrm>
              <a:off x="1324825" y="3092100"/>
              <a:ext cx="106325" cy="109550"/>
            </a:xfrm>
            <a:custGeom>
              <a:avLst/>
              <a:gdLst/>
              <a:ahLst/>
              <a:cxnLst/>
              <a:rect l="l" t="t" r="r" b="b"/>
              <a:pathLst>
                <a:path w="4253" h="4382" extrusionOk="0">
                  <a:moveTo>
                    <a:pt x="4253" y="0"/>
                  </a:moveTo>
                  <a:lnTo>
                    <a:pt x="2320" y="43"/>
                  </a:lnTo>
                  <a:lnTo>
                    <a:pt x="2148" y="86"/>
                  </a:lnTo>
                  <a:lnTo>
                    <a:pt x="2019" y="172"/>
                  </a:lnTo>
                  <a:lnTo>
                    <a:pt x="1933" y="301"/>
                  </a:lnTo>
                  <a:lnTo>
                    <a:pt x="1890" y="473"/>
                  </a:lnTo>
                  <a:lnTo>
                    <a:pt x="1890" y="945"/>
                  </a:lnTo>
                  <a:lnTo>
                    <a:pt x="1848" y="1246"/>
                  </a:lnTo>
                  <a:lnTo>
                    <a:pt x="1805" y="1504"/>
                  </a:lnTo>
                  <a:lnTo>
                    <a:pt x="1633" y="1761"/>
                  </a:lnTo>
                  <a:lnTo>
                    <a:pt x="1461" y="1976"/>
                  </a:lnTo>
                  <a:lnTo>
                    <a:pt x="1246" y="2148"/>
                  </a:lnTo>
                  <a:lnTo>
                    <a:pt x="1032" y="2277"/>
                  </a:lnTo>
                  <a:lnTo>
                    <a:pt x="731" y="2406"/>
                  </a:lnTo>
                  <a:lnTo>
                    <a:pt x="430" y="2406"/>
                  </a:lnTo>
                  <a:lnTo>
                    <a:pt x="258" y="2449"/>
                  </a:lnTo>
                  <a:lnTo>
                    <a:pt x="130" y="2534"/>
                  </a:lnTo>
                  <a:lnTo>
                    <a:pt x="44" y="2706"/>
                  </a:lnTo>
                  <a:lnTo>
                    <a:pt x="1" y="2878"/>
                  </a:lnTo>
                  <a:lnTo>
                    <a:pt x="44" y="4381"/>
                  </a:lnTo>
                  <a:lnTo>
                    <a:pt x="2878" y="4338"/>
                  </a:lnTo>
                  <a:lnTo>
                    <a:pt x="3179" y="4338"/>
                  </a:lnTo>
                  <a:lnTo>
                    <a:pt x="3437" y="4252"/>
                  </a:lnTo>
                  <a:lnTo>
                    <a:pt x="3651" y="4124"/>
                  </a:lnTo>
                  <a:lnTo>
                    <a:pt x="3866" y="3909"/>
                  </a:lnTo>
                  <a:lnTo>
                    <a:pt x="4038" y="3737"/>
                  </a:lnTo>
                  <a:lnTo>
                    <a:pt x="4167" y="3479"/>
                  </a:lnTo>
                  <a:lnTo>
                    <a:pt x="4253" y="3222"/>
                  </a:lnTo>
                  <a:lnTo>
                    <a:pt x="4253" y="2921"/>
                  </a:lnTo>
                  <a:lnTo>
                    <a:pt x="42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5" name="Google Shape;14966;p66">
              <a:extLst>
                <a:ext uri="{FF2B5EF4-FFF2-40B4-BE49-F238E27FC236}">
                  <a16:creationId xmlns:a16="http://schemas.microsoft.com/office/drawing/2014/main" id="{F7DE7344-D5F0-8D03-0348-2A41B39E5F8B}"/>
                </a:ext>
              </a:extLst>
            </p:cNvPr>
            <p:cNvSpPr/>
            <p:nvPr/>
          </p:nvSpPr>
          <p:spPr>
            <a:xfrm>
              <a:off x="619400" y="2638975"/>
              <a:ext cx="91275" cy="79500"/>
            </a:xfrm>
            <a:custGeom>
              <a:avLst/>
              <a:gdLst/>
              <a:ahLst/>
              <a:cxnLst/>
              <a:rect l="l" t="t" r="r" b="b"/>
              <a:pathLst>
                <a:path w="3651" h="3180" extrusionOk="0">
                  <a:moveTo>
                    <a:pt x="3651" y="1"/>
                  </a:moveTo>
                  <a:lnTo>
                    <a:pt x="3135" y="1"/>
                  </a:lnTo>
                  <a:lnTo>
                    <a:pt x="3135" y="1"/>
                  </a:lnTo>
                  <a:lnTo>
                    <a:pt x="2706" y="44"/>
                  </a:lnTo>
                  <a:lnTo>
                    <a:pt x="2319" y="130"/>
                  </a:lnTo>
                  <a:lnTo>
                    <a:pt x="1933" y="259"/>
                  </a:lnTo>
                  <a:lnTo>
                    <a:pt x="1546" y="430"/>
                  </a:lnTo>
                  <a:lnTo>
                    <a:pt x="1203" y="645"/>
                  </a:lnTo>
                  <a:lnTo>
                    <a:pt x="902" y="903"/>
                  </a:lnTo>
                  <a:lnTo>
                    <a:pt x="644" y="1203"/>
                  </a:lnTo>
                  <a:lnTo>
                    <a:pt x="429" y="1547"/>
                  </a:lnTo>
                  <a:lnTo>
                    <a:pt x="429" y="1547"/>
                  </a:lnTo>
                  <a:lnTo>
                    <a:pt x="258" y="1934"/>
                  </a:lnTo>
                  <a:lnTo>
                    <a:pt x="86" y="2320"/>
                  </a:lnTo>
                  <a:lnTo>
                    <a:pt x="0" y="2707"/>
                  </a:lnTo>
                  <a:lnTo>
                    <a:pt x="0" y="3179"/>
                  </a:lnTo>
                  <a:lnTo>
                    <a:pt x="0" y="3179"/>
                  </a:lnTo>
                  <a:lnTo>
                    <a:pt x="0" y="2707"/>
                  </a:lnTo>
                  <a:lnTo>
                    <a:pt x="86" y="2320"/>
                  </a:lnTo>
                  <a:lnTo>
                    <a:pt x="258" y="1934"/>
                  </a:lnTo>
                  <a:lnTo>
                    <a:pt x="429" y="1547"/>
                  </a:lnTo>
                  <a:lnTo>
                    <a:pt x="429" y="1547"/>
                  </a:lnTo>
                  <a:lnTo>
                    <a:pt x="644" y="1203"/>
                  </a:lnTo>
                  <a:lnTo>
                    <a:pt x="902" y="903"/>
                  </a:lnTo>
                  <a:lnTo>
                    <a:pt x="1203" y="645"/>
                  </a:lnTo>
                  <a:lnTo>
                    <a:pt x="1546" y="430"/>
                  </a:lnTo>
                  <a:lnTo>
                    <a:pt x="1933" y="259"/>
                  </a:lnTo>
                  <a:lnTo>
                    <a:pt x="2319" y="130"/>
                  </a:lnTo>
                  <a:lnTo>
                    <a:pt x="2706" y="44"/>
                  </a:lnTo>
                  <a:lnTo>
                    <a:pt x="3135" y="1"/>
                  </a:lnTo>
                  <a:lnTo>
                    <a:pt x="3651" y="1"/>
                  </a:lnTo>
                  <a:lnTo>
                    <a:pt x="3651" y="1"/>
                  </a:lnTo>
                  <a:lnTo>
                    <a:pt x="36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6" name="Google Shape;14967;p66">
              <a:extLst>
                <a:ext uri="{FF2B5EF4-FFF2-40B4-BE49-F238E27FC236}">
                  <a16:creationId xmlns:a16="http://schemas.microsoft.com/office/drawing/2014/main" id="{AE6BFC73-A434-CC8E-AD66-50FFCA3D876F}"/>
                </a:ext>
              </a:extLst>
            </p:cNvPr>
            <p:cNvSpPr/>
            <p:nvPr/>
          </p:nvSpPr>
          <p:spPr>
            <a:xfrm>
              <a:off x="619400" y="2638975"/>
              <a:ext cx="91275" cy="79500"/>
            </a:xfrm>
            <a:custGeom>
              <a:avLst/>
              <a:gdLst/>
              <a:ahLst/>
              <a:cxnLst/>
              <a:rect l="l" t="t" r="r" b="b"/>
              <a:pathLst>
                <a:path w="3651" h="3180" fill="none" extrusionOk="0">
                  <a:moveTo>
                    <a:pt x="3651" y="1"/>
                  </a:moveTo>
                  <a:lnTo>
                    <a:pt x="3135" y="1"/>
                  </a:lnTo>
                  <a:lnTo>
                    <a:pt x="3135" y="1"/>
                  </a:lnTo>
                  <a:lnTo>
                    <a:pt x="2706" y="44"/>
                  </a:lnTo>
                  <a:lnTo>
                    <a:pt x="2319" y="130"/>
                  </a:lnTo>
                  <a:lnTo>
                    <a:pt x="1933" y="259"/>
                  </a:lnTo>
                  <a:lnTo>
                    <a:pt x="1546" y="430"/>
                  </a:lnTo>
                  <a:lnTo>
                    <a:pt x="1203" y="645"/>
                  </a:lnTo>
                  <a:lnTo>
                    <a:pt x="902" y="903"/>
                  </a:lnTo>
                  <a:lnTo>
                    <a:pt x="644" y="1203"/>
                  </a:lnTo>
                  <a:lnTo>
                    <a:pt x="429" y="1547"/>
                  </a:lnTo>
                  <a:lnTo>
                    <a:pt x="429" y="1547"/>
                  </a:lnTo>
                  <a:lnTo>
                    <a:pt x="258" y="1934"/>
                  </a:lnTo>
                  <a:lnTo>
                    <a:pt x="86" y="2320"/>
                  </a:lnTo>
                  <a:lnTo>
                    <a:pt x="0" y="2707"/>
                  </a:lnTo>
                  <a:lnTo>
                    <a:pt x="0" y="3179"/>
                  </a:lnTo>
                  <a:lnTo>
                    <a:pt x="0" y="3179"/>
                  </a:lnTo>
                  <a:lnTo>
                    <a:pt x="0" y="2707"/>
                  </a:lnTo>
                  <a:lnTo>
                    <a:pt x="86" y="2320"/>
                  </a:lnTo>
                  <a:lnTo>
                    <a:pt x="258" y="1934"/>
                  </a:lnTo>
                  <a:lnTo>
                    <a:pt x="429" y="1547"/>
                  </a:lnTo>
                  <a:lnTo>
                    <a:pt x="429" y="1547"/>
                  </a:lnTo>
                  <a:lnTo>
                    <a:pt x="644" y="1203"/>
                  </a:lnTo>
                  <a:lnTo>
                    <a:pt x="902" y="903"/>
                  </a:lnTo>
                  <a:lnTo>
                    <a:pt x="1203" y="645"/>
                  </a:lnTo>
                  <a:lnTo>
                    <a:pt x="1546" y="430"/>
                  </a:lnTo>
                  <a:lnTo>
                    <a:pt x="1933" y="259"/>
                  </a:lnTo>
                  <a:lnTo>
                    <a:pt x="2319" y="130"/>
                  </a:lnTo>
                  <a:lnTo>
                    <a:pt x="2706" y="44"/>
                  </a:lnTo>
                  <a:lnTo>
                    <a:pt x="3135" y="1"/>
                  </a:lnTo>
                  <a:lnTo>
                    <a:pt x="3651" y="1"/>
                  </a:lnTo>
                  <a:lnTo>
                    <a:pt x="3651" y="1"/>
                  </a:lnTo>
                  <a:lnTo>
                    <a:pt x="365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7" name="Google Shape;14968;p66">
              <a:extLst>
                <a:ext uri="{FF2B5EF4-FFF2-40B4-BE49-F238E27FC236}">
                  <a16:creationId xmlns:a16="http://schemas.microsoft.com/office/drawing/2014/main" id="{8DB499C8-4966-AA89-1835-BD06B897532B}"/>
                </a:ext>
              </a:extLst>
            </p:cNvPr>
            <p:cNvSpPr/>
            <p:nvPr/>
          </p:nvSpPr>
          <p:spPr>
            <a:xfrm>
              <a:off x="619400" y="2719525"/>
              <a:ext cx="1075" cy="90200"/>
            </a:xfrm>
            <a:custGeom>
              <a:avLst/>
              <a:gdLst/>
              <a:ahLst/>
              <a:cxnLst/>
              <a:rect l="l" t="t" r="r" b="b"/>
              <a:pathLst>
                <a:path w="43" h="3608" extrusionOk="0">
                  <a:moveTo>
                    <a:pt x="0" y="0"/>
                  </a:moveTo>
                  <a:lnTo>
                    <a:pt x="43" y="3608"/>
                  </a:lnTo>
                  <a:lnTo>
                    <a:pt x="43" y="3608"/>
                  </a:lnTo>
                  <a:lnTo>
                    <a:pt x="0"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8" name="Google Shape;14969;p66">
              <a:extLst>
                <a:ext uri="{FF2B5EF4-FFF2-40B4-BE49-F238E27FC236}">
                  <a16:creationId xmlns:a16="http://schemas.microsoft.com/office/drawing/2014/main" id="{C843FF44-0BCF-579C-2F91-4434D0794C60}"/>
                </a:ext>
              </a:extLst>
            </p:cNvPr>
            <p:cNvSpPr/>
            <p:nvPr/>
          </p:nvSpPr>
          <p:spPr>
            <a:xfrm>
              <a:off x="619400" y="2719525"/>
              <a:ext cx="1075" cy="90200"/>
            </a:xfrm>
            <a:custGeom>
              <a:avLst/>
              <a:gdLst/>
              <a:ahLst/>
              <a:cxnLst/>
              <a:rect l="l" t="t" r="r" b="b"/>
              <a:pathLst>
                <a:path w="43" h="3608" fill="none" extrusionOk="0">
                  <a:moveTo>
                    <a:pt x="0" y="0"/>
                  </a:moveTo>
                  <a:lnTo>
                    <a:pt x="43" y="3608"/>
                  </a:lnTo>
                  <a:lnTo>
                    <a:pt x="43" y="3608"/>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9" name="Google Shape;14970;p66">
              <a:extLst>
                <a:ext uri="{FF2B5EF4-FFF2-40B4-BE49-F238E27FC236}">
                  <a16:creationId xmlns:a16="http://schemas.microsoft.com/office/drawing/2014/main" id="{8EDCD6EC-0B56-CE81-18E4-87C1D201986D}"/>
                </a:ext>
              </a:extLst>
            </p:cNvPr>
            <p:cNvSpPr/>
            <p:nvPr/>
          </p:nvSpPr>
          <p:spPr>
            <a:xfrm>
              <a:off x="619400" y="2638975"/>
              <a:ext cx="91275" cy="170750"/>
            </a:xfrm>
            <a:custGeom>
              <a:avLst/>
              <a:gdLst/>
              <a:ahLst/>
              <a:cxnLst/>
              <a:rect l="l" t="t" r="r" b="b"/>
              <a:pathLst>
                <a:path w="3651" h="6830" extrusionOk="0">
                  <a:moveTo>
                    <a:pt x="3135" y="1"/>
                  </a:moveTo>
                  <a:lnTo>
                    <a:pt x="2706" y="44"/>
                  </a:lnTo>
                  <a:lnTo>
                    <a:pt x="2319" y="130"/>
                  </a:lnTo>
                  <a:lnTo>
                    <a:pt x="1933" y="259"/>
                  </a:lnTo>
                  <a:lnTo>
                    <a:pt x="1546" y="430"/>
                  </a:lnTo>
                  <a:lnTo>
                    <a:pt x="1203" y="645"/>
                  </a:lnTo>
                  <a:lnTo>
                    <a:pt x="902" y="903"/>
                  </a:lnTo>
                  <a:lnTo>
                    <a:pt x="644" y="1203"/>
                  </a:lnTo>
                  <a:lnTo>
                    <a:pt x="429" y="1547"/>
                  </a:lnTo>
                  <a:lnTo>
                    <a:pt x="258" y="1934"/>
                  </a:lnTo>
                  <a:lnTo>
                    <a:pt x="86" y="2320"/>
                  </a:lnTo>
                  <a:lnTo>
                    <a:pt x="0" y="2707"/>
                  </a:lnTo>
                  <a:lnTo>
                    <a:pt x="0" y="3179"/>
                  </a:lnTo>
                  <a:lnTo>
                    <a:pt x="0" y="3222"/>
                  </a:lnTo>
                  <a:lnTo>
                    <a:pt x="43" y="6830"/>
                  </a:lnTo>
                  <a:lnTo>
                    <a:pt x="1460" y="6830"/>
                  </a:lnTo>
                  <a:lnTo>
                    <a:pt x="1417" y="4167"/>
                  </a:lnTo>
                  <a:lnTo>
                    <a:pt x="1417" y="3737"/>
                  </a:lnTo>
                  <a:lnTo>
                    <a:pt x="1417" y="3308"/>
                  </a:lnTo>
                  <a:lnTo>
                    <a:pt x="1503" y="2964"/>
                  </a:lnTo>
                  <a:lnTo>
                    <a:pt x="1589" y="2578"/>
                  </a:lnTo>
                  <a:lnTo>
                    <a:pt x="1675" y="2277"/>
                  </a:lnTo>
                  <a:lnTo>
                    <a:pt x="1804" y="1934"/>
                  </a:lnTo>
                  <a:lnTo>
                    <a:pt x="2105" y="1418"/>
                  </a:lnTo>
                  <a:lnTo>
                    <a:pt x="2491" y="946"/>
                  </a:lnTo>
                  <a:lnTo>
                    <a:pt x="2878" y="559"/>
                  </a:lnTo>
                  <a:lnTo>
                    <a:pt x="3264" y="216"/>
                  </a:lnTo>
                  <a:lnTo>
                    <a:pt x="3651" y="1"/>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0" name="Google Shape;14971;p66">
              <a:extLst>
                <a:ext uri="{FF2B5EF4-FFF2-40B4-BE49-F238E27FC236}">
                  <a16:creationId xmlns:a16="http://schemas.microsoft.com/office/drawing/2014/main" id="{6F6C635C-549A-68EB-A1AF-09AC10A87CED}"/>
                </a:ext>
              </a:extLst>
            </p:cNvPr>
            <p:cNvSpPr/>
            <p:nvPr/>
          </p:nvSpPr>
          <p:spPr>
            <a:xfrm>
              <a:off x="619400" y="2638975"/>
              <a:ext cx="91275" cy="170750"/>
            </a:xfrm>
            <a:custGeom>
              <a:avLst/>
              <a:gdLst/>
              <a:ahLst/>
              <a:cxnLst/>
              <a:rect l="l" t="t" r="r" b="b"/>
              <a:pathLst>
                <a:path w="3651" h="6830" fill="none" extrusionOk="0">
                  <a:moveTo>
                    <a:pt x="3651" y="1"/>
                  </a:moveTo>
                  <a:lnTo>
                    <a:pt x="3135" y="1"/>
                  </a:lnTo>
                  <a:lnTo>
                    <a:pt x="3135" y="1"/>
                  </a:lnTo>
                  <a:lnTo>
                    <a:pt x="2706" y="44"/>
                  </a:lnTo>
                  <a:lnTo>
                    <a:pt x="2319" y="130"/>
                  </a:lnTo>
                  <a:lnTo>
                    <a:pt x="1933" y="259"/>
                  </a:lnTo>
                  <a:lnTo>
                    <a:pt x="1546" y="430"/>
                  </a:lnTo>
                  <a:lnTo>
                    <a:pt x="1203" y="645"/>
                  </a:lnTo>
                  <a:lnTo>
                    <a:pt x="902" y="903"/>
                  </a:lnTo>
                  <a:lnTo>
                    <a:pt x="644" y="1203"/>
                  </a:lnTo>
                  <a:lnTo>
                    <a:pt x="429" y="1547"/>
                  </a:lnTo>
                  <a:lnTo>
                    <a:pt x="429" y="1547"/>
                  </a:lnTo>
                  <a:lnTo>
                    <a:pt x="258" y="1934"/>
                  </a:lnTo>
                  <a:lnTo>
                    <a:pt x="86" y="2320"/>
                  </a:lnTo>
                  <a:lnTo>
                    <a:pt x="0" y="2707"/>
                  </a:lnTo>
                  <a:lnTo>
                    <a:pt x="0" y="3179"/>
                  </a:lnTo>
                  <a:lnTo>
                    <a:pt x="0" y="3179"/>
                  </a:lnTo>
                  <a:lnTo>
                    <a:pt x="0" y="3222"/>
                  </a:lnTo>
                  <a:lnTo>
                    <a:pt x="0" y="3222"/>
                  </a:lnTo>
                  <a:lnTo>
                    <a:pt x="43" y="6830"/>
                  </a:lnTo>
                  <a:lnTo>
                    <a:pt x="1460" y="6830"/>
                  </a:lnTo>
                  <a:lnTo>
                    <a:pt x="1460" y="6830"/>
                  </a:lnTo>
                  <a:lnTo>
                    <a:pt x="1417" y="4167"/>
                  </a:lnTo>
                  <a:lnTo>
                    <a:pt x="1417" y="4167"/>
                  </a:lnTo>
                  <a:lnTo>
                    <a:pt x="1417" y="3737"/>
                  </a:lnTo>
                  <a:lnTo>
                    <a:pt x="1417" y="3308"/>
                  </a:lnTo>
                  <a:lnTo>
                    <a:pt x="1503" y="2964"/>
                  </a:lnTo>
                  <a:lnTo>
                    <a:pt x="1589" y="2578"/>
                  </a:lnTo>
                  <a:lnTo>
                    <a:pt x="1675" y="2277"/>
                  </a:lnTo>
                  <a:lnTo>
                    <a:pt x="1804" y="1934"/>
                  </a:lnTo>
                  <a:lnTo>
                    <a:pt x="2105" y="1418"/>
                  </a:lnTo>
                  <a:lnTo>
                    <a:pt x="2491" y="946"/>
                  </a:lnTo>
                  <a:lnTo>
                    <a:pt x="2878" y="559"/>
                  </a:lnTo>
                  <a:lnTo>
                    <a:pt x="3264" y="216"/>
                  </a:lnTo>
                  <a:lnTo>
                    <a:pt x="365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1" name="Google Shape;14972;p66">
              <a:extLst>
                <a:ext uri="{FF2B5EF4-FFF2-40B4-BE49-F238E27FC236}">
                  <a16:creationId xmlns:a16="http://schemas.microsoft.com/office/drawing/2014/main" id="{15747F54-D719-5B64-3B79-07196BDBD937}"/>
                </a:ext>
              </a:extLst>
            </p:cNvPr>
            <p:cNvSpPr/>
            <p:nvPr/>
          </p:nvSpPr>
          <p:spPr>
            <a:xfrm>
              <a:off x="620450" y="2832250"/>
              <a:ext cx="38700" cy="269525"/>
            </a:xfrm>
            <a:custGeom>
              <a:avLst/>
              <a:gdLst/>
              <a:ahLst/>
              <a:cxnLst/>
              <a:rect l="l" t="t" r="r" b="b"/>
              <a:pathLst>
                <a:path w="1548" h="10781" extrusionOk="0">
                  <a:moveTo>
                    <a:pt x="1418" y="1"/>
                  </a:moveTo>
                  <a:lnTo>
                    <a:pt x="1" y="44"/>
                  </a:lnTo>
                  <a:lnTo>
                    <a:pt x="130" y="10781"/>
                  </a:lnTo>
                  <a:lnTo>
                    <a:pt x="1547" y="10738"/>
                  </a:lnTo>
                  <a:lnTo>
                    <a:pt x="1418" y="1"/>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2" name="Google Shape;14973;p66">
              <a:extLst>
                <a:ext uri="{FF2B5EF4-FFF2-40B4-BE49-F238E27FC236}">
                  <a16:creationId xmlns:a16="http://schemas.microsoft.com/office/drawing/2014/main" id="{C587ABEC-E310-9648-AC96-27B804CAED93}"/>
                </a:ext>
              </a:extLst>
            </p:cNvPr>
            <p:cNvSpPr/>
            <p:nvPr/>
          </p:nvSpPr>
          <p:spPr>
            <a:xfrm>
              <a:off x="620450" y="2832250"/>
              <a:ext cx="38700" cy="269525"/>
            </a:xfrm>
            <a:custGeom>
              <a:avLst/>
              <a:gdLst/>
              <a:ahLst/>
              <a:cxnLst/>
              <a:rect l="l" t="t" r="r" b="b"/>
              <a:pathLst>
                <a:path w="1548" h="10781" fill="none" extrusionOk="0">
                  <a:moveTo>
                    <a:pt x="1418" y="1"/>
                  </a:moveTo>
                  <a:lnTo>
                    <a:pt x="1" y="44"/>
                  </a:lnTo>
                  <a:lnTo>
                    <a:pt x="130" y="10781"/>
                  </a:lnTo>
                  <a:lnTo>
                    <a:pt x="1547" y="10738"/>
                  </a:lnTo>
                  <a:lnTo>
                    <a:pt x="1547" y="10738"/>
                  </a:lnTo>
                  <a:lnTo>
                    <a:pt x="141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3" name="Google Shape;14974;p66">
              <a:extLst>
                <a:ext uri="{FF2B5EF4-FFF2-40B4-BE49-F238E27FC236}">
                  <a16:creationId xmlns:a16="http://schemas.microsoft.com/office/drawing/2014/main" id="{55414AB3-C3B0-7697-FEFF-156D151C34AF}"/>
                </a:ext>
              </a:extLst>
            </p:cNvPr>
            <p:cNvSpPr/>
            <p:nvPr/>
          </p:nvSpPr>
          <p:spPr>
            <a:xfrm>
              <a:off x="620450" y="2809700"/>
              <a:ext cx="35475" cy="23650"/>
            </a:xfrm>
            <a:custGeom>
              <a:avLst/>
              <a:gdLst/>
              <a:ahLst/>
              <a:cxnLst/>
              <a:rect l="l" t="t" r="r" b="b"/>
              <a:pathLst>
                <a:path w="1419" h="946" extrusionOk="0">
                  <a:moveTo>
                    <a:pt x="1" y="1"/>
                  </a:moveTo>
                  <a:lnTo>
                    <a:pt x="1" y="946"/>
                  </a:lnTo>
                  <a:lnTo>
                    <a:pt x="1418" y="903"/>
                  </a:lnTo>
                  <a:lnTo>
                    <a:pt x="1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4" name="Google Shape;14975;p66">
              <a:extLst>
                <a:ext uri="{FF2B5EF4-FFF2-40B4-BE49-F238E27FC236}">
                  <a16:creationId xmlns:a16="http://schemas.microsoft.com/office/drawing/2014/main" id="{4BAFF8D6-CBCB-7422-ECA5-F4048EDE1B14}"/>
                </a:ext>
              </a:extLst>
            </p:cNvPr>
            <p:cNvSpPr/>
            <p:nvPr/>
          </p:nvSpPr>
          <p:spPr>
            <a:xfrm>
              <a:off x="620450" y="2809700"/>
              <a:ext cx="35475" cy="23650"/>
            </a:xfrm>
            <a:custGeom>
              <a:avLst/>
              <a:gdLst/>
              <a:ahLst/>
              <a:cxnLst/>
              <a:rect l="l" t="t" r="r" b="b"/>
              <a:pathLst>
                <a:path w="1419" h="946" fill="none" extrusionOk="0">
                  <a:moveTo>
                    <a:pt x="1418" y="1"/>
                  </a:moveTo>
                  <a:lnTo>
                    <a:pt x="1" y="1"/>
                  </a:lnTo>
                  <a:lnTo>
                    <a:pt x="1" y="946"/>
                  </a:lnTo>
                  <a:lnTo>
                    <a:pt x="1418" y="903"/>
                  </a:lnTo>
                  <a:lnTo>
                    <a:pt x="1418" y="903"/>
                  </a:lnTo>
                  <a:lnTo>
                    <a:pt x="1418" y="1"/>
                  </a:lnTo>
                  <a:lnTo>
                    <a:pt x="1418" y="1"/>
                  </a:lnTo>
                  <a:lnTo>
                    <a:pt x="141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5" name="Google Shape;14976;p66">
              <a:extLst>
                <a:ext uri="{FF2B5EF4-FFF2-40B4-BE49-F238E27FC236}">
                  <a16:creationId xmlns:a16="http://schemas.microsoft.com/office/drawing/2014/main" id="{DDB471FE-94DD-B257-6E2A-06E9B8E0E397}"/>
                </a:ext>
              </a:extLst>
            </p:cNvPr>
            <p:cNvSpPr/>
            <p:nvPr/>
          </p:nvSpPr>
          <p:spPr>
            <a:xfrm>
              <a:off x="623675" y="3100700"/>
              <a:ext cx="36550" cy="108450"/>
            </a:xfrm>
            <a:custGeom>
              <a:avLst/>
              <a:gdLst/>
              <a:ahLst/>
              <a:cxnLst/>
              <a:rect l="l" t="t" r="r" b="b"/>
              <a:pathLst>
                <a:path w="1462" h="4338" extrusionOk="0">
                  <a:moveTo>
                    <a:pt x="1418" y="0"/>
                  </a:moveTo>
                  <a:lnTo>
                    <a:pt x="1" y="43"/>
                  </a:lnTo>
                  <a:lnTo>
                    <a:pt x="1" y="2964"/>
                  </a:lnTo>
                  <a:lnTo>
                    <a:pt x="44" y="3221"/>
                  </a:lnTo>
                  <a:lnTo>
                    <a:pt x="130" y="3479"/>
                  </a:lnTo>
                  <a:lnTo>
                    <a:pt x="258" y="3737"/>
                  </a:lnTo>
                  <a:lnTo>
                    <a:pt x="430" y="3908"/>
                  </a:lnTo>
                  <a:lnTo>
                    <a:pt x="645" y="4080"/>
                  </a:lnTo>
                  <a:lnTo>
                    <a:pt x="860" y="4209"/>
                  </a:lnTo>
                  <a:lnTo>
                    <a:pt x="1160" y="4295"/>
                  </a:lnTo>
                  <a:lnTo>
                    <a:pt x="1418" y="4338"/>
                  </a:lnTo>
                  <a:lnTo>
                    <a:pt x="1461" y="4338"/>
                  </a:lnTo>
                  <a:lnTo>
                    <a:pt x="1418"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6" name="Google Shape;14977;p66">
              <a:extLst>
                <a:ext uri="{FF2B5EF4-FFF2-40B4-BE49-F238E27FC236}">
                  <a16:creationId xmlns:a16="http://schemas.microsoft.com/office/drawing/2014/main" id="{614D317D-0E7E-4ADA-C83A-18B698710ED8}"/>
                </a:ext>
              </a:extLst>
            </p:cNvPr>
            <p:cNvSpPr/>
            <p:nvPr/>
          </p:nvSpPr>
          <p:spPr>
            <a:xfrm>
              <a:off x="623675" y="3100700"/>
              <a:ext cx="36550" cy="108450"/>
            </a:xfrm>
            <a:custGeom>
              <a:avLst/>
              <a:gdLst/>
              <a:ahLst/>
              <a:cxnLst/>
              <a:rect l="l" t="t" r="r" b="b"/>
              <a:pathLst>
                <a:path w="1462" h="4338" fill="none" extrusionOk="0">
                  <a:moveTo>
                    <a:pt x="1418" y="0"/>
                  </a:moveTo>
                  <a:lnTo>
                    <a:pt x="1" y="43"/>
                  </a:lnTo>
                  <a:lnTo>
                    <a:pt x="1" y="2964"/>
                  </a:lnTo>
                  <a:lnTo>
                    <a:pt x="1" y="2964"/>
                  </a:lnTo>
                  <a:lnTo>
                    <a:pt x="44" y="3221"/>
                  </a:lnTo>
                  <a:lnTo>
                    <a:pt x="130" y="3479"/>
                  </a:lnTo>
                  <a:lnTo>
                    <a:pt x="258" y="3737"/>
                  </a:lnTo>
                  <a:lnTo>
                    <a:pt x="430" y="3908"/>
                  </a:lnTo>
                  <a:lnTo>
                    <a:pt x="645" y="4080"/>
                  </a:lnTo>
                  <a:lnTo>
                    <a:pt x="860" y="4209"/>
                  </a:lnTo>
                  <a:lnTo>
                    <a:pt x="1160" y="4295"/>
                  </a:lnTo>
                  <a:lnTo>
                    <a:pt x="1418" y="4338"/>
                  </a:lnTo>
                  <a:lnTo>
                    <a:pt x="1418" y="4338"/>
                  </a:lnTo>
                  <a:lnTo>
                    <a:pt x="1418" y="4338"/>
                  </a:lnTo>
                  <a:lnTo>
                    <a:pt x="1461" y="4338"/>
                  </a:lnTo>
                  <a:lnTo>
                    <a:pt x="1461" y="4338"/>
                  </a:lnTo>
                  <a:lnTo>
                    <a:pt x="141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7" name="Google Shape;14978;p66">
              <a:extLst>
                <a:ext uri="{FF2B5EF4-FFF2-40B4-BE49-F238E27FC236}">
                  <a16:creationId xmlns:a16="http://schemas.microsoft.com/office/drawing/2014/main" id="{8EA1995E-4C8E-D10E-D468-B14B3471C033}"/>
                </a:ext>
              </a:extLst>
            </p:cNvPr>
            <p:cNvSpPr/>
            <p:nvPr/>
          </p:nvSpPr>
          <p:spPr>
            <a:xfrm>
              <a:off x="863125" y="2433900"/>
              <a:ext cx="324300" cy="202950"/>
            </a:xfrm>
            <a:custGeom>
              <a:avLst/>
              <a:gdLst/>
              <a:ahLst/>
              <a:cxnLst/>
              <a:rect l="l" t="t" r="r" b="b"/>
              <a:pathLst>
                <a:path w="12972" h="8118" extrusionOk="0">
                  <a:moveTo>
                    <a:pt x="9793" y="0"/>
                  </a:moveTo>
                  <a:lnTo>
                    <a:pt x="3050" y="86"/>
                  </a:lnTo>
                  <a:lnTo>
                    <a:pt x="2749" y="86"/>
                  </a:lnTo>
                  <a:lnTo>
                    <a:pt x="2449" y="129"/>
                  </a:lnTo>
                  <a:lnTo>
                    <a:pt x="2148" y="215"/>
                  </a:lnTo>
                  <a:lnTo>
                    <a:pt x="1890" y="344"/>
                  </a:lnTo>
                  <a:lnTo>
                    <a:pt x="1590" y="473"/>
                  </a:lnTo>
                  <a:lnTo>
                    <a:pt x="1332" y="602"/>
                  </a:lnTo>
                  <a:lnTo>
                    <a:pt x="1117" y="817"/>
                  </a:lnTo>
                  <a:lnTo>
                    <a:pt x="902" y="988"/>
                  </a:lnTo>
                  <a:lnTo>
                    <a:pt x="688" y="1203"/>
                  </a:lnTo>
                  <a:lnTo>
                    <a:pt x="516" y="1461"/>
                  </a:lnTo>
                  <a:lnTo>
                    <a:pt x="387" y="1718"/>
                  </a:lnTo>
                  <a:lnTo>
                    <a:pt x="258" y="1976"/>
                  </a:lnTo>
                  <a:lnTo>
                    <a:pt x="129" y="2277"/>
                  </a:lnTo>
                  <a:lnTo>
                    <a:pt x="86" y="2577"/>
                  </a:lnTo>
                  <a:lnTo>
                    <a:pt x="43" y="2878"/>
                  </a:lnTo>
                  <a:lnTo>
                    <a:pt x="1" y="3179"/>
                  </a:lnTo>
                  <a:lnTo>
                    <a:pt x="86" y="8118"/>
                  </a:lnTo>
                  <a:lnTo>
                    <a:pt x="988" y="8118"/>
                  </a:lnTo>
                  <a:lnTo>
                    <a:pt x="945" y="3179"/>
                  </a:lnTo>
                  <a:lnTo>
                    <a:pt x="988" y="2749"/>
                  </a:lnTo>
                  <a:lnTo>
                    <a:pt x="1117" y="2320"/>
                  </a:lnTo>
                  <a:lnTo>
                    <a:pt x="1289" y="1976"/>
                  </a:lnTo>
                  <a:lnTo>
                    <a:pt x="1547" y="1633"/>
                  </a:lnTo>
                  <a:lnTo>
                    <a:pt x="1890" y="1375"/>
                  </a:lnTo>
                  <a:lnTo>
                    <a:pt x="2234" y="1160"/>
                  </a:lnTo>
                  <a:lnTo>
                    <a:pt x="2663" y="1031"/>
                  </a:lnTo>
                  <a:lnTo>
                    <a:pt x="3093" y="988"/>
                  </a:lnTo>
                  <a:lnTo>
                    <a:pt x="9793" y="945"/>
                  </a:lnTo>
                  <a:lnTo>
                    <a:pt x="10222" y="945"/>
                  </a:lnTo>
                  <a:lnTo>
                    <a:pt x="10609" y="1074"/>
                  </a:lnTo>
                  <a:lnTo>
                    <a:pt x="10996" y="1289"/>
                  </a:lnTo>
                  <a:lnTo>
                    <a:pt x="11339" y="1547"/>
                  </a:lnTo>
                  <a:lnTo>
                    <a:pt x="11597" y="1847"/>
                  </a:lnTo>
                  <a:lnTo>
                    <a:pt x="11812" y="2234"/>
                  </a:lnTo>
                  <a:lnTo>
                    <a:pt x="11940" y="2620"/>
                  </a:lnTo>
                  <a:lnTo>
                    <a:pt x="11983" y="3050"/>
                  </a:lnTo>
                  <a:lnTo>
                    <a:pt x="12026" y="7989"/>
                  </a:lnTo>
                  <a:lnTo>
                    <a:pt x="12971" y="7989"/>
                  </a:lnTo>
                  <a:lnTo>
                    <a:pt x="12885" y="3050"/>
                  </a:lnTo>
                  <a:lnTo>
                    <a:pt x="12885" y="2749"/>
                  </a:lnTo>
                  <a:lnTo>
                    <a:pt x="12842" y="2406"/>
                  </a:lnTo>
                  <a:lnTo>
                    <a:pt x="12756" y="2148"/>
                  </a:lnTo>
                  <a:lnTo>
                    <a:pt x="12628" y="1847"/>
                  </a:lnTo>
                  <a:lnTo>
                    <a:pt x="12499" y="1590"/>
                  </a:lnTo>
                  <a:lnTo>
                    <a:pt x="12370" y="1332"/>
                  </a:lnTo>
                  <a:lnTo>
                    <a:pt x="12155" y="1074"/>
                  </a:lnTo>
                  <a:lnTo>
                    <a:pt x="11983" y="859"/>
                  </a:lnTo>
                  <a:lnTo>
                    <a:pt x="11769" y="688"/>
                  </a:lnTo>
                  <a:lnTo>
                    <a:pt x="11511" y="516"/>
                  </a:lnTo>
                  <a:lnTo>
                    <a:pt x="11253" y="344"/>
                  </a:lnTo>
                  <a:lnTo>
                    <a:pt x="10996" y="215"/>
                  </a:lnTo>
                  <a:lnTo>
                    <a:pt x="10695" y="129"/>
                  </a:lnTo>
                  <a:lnTo>
                    <a:pt x="10394" y="43"/>
                  </a:lnTo>
                  <a:lnTo>
                    <a:pt x="100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8" name="Google Shape;14979;p66">
              <a:extLst>
                <a:ext uri="{FF2B5EF4-FFF2-40B4-BE49-F238E27FC236}">
                  <a16:creationId xmlns:a16="http://schemas.microsoft.com/office/drawing/2014/main" id="{49A750B3-5711-4E64-E470-571284239FEF}"/>
                </a:ext>
              </a:extLst>
            </p:cNvPr>
            <p:cNvSpPr/>
            <p:nvPr/>
          </p:nvSpPr>
          <p:spPr>
            <a:xfrm>
              <a:off x="929700" y="2410275"/>
              <a:ext cx="187925" cy="74125"/>
            </a:xfrm>
            <a:custGeom>
              <a:avLst/>
              <a:gdLst/>
              <a:ahLst/>
              <a:cxnLst/>
              <a:rect l="l" t="t" r="r" b="b"/>
              <a:pathLst>
                <a:path w="7517" h="2965" extrusionOk="0">
                  <a:moveTo>
                    <a:pt x="6056" y="1"/>
                  </a:moveTo>
                  <a:lnTo>
                    <a:pt x="1461" y="86"/>
                  </a:lnTo>
                  <a:lnTo>
                    <a:pt x="1160" y="86"/>
                  </a:lnTo>
                  <a:lnTo>
                    <a:pt x="902" y="172"/>
                  </a:lnTo>
                  <a:lnTo>
                    <a:pt x="645" y="344"/>
                  </a:lnTo>
                  <a:lnTo>
                    <a:pt x="430" y="516"/>
                  </a:lnTo>
                  <a:lnTo>
                    <a:pt x="258" y="731"/>
                  </a:lnTo>
                  <a:lnTo>
                    <a:pt x="129" y="945"/>
                  </a:lnTo>
                  <a:lnTo>
                    <a:pt x="43" y="1246"/>
                  </a:lnTo>
                  <a:lnTo>
                    <a:pt x="0" y="1547"/>
                  </a:lnTo>
                  <a:lnTo>
                    <a:pt x="43" y="1804"/>
                  </a:lnTo>
                  <a:lnTo>
                    <a:pt x="129" y="2105"/>
                  </a:lnTo>
                  <a:lnTo>
                    <a:pt x="258" y="2320"/>
                  </a:lnTo>
                  <a:lnTo>
                    <a:pt x="473" y="2535"/>
                  </a:lnTo>
                  <a:lnTo>
                    <a:pt x="688" y="2706"/>
                  </a:lnTo>
                  <a:lnTo>
                    <a:pt x="902" y="2835"/>
                  </a:lnTo>
                  <a:lnTo>
                    <a:pt x="1203" y="2921"/>
                  </a:lnTo>
                  <a:lnTo>
                    <a:pt x="1461" y="2964"/>
                  </a:lnTo>
                  <a:lnTo>
                    <a:pt x="6099" y="2921"/>
                  </a:lnTo>
                  <a:lnTo>
                    <a:pt x="6400" y="2878"/>
                  </a:lnTo>
                  <a:lnTo>
                    <a:pt x="6658" y="2792"/>
                  </a:lnTo>
                  <a:lnTo>
                    <a:pt x="6872" y="2663"/>
                  </a:lnTo>
                  <a:lnTo>
                    <a:pt x="7087" y="2449"/>
                  </a:lnTo>
                  <a:lnTo>
                    <a:pt x="7259" y="2234"/>
                  </a:lnTo>
                  <a:lnTo>
                    <a:pt x="7388" y="2019"/>
                  </a:lnTo>
                  <a:lnTo>
                    <a:pt x="7474" y="1719"/>
                  </a:lnTo>
                  <a:lnTo>
                    <a:pt x="7517" y="1461"/>
                  </a:lnTo>
                  <a:lnTo>
                    <a:pt x="7474" y="1160"/>
                  </a:lnTo>
                  <a:lnTo>
                    <a:pt x="7388" y="903"/>
                  </a:lnTo>
                  <a:lnTo>
                    <a:pt x="7259" y="688"/>
                  </a:lnTo>
                  <a:lnTo>
                    <a:pt x="7130" y="473"/>
                  </a:lnTo>
                  <a:lnTo>
                    <a:pt x="6915" y="301"/>
                  </a:lnTo>
                  <a:lnTo>
                    <a:pt x="6700" y="172"/>
                  </a:lnTo>
                  <a:lnTo>
                    <a:pt x="6443" y="44"/>
                  </a:lnTo>
                  <a:lnTo>
                    <a:pt x="6185" y="1"/>
                  </a:lnTo>
                  <a:close/>
                </a:path>
              </a:pathLst>
            </a:custGeom>
            <a:solidFill>
              <a:srgbClr val="EA6A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9" name="Google Shape;14980;p66">
              <a:extLst>
                <a:ext uri="{FF2B5EF4-FFF2-40B4-BE49-F238E27FC236}">
                  <a16:creationId xmlns:a16="http://schemas.microsoft.com/office/drawing/2014/main" id="{53D97D34-3DB4-EB25-7F79-3AE0302B5098}"/>
                </a:ext>
              </a:extLst>
            </p:cNvPr>
            <p:cNvSpPr/>
            <p:nvPr/>
          </p:nvSpPr>
          <p:spPr>
            <a:xfrm>
              <a:off x="849175" y="2616425"/>
              <a:ext cx="53700" cy="20425"/>
            </a:xfrm>
            <a:custGeom>
              <a:avLst/>
              <a:gdLst/>
              <a:ahLst/>
              <a:cxnLst/>
              <a:rect l="l" t="t" r="r" b="b"/>
              <a:pathLst>
                <a:path w="2148" h="817" extrusionOk="0">
                  <a:moveTo>
                    <a:pt x="301" y="1"/>
                  </a:moveTo>
                  <a:lnTo>
                    <a:pt x="172" y="44"/>
                  </a:lnTo>
                  <a:lnTo>
                    <a:pt x="86" y="87"/>
                  </a:lnTo>
                  <a:lnTo>
                    <a:pt x="0" y="216"/>
                  </a:lnTo>
                  <a:lnTo>
                    <a:pt x="0" y="344"/>
                  </a:lnTo>
                  <a:lnTo>
                    <a:pt x="0" y="817"/>
                  </a:lnTo>
                  <a:lnTo>
                    <a:pt x="2148" y="817"/>
                  </a:lnTo>
                  <a:lnTo>
                    <a:pt x="2148" y="302"/>
                  </a:lnTo>
                  <a:lnTo>
                    <a:pt x="2105" y="173"/>
                  </a:lnTo>
                  <a:lnTo>
                    <a:pt x="2062" y="87"/>
                  </a:lnTo>
                  <a:lnTo>
                    <a:pt x="19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0" name="Google Shape;14981;p66">
              <a:extLst>
                <a:ext uri="{FF2B5EF4-FFF2-40B4-BE49-F238E27FC236}">
                  <a16:creationId xmlns:a16="http://schemas.microsoft.com/office/drawing/2014/main" id="{80260B8E-C0CF-9852-AE20-AF1F1F490AB1}"/>
                </a:ext>
              </a:extLst>
            </p:cNvPr>
            <p:cNvSpPr/>
            <p:nvPr/>
          </p:nvSpPr>
          <p:spPr>
            <a:xfrm>
              <a:off x="1148750" y="2612150"/>
              <a:ext cx="54775" cy="21500"/>
            </a:xfrm>
            <a:custGeom>
              <a:avLst/>
              <a:gdLst/>
              <a:ahLst/>
              <a:cxnLst/>
              <a:rect l="l" t="t" r="r" b="b"/>
              <a:pathLst>
                <a:path w="2191" h="860" extrusionOk="0">
                  <a:moveTo>
                    <a:pt x="1847" y="0"/>
                  </a:moveTo>
                  <a:lnTo>
                    <a:pt x="344" y="43"/>
                  </a:lnTo>
                  <a:lnTo>
                    <a:pt x="215" y="43"/>
                  </a:lnTo>
                  <a:lnTo>
                    <a:pt x="129" y="129"/>
                  </a:lnTo>
                  <a:lnTo>
                    <a:pt x="43" y="258"/>
                  </a:lnTo>
                  <a:lnTo>
                    <a:pt x="0" y="344"/>
                  </a:lnTo>
                  <a:lnTo>
                    <a:pt x="43" y="859"/>
                  </a:lnTo>
                  <a:lnTo>
                    <a:pt x="2190" y="859"/>
                  </a:lnTo>
                  <a:lnTo>
                    <a:pt x="2190" y="344"/>
                  </a:lnTo>
                  <a:lnTo>
                    <a:pt x="2148" y="215"/>
                  </a:lnTo>
                  <a:lnTo>
                    <a:pt x="2105" y="129"/>
                  </a:lnTo>
                  <a:lnTo>
                    <a:pt x="1976" y="43"/>
                  </a:lnTo>
                  <a:lnTo>
                    <a:pt x="184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1" name="Google Shape;14982;p66">
              <a:extLst>
                <a:ext uri="{FF2B5EF4-FFF2-40B4-BE49-F238E27FC236}">
                  <a16:creationId xmlns:a16="http://schemas.microsoft.com/office/drawing/2014/main" id="{33DB62D2-BA66-A4F0-2A0D-C1F59A6D0516}"/>
                </a:ext>
              </a:extLst>
            </p:cNvPr>
            <p:cNvSpPr/>
            <p:nvPr/>
          </p:nvSpPr>
          <p:spPr>
            <a:xfrm>
              <a:off x="1261475" y="2631475"/>
              <a:ext cx="42975" cy="140675"/>
            </a:xfrm>
            <a:custGeom>
              <a:avLst/>
              <a:gdLst/>
              <a:ahLst/>
              <a:cxnLst/>
              <a:rect l="l" t="t" r="r" b="b"/>
              <a:pathLst>
                <a:path w="1719" h="5627" extrusionOk="0">
                  <a:moveTo>
                    <a:pt x="1" y="0"/>
                  </a:moveTo>
                  <a:lnTo>
                    <a:pt x="44" y="5627"/>
                  </a:lnTo>
                  <a:lnTo>
                    <a:pt x="1719" y="5627"/>
                  </a:lnTo>
                  <a:lnTo>
                    <a:pt x="16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4" name="Google Shape;14983;p66">
              <a:extLst>
                <a:ext uri="{FF2B5EF4-FFF2-40B4-BE49-F238E27FC236}">
                  <a16:creationId xmlns:a16="http://schemas.microsoft.com/office/drawing/2014/main" id="{C2463401-1CE2-AA3D-CD36-2B57EB726EC8}"/>
                </a:ext>
              </a:extLst>
            </p:cNvPr>
            <p:cNvSpPr/>
            <p:nvPr/>
          </p:nvSpPr>
          <p:spPr>
            <a:xfrm>
              <a:off x="1288325" y="2631475"/>
              <a:ext cx="16125" cy="140675"/>
            </a:xfrm>
            <a:custGeom>
              <a:avLst/>
              <a:gdLst/>
              <a:ahLst/>
              <a:cxnLst/>
              <a:rect l="l" t="t" r="r" b="b"/>
              <a:pathLst>
                <a:path w="645" h="5627" extrusionOk="0">
                  <a:moveTo>
                    <a:pt x="0" y="0"/>
                  </a:moveTo>
                  <a:lnTo>
                    <a:pt x="0" y="2448"/>
                  </a:lnTo>
                  <a:lnTo>
                    <a:pt x="86" y="5627"/>
                  </a:lnTo>
                  <a:lnTo>
                    <a:pt x="645" y="5627"/>
                  </a:lnTo>
                  <a:lnTo>
                    <a:pt x="602" y="43"/>
                  </a:lnTo>
                  <a:lnTo>
                    <a:pt x="55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5" name="Google Shape;14984;p66">
              <a:extLst>
                <a:ext uri="{FF2B5EF4-FFF2-40B4-BE49-F238E27FC236}">
                  <a16:creationId xmlns:a16="http://schemas.microsoft.com/office/drawing/2014/main" id="{7A21CDDA-2DA1-134C-824E-B76C56EBC06C}"/>
                </a:ext>
              </a:extLst>
            </p:cNvPr>
            <p:cNvSpPr/>
            <p:nvPr/>
          </p:nvSpPr>
          <p:spPr>
            <a:xfrm>
              <a:off x="1236775" y="2772125"/>
              <a:ext cx="95600" cy="81625"/>
            </a:xfrm>
            <a:custGeom>
              <a:avLst/>
              <a:gdLst/>
              <a:ahLst/>
              <a:cxnLst/>
              <a:rect l="l" t="t" r="r" b="b"/>
              <a:pathLst>
                <a:path w="3824" h="3265" extrusionOk="0">
                  <a:moveTo>
                    <a:pt x="645" y="1"/>
                  </a:moveTo>
                  <a:lnTo>
                    <a:pt x="516" y="43"/>
                  </a:lnTo>
                  <a:lnTo>
                    <a:pt x="387" y="86"/>
                  </a:lnTo>
                  <a:lnTo>
                    <a:pt x="173" y="215"/>
                  </a:lnTo>
                  <a:lnTo>
                    <a:pt x="44" y="430"/>
                  </a:lnTo>
                  <a:lnTo>
                    <a:pt x="1" y="559"/>
                  </a:lnTo>
                  <a:lnTo>
                    <a:pt x="1" y="688"/>
                  </a:lnTo>
                  <a:lnTo>
                    <a:pt x="1" y="2620"/>
                  </a:lnTo>
                  <a:lnTo>
                    <a:pt x="44" y="2749"/>
                  </a:lnTo>
                  <a:lnTo>
                    <a:pt x="44" y="2878"/>
                  </a:lnTo>
                  <a:lnTo>
                    <a:pt x="216" y="3093"/>
                  </a:lnTo>
                  <a:lnTo>
                    <a:pt x="430" y="3222"/>
                  </a:lnTo>
                  <a:lnTo>
                    <a:pt x="559" y="3265"/>
                  </a:lnTo>
                  <a:lnTo>
                    <a:pt x="688" y="3265"/>
                  </a:lnTo>
                  <a:lnTo>
                    <a:pt x="3136" y="3222"/>
                  </a:lnTo>
                  <a:lnTo>
                    <a:pt x="3308" y="3222"/>
                  </a:lnTo>
                  <a:lnTo>
                    <a:pt x="3394" y="3179"/>
                  </a:lnTo>
                  <a:lnTo>
                    <a:pt x="3609" y="3050"/>
                  </a:lnTo>
                  <a:lnTo>
                    <a:pt x="3780" y="2835"/>
                  </a:lnTo>
                  <a:lnTo>
                    <a:pt x="3780" y="2706"/>
                  </a:lnTo>
                  <a:lnTo>
                    <a:pt x="3823" y="2577"/>
                  </a:lnTo>
                  <a:lnTo>
                    <a:pt x="3780" y="645"/>
                  </a:lnTo>
                  <a:lnTo>
                    <a:pt x="3780" y="516"/>
                  </a:lnTo>
                  <a:lnTo>
                    <a:pt x="3737" y="387"/>
                  </a:lnTo>
                  <a:lnTo>
                    <a:pt x="3609" y="172"/>
                  </a:lnTo>
                  <a:lnTo>
                    <a:pt x="3394" y="43"/>
                  </a:lnTo>
                  <a:lnTo>
                    <a:pt x="32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6" name="Google Shape;14985;p66">
              <a:extLst>
                <a:ext uri="{FF2B5EF4-FFF2-40B4-BE49-F238E27FC236}">
                  <a16:creationId xmlns:a16="http://schemas.microsoft.com/office/drawing/2014/main" id="{FB4A56D0-ACA5-368C-3631-AB0762AD90CE}"/>
                </a:ext>
              </a:extLst>
            </p:cNvPr>
            <p:cNvSpPr/>
            <p:nvPr/>
          </p:nvSpPr>
          <p:spPr>
            <a:xfrm>
              <a:off x="1294775" y="2772125"/>
              <a:ext cx="37600" cy="81625"/>
            </a:xfrm>
            <a:custGeom>
              <a:avLst/>
              <a:gdLst/>
              <a:ahLst/>
              <a:cxnLst/>
              <a:rect l="l" t="t" r="r" b="b"/>
              <a:pathLst>
                <a:path w="1504" h="3265" extrusionOk="0">
                  <a:moveTo>
                    <a:pt x="0" y="1"/>
                  </a:moveTo>
                  <a:lnTo>
                    <a:pt x="215" y="344"/>
                  </a:lnTo>
                  <a:lnTo>
                    <a:pt x="387" y="688"/>
                  </a:lnTo>
                  <a:lnTo>
                    <a:pt x="516" y="1160"/>
                  </a:lnTo>
                  <a:lnTo>
                    <a:pt x="644" y="1676"/>
                  </a:lnTo>
                  <a:lnTo>
                    <a:pt x="644" y="1933"/>
                  </a:lnTo>
                  <a:lnTo>
                    <a:pt x="601" y="2191"/>
                  </a:lnTo>
                  <a:lnTo>
                    <a:pt x="558" y="2492"/>
                  </a:lnTo>
                  <a:lnTo>
                    <a:pt x="473" y="2749"/>
                  </a:lnTo>
                  <a:lnTo>
                    <a:pt x="301" y="3007"/>
                  </a:lnTo>
                  <a:lnTo>
                    <a:pt x="86" y="3265"/>
                  </a:lnTo>
                  <a:lnTo>
                    <a:pt x="816" y="3222"/>
                  </a:lnTo>
                  <a:lnTo>
                    <a:pt x="988" y="3222"/>
                  </a:lnTo>
                  <a:lnTo>
                    <a:pt x="1074" y="3179"/>
                  </a:lnTo>
                  <a:lnTo>
                    <a:pt x="1289" y="3050"/>
                  </a:lnTo>
                  <a:lnTo>
                    <a:pt x="1460" y="2835"/>
                  </a:lnTo>
                  <a:lnTo>
                    <a:pt x="1460" y="2706"/>
                  </a:lnTo>
                  <a:lnTo>
                    <a:pt x="1503" y="2577"/>
                  </a:lnTo>
                  <a:lnTo>
                    <a:pt x="1460" y="645"/>
                  </a:lnTo>
                  <a:lnTo>
                    <a:pt x="1460" y="516"/>
                  </a:lnTo>
                  <a:lnTo>
                    <a:pt x="1417" y="387"/>
                  </a:lnTo>
                  <a:lnTo>
                    <a:pt x="1289" y="172"/>
                  </a:lnTo>
                  <a:lnTo>
                    <a:pt x="1074" y="43"/>
                  </a:lnTo>
                  <a:lnTo>
                    <a:pt x="9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7" name="Google Shape;14986;p66">
              <a:extLst>
                <a:ext uri="{FF2B5EF4-FFF2-40B4-BE49-F238E27FC236}">
                  <a16:creationId xmlns:a16="http://schemas.microsoft.com/office/drawing/2014/main" id="{8ABF6CFF-77B3-174A-6ED3-B33F6AA1F017}"/>
                </a:ext>
              </a:extLst>
            </p:cNvPr>
            <p:cNvSpPr/>
            <p:nvPr/>
          </p:nvSpPr>
          <p:spPr>
            <a:xfrm>
              <a:off x="747150" y="2636825"/>
              <a:ext cx="42975" cy="141775"/>
            </a:xfrm>
            <a:custGeom>
              <a:avLst/>
              <a:gdLst/>
              <a:ahLst/>
              <a:cxnLst/>
              <a:rect l="l" t="t" r="r" b="b"/>
              <a:pathLst>
                <a:path w="1719" h="5671" extrusionOk="0">
                  <a:moveTo>
                    <a:pt x="1676" y="1"/>
                  </a:moveTo>
                  <a:lnTo>
                    <a:pt x="1" y="44"/>
                  </a:lnTo>
                  <a:lnTo>
                    <a:pt x="87" y="5670"/>
                  </a:lnTo>
                  <a:lnTo>
                    <a:pt x="1719" y="5627"/>
                  </a:lnTo>
                  <a:lnTo>
                    <a:pt x="167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8" name="Google Shape;14987;p66">
              <a:extLst>
                <a:ext uri="{FF2B5EF4-FFF2-40B4-BE49-F238E27FC236}">
                  <a16:creationId xmlns:a16="http://schemas.microsoft.com/office/drawing/2014/main" id="{3A6CDAB9-5786-4FF1-1F2F-72E5C188F199}"/>
                </a:ext>
              </a:extLst>
            </p:cNvPr>
            <p:cNvSpPr/>
            <p:nvPr/>
          </p:nvSpPr>
          <p:spPr>
            <a:xfrm>
              <a:off x="774000" y="2636825"/>
              <a:ext cx="16125" cy="140700"/>
            </a:xfrm>
            <a:custGeom>
              <a:avLst/>
              <a:gdLst/>
              <a:ahLst/>
              <a:cxnLst/>
              <a:rect l="l" t="t" r="r" b="b"/>
              <a:pathLst>
                <a:path w="645" h="5628" extrusionOk="0">
                  <a:moveTo>
                    <a:pt x="602" y="1"/>
                  </a:moveTo>
                  <a:lnTo>
                    <a:pt x="1" y="44"/>
                  </a:lnTo>
                  <a:lnTo>
                    <a:pt x="44" y="2492"/>
                  </a:lnTo>
                  <a:lnTo>
                    <a:pt x="87" y="5627"/>
                  </a:lnTo>
                  <a:lnTo>
                    <a:pt x="645" y="5627"/>
                  </a:lnTo>
                  <a:lnTo>
                    <a:pt x="602" y="44"/>
                  </a:lnTo>
                  <a:lnTo>
                    <a:pt x="6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9" name="Google Shape;14988;p66">
              <a:extLst>
                <a:ext uri="{FF2B5EF4-FFF2-40B4-BE49-F238E27FC236}">
                  <a16:creationId xmlns:a16="http://schemas.microsoft.com/office/drawing/2014/main" id="{470BE372-A384-F8C9-175F-DC22CD40E674}"/>
                </a:ext>
              </a:extLst>
            </p:cNvPr>
            <p:cNvSpPr/>
            <p:nvPr/>
          </p:nvSpPr>
          <p:spPr>
            <a:xfrm>
              <a:off x="722475" y="2777500"/>
              <a:ext cx="95575" cy="81625"/>
            </a:xfrm>
            <a:custGeom>
              <a:avLst/>
              <a:gdLst/>
              <a:ahLst/>
              <a:cxnLst/>
              <a:rect l="l" t="t" r="r" b="b"/>
              <a:pathLst>
                <a:path w="3823" h="3265" extrusionOk="0">
                  <a:moveTo>
                    <a:pt x="3135" y="0"/>
                  </a:moveTo>
                  <a:lnTo>
                    <a:pt x="644" y="43"/>
                  </a:lnTo>
                  <a:lnTo>
                    <a:pt x="516" y="43"/>
                  </a:lnTo>
                  <a:lnTo>
                    <a:pt x="387" y="86"/>
                  </a:lnTo>
                  <a:lnTo>
                    <a:pt x="172" y="215"/>
                  </a:lnTo>
                  <a:lnTo>
                    <a:pt x="43" y="430"/>
                  </a:lnTo>
                  <a:lnTo>
                    <a:pt x="0" y="559"/>
                  </a:lnTo>
                  <a:lnTo>
                    <a:pt x="0" y="687"/>
                  </a:lnTo>
                  <a:lnTo>
                    <a:pt x="0" y="2620"/>
                  </a:lnTo>
                  <a:lnTo>
                    <a:pt x="43" y="2749"/>
                  </a:lnTo>
                  <a:lnTo>
                    <a:pt x="86" y="2878"/>
                  </a:lnTo>
                  <a:lnTo>
                    <a:pt x="215" y="3093"/>
                  </a:lnTo>
                  <a:lnTo>
                    <a:pt x="430" y="3221"/>
                  </a:lnTo>
                  <a:lnTo>
                    <a:pt x="558" y="3264"/>
                  </a:lnTo>
                  <a:lnTo>
                    <a:pt x="3178" y="3264"/>
                  </a:lnTo>
                  <a:lnTo>
                    <a:pt x="3307" y="3221"/>
                  </a:lnTo>
                  <a:lnTo>
                    <a:pt x="3436" y="3179"/>
                  </a:lnTo>
                  <a:lnTo>
                    <a:pt x="3651" y="3050"/>
                  </a:lnTo>
                  <a:lnTo>
                    <a:pt x="3780" y="2835"/>
                  </a:lnTo>
                  <a:lnTo>
                    <a:pt x="3823" y="2706"/>
                  </a:lnTo>
                  <a:lnTo>
                    <a:pt x="3823" y="2577"/>
                  </a:lnTo>
                  <a:lnTo>
                    <a:pt x="3780" y="645"/>
                  </a:lnTo>
                  <a:lnTo>
                    <a:pt x="3780" y="516"/>
                  </a:lnTo>
                  <a:lnTo>
                    <a:pt x="3737" y="387"/>
                  </a:lnTo>
                  <a:lnTo>
                    <a:pt x="3608" y="172"/>
                  </a:lnTo>
                  <a:lnTo>
                    <a:pt x="3393" y="43"/>
                  </a:lnTo>
                  <a:lnTo>
                    <a:pt x="32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0" name="Google Shape;14989;p66">
              <a:extLst>
                <a:ext uri="{FF2B5EF4-FFF2-40B4-BE49-F238E27FC236}">
                  <a16:creationId xmlns:a16="http://schemas.microsoft.com/office/drawing/2014/main" id="{17EE75FA-BD77-3532-C5FA-469E6AF8486A}"/>
                </a:ext>
              </a:extLst>
            </p:cNvPr>
            <p:cNvSpPr/>
            <p:nvPr/>
          </p:nvSpPr>
          <p:spPr>
            <a:xfrm>
              <a:off x="780450" y="2777500"/>
              <a:ext cx="37600" cy="81625"/>
            </a:xfrm>
            <a:custGeom>
              <a:avLst/>
              <a:gdLst/>
              <a:ahLst/>
              <a:cxnLst/>
              <a:rect l="l" t="t" r="r" b="b"/>
              <a:pathLst>
                <a:path w="1504" h="3265" extrusionOk="0">
                  <a:moveTo>
                    <a:pt x="0" y="0"/>
                  </a:moveTo>
                  <a:lnTo>
                    <a:pt x="215" y="344"/>
                  </a:lnTo>
                  <a:lnTo>
                    <a:pt x="387" y="687"/>
                  </a:lnTo>
                  <a:lnTo>
                    <a:pt x="516" y="1160"/>
                  </a:lnTo>
                  <a:lnTo>
                    <a:pt x="645" y="1675"/>
                  </a:lnTo>
                  <a:lnTo>
                    <a:pt x="645" y="1933"/>
                  </a:lnTo>
                  <a:lnTo>
                    <a:pt x="645" y="2234"/>
                  </a:lnTo>
                  <a:lnTo>
                    <a:pt x="559" y="2491"/>
                  </a:lnTo>
                  <a:lnTo>
                    <a:pt x="473" y="2749"/>
                  </a:lnTo>
                  <a:lnTo>
                    <a:pt x="301" y="3007"/>
                  </a:lnTo>
                  <a:lnTo>
                    <a:pt x="129" y="3264"/>
                  </a:lnTo>
                  <a:lnTo>
                    <a:pt x="859" y="3264"/>
                  </a:lnTo>
                  <a:lnTo>
                    <a:pt x="988" y="3221"/>
                  </a:lnTo>
                  <a:lnTo>
                    <a:pt x="1117" y="3179"/>
                  </a:lnTo>
                  <a:lnTo>
                    <a:pt x="1332" y="3050"/>
                  </a:lnTo>
                  <a:lnTo>
                    <a:pt x="1461" y="2835"/>
                  </a:lnTo>
                  <a:lnTo>
                    <a:pt x="1504" y="2706"/>
                  </a:lnTo>
                  <a:lnTo>
                    <a:pt x="1504" y="2577"/>
                  </a:lnTo>
                  <a:lnTo>
                    <a:pt x="1461" y="645"/>
                  </a:lnTo>
                  <a:lnTo>
                    <a:pt x="1461" y="516"/>
                  </a:lnTo>
                  <a:lnTo>
                    <a:pt x="1418" y="387"/>
                  </a:lnTo>
                  <a:lnTo>
                    <a:pt x="1289" y="172"/>
                  </a:lnTo>
                  <a:lnTo>
                    <a:pt x="1074" y="43"/>
                  </a:lnTo>
                  <a:lnTo>
                    <a:pt x="94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61056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32"/>
        <p:cNvGrpSpPr/>
        <p:nvPr/>
      </p:nvGrpSpPr>
      <p:grpSpPr>
        <a:xfrm>
          <a:off x="0" y="0"/>
          <a:ext cx="0" cy="0"/>
          <a:chOff x="0" y="0"/>
          <a:chExt cx="0" cy="0"/>
        </a:xfrm>
      </p:grpSpPr>
      <p:sp>
        <p:nvSpPr>
          <p:cNvPr id="13634" name="Google Shape;13634;p40"/>
          <p:cNvSpPr txBox="1">
            <a:spLocks noGrp="1"/>
          </p:cNvSpPr>
          <p:nvPr>
            <p:ph type="subTitle" idx="1"/>
          </p:nvPr>
        </p:nvSpPr>
        <p:spPr>
          <a:xfrm>
            <a:off x="1527471" y="1534350"/>
            <a:ext cx="5415195" cy="2074800"/>
          </a:xfrm>
          <a:prstGeom prst="rect">
            <a:avLst/>
          </a:prstGeom>
        </p:spPr>
        <p:txBody>
          <a:bodyPr spcFirstLastPara="1" wrap="square" lIns="91425" tIns="91425" rIns="91425" bIns="91425" anchor="ctr" anchorCtr="0">
            <a:noAutofit/>
          </a:bodyPr>
          <a:lstStyle/>
          <a:p>
            <a:pPr algn="l"/>
            <a:r>
              <a:rPr lang="es-ES" sz="2800" b="1" dirty="0">
                <a:solidFill>
                  <a:schemeClr val="tx1"/>
                </a:solidFill>
              </a:rPr>
              <a:t>Aguda: menos de 1 mes</a:t>
            </a:r>
          </a:p>
          <a:p>
            <a:pPr algn="l"/>
            <a:r>
              <a:rPr lang="es-ES" sz="2800" b="1" dirty="0">
                <a:solidFill>
                  <a:schemeClr val="tx1"/>
                </a:solidFill>
              </a:rPr>
              <a:t>Subaguda: entre 1 a 3 meses</a:t>
            </a:r>
          </a:p>
          <a:p>
            <a:pPr algn="l"/>
            <a:r>
              <a:rPr lang="es-ES" sz="2800" b="1" dirty="0">
                <a:solidFill>
                  <a:schemeClr val="tx1"/>
                </a:solidFill>
              </a:rPr>
              <a:t>Crónica: más de 3 meses</a:t>
            </a:r>
          </a:p>
        </p:txBody>
      </p:sp>
      <p:sp>
        <p:nvSpPr>
          <p:cNvPr id="2" name="Google Shape;13437;p37">
            <a:extLst>
              <a:ext uri="{FF2B5EF4-FFF2-40B4-BE49-F238E27FC236}">
                <a16:creationId xmlns:a16="http://schemas.microsoft.com/office/drawing/2014/main" id="{4B85C654-73F6-C5E8-BE6F-FA1674639820}"/>
              </a:ext>
            </a:extLst>
          </p:cNvPr>
          <p:cNvSpPr txBox="1">
            <a:spLocks/>
          </p:cNvSpPr>
          <p:nvPr/>
        </p:nvSpPr>
        <p:spPr>
          <a:xfrm>
            <a:off x="1255618" y="323229"/>
            <a:ext cx="5958900" cy="186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Oswald"/>
              <a:buNone/>
              <a:defRPr sz="22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9pPr>
          </a:lstStyle>
          <a:p>
            <a:r>
              <a:rPr lang="es-AR" sz="5500" dirty="0">
                <a:solidFill>
                  <a:schemeClr val="accent1"/>
                </a:solidFill>
              </a:rPr>
              <a:t>TIEMPOS:</a:t>
            </a:r>
            <a:endParaRPr lang="es-AR" sz="4500" dirty="0">
              <a:solidFill>
                <a:schemeClr val="accent1"/>
              </a:solidFill>
            </a:endParaRPr>
          </a:p>
        </p:txBody>
      </p:sp>
    </p:spTree>
    <p:extLst>
      <p:ext uri="{BB962C8B-B14F-4D97-AF65-F5344CB8AC3E}">
        <p14:creationId xmlns:p14="http://schemas.microsoft.com/office/powerpoint/2010/main" val="1163464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2249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Etiología: (MONOARTRITIS AGUDAS)</a:t>
            </a:r>
            <a:endParaRPr dirty="0"/>
          </a:p>
        </p:txBody>
      </p:sp>
      <p:sp>
        <p:nvSpPr>
          <p:cNvPr id="13603" name="Google Shape;13603;p38"/>
          <p:cNvSpPr txBox="1">
            <a:spLocks noGrp="1"/>
          </p:cNvSpPr>
          <p:nvPr>
            <p:ph type="body" idx="1"/>
          </p:nvPr>
        </p:nvSpPr>
        <p:spPr>
          <a:xfrm>
            <a:off x="720000" y="1215752"/>
            <a:ext cx="3254123" cy="3416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dirty="0">
                <a:solidFill>
                  <a:schemeClr val="dk1"/>
                </a:solidFill>
              </a:rPr>
              <a:t>INFECCION ARTICULAR:</a:t>
            </a:r>
          </a:p>
          <a:p>
            <a:pPr marL="171450" lvl="0" indent="-171450" algn="l" rtl="0">
              <a:spcBef>
                <a:spcPts val="0"/>
              </a:spcBef>
              <a:spcAft>
                <a:spcPts val="0"/>
              </a:spcAft>
              <a:buFont typeface="Arial" panose="020B0604020202020204" pitchFamily="34" charset="0"/>
              <a:buChar char="•"/>
            </a:pPr>
            <a:r>
              <a:rPr lang="en" sz="2000" dirty="0">
                <a:solidFill>
                  <a:schemeClr val="dk1"/>
                </a:solidFill>
              </a:rPr>
              <a:t>Bacterias</a:t>
            </a:r>
          </a:p>
          <a:p>
            <a:pPr marL="171450" lvl="0" indent="-171450" algn="l" rtl="0">
              <a:spcBef>
                <a:spcPts val="0"/>
              </a:spcBef>
              <a:spcAft>
                <a:spcPts val="0"/>
              </a:spcAft>
              <a:buFont typeface="Arial" panose="020B0604020202020204" pitchFamily="34" charset="0"/>
              <a:buChar char="•"/>
            </a:pPr>
            <a:r>
              <a:rPr lang="en" sz="2000" dirty="0">
                <a:solidFill>
                  <a:schemeClr val="dk1"/>
                </a:solidFill>
              </a:rPr>
              <a:t>Micobacterias</a:t>
            </a:r>
          </a:p>
          <a:p>
            <a:pPr marL="171450" lvl="0" indent="-171450" algn="l" rtl="0">
              <a:spcBef>
                <a:spcPts val="0"/>
              </a:spcBef>
              <a:spcAft>
                <a:spcPts val="0"/>
              </a:spcAft>
              <a:buFont typeface="Arial" panose="020B0604020202020204" pitchFamily="34" charset="0"/>
              <a:buChar char="•"/>
            </a:pPr>
            <a:r>
              <a:rPr lang="en" sz="2000" dirty="0">
                <a:solidFill>
                  <a:schemeClr val="dk1"/>
                </a:solidFill>
              </a:rPr>
              <a:t>Hongos</a:t>
            </a:r>
          </a:p>
          <a:p>
            <a:pPr marL="171450" lvl="0" indent="-171450" algn="l" rtl="0">
              <a:spcBef>
                <a:spcPts val="0"/>
              </a:spcBef>
              <a:spcAft>
                <a:spcPts val="0"/>
              </a:spcAft>
              <a:buFont typeface="Arial" panose="020B0604020202020204" pitchFamily="34" charset="0"/>
              <a:buChar char="•"/>
            </a:pPr>
            <a:r>
              <a:rPr lang="en" sz="2000" dirty="0">
                <a:solidFill>
                  <a:schemeClr val="dk1"/>
                </a:solidFill>
              </a:rPr>
              <a:t>Espiroquetas</a:t>
            </a:r>
          </a:p>
          <a:p>
            <a:pPr marL="171450" lvl="0" indent="-171450" algn="l" rtl="0">
              <a:spcBef>
                <a:spcPts val="0"/>
              </a:spcBef>
              <a:spcAft>
                <a:spcPts val="0"/>
              </a:spcAft>
              <a:buFont typeface="Arial" panose="020B0604020202020204" pitchFamily="34" charset="0"/>
              <a:buChar char="•"/>
            </a:pPr>
            <a:r>
              <a:rPr lang="en" sz="2000" dirty="0">
                <a:solidFill>
                  <a:schemeClr val="dk1"/>
                </a:solidFill>
              </a:rPr>
              <a:t>Virus (VIH, hepatitis, parvovirus)</a:t>
            </a:r>
          </a:p>
          <a:p>
            <a:pPr marL="0" lvl="0" indent="0" algn="l" rtl="0">
              <a:spcBef>
                <a:spcPts val="0"/>
              </a:spcBef>
              <a:spcAft>
                <a:spcPts val="0"/>
              </a:spcAft>
              <a:buNone/>
            </a:pPr>
            <a:r>
              <a:rPr lang="en" sz="2000" dirty="0">
                <a:solidFill>
                  <a:schemeClr val="dk1"/>
                </a:solidFill>
              </a:rPr>
              <a:t>SINOVITIS CRISTÁLICAS:</a:t>
            </a:r>
          </a:p>
          <a:p>
            <a:pPr marL="171450" lvl="0" indent="-171450" algn="l" rtl="0">
              <a:spcBef>
                <a:spcPts val="0"/>
              </a:spcBef>
              <a:spcAft>
                <a:spcPts val="0"/>
              </a:spcAft>
              <a:buFont typeface="Arial" panose="020B0604020202020204" pitchFamily="34" charset="0"/>
              <a:buChar char="•"/>
            </a:pPr>
            <a:r>
              <a:rPr lang="en" sz="2000" dirty="0">
                <a:solidFill>
                  <a:schemeClr val="dk1"/>
                </a:solidFill>
              </a:rPr>
              <a:t>Urato monosódico</a:t>
            </a:r>
          </a:p>
          <a:p>
            <a:pPr marL="171450" lvl="0" indent="-171450" algn="l" rtl="0">
              <a:spcBef>
                <a:spcPts val="0"/>
              </a:spcBef>
              <a:spcAft>
                <a:spcPts val="0"/>
              </a:spcAft>
              <a:buFont typeface="Arial" panose="020B0604020202020204" pitchFamily="34" charset="0"/>
              <a:buChar char="•"/>
            </a:pPr>
            <a:r>
              <a:rPr lang="en" sz="2000" dirty="0">
                <a:solidFill>
                  <a:schemeClr val="dk1"/>
                </a:solidFill>
              </a:rPr>
              <a:t>Pirofosfato de calcio</a:t>
            </a:r>
          </a:p>
          <a:p>
            <a:pPr marL="171450" lvl="0" indent="-171450" algn="l" rtl="0">
              <a:spcBef>
                <a:spcPts val="0"/>
              </a:spcBef>
              <a:spcAft>
                <a:spcPts val="0"/>
              </a:spcAft>
              <a:buFont typeface="Arial" panose="020B0604020202020204" pitchFamily="34" charset="0"/>
              <a:buChar char="•"/>
            </a:pPr>
            <a:r>
              <a:rPr lang="en" sz="2000" dirty="0">
                <a:solidFill>
                  <a:schemeClr val="dk1"/>
                </a:solidFill>
              </a:rPr>
              <a:t>Hidroxiapatita</a:t>
            </a:r>
          </a:p>
          <a:p>
            <a:pPr marL="0" lvl="0" indent="0" algn="l" rtl="0">
              <a:spcBef>
                <a:spcPts val="0"/>
              </a:spcBef>
              <a:spcAft>
                <a:spcPts val="0"/>
              </a:spcAft>
              <a:buNone/>
            </a:pPr>
            <a:endParaRPr lang="en" dirty="0">
              <a:solidFill>
                <a:schemeClr val="dk1"/>
              </a:solidFill>
            </a:endParaRPr>
          </a:p>
        </p:txBody>
      </p:sp>
      <p:sp>
        <p:nvSpPr>
          <p:cNvPr id="2" name="Google Shape;13603;p38">
            <a:extLst>
              <a:ext uri="{FF2B5EF4-FFF2-40B4-BE49-F238E27FC236}">
                <a16:creationId xmlns:a16="http://schemas.microsoft.com/office/drawing/2014/main" id="{76B20DAC-CBE2-56B0-AB82-34FDAA92EF38}"/>
              </a:ext>
            </a:extLst>
          </p:cNvPr>
          <p:cNvSpPr txBox="1">
            <a:spLocks/>
          </p:cNvSpPr>
          <p:nvPr/>
        </p:nvSpPr>
        <p:spPr>
          <a:xfrm>
            <a:off x="4208584" y="3528646"/>
            <a:ext cx="4501662" cy="110350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0" indent="0">
              <a:buFont typeface="Work Sans"/>
              <a:buNone/>
            </a:pPr>
            <a:endParaRPr lang="en" sz="2000" dirty="0">
              <a:solidFill>
                <a:schemeClr val="dk1"/>
              </a:solidFill>
            </a:endParaRPr>
          </a:p>
          <a:p>
            <a:pPr marL="0" lvl="0" indent="0" algn="l" rtl="0">
              <a:spcBef>
                <a:spcPts val="0"/>
              </a:spcBef>
              <a:spcAft>
                <a:spcPts val="0"/>
              </a:spcAft>
              <a:buNone/>
            </a:pPr>
            <a:r>
              <a:rPr lang="en" sz="2000" dirty="0">
                <a:solidFill>
                  <a:schemeClr val="dk1"/>
                </a:solidFill>
              </a:rPr>
              <a:t>TRAUMATISMOS AR ARTICULARES </a:t>
            </a:r>
          </a:p>
          <a:p>
            <a:pPr marL="0" lvl="0" indent="0" algn="l" rtl="0">
              <a:spcBef>
                <a:spcPts val="0"/>
              </a:spcBef>
              <a:spcAft>
                <a:spcPts val="0"/>
              </a:spcAft>
              <a:buNone/>
            </a:pPr>
            <a:r>
              <a:rPr lang="en" sz="2000" dirty="0">
                <a:solidFill>
                  <a:schemeClr val="dk1"/>
                </a:solidFill>
              </a:rPr>
              <a:t>ALTERACION MENISCAL / LIGAMENTARIA</a:t>
            </a:r>
          </a:p>
          <a:p>
            <a:pPr marL="0" lvl="0" indent="0" algn="l" rtl="0">
              <a:spcBef>
                <a:spcPts val="0"/>
              </a:spcBef>
              <a:spcAft>
                <a:spcPts val="0"/>
              </a:spcAft>
              <a:buNone/>
            </a:pPr>
            <a:r>
              <a:rPr lang="en" sz="2000" dirty="0">
                <a:solidFill>
                  <a:schemeClr val="dk1"/>
                </a:solidFill>
              </a:rPr>
              <a:t>OSTEOARTRITIS</a:t>
            </a:r>
          </a:p>
          <a:p>
            <a:pPr marL="0" lvl="0" indent="0" algn="l" rtl="0">
              <a:spcBef>
                <a:spcPts val="0"/>
              </a:spcBef>
              <a:spcAft>
                <a:spcPts val="0"/>
              </a:spcAft>
              <a:buNone/>
            </a:pPr>
            <a:r>
              <a:rPr lang="en" sz="2000" dirty="0">
                <a:solidFill>
                  <a:schemeClr val="dk1"/>
                </a:solidFill>
              </a:rPr>
              <a:t>OSTEONECROSIS</a:t>
            </a:r>
          </a:p>
          <a:p>
            <a:pPr marL="0" lvl="0" indent="0" algn="l" rtl="0">
              <a:spcBef>
                <a:spcPts val="0"/>
              </a:spcBef>
              <a:spcAft>
                <a:spcPts val="0"/>
              </a:spcAft>
              <a:buNone/>
            </a:pPr>
            <a:r>
              <a:rPr lang="en" sz="2000" dirty="0">
                <a:solidFill>
                  <a:schemeClr val="dk1"/>
                </a:solidFill>
              </a:rPr>
              <a:t>SINOVITIS CUERPOS EXTRAÑOS</a:t>
            </a:r>
          </a:p>
          <a:p>
            <a:pPr marL="0" indent="0">
              <a:buFont typeface="Work Sans"/>
              <a:buNone/>
            </a:pPr>
            <a:r>
              <a:rPr lang="en" sz="2000" dirty="0">
                <a:solidFill>
                  <a:schemeClr val="dk1"/>
                </a:solidFill>
              </a:rPr>
              <a:t>HEMOFILIA / DIÁTESIS HEMORRAGÍPARAS</a:t>
            </a:r>
          </a:p>
          <a:p>
            <a:pPr marL="0" indent="0">
              <a:buFont typeface="Work Sans"/>
              <a:buNone/>
            </a:pPr>
            <a:r>
              <a:rPr lang="en" sz="2000" dirty="0">
                <a:solidFill>
                  <a:schemeClr val="dk1"/>
                </a:solidFill>
              </a:rPr>
              <a:t>ARTRITIS REUMATOIDEAS (forma juvenil)</a:t>
            </a:r>
          </a:p>
          <a:p>
            <a:pPr marL="0" indent="0">
              <a:buFont typeface="Work Sans"/>
              <a:buNone/>
            </a:pPr>
            <a:r>
              <a:rPr lang="en" sz="2000" dirty="0">
                <a:solidFill>
                  <a:schemeClr val="dk1"/>
                </a:solidFill>
              </a:rPr>
              <a:t>EASN</a:t>
            </a:r>
          </a:p>
          <a:p>
            <a:pPr marL="0" indent="0">
              <a:buFont typeface="Work Sans"/>
              <a:buNone/>
            </a:pPr>
            <a:endParaRPr lang="en" dirty="0">
              <a:solidFill>
                <a:schemeClr val="dk1"/>
              </a:solidFill>
            </a:endParaRPr>
          </a:p>
        </p:txBody>
      </p:sp>
      <p:cxnSp>
        <p:nvCxnSpPr>
          <p:cNvPr id="4" name="Conector recto 3">
            <a:extLst>
              <a:ext uri="{FF2B5EF4-FFF2-40B4-BE49-F238E27FC236}">
                <a16:creationId xmlns:a16="http://schemas.microsoft.com/office/drawing/2014/main" id="{EF327220-6EB5-C70D-4305-C4F37B5DB39D}"/>
              </a:ext>
            </a:extLst>
          </p:cNvPr>
          <p:cNvCxnSpPr/>
          <p:nvPr/>
        </p:nvCxnSpPr>
        <p:spPr>
          <a:xfrm>
            <a:off x="4114800" y="1090246"/>
            <a:ext cx="0" cy="3294185"/>
          </a:xfrm>
          <a:prstGeom prst="line">
            <a:avLst/>
          </a:prstGeom>
          <a:ln>
            <a:solidFill>
              <a:schemeClr val="tx1">
                <a:lumMod val="90000"/>
                <a:lumOff val="10000"/>
              </a:schemeClr>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2249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Etiología: (MONOARTRITIS CRÓNICAS)</a:t>
            </a:r>
            <a:endParaRPr dirty="0"/>
          </a:p>
        </p:txBody>
      </p:sp>
      <p:sp>
        <p:nvSpPr>
          <p:cNvPr id="13603" name="Google Shape;13603;p38"/>
          <p:cNvSpPr txBox="1">
            <a:spLocks noGrp="1"/>
          </p:cNvSpPr>
          <p:nvPr>
            <p:ph type="body" idx="1"/>
          </p:nvPr>
        </p:nvSpPr>
        <p:spPr>
          <a:xfrm>
            <a:off x="720000" y="1029138"/>
            <a:ext cx="3254123" cy="3416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600" dirty="0">
                <a:solidFill>
                  <a:schemeClr val="dk1"/>
                </a:solidFill>
              </a:rPr>
              <a:t>INFECCION ARTICULAR:</a:t>
            </a:r>
          </a:p>
          <a:p>
            <a:pPr marL="171450" lvl="0" indent="-171450" algn="l" rtl="0">
              <a:spcBef>
                <a:spcPts val="0"/>
              </a:spcBef>
              <a:spcAft>
                <a:spcPts val="0"/>
              </a:spcAft>
              <a:buFont typeface="Arial" panose="020B0604020202020204" pitchFamily="34" charset="0"/>
              <a:buChar char="•"/>
            </a:pPr>
            <a:r>
              <a:rPr lang="en" sz="1600" dirty="0">
                <a:solidFill>
                  <a:schemeClr val="dk1"/>
                </a:solidFill>
              </a:rPr>
              <a:t>TBC</a:t>
            </a:r>
          </a:p>
          <a:p>
            <a:pPr marL="171450" lvl="0" indent="-171450" algn="l" rtl="0">
              <a:spcBef>
                <a:spcPts val="0"/>
              </a:spcBef>
              <a:spcAft>
                <a:spcPts val="0"/>
              </a:spcAft>
              <a:buFont typeface="Arial" panose="020B0604020202020204" pitchFamily="34" charset="0"/>
              <a:buChar char="•"/>
            </a:pPr>
            <a:r>
              <a:rPr lang="en" sz="1600" dirty="0">
                <a:solidFill>
                  <a:schemeClr val="dk1"/>
                </a:solidFill>
              </a:rPr>
              <a:t>Micosis</a:t>
            </a:r>
          </a:p>
          <a:p>
            <a:pPr marL="171450" lvl="0" indent="-171450" algn="l" rtl="0">
              <a:spcBef>
                <a:spcPts val="0"/>
              </a:spcBef>
              <a:spcAft>
                <a:spcPts val="0"/>
              </a:spcAft>
              <a:buFont typeface="Arial" panose="020B0604020202020204" pitchFamily="34" charset="0"/>
              <a:buChar char="•"/>
            </a:pPr>
            <a:r>
              <a:rPr lang="en" sz="1600" dirty="0">
                <a:solidFill>
                  <a:schemeClr val="dk1"/>
                </a:solidFill>
              </a:rPr>
              <a:t>Parásitos</a:t>
            </a:r>
          </a:p>
          <a:p>
            <a:pPr marL="171450" lvl="0" indent="-171450" algn="l" rtl="0">
              <a:spcBef>
                <a:spcPts val="0"/>
              </a:spcBef>
              <a:spcAft>
                <a:spcPts val="0"/>
              </a:spcAft>
              <a:buFont typeface="Arial" panose="020B0604020202020204" pitchFamily="34" charset="0"/>
              <a:buChar char="•"/>
            </a:pPr>
            <a:r>
              <a:rPr lang="en" sz="1600" dirty="0">
                <a:solidFill>
                  <a:schemeClr val="dk1"/>
                </a:solidFill>
              </a:rPr>
              <a:t>Bacterias de baja patogenicidad</a:t>
            </a:r>
          </a:p>
          <a:p>
            <a:pPr marL="0" lvl="0" indent="0" algn="l" rtl="0">
              <a:spcBef>
                <a:spcPts val="0"/>
              </a:spcBef>
              <a:spcAft>
                <a:spcPts val="0"/>
              </a:spcAft>
              <a:buNone/>
            </a:pPr>
            <a:r>
              <a:rPr lang="en" sz="1600" dirty="0">
                <a:solidFill>
                  <a:schemeClr val="dk1"/>
                </a:solidFill>
              </a:rPr>
              <a:t>ENFERMEDADES TUMORALES:</a:t>
            </a:r>
          </a:p>
          <a:p>
            <a:pPr marL="171450" lvl="0" indent="-171450" algn="l" rtl="0">
              <a:spcBef>
                <a:spcPts val="0"/>
              </a:spcBef>
              <a:spcAft>
                <a:spcPts val="0"/>
              </a:spcAft>
              <a:buFont typeface="Arial" panose="020B0604020202020204" pitchFamily="34" charset="0"/>
              <a:buChar char="•"/>
            </a:pPr>
            <a:r>
              <a:rPr lang="en" sz="1600" dirty="0">
                <a:solidFill>
                  <a:schemeClr val="dk1"/>
                </a:solidFill>
              </a:rPr>
              <a:t>Sinovitis vellonodular pigmentada</a:t>
            </a:r>
          </a:p>
          <a:p>
            <a:pPr marL="171450" lvl="0" indent="-171450" algn="l" rtl="0">
              <a:spcBef>
                <a:spcPts val="0"/>
              </a:spcBef>
              <a:spcAft>
                <a:spcPts val="0"/>
              </a:spcAft>
              <a:buFont typeface="Arial" panose="020B0604020202020204" pitchFamily="34" charset="0"/>
              <a:buChar char="•"/>
            </a:pPr>
            <a:r>
              <a:rPr lang="en" sz="1600" dirty="0">
                <a:solidFill>
                  <a:schemeClr val="dk1"/>
                </a:solidFill>
              </a:rPr>
              <a:t>Osteocondromatosis sinovial</a:t>
            </a:r>
          </a:p>
          <a:p>
            <a:pPr marL="171450" lvl="0" indent="-171450" algn="l" rtl="0">
              <a:spcBef>
                <a:spcPts val="0"/>
              </a:spcBef>
              <a:spcAft>
                <a:spcPts val="0"/>
              </a:spcAft>
              <a:buFont typeface="Arial" panose="020B0604020202020204" pitchFamily="34" charset="0"/>
              <a:buChar char="•"/>
            </a:pPr>
            <a:r>
              <a:rPr lang="en" sz="1600" dirty="0">
                <a:solidFill>
                  <a:schemeClr val="dk1"/>
                </a:solidFill>
              </a:rPr>
              <a:t>Sarcoma sinovial</a:t>
            </a:r>
          </a:p>
          <a:p>
            <a:pPr marL="171450" lvl="0" indent="-171450" algn="l" rtl="0">
              <a:spcBef>
                <a:spcPts val="0"/>
              </a:spcBef>
              <a:spcAft>
                <a:spcPts val="0"/>
              </a:spcAft>
              <a:buFont typeface="Arial" panose="020B0604020202020204" pitchFamily="34" charset="0"/>
              <a:buChar char="•"/>
            </a:pPr>
            <a:r>
              <a:rPr lang="en" sz="1600" dirty="0">
                <a:solidFill>
                  <a:schemeClr val="dk1"/>
                </a:solidFill>
              </a:rPr>
              <a:t>Metástasis</a:t>
            </a:r>
          </a:p>
          <a:p>
            <a:pPr marL="0" lvl="0" indent="0" algn="l" rtl="0">
              <a:spcBef>
                <a:spcPts val="0"/>
              </a:spcBef>
              <a:spcAft>
                <a:spcPts val="0"/>
              </a:spcAft>
              <a:buNone/>
            </a:pPr>
            <a:endParaRPr lang="en" sz="2000" dirty="0">
              <a:solidFill>
                <a:schemeClr val="dk1"/>
              </a:solidFill>
            </a:endParaRPr>
          </a:p>
          <a:p>
            <a:pPr marL="0" lvl="0" indent="0" algn="l" rtl="0">
              <a:spcBef>
                <a:spcPts val="0"/>
              </a:spcBef>
              <a:spcAft>
                <a:spcPts val="0"/>
              </a:spcAft>
              <a:buNone/>
            </a:pPr>
            <a:endParaRPr lang="en" dirty="0">
              <a:solidFill>
                <a:schemeClr val="dk1"/>
              </a:solidFill>
            </a:endParaRPr>
          </a:p>
        </p:txBody>
      </p:sp>
      <p:sp>
        <p:nvSpPr>
          <p:cNvPr id="2" name="Google Shape;13603;p38">
            <a:extLst>
              <a:ext uri="{FF2B5EF4-FFF2-40B4-BE49-F238E27FC236}">
                <a16:creationId xmlns:a16="http://schemas.microsoft.com/office/drawing/2014/main" id="{76B20DAC-CBE2-56B0-AB82-34FDAA92EF38}"/>
              </a:ext>
            </a:extLst>
          </p:cNvPr>
          <p:cNvSpPr txBox="1">
            <a:spLocks/>
          </p:cNvSpPr>
          <p:nvPr/>
        </p:nvSpPr>
        <p:spPr>
          <a:xfrm>
            <a:off x="4208584" y="3528646"/>
            <a:ext cx="4501662" cy="110350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0" indent="0">
              <a:buFont typeface="Work Sans"/>
              <a:buNone/>
            </a:pPr>
            <a:r>
              <a:rPr lang="en" sz="1600" dirty="0">
                <a:solidFill>
                  <a:schemeClr val="dk1"/>
                </a:solidFill>
              </a:rPr>
              <a:t>SINOVITIS CUERPOS EXTRAÑOS:</a:t>
            </a:r>
          </a:p>
          <a:p>
            <a:pPr marL="342900" indent="-342900">
              <a:buFont typeface="Arial" panose="020B0604020202020204" pitchFamily="34" charset="0"/>
              <a:buChar char="•"/>
            </a:pPr>
            <a:r>
              <a:rPr lang="en" sz="1600" dirty="0">
                <a:solidFill>
                  <a:schemeClr val="dk1"/>
                </a:solidFill>
              </a:rPr>
              <a:t>Sinovitis por espinas </a:t>
            </a:r>
          </a:p>
          <a:p>
            <a:pPr marL="342900" indent="-342900">
              <a:buFont typeface="Arial" panose="020B0604020202020204" pitchFamily="34" charset="0"/>
              <a:buChar char="•"/>
            </a:pPr>
            <a:r>
              <a:rPr lang="en" sz="1600" dirty="0">
                <a:solidFill>
                  <a:schemeClr val="dk1"/>
                </a:solidFill>
              </a:rPr>
              <a:t>Sangrado intraarticular</a:t>
            </a:r>
          </a:p>
          <a:p>
            <a:pPr marL="0" indent="0">
              <a:buFont typeface="Work Sans"/>
              <a:buNone/>
            </a:pPr>
            <a:r>
              <a:rPr lang="en" sz="1600" dirty="0">
                <a:solidFill>
                  <a:schemeClr val="dk1"/>
                </a:solidFill>
              </a:rPr>
              <a:t>ENFERMEDADES NO INFLAMATORIAS:</a:t>
            </a:r>
          </a:p>
          <a:p>
            <a:pPr marL="342900" indent="-342900">
              <a:buFont typeface="Arial" panose="020B0604020202020204" pitchFamily="34" charset="0"/>
              <a:buChar char="•"/>
            </a:pPr>
            <a:r>
              <a:rPr lang="en" sz="1600" dirty="0">
                <a:solidFill>
                  <a:schemeClr val="dk1"/>
                </a:solidFill>
              </a:rPr>
              <a:t>Traumatismo</a:t>
            </a:r>
          </a:p>
          <a:p>
            <a:pPr marL="342900" indent="-342900">
              <a:buFont typeface="Arial" panose="020B0604020202020204" pitchFamily="34" charset="0"/>
              <a:buChar char="•"/>
            </a:pPr>
            <a:r>
              <a:rPr lang="en" sz="1600" dirty="0">
                <a:solidFill>
                  <a:schemeClr val="dk1"/>
                </a:solidFill>
              </a:rPr>
              <a:t>Osteoartritis</a:t>
            </a:r>
          </a:p>
          <a:p>
            <a:pPr marL="342900" indent="-342900">
              <a:buFont typeface="Arial" panose="020B0604020202020204" pitchFamily="34" charset="0"/>
              <a:buChar char="•"/>
            </a:pPr>
            <a:r>
              <a:rPr lang="en" sz="1600" dirty="0">
                <a:solidFill>
                  <a:schemeClr val="dk1"/>
                </a:solidFill>
              </a:rPr>
              <a:t>Osteonecrosis </a:t>
            </a:r>
          </a:p>
          <a:p>
            <a:pPr marL="342900" indent="-342900">
              <a:buFont typeface="Arial" panose="020B0604020202020204" pitchFamily="34" charset="0"/>
              <a:buChar char="•"/>
            </a:pPr>
            <a:r>
              <a:rPr lang="en" sz="1600" dirty="0">
                <a:solidFill>
                  <a:schemeClr val="dk1"/>
                </a:solidFill>
              </a:rPr>
              <a:t>Osteocondritis</a:t>
            </a:r>
          </a:p>
          <a:p>
            <a:pPr marL="342900" indent="-342900">
              <a:buFont typeface="Arial" panose="020B0604020202020204" pitchFamily="34" charset="0"/>
              <a:buChar char="•"/>
            </a:pPr>
            <a:r>
              <a:rPr lang="en" sz="1600" dirty="0">
                <a:solidFill>
                  <a:schemeClr val="dk1"/>
                </a:solidFill>
              </a:rPr>
              <a:t>Alteraciones Neurogénicas </a:t>
            </a:r>
          </a:p>
          <a:p>
            <a:pPr marL="342900" indent="-342900">
              <a:buFont typeface="Arial" panose="020B0604020202020204" pitchFamily="34" charset="0"/>
              <a:buChar char="•"/>
            </a:pPr>
            <a:r>
              <a:rPr lang="en" sz="1600" dirty="0">
                <a:solidFill>
                  <a:schemeClr val="dk1"/>
                </a:solidFill>
              </a:rPr>
              <a:t>Alteraciones Ligamentarias y meniscales</a:t>
            </a:r>
          </a:p>
          <a:p>
            <a:pPr marL="0" indent="0">
              <a:buNone/>
            </a:pPr>
            <a:r>
              <a:rPr lang="en" sz="1600" dirty="0">
                <a:solidFill>
                  <a:schemeClr val="dk1"/>
                </a:solidFill>
              </a:rPr>
              <a:t>ENFERMEDADES INFLAMATORIAS:</a:t>
            </a:r>
          </a:p>
          <a:p>
            <a:pPr marL="342900" indent="-342900">
              <a:buFont typeface="Arial" panose="020B0604020202020204" pitchFamily="34" charset="0"/>
              <a:buChar char="•"/>
            </a:pPr>
            <a:r>
              <a:rPr lang="en" sz="1600" dirty="0">
                <a:solidFill>
                  <a:schemeClr val="dk1"/>
                </a:solidFill>
              </a:rPr>
              <a:t>AR, AIJ, EASN, Artritis Cristalicas</a:t>
            </a:r>
          </a:p>
          <a:p>
            <a:pPr marL="0" indent="0">
              <a:buFont typeface="Work Sans"/>
              <a:buNone/>
            </a:pPr>
            <a:endParaRPr lang="en" sz="2000" dirty="0">
              <a:solidFill>
                <a:schemeClr val="dk1"/>
              </a:solidFill>
            </a:endParaRPr>
          </a:p>
          <a:p>
            <a:pPr marL="0" indent="0">
              <a:buFont typeface="Work Sans"/>
              <a:buNone/>
            </a:pPr>
            <a:endParaRPr lang="en" dirty="0">
              <a:solidFill>
                <a:schemeClr val="dk1"/>
              </a:solidFill>
            </a:endParaRPr>
          </a:p>
        </p:txBody>
      </p:sp>
      <p:cxnSp>
        <p:nvCxnSpPr>
          <p:cNvPr id="4" name="Conector recto 3">
            <a:extLst>
              <a:ext uri="{FF2B5EF4-FFF2-40B4-BE49-F238E27FC236}">
                <a16:creationId xmlns:a16="http://schemas.microsoft.com/office/drawing/2014/main" id="{EF327220-6EB5-C70D-4305-C4F37B5DB39D}"/>
              </a:ext>
            </a:extLst>
          </p:cNvPr>
          <p:cNvCxnSpPr/>
          <p:nvPr/>
        </p:nvCxnSpPr>
        <p:spPr>
          <a:xfrm>
            <a:off x="4114800" y="1090246"/>
            <a:ext cx="0" cy="3294185"/>
          </a:xfrm>
          <a:prstGeom prst="line">
            <a:avLst/>
          </a:prstGeom>
          <a:ln>
            <a:solidFill>
              <a:schemeClr val="tx1">
                <a:lumMod val="90000"/>
                <a:lumOff val="1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25415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2249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Estudios de una monoartritis:</a:t>
            </a:r>
            <a:endParaRPr dirty="0"/>
          </a:p>
        </p:txBody>
      </p:sp>
      <p:sp>
        <p:nvSpPr>
          <p:cNvPr id="13603" name="Google Shape;13603;p38"/>
          <p:cNvSpPr txBox="1">
            <a:spLocks noGrp="1"/>
          </p:cNvSpPr>
          <p:nvPr>
            <p:ph type="body" idx="1"/>
          </p:nvPr>
        </p:nvSpPr>
        <p:spPr>
          <a:xfrm>
            <a:off x="790338" y="1502102"/>
            <a:ext cx="5669077" cy="3416400"/>
          </a:xfrm>
          <a:prstGeom prst="rect">
            <a:avLst/>
          </a:prstGeom>
        </p:spPr>
        <p:txBody>
          <a:bodyPr spcFirstLastPara="1" wrap="square" lIns="91425" tIns="91425" rIns="91425" bIns="91425" anchor="b" anchorCtr="0">
            <a:noAutofit/>
          </a:bodyPr>
          <a:lstStyle/>
          <a:p>
            <a:pPr marL="285750" lvl="0" indent="-285750" algn="l" rtl="0">
              <a:spcBef>
                <a:spcPts val="0"/>
              </a:spcBef>
              <a:spcAft>
                <a:spcPts val="0"/>
              </a:spcAft>
              <a:buFont typeface="Arial" panose="020B0604020202020204" pitchFamily="34" charset="0"/>
              <a:buChar char="•"/>
            </a:pPr>
            <a:r>
              <a:rPr lang="en" sz="2800" dirty="0">
                <a:solidFill>
                  <a:schemeClr val="dk1"/>
                </a:solidFill>
              </a:rPr>
              <a:t>Examenes de líquido sinovial.</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Laboratorio.</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Estudio Radiológico.</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Ecografía Musculoesqueletica</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RMN</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Artroscopía</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Biopsia Sinovial</a:t>
            </a:r>
          </a:p>
          <a:p>
            <a:pPr marL="0" lvl="0" indent="0" algn="l" rtl="0">
              <a:spcBef>
                <a:spcPts val="0"/>
              </a:spcBef>
              <a:spcAft>
                <a:spcPts val="0"/>
              </a:spcAft>
              <a:buNone/>
            </a:pPr>
            <a:endParaRPr lang="en" sz="2000" dirty="0">
              <a:solidFill>
                <a:schemeClr val="dk1"/>
              </a:solidFill>
            </a:endParaRPr>
          </a:p>
          <a:p>
            <a:pPr marL="0" lvl="0" indent="0" algn="l" rtl="0">
              <a:spcBef>
                <a:spcPts val="0"/>
              </a:spcBef>
              <a:spcAft>
                <a:spcPts val="0"/>
              </a:spcAft>
              <a:buNone/>
            </a:pPr>
            <a:endParaRPr lang="en" dirty="0">
              <a:solidFill>
                <a:schemeClr val="dk1"/>
              </a:solidFill>
            </a:endParaRPr>
          </a:p>
        </p:txBody>
      </p:sp>
      <p:sp>
        <p:nvSpPr>
          <p:cNvPr id="2" name="Google Shape;13603;p38">
            <a:extLst>
              <a:ext uri="{FF2B5EF4-FFF2-40B4-BE49-F238E27FC236}">
                <a16:creationId xmlns:a16="http://schemas.microsoft.com/office/drawing/2014/main" id="{76B20DAC-CBE2-56B0-AB82-34FDAA92EF38}"/>
              </a:ext>
            </a:extLst>
          </p:cNvPr>
          <p:cNvSpPr txBox="1">
            <a:spLocks/>
          </p:cNvSpPr>
          <p:nvPr/>
        </p:nvSpPr>
        <p:spPr>
          <a:xfrm>
            <a:off x="4208584" y="3528646"/>
            <a:ext cx="4501662" cy="110350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0" indent="0">
              <a:buFont typeface="Work Sans"/>
              <a:buNone/>
            </a:pPr>
            <a:endParaRPr lang="en" sz="2000" dirty="0">
              <a:solidFill>
                <a:schemeClr val="dk1"/>
              </a:solidFill>
            </a:endParaRPr>
          </a:p>
          <a:p>
            <a:pPr marL="0" indent="0">
              <a:buFont typeface="Work Sans"/>
              <a:buNone/>
            </a:pPr>
            <a:endParaRPr lang="en" dirty="0">
              <a:solidFill>
                <a:schemeClr val="dk1"/>
              </a:solidFill>
            </a:endParaRPr>
          </a:p>
        </p:txBody>
      </p:sp>
      <p:grpSp>
        <p:nvGrpSpPr>
          <p:cNvPr id="3" name="Google Shape;13842;p42">
            <a:extLst>
              <a:ext uri="{FF2B5EF4-FFF2-40B4-BE49-F238E27FC236}">
                <a16:creationId xmlns:a16="http://schemas.microsoft.com/office/drawing/2014/main" id="{86778750-22B9-569E-46E8-D9708CD2E470}"/>
              </a:ext>
            </a:extLst>
          </p:cNvPr>
          <p:cNvGrpSpPr/>
          <p:nvPr/>
        </p:nvGrpSpPr>
        <p:grpSpPr>
          <a:xfrm rot="581215">
            <a:off x="5358738" y="1561551"/>
            <a:ext cx="2201352" cy="2803529"/>
            <a:chOff x="7167000" y="1073363"/>
            <a:chExt cx="708375" cy="902150"/>
          </a:xfrm>
        </p:grpSpPr>
        <p:sp>
          <p:nvSpPr>
            <p:cNvPr id="5" name="Google Shape;13843;p42">
              <a:extLst>
                <a:ext uri="{FF2B5EF4-FFF2-40B4-BE49-F238E27FC236}">
                  <a16:creationId xmlns:a16="http://schemas.microsoft.com/office/drawing/2014/main" id="{BD9DA5FC-A191-90AD-F22D-91438D279BB3}"/>
                </a:ext>
              </a:extLst>
            </p:cNvPr>
            <p:cNvSpPr/>
            <p:nvPr/>
          </p:nvSpPr>
          <p:spPr>
            <a:xfrm>
              <a:off x="7167000" y="1073363"/>
              <a:ext cx="708375" cy="902150"/>
            </a:xfrm>
            <a:custGeom>
              <a:avLst/>
              <a:gdLst/>
              <a:ahLst/>
              <a:cxnLst/>
              <a:rect l="l" t="t" r="r" b="b"/>
              <a:pathLst>
                <a:path w="28335" h="36086" extrusionOk="0">
                  <a:moveTo>
                    <a:pt x="27468" y="0"/>
                  </a:moveTo>
                  <a:lnTo>
                    <a:pt x="16226" y="289"/>
                  </a:lnTo>
                  <a:lnTo>
                    <a:pt x="16515" y="3467"/>
                  </a:lnTo>
                  <a:lnTo>
                    <a:pt x="16804" y="6765"/>
                  </a:lnTo>
                  <a:lnTo>
                    <a:pt x="17093" y="10689"/>
                  </a:lnTo>
                  <a:lnTo>
                    <a:pt x="17237" y="12711"/>
                  </a:lnTo>
                  <a:lnTo>
                    <a:pt x="17358" y="14757"/>
                  </a:lnTo>
                  <a:lnTo>
                    <a:pt x="17454" y="16707"/>
                  </a:lnTo>
                  <a:lnTo>
                    <a:pt x="17526" y="18561"/>
                  </a:lnTo>
                  <a:lnTo>
                    <a:pt x="17550" y="20222"/>
                  </a:lnTo>
                  <a:lnTo>
                    <a:pt x="17526" y="21666"/>
                  </a:lnTo>
                  <a:lnTo>
                    <a:pt x="17502" y="22292"/>
                  </a:lnTo>
                  <a:lnTo>
                    <a:pt x="17478" y="22846"/>
                  </a:lnTo>
                  <a:lnTo>
                    <a:pt x="17406" y="23303"/>
                  </a:lnTo>
                  <a:lnTo>
                    <a:pt x="17334" y="23664"/>
                  </a:lnTo>
                  <a:lnTo>
                    <a:pt x="17261" y="24001"/>
                  </a:lnTo>
                  <a:lnTo>
                    <a:pt x="17141" y="24314"/>
                  </a:lnTo>
                  <a:lnTo>
                    <a:pt x="16996" y="24603"/>
                  </a:lnTo>
                  <a:lnTo>
                    <a:pt x="16828" y="24916"/>
                  </a:lnTo>
                  <a:lnTo>
                    <a:pt x="16635" y="25205"/>
                  </a:lnTo>
                  <a:lnTo>
                    <a:pt x="16419" y="25470"/>
                  </a:lnTo>
                  <a:lnTo>
                    <a:pt x="16178" y="25734"/>
                  </a:lnTo>
                  <a:lnTo>
                    <a:pt x="15937" y="25999"/>
                  </a:lnTo>
                  <a:lnTo>
                    <a:pt x="15672" y="26264"/>
                  </a:lnTo>
                  <a:lnTo>
                    <a:pt x="15384" y="26529"/>
                  </a:lnTo>
                  <a:lnTo>
                    <a:pt x="14782" y="26986"/>
                  </a:lnTo>
                  <a:lnTo>
                    <a:pt x="14156" y="27444"/>
                  </a:lnTo>
                  <a:lnTo>
                    <a:pt x="13506" y="27853"/>
                  </a:lnTo>
                  <a:lnTo>
                    <a:pt x="12832" y="28238"/>
                  </a:lnTo>
                  <a:lnTo>
                    <a:pt x="12182" y="28599"/>
                  </a:lnTo>
                  <a:lnTo>
                    <a:pt x="10954" y="29249"/>
                  </a:lnTo>
                  <a:lnTo>
                    <a:pt x="9895" y="29779"/>
                  </a:lnTo>
                  <a:lnTo>
                    <a:pt x="9462" y="29995"/>
                  </a:lnTo>
                  <a:lnTo>
                    <a:pt x="9125" y="30212"/>
                  </a:lnTo>
                  <a:lnTo>
                    <a:pt x="8450" y="30621"/>
                  </a:lnTo>
                  <a:lnTo>
                    <a:pt x="7656" y="31054"/>
                  </a:lnTo>
                  <a:lnTo>
                    <a:pt x="6813" y="31488"/>
                  </a:lnTo>
                  <a:lnTo>
                    <a:pt x="5947" y="31897"/>
                  </a:lnTo>
                  <a:lnTo>
                    <a:pt x="4430" y="32619"/>
                  </a:lnTo>
                  <a:lnTo>
                    <a:pt x="3877" y="32884"/>
                  </a:lnTo>
                  <a:lnTo>
                    <a:pt x="3588" y="33077"/>
                  </a:lnTo>
                  <a:lnTo>
                    <a:pt x="3467" y="33149"/>
                  </a:lnTo>
                  <a:lnTo>
                    <a:pt x="3299" y="33221"/>
                  </a:lnTo>
                  <a:lnTo>
                    <a:pt x="2841" y="33365"/>
                  </a:lnTo>
                  <a:lnTo>
                    <a:pt x="1614" y="33727"/>
                  </a:lnTo>
                  <a:lnTo>
                    <a:pt x="1012" y="33919"/>
                  </a:lnTo>
                  <a:lnTo>
                    <a:pt x="747" y="34040"/>
                  </a:lnTo>
                  <a:lnTo>
                    <a:pt x="482" y="34160"/>
                  </a:lnTo>
                  <a:lnTo>
                    <a:pt x="290" y="34280"/>
                  </a:lnTo>
                  <a:lnTo>
                    <a:pt x="121" y="34425"/>
                  </a:lnTo>
                  <a:lnTo>
                    <a:pt x="25" y="34569"/>
                  </a:lnTo>
                  <a:lnTo>
                    <a:pt x="1" y="34641"/>
                  </a:lnTo>
                  <a:lnTo>
                    <a:pt x="1" y="34714"/>
                  </a:lnTo>
                  <a:lnTo>
                    <a:pt x="73" y="35027"/>
                  </a:lnTo>
                  <a:lnTo>
                    <a:pt x="193" y="35291"/>
                  </a:lnTo>
                  <a:lnTo>
                    <a:pt x="362" y="35508"/>
                  </a:lnTo>
                  <a:lnTo>
                    <a:pt x="530" y="35677"/>
                  </a:lnTo>
                  <a:lnTo>
                    <a:pt x="747" y="35821"/>
                  </a:lnTo>
                  <a:lnTo>
                    <a:pt x="988" y="35941"/>
                  </a:lnTo>
                  <a:lnTo>
                    <a:pt x="1253" y="36014"/>
                  </a:lnTo>
                  <a:lnTo>
                    <a:pt x="1517" y="36062"/>
                  </a:lnTo>
                  <a:lnTo>
                    <a:pt x="1806" y="36086"/>
                  </a:lnTo>
                  <a:lnTo>
                    <a:pt x="2119" y="36086"/>
                  </a:lnTo>
                  <a:lnTo>
                    <a:pt x="2432" y="36062"/>
                  </a:lnTo>
                  <a:lnTo>
                    <a:pt x="2745" y="36038"/>
                  </a:lnTo>
                  <a:lnTo>
                    <a:pt x="3347" y="35941"/>
                  </a:lnTo>
                  <a:lnTo>
                    <a:pt x="3925" y="35845"/>
                  </a:lnTo>
                  <a:lnTo>
                    <a:pt x="4214" y="35797"/>
                  </a:lnTo>
                  <a:lnTo>
                    <a:pt x="4478" y="35773"/>
                  </a:lnTo>
                  <a:lnTo>
                    <a:pt x="4767" y="35773"/>
                  </a:lnTo>
                  <a:lnTo>
                    <a:pt x="5032" y="35797"/>
                  </a:lnTo>
                  <a:lnTo>
                    <a:pt x="6332" y="35941"/>
                  </a:lnTo>
                  <a:lnTo>
                    <a:pt x="6717" y="35965"/>
                  </a:lnTo>
                  <a:lnTo>
                    <a:pt x="7151" y="35989"/>
                  </a:lnTo>
                  <a:lnTo>
                    <a:pt x="8162" y="35989"/>
                  </a:lnTo>
                  <a:lnTo>
                    <a:pt x="8739" y="35941"/>
                  </a:lnTo>
                  <a:lnTo>
                    <a:pt x="9389" y="35893"/>
                  </a:lnTo>
                  <a:lnTo>
                    <a:pt x="10087" y="35797"/>
                  </a:lnTo>
                  <a:lnTo>
                    <a:pt x="10858" y="35652"/>
                  </a:lnTo>
                  <a:lnTo>
                    <a:pt x="12326" y="35339"/>
                  </a:lnTo>
                  <a:lnTo>
                    <a:pt x="13602" y="35099"/>
                  </a:lnTo>
                  <a:lnTo>
                    <a:pt x="14204" y="34978"/>
                  </a:lnTo>
                  <a:lnTo>
                    <a:pt x="14782" y="34882"/>
                  </a:lnTo>
                  <a:lnTo>
                    <a:pt x="15384" y="34810"/>
                  </a:lnTo>
                  <a:lnTo>
                    <a:pt x="15985" y="34786"/>
                  </a:lnTo>
                  <a:lnTo>
                    <a:pt x="16659" y="34762"/>
                  </a:lnTo>
                  <a:lnTo>
                    <a:pt x="17358" y="34786"/>
                  </a:lnTo>
                  <a:lnTo>
                    <a:pt x="18128" y="34834"/>
                  </a:lnTo>
                  <a:lnTo>
                    <a:pt x="18995" y="34930"/>
                  </a:lnTo>
                  <a:lnTo>
                    <a:pt x="19933" y="35051"/>
                  </a:lnTo>
                  <a:lnTo>
                    <a:pt x="21017" y="35243"/>
                  </a:lnTo>
                  <a:lnTo>
                    <a:pt x="22196" y="35460"/>
                  </a:lnTo>
                  <a:lnTo>
                    <a:pt x="23520" y="35749"/>
                  </a:lnTo>
                  <a:lnTo>
                    <a:pt x="24146" y="35845"/>
                  </a:lnTo>
                  <a:lnTo>
                    <a:pt x="24700" y="35917"/>
                  </a:lnTo>
                  <a:lnTo>
                    <a:pt x="25205" y="35941"/>
                  </a:lnTo>
                  <a:lnTo>
                    <a:pt x="25687" y="35941"/>
                  </a:lnTo>
                  <a:lnTo>
                    <a:pt x="26120" y="35869"/>
                  </a:lnTo>
                  <a:lnTo>
                    <a:pt x="26481" y="35773"/>
                  </a:lnTo>
                  <a:lnTo>
                    <a:pt x="26818" y="35628"/>
                  </a:lnTo>
                  <a:lnTo>
                    <a:pt x="27131" y="35460"/>
                  </a:lnTo>
                  <a:lnTo>
                    <a:pt x="27396" y="35267"/>
                  </a:lnTo>
                  <a:lnTo>
                    <a:pt x="27613" y="35027"/>
                  </a:lnTo>
                  <a:lnTo>
                    <a:pt x="27805" y="34762"/>
                  </a:lnTo>
                  <a:lnTo>
                    <a:pt x="27974" y="34473"/>
                  </a:lnTo>
                  <a:lnTo>
                    <a:pt x="28094" y="34136"/>
                  </a:lnTo>
                  <a:lnTo>
                    <a:pt x="28191" y="33799"/>
                  </a:lnTo>
                  <a:lnTo>
                    <a:pt x="28263" y="33414"/>
                  </a:lnTo>
                  <a:lnTo>
                    <a:pt x="28311" y="33028"/>
                  </a:lnTo>
                  <a:lnTo>
                    <a:pt x="28335" y="32595"/>
                  </a:lnTo>
                  <a:lnTo>
                    <a:pt x="28335" y="32162"/>
                  </a:lnTo>
                  <a:lnTo>
                    <a:pt x="28311" y="31729"/>
                  </a:lnTo>
                  <a:lnTo>
                    <a:pt x="28263" y="31247"/>
                  </a:lnTo>
                  <a:lnTo>
                    <a:pt x="28191" y="30766"/>
                  </a:lnTo>
                  <a:lnTo>
                    <a:pt x="28118" y="30284"/>
                  </a:lnTo>
                  <a:lnTo>
                    <a:pt x="27926" y="29273"/>
                  </a:lnTo>
                  <a:lnTo>
                    <a:pt x="27709" y="28238"/>
                  </a:lnTo>
                  <a:lnTo>
                    <a:pt x="27444" y="27179"/>
                  </a:lnTo>
                  <a:lnTo>
                    <a:pt x="26867" y="25084"/>
                  </a:lnTo>
                  <a:lnTo>
                    <a:pt x="26746" y="24531"/>
                  </a:lnTo>
                  <a:lnTo>
                    <a:pt x="26626" y="23881"/>
                  </a:lnTo>
                  <a:lnTo>
                    <a:pt x="26554" y="23183"/>
                  </a:lnTo>
                  <a:lnTo>
                    <a:pt x="26481" y="22412"/>
                  </a:lnTo>
                  <a:lnTo>
                    <a:pt x="26409" y="21594"/>
                  </a:lnTo>
                  <a:lnTo>
                    <a:pt x="26385" y="20727"/>
                  </a:lnTo>
                  <a:lnTo>
                    <a:pt x="26361" y="19812"/>
                  </a:lnTo>
                  <a:lnTo>
                    <a:pt x="26337" y="18849"/>
                  </a:lnTo>
                  <a:lnTo>
                    <a:pt x="26361" y="16827"/>
                  </a:lnTo>
                  <a:lnTo>
                    <a:pt x="26409" y="14733"/>
                  </a:lnTo>
                  <a:lnTo>
                    <a:pt x="26505" y="12590"/>
                  </a:lnTo>
                  <a:lnTo>
                    <a:pt x="26602" y="10472"/>
                  </a:lnTo>
                  <a:lnTo>
                    <a:pt x="26746" y="8426"/>
                  </a:lnTo>
                  <a:lnTo>
                    <a:pt x="26891" y="6476"/>
                  </a:lnTo>
                  <a:lnTo>
                    <a:pt x="27155" y="3130"/>
                  </a:lnTo>
                  <a:lnTo>
                    <a:pt x="27372" y="843"/>
                  </a:lnTo>
                  <a:lnTo>
                    <a:pt x="274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844;p42">
              <a:extLst>
                <a:ext uri="{FF2B5EF4-FFF2-40B4-BE49-F238E27FC236}">
                  <a16:creationId xmlns:a16="http://schemas.microsoft.com/office/drawing/2014/main" id="{DAFB8A1C-78E4-CE3B-F850-FBF4BA05DDC1}"/>
                </a:ext>
              </a:extLst>
            </p:cNvPr>
            <p:cNvSpPr/>
            <p:nvPr/>
          </p:nvSpPr>
          <p:spPr>
            <a:xfrm>
              <a:off x="7632825" y="1664338"/>
              <a:ext cx="126400" cy="64425"/>
            </a:xfrm>
            <a:custGeom>
              <a:avLst/>
              <a:gdLst/>
              <a:ahLst/>
              <a:cxnLst/>
              <a:rect l="l" t="t" r="r" b="b"/>
              <a:pathLst>
                <a:path w="5056" h="2577" extrusionOk="0">
                  <a:moveTo>
                    <a:pt x="3684" y="1"/>
                  </a:moveTo>
                  <a:lnTo>
                    <a:pt x="362" y="482"/>
                  </a:lnTo>
                  <a:lnTo>
                    <a:pt x="289" y="555"/>
                  </a:lnTo>
                  <a:lnTo>
                    <a:pt x="217" y="651"/>
                  </a:lnTo>
                  <a:lnTo>
                    <a:pt x="145" y="747"/>
                  </a:lnTo>
                  <a:lnTo>
                    <a:pt x="145" y="868"/>
                  </a:lnTo>
                  <a:lnTo>
                    <a:pt x="145" y="940"/>
                  </a:lnTo>
                  <a:lnTo>
                    <a:pt x="193" y="988"/>
                  </a:lnTo>
                  <a:lnTo>
                    <a:pt x="241" y="1060"/>
                  </a:lnTo>
                  <a:lnTo>
                    <a:pt x="313" y="1108"/>
                  </a:lnTo>
                  <a:lnTo>
                    <a:pt x="434" y="1181"/>
                  </a:lnTo>
                  <a:lnTo>
                    <a:pt x="578" y="1229"/>
                  </a:lnTo>
                  <a:lnTo>
                    <a:pt x="699" y="1277"/>
                  </a:lnTo>
                  <a:lnTo>
                    <a:pt x="795" y="1349"/>
                  </a:lnTo>
                  <a:lnTo>
                    <a:pt x="843" y="1397"/>
                  </a:lnTo>
                  <a:lnTo>
                    <a:pt x="867" y="1469"/>
                  </a:lnTo>
                  <a:lnTo>
                    <a:pt x="843" y="1542"/>
                  </a:lnTo>
                  <a:lnTo>
                    <a:pt x="795" y="1614"/>
                  </a:lnTo>
                  <a:lnTo>
                    <a:pt x="675" y="1734"/>
                  </a:lnTo>
                  <a:lnTo>
                    <a:pt x="482" y="1879"/>
                  </a:lnTo>
                  <a:lnTo>
                    <a:pt x="289" y="1975"/>
                  </a:lnTo>
                  <a:lnTo>
                    <a:pt x="0" y="2119"/>
                  </a:lnTo>
                  <a:lnTo>
                    <a:pt x="25" y="2143"/>
                  </a:lnTo>
                  <a:lnTo>
                    <a:pt x="145" y="2216"/>
                  </a:lnTo>
                  <a:lnTo>
                    <a:pt x="602" y="2360"/>
                  </a:lnTo>
                  <a:lnTo>
                    <a:pt x="1325" y="2577"/>
                  </a:lnTo>
                  <a:lnTo>
                    <a:pt x="5056" y="2216"/>
                  </a:lnTo>
                  <a:lnTo>
                    <a:pt x="5056" y="2119"/>
                  </a:lnTo>
                  <a:lnTo>
                    <a:pt x="5032" y="1927"/>
                  </a:lnTo>
                  <a:lnTo>
                    <a:pt x="4984" y="1806"/>
                  </a:lnTo>
                  <a:lnTo>
                    <a:pt x="4936" y="1686"/>
                  </a:lnTo>
                  <a:lnTo>
                    <a:pt x="4863" y="1590"/>
                  </a:lnTo>
                  <a:lnTo>
                    <a:pt x="4767" y="1542"/>
                  </a:lnTo>
                  <a:lnTo>
                    <a:pt x="4647" y="1469"/>
                  </a:lnTo>
                  <a:lnTo>
                    <a:pt x="4550" y="1373"/>
                  </a:lnTo>
                  <a:lnTo>
                    <a:pt x="4478" y="1277"/>
                  </a:lnTo>
                  <a:lnTo>
                    <a:pt x="4406" y="1156"/>
                  </a:lnTo>
                  <a:lnTo>
                    <a:pt x="4358" y="1036"/>
                  </a:lnTo>
                  <a:lnTo>
                    <a:pt x="4358" y="892"/>
                  </a:lnTo>
                  <a:lnTo>
                    <a:pt x="4358" y="747"/>
                  </a:lnTo>
                  <a:lnTo>
                    <a:pt x="4406" y="603"/>
                  </a:lnTo>
                  <a:lnTo>
                    <a:pt x="4430" y="531"/>
                  </a:lnTo>
                  <a:lnTo>
                    <a:pt x="4430" y="482"/>
                  </a:lnTo>
                  <a:lnTo>
                    <a:pt x="4406" y="410"/>
                  </a:lnTo>
                  <a:lnTo>
                    <a:pt x="4358" y="362"/>
                  </a:lnTo>
                  <a:lnTo>
                    <a:pt x="4237" y="242"/>
                  </a:lnTo>
                  <a:lnTo>
                    <a:pt x="4093" y="169"/>
                  </a:lnTo>
                  <a:lnTo>
                    <a:pt x="3804" y="49"/>
                  </a:lnTo>
                  <a:lnTo>
                    <a:pt x="3684" y="1"/>
                  </a:lnTo>
                  <a:close/>
                </a:path>
              </a:pathLst>
            </a:custGeom>
            <a:solidFill>
              <a:srgbClr val="E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3845;p42">
              <a:extLst>
                <a:ext uri="{FF2B5EF4-FFF2-40B4-BE49-F238E27FC236}">
                  <a16:creationId xmlns:a16="http://schemas.microsoft.com/office/drawing/2014/main" id="{E54B295E-6FFF-8589-D285-8E3A6B87BB24}"/>
                </a:ext>
              </a:extLst>
            </p:cNvPr>
            <p:cNvSpPr/>
            <p:nvPr/>
          </p:nvSpPr>
          <p:spPr>
            <a:xfrm>
              <a:off x="7645475" y="1764863"/>
              <a:ext cx="210650" cy="152275"/>
            </a:xfrm>
            <a:custGeom>
              <a:avLst/>
              <a:gdLst/>
              <a:ahLst/>
              <a:cxnLst/>
              <a:rect l="l" t="t" r="r" b="b"/>
              <a:pathLst>
                <a:path w="8426" h="6091" extrusionOk="0">
                  <a:moveTo>
                    <a:pt x="5007" y="0"/>
                  </a:moveTo>
                  <a:lnTo>
                    <a:pt x="4815" y="24"/>
                  </a:lnTo>
                  <a:lnTo>
                    <a:pt x="4454" y="48"/>
                  </a:lnTo>
                  <a:lnTo>
                    <a:pt x="3635" y="121"/>
                  </a:lnTo>
                  <a:lnTo>
                    <a:pt x="2407" y="193"/>
                  </a:lnTo>
                  <a:lnTo>
                    <a:pt x="1757" y="265"/>
                  </a:lnTo>
                  <a:lnTo>
                    <a:pt x="1180" y="361"/>
                  </a:lnTo>
                  <a:lnTo>
                    <a:pt x="915" y="409"/>
                  </a:lnTo>
                  <a:lnTo>
                    <a:pt x="698" y="482"/>
                  </a:lnTo>
                  <a:lnTo>
                    <a:pt x="530" y="554"/>
                  </a:lnTo>
                  <a:lnTo>
                    <a:pt x="385" y="626"/>
                  </a:lnTo>
                  <a:lnTo>
                    <a:pt x="217" y="819"/>
                  </a:lnTo>
                  <a:lnTo>
                    <a:pt x="144" y="915"/>
                  </a:lnTo>
                  <a:lnTo>
                    <a:pt x="96" y="1011"/>
                  </a:lnTo>
                  <a:lnTo>
                    <a:pt x="24" y="1228"/>
                  </a:lnTo>
                  <a:lnTo>
                    <a:pt x="0" y="1469"/>
                  </a:lnTo>
                  <a:lnTo>
                    <a:pt x="48" y="1733"/>
                  </a:lnTo>
                  <a:lnTo>
                    <a:pt x="120" y="2022"/>
                  </a:lnTo>
                  <a:lnTo>
                    <a:pt x="217" y="2311"/>
                  </a:lnTo>
                  <a:lnTo>
                    <a:pt x="361" y="2624"/>
                  </a:lnTo>
                  <a:lnTo>
                    <a:pt x="457" y="2793"/>
                  </a:lnTo>
                  <a:lnTo>
                    <a:pt x="626" y="2937"/>
                  </a:lnTo>
                  <a:lnTo>
                    <a:pt x="819" y="3106"/>
                  </a:lnTo>
                  <a:lnTo>
                    <a:pt x="1059" y="3250"/>
                  </a:lnTo>
                  <a:lnTo>
                    <a:pt x="1324" y="3394"/>
                  </a:lnTo>
                  <a:lnTo>
                    <a:pt x="1613" y="3539"/>
                  </a:lnTo>
                  <a:lnTo>
                    <a:pt x="2239" y="3828"/>
                  </a:lnTo>
                  <a:lnTo>
                    <a:pt x="2841" y="4069"/>
                  </a:lnTo>
                  <a:lnTo>
                    <a:pt x="3418" y="4285"/>
                  </a:lnTo>
                  <a:lnTo>
                    <a:pt x="3876" y="4478"/>
                  </a:lnTo>
                  <a:lnTo>
                    <a:pt x="4165" y="4622"/>
                  </a:lnTo>
                  <a:lnTo>
                    <a:pt x="4261" y="4694"/>
                  </a:lnTo>
                  <a:lnTo>
                    <a:pt x="4357" y="4767"/>
                  </a:lnTo>
                  <a:lnTo>
                    <a:pt x="4478" y="4983"/>
                  </a:lnTo>
                  <a:lnTo>
                    <a:pt x="4598" y="5224"/>
                  </a:lnTo>
                  <a:lnTo>
                    <a:pt x="4742" y="5465"/>
                  </a:lnTo>
                  <a:lnTo>
                    <a:pt x="4911" y="5705"/>
                  </a:lnTo>
                  <a:lnTo>
                    <a:pt x="5007" y="5802"/>
                  </a:lnTo>
                  <a:lnTo>
                    <a:pt x="5128" y="5898"/>
                  </a:lnTo>
                  <a:lnTo>
                    <a:pt x="5272" y="5970"/>
                  </a:lnTo>
                  <a:lnTo>
                    <a:pt x="5417" y="6043"/>
                  </a:lnTo>
                  <a:lnTo>
                    <a:pt x="5609" y="6091"/>
                  </a:lnTo>
                  <a:lnTo>
                    <a:pt x="6042" y="6091"/>
                  </a:lnTo>
                  <a:lnTo>
                    <a:pt x="6283" y="6067"/>
                  </a:lnTo>
                  <a:lnTo>
                    <a:pt x="6500" y="5994"/>
                  </a:lnTo>
                  <a:lnTo>
                    <a:pt x="6692" y="5922"/>
                  </a:lnTo>
                  <a:lnTo>
                    <a:pt x="6909" y="5826"/>
                  </a:lnTo>
                  <a:lnTo>
                    <a:pt x="7102" y="5705"/>
                  </a:lnTo>
                  <a:lnTo>
                    <a:pt x="7270" y="5561"/>
                  </a:lnTo>
                  <a:lnTo>
                    <a:pt x="7439" y="5417"/>
                  </a:lnTo>
                  <a:lnTo>
                    <a:pt x="7607" y="5248"/>
                  </a:lnTo>
                  <a:lnTo>
                    <a:pt x="7752" y="5080"/>
                  </a:lnTo>
                  <a:lnTo>
                    <a:pt x="7896" y="4887"/>
                  </a:lnTo>
                  <a:lnTo>
                    <a:pt x="8016" y="4694"/>
                  </a:lnTo>
                  <a:lnTo>
                    <a:pt x="8137" y="4502"/>
                  </a:lnTo>
                  <a:lnTo>
                    <a:pt x="8209" y="4285"/>
                  </a:lnTo>
                  <a:lnTo>
                    <a:pt x="8305" y="4093"/>
                  </a:lnTo>
                  <a:lnTo>
                    <a:pt x="8353" y="3900"/>
                  </a:lnTo>
                  <a:lnTo>
                    <a:pt x="8402" y="3683"/>
                  </a:lnTo>
                  <a:lnTo>
                    <a:pt x="8426" y="3467"/>
                  </a:lnTo>
                  <a:lnTo>
                    <a:pt x="8426" y="3250"/>
                  </a:lnTo>
                  <a:lnTo>
                    <a:pt x="8426" y="3009"/>
                  </a:lnTo>
                  <a:lnTo>
                    <a:pt x="8378" y="2793"/>
                  </a:lnTo>
                  <a:lnTo>
                    <a:pt x="8329" y="2552"/>
                  </a:lnTo>
                  <a:lnTo>
                    <a:pt x="8257" y="2335"/>
                  </a:lnTo>
                  <a:lnTo>
                    <a:pt x="8185" y="2119"/>
                  </a:lnTo>
                  <a:lnTo>
                    <a:pt x="8089" y="1902"/>
                  </a:lnTo>
                  <a:lnTo>
                    <a:pt x="7968" y="1709"/>
                  </a:lnTo>
                  <a:lnTo>
                    <a:pt x="7872" y="1517"/>
                  </a:lnTo>
                  <a:lnTo>
                    <a:pt x="7728" y="1348"/>
                  </a:lnTo>
                  <a:lnTo>
                    <a:pt x="7607" y="1204"/>
                  </a:lnTo>
                  <a:lnTo>
                    <a:pt x="7463" y="1083"/>
                  </a:lnTo>
                  <a:lnTo>
                    <a:pt x="7318" y="987"/>
                  </a:lnTo>
                  <a:lnTo>
                    <a:pt x="7174" y="915"/>
                  </a:lnTo>
                  <a:lnTo>
                    <a:pt x="6524" y="650"/>
                  </a:lnTo>
                  <a:lnTo>
                    <a:pt x="5826" y="361"/>
                  </a:lnTo>
                  <a:lnTo>
                    <a:pt x="5079" y="24"/>
                  </a:lnTo>
                  <a:lnTo>
                    <a:pt x="5007"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846;p42">
              <a:extLst>
                <a:ext uri="{FF2B5EF4-FFF2-40B4-BE49-F238E27FC236}">
                  <a16:creationId xmlns:a16="http://schemas.microsoft.com/office/drawing/2014/main" id="{D7F7E854-8649-9858-34A7-5D7AEB4F1830}"/>
                </a:ext>
              </a:extLst>
            </p:cNvPr>
            <p:cNvSpPr/>
            <p:nvPr/>
          </p:nvSpPr>
          <p:spPr>
            <a:xfrm>
              <a:off x="7646075" y="1785313"/>
              <a:ext cx="210050" cy="131825"/>
            </a:xfrm>
            <a:custGeom>
              <a:avLst/>
              <a:gdLst/>
              <a:ahLst/>
              <a:cxnLst/>
              <a:rect l="l" t="t" r="r" b="b"/>
              <a:pathLst>
                <a:path w="8402" h="5273" extrusionOk="0">
                  <a:moveTo>
                    <a:pt x="6885" y="1"/>
                  </a:moveTo>
                  <a:lnTo>
                    <a:pt x="7005" y="193"/>
                  </a:lnTo>
                  <a:lnTo>
                    <a:pt x="7126" y="434"/>
                  </a:lnTo>
                  <a:lnTo>
                    <a:pt x="7222" y="699"/>
                  </a:lnTo>
                  <a:lnTo>
                    <a:pt x="7318" y="988"/>
                  </a:lnTo>
                  <a:lnTo>
                    <a:pt x="7391" y="1277"/>
                  </a:lnTo>
                  <a:lnTo>
                    <a:pt x="7439" y="1614"/>
                  </a:lnTo>
                  <a:lnTo>
                    <a:pt x="7439" y="1927"/>
                  </a:lnTo>
                  <a:lnTo>
                    <a:pt x="7415" y="2264"/>
                  </a:lnTo>
                  <a:lnTo>
                    <a:pt x="7342" y="2745"/>
                  </a:lnTo>
                  <a:lnTo>
                    <a:pt x="7294" y="3154"/>
                  </a:lnTo>
                  <a:lnTo>
                    <a:pt x="7246" y="3467"/>
                  </a:lnTo>
                  <a:lnTo>
                    <a:pt x="7222" y="3612"/>
                  </a:lnTo>
                  <a:lnTo>
                    <a:pt x="7198" y="3708"/>
                  </a:lnTo>
                  <a:lnTo>
                    <a:pt x="7126" y="3804"/>
                  </a:lnTo>
                  <a:lnTo>
                    <a:pt x="7054" y="3852"/>
                  </a:lnTo>
                  <a:lnTo>
                    <a:pt x="6933" y="3876"/>
                  </a:lnTo>
                  <a:lnTo>
                    <a:pt x="6813" y="3876"/>
                  </a:lnTo>
                  <a:lnTo>
                    <a:pt x="6644" y="3852"/>
                  </a:lnTo>
                  <a:lnTo>
                    <a:pt x="6428" y="3780"/>
                  </a:lnTo>
                  <a:lnTo>
                    <a:pt x="5874" y="3563"/>
                  </a:lnTo>
                  <a:lnTo>
                    <a:pt x="5561" y="3419"/>
                  </a:lnTo>
                  <a:lnTo>
                    <a:pt x="5296" y="3323"/>
                  </a:lnTo>
                  <a:lnTo>
                    <a:pt x="5031" y="3251"/>
                  </a:lnTo>
                  <a:lnTo>
                    <a:pt x="4791" y="3202"/>
                  </a:lnTo>
                  <a:lnTo>
                    <a:pt x="4381" y="3154"/>
                  </a:lnTo>
                  <a:lnTo>
                    <a:pt x="3996" y="3130"/>
                  </a:lnTo>
                  <a:lnTo>
                    <a:pt x="3659" y="3106"/>
                  </a:lnTo>
                  <a:lnTo>
                    <a:pt x="3467" y="3058"/>
                  </a:lnTo>
                  <a:lnTo>
                    <a:pt x="3298" y="2986"/>
                  </a:lnTo>
                  <a:lnTo>
                    <a:pt x="3106" y="2889"/>
                  </a:lnTo>
                  <a:lnTo>
                    <a:pt x="2913" y="2769"/>
                  </a:lnTo>
                  <a:lnTo>
                    <a:pt x="2696" y="2601"/>
                  </a:lnTo>
                  <a:lnTo>
                    <a:pt x="2480" y="2408"/>
                  </a:lnTo>
                  <a:lnTo>
                    <a:pt x="2070" y="1975"/>
                  </a:lnTo>
                  <a:lnTo>
                    <a:pt x="1733" y="1614"/>
                  </a:lnTo>
                  <a:lnTo>
                    <a:pt x="1469" y="1325"/>
                  </a:lnTo>
                  <a:lnTo>
                    <a:pt x="1228" y="1108"/>
                  </a:lnTo>
                  <a:lnTo>
                    <a:pt x="1107" y="1012"/>
                  </a:lnTo>
                  <a:lnTo>
                    <a:pt x="987" y="940"/>
                  </a:lnTo>
                  <a:lnTo>
                    <a:pt x="867" y="891"/>
                  </a:lnTo>
                  <a:lnTo>
                    <a:pt x="722" y="843"/>
                  </a:lnTo>
                  <a:lnTo>
                    <a:pt x="578" y="819"/>
                  </a:lnTo>
                  <a:lnTo>
                    <a:pt x="409" y="819"/>
                  </a:lnTo>
                  <a:lnTo>
                    <a:pt x="0" y="843"/>
                  </a:lnTo>
                  <a:lnTo>
                    <a:pt x="48" y="1084"/>
                  </a:lnTo>
                  <a:lnTo>
                    <a:pt x="120" y="1301"/>
                  </a:lnTo>
                  <a:lnTo>
                    <a:pt x="217" y="1565"/>
                  </a:lnTo>
                  <a:lnTo>
                    <a:pt x="337" y="1806"/>
                  </a:lnTo>
                  <a:lnTo>
                    <a:pt x="433" y="1975"/>
                  </a:lnTo>
                  <a:lnTo>
                    <a:pt x="602" y="2119"/>
                  </a:lnTo>
                  <a:lnTo>
                    <a:pt x="795" y="2288"/>
                  </a:lnTo>
                  <a:lnTo>
                    <a:pt x="1035" y="2432"/>
                  </a:lnTo>
                  <a:lnTo>
                    <a:pt x="1300" y="2576"/>
                  </a:lnTo>
                  <a:lnTo>
                    <a:pt x="1589" y="2721"/>
                  </a:lnTo>
                  <a:lnTo>
                    <a:pt x="2215" y="3010"/>
                  </a:lnTo>
                  <a:lnTo>
                    <a:pt x="2817" y="3251"/>
                  </a:lnTo>
                  <a:lnTo>
                    <a:pt x="3394" y="3467"/>
                  </a:lnTo>
                  <a:lnTo>
                    <a:pt x="3852" y="3660"/>
                  </a:lnTo>
                  <a:lnTo>
                    <a:pt x="4141" y="3804"/>
                  </a:lnTo>
                  <a:lnTo>
                    <a:pt x="4237" y="3876"/>
                  </a:lnTo>
                  <a:lnTo>
                    <a:pt x="4333" y="3949"/>
                  </a:lnTo>
                  <a:lnTo>
                    <a:pt x="4454" y="4165"/>
                  </a:lnTo>
                  <a:lnTo>
                    <a:pt x="4574" y="4406"/>
                  </a:lnTo>
                  <a:lnTo>
                    <a:pt x="4718" y="4647"/>
                  </a:lnTo>
                  <a:lnTo>
                    <a:pt x="4887" y="4887"/>
                  </a:lnTo>
                  <a:lnTo>
                    <a:pt x="4983" y="4984"/>
                  </a:lnTo>
                  <a:lnTo>
                    <a:pt x="5104" y="5080"/>
                  </a:lnTo>
                  <a:lnTo>
                    <a:pt x="5248" y="5152"/>
                  </a:lnTo>
                  <a:lnTo>
                    <a:pt x="5393" y="5225"/>
                  </a:lnTo>
                  <a:lnTo>
                    <a:pt x="5585" y="5273"/>
                  </a:lnTo>
                  <a:lnTo>
                    <a:pt x="6018" y="5273"/>
                  </a:lnTo>
                  <a:lnTo>
                    <a:pt x="6259" y="5249"/>
                  </a:lnTo>
                  <a:lnTo>
                    <a:pt x="6476" y="5176"/>
                  </a:lnTo>
                  <a:lnTo>
                    <a:pt x="6668" y="5104"/>
                  </a:lnTo>
                  <a:lnTo>
                    <a:pt x="6885" y="5008"/>
                  </a:lnTo>
                  <a:lnTo>
                    <a:pt x="7078" y="4887"/>
                  </a:lnTo>
                  <a:lnTo>
                    <a:pt x="7246" y="4743"/>
                  </a:lnTo>
                  <a:lnTo>
                    <a:pt x="7415" y="4599"/>
                  </a:lnTo>
                  <a:lnTo>
                    <a:pt x="7583" y="4430"/>
                  </a:lnTo>
                  <a:lnTo>
                    <a:pt x="7728" y="4262"/>
                  </a:lnTo>
                  <a:lnTo>
                    <a:pt x="7872" y="4069"/>
                  </a:lnTo>
                  <a:lnTo>
                    <a:pt x="7992" y="3876"/>
                  </a:lnTo>
                  <a:lnTo>
                    <a:pt x="8113" y="3684"/>
                  </a:lnTo>
                  <a:lnTo>
                    <a:pt x="8185" y="3467"/>
                  </a:lnTo>
                  <a:lnTo>
                    <a:pt x="8281" y="3275"/>
                  </a:lnTo>
                  <a:lnTo>
                    <a:pt x="8329" y="3082"/>
                  </a:lnTo>
                  <a:lnTo>
                    <a:pt x="8378" y="2865"/>
                  </a:lnTo>
                  <a:lnTo>
                    <a:pt x="8402" y="2649"/>
                  </a:lnTo>
                  <a:lnTo>
                    <a:pt x="8402" y="2432"/>
                  </a:lnTo>
                  <a:lnTo>
                    <a:pt x="8402" y="2191"/>
                  </a:lnTo>
                  <a:lnTo>
                    <a:pt x="8354" y="1975"/>
                  </a:lnTo>
                  <a:lnTo>
                    <a:pt x="8305" y="1734"/>
                  </a:lnTo>
                  <a:lnTo>
                    <a:pt x="8233" y="1517"/>
                  </a:lnTo>
                  <a:lnTo>
                    <a:pt x="8161" y="1301"/>
                  </a:lnTo>
                  <a:lnTo>
                    <a:pt x="8065" y="1084"/>
                  </a:lnTo>
                  <a:lnTo>
                    <a:pt x="7944" y="891"/>
                  </a:lnTo>
                  <a:lnTo>
                    <a:pt x="7848" y="699"/>
                  </a:lnTo>
                  <a:lnTo>
                    <a:pt x="7704" y="530"/>
                  </a:lnTo>
                  <a:lnTo>
                    <a:pt x="7583" y="386"/>
                  </a:lnTo>
                  <a:lnTo>
                    <a:pt x="7439" y="265"/>
                  </a:lnTo>
                  <a:lnTo>
                    <a:pt x="7294" y="169"/>
                  </a:lnTo>
                  <a:lnTo>
                    <a:pt x="7150" y="97"/>
                  </a:lnTo>
                  <a:lnTo>
                    <a:pt x="6885"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847;p42">
              <a:extLst>
                <a:ext uri="{FF2B5EF4-FFF2-40B4-BE49-F238E27FC236}">
                  <a16:creationId xmlns:a16="http://schemas.microsoft.com/office/drawing/2014/main" id="{C8D4178D-85FB-09A8-33B6-D8783F73CF6E}"/>
                </a:ext>
              </a:extLst>
            </p:cNvPr>
            <p:cNvSpPr/>
            <p:nvPr/>
          </p:nvSpPr>
          <p:spPr>
            <a:xfrm>
              <a:off x="7626800" y="1075763"/>
              <a:ext cx="135450" cy="618100"/>
            </a:xfrm>
            <a:custGeom>
              <a:avLst/>
              <a:gdLst/>
              <a:ahLst/>
              <a:cxnLst/>
              <a:rect l="l" t="t" r="r" b="b"/>
              <a:pathLst>
                <a:path w="5418" h="24724" extrusionOk="0">
                  <a:moveTo>
                    <a:pt x="5417" y="0"/>
                  </a:moveTo>
                  <a:lnTo>
                    <a:pt x="1" y="145"/>
                  </a:lnTo>
                  <a:lnTo>
                    <a:pt x="290" y="7295"/>
                  </a:lnTo>
                  <a:lnTo>
                    <a:pt x="554" y="12855"/>
                  </a:lnTo>
                  <a:lnTo>
                    <a:pt x="675" y="15118"/>
                  </a:lnTo>
                  <a:lnTo>
                    <a:pt x="795" y="16707"/>
                  </a:lnTo>
                  <a:lnTo>
                    <a:pt x="819" y="17261"/>
                  </a:lnTo>
                  <a:lnTo>
                    <a:pt x="843" y="17815"/>
                  </a:lnTo>
                  <a:lnTo>
                    <a:pt x="843" y="18392"/>
                  </a:lnTo>
                  <a:lnTo>
                    <a:pt x="843" y="18946"/>
                  </a:lnTo>
                  <a:lnTo>
                    <a:pt x="771" y="20005"/>
                  </a:lnTo>
                  <a:lnTo>
                    <a:pt x="699" y="21016"/>
                  </a:lnTo>
                  <a:lnTo>
                    <a:pt x="530" y="22701"/>
                  </a:lnTo>
                  <a:lnTo>
                    <a:pt x="506" y="23327"/>
                  </a:lnTo>
                  <a:lnTo>
                    <a:pt x="506" y="23568"/>
                  </a:lnTo>
                  <a:lnTo>
                    <a:pt x="506" y="23761"/>
                  </a:lnTo>
                  <a:lnTo>
                    <a:pt x="554" y="23929"/>
                  </a:lnTo>
                  <a:lnTo>
                    <a:pt x="627" y="24074"/>
                  </a:lnTo>
                  <a:lnTo>
                    <a:pt x="747" y="24194"/>
                  </a:lnTo>
                  <a:lnTo>
                    <a:pt x="867" y="24314"/>
                  </a:lnTo>
                  <a:lnTo>
                    <a:pt x="1012" y="24411"/>
                  </a:lnTo>
                  <a:lnTo>
                    <a:pt x="1204" y="24483"/>
                  </a:lnTo>
                  <a:lnTo>
                    <a:pt x="1397" y="24555"/>
                  </a:lnTo>
                  <a:lnTo>
                    <a:pt x="1614" y="24603"/>
                  </a:lnTo>
                  <a:lnTo>
                    <a:pt x="2095" y="24675"/>
                  </a:lnTo>
                  <a:lnTo>
                    <a:pt x="2625" y="24724"/>
                  </a:lnTo>
                  <a:lnTo>
                    <a:pt x="3178" y="24699"/>
                  </a:lnTo>
                  <a:lnTo>
                    <a:pt x="3756" y="24651"/>
                  </a:lnTo>
                  <a:lnTo>
                    <a:pt x="4045" y="24603"/>
                  </a:lnTo>
                  <a:lnTo>
                    <a:pt x="4262" y="24507"/>
                  </a:lnTo>
                  <a:lnTo>
                    <a:pt x="4454" y="24387"/>
                  </a:lnTo>
                  <a:lnTo>
                    <a:pt x="4599" y="24218"/>
                  </a:lnTo>
                  <a:lnTo>
                    <a:pt x="4719" y="24025"/>
                  </a:lnTo>
                  <a:lnTo>
                    <a:pt x="4791" y="23785"/>
                  </a:lnTo>
                  <a:lnTo>
                    <a:pt x="4864" y="23520"/>
                  </a:lnTo>
                  <a:lnTo>
                    <a:pt x="4888" y="23207"/>
                  </a:lnTo>
                  <a:lnTo>
                    <a:pt x="4888" y="22846"/>
                  </a:lnTo>
                  <a:lnTo>
                    <a:pt x="4864" y="22485"/>
                  </a:lnTo>
                  <a:lnTo>
                    <a:pt x="4767" y="21618"/>
                  </a:lnTo>
                  <a:lnTo>
                    <a:pt x="4623" y="20631"/>
                  </a:lnTo>
                  <a:lnTo>
                    <a:pt x="4430" y="19524"/>
                  </a:lnTo>
                  <a:lnTo>
                    <a:pt x="4382" y="19187"/>
                  </a:lnTo>
                  <a:lnTo>
                    <a:pt x="4358" y="18777"/>
                  </a:lnTo>
                  <a:lnTo>
                    <a:pt x="4310" y="17766"/>
                  </a:lnTo>
                  <a:lnTo>
                    <a:pt x="4310" y="16539"/>
                  </a:lnTo>
                  <a:lnTo>
                    <a:pt x="4358" y="15142"/>
                  </a:lnTo>
                  <a:lnTo>
                    <a:pt x="4430" y="13602"/>
                  </a:lnTo>
                  <a:lnTo>
                    <a:pt x="4502" y="11965"/>
                  </a:lnTo>
                  <a:lnTo>
                    <a:pt x="4719" y="8570"/>
                  </a:lnTo>
                  <a:lnTo>
                    <a:pt x="4960" y="5345"/>
                  </a:lnTo>
                  <a:lnTo>
                    <a:pt x="5201" y="2600"/>
                  </a:lnTo>
                  <a:lnTo>
                    <a:pt x="5417"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848;p42">
              <a:extLst>
                <a:ext uri="{FF2B5EF4-FFF2-40B4-BE49-F238E27FC236}">
                  <a16:creationId xmlns:a16="http://schemas.microsoft.com/office/drawing/2014/main" id="{297189CD-00E6-3105-A44C-687C6C63A4C9}"/>
                </a:ext>
              </a:extLst>
            </p:cNvPr>
            <p:cNvSpPr/>
            <p:nvPr/>
          </p:nvSpPr>
          <p:spPr>
            <a:xfrm>
              <a:off x="7626800" y="1078163"/>
              <a:ext cx="112575" cy="615700"/>
            </a:xfrm>
            <a:custGeom>
              <a:avLst/>
              <a:gdLst/>
              <a:ahLst/>
              <a:cxnLst/>
              <a:rect l="l" t="t" r="r" b="b"/>
              <a:pathLst>
                <a:path w="4503" h="24628" extrusionOk="0">
                  <a:moveTo>
                    <a:pt x="1710" y="1"/>
                  </a:moveTo>
                  <a:lnTo>
                    <a:pt x="1" y="49"/>
                  </a:lnTo>
                  <a:lnTo>
                    <a:pt x="290" y="7199"/>
                  </a:lnTo>
                  <a:lnTo>
                    <a:pt x="554" y="12759"/>
                  </a:lnTo>
                  <a:lnTo>
                    <a:pt x="675" y="15022"/>
                  </a:lnTo>
                  <a:lnTo>
                    <a:pt x="795" y="16611"/>
                  </a:lnTo>
                  <a:lnTo>
                    <a:pt x="819" y="17165"/>
                  </a:lnTo>
                  <a:lnTo>
                    <a:pt x="843" y="17719"/>
                  </a:lnTo>
                  <a:lnTo>
                    <a:pt x="843" y="18296"/>
                  </a:lnTo>
                  <a:lnTo>
                    <a:pt x="843" y="18850"/>
                  </a:lnTo>
                  <a:lnTo>
                    <a:pt x="771" y="19909"/>
                  </a:lnTo>
                  <a:lnTo>
                    <a:pt x="699" y="20920"/>
                  </a:lnTo>
                  <a:lnTo>
                    <a:pt x="530" y="22605"/>
                  </a:lnTo>
                  <a:lnTo>
                    <a:pt x="506" y="23231"/>
                  </a:lnTo>
                  <a:lnTo>
                    <a:pt x="506" y="23472"/>
                  </a:lnTo>
                  <a:lnTo>
                    <a:pt x="506" y="23665"/>
                  </a:lnTo>
                  <a:lnTo>
                    <a:pt x="554" y="23833"/>
                  </a:lnTo>
                  <a:lnTo>
                    <a:pt x="627" y="23978"/>
                  </a:lnTo>
                  <a:lnTo>
                    <a:pt x="747" y="24098"/>
                  </a:lnTo>
                  <a:lnTo>
                    <a:pt x="867" y="24218"/>
                  </a:lnTo>
                  <a:lnTo>
                    <a:pt x="1012" y="24315"/>
                  </a:lnTo>
                  <a:lnTo>
                    <a:pt x="1204" y="24387"/>
                  </a:lnTo>
                  <a:lnTo>
                    <a:pt x="1397" y="24459"/>
                  </a:lnTo>
                  <a:lnTo>
                    <a:pt x="1614" y="24507"/>
                  </a:lnTo>
                  <a:lnTo>
                    <a:pt x="2095" y="24579"/>
                  </a:lnTo>
                  <a:lnTo>
                    <a:pt x="2625" y="24628"/>
                  </a:lnTo>
                  <a:lnTo>
                    <a:pt x="3178" y="24603"/>
                  </a:lnTo>
                  <a:lnTo>
                    <a:pt x="3756" y="24555"/>
                  </a:lnTo>
                  <a:lnTo>
                    <a:pt x="3997" y="24507"/>
                  </a:lnTo>
                  <a:lnTo>
                    <a:pt x="4189" y="24459"/>
                  </a:lnTo>
                  <a:lnTo>
                    <a:pt x="4358" y="24363"/>
                  </a:lnTo>
                  <a:lnTo>
                    <a:pt x="4502" y="24218"/>
                  </a:lnTo>
                  <a:lnTo>
                    <a:pt x="4069" y="24291"/>
                  </a:lnTo>
                  <a:lnTo>
                    <a:pt x="3660" y="24291"/>
                  </a:lnTo>
                  <a:lnTo>
                    <a:pt x="3323" y="24218"/>
                  </a:lnTo>
                  <a:lnTo>
                    <a:pt x="2986" y="24122"/>
                  </a:lnTo>
                  <a:lnTo>
                    <a:pt x="2673" y="23978"/>
                  </a:lnTo>
                  <a:lnTo>
                    <a:pt x="2384" y="23761"/>
                  </a:lnTo>
                  <a:lnTo>
                    <a:pt x="2071" y="23544"/>
                  </a:lnTo>
                  <a:lnTo>
                    <a:pt x="1782" y="23255"/>
                  </a:lnTo>
                  <a:lnTo>
                    <a:pt x="1638" y="23087"/>
                  </a:lnTo>
                  <a:lnTo>
                    <a:pt x="1541" y="22894"/>
                  </a:lnTo>
                  <a:lnTo>
                    <a:pt x="1445" y="22654"/>
                  </a:lnTo>
                  <a:lnTo>
                    <a:pt x="1397" y="22389"/>
                  </a:lnTo>
                  <a:lnTo>
                    <a:pt x="1373" y="22100"/>
                  </a:lnTo>
                  <a:lnTo>
                    <a:pt x="1373" y="21787"/>
                  </a:lnTo>
                  <a:lnTo>
                    <a:pt x="1421" y="21065"/>
                  </a:lnTo>
                  <a:lnTo>
                    <a:pt x="1566" y="19404"/>
                  </a:lnTo>
                  <a:lnTo>
                    <a:pt x="1614" y="18513"/>
                  </a:lnTo>
                  <a:lnTo>
                    <a:pt x="1614" y="18056"/>
                  </a:lnTo>
                  <a:lnTo>
                    <a:pt x="1614" y="17574"/>
                  </a:lnTo>
                  <a:lnTo>
                    <a:pt x="1614" y="16322"/>
                  </a:lnTo>
                  <a:lnTo>
                    <a:pt x="1614" y="14204"/>
                  </a:lnTo>
                  <a:lnTo>
                    <a:pt x="1662" y="8595"/>
                  </a:lnTo>
                  <a:lnTo>
                    <a:pt x="1710" y="3082"/>
                  </a:lnTo>
                  <a:lnTo>
                    <a:pt x="1710" y="1084"/>
                  </a:lnTo>
                  <a:lnTo>
                    <a:pt x="1710"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849;p42">
              <a:extLst>
                <a:ext uri="{FF2B5EF4-FFF2-40B4-BE49-F238E27FC236}">
                  <a16:creationId xmlns:a16="http://schemas.microsoft.com/office/drawing/2014/main" id="{435FD26E-02B8-CAC2-CE12-544D9EEA9347}"/>
                </a:ext>
              </a:extLst>
            </p:cNvPr>
            <p:cNvSpPr/>
            <p:nvPr/>
          </p:nvSpPr>
          <p:spPr>
            <a:xfrm>
              <a:off x="7693600" y="1076363"/>
              <a:ext cx="47575" cy="483300"/>
            </a:xfrm>
            <a:custGeom>
              <a:avLst/>
              <a:gdLst/>
              <a:ahLst/>
              <a:cxnLst/>
              <a:rect l="l" t="t" r="r" b="b"/>
              <a:pathLst>
                <a:path w="1903" h="19332" extrusionOk="0">
                  <a:moveTo>
                    <a:pt x="1903" y="1"/>
                  </a:moveTo>
                  <a:lnTo>
                    <a:pt x="1060" y="25"/>
                  </a:lnTo>
                  <a:lnTo>
                    <a:pt x="843" y="2986"/>
                  </a:lnTo>
                  <a:lnTo>
                    <a:pt x="458" y="8282"/>
                  </a:lnTo>
                  <a:lnTo>
                    <a:pt x="290" y="11098"/>
                  </a:lnTo>
                  <a:lnTo>
                    <a:pt x="121" y="13674"/>
                  </a:lnTo>
                  <a:lnTo>
                    <a:pt x="25" y="15696"/>
                  </a:lnTo>
                  <a:lnTo>
                    <a:pt x="1" y="16442"/>
                  </a:lnTo>
                  <a:lnTo>
                    <a:pt x="25" y="16924"/>
                  </a:lnTo>
                  <a:lnTo>
                    <a:pt x="73" y="17815"/>
                  </a:lnTo>
                  <a:lnTo>
                    <a:pt x="145" y="18489"/>
                  </a:lnTo>
                  <a:lnTo>
                    <a:pt x="218" y="18970"/>
                  </a:lnTo>
                  <a:lnTo>
                    <a:pt x="290" y="19235"/>
                  </a:lnTo>
                  <a:lnTo>
                    <a:pt x="314" y="19307"/>
                  </a:lnTo>
                  <a:lnTo>
                    <a:pt x="362" y="19331"/>
                  </a:lnTo>
                  <a:lnTo>
                    <a:pt x="386" y="19307"/>
                  </a:lnTo>
                  <a:lnTo>
                    <a:pt x="410" y="19235"/>
                  </a:lnTo>
                  <a:lnTo>
                    <a:pt x="458" y="18946"/>
                  </a:lnTo>
                  <a:lnTo>
                    <a:pt x="458" y="18513"/>
                  </a:lnTo>
                  <a:lnTo>
                    <a:pt x="530" y="17454"/>
                  </a:lnTo>
                  <a:lnTo>
                    <a:pt x="675" y="15407"/>
                  </a:lnTo>
                  <a:lnTo>
                    <a:pt x="1132" y="9558"/>
                  </a:lnTo>
                  <a:lnTo>
                    <a:pt x="1903"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850;p42">
              <a:extLst>
                <a:ext uri="{FF2B5EF4-FFF2-40B4-BE49-F238E27FC236}">
                  <a16:creationId xmlns:a16="http://schemas.microsoft.com/office/drawing/2014/main" id="{16D58218-5136-F220-85D1-03745654DDC2}"/>
                </a:ext>
              </a:extLst>
            </p:cNvPr>
            <p:cNvSpPr/>
            <p:nvPr/>
          </p:nvSpPr>
          <p:spPr>
            <a:xfrm>
              <a:off x="7602725" y="1702863"/>
              <a:ext cx="178175" cy="87900"/>
            </a:xfrm>
            <a:custGeom>
              <a:avLst/>
              <a:gdLst/>
              <a:ahLst/>
              <a:cxnLst/>
              <a:rect l="l" t="t" r="r" b="b"/>
              <a:pathLst>
                <a:path w="7127" h="3516" extrusionOk="0">
                  <a:moveTo>
                    <a:pt x="5514" y="1"/>
                  </a:moveTo>
                  <a:lnTo>
                    <a:pt x="5369" y="49"/>
                  </a:lnTo>
                  <a:lnTo>
                    <a:pt x="5201" y="121"/>
                  </a:lnTo>
                  <a:lnTo>
                    <a:pt x="5008" y="217"/>
                  </a:lnTo>
                  <a:lnTo>
                    <a:pt x="4888" y="265"/>
                  </a:lnTo>
                  <a:lnTo>
                    <a:pt x="4719" y="290"/>
                  </a:lnTo>
                  <a:lnTo>
                    <a:pt x="4358" y="290"/>
                  </a:lnTo>
                  <a:lnTo>
                    <a:pt x="4141" y="265"/>
                  </a:lnTo>
                  <a:lnTo>
                    <a:pt x="3877" y="217"/>
                  </a:lnTo>
                  <a:lnTo>
                    <a:pt x="3612" y="145"/>
                  </a:lnTo>
                  <a:lnTo>
                    <a:pt x="3347" y="121"/>
                  </a:lnTo>
                  <a:lnTo>
                    <a:pt x="3106" y="97"/>
                  </a:lnTo>
                  <a:lnTo>
                    <a:pt x="2866" y="97"/>
                  </a:lnTo>
                  <a:lnTo>
                    <a:pt x="2625" y="121"/>
                  </a:lnTo>
                  <a:lnTo>
                    <a:pt x="2408" y="169"/>
                  </a:lnTo>
                  <a:lnTo>
                    <a:pt x="1975" y="265"/>
                  </a:lnTo>
                  <a:lnTo>
                    <a:pt x="1566" y="410"/>
                  </a:lnTo>
                  <a:lnTo>
                    <a:pt x="1180" y="578"/>
                  </a:lnTo>
                  <a:lnTo>
                    <a:pt x="410" y="964"/>
                  </a:lnTo>
                  <a:lnTo>
                    <a:pt x="242" y="1084"/>
                  </a:lnTo>
                  <a:lnTo>
                    <a:pt x="121" y="1204"/>
                  </a:lnTo>
                  <a:lnTo>
                    <a:pt x="49" y="1325"/>
                  </a:lnTo>
                  <a:lnTo>
                    <a:pt x="1" y="1469"/>
                  </a:lnTo>
                  <a:lnTo>
                    <a:pt x="1" y="1614"/>
                  </a:lnTo>
                  <a:lnTo>
                    <a:pt x="25" y="1758"/>
                  </a:lnTo>
                  <a:lnTo>
                    <a:pt x="97" y="1926"/>
                  </a:lnTo>
                  <a:lnTo>
                    <a:pt x="169" y="2071"/>
                  </a:lnTo>
                  <a:lnTo>
                    <a:pt x="290" y="2239"/>
                  </a:lnTo>
                  <a:lnTo>
                    <a:pt x="410" y="2408"/>
                  </a:lnTo>
                  <a:lnTo>
                    <a:pt x="699" y="2721"/>
                  </a:lnTo>
                  <a:lnTo>
                    <a:pt x="988" y="3010"/>
                  </a:lnTo>
                  <a:lnTo>
                    <a:pt x="1301" y="3251"/>
                  </a:lnTo>
                  <a:lnTo>
                    <a:pt x="1445" y="3347"/>
                  </a:lnTo>
                  <a:lnTo>
                    <a:pt x="1566" y="3419"/>
                  </a:lnTo>
                  <a:lnTo>
                    <a:pt x="1710" y="3467"/>
                  </a:lnTo>
                  <a:lnTo>
                    <a:pt x="1854" y="3515"/>
                  </a:lnTo>
                  <a:lnTo>
                    <a:pt x="1975" y="3515"/>
                  </a:lnTo>
                  <a:lnTo>
                    <a:pt x="2119" y="3491"/>
                  </a:lnTo>
                  <a:lnTo>
                    <a:pt x="2384" y="3443"/>
                  </a:lnTo>
                  <a:lnTo>
                    <a:pt x="2649" y="3347"/>
                  </a:lnTo>
                  <a:lnTo>
                    <a:pt x="2938" y="3202"/>
                  </a:lnTo>
                  <a:lnTo>
                    <a:pt x="3251" y="3058"/>
                  </a:lnTo>
                  <a:lnTo>
                    <a:pt x="3588" y="2913"/>
                  </a:lnTo>
                  <a:lnTo>
                    <a:pt x="3877" y="2817"/>
                  </a:lnTo>
                  <a:lnTo>
                    <a:pt x="4069" y="2769"/>
                  </a:lnTo>
                  <a:lnTo>
                    <a:pt x="4214" y="2745"/>
                  </a:lnTo>
                  <a:lnTo>
                    <a:pt x="4334" y="2769"/>
                  </a:lnTo>
                  <a:lnTo>
                    <a:pt x="4454" y="2793"/>
                  </a:lnTo>
                  <a:lnTo>
                    <a:pt x="4599" y="2865"/>
                  </a:lnTo>
                  <a:lnTo>
                    <a:pt x="4815" y="2962"/>
                  </a:lnTo>
                  <a:lnTo>
                    <a:pt x="5128" y="3058"/>
                  </a:lnTo>
                  <a:lnTo>
                    <a:pt x="5321" y="3106"/>
                  </a:lnTo>
                  <a:lnTo>
                    <a:pt x="5514" y="3130"/>
                  </a:lnTo>
                  <a:lnTo>
                    <a:pt x="5875" y="3130"/>
                  </a:lnTo>
                  <a:lnTo>
                    <a:pt x="6067" y="3106"/>
                  </a:lnTo>
                  <a:lnTo>
                    <a:pt x="6236" y="3058"/>
                  </a:lnTo>
                  <a:lnTo>
                    <a:pt x="6428" y="3010"/>
                  </a:lnTo>
                  <a:lnTo>
                    <a:pt x="6573" y="2938"/>
                  </a:lnTo>
                  <a:lnTo>
                    <a:pt x="6717" y="2841"/>
                  </a:lnTo>
                  <a:lnTo>
                    <a:pt x="6838" y="2745"/>
                  </a:lnTo>
                  <a:lnTo>
                    <a:pt x="6958" y="2649"/>
                  </a:lnTo>
                  <a:lnTo>
                    <a:pt x="7030" y="2528"/>
                  </a:lnTo>
                  <a:lnTo>
                    <a:pt x="7102" y="2408"/>
                  </a:lnTo>
                  <a:lnTo>
                    <a:pt x="7127" y="2264"/>
                  </a:lnTo>
                  <a:lnTo>
                    <a:pt x="7127" y="2143"/>
                  </a:lnTo>
                  <a:lnTo>
                    <a:pt x="7078" y="1999"/>
                  </a:lnTo>
                  <a:lnTo>
                    <a:pt x="6958" y="1686"/>
                  </a:lnTo>
                  <a:lnTo>
                    <a:pt x="6765" y="1373"/>
                  </a:lnTo>
                  <a:lnTo>
                    <a:pt x="6549" y="1060"/>
                  </a:lnTo>
                  <a:lnTo>
                    <a:pt x="6332" y="771"/>
                  </a:lnTo>
                  <a:lnTo>
                    <a:pt x="5947" y="338"/>
                  </a:lnTo>
                  <a:lnTo>
                    <a:pt x="5778" y="169"/>
                  </a:lnTo>
                  <a:lnTo>
                    <a:pt x="5706" y="73"/>
                  </a:lnTo>
                  <a:lnTo>
                    <a:pt x="5634" y="25"/>
                  </a:lnTo>
                  <a:lnTo>
                    <a:pt x="5562"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851;p42">
              <a:extLst>
                <a:ext uri="{FF2B5EF4-FFF2-40B4-BE49-F238E27FC236}">
                  <a16:creationId xmlns:a16="http://schemas.microsoft.com/office/drawing/2014/main" id="{1698A6A1-EA7F-F415-7A9D-B578C3698DA2}"/>
                </a:ext>
              </a:extLst>
            </p:cNvPr>
            <p:cNvSpPr/>
            <p:nvPr/>
          </p:nvSpPr>
          <p:spPr>
            <a:xfrm>
              <a:off x="7602725" y="1724538"/>
              <a:ext cx="170350" cy="66225"/>
            </a:xfrm>
            <a:custGeom>
              <a:avLst/>
              <a:gdLst/>
              <a:ahLst/>
              <a:cxnLst/>
              <a:rect l="l" t="t" r="r" b="b"/>
              <a:pathLst>
                <a:path w="6814" h="2649" extrusionOk="0">
                  <a:moveTo>
                    <a:pt x="603" y="0"/>
                  </a:moveTo>
                  <a:lnTo>
                    <a:pt x="410" y="97"/>
                  </a:lnTo>
                  <a:lnTo>
                    <a:pt x="242" y="217"/>
                  </a:lnTo>
                  <a:lnTo>
                    <a:pt x="121" y="337"/>
                  </a:lnTo>
                  <a:lnTo>
                    <a:pt x="49" y="458"/>
                  </a:lnTo>
                  <a:lnTo>
                    <a:pt x="1" y="602"/>
                  </a:lnTo>
                  <a:lnTo>
                    <a:pt x="1" y="747"/>
                  </a:lnTo>
                  <a:lnTo>
                    <a:pt x="25" y="891"/>
                  </a:lnTo>
                  <a:lnTo>
                    <a:pt x="97" y="1059"/>
                  </a:lnTo>
                  <a:lnTo>
                    <a:pt x="169" y="1204"/>
                  </a:lnTo>
                  <a:lnTo>
                    <a:pt x="290" y="1372"/>
                  </a:lnTo>
                  <a:lnTo>
                    <a:pt x="410" y="1541"/>
                  </a:lnTo>
                  <a:lnTo>
                    <a:pt x="699" y="1854"/>
                  </a:lnTo>
                  <a:lnTo>
                    <a:pt x="988" y="2143"/>
                  </a:lnTo>
                  <a:lnTo>
                    <a:pt x="1301" y="2384"/>
                  </a:lnTo>
                  <a:lnTo>
                    <a:pt x="1445" y="2480"/>
                  </a:lnTo>
                  <a:lnTo>
                    <a:pt x="1566" y="2552"/>
                  </a:lnTo>
                  <a:lnTo>
                    <a:pt x="1710" y="2600"/>
                  </a:lnTo>
                  <a:lnTo>
                    <a:pt x="1854" y="2648"/>
                  </a:lnTo>
                  <a:lnTo>
                    <a:pt x="1975" y="2648"/>
                  </a:lnTo>
                  <a:lnTo>
                    <a:pt x="2119" y="2624"/>
                  </a:lnTo>
                  <a:lnTo>
                    <a:pt x="2384" y="2576"/>
                  </a:lnTo>
                  <a:lnTo>
                    <a:pt x="2649" y="2480"/>
                  </a:lnTo>
                  <a:lnTo>
                    <a:pt x="2938" y="2335"/>
                  </a:lnTo>
                  <a:lnTo>
                    <a:pt x="3251" y="2191"/>
                  </a:lnTo>
                  <a:lnTo>
                    <a:pt x="3588" y="2046"/>
                  </a:lnTo>
                  <a:lnTo>
                    <a:pt x="3877" y="1950"/>
                  </a:lnTo>
                  <a:lnTo>
                    <a:pt x="4069" y="1902"/>
                  </a:lnTo>
                  <a:lnTo>
                    <a:pt x="4214" y="1878"/>
                  </a:lnTo>
                  <a:lnTo>
                    <a:pt x="4334" y="1902"/>
                  </a:lnTo>
                  <a:lnTo>
                    <a:pt x="4454" y="1926"/>
                  </a:lnTo>
                  <a:lnTo>
                    <a:pt x="4599" y="1998"/>
                  </a:lnTo>
                  <a:lnTo>
                    <a:pt x="4815" y="2095"/>
                  </a:lnTo>
                  <a:lnTo>
                    <a:pt x="5128" y="2191"/>
                  </a:lnTo>
                  <a:lnTo>
                    <a:pt x="5345" y="2239"/>
                  </a:lnTo>
                  <a:lnTo>
                    <a:pt x="5586" y="2263"/>
                  </a:lnTo>
                  <a:lnTo>
                    <a:pt x="5802" y="2263"/>
                  </a:lnTo>
                  <a:lnTo>
                    <a:pt x="6043" y="2239"/>
                  </a:lnTo>
                  <a:lnTo>
                    <a:pt x="6260" y="2191"/>
                  </a:lnTo>
                  <a:lnTo>
                    <a:pt x="6452" y="2119"/>
                  </a:lnTo>
                  <a:lnTo>
                    <a:pt x="6645" y="2022"/>
                  </a:lnTo>
                  <a:lnTo>
                    <a:pt x="6814" y="1926"/>
                  </a:lnTo>
                  <a:lnTo>
                    <a:pt x="6452" y="1830"/>
                  </a:lnTo>
                  <a:lnTo>
                    <a:pt x="6043" y="1734"/>
                  </a:lnTo>
                  <a:lnTo>
                    <a:pt x="5586" y="1589"/>
                  </a:lnTo>
                  <a:lnTo>
                    <a:pt x="5104" y="1397"/>
                  </a:lnTo>
                  <a:lnTo>
                    <a:pt x="4840" y="1300"/>
                  </a:lnTo>
                  <a:lnTo>
                    <a:pt x="4599" y="1228"/>
                  </a:lnTo>
                  <a:lnTo>
                    <a:pt x="4382" y="1180"/>
                  </a:lnTo>
                  <a:lnTo>
                    <a:pt x="4190" y="1156"/>
                  </a:lnTo>
                  <a:lnTo>
                    <a:pt x="3997" y="1156"/>
                  </a:lnTo>
                  <a:lnTo>
                    <a:pt x="3828" y="1180"/>
                  </a:lnTo>
                  <a:lnTo>
                    <a:pt x="3540" y="1228"/>
                  </a:lnTo>
                  <a:lnTo>
                    <a:pt x="3275" y="1324"/>
                  </a:lnTo>
                  <a:lnTo>
                    <a:pt x="3010" y="1421"/>
                  </a:lnTo>
                  <a:lnTo>
                    <a:pt x="2697" y="1469"/>
                  </a:lnTo>
                  <a:lnTo>
                    <a:pt x="2360" y="1469"/>
                  </a:lnTo>
                  <a:lnTo>
                    <a:pt x="2167" y="1445"/>
                  </a:lnTo>
                  <a:lnTo>
                    <a:pt x="1975" y="1372"/>
                  </a:lnTo>
                  <a:lnTo>
                    <a:pt x="1806" y="1300"/>
                  </a:lnTo>
                  <a:lnTo>
                    <a:pt x="1638" y="1204"/>
                  </a:lnTo>
                  <a:lnTo>
                    <a:pt x="1493" y="1084"/>
                  </a:lnTo>
                  <a:lnTo>
                    <a:pt x="1349" y="963"/>
                  </a:lnTo>
                  <a:lnTo>
                    <a:pt x="1084" y="698"/>
                  </a:lnTo>
                  <a:lnTo>
                    <a:pt x="892" y="434"/>
                  </a:lnTo>
                  <a:lnTo>
                    <a:pt x="723" y="217"/>
                  </a:lnTo>
                  <a:lnTo>
                    <a:pt x="603"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852;p42">
              <a:extLst>
                <a:ext uri="{FF2B5EF4-FFF2-40B4-BE49-F238E27FC236}">
                  <a16:creationId xmlns:a16="http://schemas.microsoft.com/office/drawing/2014/main" id="{D4AE5455-5E7F-51DC-378C-5CE424D62C89}"/>
                </a:ext>
              </a:extLst>
            </p:cNvPr>
            <p:cNvSpPr/>
            <p:nvPr/>
          </p:nvSpPr>
          <p:spPr>
            <a:xfrm>
              <a:off x="7548575" y="1746188"/>
              <a:ext cx="87275" cy="93925"/>
            </a:xfrm>
            <a:custGeom>
              <a:avLst/>
              <a:gdLst/>
              <a:ahLst/>
              <a:cxnLst/>
              <a:rect l="l" t="t" r="r" b="b"/>
              <a:pathLst>
                <a:path w="3491" h="3757" extrusionOk="0">
                  <a:moveTo>
                    <a:pt x="1228" y="1"/>
                  </a:moveTo>
                  <a:lnTo>
                    <a:pt x="1035" y="25"/>
                  </a:lnTo>
                  <a:lnTo>
                    <a:pt x="843" y="97"/>
                  </a:lnTo>
                  <a:lnTo>
                    <a:pt x="626" y="218"/>
                  </a:lnTo>
                  <a:lnTo>
                    <a:pt x="385" y="362"/>
                  </a:lnTo>
                  <a:lnTo>
                    <a:pt x="193" y="531"/>
                  </a:lnTo>
                  <a:lnTo>
                    <a:pt x="121" y="627"/>
                  </a:lnTo>
                  <a:lnTo>
                    <a:pt x="72" y="723"/>
                  </a:lnTo>
                  <a:lnTo>
                    <a:pt x="24" y="843"/>
                  </a:lnTo>
                  <a:lnTo>
                    <a:pt x="0" y="964"/>
                  </a:lnTo>
                  <a:lnTo>
                    <a:pt x="0" y="1084"/>
                  </a:lnTo>
                  <a:lnTo>
                    <a:pt x="24" y="1205"/>
                  </a:lnTo>
                  <a:lnTo>
                    <a:pt x="72" y="1518"/>
                  </a:lnTo>
                  <a:lnTo>
                    <a:pt x="217" y="1879"/>
                  </a:lnTo>
                  <a:lnTo>
                    <a:pt x="385" y="2288"/>
                  </a:lnTo>
                  <a:lnTo>
                    <a:pt x="626" y="2793"/>
                  </a:lnTo>
                  <a:lnTo>
                    <a:pt x="746" y="3034"/>
                  </a:lnTo>
                  <a:lnTo>
                    <a:pt x="891" y="3251"/>
                  </a:lnTo>
                  <a:lnTo>
                    <a:pt x="1011" y="3419"/>
                  </a:lnTo>
                  <a:lnTo>
                    <a:pt x="1156" y="3540"/>
                  </a:lnTo>
                  <a:lnTo>
                    <a:pt x="1276" y="3636"/>
                  </a:lnTo>
                  <a:lnTo>
                    <a:pt x="1421" y="3708"/>
                  </a:lnTo>
                  <a:lnTo>
                    <a:pt x="1541" y="3732"/>
                  </a:lnTo>
                  <a:lnTo>
                    <a:pt x="1685" y="3756"/>
                  </a:lnTo>
                  <a:lnTo>
                    <a:pt x="1830" y="3732"/>
                  </a:lnTo>
                  <a:lnTo>
                    <a:pt x="1950" y="3708"/>
                  </a:lnTo>
                  <a:lnTo>
                    <a:pt x="2239" y="3588"/>
                  </a:lnTo>
                  <a:lnTo>
                    <a:pt x="2552" y="3419"/>
                  </a:lnTo>
                  <a:lnTo>
                    <a:pt x="2889" y="3251"/>
                  </a:lnTo>
                  <a:lnTo>
                    <a:pt x="3178" y="3082"/>
                  </a:lnTo>
                  <a:lnTo>
                    <a:pt x="3370" y="2962"/>
                  </a:lnTo>
                  <a:lnTo>
                    <a:pt x="3419" y="2890"/>
                  </a:lnTo>
                  <a:lnTo>
                    <a:pt x="3467" y="2817"/>
                  </a:lnTo>
                  <a:lnTo>
                    <a:pt x="3491" y="2769"/>
                  </a:lnTo>
                  <a:lnTo>
                    <a:pt x="3467" y="2697"/>
                  </a:lnTo>
                  <a:lnTo>
                    <a:pt x="3467" y="2625"/>
                  </a:lnTo>
                  <a:lnTo>
                    <a:pt x="3419" y="2529"/>
                  </a:lnTo>
                  <a:lnTo>
                    <a:pt x="3298" y="2360"/>
                  </a:lnTo>
                  <a:lnTo>
                    <a:pt x="2841" y="1806"/>
                  </a:lnTo>
                  <a:lnTo>
                    <a:pt x="2359" y="1180"/>
                  </a:lnTo>
                  <a:lnTo>
                    <a:pt x="1998" y="651"/>
                  </a:lnTo>
                  <a:lnTo>
                    <a:pt x="1685" y="145"/>
                  </a:lnTo>
                  <a:lnTo>
                    <a:pt x="1613" y="73"/>
                  </a:lnTo>
                  <a:lnTo>
                    <a:pt x="1517" y="25"/>
                  </a:lnTo>
                  <a:lnTo>
                    <a:pt x="1372"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853;p42">
              <a:extLst>
                <a:ext uri="{FF2B5EF4-FFF2-40B4-BE49-F238E27FC236}">
                  <a16:creationId xmlns:a16="http://schemas.microsoft.com/office/drawing/2014/main" id="{543D2DA4-688F-CE09-8F04-7F12350BB3CE}"/>
                </a:ext>
              </a:extLst>
            </p:cNvPr>
            <p:cNvSpPr/>
            <p:nvPr/>
          </p:nvSpPr>
          <p:spPr>
            <a:xfrm>
              <a:off x="7551575" y="1786513"/>
              <a:ext cx="84275" cy="53600"/>
            </a:xfrm>
            <a:custGeom>
              <a:avLst/>
              <a:gdLst/>
              <a:ahLst/>
              <a:cxnLst/>
              <a:rect l="l" t="t" r="r" b="b"/>
              <a:pathLst>
                <a:path w="3371" h="2144" extrusionOk="0">
                  <a:moveTo>
                    <a:pt x="1" y="1"/>
                  </a:moveTo>
                  <a:lnTo>
                    <a:pt x="193" y="530"/>
                  </a:lnTo>
                  <a:lnTo>
                    <a:pt x="506" y="1180"/>
                  </a:lnTo>
                  <a:lnTo>
                    <a:pt x="626" y="1421"/>
                  </a:lnTo>
                  <a:lnTo>
                    <a:pt x="771" y="1638"/>
                  </a:lnTo>
                  <a:lnTo>
                    <a:pt x="891" y="1806"/>
                  </a:lnTo>
                  <a:lnTo>
                    <a:pt x="1036" y="1927"/>
                  </a:lnTo>
                  <a:lnTo>
                    <a:pt x="1156" y="2023"/>
                  </a:lnTo>
                  <a:lnTo>
                    <a:pt x="1301" y="2095"/>
                  </a:lnTo>
                  <a:lnTo>
                    <a:pt x="1421" y="2119"/>
                  </a:lnTo>
                  <a:lnTo>
                    <a:pt x="1565" y="2143"/>
                  </a:lnTo>
                  <a:lnTo>
                    <a:pt x="1710" y="2119"/>
                  </a:lnTo>
                  <a:lnTo>
                    <a:pt x="1830" y="2095"/>
                  </a:lnTo>
                  <a:lnTo>
                    <a:pt x="2119" y="1975"/>
                  </a:lnTo>
                  <a:lnTo>
                    <a:pt x="2432" y="1806"/>
                  </a:lnTo>
                  <a:lnTo>
                    <a:pt x="2769" y="1638"/>
                  </a:lnTo>
                  <a:lnTo>
                    <a:pt x="3034" y="1493"/>
                  </a:lnTo>
                  <a:lnTo>
                    <a:pt x="3202" y="1373"/>
                  </a:lnTo>
                  <a:lnTo>
                    <a:pt x="3323" y="1253"/>
                  </a:lnTo>
                  <a:lnTo>
                    <a:pt x="3347" y="1204"/>
                  </a:lnTo>
                  <a:lnTo>
                    <a:pt x="3371" y="1132"/>
                  </a:lnTo>
                  <a:lnTo>
                    <a:pt x="3347" y="1084"/>
                  </a:lnTo>
                  <a:lnTo>
                    <a:pt x="3347" y="1012"/>
                  </a:lnTo>
                  <a:lnTo>
                    <a:pt x="3250" y="867"/>
                  </a:lnTo>
                  <a:lnTo>
                    <a:pt x="3130" y="699"/>
                  </a:lnTo>
                  <a:lnTo>
                    <a:pt x="2938" y="458"/>
                  </a:lnTo>
                  <a:lnTo>
                    <a:pt x="2576" y="699"/>
                  </a:lnTo>
                  <a:lnTo>
                    <a:pt x="2143" y="916"/>
                  </a:lnTo>
                  <a:lnTo>
                    <a:pt x="1926" y="1012"/>
                  </a:lnTo>
                  <a:lnTo>
                    <a:pt x="1710" y="1084"/>
                  </a:lnTo>
                  <a:lnTo>
                    <a:pt x="1493" y="1132"/>
                  </a:lnTo>
                  <a:lnTo>
                    <a:pt x="1301" y="1156"/>
                  </a:lnTo>
                  <a:lnTo>
                    <a:pt x="1156" y="1132"/>
                  </a:lnTo>
                  <a:lnTo>
                    <a:pt x="988" y="1060"/>
                  </a:lnTo>
                  <a:lnTo>
                    <a:pt x="819" y="964"/>
                  </a:lnTo>
                  <a:lnTo>
                    <a:pt x="675" y="819"/>
                  </a:lnTo>
                  <a:lnTo>
                    <a:pt x="482" y="651"/>
                  </a:lnTo>
                  <a:lnTo>
                    <a:pt x="314" y="434"/>
                  </a:lnTo>
                  <a:lnTo>
                    <a:pt x="1"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854;p42">
              <a:extLst>
                <a:ext uri="{FF2B5EF4-FFF2-40B4-BE49-F238E27FC236}">
                  <a16:creationId xmlns:a16="http://schemas.microsoft.com/office/drawing/2014/main" id="{B7F97B38-385A-D94C-B4C2-1AEAD3F9548B}"/>
                </a:ext>
              </a:extLst>
            </p:cNvPr>
            <p:cNvSpPr/>
            <p:nvPr/>
          </p:nvSpPr>
          <p:spPr>
            <a:xfrm>
              <a:off x="7499225" y="1774488"/>
              <a:ext cx="66225" cy="85475"/>
            </a:xfrm>
            <a:custGeom>
              <a:avLst/>
              <a:gdLst/>
              <a:ahLst/>
              <a:cxnLst/>
              <a:rect l="l" t="t" r="r" b="b"/>
              <a:pathLst>
                <a:path w="2649" h="3419" extrusionOk="0">
                  <a:moveTo>
                    <a:pt x="1204" y="0"/>
                  </a:moveTo>
                  <a:lnTo>
                    <a:pt x="1084" y="24"/>
                  </a:lnTo>
                  <a:lnTo>
                    <a:pt x="939" y="73"/>
                  </a:lnTo>
                  <a:lnTo>
                    <a:pt x="819" y="121"/>
                  </a:lnTo>
                  <a:lnTo>
                    <a:pt x="674" y="193"/>
                  </a:lnTo>
                  <a:lnTo>
                    <a:pt x="554" y="289"/>
                  </a:lnTo>
                  <a:lnTo>
                    <a:pt x="434" y="386"/>
                  </a:lnTo>
                  <a:lnTo>
                    <a:pt x="337" y="506"/>
                  </a:lnTo>
                  <a:lnTo>
                    <a:pt x="241" y="650"/>
                  </a:lnTo>
                  <a:lnTo>
                    <a:pt x="145" y="795"/>
                  </a:lnTo>
                  <a:lnTo>
                    <a:pt x="72" y="939"/>
                  </a:lnTo>
                  <a:lnTo>
                    <a:pt x="24" y="1108"/>
                  </a:lnTo>
                  <a:lnTo>
                    <a:pt x="0" y="1276"/>
                  </a:lnTo>
                  <a:lnTo>
                    <a:pt x="0" y="1445"/>
                  </a:lnTo>
                  <a:lnTo>
                    <a:pt x="24" y="1637"/>
                  </a:lnTo>
                  <a:lnTo>
                    <a:pt x="121" y="1998"/>
                  </a:lnTo>
                  <a:lnTo>
                    <a:pt x="265" y="2335"/>
                  </a:lnTo>
                  <a:lnTo>
                    <a:pt x="434" y="2672"/>
                  </a:lnTo>
                  <a:lnTo>
                    <a:pt x="650" y="2937"/>
                  </a:lnTo>
                  <a:lnTo>
                    <a:pt x="867" y="3154"/>
                  </a:lnTo>
                  <a:lnTo>
                    <a:pt x="1084" y="3322"/>
                  </a:lnTo>
                  <a:lnTo>
                    <a:pt x="1204" y="3371"/>
                  </a:lnTo>
                  <a:lnTo>
                    <a:pt x="1300" y="3419"/>
                  </a:lnTo>
                  <a:lnTo>
                    <a:pt x="1517" y="3419"/>
                  </a:lnTo>
                  <a:lnTo>
                    <a:pt x="1733" y="3371"/>
                  </a:lnTo>
                  <a:lnTo>
                    <a:pt x="1974" y="3298"/>
                  </a:lnTo>
                  <a:lnTo>
                    <a:pt x="2191" y="3202"/>
                  </a:lnTo>
                  <a:lnTo>
                    <a:pt x="2383" y="3082"/>
                  </a:lnTo>
                  <a:lnTo>
                    <a:pt x="2528" y="2937"/>
                  </a:lnTo>
                  <a:lnTo>
                    <a:pt x="2600" y="2865"/>
                  </a:lnTo>
                  <a:lnTo>
                    <a:pt x="2624" y="2793"/>
                  </a:lnTo>
                  <a:lnTo>
                    <a:pt x="2648" y="2721"/>
                  </a:lnTo>
                  <a:lnTo>
                    <a:pt x="2648" y="2624"/>
                  </a:lnTo>
                  <a:lnTo>
                    <a:pt x="2624" y="2552"/>
                  </a:lnTo>
                  <a:lnTo>
                    <a:pt x="2576" y="2456"/>
                  </a:lnTo>
                  <a:lnTo>
                    <a:pt x="2432" y="2215"/>
                  </a:lnTo>
                  <a:lnTo>
                    <a:pt x="2263" y="1878"/>
                  </a:lnTo>
                  <a:lnTo>
                    <a:pt x="1878" y="1060"/>
                  </a:lnTo>
                  <a:lnTo>
                    <a:pt x="1421"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855;p42">
              <a:extLst>
                <a:ext uri="{FF2B5EF4-FFF2-40B4-BE49-F238E27FC236}">
                  <a16:creationId xmlns:a16="http://schemas.microsoft.com/office/drawing/2014/main" id="{60AD7FD1-2465-C19C-E361-E5B9D901FB43}"/>
                </a:ext>
              </a:extLst>
            </p:cNvPr>
            <p:cNvSpPr/>
            <p:nvPr/>
          </p:nvSpPr>
          <p:spPr>
            <a:xfrm>
              <a:off x="7502825" y="1825638"/>
              <a:ext cx="60825" cy="34325"/>
            </a:xfrm>
            <a:custGeom>
              <a:avLst/>
              <a:gdLst/>
              <a:ahLst/>
              <a:cxnLst/>
              <a:rect l="l" t="t" r="r" b="b"/>
              <a:pathLst>
                <a:path w="2433" h="1373" extrusionOk="0">
                  <a:moveTo>
                    <a:pt x="1" y="1"/>
                  </a:moveTo>
                  <a:lnTo>
                    <a:pt x="121" y="289"/>
                  </a:lnTo>
                  <a:lnTo>
                    <a:pt x="265" y="578"/>
                  </a:lnTo>
                  <a:lnTo>
                    <a:pt x="434" y="819"/>
                  </a:lnTo>
                  <a:lnTo>
                    <a:pt x="627" y="1036"/>
                  </a:lnTo>
                  <a:lnTo>
                    <a:pt x="819" y="1204"/>
                  </a:lnTo>
                  <a:lnTo>
                    <a:pt x="1012" y="1301"/>
                  </a:lnTo>
                  <a:lnTo>
                    <a:pt x="1204" y="1373"/>
                  </a:lnTo>
                  <a:lnTo>
                    <a:pt x="1373" y="1373"/>
                  </a:lnTo>
                  <a:lnTo>
                    <a:pt x="1662" y="1301"/>
                  </a:lnTo>
                  <a:lnTo>
                    <a:pt x="1951" y="1180"/>
                  </a:lnTo>
                  <a:lnTo>
                    <a:pt x="2215" y="1036"/>
                  </a:lnTo>
                  <a:lnTo>
                    <a:pt x="2336" y="963"/>
                  </a:lnTo>
                  <a:lnTo>
                    <a:pt x="2432" y="867"/>
                  </a:lnTo>
                  <a:lnTo>
                    <a:pt x="1975" y="506"/>
                  </a:lnTo>
                  <a:lnTo>
                    <a:pt x="1710" y="314"/>
                  </a:lnTo>
                  <a:lnTo>
                    <a:pt x="1469" y="169"/>
                  </a:lnTo>
                  <a:lnTo>
                    <a:pt x="1349" y="121"/>
                  </a:lnTo>
                  <a:lnTo>
                    <a:pt x="1204" y="73"/>
                  </a:lnTo>
                  <a:lnTo>
                    <a:pt x="819" y="49"/>
                  </a:lnTo>
                  <a:lnTo>
                    <a:pt x="386"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3856;p42">
              <a:extLst>
                <a:ext uri="{FF2B5EF4-FFF2-40B4-BE49-F238E27FC236}">
                  <a16:creationId xmlns:a16="http://schemas.microsoft.com/office/drawing/2014/main" id="{74DFABEF-CD52-13B9-EBA1-8DDD9CB26E34}"/>
                </a:ext>
              </a:extLst>
            </p:cNvPr>
            <p:cNvSpPr/>
            <p:nvPr/>
          </p:nvSpPr>
          <p:spPr>
            <a:xfrm>
              <a:off x="7357775" y="1811188"/>
              <a:ext cx="157125" cy="118600"/>
            </a:xfrm>
            <a:custGeom>
              <a:avLst/>
              <a:gdLst/>
              <a:ahLst/>
              <a:cxnLst/>
              <a:rect l="l" t="t" r="r" b="b"/>
              <a:pathLst>
                <a:path w="6285" h="4744" extrusionOk="0">
                  <a:moveTo>
                    <a:pt x="4864" y="1"/>
                  </a:moveTo>
                  <a:lnTo>
                    <a:pt x="4767" y="25"/>
                  </a:lnTo>
                  <a:lnTo>
                    <a:pt x="4671" y="73"/>
                  </a:lnTo>
                  <a:lnTo>
                    <a:pt x="4334" y="290"/>
                  </a:lnTo>
                  <a:lnTo>
                    <a:pt x="3925" y="603"/>
                  </a:lnTo>
                  <a:lnTo>
                    <a:pt x="3516" y="940"/>
                  </a:lnTo>
                  <a:lnTo>
                    <a:pt x="3082" y="1373"/>
                  </a:lnTo>
                  <a:lnTo>
                    <a:pt x="2914" y="1541"/>
                  </a:lnTo>
                  <a:lnTo>
                    <a:pt x="2745" y="1710"/>
                  </a:lnTo>
                  <a:lnTo>
                    <a:pt x="2360" y="1999"/>
                  </a:lnTo>
                  <a:lnTo>
                    <a:pt x="1951" y="2264"/>
                  </a:lnTo>
                  <a:lnTo>
                    <a:pt x="1542" y="2480"/>
                  </a:lnTo>
                  <a:lnTo>
                    <a:pt x="795" y="2866"/>
                  </a:lnTo>
                  <a:lnTo>
                    <a:pt x="482" y="3034"/>
                  </a:lnTo>
                  <a:lnTo>
                    <a:pt x="218" y="3203"/>
                  </a:lnTo>
                  <a:lnTo>
                    <a:pt x="121" y="3275"/>
                  </a:lnTo>
                  <a:lnTo>
                    <a:pt x="73" y="3371"/>
                  </a:lnTo>
                  <a:lnTo>
                    <a:pt x="25" y="3467"/>
                  </a:lnTo>
                  <a:lnTo>
                    <a:pt x="1" y="3588"/>
                  </a:lnTo>
                  <a:lnTo>
                    <a:pt x="1" y="3684"/>
                  </a:lnTo>
                  <a:lnTo>
                    <a:pt x="1" y="3780"/>
                  </a:lnTo>
                  <a:lnTo>
                    <a:pt x="73" y="4021"/>
                  </a:lnTo>
                  <a:lnTo>
                    <a:pt x="194" y="4214"/>
                  </a:lnTo>
                  <a:lnTo>
                    <a:pt x="314" y="4406"/>
                  </a:lnTo>
                  <a:lnTo>
                    <a:pt x="434" y="4575"/>
                  </a:lnTo>
                  <a:lnTo>
                    <a:pt x="555" y="4695"/>
                  </a:lnTo>
                  <a:lnTo>
                    <a:pt x="603" y="4743"/>
                  </a:lnTo>
                  <a:lnTo>
                    <a:pt x="795" y="4743"/>
                  </a:lnTo>
                  <a:lnTo>
                    <a:pt x="892" y="4695"/>
                  </a:lnTo>
                  <a:lnTo>
                    <a:pt x="1157" y="4575"/>
                  </a:lnTo>
                  <a:lnTo>
                    <a:pt x="1445" y="4382"/>
                  </a:lnTo>
                  <a:lnTo>
                    <a:pt x="1782" y="4141"/>
                  </a:lnTo>
                  <a:lnTo>
                    <a:pt x="2119" y="3877"/>
                  </a:lnTo>
                  <a:lnTo>
                    <a:pt x="2456" y="3588"/>
                  </a:lnTo>
                  <a:lnTo>
                    <a:pt x="2769" y="3275"/>
                  </a:lnTo>
                  <a:lnTo>
                    <a:pt x="2914" y="3130"/>
                  </a:lnTo>
                  <a:lnTo>
                    <a:pt x="3058" y="3010"/>
                  </a:lnTo>
                  <a:lnTo>
                    <a:pt x="3203" y="2914"/>
                  </a:lnTo>
                  <a:lnTo>
                    <a:pt x="3347" y="2817"/>
                  </a:lnTo>
                  <a:lnTo>
                    <a:pt x="3636" y="2697"/>
                  </a:lnTo>
                  <a:lnTo>
                    <a:pt x="3925" y="2625"/>
                  </a:lnTo>
                  <a:lnTo>
                    <a:pt x="4214" y="2601"/>
                  </a:lnTo>
                  <a:lnTo>
                    <a:pt x="4527" y="2601"/>
                  </a:lnTo>
                  <a:lnTo>
                    <a:pt x="5201" y="2649"/>
                  </a:lnTo>
                  <a:lnTo>
                    <a:pt x="5538" y="2625"/>
                  </a:lnTo>
                  <a:lnTo>
                    <a:pt x="5803" y="2577"/>
                  </a:lnTo>
                  <a:lnTo>
                    <a:pt x="6019" y="2504"/>
                  </a:lnTo>
                  <a:lnTo>
                    <a:pt x="6164" y="2408"/>
                  </a:lnTo>
                  <a:lnTo>
                    <a:pt x="6236" y="2288"/>
                  </a:lnTo>
                  <a:lnTo>
                    <a:pt x="6260" y="2240"/>
                  </a:lnTo>
                  <a:lnTo>
                    <a:pt x="6284" y="2191"/>
                  </a:lnTo>
                  <a:lnTo>
                    <a:pt x="6260" y="2119"/>
                  </a:lnTo>
                  <a:lnTo>
                    <a:pt x="6236" y="2071"/>
                  </a:lnTo>
                  <a:lnTo>
                    <a:pt x="6188" y="2023"/>
                  </a:lnTo>
                  <a:lnTo>
                    <a:pt x="6140" y="1975"/>
                  </a:lnTo>
                  <a:lnTo>
                    <a:pt x="6043" y="1903"/>
                  </a:lnTo>
                  <a:lnTo>
                    <a:pt x="5947" y="1758"/>
                  </a:lnTo>
                  <a:lnTo>
                    <a:pt x="5730" y="1301"/>
                  </a:lnTo>
                  <a:lnTo>
                    <a:pt x="5490" y="795"/>
                  </a:lnTo>
                  <a:lnTo>
                    <a:pt x="5297" y="290"/>
                  </a:lnTo>
                  <a:lnTo>
                    <a:pt x="5249" y="193"/>
                  </a:lnTo>
                  <a:lnTo>
                    <a:pt x="5201" y="121"/>
                  </a:lnTo>
                  <a:lnTo>
                    <a:pt x="5129" y="73"/>
                  </a:lnTo>
                  <a:lnTo>
                    <a:pt x="5032" y="25"/>
                  </a:lnTo>
                  <a:lnTo>
                    <a:pt x="4936"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3857;p42">
              <a:extLst>
                <a:ext uri="{FF2B5EF4-FFF2-40B4-BE49-F238E27FC236}">
                  <a16:creationId xmlns:a16="http://schemas.microsoft.com/office/drawing/2014/main" id="{86111306-CBFD-E4A6-C202-F02509B74329}"/>
                </a:ext>
              </a:extLst>
            </p:cNvPr>
            <p:cNvSpPr/>
            <p:nvPr/>
          </p:nvSpPr>
          <p:spPr>
            <a:xfrm>
              <a:off x="7371625" y="1843088"/>
              <a:ext cx="143275" cy="86700"/>
            </a:xfrm>
            <a:custGeom>
              <a:avLst/>
              <a:gdLst/>
              <a:ahLst/>
              <a:cxnLst/>
              <a:rect l="l" t="t" r="r" b="b"/>
              <a:pathLst>
                <a:path w="5731" h="3468" extrusionOk="0">
                  <a:moveTo>
                    <a:pt x="5152" y="1"/>
                  </a:moveTo>
                  <a:lnTo>
                    <a:pt x="5032" y="97"/>
                  </a:lnTo>
                  <a:lnTo>
                    <a:pt x="4912" y="193"/>
                  </a:lnTo>
                  <a:lnTo>
                    <a:pt x="4719" y="290"/>
                  </a:lnTo>
                  <a:lnTo>
                    <a:pt x="4526" y="386"/>
                  </a:lnTo>
                  <a:lnTo>
                    <a:pt x="4262" y="506"/>
                  </a:lnTo>
                  <a:lnTo>
                    <a:pt x="3949" y="603"/>
                  </a:lnTo>
                  <a:lnTo>
                    <a:pt x="3588" y="699"/>
                  </a:lnTo>
                  <a:lnTo>
                    <a:pt x="3178" y="771"/>
                  </a:lnTo>
                  <a:lnTo>
                    <a:pt x="2889" y="891"/>
                  </a:lnTo>
                  <a:lnTo>
                    <a:pt x="2625" y="1012"/>
                  </a:lnTo>
                  <a:lnTo>
                    <a:pt x="2384" y="1180"/>
                  </a:lnTo>
                  <a:lnTo>
                    <a:pt x="2143" y="1373"/>
                  </a:lnTo>
                  <a:lnTo>
                    <a:pt x="1927" y="1590"/>
                  </a:lnTo>
                  <a:lnTo>
                    <a:pt x="1734" y="1806"/>
                  </a:lnTo>
                  <a:lnTo>
                    <a:pt x="1349" y="2239"/>
                  </a:lnTo>
                  <a:lnTo>
                    <a:pt x="988" y="2673"/>
                  </a:lnTo>
                  <a:lnTo>
                    <a:pt x="651" y="3034"/>
                  </a:lnTo>
                  <a:lnTo>
                    <a:pt x="506" y="3178"/>
                  </a:lnTo>
                  <a:lnTo>
                    <a:pt x="338" y="3299"/>
                  </a:lnTo>
                  <a:lnTo>
                    <a:pt x="169" y="3395"/>
                  </a:lnTo>
                  <a:lnTo>
                    <a:pt x="1" y="3419"/>
                  </a:lnTo>
                  <a:lnTo>
                    <a:pt x="49" y="3467"/>
                  </a:lnTo>
                  <a:lnTo>
                    <a:pt x="241" y="3467"/>
                  </a:lnTo>
                  <a:lnTo>
                    <a:pt x="338" y="3419"/>
                  </a:lnTo>
                  <a:lnTo>
                    <a:pt x="603" y="3299"/>
                  </a:lnTo>
                  <a:lnTo>
                    <a:pt x="891" y="3106"/>
                  </a:lnTo>
                  <a:lnTo>
                    <a:pt x="1228" y="2865"/>
                  </a:lnTo>
                  <a:lnTo>
                    <a:pt x="1565" y="2601"/>
                  </a:lnTo>
                  <a:lnTo>
                    <a:pt x="1902" y="2312"/>
                  </a:lnTo>
                  <a:lnTo>
                    <a:pt x="2215" y="1999"/>
                  </a:lnTo>
                  <a:lnTo>
                    <a:pt x="2360" y="1854"/>
                  </a:lnTo>
                  <a:lnTo>
                    <a:pt x="2504" y="1734"/>
                  </a:lnTo>
                  <a:lnTo>
                    <a:pt x="2649" y="1638"/>
                  </a:lnTo>
                  <a:lnTo>
                    <a:pt x="2793" y="1541"/>
                  </a:lnTo>
                  <a:lnTo>
                    <a:pt x="3082" y="1421"/>
                  </a:lnTo>
                  <a:lnTo>
                    <a:pt x="3371" y="1349"/>
                  </a:lnTo>
                  <a:lnTo>
                    <a:pt x="3660" y="1325"/>
                  </a:lnTo>
                  <a:lnTo>
                    <a:pt x="3973" y="1325"/>
                  </a:lnTo>
                  <a:lnTo>
                    <a:pt x="4647" y="1373"/>
                  </a:lnTo>
                  <a:lnTo>
                    <a:pt x="4984" y="1349"/>
                  </a:lnTo>
                  <a:lnTo>
                    <a:pt x="5249" y="1301"/>
                  </a:lnTo>
                  <a:lnTo>
                    <a:pt x="5465" y="1228"/>
                  </a:lnTo>
                  <a:lnTo>
                    <a:pt x="5610" y="1132"/>
                  </a:lnTo>
                  <a:lnTo>
                    <a:pt x="5682" y="1012"/>
                  </a:lnTo>
                  <a:lnTo>
                    <a:pt x="5706" y="964"/>
                  </a:lnTo>
                  <a:lnTo>
                    <a:pt x="5730" y="915"/>
                  </a:lnTo>
                  <a:lnTo>
                    <a:pt x="5706" y="843"/>
                  </a:lnTo>
                  <a:lnTo>
                    <a:pt x="5682" y="795"/>
                  </a:lnTo>
                  <a:lnTo>
                    <a:pt x="5634" y="747"/>
                  </a:lnTo>
                  <a:lnTo>
                    <a:pt x="5586" y="699"/>
                  </a:lnTo>
                  <a:lnTo>
                    <a:pt x="5489" y="627"/>
                  </a:lnTo>
                  <a:lnTo>
                    <a:pt x="5393" y="458"/>
                  </a:lnTo>
                  <a:lnTo>
                    <a:pt x="5273" y="241"/>
                  </a:lnTo>
                  <a:lnTo>
                    <a:pt x="5152"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858;p42">
              <a:extLst>
                <a:ext uri="{FF2B5EF4-FFF2-40B4-BE49-F238E27FC236}">
                  <a16:creationId xmlns:a16="http://schemas.microsoft.com/office/drawing/2014/main" id="{5A5DE100-41DA-7DC4-DB7A-FB55504A1A79}"/>
                </a:ext>
              </a:extLst>
            </p:cNvPr>
            <p:cNvSpPr/>
            <p:nvPr/>
          </p:nvSpPr>
          <p:spPr>
            <a:xfrm>
              <a:off x="7264500" y="1897863"/>
              <a:ext cx="95725" cy="47575"/>
            </a:xfrm>
            <a:custGeom>
              <a:avLst/>
              <a:gdLst/>
              <a:ahLst/>
              <a:cxnLst/>
              <a:rect l="l" t="t" r="r" b="b"/>
              <a:pathLst>
                <a:path w="3829" h="1903" extrusionOk="0">
                  <a:moveTo>
                    <a:pt x="2913" y="0"/>
                  </a:moveTo>
                  <a:lnTo>
                    <a:pt x="2841" y="24"/>
                  </a:lnTo>
                  <a:lnTo>
                    <a:pt x="2745" y="73"/>
                  </a:lnTo>
                  <a:lnTo>
                    <a:pt x="2552" y="241"/>
                  </a:lnTo>
                  <a:lnTo>
                    <a:pt x="2312" y="458"/>
                  </a:lnTo>
                  <a:lnTo>
                    <a:pt x="2143" y="554"/>
                  </a:lnTo>
                  <a:lnTo>
                    <a:pt x="1926" y="650"/>
                  </a:lnTo>
                  <a:lnTo>
                    <a:pt x="1662" y="747"/>
                  </a:lnTo>
                  <a:lnTo>
                    <a:pt x="1373" y="843"/>
                  </a:lnTo>
                  <a:lnTo>
                    <a:pt x="1084" y="915"/>
                  </a:lnTo>
                  <a:lnTo>
                    <a:pt x="795" y="963"/>
                  </a:lnTo>
                  <a:lnTo>
                    <a:pt x="530" y="1011"/>
                  </a:lnTo>
                  <a:lnTo>
                    <a:pt x="290" y="1011"/>
                  </a:lnTo>
                  <a:lnTo>
                    <a:pt x="193" y="1035"/>
                  </a:lnTo>
                  <a:lnTo>
                    <a:pt x="121" y="1060"/>
                  </a:lnTo>
                  <a:lnTo>
                    <a:pt x="49" y="1084"/>
                  </a:lnTo>
                  <a:lnTo>
                    <a:pt x="25" y="1132"/>
                  </a:lnTo>
                  <a:lnTo>
                    <a:pt x="1" y="1204"/>
                  </a:lnTo>
                  <a:lnTo>
                    <a:pt x="1" y="1252"/>
                  </a:lnTo>
                  <a:lnTo>
                    <a:pt x="25" y="1397"/>
                  </a:lnTo>
                  <a:lnTo>
                    <a:pt x="73" y="1541"/>
                  </a:lnTo>
                  <a:lnTo>
                    <a:pt x="145" y="1685"/>
                  </a:lnTo>
                  <a:lnTo>
                    <a:pt x="241" y="1806"/>
                  </a:lnTo>
                  <a:lnTo>
                    <a:pt x="314" y="1878"/>
                  </a:lnTo>
                  <a:lnTo>
                    <a:pt x="338" y="1902"/>
                  </a:lnTo>
                  <a:lnTo>
                    <a:pt x="410" y="1902"/>
                  </a:lnTo>
                  <a:lnTo>
                    <a:pt x="554" y="1878"/>
                  </a:lnTo>
                  <a:lnTo>
                    <a:pt x="964" y="1710"/>
                  </a:lnTo>
                  <a:lnTo>
                    <a:pt x="1469" y="1517"/>
                  </a:lnTo>
                  <a:lnTo>
                    <a:pt x="1734" y="1421"/>
                  </a:lnTo>
                  <a:lnTo>
                    <a:pt x="1999" y="1348"/>
                  </a:lnTo>
                  <a:lnTo>
                    <a:pt x="2264" y="1300"/>
                  </a:lnTo>
                  <a:lnTo>
                    <a:pt x="2528" y="1300"/>
                  </a:lnTo>
                  <a:lnTo>
                    <a:pt x="3010" y="1324"/>
                  </a:lnTo>
                  <a:lnTo>
                    <a:pt x="3419" y="1348"/>
                  </a:lnTo>
                  <a:lnTo>
                    <a:pt x="3612" y="1324"/>
                  </a:lnTo>
                  <a:lnTo>
                    <a:pt x="3756" y="1300"/>
                  </a:lnTo>
                  <a:lnTo>
                    <a:pt x="3804" y="1252"/>
                  </a:lnTo>
                  <a:lnTo>
                    <a:pt x="3828" y="1204"/>
                  </a:lnTo>
                  <a:lnTo>
                    <a:pt x="3828" y="1132"/>
                  </a:lnTo>
                  <a:lnTo>
                    <a:pt x="3804" y="1060"/>
                  </a:lnTo>
                  <a:lnTo>
                    <a:pt x="3708" y="843"/>
                  </a:lnTo>
                  <a:lnTo>
                    <a:pt x="3539" y="626"/>
                  </a:lnTo>
                  <a:lnTo>
                    <a:pt x="3202" y="241"/>
                  </a:lnTo>
                  <a:lnTo>
                    <a:pt x="3058" y="73"/>
                  </a:lnTo>
                  <a:lnTo>
                    <a:pt x="2986" y="24"/>
                  </a:lnTo>
                  <a:lnTo>
                    <a:pt x="2913"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859;p42">
              <a:extLst>
                <a:ext uri="{FF2B5EF4-FFF2-40B4-BE49-F238E27FC236}">
                  <a16:creationId xmlns:a16="http://schemas.microsoft.com/office/drawing/2014/main" id="{42D628FE-76A3-D7B1-3732-2BFE8000C5AD}"/>
                </a:ext>
              </a:extLst>
            </p:cNvPr>
            <p:cNvSpPr/>
            <p:nvPr/>
          </p:nvSpPr>
          <p:spPr>
            <a:xfrm>
              <a:off x="7264500" y="1923738"/>
              <a:ext cx="95725" cy="21700"/>
            </a:xfrm>
            <a:custGeom>
              <a:avLst/>
              <a:gdLst/>
              <a:ahLst/>
              <a:cxnLst/>
              <a:rect l="l" t="t" r="r" b="b"/>
              <a:pathLst>
                <a:path w="3829" h="868" extrusionOk="0">
                  <a:moveTo>
                    <a:pt x="217" y="0"/>
                  </a:moveTo>
                  <a:lnTo>
                    <a:pt x="145" y="25"/>
                  </a:lnTo>
                  <a:lnTo>
                    <a:pt x="73" y="49"/>
                  </a:lnTo>
                  <a:lnTo>
                    <a:pt x="25" y="97"/>
                  </a:lnTo>
                  <a:lnTo>
                    <a:pt x="1" y="145"/>
                  </a:lnTo>
                  <a:lnTo>
                    <a:pt x="1" y="265"/>
                  </a:lnTo>
                  <a:lnTo>
                    <a:pt x="25" y="386"/>
                  </a:lnTo>
                  <a:lnTo>
                    <a:pt x="97" y="530"/>
                  </a:lnTo>
                  <a:lnTo>
                    <a:pt x="169" y="675"/>
                  </a:lnTo>
                  <a:lnTo>
                    <a:pt x="241" y="771"/>
                  </a:lnTo>
                  <a:lnTo>
                    <a:pt x="314" y="843"/>
                  </a:lnTo>
                  <a:lnTo>
                    <a:pt x="338" y="867"/>
                  </a:lnTo>
                  <a:lnTo>
                    <a:pt x="410" y="867"/>
                  </a:lnTo>
                  <a:lnTo>
                    <a:pt x="554" y="843"/>
                  </a:lnTo>
                  <a:lnTo>
                    <a:pt x="964" y="675"/>
                  </a:lnTo>
                  <a:lnTo>
                    <a:pt x="1469" y="482"/>
                  </a:lnTo>
                  <a:lnTo>
                    <a:pt x="1734" y="386"/>
                  </a:lnTo>
                  <a:lnTo>
                    <a:pt x="1999" y="313"/>
                  </a:lnTo>
                  <a:lnTo>
                    <a:pt x="2264" y="265"/>
                  </a:lnTo>
                  <a:lnTo>
                    <a:pt x="2528" y="265"/>
                  </a:lnTo>
                  <a:lnTo>
                    <a:pt x="3010" y="289"/>
                  </a:lnTo>
                  <a:lnTo>
                    <a:pt x="3419" y="313"/>
                  </a:lnTo>
                  <a:lnTo>
                    <a:pt x="3612" y="289"/>
                  </a:lnTo>
                  <a:lnTo>
                    <a:pt x="3756" y="265"/>
                  </a:lnTo>
                  <a:lnTo>
                    <a:pt x="3804" y="241"/>
                  </a:lnTo>
                  <a:lnTo>
                    <a:pt x="3828" y="193"/>
                  </a:lnTo>
                  <a:lnTo>
                    <a:pt x="3828" y="121"/>
                  </a:lnTo>
                  <a:lnTo>
                    <a:pt x="3828" y="49"/>
                  </a:lnTo>
                  <a:lnTo>
                    <a:pt x="3154" y="73"/>
                  </a:lnTo>
                  <a:lnTo>
                    <a:pt x="2721" y="49"/>
                  </a:lnTo>
                  <a:lnTo>
                    <a:pt x="2288" y="25"/>
                  </a:lnTo>
                  <a:lnTo>
                    <a:pt x="2167" y="0"/>
                  </a:lnTo>
                  <a:lnTo>
                    <a:pt x="2023" y="25"/>
                  </a:lnTo>
                  <a:lnTo>
                    <a:pt x="1782" y="73"/>
                  </a:lnTo>
                  <a:lnTo>
                    <a:pt x="1541" y="145"/>
                  </a:lnTo>
                  <a:lnTo>
                    <a:pt x="1325" y="241"/>
                  </a:lnTo>
                  <a:lnTo>
                    <a:pt x="1132" y="337"/>
                  </a:lnTo>
                  <a:lnTo>
                    <a:pt x="964" y="410"/>
                  </a:lnTo>
                  <a:lnTo>
                    <a:pt x="795" y="434"/>
                  </a:lnTo>
                  <a:lnTo>
                    <a:pt x="723" y="434"/>
                  </a:lnTo>
                  <a:lnTo>
                    <a:pt x="675" y="410"/>
                  </a:lnTo>
                  <a:lnTo>
                    <a:pt x="506" y="337"/>
                  </a:lnTo>
                  <a:lnTo>
                    <a:pt x="386" y="217"/>
                  </a:lnTo>
                  <a:lnTo>
                    <a:pt x="290" y="97"/>
                  </a:lnTo>
                  <a:lnTo>
                    <a:pt x="217"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860;p42">
              <a:extLst>
                <a:ext uri="{FF2B5EF4-FFF2-40B4-BE49-F238E27FC236}">
                  <a16:creationId xmlns:a16="http://schemas.microsoft.com/office/drawing/2014/main" id="{EC4A00B1-0C45-6AD4-8730-0A24915362DD}"/>
                </a:ext>
              </a:extLst>
            </p:cNvPr>
            <p:cNvSpPr/>
            <p:nvPr/>
          </p:nvSpPr>
          <p:spPr>
            <a:xfrm>
              <a:off x="7182650" y="1920138"/>
              <a:ext cx="75850" cy="38525"/>
            </a:xfrm>
            <a:custGeom>
              <a:avLst/>
              <a:gdLst/>
              <a:ahLst/>
              <a:cxnLst/>
              <a:rect l="l" t="t" r="r" b="b"/>
              <a:pathLst>
                <a:path w="3034" h="1541" extrusionOk="0">
                  <a:moveTo>
                    <a:pt x="2697" y="0"/>
                  </a:moveTo>
                  <a:lnTo>
                    <a:pt x="2625" y="24"/>
                  </a:lnTo>
                  <a:lnTo>
                    <a:pt x="2432" y="120"/>
                  </a:lnTo>
                  <a:lnTo>
                    <a:pt x="2215" y="289"/>
                  </a:lnTo>
                  <a:lnTo>
                    <a:pt x="1951" y="457"/>
                  </a:lnTo>
                  <a:lnTo>
                    <a:pt x="1830" y="530"/>
                  </a:lnTo>
                  <a:lnTo>
                    <a:pt x="1710" y="602"/>
                  </a:lnTo>
                  <a:lnTo>
                    <a:pt x="1565" y="626"/>
                  </a:lnTo>
                  <a:lnTo>
                    <a:pt x="1108" y="626"/>
                  </a:lnTo>
                  <a:lnTo>
                    <a:pt x="795" y="674"/>
                  </a:lnTo>
                  <a:lnTo>
                    <a:pt x="458" y="794"/>
                  </a:lnTo>
                  <a:lnTo>
                    <a:pt x="121" y="939"/>
                  </a:lnTo>
                  <a:lnTo>
                    <a:pt x="49" y="963"/>
                  </a:lnTo>
                  <a:lnTo>
                    <a:pt x="25" y="1011"/>
                  </a:lnTo>
                  <a:lnTo>
                    <a:pt x="1" y="1059"/>
                  </a:lnTo>
                  <a:lnTo>
                    <a:pt x="25" y="1107"/>
                  </a:lnTo>
                  <a:lnTo>
                    <a:pt x="97" y="1180"/>
                  </a:lnTo>
                  <a:lnTo>
                    <a:pt x="241" y="1252"/>
                  </a:lnTo>
                  <a:lnTo>
                    <a:pt x="578" y="1396"/>
                  </a:lnTo>
                  <a:lnTo>
                    <a:pt x="867" y="1517"/>
                  </a:lnTo>
                  <a:lnTo>
                    <a:pt x="988" y="1541"/>
                  </a:lnTo>
                  <a:lnTo>
                    <a:pt x="1108" y="1541"/>
                  </a:lnTo>
                  <a:lnTo>
                    <a:pt x="1228" y="1517"/>
                  </a:lnTo>
                  <a:lnTo>
                    <a:pt x="1349" y="1444"/>
                  </a:lnTo>
                  <a:lnTo>
                    <a:pt x="1589" y="1324"/>
                  </a:lnTo>
                  <a:lnTo>
                    <a:pt x="1782" y="1204"/>
                  </a:lnTo>
                  <a:lnTo>
                    <a:pt x="1878" y="1156"/>
                  </a:lnTo>
                  <a:lnTo>
                    <a:pt x="1999" y="1156"/>
                  </a:lnTo>
                  <a:lnTo>
                    <a:pt x="2288" y="1131"/>
                  </a:lnTo>
                  <a:lnTo>
                    <a:pt x="2865" y="1156"/>
                  </a:lnTo>
                  <a:lnTo>
                    <a:pt x="2938" y="1156"/>
                  </a:lnTo>
                  <a:lnTo>
                    <a:pt x="2962" y="1131"/>
                  </a:lnTo>
                  <a:lnTo>
                    <a:pt x="3010" y="1083"/>
                  </a:lnTo>
                  <a:lnTo>
                    <a:pt x="3010" y="1011"/>
                  </a:lnTo>
                  <a:lnTo>
                    <a:pt x="3034" y="867"/>
                  </a:lnTo>
                  <a:lnTo>
                    <a:pt x="3010" y="698"/>
                  </a:lnTo>
                  <a:lnTo>
                    <a:pt x="2938" y="361"/>
                  </a:lnTo>
                  <a:lnTo>
                    <a:pt x="2914" y="217"/>
                  </a:lnTo>
                  <a:lnTo>
                    <a:pt x="2841" y="48"/>
                  </a:lnTo>
                  <a:lnTo>
                    <a:pt x="2817" y="24"/>
                  </a:lnTo>
                  <a:lnTo>
                    <a:pt x="2769"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861;p42">
              <a:extLst>
                <a:ext uri="{FF2B5EF4-FFF2-40B4-BE49-F238E27FC236}">
                  <a16:creationId xmlns:a16="http://schemas.microsoft.com/office/drawing/2014/main" id="{7E501359-A94D-08FE-836C-A414E63FAC6D}"/>
                </a:ext>
              </a:extLst>
            </p:cNvPr>
            <p:cNvSpPr/>
            <p:nvPr/>
          </p:nvSpPr>
          <p:spPr>
            <a:xfrm>
              <a:off x="7182650" y="1944188"/>
              <a:ext cx="75250" cy="14475"/>
            </a:xfrm>
            <a:custGeom>
              <a:avLst/>
              <a:gdLst/>
              <a:ahLst/>
              <a:cxnLst/>
              <a:rect l="l" t="t" r="r" b="b"/>
              <a:pathLst>
                <a:path w="3010" h="579" extrusionOk="0">
                  <a:moveTo>
                    <a:pt x="2167" y="1"/>
                  </a:moveTo>
                  <a:lnTo>
                    <a:pt x="1878" y="49"/>
                  </a:lnTo>
                  <a:lnTo>
                    <a:pt x="1517" y="145"/>
                  </a:lnTo>
                  <a:lnTo>
                    <a:pt x="1277" y="194"/>
                  </a:lnTo>
                  <a:lnTo>
                    <a:pt x="1012" y="218"/>
                  </a:lnTo>
                  <a:lnTo>
                    <a:pt x="651" y="194"/>
                  </a:lnTo>
                  <a:lnTo>
                    <a:pt x="265" y="145"/>
                  </a:lnTo>
                  <a:lnTo>
                    <a:pt x="1" y="73"/>
                  </a:lnTo>
                  <a:lnTo>
                    <a:pt x="1" y="121"/>
                  </a:lnTo>
                  <a:lnTo>
                    <a:pt x="25" y="145"/>
                  </a:lnTo>
                  <a:lnTo>
                    <a:pt x="97" y="218"/>
                  </a:lnTo>
                  <a:lnTo>
                    <a:pt x="193" y="290"/>
                  </a:lnTo>
                  <a:lnTo>
                    <a:pt x="338" y="338"/>
                  </a:lnTo>
                  <a:lnTo>
                    <a:pt x="867" y="555"/>
                  </a:lnTo>
                  <a:lnTo>
                    <a:pt x="988" y="579"/>
                  </a:lnTo>
                  <a:lnTo>
                    <a:pt x="1108" y="579"/>
                  </a:lnTo>
                  <a:lnTo>
                    <a:pt x="1228" y="555"/>
                  </a:lnTo>
                  <a:lnTo>
                    <a:pt x="1349" y="482"/>
                  </a:lnTo>
                  <a:lnTo>
                    <a:pt x="1589" y="362"/>
                  </a:lnTo>
                  <a:lnTo>
                    <a:pt x="1782" y="242"/>
                  </a:lnTo>
                  <a:lnTo>
                    <a:pt x="1878" y="194"/>
                  </a:lnTo>
                  <a:lnTo>
                    <a:pt x="1999" y="194"/>
                  </a:lnTo>
                  <a:lnTo>
                    <a:pt x="2288" y="169"/>
                  </a:lnTo>
                  <a:lnTo>
                    <a:pt x="2865" y="194"/>
                  </a:lnTo>
                  <a:lnTo>
                    <a:pt x="2914" y="194"/>
                  </a:lnTo>
                  <a:lnTo>
                    <a:pt x="2962" y="169"/>
                  </a:lnTo>
                  <a:lnTo>
                    <a:pt x="3010" y="97"/>
                  </a:lnTo>
                  <a:lnTo>
                    <a:pt x="2769" y="25"/>
                  </a:lnTo>
                  <a:lnTo>
                    <a:pt x="2480"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862;p42">
              <a:extLst>
                <a:ext uri="{FF2B5EF4-FFF2-40B4-BE49-F238E27FC236}">
                  <a16:creationId xmlns:a16="http://schemas.microsoft.com/office/drawing/2014/main" id="{59FDF2FD-4C60-0B9A-4CCF-E6BDBED8DB38}"/>
                </a:ext>
              </a:extLst>
            </p:cNvPr>
            <p:cNvSpPr/>
            <p:nvPr/>
          </p:nvSpPr>
          <p:spPr>
            <a:xfrm>
              <a:off x="7705050" y="1540363"/>
              <a:ext cx="11450" cy="11475"/>
            </a:xfrm>
            <a:custGeom>
              <a:avLst/>
              <a:gdLst/>
              <a:ahLst/>
              <a:cxnLst/>
              <a:rect l="l" t="t" r="r" b="b"/>
              <a:pathLst>
                <a:path w="458" h="459" extrusionOk="0">
                  <a:moveTo>
                    <a:pt x="217" y="1"/>
                  </a:moveTo>
                  <a:lnTo>
                    <a:pt x="145" y="25"/>
                  </a:lnTo>
                  <a:lnTo>
                    <a:pt x="72" y="73"/>
                  </a:lnTo>
                  <a:lnTo>
                    <a:pt x="24" y="145"/>
                  </a:lnTo>
                  <a:lnTo>
                    <a:pt x="0" y="218"/>
                  </a:lnTo>
                  <a:lnTo>
                    <a:pt x="24" y="314"/>
                  </a:lnTo>
                  <a:lnTo>
                    <a:pt x="72" y="386"/>
                  </a:lnTo>
                  <a:lnTo>
                    <a:pt x="145" y="434"/>
                  </a:lnTo>
                  <a:lnTo>
                    <a:pt x="217" y="458"/>
                  </a:lnTo>
                  <a:lnTo>
                    <a:pt x="313" y="434"/>
                  </a:lnTo>
                  <a:lnTo>
                    <a:pt x="385" y="386"/>
                  </a:lnTo>
                  <a:lnTo>
                    <a:pt x="434" y="314"/>
                  </a:lnTo>
                  <a:lnTo>
                    <a:pt x="458" y="218"/>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863;p42">
              <a:extLst>
                <a:ext uri="{FF2B5EF4-FFF2-40B4-BE49-F238E27FC236}">
                  <a16:creationId xmlns:a16="http://schemas.microsoft.com/office/drawing/2014/main" id="{96753473-A0C7-04B7-DA1E-28DC9972A711}"/>
                </a:ext>
              </a:extLst>
            </p:cNvPr>
            <p:cNvSpPr/>
            <p:nvPr/>
          </p:nvSpPr>
          <p:spPr>
            <a:xfrm>
              <a:off x="7682775" y="1548788"/>
              <a:ext cx="11450" cy="11475"/>
            </a:xfrm>
            <a:custGeom>
              <a:avLst/>
              <a:gdLst/>
              <a:ahLst/>
              <a:cxnLst/>
              <a:rect l="l" t="t" r="r" b="b"/>
              <a:pathLst>
                <a:path w="458" h="459" extrusionOk="0">
                  <a:moveTo>
                    <a:pt x="241" y="1"/>
                  </a:moveTo>
                  <a:lnTo>
                    <a:pt x="145" y="25"/>
                  </a:lnTo>
                  <a:lnTo>
                    <a:pt x="73" y="73"/>
                  </a:lnTo>
                  <a:lnTo>
                    <a:pt x="25" y="145"/>
                  </a:lnTo>
                  <a:lnTo>
                    <a:pt x="1" y="242"/>
                  </a:lnTo>
                  <a:lnTo>
                    <a:pt x="25" y="314"/>
                  </a:lnTo>
                  <a:lnTo>
                    <a:pt x="73" y="386"/>
                  </a:lnTo>
                  <a:lnTo>
                    <a:pt x="145" y="434"/>
                  </a:lnTo>
                  <a:lnTo>
                    <a:pt x="217" y="458"/>
                  </a:lnTo>
                  <a:lnTo>
                    <a:pt x="314" y="434"/>
                  </a:lnTo>
                  <a:lnTo>
                    <a:pt x="386" y="410"/>
                  </a:lnTo>
                  <a:lnTo>
                    <a:pt x="434" y="338"/>
                  </a:lnTo>
                  <a:lnTo>
                    <a:pt x="458" y="242"/>
                  </a:lnTo>
                  <a:lnTo>
                    <a:pt x="434" y="145"/>
                  </a:lnTo>
                  <a:lnTo>
                    <a:pt x="386" y="73"/>
                  </a:lnTo>
                  <a:lnTo>
                    <a:pt x="314"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864;p42">
              <a:extLst>
                <a:ext uri="{FF2B5EF4-FFF2-40B4-BE49-F238E27FC236}">
                  <a16:creationId xmlns:a16="http://schemas.microsoft.com/office/drawing/2014/main" id="{583BBDA4-DD58-FE74-F540-C96AFCF283A1}"/>
                </a:ext>
              </a:extLst>
            </p:cNvPr>
            <p:cNvSpPr/>
            <p:nvPr/>
          </p:nvSpPr>
          <p:spPr>
            <a:xfrm>
              <a:off x="7658700" y="1544588"/>
              <a:ext cx="11450" cy="11450"/>
            </a:xfrm>
            <a:custGeom>
              <a:avLst/>
              <a:gdLst/>
              <a:ahLst/>
              <a:cxnLst/>
              <a:rect l="l" t="t" r="r" b="b"/>
              <a:pathLst>
                <a:path w="458"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865;p42">
              <a:extLst>
                <a:ext uri="{FF2B5EF4-FFF2-40B4-BE49-F238E27FC236}">
                  <a16:creationId xmlns:a16="http://schemas.microsoft.com/office/drawing/2014/main" id="{3E0A1AE4-69A8-7C8F-4FD3-FD5D5234FF99}"/>
                </a:ext>
              </a:extLst>
            </p:cNvPr>
            <p:cNvSpPr/>
            <p:nvPr/>
          </p:nvSpPr>
          <p:spPr>
            <a:xfrm>
              <a:off x="7660500" y="1527138"/>
              <a:ext cx="11475" cy="11450"/>
            </a:xfrm>
            <a:custGeom>
              <a:avLst/>
              <a:gdLst/>
              <a:ahLst/>
              <a:cxnLst/>
              <a:rect l="l" t="t" r="r" b="b"/>
              <a:pathLst>
                <a:path w="459" h="458" extrusionOk="0">
                  <a:moveTo>
                    <a:pt x="218" y="0"/>
                  </a:moveTo>
                  <a:lnTo>
                    <a:pt x="145" y="24"/>
                  </a:lnTo>
                  <a:lnTo>
                    <a:pt x="73" y="73"/>
                  </a:lnTo>
                  <a:lnTo>
                    <a:pt x="25" y="145"/>
                  </a:lnTo>
                  <a:lnTo>
                    <a:pt x="1" y="217"/>
                  </a:lnTo>
                  <a:lnTo>
                    <a:pt x="25" y="313"/>
                  </a:lnTo>
                  <a:lnTo>
                    <a:pt x="73" y="385"/>
                  </a:lnTo>
                  <a:lnTo>
                    <a:pt x="145" y="434"/>
                  </a:lnTo>
                  <a:lnTo>
                    <a:pt x="218" y="458"/>
                  </a:lnTo>
                  <a:lnTo>
                    <a:pt x="314" y="434"/>
                  </a:lnTo>
                  <a:lnTo>
                    <a:pt x="386" y="385"/>
                  </a:lnTo>
                  <a:lnTo>
                    <a:pt x="434" y="313"/>
                  </a:lnTo>
                  <a:lnTo>
                    <a:pt x="458" y="217"/>
                  </a:lnTo>
                  <a:lnTo>
                    <a:pt x="434" y="145"/>
                  </a:lnTo>
                  <a:lnTo>
                    <a:pt x="386" y="73"/>
                  </a:lnTo>
                  <a:lnTo>
                    <a:pt x="314" y="24"/>
                  </a:lnTo>
                  <a:lnTo>
                    <a:pt x="21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866;p42">
              <a:extLst>
                <a:ext uri="{FF2B5EF4-FFF2-40B4-BE49-F238E27FC236}">
                  <a16:creationId xmlns:a16="http://schemas.microsoft.com/office/drawing/2014/main" id="{B843F379-9CB5-AD21-1C48-61F6A7642711}"/>
                </a:ext>
              </a:extLst>
            </p:cNvPr>
            <p:cNvSpPr/>
            <p:nvPr/>
          </p:nvSpPr>
          <p:spPr>
            <a:xfrm>
              <a:off x="7665925" y="1560238"/>
              <a:ext cx="11450" cy="10850"/>
            </a:xfrm>
            <a:custGeom>
              <a:avLst/>
              <a:gdLst/>
              <a:ahLst/>
              <a:cxnLst/>
              <a:rect l="l" t="t" r="r" b="b"/>
              <a:pathLst>
                <a:path w="458" h="434" extrusionOk="0">
                  <a:moveTo>
                    <a:pt x="145" y="0"/>
                  </a:moveTo>
                  <a:lnTo>
                    <a:pt x="73" y="48"/>
                  </a:lnTo>
                  <a:lnTo>
                    <a:pt x="25" y="121"/>
                  </a:lnTo>
                  <a:lnTo>
                    <a:pt x="1" y="217"/>
                  </a:lnTo>
                  <a:lnTo>
                    <a:pt x="25" y="289"/>
                  </a:lnTo>
                  <a:lnTo>
                    <a:pt x="73" y="361"/>
                  </a:lnTo>
                  <a:lnTo>
                    <a:pt x="145" y="434"/>
                  </a:lnTo>
                  <a:lnTo>
                    <a:pt x="313" y="434"/>
                  </a:lnTo>
                  <a:lnTo>
                    <a:pt x="386" y="385"/>
                  </a:lnTo>
                  <a:lnTo>
                    <a:pt x="434" y="313"/>
                  </a:lnTo>
                  <a:lnTo>
                    <a:pt x="458" y="217"/>
                  </a:lnTo>
                  <a:lnTo>
                    <a:pt x="434" y="145"/>
                  </a:lnTo>
                  <a:lnTo>
                    <a:pt x="386" y="73"/>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867;p42">
              <a:extLst>
                <a:ext uri="{FF2B5EF4-FFF2-40B4-BE49-F238E27FC236}">
                  <a16:creationId xmlns:a16="http://schemas.microsoft.com/office/drawing/2014/main" id="{46E00377-2555-5721-0F31-DF2EC0EE5743}"/>
                </a:ext>
              </a:extLst>
            </p:cNvPr>
            <p:cNvSpPr/>
            <p:nvPr/>
          </p:nvSpPr>
          <p:spPr>
            <a:xfrm>
              <a:off x="7688200" y="1527138"/>
              <a:ext cx="11450" cy="11450"/>
            </a:xfrm>
            <a:custGeom>
              <a:avLst/>
              <a:gdLst/>
              <a:ahLst/>
              <a:cxnLst/>
              <a:rect l="l" t="t" r="r" b="b"/>
              <a:pathLst>
                <a:path w="458" h="458" extrusionOk="0">
                  <a:moveTo>
                    <a:pt x="241" y="0"/>
                  </a:moveTo>
                  <a:lnTo>
                    <a:pt x="145" y="24"/>
                  </a:lnTo>
                  <a:lnTo>
                    <a:pt x="72" y="73"/>
                  </a:lnTo>
                  <a:lnTo>
                    <a:pt x="24" y="145"/>
                  </a:lnTo>
                  <a:lnTo>
                    <a:pt x="0" y="217"/>
                  </a:lnTo>
                  <a:lnTo>
                    <a:pt x="24" y="313"/>
                  </a:lnTo>
                  <a:lnTo>
                    <a:pt x="72" y="385"/>
                  </a:lnTo>
                  <a:lnTo>
                    <a:pt x="145" y="434"/>
                  </a:lnTo>
                  <a:lnTo>
                    <a:pt x="217" y="458"/>
                  </a:lnTo>
                  <a:lnTo>
                    <a:pt x="313" y="434"/>
                  </a:lnTo>
                  <a:lnTo>
                    <a:pt x="385" y="385"/>
                  </a:lnTo>
                  <a:lnTo>
                    <a:pt x="434" y="313"/>
                  </a:lnTo>
                  <a:lnTo>
                    <a:pt x="458" y="217"/>
                  </a:lnTo>
                  <a:lnTo>
                    <a:pt x="434" y="145"/>
                  </a:lnTo>
                  <a:lnTo>
                    <a:pt x="385" y="73"/>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868;p42">
              <a:extLst>
                <a:ext uri="{FF2B5EF4-FFF2-40B4-BE49-F238E27FC236}">
                  <a16:creationId xmlns:a16="http://schemas.microsoft.com/office/drawing/2014/main" id="{7DDEAB54-EC46-0DF6-55EB-6275881C1124}"/>
                </a:ext>
              </a:extLst>
            </p:cNvPr>
            <p:cNvSpPr/>
            <p:nvPr/>
          </p:nvSpPr>
          <p:spPr>
            <a:xfrm>
              <a:off x="7659300" y="1501263"/>
              <a:ext cx="11475" cy="11450"/>
            </a:xfrm>
            <a:custGeom>
              <a:avLst/>
              <a:gdLst/>
              <a:ahLst/>
              <a:cxnLst/>
              <a:rect l="l" t="t" r="r" b="b"/>
              <a:pathLst>
                <a:path w="459" h="458" extrusionOk="0">
                  <a:moveTo>
                    <a:pt x="217" y="0"/>
                  </a:moveTo>
                  <a:lnTo>
                    <a:pt x="145" y="24"/>
                  </a:lnTo>
                  <a:lnTo>
                    <a:pt x="73" y="72"/>
                  </a:lnTo>
                  <a:lnTo>
                    <a:pt x="25" y="145"/>
                  </a:lnTo>
                  <a:lnTo>
                    <a:pt x="1" y="241"/>
                  </a:lnTo>
                  <a:lnTo>
                    <a:pt x="25" y="313"/>
                  </a:lnTo>
                  <a:lnTo>
                    <a:pt x="73" y="385"/>
                  </a:lnTo>
                  <a:lnTo>
                    <a:pt x="145" y="433"/>
                  </a:lnTo>
                  <a:lnTo>
                    <a:pt x="217" y="458"/>
                  </a:lnTo>
                  <a:lnTo>
                    <a:pt x="314" y="433"/>
                  </a:lnTo>
                  <a:lnTo>
                    <a:pt x="386" y="385"/>
                  </a:lnTo>
                  <a:lnTo>
                    <a:pt x="434" y="313"/>
                  </a:lnTo>
                  <a:lnTo>
                    <a:pt x="458" y="241"/>
                  </a:lnTo>
                  <a:lnTo>
                    <a:pt x="434" y="145"/>
                  </a:lnTo>
                  <a:lnTo>
                    <a:pt x="386" y="72"/>
                  </a:lnTo>
                  <a:lnTo>
                    <a:pt x="314"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869;p42">
              <a:extLst>
                <a:ext uri="{FF2B5EF4-FFF2-40B4-BE49-F238E27FC236}">
                  <a16:creationId xmlns:a16="http://schemas.microsoft.com/office/drawing/2014/main" id="{3A0BE5AE-6E9D-AFC8-E2DE-676C7DC583F8}"/>
                </a:ext>
              </a:extLst>
            </p:cNvPr>
            <p:cNvSpPr/>
            <p:nvPr/>
          </p:nvSpPr>
          <p:spPr>
            <a:xfrm>
              <a:off x="7710450" y="1515688"/>
              <a:ext cx="11475" cy="11475"/>
            </a:xfrm>
            <a:custGeom>
              <a:avLst/>
              <a:gdLst/>
              <a:ahLst/>
              <a:cxnLst/>
              <a:rect l="l" t="t" r="r" b="b"/>
              <a:pathLst>
                <a:path w="459" h="459" extrusionOk="0">
                  <a:moveTo>
                    <a:pt x="242" y="1"/>
                  </a:moveTo>
                  <a:lnTo>
                    <a:pt x="145" y="25"/>
                  </a:lnTo>
                  <a:lnTo>
                    <a:pt x="73" y="73"/>
                  </a:lnTo>
                  <a:lnTo>
                    <a:pt x="25" y="145"/>
                  </a:lnTo>
                  <a:lnTo>
                    <a:pt x="1" y="242"/>
                  </a:lnTo>
                  <a:lnTo>
                    <a:pt x="25" y="314"/>
                  </a:lnTo>
                  <a:lnTo>
                    <a:pt x="73" y="386"/>
                  </a:lnTo>
                  <a:lnTo>
                    <a:pt x="145" y="434"/>
                  </a:lnTo>
                  <a:lnTo>
                    <a:pt x="242" y="458"/>
                  </a:lnTo>
                  <a:lnTo>
                    <a:pt x="314" y="434"/>
                  </a:lnTo>
                  <a:lnTo>
                    <a:pt x="386" y="386"/>
                  </a:lnTo>
                  <a:lnTo>
                    <a:pt x="434" y="314"/>
                  </a:lnTo>
                  <a:lnTo>
                    <a:pt x="458" y="242"/>
                  </a:lnTo>
                  <a:lnTo>
                    <a:pt x="434" y="145"/>
                  </a:lnTo>
                  <a:lnTo>
                    <a:pt x="386" y="73"/>
                  </a:lnTo>
                  <a:lnTo>
                    <a:pt x="314" y="25"/>
                  </a:lnTo>
                  <a:lnTo>
                    <a:pt x="24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870;p42">
              <a:extLst>
                <a:ext uri="{FF2B5EF4-FFF2-40B4-BE49-F238E27FC236}">
                  <a16:creationId xmlns:a16="http://schemas.microsoft.com/office/drawing/2014/main" id="{62F4B16C-3C90-6619-7E66-58FD1CF0C55B}"/>
                </a:ext>
              </a:extLst>
            </p:cNvPr>
            <p:cNvSpPr/>
            <p:nvPr/>
          </p:nvSpPr>
          <p:spPr>
            <a:xfrm>
              <a:off x="7680375" y="1596938"/>
              <a:ext cx="11450" cy="11475"/>
            </a:xfrm>
            <a:custGeom>
              <a:avLst/>
              <a:gdLst/>
              <a:ahLst/>
              <a:cxnLst/>
              <a:rect l="l" t="t" r="r" b="b"/>
              <a:pathLst>
                <a:path w="458" h="459" extrusionOk="0">
                  <a:moveTo>
                    <a:pt x="241" y="1"/>
                  </a:moveTo>
                  <a:lnTo>
                    <a:pt x="145" y="25"/>
                  </a:lnTo>
                  <a:lnTo>
                    <a:pt x="72" y="73"/>
                  </a:lnTo>
                  <a:lnTo>
                    <a:pt x="24" y="145"/>
                  </a:lnTo>
                  <a:lnTo>
                    <a:pt x="0" y="217"/>
                  </a:lnTo>
                  <a:lnTo>
                    <a:pt x="24" y="314"/>
                  </a:lnTo>
                  <a:lnTo>
                    <a:pt x="72" y="386"/>
                  </a:lnTo>
                  <a:lnTo>
                    <a:pt x="145" y="434"/>
                  </a:lnTo>
                  <a:lnTo>
                    <a:pt x="217" y="458"/>
                  </a:lnTo>
                  <a:lnTo>
                    <a:pt x="313" y="434"/>
                  </a:lnTo>
                  <a:lnTo>
                    <a:pt x="385" y="386"/>
                  </a:lnTo>
                  <a:lnTo>
                    <a:pt x="434" y="314"/>
                  </a:lnTo>
                  <a:lnTo>
                    <a:pt x="458" y="217"/>
                  </a:lnTo>
                  <a:lnTo>
                    <a:pt x="434" y="145"/>
                  </a:lnTo>
                  <a:lnTo>
                    <a:pt x="385"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3871;p42">
              <a:extLst>
                <a:ext uri="{FF2B5EF4-FFF2-40B4-BE49-F238E27FC236}">
                  <a16:creationId xmlns:a16="http://schemas.microsoft.com/office/drawing/2014/main" id="{01B22960-7405-6E01-CEF5-CCB2E5BDA57C}"/>
                </a:ext>
              </a:extLst>
            </p:cNvPr>
            <p:cNvSpPr/>
            <p:nvPr/>
          </p:nvSpPr>
          <p:spPr>
            <a:xfrm>
              <a:off x="7715275" y="1664963"/>
              <a:ext cx="11450" cy="10850"/>
            </a:xfrm>
            <a:custGeom>
              <a:avLst/>
              <a:gdLst/>
              <a:ahLst/>
              <a:cxnLst/>
              <a:rect l="l" t="t" r="r" b="b"/>
              <a:pathLst>
                <a:path w="458" h="434" extrusionOk="0">
                  <a:moveTo>
                    <a:pt x="145" y="0"/>
                  </a:moveTo>
                  <a:lnTo>
                    <a:pt x="73" y="48"/>
                  </a:lnTo>
                  <a:lnTo>
                    <a:pt x="25" y="120"/>
                  </a:lnTo>
                  <a:lnTo>
                    <a:pt x="1" y="217"/>
                  </a:lnTo>
                  <a:lnTo>
                    <a:pt x="25" y="313"/>
                  </a:lnTo>
                  <a:lnTo>
                    <a:pt x="73" y="385"/>
                  </a:lnTo>
                  <a:lnTo>
                    <a:pt x="145" y="433"/>
                  </a:lnTo>
                  <a:lnTo>
                    <a:pt x="313" y="433"/>
                  </a:lnTo>
                  <a:lnTo>
                    <a:pt x="386" y="385"/>
                  </a:lnTo>
                  <a:lnTo>
                    <a:pt x="434" y="313"/>
                  </a:lnTo>
                  <a:lnTo>
                    <a:pt x="458" y="217"/>
                  </a:lnTo>
                  <a:lnTo>
                    <a:pt x="434" y="144"/>
                  </a:lnTo>
                  <a:lnTo>
                    <a:pt x="386"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3872;p42">
              <a:extLst>
                <a:ext uri="{FF2B5EF4-FFF2-40B4-BE49-F238E27FC236}">
                  <a16:creationId xmlns:a16="http://schemas.microsoft.com/office/drawing/2014/main" id="{90C96241-68DD-1E80-CA82-179BAE04F284}"/>
                </a:ext>
              </a:extLst>
            </p:cNvPr>
            <p:cNvSpPr/>
            <p:nvPr/>
          </p:nvSpPr>
          <p:spPr>
            <a:xfrm>
              <a:off x="7679775" y="1510288"/>
              <a:ext cx="10850" cy="11450"/>
            </a:xfrm>
            <a:custGeom>
              <a:avLst/>
              <a:gdLst/>
              <a:ahLst/>
              <a:cxnLst/>
              <a:rect l="l" t="t" r="r" b="b"/>
              <a:pathLst>
                <a:path w="434" h="458" extrusionOk="0">
                  <a:moveTo>
                    <a:pt x="217" y="0"/>
                  </a:moveTo>
                  <a:lnTo>
                    <a:pt x="145" y="24"/>
                  </a:lnTo>
                  <a:lnTo>
                    <a:pt x="72" y="72"/>
                  </a:lnTo>
                  <a:lnTo>
                    <a:pt x="0" y="145"/>
                  </a:lnTo>
                  <a:lnTo>
                    <a:pt x="0" y="217"/>
                  </a:lnTo>
                  <a:lnTo>
                    <a:pt x="0" y="313"/>
                  </a:lnTo>
                  <a:lnTo>
                    <a:pt x="48" y="385"/>
                  </a:lnTo>
                  <a:lnTo>
                    <a:pt x="121" y="434"/>
                  </a:lnTo>
                  <a:lnTo>
                    <a:pt x="217" y="458"/>
                  </a:lnTo>
                  <a:lnTo>
                    <a:pt x="289" y="434"/>
                  </a:lnTo>
                  <a:lnTo>
                    <a:pt x="361" y="385"/>
                  </a:lnTo>
                  <a:lnTo>
                    <a:pt x="434" y="313"/>
                  </a:lnTo>
                  <a:lnTo>
                    <a:pt x="434" y="217"/>
                  </a:lnTo>
                  <a:lnTo>
                    <a:pt x="434"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3873;p42">
              <a:extLst>
                <a:ext uri="{FF2B5EF4-FFF2-40B4-BE49-F238E27FC236}">
                  <a16:creationId xmlns:a16="http://schemas.microsoft.com/office/drawing/2014/main" id="{DBEC057B-EEA6-B829-F9D6-95FBA5F8E783}"/>
                </a:ext>
              </a:extLst>
            </p:cNvPr>
            <p:cNvSpPr/>
            <p:nvPr/>
          </p:nvSpPr>
          <p:spPr>
            <a:xfrm>
              <a:off x="7706250" y="1565638"/>
              <a:ext cx="11450" cy="10875"/>
            </a:xfrm>
            <a:custGeom>
              <a:avLst/>
              <a:gdLst/>
              <a:ahLst/>
              <a:cxnLst/>
              <a:rect l="l" t="t" r="r" b="b"/>
              <a:pathLst>
                <a:path w="458" h="435" extrusionOk="0">
                  <a:moveTo>
                    <a:pt x="145" y="1"/>
                  </a:moveTo>
                  <a:lnTo>
                    <a:pt x="73" y="49"/>
                  </a:lnTo>
                  <a:lnTo>
                    <a:pt x="24" y="121"/>
                  </a:lnTo>
                  <a:lnTo>
                    <a:pt x="0" y="218"/>
                  </a:lnTo>
                  <a:lnTo>
                    <a:pt x="24" y="290"/>
                  </a:lnTo>
                  <a:lnTo>
                    <a:pt x="73" y="362"/>
                  </a:lnTo>
                  <a:lnTo>
                    <a:pt x="145" y="410"/>
                  </a:lnTo>
                  <a:lnTo>
                    <a:pt x="241" y="434"/>
                  </a:lnTo>
                  <a:lnTo>
                    <a:pt x="313" y="434"/>
                  </a:lnTo>
                  <a:lnTo>
                    <a:pt x="386" y="386"/>
                  </a:lnTo>
                  <a:lnTo>
                    <a:pt x="434" y="314"/>
                  </a:lnTo>
                  <a:lnTo>
                    <a:pt x="458" y="218"/>
                  </a:lnTo>
                  <a:lnTo>
                    <a:pt x="434" y="121"/>
                  </a:lnTo>
                  <a:lnTo>
                    <a:pt x="386"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3874;p42">
              <a:extLst>
                <a:ext uri="{FF2B5EF4-FFF2-40B4-BE49-F238E27FC236}">
                  <a16:creationId xmlns:a16="http://schemas.microsoft.com/office/drawing/2014/main" id="{A6FF630B-432A-6AEC-4D94-40BD48F2CE1D}"/>
                </a:ext>
              </a:extLst>
            </p:cNvPr>
            <p:cNvSpPr/>
            <p:nvPr/>
          </p:nvSpPr>
          <p:spPr>
            <a:xfrm>
              <a:off x="7715275" y="1587313"/>
              <a:ext cx="10850" cy="11450"/>
            </a:xfrm>
            <a:custGeom>
              <a:avLst/>
              <a:gdLst/>
              <a:ahLst/>
              <a:cxnLst/>
              <a:rect l="l" t="t" r="r" b="b"/>
              <a:pathLst>
                <a:path w="434" h="458" extrusionOk="0">
                  <a:moveTo>
                    <a:pt x="217" y="1"/>
                  </a:moveTo>
                  <a:lnTo>
                    <a:pt x="145" y="25"/>
                  </a:lnTo>
                  <a:lnTo>
                    <a:pt x="73" y="73"/>
                  </a:lnTo>
                  <a:lnTo>
                    <a:pt x="25" y="145"/>
                  </a:lnTo>
                  <a:lnTo>
                    <a:pt x="1" y="241"/>
                  </a:lnTo>
                  <a:lnTo>
                    <a:pt x="1" y="314"/>
                  </a:lnTo>
                  <a:lnTo>
                    <a:pt x="49" y="386"/>
                  </a:lnTo>
                  <a:lnTo>
                    <a:pt x="121" y="434"/>
                  </a:lnTo>
                  <a:lnTo>
                    <a:pt x="217" y="458"/>
                  </a:lnTo>
                  <a:lnTo>
                    <a:pt x="313" y="434"/>
                  </a:lnTo>
                  <a:lnTo>
                    <a:pt x="386" y="386"/>
                  </a:lnTo>
                  <a:lnTo>
                    <a:pt x="434" y="314"/>
                  </a:lnTo>
                  <a:lnTo>
                    <a:pt x="434" y="241"/>
                  </a:lnTo>
                  <a:lnTo>
                    <a:pt x="434" y="145"/>
                  </a:lnTo>
                  <a:lnTo>
                    <a:pt x="386"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3875;p42">
              <a:extLst>
                <a:ext uri="{FF2B5EF4-FFF2-40B4-BE49-F238E27FC236}">
                  <a16:creationId xmlns:a16="http://schemas.microsoft.com/office/drawing/2014/main" id="{C9870D88-4784-9625-AC50-41D4EC731ECE}"/>
                </a:ext>
              </a:extLst>
            </p:cNvPr>
            <p:cNvSpPr/>
            <p:nvPr/>
          </p:nvSpPr>
          <p:spPr>
            <a:xfrm>
              <a:off x="7715275" y="1643288"/>
              <a:ext cx="11450" cy="11450"/>
            </a:xfrm>
            <a:custGeom>
              <a:avLst/>
              <a:gdLst/>
              <a:ahLst/>
              <a:cxnLst/>
              <a:rect l="l" t="t" r="r" b="b"/>
              <a:pathLst>
                <a:path w="458" h="458" extrusionOk="0">
                  <a:moveTo>
                    <a:pt x="217" y="0"/>
                  </a:moveTo>
                  <a:lnTo>
                    <a:pt x="145" y="24"/>
                  </a:lnTo>
                  <a:lnTo>
                    <a:pt x="73" y="73"/>
                  </a:lnTo>
                  <a:lnTo>
                    <a:pt x="25" y="145"/>
                  </a:lnTo>
                  <a:lnTo>
                    <a:pt x="1" y="241"/>
                  </a:lnTo>
                  <a:lnTo>
                    <a:pt x="25" y="313"/>
                  </a:lnTo>
                  <a:lnTo>
                    <a:pt x="73" y="386"/>
                  </a:lnTo>
                  <a:lnTo>
                    <a:pt x="145" y="434"/>
                  </a:lnTo>
                  <a:lnTo>
                    <a:pt x="217" y="458"/>
                  </a:lnTo>
                  <a:lnTo>
                    <a:pt x="313" y="434"/>
                  </a:lnTo>
                  <a:lnTo>
                    <a:pt x="386" y="410"/>
                  </a:lnTo>
                  <a:lnTo>
                    <a:pt x="434" y="337"/>
                  </a:lnTo>
                  <a:lnTo>
                    <a:pt x="458" y="241"/>
                  </a:lnTo>
                  <a:lnTo>
                    <a:pt x="434" y="145"/>
                  </a:lnTo>
                  <a:lnTo>
                    <a:pt x="386"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3876;p42">
              <a:extLst>
                <a:ext uri="{FF2B5EF4-FFF2-40B4-BE49-F238E27FC236}">
                  <a16:creationId xmlns:a16="http://schemas.microsoft.com/office/drawing/2014/main" id="{F8CAC8E6-EB9D-07B5-47C0-026FFD408B3C}"/>
                </a:ext>
              </a:extLst>
            </p:cNvPr>
            <p:cNvSpPr/>
            <p:nvPr/>
          </p:nvSpPr>
          <p:spPr>
            <a:xfrm>
              <a:off x="7702025" y="1599963"/>
              <a:ext cx="10875" cy="11450"/>
            </a:xfrm>
            <a:custGeom>
              <a:avLst/>
              <a:gdLst/>
              <a:ahLst/>
              <a:cxnLst/>
              <a:rect l="l" t="t" r="r" b="b"/>
              <a:pathLst>
                <a:path w="435" h="458" extrusionOk="0">
                  <a:moveTo>
                    <a:pt x="218" y="0"/>
                  </a:moveTo>
                  <a:lnTo>
                    <a:pt x="145" y="24"/>
                  </a:lnTo>
                  <a:lnTo>
                    <a:pt x="73" y="72"/>
                  </a:lnTo>
                  <a:lnTo>
                    <a:pt x="25" y="145"/>
                  </a:lnTo>
                  <a:lnTo>
                    <a:pt x="1" y="241"/>
                  </a:lnTo>
                  <a:lnTo>
                    <a:pt x="1" y="313"/>
                  </a:lnTo>
                  <a:lnTo>
                    <a:pt x="49" y="385"/>
                  </a:lnTo>
                  <a:lnTo>
                    <a:pt x="121" y="433"/>
                  </a:lnTo>
                  <a:lnTo>
                    <a:pt x="218" y="458"/>
                  </a:lnTo>
                  <a:lnTo>
                    <a:pt x="290" y="433"/>
                  </a:lnTo>
                  <a:lnTo>
                    <a:pt x="362" y="385"/>
                  </a:lnTo>
                  <a:lnTo>
                    <a:pt x="434" y="313"/>
                  </a:lnTo>
                  <a:lnTo>
                    <a:pt x="434" y="241"/>
                  </a:lnTo>
                  <a:lnTo>
                    <a:pt x="434" y="145"/>
                  </a:lnTo>
                  <a:lnTo>
                    <a:pt x="386" y="72"/>
                  </a:lnTo>
                  <a:lnTo>
                    <a:pt x="314" y="24"/>
                  </a:lnTo>
                  <a:lnTo>
                    <a:pt x="21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3877;p42">
              <a:extLst>
                <a:ext uri="{FF2B5EF4-FFF2-40B4-BE49-F238E27FC236}">
                  <a16:creationId xmlns:a16="http://schemas.microsoft.com/office/drawing/2014/main" id="{96CCD84D-AB6F-1CBD-143C-85BC0A9EA1E4}"/>
                </a:ext>
              </a:extLst>
            </p:cNvPr>
            <p:cNvSpPr/>
            <p:nvPr/>
          </p:nvSpPr>
          <p:spPr>
            <a:xfrm>
              <a:off x="7707450" y="1621013"/>
              <a:ext cx="11450" cy="11475"/>
            </a:xfrm>
            <a:custGeom>
              <a:avLst/>
              <a:gdLst/>
              <a:ahLst/>
              <a:cxnLst/>
              <a:rect l="l" t="t" r="r" b="b"/>
              <a:pathLst>
                <a:path w="458" h="459" extrusionOk="0">
                  <a:moveTo>
                    <a:pt x="241" y="1"/>
                  </a:moveTo>
                  <a:lnTo>
                    <a:pt x="145" y="25"/>
                  </a:lnTo>
                  <a:lnTo>
                    <a:pt x="73" y="73"/>
                  </a:lnTo>
                  <a:lnTo>
                    <a:pt x="25" y="145"/>
                  </a:lnTo>
                  <a:lnTo>
                    <a:pt x="1" y="217"/>
                  </a:lnTo>
                  <a:lnTo>
                    <a:pt x="25" y="314"/>
                  </a:lnTo>
                  <a:lnTo>
                    <a:pt x="73" y="386"/>
                  </a:lnTo>
                  <a:lnTo>
                    <a:pt x="145" y="434"/>
                  </a:lnTo>
                  <a:lnTo>
                    <a:pt x="241" y="458"/>
                  </a:lnTo>
                  <a:lnTo>
                    <a:pt x="314" y="434"/>
                  </a:lnTo>
                  <a:lnTo>
                    <a:pt x="386" y="386"/>
                  </a:lnTo>
                  <a:lnTo>
                    <a:pt x="434" y="314"/>
                  </a:lnTo>
                  <a:lnTo>
                    <a:pt x="458" y="217"/>
                  </a:lnTo>
                  <a:lnTo>
                    <a:pt x="434" y="145"/>
                  </a:lnTo>
                  <a:lnTo>
                    <a:pt x="386" y="73"/>
                  </a:lnTo>
                  <a:lnTo>
                    <a:pt x="314"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3878;p42">
              <a:extLst>
                <a:ext uri="{FF2B5EF4-FFF2-40B4-BE49-F238E27FC236}">
                  <a16:creationId xmlns:a16="http://schemas.microsoft.com/office/drawing/2014/main" id="{10B7F701-8AFE-81A9-696A-AA651E5A1CF2}"/>
                </a:ext>
              </a:extLst>
            </p:cNvPr>
            <p:cNvSpPr/>
            <p:nvPr/>
          </p:nvSpPr>
          <p:spPr>
            <a:xfrm>
              <a:off x="7689400" y="1576488"/>
              <a:ext cx="11450" cy="10850"/>
            </a:xfrm>
            <a:custGeom>
              <a:avLst/>
              <a:gdLst/>
              <a:ahLst/>
              <a:cxnLst/>
              <a:rect l="l" t="t" r="r" b="b"/>
              <a:pathLst>
                <a:path w="458" h="434" extrusionOk="0">
                  <a:moveTo>
                    <a:pt x="145" y="0"/>
                  </a:moveTo>
                  <a:lnTo>
                    <a:pt x="73" y="48"/>
                  </a:lnTo>
                  <a:lnTo>
                    <a:pt x="24" y="121"/>
                  </a:lnTo>
                  <a:lnTo>
                    <a:pt x="0" y="217"/>
                  </a:lnTo>
                  <a:lnTo>
                    <a:pt x="24" y="313"/>
                  </a:lnTo>
                  <a:lnTo>
                    <a:pt x="73" y="385"/>
                  </a:lnTo>
                  <a:lnTo>
                    <a:pt x="145" y="434"/>
                  </a:lnTo>
                  <a:lnTo>
                    <a:pt x="313" y="434"/>
                  </a:lnTo>
                  <a:lnTo>
                    <a:pt x="386" y="385"/>
                  </a:lnTo>
                  <a:lnTo>
                    <a:pt x="434" y="313"/>
                  </a:lnTo>
                  <a:lnTo>
                    <a:pt x="458" y="217"/>
                  </a:lnTo>
                  <a:lnTo>
                    <a:pt x="434" y="145"/>
                  </a:lnTo>
                  <a:lnTo>
                    <a:pt x="386"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3879;p42">
              <a:extLst>
                <a:ext uri="{FF2B5EF4-FFF2-40B4-BE49-F238E27FC236}">
                  <a16:creationId xmlns:a16="http://schemas.microsoft.com/office/drawing/2014/main" id="{BB2AD1DA-4804-17E8-AE88-00099BBE280D}"/>
                </a:ext>
              </a:extLst>
            </p:cNvPr>
            <p:cNvSpPr/>
            <p:nvPr/>
          </p:nvSpPr>
          <p:spPr>
            <a:xfrm>
              <a:off x="7661700" y="1614388"/>
              <a:ext cx="11475" cy="10875"/>
            </a:xfrm>
            <a:custGeom>
              <a:avLst/>
              <a:gdLst/>
              <a:ahLst/>
              <a:cxnLst/>
              <a:rect l="l" t="t" r="r" b="b"/>
              <a:pathLst>
                <a:path w="459" h="435" extrusionOk="0">
                  <a:moveTo>
                    <a:pt x="145" y="1"/>
                  </a:moveTo>
                  <a:lnTo>
                    <a:pt x="73" y="49"/>
                  </a:lnTo>
                  <a:lnTo>
                    <a:pt x="25" y="121"/>
                  </a:lnTo>
                  <a:lnTo>
                    <a:pt x="1" y="218"/>
                  </a:lnTo>
                  <a:lnTo>
                    <a:pt x="25" y="290"/>
                  </a:lnTo>
                  <a:lnTo>
                    <a:pt x="73" y="362"/>
                  </a:lnTo>
                  <a:lnTo>
                    <a:pt x="145" y="434"/>
                  </a:lnTo>
                  <a:lnTo>
                    <a:pt x="314" y="434"/>
                  </a:lnTo>
                  <a:lnTo>
                    <a:pt x="386" y="386"/>
                  </a:lnTo>
                  <a:lnTo>
                    <a:pt x="434" y="314"/>
                  </a:lnTo>
                  <a:lnTo>
                    <a:pt x="458" y="218"/>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3880;p42">
              <a:extLst>
                <a:ext uri="{FF2B5EF4-FFF2-40B4-BE49-F238E27FC236}">
                  <a16:creationId xmlns:a16="http://schemas.microsoft.com/office/drawing/2014/main" id="{DA02B10F-BA03-F66E-EE20-7C6523BAB635}"/>
                </a:ext>
              </a:extLst>
            </p:cNvPr>
            <p:cNvSpPr/>
            <p:nvPr/>
          </p:nvSpPr>
          <p:spPr>
            <a:xfrm>
              <a:off x="7659300" y="1661938"/>
              <a:ext cx="11475" cy="11475"/>
            </a:xfrm>
            <a:custGeom>
              <a:avLst/>
              <a:gdLst/>
              <a:ahLst/>
              <a:cxnLst/>
              <a:rect l="l" t="t" r="r" b="b"/>
              <a:pathLst>
                <a:path w="459" h="459" extrusionOk="0">
                  <a:moveTo>
                    <a:pt x="217" y="1"/>
                  </a:moveTo>
                  <a:lnTo>
                    <a:pt x="145" y="25"/>
                  </a:lnTo>
                  <a:lnTo>
                    <a:pt x="73" y="73"/>
                  </a:lnTo>
                  <a:lnTo>
                    <a:pt x="25" y="145"/>
                  </a:lnTo>
                  <a:lnTo>
                    <a:pt x="1" y="217"/>
                  </a:lnTo>
                  <a:lnTo>
                    <a:pt x="25" y="314"/>
                  </a:lnTo>
                  <a:lnTo>
                    <a:pt x="73" y="386"/>
                  </a:lnTo>
                  <a:lnTo>
                    <a:pt x="145" y="434"/>
                  </a:lnTo>
                  <a:lnTo>
                    <a:pt x="217" y="458"/>
                  </a:lnTo>
                  <a:lnTo>
                    <a:pt x="314" y="434"/>
                  </a:lnTo>
                  <a:lnTo>
                    <a:pt x="386" y="386"/>
                  </a:lnTo>
                  <a:lnTo>
                    <a:pt x="434" y="314"/>
                  </a:lnTo>
                  <a:lnTo>
                    <a:pt x="458" y="241"/>
                  </a:lnTo>
                  <a:lnTo>
                    <a:pt x="434" y="145"/>
                  </a:lnTo>
                  <a:lnTo>
                    <a:pt x="386" y="73"/>
                  </a:lnTo>
                  <a:lnTo>
                    <a:pt x="314"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3881;p42">
              <a:extLst>
                <a:ext uri="{FF2B5EF4-FFF2-40B4-BE49-F238E27FC236}">
                  <a16:creationId xmlns:a16="http://schemas.microsoft.com/office/drawing/2014/main" id="{1431546A-15CB-5E6E-3378-E103F615B0F6}"/>
                </a:ext>
              </a:extLst>
            </p:cNvPr>
            <p:cNvSpPr/>
            <p:nvPr/>
          </p:nvSpPr>
          <p:spPr>
            <a:xfrm>
              <a:off x="7685175" y="1630638"/>
              <a:ext cx="11475" cy="10875"/>
            </a:xfrm>
            <a:custGeom>
              <a:avLst/>
              <a:gdLst/>
              <a:ahLst/>
              <a:cxnLst/>
              <a:rect l="l" t="t" r="r" b="b"/>
              <a:pathLst>
                <a:path w="459" h="435" extrusionOk="0">
                  <a:moveTo>
                    <a:pt x="145" y="1"/>
                  </a:moveTo>
                  <a:lnTo>
                    <a:pt x="73" y="49"/>
                  </a:lnTo>
                  <a:lnTo>
                    <a:pt x="25" y="121"/>
                  </a:lnTo>
                  <a:lnTo>
                    <a:pt x="1" y="218"/>
                  </a:lnTo>
                  <a:lnTo>
                    <a:pt x="25" y="314"/>
                  </a:lnTo>
                  <a:lnTo>
                    <a:pt x="73" y="386"/>
                  </a:lnTo>
                  <a:lnTo>
                    <a:pt x="145" y="434"/>
                  </a:lnTo>
                  <a:lnTo>
                    <a:pt x="314" y="434"/>
                  </a:lnTo>
                  <a:lnTo>
                    <a:pt x="386" y="386"/>
                  </a:lnTo>
                  <a:lnTo>
                    <a:pt x="434" y="314"/>
                  </a:lnTo>
                  <a:lnTo>
                    <a:pt x="458" y="218"/>
                  </a:lnTo>
                  <a:lnTo>
                    <a:pt x="434" y="145"/>
                  </a:lnTo>
                  <a:lnTo>
                    <a:pt x="386" y="73"/>
                  </a:lnTo>
                  <a:lnTo>
                    <a:pt x="314" y="25"/>
                  </a:lnTo>
                  <a:lnTo>
                    <a:pt x="218"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3882;p42">
              <a:extLst>
                <a:ext uri="{FF2B5EF4-FFF2-40B4-BE49-F238E27FC236}">
                  <a16:creationId xmlns:a16="http://schemas.microsoft.com/office/drawing/2014/main" id="{1F08E5B8-BCDA-59D3-9DBB-A7B2C2988E68}"/>
                </a:ext>
              </a:extLst>
            </p:cNvPr>
            <p:cNvSpPr/>
            <p:nvPr/>
          </p:nvSpPr>
          <p:spPr>
            <a:xfrm>
              <a:off x="7694200" y="1652913"/>
              <a:ext cx="10875" cy="10850"/>
            </a:xfrm>
            <a:custGeom>
              <a:avLst/>
              <a:gdLst/>
              <a:ahLst/>
              <a:cxnLst/>
              <a:rect l="l" t="t" r="r" b="b"/>
              <a:pathLst>
                <a:path w="435" h="434" extrusionOk="0">
                  <a:moveTo>
                    <a:pt x="121" y="1"/>
                  </a:moveTo>
                  <a:lnTo>
                    <a:pt x="49" y="49"/>
                  </a:lnTo>
                  <a:lnTo>
                    <a:pt x="1" y="121"/>
                  </a:lnTo>
                  <a:lnTo>
                    <a:pt x="1" y="217"/>
                  </a:lnTo>
                  <a:lnTo>
                    <a:pt x="1" y="289"/>
                  </a:lnTo>
                  <a:lnTo>
                    <a:pt x="49" y="362"/>
                  </a:lnTo>
                  <a:lnTo>
                    <a:pt x="121" y="410"/>
                  </a:lnTo>
                  <a:lnTo>
                    <a:pt x="218" y="434"/>
                  </a:lnTo>
                  <a:lnTo>
                    <a:pt x="290" y="434"/>
                  </a:lnTo>
                  <a:lnTo>
                    <a:pt x="362" y="386"/>
                  </a:lnTo>
                  <a:lnTo>
                    <a:pt x="410" y="314"/>
                  </a:lnTo>
                  <a:lnTo>
                    <a:pt x="434" y="217"/>
                  </a:lnTo>
                  <a:lnTo>
                    <a:pt x="434" y="121"/>
                  </a:lnTo>
                  <a:lnTo>
                    <a:pt x="386" y="49"/>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3883;p42">
              <a:extLst>
                <a:ext uri="{FF2B5EF4-FFF2-40B4-BE49-F238E27FC236}">
                  <a16:creationId xmlns:a16="http://schemas.microsoft.com/office/drawing/2014/main" id="{B3615239-5D4F-4FA1-D51C-7BC4E78B3285}"/>
                </a:ext>
              </a:extLst>
            </p:cNvPr>
            <p:cNvSpPr/>
            <p:nvPr/>
          </p:nvSpPr>
          <p:spPr>
            <a:xfrm>
              <a:off x="7680375" y="1664963"/>
              <a:ext cx="11450" cy="11450"/>
            </a:xfrm>
            <a:custGeom>
              <a:avLst/>
              <a:gdLst/>
              <a:ahLst/>
              <a:cxnLst/>
              <a:rect l="l" t="t" r="r" b="b"/>
              <a:pathLst>
                <a:path w="458" h="458" extrusionOk="0">
                  <a:moveTo>
                    <a:pt x="241" y="0"/>
                  </a:moveTo>
                  <a:lnTo>
                    <a:pt x="145" y="24"/>
                  </a:lnTo>
                  <a:lnTo>
                    <a:pt x="72" y="72"/>
                  </a:lnTo>
                  <a:lnTo>
                    <a:pt x="24" y="144"/>
                  </a:lnTo>
                  <a:lnTo>
                    <a:pt x="0" y="241"/>
                  </a:lnTo>
                  <a:lnTo>
                    <a:pt x="24" y="313"/>
                  </a:lnTo>
                  <a:lnTo>
                    <a:pt x="72" y="385"/>
                  </a:lnTo>
                  <a:lnTo>
                    <a:pt x="145" y="433"/>
                  </a:lnTo>
                  <a:lnTo>
                    <a:pt x="241" y="457"/>
                  </a:lnTo>
                  <a:lnTo>
                    <a:pt x="313" y="433"/>
                  </a:lnTo>
                  <a:lnTo>
                    <a:pt x="385" y="409"/>
                  </a:lnTo>
                  <a:lnTo>
                    <a:pt x="434" y="313"/>
                  </a:lnTo>
                  <a:lnTo>
                    <a:pt x="458" y="241"/>
                  </a:lnTo>
                  <a:lnTo>
                    <a:pt x="434" y="144"/>
                  </a:lnTo>
                  <a:lnTo>
                    <a:pt x="410" y="72"/>
                  </a:lnTo>
                  <a:lnTo>
                    <a:pt x="337"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3884;p42">
              <a:extLst>
                <a:ext uri="{FF2B5EF4-FFF2-40B4-BE49-F238E27FC236}">
                  <a16:creationId xmlns:a16="http://schemas.microsoft.com/office/drawing/2014/main" id="{3706848F-9BFA-D52A-1D73-4744868CF208}"/>
                </a:ext>
              </a:extLst>
            </p:cNvPr>
            <p:cNvSpPr/>
            <p:nvPr/>
          </p:nvSpPr>
          <p:spPr>
            <a:xfrm>
              <a:off x="7668325" y="1641488"/>
              <a:ext cx="10875" cy="11450"/>
            </a:xfrm>
            <a:custGeom>
              <a:avLst/>
              <a:gdLst/>
              <a:ahLst/>
              <a:cxnLst/>
              <a:rect l="l" t="t" r="r" b="b"/>
              <a:pathLst>
                <a:path w="435" h="458" extrusionOk="0">
                  <a:moveTo>
                    <a:pt x="217" y="0"/>
                  </a:moveTo>
                  <a:lnTo>
                    <a:pt x="145" y="24"/>
                  </a:lnTo>
                  <a:lnTo>
                    <a:pt x="73" y="72"/>
                  </a:lnTo>
                  <a:lnTo>
                    <a:pt x="25" y="145"/>
                  </a:lnTo>
                  <a:lnTo>
                    <a:pt x="1" y="217"/>
                  </a:lnTo>
                  <a:lnTo>
                    <a:pt x="1" y="313"/>
                  </a:lnTo>
                  <a:lnTo>
                    <a:pt x="49" y="385"/>
                  </a:lnTo>
                  <a:lnTo>
                    <a:pt x="121" y="433"/>
                  </a:lnTo>
                  <a:lnTo>
                    <a:pt x="217" y="458"/>
                  </a:lnTo>
                  <a:lnTo>
                    <a:pt x="314" y="433"/>
                  </a:lnTo>
                  <a:lnTo>
                    <a:pt x="386" y="385"/>
                  </a:lnTo>
                  <a:lnTo>
                    <a:pt x="434" y="313"/>
                  </a:lnTo>
                  <a:lnTo>
                    <a:pt x="434" y="217"/>
                  </a:lnTo>
                  <a:lnTo>
                    <a:pt x="434" y="145"/>
                  </a:lnTo>
                  <a:lnTo>
                    <a:pt x="386" y="72"/>
                  </a:lnTo>
                  <a:lnTo>
                    <a:pt x="314"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3885;p42">
              <a:extLst>
                <a:ext uri="{FF2B5EF4-FFF2-40B4-BE49-F238E27FC236}">
                  <a16:creationId xmlns:a16="http://schemas.microsoft.com/office/drawing/2014/main" id="{5C1D821E-A7CE-CD8D-9EA2-AE8CF11C6708}"/>
                </a:ext>
              </a:extLst>
            </p:cNvPr>
            <p:cNvSpPr/>
            <p:nvPr/>
          </p:nvSpPr>
          <p:spPr>
            <a:xfrm>
              <a:off x="7662325" y="1583113"/>
              <a:ext cx="10850" cy="10850"/>
            </a:xfrm>
            <a:custGeom>
              <a:avLst/>
              <a:gdLst/>
              <a:ahLst/>
              <a:cxnLst/>
              <a:rect l="l" t="t" r="r" b="b"/>
              <a:pathLst>
                <a:path w="434" h="434" extrusionOk="0">
                  <a:moveTo>
                    <a:pt x="145" y="0"/>
                  </a:moveTo>
                  <a:lnTo>
                    <a:pt x="72" y="48"/>
                  </a:lnTo>
                  <a:lnTo>
                    <a:pt x="0" y="120"/>
                  </a:lnTo>
                  <a:lnTo>
                    <a:pt x="0" y="217"/>
                  </a:lnTo>
                  <a:lnTo>
                    <a:pt x="0" y="289"/>
                  </a:lnTo>
                  <a:lnTo>
                    <a:pt x="48" y="361"/>
                  </a:lnTo>
                  <a:lnTo>
                    <a:pt x="120" y="409"/>
                  </a:lnTo>
                  <a:lnTo>
                    <a:pt x="217" y="433"/>
                  </a:lnTo>
                  <a:lnTo>
                    <a:pt x="289" y="433"/>
                  </a:lnTo>
                  <a:lnTo>
                    <a:pt x="361" y="385"/>
                  </a:lnTo>
                  <a:lnTo>
                    <a:pt x="433" y="313"/>
                  </a:lnTo>
                  <a:lnTo>
                    <a:pt x="433" y="217"/>
                  </a:lnTo>
                  <a:lnTo>
                    <a:pt x="433" y="145"/>
                  </a:lnTo>
                  <a:lnTo>
                    <a:pt x="385" y="48"/>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3886;p42">
              <a:extLst>
                <a:ext uri="{FF2B5EF4-FFF2-40B4-BE49-F238E27FC236}">
                  <a16:creationId xmlns:a16="http://schemas.microsoft.com/office/drawing/2014/main" id="{064FB49C-C37C-A449-F1B9-3564F3D501B3}"/>
                </a:ext>
              </a:extLst>
            </p:cNvPr>
            <p:cNvSpPr/>
            <p:nvPr/>
          </p:nvSpPr>
          <p:spPr>
            <a:xfrm>
              <a:off x="7705050" y="1401963"/>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3"/>
                  </a:lnTo>
                  <a:lnTo>
                    <a:pt x="217" y="457"/>
                  </a:lnTo>
                  <a:lnTo>
                    <a:pt x="313" y="433"/>
                  </a:lnTo>
                  <a:lnTo>
                    <a:pt x="385" y="385"/>
                  </a:lnTo>
                  <a:lnTo>
                    <a:pt x="434" y="313"/>
                  </a:lnTo>
                  <a:lnTo>
                    <a:pt x="458" y="241"/>
                  </a:lnTo>
                  <a:lnTo>
                    <a:pt x="434"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3887;p42">
              <a:extLst>
                <a:ext uri="{FF2B5EF4-FFF2-40B4-BE49-F238E27FC236}">
                  <a16:creationId xmlns:a16="http://schemas.microsoft.com/office/drawing/2014/main" id="{CBC20EED-32B2-D88D-C149-A2118D5580F6}"/>
                </a:ext>
              </a:extLst>
            </p:cNvPr>
            <p:cNvSpPr/>
            <p:nvPr/>
          </p:nvSpPr>
          <p:spPr>
            <a:xfrm>
              <a:off x="7682775" y="1410988"/>
              <a:ext cx="11450" cy="10850"/>
            </a:xfrm>
            <a:custGeom>
              <a:avLst/>
              <a:gdLst/>
              <a:ahLst/>
              <a:cxnLst/>
              <a:rect l="l" t="t" r="r" b="b"/>
              <a:pathLst>
                <a:path w="458" h="434" extrusionOk="0">
                  <a:moveTo>
                    <a:pt x="145" y="0"/>
                  </a:moveTo>
                  <a:lnTo>
                    <a:pt x="73" y="48"/>
                  </a:lnTo>
                  <a:lnTo>
                    <a:pt x="25" y="121"/>
                  </a:lnTo>
                  <a:lnTo>
                    <a:pt x="1" y="217"/>
                  </a:lnTo>
                  <a:lnTo>
                    <a:pt x="25" y="313"/>
                  </a:lnTo>
                  <a:lnTo>
                    <a:pt x="73" y="385"/>
                  </a:lnTo>
                  <a:lnTo>
                    <a:pt x="145" y="433"/>
                  </a:lnTo>
                  <a:lnTo>
                    <a:pt x="314" y="433"/>
                  </a:lnTo>
                  <a:lnTo>
                    <a:pt x="386" y="385"/>
                  </a:lnTo>
                  <a:lnTo>
                    <a:pt x="434" y="313"/>
                  </a:lnTo>
                  <a:lnTo>
                    <a:pt x="458" y="217"/>
                  </a:lnTo>
                  <a:lnTo>
                    <a:pt x="434" y="145"/>
                  </a:lnTo>
                  <a:lnTo>
                    <a:pt x="386" y="72"/>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3888;p42">
              <a:extLst>
                <a:ext uri="{FF2B5EF4-FFF2-40B4-BE49-F238E27FC236}">
                  <a16:creationId xmlns:a16="http://schemas.microsoft.com/office/drawing/2014/main" id="{B9397057-E596-E38B-01B0-97EFDC059829}"/>
                </a:ext>
              </a:extLst>
            </p:cNvPr>
            <p:cNvSpPr/>
            <p:nvPr/>
          </p:nvSpPr>
          <p:spPr>
            <a:xfrm>
              <a:off x="7658700" y="1406763"/>
              <a:ext cx="11450" cy="10850"/>
            </a:xfrm>
            <a:custGeom>
              <a:avLst/>
              <a:gdLst/>
              <a:ahLst/>
              <a:cxnLst/>
              <a:rect l="l" t="t" r="r" b="b"/>
              <a:pathLst>
                <a:path w="458" h="434" extrusionOk="0">
                  <a:moveTo>
                    <a:pt x="145" y="1"/>
                  </a:moveTo>
                  <a:lnTo>
                    <a:pt x="73" y="49"/>
                  </a:lnTo>
                  <a:lnTo>
                    <a:pt x="25" y="121"/>
                  </a:lnTo>
                  <a:lnTo>
                    <a:pt x="1" y="217"/>
                  </a:lnTo>
                  <a:lnTo>
                    <a:pt x="25" y="290"/>
                  </a:lnTo>
                  <a:lnTo>
                    <a:pt x="73" y="362"/>
                  </a:lnTo>
                  <a:lnTo>
                    <a:pt x="145"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3889;p42">
              <a:extLst>
                <a:ext uri="{FF2B5EF4-FFF2-40B4-BE49-F238E27FC236}">
                  <a16:creationId xmlns:a16="http://schemas.microsoft.com/office/drawing/2014/main" id="{E263412A-DE88-6C51-DB46-B9945A3C80E3}"/>
                </a:ext>
              </a:extLst>
            </p:cNvPr>
            <p:cNvSpPr/>
            <p:nvPr/>
          </p:nvSpPr>
          <p:spPr>
            <a:xfrm>
              <a:off x="7660500" y="1388713"/>
              <a:ext cx="11475" cy="11450"/>
            </a:xfrm>
            <a:custGeom>
              <a:avLst/>
              <a:gdLst/>
              <a:ahLst/>
              <a:cxnLst/>
              <a:rect l="l" t="t" r="r" b="b"/>
              <a:pathLst>
                <a:path w="459" h="458" extrusionOk="0">
                  <a:moveTo>
                    <a:pt x="218" y="0"/>
                  </a:moveTo>
                  <a:lnTo>
                    <a:pt x="145" y="25"/>
                  </a:lnTo>
                  <a:lnTo>
                    <a:pt x="73" y="73"/>
                  </a:lnTo>
                  <a:lnTo>
                    <a:pt x="25" y="145"/>
                  </a:lnTo>
                  <a:lnTo>
                    <a:pt x="1" y="241"/>
                  </a:lnTo>
                  <a:lnTo>
                    <a:pt x="25" y="313"/>
                  </a:lnTo>
                  <a:lnTo>
                    <a:pt x="73" y="386"/>
                  </a:lnTo>
                  <a:lnTo>
                    <a:pt x="145" y="434"/>
                  </a:lnTo>
                  <a:lnTo>
                    <a:pt x="218" y="458"/>
                  </a:lnTo>
                  <a:lnTo>
                    <a:pt x="314" y="434"/>
                  </a:lnTo>
                  <a:lnTo>
                    <a:pt x="386" y="386"/>
                  </a:lnTo>
                  <a:lnTo>
                    <a:pt x="434" y="313"/>
                  </a:lnTo>
                  <a:lnTo>
                    <a:pt x="458" y="241"/>
                  </a:lnTo>
                  <a:lnTo>
                    <a:pt x="434" y="145"/>
                  </a:lnTo>
                  <a:lnTo>
                    <a:pt x="386" y="73"/>
                  </a:lnTo>
                  <a:lnTo>
                    <a:pt x="314" y="25"/>
                  </a:lnTo>
                  <a:lnTo>
                    <a:pt x="21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3890;p42">
              <a:extLst>
                <a:ext uri="{FF2B5EF4-FFF2-40B4-BE49-F238E27FC236}">
                  <a16:creationId xmlns:a16="http://schemas.microsoft.com/office/drawing/2014/main" id="{24905DAB-C96D-D8BB-4D21-683F1544C208}"/>
                </a:ext>
              </a:extLst>
            </p:cNvPr>
            <p:cNvSpPr/>
            <p:nvPr/>
          </p:nvSpPr>
          <p:spPr>
            <a:xfrm>
              <a:off x="7665925" y="1421813"/>
              <a:ext cx="11450" cy="11450"/>
            </a:xfrm>
            <a:custGeom>
              <a:avLst/>
              <a:gdLst/>
              <a:ahLst/>
              <a:cxnLst/>
              <a:rect l="l" t="t" r="r" b="b"/>
              <a:pathLst>
                <a:path w="458" h="458" extrusionOk="0">
                  <a:moveTo>
                    <a:pt x="217" y="0"/>
                  </a:moveTo>
                  <a:lnTo>
                    <a:pt x="145" y="25"/>
                  </a:lnTo>
                  <a:lnTo>
                    <a:pt x="73" y="73"/>
                  </a:lnTo>
                  <a:lnTo>
                    <a:pt x="25" y="145"/>
                  </a:lnTo>
                  <a:lnTo>
                    <a:pt x="1" y="217"/>
                  </a:lnTo>
                  <a:lnTo>
                    <a:pt x="25" y="313"/>
                  </a:lnTo>
                  <a:lnTo>
                    <a:pt x="73" y="386"/>
                  </a:lnTo>
                  <a:lnTo>
                    <a:pt x="145" y="434"/>
                  </a:lnTo>
                  <a:lnTo>
                    <a:pt x="217" y="458"/>
                  </a:lnTo>
                  <a:lnTo>
                    <a:pt x="313" y="434"/>
                  </a:lnTo>
                  <a:lnTo>
                    <a:pt x="386" y="386"/>
                  </a:lnTo>
                  <a:lnTo>
                    <a:pt x="434" y="313"/>
                  </a:lnTo>
                  <a:lnTo>
                    <a:pt x="458" y="217"/>
                  </a:lnTo>
                  <a:lnTo>
                    <a:pt x="434" y="145"/>
                  </a:lnTo>
                  <a:lnTo>
                    <a:pt x="386" y="73"/>
                  </a:lnTo>
                  <a:lnTo>
                    <a:pt x="313" y="25"/>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3891;p42">
              <a:extLst>
                <a:ext uri="{FF2B5EF4-FFF2-40B4-BE49-F238E27FC236}">
                  <a16:creationId xmlns:a16="http://schemas.microsoft.com/office/drawing/2014/main" id="{3921691D-E33E-D6EF-6500-98A52DC6F854}"/>
                </a:ext>
              </a:extLst>
            </p:cNvPr>
            <p:cNvSpPr/>
            <p:nvPr/>
          </p:nvSpPr>
          <p:spPr>
            <a:xfrm>
              <a:off x="7688200" y="1388713"/>
              <a:ext cx="11450" cy="11450"/>
            </a:xfrm>
            <a:custGeom>
              <a:avLst/>
              <a:gdLst/>
              <a:ahLst/>
              <a:cxnLst/>
              <a:rect l="l" t="t" r="r" b="b"/>
              <a:pathLst>
                <a:path w="458" h="458" extrusionOk="0">
                  <a:moveTo>
                    <a:pt x="241" y="0"/>
                  </a:moveTo>
                  <a:lnTo>
                    <a:pt x="145" y="25"/>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5"/>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3892;p42">
              <a:extLst>
                <a:ext uri="{FF2B5EF4-FFF2-40B4-BE49-F238E27FC236}">
                  <a16:creationId xmlns:a16="http://schemas.microsoft.com/office/drawing/2014/main" id="{ED6DC4AF-BCA1-3191-CCF6-01DEF7C0749E}"/>
                </a:ext>
              </a:extLst>
            </p:cNvPr>
            <p:cNvSpPr/>
            <p:nvPr/>
          </p:nvSpPr>
          <p:spPr>
            <a:xfrm>
              <a:off x="7659300" y="1363438"/>
              <a:ext cx="11475" cy="10850"/>
            </a:xfrm>
            <a:custGeom>
              <a:avLst/>
              <a:gdLst/>
              <a:ahLst/>
              <a:cxnLst/>
              <a:rect l="l" t="t" r="r" b="b"/>
              <a:pathLst>
                <a:path w="459" h="434" extrusionOk="0">
                  <a:moveTo>
                    <a:pt x="145" y="0"/>
                  </a:moveTo>
                  <a:lnTo>
                    <a:pt x="73" y="49"/>
                  </a:lnTo>
                  <a:lnTo>
                    <a:pt x="25" y="121"/>
                  </a:lnTo>
                  <a:lnTo>
                    <a:pt x="1" y="217"/>
                  </a:lnTo>
                  <a:lnTo>
                    <a:pt x="25" y="289"/>
                  </a:lnTo>
                  <a:lnTo>
                    <a:pt x="73" y="361"/>
                  </a:lnTo>
                  <a:lnTo>
                    <a:pt x="145" y="434"/>
                  </a:lnTo>
                  <a:lnTo>
                    <a:pt x="314" y="434"/>
                  </a:lnTo>
                  <a:lnTo>
                    <a:pt x="386" y="386"/>
                  </a:lnTo>
                  <a:lnTo>
                    <a:pt x="434" y="313"/>
                  </a:lnTo>
                  <a:lnTo>
                    <a:pt x="458" y="217"/>
                  </a:lnTo>
                  <a:lnTo>
                    <a:pt x="434" y="145"/>
                  </a:lnTo>
                  <a:lnTo>
                    <a:pt x="386" y="73"/>
                  </a:lnTo>
                  <a:lnTo>
                    <a:pt x="314"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3893;p42">
              <a:extLst>
                <a:ext uri="{FF2B5EF4-FFF2-40B4-BE49-F238E27FC236}">
                  <a16:creationId xmlns:a16="http://schemas.microsoft.com/office/drawing/2014/main" id="{6F7A7C4B-E6C3-3ACC-CAFE-D9820AADE5F3}"/>
                </a:ext>
              </a:extLst>
            </p:cNvPr>
            <p:cNvSpPr/>
            <p:nvPr/>
          </p:nvSpPr>
          <p:spPr>
            <a:xfrm>
              <a:off x="7710450" y="1377888"/>
              <a:ext cx="11475" cy="10850"/>
            </a:xfrm>
            <a:custGeom>
              <a:avLst/>
              <a:gdLst/>
              <a:ahLst/>
              <a:cxnLst/>
              <a:rect l="l" t="t" r="r" b="b"/>
              <a:pathLst>
                <a:path w="459" h="434" extrusionOk="0">
                  <a:moveTo>
                    <a:pt x="145" y="0"/>
                  </a:moveTo>
                  <a:lnTo>
                    <a:pt x="73" y="48"/>
                  </a:lnTo>
                  <a:lnTo>
                    <a:pt x="25" y="121"/>
                  </a:lnTo>
                  <a:lnTo>
                    <a:pt x="1" y="217"/>
                  </a:lnTo>
                  <a:lnTo>
                    <a:pt x="25" y="289"/>
                  </a:lnTo>
                  <a:lnTo>
                    <a:pt x="73" y="361"/>
                  </a:lnTo>
                  <a:lnTo>
                    <a:pt x="145" y="433"/>
                  </a:lnTo>
                  <a:lnTo>
                    <a:pt x="314" y="433"/>
                  </a:lnTo>
                  <a:lnTo>
                    <a:pt x="386" y="385"/>
                  </a:lnTo>
                  <a:lnTo>
                    <a:pt x="434" y="313"/>
                  </a:lnTo>
                  <a:lnTo>
                    <a:pt x="458"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3894;p42">
              <a:extLst>
                <a:ext uri="{FF2B5EF4-FFF2-40B4-BE49-F238E27FC236}">
                  <a16:creationId xmlns:a16="http://schemas.microsoft.com/office/drawing/2014/main" id="{559A1143-E4D8-370C-35BA-E051450B13D4}"/>
                </a:ext>
              </a:extLst>
            </p:cNvPr>
            <p:cNvSpPr/>
            <p:nvPr/>
          </p:nvSpPr>
          <p:spPr>
            <a:xfrm>
              <a:off x="7680375" y="1458513"/>
              <a:ext cx="11450" cy="11475"/>
            </a:xfrm>
            <a:custGeom>
              <a:avLst/>
              <a:gdLst/>
              <a:ahLst/>
              <a:cxnLst/>
              <a:rect l="l" t="t" r="r" b="b"/>
              <a:pathLst>
                <a:path w="458" h="459" extrusionOk="0">
                  <a:moveTo>
                    <a:pt x="241" y="1"/>
                  </a:moveTo>
                  <a:lnTo>
                    <a:pt x="145" y="25"/>
                  </a:lnTo>
                  <a:lnTo>
                    <a:pt x="72" y="73"/>
                  </a:lnTo>
                  <a:lnTo>
                    <a:pt x="24" y="145"/>
                  </a:lnTo>
                  <a:lnTo>
                    <a:pt x="0" y="242"/>
                  </a:lnTo>
                  <a:lnTo>
                    <a:pt x="24" y="314"/>
                  </a:lnTo>
                  <a:lnTo>
                    <a:pt x="72" y="386"/>
                  </a:lnTo>
                  <a:lnTo>
                    <a:pt x="145" y="434"/>
                  </a:lnTo>
                  <a:lnTo>
                    <a:pt x="217" y="458"/>
                  </a:lnTo>
                  <a:lnTo>
                    <a:pt x="313" y="434"/>
                  </a:lnTo>
                  <a:lnTo>
                    <a:pt x="385" y="386"/>
                  </a:lnTo>
                  <a:lnTo>
                    <a:pt x="434" y="314"/>
                  </a:lnTo>
                  <a:lnTo>
                    <a:pt x="458" y="242"/>
                  </a:lnTo>
                  <a:lnTo>
                    <a:pt x="434" y="145"/>
                  </a:lnTo>
                  <a:lnTo>
                    <a:pt x="385"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3895;p42">
              <a:extLst>
                <a:ext uri="{FF2B5EF4-FFF2-40B4-BE49-F238E27FC236}">
                  <a16:creationId xmlns:a16="http://schemas.microsoft.com/office/drawing/2014/main" id="{489685B5-B7CB-51DE-F6B6-1A8030FE8D6B}"/>
                </a:ext>
              </a:extLst>
            </p:cNvPr>
            <p:cNvSpPr/>
            <p:nvPr/>
          </p:nvSpPr>
          <p:spPr>
            <a:xfrm>
              <a:off x="7679775" y="1371863"/>
              <a:ext cx="10850" cy="11450"/>
            </a:xfrm>
            <a:custGeom>
              <a:avLst/>
              <a:gdLst/>
              <a:ahLst/>
              <a:cxnLst/>
              <a:rect l="l" t="t" r="r" b="b"/>
              <a:pathLst>
                <a:path w="434" h="458" extrusionOk="0">
                  <a:moveTo>
                    <a:pt x="217" y="0"/>
                  </a:moveTo>
                  <a:lnTo>
                    <a:pt x="145" y="24"/>
                  </a:lnTo>
                  <a:lnTo>
                    <a:pt x="72" y="73"/>
                  </a:lnTo>
                  <a:lnTo>
                    <a:pt x="0" y="145"/>
                  </a:lnTo>
                  <a:lnTo>
                    <a:pt x="0" y="241"/>
                  </a:lnTo>
                  <a:lnTo>
                    <a:pt x="0" y="313"/>
                  </a:lnTo>
                  <a:lnTo>
                    <a:pt x="48" y="386"/>
                  </a:lnTo>
                  <a:lnTo>
                    <a:pt x="121" y="434"/>
                  </a:lnTo>
                  <a:lnTo>
                    <a:pt x="217" y="458"/>
                  </a:lnTo>
                  <a:lnTo>
                    <a:pt x="289" y="434"/>
                  </a:lnTo>
                  <a:lnTo>
                    <a:pt x="361" y="386"/>
                  </a:lnTo>
                  <a:lnTo>
                    <a:pt x="434" y="313"/>
                  </a:lnTo>
                  <a:lnTo>
                    <a:pt x="434"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3896;p42">
              <a:extLst>
                <a:ext uri="{FF2B5EF4-FFF2-40B4-BE49-F238E27FC236}">
                  <a16:creationId xmlns:a16="http://schemas.microsoft.com/office/drawing/2014/main" id="{B8D840C8-22FB-A665-4548-374447E5AF54}"/>
                </a:ext>
              </a:extLst>
            </p:cNvPr>
            <p:cNvSpPr/>
            <p:nvPr/>
          </p:nvSpPr>
          <p:spPr>
            <a:xfrm>
              <a:off x="7706250" y="1427238"/>
              <a:ext cx="11450" cy="11450"/>
            </a:xfrm>
            <a:custGeom>
              <a:avLst/>
              <a:gdLst/>
              <a:ahLst/>
              <a:cxnLst/>
              <a:rect l="l" t="t" r="r" b="b"/>
              <a:pathLst>
                <a:path w="458" h="458" extrusionOk="0">
                  <a:moveTo>
                    <a:pt x="241" y="0"/>
                  </a:moveTo>
                  <a:lnTo>
                    <a:pt x="145" y="24"/>
                  </a:lnTo>
                  <a:lnTo>
                    <a:pt x="73" y="72"/>
                  </a:lnTo>
                  <a:lnTo>
                    <a:pt x="24" y="145"/>
                  </a:lnTo>
                  <a:lnTo>
                    <a:pt x="0" y="217"/>
                  </a:lnTo>
                  <a:lnTo>
                    <a:pt x="24" y="313"/>
                  </a:lnTo>
                  <a:lnTo>
                    <a:pt x="73" y="385"/>
                  </a:lnTo>
                  <a:lnTo>
                    <a:pt x="145" y="433"/>
                  </a:lnTo>
                  <a:lnTo>
                    <a:pt x="241" y="458"/>
                  </a:lnTo>
                  <a:lnTo>
                    <a:pt x="313" y="433"/>
                  </a:lnTo>
                  <a:lnTo>
                    <a:pt x="386" y="385"/>
                  </a:lnTo>
                  <a:lnTo>
                    <a:pt x="434" y="313"/>
                  </a:lnTo>
                  <a:lnTo>
                    <a:pt x="458" y="217"/>
                  </a:lnTo>
                  <a:lnTo>
                    <a:pt x="434" y="145"/>
                  </a:lnTo>
                  <a:lnTo>
                    <a:pt x="386"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3897;p42">
              <a:extLst>
                <a:ext uri="{FF2B5EF4-FFF2-40B4-BE49-F238E27FC236}">
                  <a16:creationId xmlns:a16="http://schemas.microsoft.com/office/drawing/2014/main" id="{4C594802-3998-5B1A-B184-31C9667C64FB}"/>
                </a:ext>
              </a:extLst>
            </p:cNvPr>
            <p:cNvSpPr/>
            <p:nvPr/>
          </p:nvSpPr>
          <p:spPr>
            <a:xfrm>
              <a:off x="7707450" y="1444688"/>
              <a:ext cx="11450" cy="11450"/>
            </a:xfrm>
            <a:custGeom>
              <a:avLst/>
              <a:gdLst/>
              <a:ahLst/>
              <a:cxnLst/>
              <a:rect l="l" t="t" r="r" b="b"/>
              <a:pathLst>
                <a:path w="458" h="458" extrusionOk="0">
                  <a:moveTo>
                    <a:pt x="241" y="0"/>
                  </a:moveTo>
                  <a:lnTo>
                    <a:pt x="145" y="24"/>
                  </a:lnTo>
                  <a:lnTo>
                    <a:pt x="73" y="72"/>
                  </a:lnTo>
                  <a:lnTo>
                    <a:pt x="25" y="145"/>
                  </a:lnTo>
                  <a:lnTo>
                    <a:pt x="1" y="217"/>
                  </a:lnTo>
                  <a:lnTo>
                    <a:pt x="25" y="313"/>
                  </a:lnTo>
                  <a:lnTo>
                    <a:pt x="73" y="385"/>
                  </a:lnTo>
                  <a:lnTo>
                    <a:pt x="145" y="434"/>
                  </a:lnTo>
                  <a:lnTo>
                    <a:pt x="241" y="458"/>
                  </a:lnTo>
                  <a:lnTo>
                    <a:pt x="314" y="434"/>
                  </a:lnTo>
                  <a:lnTo>
                    <a:pt x="386" y="385"/>
                  </a:lnTo>
                  <a:lnTo>
                    <a:pt x="434" y="313"/>
                  </a:lnTo>
                  <a:lnTo>
                    <a:pt x="458" y="217"/>
                  </a:lnTo>
                  <a:lnTo>
                    <a:pt x="434" y="145"/>
                  </a:lnTo>
                  <a:lnTo>
                    <a:pt x="386" y="72"/>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3898;p42">
              <a:extLst>
                <a:ext uri="{FF2B5EF4-FFF2-40B4-BE49-F238E27FC236}">
                  <a16:creationId xmlns:a16="http://schemas.microsoft.com/office/drawing/2014/main" id="{375BB1D3-1F1E-87E5-A807-49E9CF5452C5}"/>
                </a:ext>
              </a:extLst>
            </p:cNvPr>
            <p:cNvSpPr/>
            <p:nvPr/>
          </p:nvSpPr>
          <p:spPr>
            <a:xfrm>
              <a:off x="7702025" y="1462138"/>
              <a:ext cx="10875" cy="10850"/>
            </a:xfrm>
            <a:custGeom>
              <a:avLst/>
              <a:gdLst/>
              <a:ahLst/>
              <a:cxnLst/>
              <a:rect l="l" t="t" r="r" b="b"/>
              <a:pathLst>
                <a:path w="435" h="434" extrusionOk="0">
                  <a:moveTo>
                    <a:pt x="145" y="0"/>
                  </a:moveTo>
                  <a:lnTo>
                    <a:pt x="73" y="49"/>
                  </a:lnTo>
                  <a:lnTo>
                    <a:pt x="25" y="121"/>
                  </a:lnTo>
                  <a:lnTo>
                    <a:pt x="1" y="217"/>
                  </a:lnTo>
                  <a:lnTo>
                    <a:pt x="1" y="289"/>
                  </a:lnTo>
                  <a:lnTo>
                    <a:pt x="49" y="361"/>
                  </a:lnTo>
                  <a:lnTo>
                    <a:pt x="121" y="434"/>
                  </a:lnTo>
                  <a:lnTo>
                    <a:pt x="290" y="434"/>
                  </a:lnTo>
                  <a:lnTo>
                    <a:pt x="362" y="386"/>
                  </a:lnTo>
                  <a:lnTo>
                    <a:pt x="434" y="313"/>
                  </a:lnTo>
                  <a:lnTo>
                    <a:pt x="434" y="217"/>
                  </a:lnTo>
                  <a:lnTo>
                    <a:pt x="434" y="145"/>
                  </a:lnTo>
                  <a:lnTo>
                    <a:pt x="386" y="73"/>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3899;p42">
              <a:extLst>
                <a:ext uri="{FF2B5EF4-FFF2-40B4-BE49-F238E27FC236}">
                  <a16:creationId xmlns:a16="http://schemas.microsoft.com/office/drawing/2014/main" id="{23D01584-4875-F8C3-BB02-611BBDDE274B}"/>
                </a:ext>
              </a:extLst>
            </p:cNvPr>
            <p:cNvSpPr/>
            <p:nvPr/>
          </p:nvSpPr>
          <p:spPr>
            <a:xfrm>
              <a:off x="7707450" y="1482588"/>
              <a:ext cx="11450" cy="11475"/>
            </a:xfrm>
            <a:custGeom>
              <a:avLst/>
              <a:gdLst/>
              <a:ahLst/>
              <a:cxnLst/>
              <a:rect l="l" t="t" r="r" b="b"/>
              <a:pathLst>
                <a:path w="458" h="459" extrusionOk="0">
                  <a:moveTo>
                    <a:pt x="241" y="1"/>
                  </a:moveTo>
                  <a:lnTo>
                    <a:pt x="145" y="25"/>
                  </a:lnTo>
                  <a:lnTo>
                    <a:pt x="73" y="73"/>
                  </a:lnTo>
                  <a:lnTo>
                    <a:pt x="25" y="145"/>
                  </a:lnTo>
                  <a:lnTo>
                    <a:pt x="1" y="242"/>
                  </a:lnTo>
                  <a:lnTo>
                    <a:pt x="25" y="314"/>
                  </a:lnTo>
                  <a:lnTo>
                    <a:pt x="73" y="386"/>
                  </a:lnTo>
                  <a:lnTo>
                    <a:pt x="145" y="434"/>
                  </a:lnTo>
                  <a:lnTo>
                    <a:pt x="241" y="458"/>
                  </a:lnTo>
                  <a:lnTo>
                    <a:pt x="314" y="434"/>
                  </a:lnTo>
                  <a:lnTo>
                    <a:pt x="386" y="386"/>
                  </a:lnTo>
                  <a:lnTo>
                    <a:pt x="434" y="314"/>
                  </a:lnTo>
                  <a:lnTo>
                    <a:pt x="458" y="242"/>
                  </a:lnTo>
                  <a:lnTo>
                    <a:pt x="434" y="145"/>
                  </a:lnTo>
                  <a:lnTo>
                    <a:pt x="386" y="73"/>
                  </a:lnTo>
                  <a:lnTo>
                    <a:pt x="314"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3900;p42">
              <a:extLst>
                <a:ext uri="{FF2B5EF4-FFF2-40B4-BE49-F238E27FC236}">
                  <a16:creationId xmlns:a16="http://schemas.microsoft.com/office/drawing/2014/main" id="{E7A74616-0701-B80F-70CA-46AFDB35E093}"/>
                </a:ext>
              </a:extLst>
            </p:cNvPr>
            <p:cNvSpPr/>
            <p:nvPr/>
          </p:nvSpPr>
          <p:spPr>
            <a:xfrm>
              <a:off x="7684575" y="1488613"/>
              <a:ext cx="11475" cy="10850"/>
            </a:xfrm>
            <a:custGeom>
              <a:avLst/>
              <a:gdLst/>
              <a:ahLst/>
              <a:cxnLst/>
              <a:rect l="l" t="t" r="r" b="b"/>
              <a:pathLst>
                <a:path w="459" h="434" extrusionOk="0">
                  <a:moveTo>
                    <a:pt x="145" y="1"/>
                  </a:moveTo>
                  <a:lnTo>
                    <a:pt x="73" y="49"/>
                  </a:lnTo>
                  <a:lnTo>
                    <a:pt x="25" y="121"/>
                  </a:lnTo>
                  <a:lnTo>
                    <a:pt x="1" y="217"/>
                  </a:lnTo>
                  <a:lnTo>
                    <a:pt x="25" y="289"/>
                  </a:lnTo>
                  <a:lnTo>
                    <a:pt x="73" y="362"/>
                  </a:lnTo>
                  <a:lnTo>
                    <a:pt x="145"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3901;p42">
              <a:extLst>
                <a:ext uri="{FF2B5EF4-FFF2-40B4-BE49-F238E27FC236}">
                  <a16:creationId xmlns:a16="http://schemas.microsoft.com/office/drawing/2014/main" id="{DEFC8F0B-274B-536C-C8CF-3FA6E13CF79C}"/>
                </a:ext>
              </a:extLst>
            </p:cNvPr>
            <p:cNvSpPr/>
            <p:nvPr/>
          </p:nvSpPr>
          <p:spPr>
            <a:xfrm>
              <a:off x="7689400" y="1438063"/>
              <a:ext cx="11450" cy="11450"/>
            </a:xfrm>
            <a:custGeom>
              <a:avLst/>
              <a:gdLst/>
              <a:ahLst/>
              <a:cxnLst/>
              <a:rect l="l" t="t" r="r" b="b"/>
              <a:pathLst>
                <a:path w="458" h="458" extrusionOk="0">
                  <a:moveTo>
                    <a:pt x="217" y="0"/>
                  </a:moveTo>
                  <a:lnTo>
                    <a:pt x="145" y="25"/>
                  </a:lnTo>
                  <a:lnTo>
                    <a:pt x="73" y="73"/>
                  </a:lnTo>
                  <a:lnTo>
                    <a:pt x="24" y="145"/>
                  </a:lnTo>
                  <a:lnTo>
                    <a:pt x="0" y="217"/>
                  </a:lnTo>
                  <a:lnTo>
                    <a:pt x="24" y="313"/>
                  </a:lnTo>
                  <a:lnTo>
                    <a:pt x="73" y="386"/>
                  </a:lnTo>
                  <a:lnTo>
                    <a:pt x="145" y="434"/>
                  </a:lnTo>
                  <a:lnTo>
                    <a:pt x="217" y="458"/>
                  </a:lnTo>
                  <a:lnTo>
                    <a:pt x="313" y="434"/>
                  </a:lnTo>
                  <a:lnTo>
                    <a:pt x="386" y="386"/>
                  </a:lnTo>
                  <a:lnTo>
                    <a:pt x="434" y="313"/>
                  </a:lnTo>
                  <a:lnTo>
                    <a:pt x="458" y="241"/>
                  </a:lnTo>
                  <a:lnTo>
                    <a:pt x="434" y="145"/>
                  </a:lnTo>
                  <a:lnTo>
                    <a:pt x="386" y="73"/>
                  </a:lnTo>
                  <a:lnTo>
                    <a:pt x="313" y="25"/>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8" name="Google Shape;13902;p42">
              <a:extLst>
                <a:ext uri="{FF2B5EF4-FFF2-40B4-BE49-F238E27FC236}">
                  <a16:creationId xmlns:a16="http://schemas.microsoft.com/office/drawing/2014/main" id="{AF478F3D-C4EC-E0A6-5C84-7008D33BF789}"/>
                </a:ext>
              </a:extLst>
            </p:cNvPr>
            <p:cNvSpPr/>
            <p:nvPr/>
          </p:nvSpPr>
          <p:spPr>
            <a:xfrm>
              <a:off x="7661700" y="1475988"/>
              <a:ext cx="11475" cy="11450"/>
            </a:xfrm>
            <a:custGeom>
              <a:avLst/>
              <a:gdLst/>
              <a:ahLst/>
              <a:cxnLst/>
              <a:rect l="l" t="t" r="r" b="b"/>
              <a:pathLst>
                <a:path w="459" h="458" extrusionOk="0">
                  <a:moveTo>
                    <a:pt x="218" y="0"/>
                  </a:moveTo>
                  <a:lnTo>
                    <a:pt x="145" y="24"/>
                  </a:lnTo>
                  <a:lnTo>
                    <a:pt x="73" y="72"/>
                  </a:lnTo>
                  <a:lnTo>
                    <a:pt x="25" y="145"/>
                  </a:lnTo>
                  <a:lnTo>
                    <a:pt x="1" y="217"/>
                  </a:lnTo>
                  <a:lnTo>
                    <a:pt x="25" y="313"/>
                  </a:lnTo>
                  <a:lnTo>
                    <a:pt x="73" y="385"/>
                  </a:lnTo>
                  <a:lnTo>
                    <a:pt x="145" y="433"/>
                  </a:lnTo>
                  <a:lnTo>
                    <a:pt x="218" y="457"/>
                  </a:lnTo>
                  <a:lnTo>
                    <a:pt x="314" y="433"/>
                  </a:lnTo>
                  <a:lnTo>
                    <a:pt x="386" y="385"/>
                  </a:lnTo>
                  <a:lnTo>
                    <a:pt x="434" y="313"/>
                  </a:lnTo>
                  <a:lnTo>
                    <a:pt x="458" y="217"/>
                  </a:lnTo>
                  <a:lnTo>
                    <a:pt x="434" y="145"/>
                  </a:lnTo>
                  <a:lnTo>
                    <a:pt x="386" y="72"/>
                  </a:lnTo>
                  <a:lnTo>
                    <a:pt x="314" y="24"/>
                  </a:lnTo>
                  <a:lnTo>
                    <a:pt x="21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9" name="Google Shape;13903;p42">
              <a:extLst>
                <a:ext uri="{FF2B5EF4-FFF2-40B4-BE49-F238E27FC236}">
                  <a16:creationId xmlns:a16="http://schemas.microsoft.com/office/drawing/2014/main" id="{0BEDE2E9-4EF8-1FC1-9DA0-12D7D655B5C5}"/>
                </a:ext>
              </a:extLst>
            </p:cNvPr>
            <p:cNvSpPr/>
            <p:nvPr/>
          </p:nvSpPr>
          <p:spPr>
            <a:xfrm>
              <a:off x="7662325" y="1444688"/>
              <a:ext cx="10850" cy="11450"/>
            </a:xfrm>
            <a:custGeom>
              <a:avLst/>
              <a:gdLst/>
              <a:ahLst/>
              <a:cxnLst/>
              <a:rect l="l" t="t" r="r" b="b"/>
              <a:pathLst>
                <a:path w="434" h="458" extrusionOk="0">
                  <a:moveTo>
                    <a:pt x="217" y="0"/>
                  </a:moveTo>
                  <a:lnTo>
                    <a:pt x="145" y="24"/>
                  </a:lnTo>
                  <a:lnTo>
                    <a:pt x="72" y="72"/>
                  </a:lnTo>
                  <a:lnTo>
                    <a:pt x="0" y="145"/>
                  </a:lnTo>
                  <a:lnTo>
                    <a:pt x="0" y="217"/>
                  </a:lnTo>
                  <a:lnTo>
                    <a:pt x="0" y="313"/>
                  </a:lnTo>
                  <a:lnTo>
                    <a:pt x="48" y="385"/>
                  </a:lnTo>
                  <a:lnTo>
                    <a:pt x="120" y="434"/>
                  </a:lnTo>
                  <a:lnTo>
                    <a:pt x="217" y="458"/>
                  </a:lnTo>
                  <a:lnTo>
                    <a:pt x="289" y="434"/>
                  </a:lnTo>
                  <a:lnTo>
                    <a:pt x="361" y="385"/>
                  </a:lnTo>
                  <a:lnTo>
                    <a:pt x="433" y="313"/>
                  </a:lnTo>
                  <a:lnTo>
                    <a:pt x="433" y="217"/>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0" name="Google Shape;13904;p42">
              <a:extLst>
                <a:ext uri="{FF2B5EF4-FFF2-40B4-BE49-F238E27FC236}">
                  <a16:creationId xmlns:a16="http://schemas.microsoft.com/office/drawing/2014/main" id="{93220379-3F27-E175-E5BE-AFE825460CF9}"/>
                </a:ext>
              </a:extLst>
            </p:cNvPr>
            <p:cNvSpPr/>
            <p:nvPr/>
          </p:nvSpPr>
          <p:spPr>
            <a:xfrm>
              <a:off x="7649675" y="1344788"/>
              <a:ext cx="11450" cy="11450"/>
            </a:xfrm>
            <a:custGeom>
              <a:avLst/>
              <a:gdLst/>
              <a:ahLst/>
              <a:cxnLst/>
              <a:rect l="l" t="t" r="r" b="b"/>
              <a:pathLst>
                <a:path w="458" h="458" extrusionOk="0">
                  <a:moveTo>
                    <a:pt x="217" y="0"/>
                  </a:moveTo>
                  <a:lnTo>
                    <a:pt x="145" y="24"/>
                  </a:lnTo>
                  <a:lnTo>
                    <a:pt x="73" y="72"/>
                  </a:lnTo>
                  <a:lnTo>
                    <a:pt x="25" y="145"/>
                  </a:lnTo>
                  <a:lnTo>
                    <a:pt x="1" y="241"/>
                  </a:lnTo>
                  <a:lnTo>
                    <a:pt x="25" y="313"/>
                  </a:lnTo>
                  <a:lnTo>
                    <a:pt x="73" y="385"/>
                  </a:lnTo>
                  <a:lnTo>
                    <a:pt x="145" y="433"/>
                  </a:lnTo>
                  <a:lnTo>
                    <a:pt x="217" y="458"/>
                  </a:lnTo>
                  <a:lnTo>
                    <a:pt x="313" y="433"/>
                  </a:lnTo>
                  <a:lnTo>
                    <a:pt x="386" y="409"/>
                  </a:lnTo>
                  <a:lnTo>
                    <a:pt x="434" y="337"/>
                  </a:lnTo>
                  <a:lnTo>
                    <a:pt x="458" y="241"/>
                  </a:lnTo>
                  <a:lnTo>
                    <a:pt x="434" y="145"/>
                  </a:lnTo>
                  <a:lnTo>
                    <a:pt x="386"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1" name="Google Shape;13905;p42">
              <a:extLst>
                <a:ext uri="{FF2B5EF4-FFF2-40B4-BE49-F238E27FC236}">
                  <a16:creationId xmlns:a16="http://schemas.microsoft.com/office/drawing/2014/main" id="{50477284-5B1B-425A-2726-5EA363EF8A73}"/>
                </a:ext>
              </a:extLst>
            </p:cNvPr>
            <p:cNvSpPr/>
            <p:nvPr/>
          </p:nvSpPr>
          <p:spPr>
            <a:xfrm>
              <a:off x="7695425" y="1245488"/>
              <a:ext cx="11450" cy="11450"/>
            </a:xfrm>
            <a:custGeom>
              <a:avLst/>
              <a:gdLst/>
              <a:ahLst/>
              <a:cxnLst/>
              <a:rect l="l" t="t" r="r" b="b"/>
              <a:pathLst>
                <a:path w="458" h="458" extrusionOk="0">
                  <a:moveTo>
                    <a:pt x="241" y="0"/>
                  </a:moveTo>
                  <a:lnTo>
                    <a:pt x="145" y="24"/>
                  </a:lnTo>
                  <a:lnTo>
                    <a:pt x="72" y="72"/>
                  </a:lnTo>
                  <a:lnTo>
                    <a:pt x="24" y="144"/>
                  </a:lnTo>
                  <a:lnTo>
                    <a:pt x="0" y="241"/>
                  </a:lnTo>
                  <a:lnTo>
                    <a:pt x="24" y="313"/>
                  </a:lnTo>
                  <a:lnTo>
                    <a:pt x="72" y="385"/>
                  </a:lnTo>
                  <a:lnTo>
                    <a:pt x="145" y="433"/>
                  </a:lnTo>
                  <a:lnTo>
                    <a:pt x="217" y="457"/>
                  </a:lnTo>
                  <a:lnTo>
                    <a:pt x="313" y="433"/>
                  </a:lnTo>
                  <a:lnTo>
                    <a:pt x="385" y="409"/>
                  </a:lnTo>
                  <a:lnTo>
                    <a:pt x="433" y="313"/>
                  </a:lnTo>
                  <a:lnTo>
                    <a:pt x="457" y="241"/>
                  </a:lnTo>
                  <a:lnTo>
                    <a:pt x="433" y="144"/>
                  </a:lnTo>
                  <a:lnTo>
                    <a:pt x="385"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2" name="Google Shape;13906;p42">
              <a:extLst>
                <a:ext uri="{FF2B5EF4-FFF2-40B4-BE49-F238E27FC236}">
                  <a16:creationId xmlns:a16="http://schemas.microsoft.com/office/drawing/2014/main" id="{8354ACF5-910D-70CF-79BA-BD4AC50FC98F}"/>
                </a:ext>
              </a:extLst>
            </p:cNvPr>
            <p:cNvSpPr/>
            <p:nvPr/>
          </p:nvSpPr>
          <p:spPr>
            <a:xfrm>
              <a:off x="7673150" y="1254513"/>
              <a:ext cx="11450" cy="11450"/>
            </a:xfrm>
            <a:custGeom>
              <a:avLst/>
              <a:gdLst/>
              <a:ahLst/>
              <a:cxnLst/>
              <a:rect l="l" t="t" r="r" b="b"/>
              <a:pathLst>
                <a:path w="458" h="458" extrusionOk="0">
                  <a:moveTo>
                    <a:pt x="241" y="0"/>
                  </a:moveTo>
                  <a:lnTo>
                    <a:pt x="145" y="24"/>
                  </a:lnTo>
                  <a:lnTo>
                    <a:pt x="73" y="72"/>
                  </a:lnTo>
                  <a:lnTo>
                    <a:pt x="24" y="145"/>
                  </a:lnTo>
                  <a:lnTo>
                    <a:pt x="0" y="217"/>
                  </a:lnTo>
                  <a:lnTo>
                    <a:pt x="24" y="313"/>
                  </a:lnTo>
                  <a:lnTo>
                    <a:pt x="73" y="385"/>
                  </a:lnTo>
                  <a:lnTo>
                    <a:pt x="145" y="433"/>
                  </a:lnTo>
                  <a:lnTo>
                    <a:pt x="241" y="458"/>
                  </a:lnTo>
                  <a:lnTo>
                    <a:pt x="313" y="433"/>
                  </a:lnTo>
                  <a:lnTo>
                    <a:pt x="386" y="385"/>
                  </a:lnTo>
                  <a:lnTo>
                    <a:pt x="434" y="313"/>
                  </a:lnTo>
                  <a:lnTo>
                    <a:pt x="458" y="217"/>
                  </a:lnTo>
                  <a:lnTo>
                    <a:pt x="434" y="145"/>
                  </a:lnTo>
                  <a:lnTo>
                    <a:pt x="386"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3" name="Google Shape;13907;p42">
              <a:extLst>
                <a:ext uri="{FF2B5EF4-FFF2-40B4-BE49-F238E27FC236}">
                  <a16:creationId xmlns:a16="http://schemas.microsoft.com/office/drawing/2014/main" id="{3703FFD1-5491-8D62-BD80-2A5360EFAA99}"/>
                </a:ext>
              </a:extLst>
            </p:cNvPr>
            <p:cNvSpPr/>
            <p:nvPr/>
          </p:nvSpPr>
          <p:spPr>
            <a:xfrm>
              <a:off x="7649675" y="1250288"/>
              <a:ext cx="10850" cy="10850"/>
            </a:xfrm>
            <a:custGeom>
              <a:avLst/>
              <a:gdLst/>
              <a:ahLst/>
              <a:cxnLst/>
              <a:rect l="l" t="t" r="r" b="b"/>
              <a:pathLst>
                <a:path w="434" h="434" extrusionOk="0">
                  <a:moveTo>
                    <a:pt x="121" y="1"/>
                  </a:moveTo>
                  <a:lnTo>
                    <a:pt x="49" y="49"/>
                  </a:lnTo>
                  <a:lnTo>
                    <a:pt x="1" y="121"/>
                  </a:lnTo>
                  <a:lnTo>
                    <a:pt x="1" y="217"/>
                  </a:lnTo>
                  <a:lnTo>
                    <a:pt x="1" y="314"/>
                  </a:lnTo>
                  <a:lnTo>
                    <a:pt x="49" y="386"/>
                  </a:lnTo>
                  <a:lnTo>
                    <a:pt x="121" y="434"/>
                  </a:lnTo>
                  <a:lnTo>
                    <a:pt x="289" y="434"/>
                  </a:lnTo>
                  <a:lnTo>
                    <a:pt x="362" y="386"/>
                  </a:lnTo>
                  <a:lnTo>
                    <a:pt x="410" y="314"/>
                  </a:lnTo>
                  <a:lnTo>
                    <a:pt x="434" y="217"/>
                  </a:lnTo>
                  <a:lnTo>
                    <a:pt x="434" y="145"/>
                  </a:lnTo>
                  <a:lnTo>
                    <a:pt x="386"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4" name="Google Shape;13908;p42">
              <a:extLst>
                <a:ext uri="{FF2B5EF4-FFF2-40B4-BE49-F238E27FC236}">
                  <a16:creationId xmlns:a16="http://schemas.microsoft.com/office/drawing/2014/main" id="{CE763ED5-4A4E-97B0-EF67-8E94E170F48E}"/>
                </a:ext>
              </a:extLst>
            </p:cNvPr>
            <p:cNvSpPr/>
            <p:nvPr/>
          </p:nvSpPr>
          <p:spPr>
            <a:xfrm>
              <a:off x="7650875" y="1232238"/>
              <a:ext cx="11475" cy="11450"/>
            </a:xfrm>
            <a:custGeom>
              <a:avLst/>
              <a:gdLst/>
              <a:ahLst/>
              <a:cxnLst/>
              <a:rect l="l" t="t" r="r" b="b"/>
              <a:pathLst>
                <a:path w="459" h="458" extrusionOk="0">
                  <a:moveTo>
                    <a:pt x="241" y="0"/>
                  </a:moveTo>
                  <a:lnTo>
                    <a:pt x="145" y="25"/>
                  </a:lnTo>
                  <a:lnTo>
                    <a:pt x="73" y="73"/>
                  </a:lnTo>
                  <a:lnTo>
                    <a:pt x="25" y="145"/>
                  </a:lnTo>
                  <a:lnTo>
                    <a:pt x="1" y="241"/>
                  </a:lnTo>
                  <a:lnTo>
                    <a:pt x="25" y="313"/>
                  </a:lnTo>
                  <a:lnTo>
                    <a:pt x="73" y="386"/>
                  </a:lnTo>
                  <a:lnTo>
                    <a:pt x="145" y="434"/>
                  </a:lnTo>
                  <a:lnTo>
                    <a:pt x="217" y="458"/>
                  </a:lnTo>
                  <a:lnTo>
                    <a:pt x="314" y="434"/>
                  </a:lnTo>
                  <a:lnTo>
                    <a:pt x="386" y="386"/>
                  </a:lnTo>
                  <a:lnTo>
                    <a:pt x="434" y="313"/>
                  </a:lnTo>
                  <a:lnTo>
                    <a:pt x="458" y="241"/>
                  </a:lnTo>
                  <a:lnTo>
                    <a:pt x="434" y="145"/>
                  </a:lnTo>
                  <a:lnTo>
                    <a:pt x="386" y="73"/>
                  </a:lnTo>
                  <a:lnTo>
                    <a:pt x="314" y="25"/>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5" name="Google Shape;13909;p42">
              <a:extLst>
                <a:ext uri="{FF2B5EF4-FFF2-40B4-BE49-F238E27FC236}">
                  <a16:creationId xmlns:a16="http://schemas.microsoft.com/office/drawing/2014/main" id="{14997C07-5DC0-32EF-96CF-BB6187E28898}"/>
                </a:ext>
              </a:extLst>
            </p:cNvPr>
            <p:cNvSpPr/>
            <p:nvPr/>
          </p:nvSpPr>
          <p:spPr>
            <a:xfrm>
              <a:off x="7656300" y="1265338"/>
              <a:ext cx="11450" cy="11450"/>
            </a:xfrm>
            <a:custGeom>
              <a:avLst/>
              <a:gdLst/>
              <a:ahLst/>
              <a:cxnLst/>
              <a:rect l="l" t="t" r="r" b="b"/>
              <a:pathLst>
                <a:path w="458" h="458" extrusionOk="0">
                  <a:moveTo>
                    <a:pt x="241" y="0"/>
                  </a:moveTo>
                  <a:lnTo>
                    <a:pt x="145" y="25"/>
                  </a:lnTo>
                  <a:lnTo>
                    <a:pt x="73" y="73"/>
                  </a:lnTo>
                  <a:lnTo>
                    <a:pt x="24" y="145"/>
                  </a:lnTo>
                  <a:lnTo>
                    <a:pt x="0" y="217"/>
                  </a:lnTo>
                  <a:lnTo>
                    <a:pt x="24" y="313"/>
                  </a:lnTo>
                  <a:lnTo>
                    <a:pt x="73" y="386"/>
                  </a:lnTo>
                  <a:lnTo>
                    <a:pt x="145" y="434"/>
                  </a:lnTo>
                  <a:lnTo>
                    <a:pt x="217" y="458"/>
                  </a:lnTo>
                  <a:lnTo>
                    <a:pt x="313" y="434"/>
                  </a:lnTo>
                  <a:lnTo>
                    <a:pt x="386" y="386"/>
                  </a:lnTo>
                  <a:lnTo>
                    <a:pt x="434" y="313"/>
                  </a:lnTo>
                  <a:lnTo>
                    <a:pt x="458" y="241"/>
                  </a:lnTo>
                  <a:lnTo>
                    <a:pt x="434" y="145"/>
                  </a:lnTo>
                  <a:lnTo>
                    <a:pt x="386" y="73"/>
                  </a:lnTo>
                  <a:lnTo>
                    <a:pt x="313" y="25"/>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6" name="Google Shape;13910;p42">
              <a:extLst>
                <a:ext uri="{FF2B5EF4-FFF2-40B4-BE49-F238E27FC236}">
                  <a16:creationId xmlns:a16="http://schemas.microsoft.com/office/drawing/2014/main" id="{0181B73B-E70F-3067-A98E-6046E7C30D71}"/>
                </a:ext>
              </a:extLst>
            </p:cNvPr>
            <p:cNvSpPr/>
            <p:nvPr/>
          </p:nvSpPr>
          <p:spPr>
            <a:xfrm>
              <a:off x="7678575" y="1232238"/>
              <a:ext cx="11450" cy="11450"/>
            </a:xfrm>
            <a:custGeom>
              <a:avLst/>
              <a:gdLst/>
              <a:ahLst/>
              <a:cxnLst/>
              <a:rect l="l" t="t" r="r" b="b"/>
              <a:pathLst>
                <a:path w="458" h="458" extrusionOk="0">
                  <a:moveTo>
                    <a:pt x="241" y="0"/>
                  </a:moveTo>
                  <a:lnTo>
                    <a:pt x="144" y="25"/>
                  </a:lnTo>
                  <a:lnTo>
                    <a:pt x="72" y="73"/>
                  </a:lnTo>
                  <a:lnTo>
                    <a:pt x="24" y="145"/>
                  </a:lnTo>
                  <a:lnTo>
                    <a:pt x="0" y="241"/>
                  </a:lnTo>
                  <a:lnTo>
                    <a:pt x="24" y="313"/>
                  </a:lnTo>
                  <a:lnTo>
                    <a:pt x="72" y="386"/>
                  </a:lnTo>
                  <a:lnTo>
                    <a:pt x="144" y="434"/>
                  </a:lnTo>
                  <a:lnTo>
                    <a:pt x="241" y="458"/>
                  </a:lnTo>
                  <a:lnTo>
                    <a:pt x="313" y="434"/>
                  </a:lnTo>
                  <a:lnTo>
                    <a:pt x="385" y="386"/>
                  </a:lnTo>
                  <a:lnTo>
                    <a:pt x="433" y="313"/>
                  </a:lnTo>
                  <a:lnTo>
                    <a:pt x="457" y="241"/>
                  </a:lnTo>
                  <a:lnTo>
                    <a:pt x="433" y="145"/>
                  </a:lnTo>
                  <a:lnTo>
                    <a:pt x="385" y="73"/>
                  </a:lnTo>
                  <a:lnTo>
                    <a:pt x="313" y="25"/>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7" name="Google Shape;13911;p42">
              <a:extLst>
                <a:ext uri="{FF2B5EF4-FFF2-40B4-BE49-F238E27FC236}">
                  <a16:creationId xmlns:a16="http://schemas.microsoft.com/office/drawing/2014/main" id="{93E27635-2121-2100-6817-8CB2E32B36F6}"/>
                </a:ext>
              </a:extLst>
            </p:cNvPr>
            <p:cNvSpPr/>
            <p:nvPr/>
          </p:nvSpPr>
          <p:spPr>
            <a:xfrm>
              <a:off x="7649675" y="1206963"/>
              <a:ext cx="11450" cy="10850"/>
            </a:xfrm>
            <a:custGeom>
              <a:avLst/>
              <a:gdLst/>
              <a:ahLst/>
              <a:cxnLst/>
              <a:rect l="l" t="t" r="r" b="b"/>
              <a:pathLst>
                <a:path w="458" h="434" extrusionOk="0">
                  <a:moveTo>
                    <a:pt x="217" y="0"/>
                  </a:moveTo>
                  <a:lnTo>
                    <a:pt x="145" y="24"/>
                  </a:lnTo>
                  <a:lnTo>
                    <a:pt x="73" y="49"/>
                  </a:lnTo>
                  <a:lnTo>
                    <a:pt x="25" y="121"/>
                  </a:lnTo>
                  <a:lnTo>
                    <a:pt x="1" y="217"/>
                  </a:lnTo>
                  <a:lnTo>
                    <a:pt x="25" y="313"/>
                  </a:lnTo>
                  <a:lnTo>
                    <a:pt x="73" y="386"/>
                  </a:lnTo>
                  <a:lnTo>
                    <a:pt x="145" y="434"/>
                  </a:lnTo>
                  <a:lnTo>
                    <a:pt x="313" y="434"/>
                  </a:lnTo>
                  <a:lnTo>
                    <a:pt x="386" y="386"/>
                  </a:lnTo>
                  <a:lnTo>
                    <a:pt x="434" y="313"/>
                  </a:lnTo>
                  <a:lnTo>
                    <a:pt x="458" y="217"/>
                  </a:lnTo>
                  <a:lnTo>
                    <a:pt x="434" y="145"/>
                  </a:lnTo>
                  <a:lnTo>
                    <a:pt x="386"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8" name="Google Shape;13912;p42">
              <a:extLst>
                <a:ext uri="{FF2B5EF4-FFF2-40B4-BE49-F238E27FC236}">
                  <a16:creationId xmlns:a16="http://schemas.microsoft.com/office/drawing/2014/main" id="{947ECE64-4666-6C6E-5A35-630C135641FC}"/>
                </a:ext>
              </a:extLst>
            </p:cNvPr>
            <p:cNvSpPr/>
            <p:nvPr/>
          </p:nvSpPr>
          <p:spPr>
            <a:xfrm>
              <a:off x="7700825" y="1221413"/>
              <a:ext cx="11475" cy="10850"/>
            </a:xfrm>
            <a:custGeom>
              <a:avLst/>
              <a:gdLst/>
              <a:ahLst/>
              <a:cxnLst/>
              <a:rect l="l" t="t" r="r" b="b"/>
              <a:pathLst>
                <a:path w="459" h="434" extrusionOk="0">
                  <a:moveTo>
                    <a:pt x="145" y="0"/>
                  </a:moveTo>
                  <a:lnTo>
                    <a:pt x="73" y="48"/>
                  </a:lnTo>
                  <a:lnTo>
                    <a:pt x="25" y="120"/>
                  </a:lnTo>
                  <a:lnTo>
                    <a:pt x="1" y="217"/>
                  </a:lnTo>
                  <a:lnTo>
                    <a:pt x="25" y="313"/>
                  </a:lnTo>
                  <a:lnTo>
                    <a:pt x="73" y="385"/>
                  </a:lnTo>
                  <a:lnTo>
                    <a:pt x="145" y="433"/>
                  </a:lnTo>
                  <a:lnTo>
                    <a:pt x="314" y="433"/>
                  </a:lnTo>
                  <a:lnTo>
                    <a:pt x="386" y="385"/>
                  </a:lnTo>
                  <a:lnTo>
                    <a:pt x="434" y="313"/>
                  </a:lnTo>
                  <a:lnTo>
                    <a:pt x="458" y="217"/>
                  </a:lnTo>
                  <a:lnTo>
                    <a:pt x="434" y="145"/>
                  </a:lnTo>
                  <a:lnTo>
                    <a:pt x="410" y="72"/>
                  </a:lnTo>
                  <a:lnTo>
                    <a:pt x="338"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9" name="Google Shape;13913;p42">
              <a:extLst>
                <a:ext uri="{FF2B5EF4-FFF2-40B4-BE49-F238E27FC236}">
                  <a16:creationId xmlns:a16="http://schemas.microsoft.com/office/drawing/2014/main" id="{6CEEB085-6E68-0094-C862-246C9EC1AA3E}"/>
                </a:ext>
              </a:extLst>
            </p:cNvPr>
            <p:cNvSpPr/>
            <p:nvPr/>
          </p:nvSpPr>
          <p:spPr>
            <a:xfrm>
              <a:off x="7670750" y="1302038"/>
              <a:ext cx="11450" cy="11475"/>
            </a:xfrm>
            <a:custGeom>
              <a:avLst/>
              <a:gdLst/>
              <a:ahLst/>
              <a:cxnLst/>
              <a:rect l="l" t="t" r="r" b="b"/>
              <a:pathLst>
                <a:path w="458" h="459" extrusionOk="0">
                  <a:moveTo>
                    <a:pt x="241" y="1"/>
                  </a:moveTo>
                  <a:lnTo>
                    <a:pt x="145" y="25"/>
                  </a:lnTo>
                  <a:lnTo>
                    <a:pt x="72" y="73"/>
                  </a:lnTo>
                  <a:lnTo>
                    <a:pt x="24" y="145"/>
                  </a:lnTo>
                  <a:lnTo>
                    <a:pt x="0" y="242"/>
                  </a:lnTo>
                  <a:lnTo>
                    <a:pt x="24" y="314"/>
                  </a:lnTo>
                  <a:lnTo>
                    <a:pt x="72" y="386"/>
                  </a:lnTo>
                  <a:lnTo>
                    <a:pt x="145" y="434"/>
                  </a:lnTo>
                  <a:lnTo>
                    <a:pt x="241" y="458"/>
                  </a:lnTo>
                  <a:lnTo>
                    <a:pt x="313" y="434"/>
                  </a:lnTo>
                  <a:lnTo>
                    <a:pt x="385" y="410"/>
                  </a:lnTo>
                  <a:lnTo>
                    <a:pt x="433" y="338"/>
                  </a:lnTo>
                  <a:lnTo>
                    <a:pt x="457" y="242"/>
                  </a:lnTo>
                  <a:lnTo>
                    <a:pt x="433" y="145"/>
                  </a:lnTo>
                  <a:lnTo>
                    <a:pt x="385"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0" name="Google Shape;13914;p42">
              <a:extLst>
                <a:ext uri="{FF2B5EF4-FFF2-40B4-BE49-F238E27FC236}">
                  <a16:creationId xmlns:a16="http://schemas.microsoft.com/office/drawing/2014/main" id="{573B8DC8-79A8-BBFE-90A8-CAFCE8D44D74}"/>
                </a:ext>
              </a:extLst>
            </p:cNvPr>
            <p:cNvSpPr/>
            <p:nvPr/>
          </p:nvSpPr>
          <p:spPr>
            <a:xfrm>
              <a:off x="7670150" y="1215388"/>
              <a:ext cx="10850" cy="11450"/>
            </a:xfrm>
            <a:custGeom>
              <a:avLst/>
              <a:gdLst/>
              <a:ahLst/>
              <a:cxnLst/>
              <a:rect l="l" t="t" r="r" b="b"/>
              <a:pathLst>
                <a:path w="434" h="458" extrusionOk="0">
                  <a:moveTo>
                    <a:pt x="217" y="0"/>
                  </a:moveTo>
                  <a:lnTo>
                    <a:pt x="144" y="24"/>
                  </a:lnTo>
                  <a:lnTo>
                    <a:pt x="72" y="73"/>
                  </a:lnTo>
                  <a:lnTo>
                    <a:pt x="24" y="145"/>
                  </a:lnTo>
                  <a:lnTo>
                    <a:pt x="0" y="241"/>
                  </a:lnTo>
                  <a:lnTo>
                    <a:pt x="0" y="313"/>
                  </a:lnTo>
                  <a:lnTo>
                    <a:pt x="48" y="386"/>
                  </a:lnTo>
                  <a:lnTo>
                    <a:pt x="120" y="434"/>
                  </a:lnTo>
                  <a:lnTo>
                    <a:pt x="217" y="458"/>
                  </a:lnTo>
                  <a:lnTo>
                    <a:pt x="313" y="434"/>
                  </a:lnTo>
                  <a:lnTo>
                    <a:pt x="385" y="410"/>
                  </a:lnTo>
                  <a:lnTo>
                    <a:pt x="433" y="313"/>
                  </a:lnTo>
                  <a:lnTo>
                    <a:pt x="433" y="241"/>
                  </a:lnTo>
                  <a:lnTo>
                    <a:pt x="433"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1" name="Google Shape;13915;p42">
              <a:extLst>
                <a:ext uri="{FF2B5EF4-FFF2-40B4-BE49-F238E27FC236}">
                  <a16:creationId xmlns:a16="http://schemas.microsoft.com/office/drawing/2014/main" id="{551E63E0-30B2-F57F-FCED-0BCFA1C9FCF6}"/>
                </a:ext>
              </a:extLst>
            </p:cNvPr>
            <p:cNvSpPr/>
            <p:nvPr/>
          </p:nvSpPr>
          <p:spPr>
            <a:xfrm>
              <a:off x="7696625" y="1270763"/>
              <a:ext cx="11450" cy="11450"/>
            </a:xfrm>
            <a:custGeom>
              <a:avLst/>
              <a:gdLst/>
              <a:ahLst/>
              <a:cxnLst/>
              <a:rect l="l" t="t" r="r" b="b"/>
              <a:pathLst>
                <a:path w="458" h="458" extrusionOk="0">
                  <a:moveTo>
                    <a:pt x="241" y="0"/>
                  </a:moveTo>
                  <a:lnTo>
                    <a:pt x="145" y="24"/>
                  </a:lnTo>
                  <a:lnTo>
                    <a:pt x="72" y="72"/>
                  </a:lnTo>
                  <a:lnTo>
                    <a:pt x="24" y="145"/>
                  </a:lnTo>
                  <a:lnTo>
                    <a:pt x="0" y="217"/>
                  </a:lnTo>
                  <a:lnTo>
                    <a:pt x="24" y="313"/>
                  </a:lnTo>
                  <a:lnTo>
                    <a:pt x="72" y="385"/>
                  </a:lnTo>
                  <a:lnTo>
                    <a:pt x="145" y="433"/>
                  </a:lnTo>
                  <a:lnTo>
                    <a:pt x="241" y="458"/>
                  </a:lnTo>
                  <a:lnTo>
                    <a:pt x="313" y="433"/>
                  </a:lnTo>
                  <a:lnTo>
                    <a:pt x="385" y="385"/>
                  </a:lnTo>
                  <a:lnTo>
                    <a:pt x="434" y="313"/>
                  </a:lnTo>
                  <a:lnTo>
                    <a:pt x="458" y="217"/>
                  </a:lnTo>
                  <a:lnTo>
                    <a:pt x="434" y="145"/>
                  </a:lnTo>
                  <a:lnTo>
                    <a:pt x="385"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2" name="Google Shape;13916;p42">
              <a:extLst>
                <a:ext uri="{FF2B5EF4-FFF2-40B4-BE49-F238E27FC236}">
                  <a16:creationId xmlns:a16="http://schemas.microsoft.com/office/drawing/2014/main" id="{5D4A2D27-DD3E-5BDF-EEAF-23A1D45F7DF6}"/>
                </a:ext>
              </a:extLst>
            </p:cNvPr>
            <p:cNvSpPr/>
            <p:nvPr/>
          </p:nvSpPr>
          <p:spPr>
            <a:xfrm>
              <a:off x="7698425" y="1288213"/>
              <a:ext cx="10850" cy="11450"/>
            </a:xfrm>
            <a:custGeom>
              <a:avLst/>
              <a:gdLst/>
              <a:ahLst/>
              <a:cxnLst/>
              <a:rect l="l" t="t" r="r" b="b"/>
              <a:pathLst>
                <a:path w="434" h="458" extrusionOk="0">
                  <a:moveTo>
                    <a:pt x="217" y="0"/>
                  </a:moveTo>
                  <a:lnTo>
                    <a:pt x="121" y="24"/>
                  </a:lnTo>
                  <a:lnTo>
                    <a:pt x="49" y="72"/>
                  </a:lnTo>
                  <a:lnTo>
                    <a:pt x="0" y="145"/>
                  </a:lnTo>
                  <a:lnTo>
                    <a:pt x="0" y="217"/>
                  </a:lnTo>
                  <a:lnTo>
                    <a:pt x="0" y="313"/>
                  </a:lnTo>
                  <a:lnTo>
                    <a:pt x="49" y="385"/>
                  </a:lnTo>
                  <a:lnTo>
                    <a:pt x="121" y="434"/>
                  </a:lnTo>
                  <a:lnTo>
                    <a:pt x="217" y="458"/>
                  </a:lnTo>
                  <a:lnTo>
                    <a:pt x="289" y="434"/>
                  </a:lnTo>
                  <a:lnTo>
                    <a:pt x="362" y="385"/>
                  </a:lnTo>
                  <a:lnTo>
                    <a:pt x="410" y="313"/>
                  </a:lnTo>
                  <a:lnTo>
                    <a:pt x="434" y="217"/>
                  </a:lnTo>
                  <a:lnTo>
                    <a:pt x="434" y="145"/>
                  </a:lnTo>
                  <a:lnTo>
                    <a:pt x="386"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3" name="Google Shape;13917;p42">
              <a:extLst>
                <a:ext uri="{FF2B5EF4-FFF2-40B4-BE49-F238E27FC236}">
                  <a16:creationId xmlns:a16="http://schemas.microsoft.com/office/drawing/2014/main" id="{61F8A878-8BB3-1027-99B1-11B5B737FF6E}"/>
                </a:ext>
              </a:extLst>
            </p:cNvPr>
            <p:cNvSpPr/>
            <p:nvPr/>
          </p:nvSpPr>
          <p:spPr>
            <a:xfrm>
              <a:off x="7692400" y="1305663"/>
              <a:ext cx="11475" cy="10850"/>
            </a:xfrm>
            <a:custGeom>
              <a:avLst/>
              <a:gdLst/>
              <a:ahLst/>
              <a:cxnLst/>
              <a:rect l="l" t="t" r="r" b="b"/>
              <a:pathLst>
                <a:path w="459" h="434" extrusionOk="0">
                  <a:moveTo>
                    <a:pt x="145" y="0"/>
                  </a:moveTo>
                  <a:lnTo>
                    <a:pt x="73" y="49"/>
                  </a:lnTo>
                  <a:lnTo>
                    <a:pt x="25" y="121"/>
                  </a:lnTo>
                  <a:lnTo>
                    <a:pt x="1" y="217"/>
                  </a:lnTo>
                  <a:lnTo>
                    <a:pt x="25" y="289"/>
                  </a:lnTo>
                  <a:lnTo>
                    <a:pt x="49" y="386"/>
                  </a:lnTo>
                  <a:lnTo>
                    <a:pt x="121" y="434"/>
                  </a:lnTo>
                  <a:lnTo>
                    <a:pt x="314" y="434"/>
                  </a:lnTo>
                  <a:lnTo>
                    <a:pt x="386" y="386"/>
                  </a:lnTo>
                  <a:lnTo>
                    <a:pt x="434" y="313"/>
                  </a:lnTo>
                  <a:lnTo>
                    <a:pt x="458" y="217"/>
                  </a:lnTo>
                  <a:lnTo>
                    <a:pt x="434" y="145"/>
                  </a:lnTo>
                  <a:lnTo>
                    <a:pt x="386" y="73"/>
                  </a:lnTo>
                  <a:lnTo>
                    <a:pt x="314"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4" name="Google Shape;13918;p42">
              <a:extLst>
                <a:ext uri="{FF2B5EF4-FFF2-40B4-BE49-F238E27FC236}">
                  <a16:creationId xmlns:a16="http://schemas.microsoft.com/office/drawing/2014/main" id="{C53BE250-9C53-D85E-3465-7DD0A8E9DEBD}"/>
                </a:ext>
              </a:extLst>
            </p:cNvPr>
            <p:cNvSpPr/>
            <p:nvPr/>
          </p:nvSpPr>
          <p:spPr>
            <a:xfrm>
              <a:off x="7698425" y="1326113"/>
              <a:ext cx="10850" cy="11475"/>
            </a:xfrm>
            <a:custGeom>
              <a:avLst/>
              <a:gdLst/>
              <a:ahLst/>
              <a:cxnLst/>
              <a:rect l="l" t="t" r="r" b="b"/>
              <a:pathLst>
                <a:path w="434" h="459" extrusionOk="0">
                  <a:moveTo>
                    <a:pt x="217" y="1"/>
                  </a:moveTo>
                  <a:lnTo>
                    <a:pt x="121" y="25"/>
                  </a:lnTo>
                  <a:lnTo>
                    <a:pt x="49" y="73"/>
                  </a:lnTo>
                  <a:lnTo>
                    <a:pt x="0" y="145"/>
                  </a:lnTo>
                  <a:lnTo>
                    <a:pt x="0" y="242"/>
                  </a:lnTo>
                  <a:lnTo>
                    <a:pt x="0" y="314"/>
                  </a:lnTo>
                  <a:lnTo>
                    <a:pt x="49" y="386"/>
                  </a:lnTo>
                  <a:lnTo>
                    <a:pt x="121" y="434"/>
                  </a:lnTo>
                  <a:lnTo>
                    <a:pt x="217" y="458"/>
                  </a:lnTo>
                  <a:lnTo>
                    <a:pt x="289" y="434"/>
                  </a:lnTo>
                  <a:lnTo>
                    <a:pt x="362" y="410"/>
                  </a:lnTo>
                  <a:lnTo>
                    <a:pt x="410" y="314"/>
                  </a:lnTo>
                  <a:lnTo>
                    <a:pt x="434" y="242"/>
                  </a:lnTo>
                  <a:lnTo>
                    <a:pt x="434" y="145"/>
                  </a:lnTo>
                  <a:lnTo>
                    <a:pt x="386"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5" name="Google Shape;13919;p42">
              <a:extLst>
                <a:ext uri="{FF2B5EF4-FFF2-40B4-BE49-F238E27FC236}">
                  <a16:creationId xmlns:a16="http://schemas.microsoft.com/office/drawing/2014/main" id="{051839A6-B52E-2480-A4A0-97A0DE58A034}"/>
                </a:ext>
              </a:extLst>
            </p:cNvPr>
            <p:cNvSpPr/>
            <p:nvPr/>
          </p:nvSpPr>
          <p:spPr>
            <a:xfrm>
              <a:off x="7720700" y="1226213"/>
              <a:ext cx="10850" cy="11475"/>
            </a:xfrm>
            <a:custGeom>
              <a:avLst/>
              <a:gdLst/>
              <a:ahLst/>
              <a:cxnLst/>
              <a:rect l="l" t="t" r="r" b="b"/>
              <a:pathLst>
                <a:path w="434" h="459" extrusionOk="0">
                  <a:moveTo>
                    <a:pt x="217" y="1"/>
                  </a:moveTo>
                  <a:lnTo>
                    <a:pt x="145" y="25"/>
                  </a:lnTo>
                  <a:lnTo>
                    <a:pt x="48" y="73"/>
                  </a:lnTo>
                  <a:lnTo>
                    <a:pt x="0" y="145"/>
                  </a:lnTo>
                  <a:lnTo>
                    <a:pt x="0" y="241"/>
                  </a:lnTo>
                  <a:lnTo>
                    <a:pt x="0" y="314"/>
                  </a:lnTo>
                  <a:lnTo>
                    <a:pt x="48" y="386"/>
                  </a:lnTo>
                  <a:lnTo>
                    <a:pt x="121" y="434"/>
                  </a:lnTo>
                  <a:lnTo>
                    <a:pt x="217" y="458"/>
                  </a:lnTo>
                  <a:lnTo>
                    <a:pt x="289" y="434"/>
                  </a:lnTo>
                  <a:lnTo>
                    <a:pt x="361" y="386"/>
                  </a:lnTo>
                  <a:lnTo>
                    <a:pt x="409"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6" name="Google Shape;13920;p42">
              <a:extLst>
                <a:ext uri="{FF2B5EF4-FFF2-40B4-BE49-F238E27FC236}">
                  <a16:creationId xmlns:a16="http://schemas.microsoft.com/office/drawing/2014/main" id="{F5354B8C-0245-560F-DE5C-B8370EAC7299}"/>
                </a:ext>
              </a:extLst>
            </p:cNvPr>
            <p:cNvSpPr/>
            <p:nvPr/>
          </p:nvSpPr>
          <p:spPr>
            <a:xfrm>
              <a:off x="7726100" y="1202138"/>
              <a:ext cx="11475" cy="10875"/>
            </a:xfrm>
            <a:custGeom>
              <a:avLst/>
              <a:gdLst/>
              <a:ahLst/>
              <a:cxnLst/>
              <a:rect l="l" t="t" r="r" b="b"/>
              <a:pathLst>
                <a:path w="459" h="435" extrusionOk="0">
                  <a:moveTo>
                    <a:pt x="145" y="1"/>
                  </a:moveTo>
                  <a:lnTo>
                    <a:pt x="73" y="49"/>
                  </a:lnTo>
                  <a:lnTo>
                    <a:pt x="25" y="121"/>
                  </a:lnTo>
                  <a:lnTo>
                    <a:pt x="1" y="217"/>
                  </a:lnTo>
                  <a:lnTo>
                    <a:pt x="25" y="290"/>
                  </a:lnTo>
                  <a:lnTo>
                    <a:pt x="49" y="362"/>
                  </a:lnTo>
                  <a:lnTo>
                    <a:pt x="145" y="410"/>
                  </a:lnTo>
                  <a:lnTo>
                    <a:pt x="217"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7" name="Google Shape;13921;p42">
              <a:extLst>
                <a:ext uri="{FF2B5EF4-FFF2-40B4-BE49-F238E27FC236}">
                  <a16:creationId xmlns:a16="http://schemas.microsoft.com/office/drawing/2014/main" id="{5CB7F154-7CC7-5A9E-9D61-F2E8899BBCB0}"/>
                </a:ext>
              </a:extLst>
            </p:cNvPr>
            <p:cNvSpPr/>
            <p:nvPr/>
          </p:nvSpPr>
          <p:spPr>
            <a:xfrm>
              <a:off x="7721900" y="1251488"/>
              <a:ext cx="10850" cy="11475"/>
            </a:xfrm>
            <a:custGeom>
              <a:avLst/>
              <a:gdLst/>
              <a:ahLst/>
              <a:cxnLst/>
              <a:rect l="l" t="t" r="r" b="b"/>
              <a:pathLst>
                <a:path w="434" h="459" extrusionOk="0">
                  <a:moveTo>
                    <a:pt x="217" y="1"/>
                  </a:moveTo>
                  <a:lnTo>
                    <a:pt x="145" y="25"/>
                  </a:lnTo>
                  <a:lnTo>
                    <a:pt x="73" y="49"/>
                  </a:lnTo>
                  <a:lnTo>
                    <a:pt x="24" y="145"/>
                  </a:lnTo>
                  <a:lnTo>
                    <a:pt x="0" y="217"/>
                  </a:lnTo>
                  <a:lnTo>
                    <a:pt x="0" y="314"/>
                  </a:lnTo>
                  <a:lnTo>
                    <a:pt x="48" y="386"/>
                  </a:lnTo>
                  <a:lnTo>
                    <a:pt x="121" y="434"/>
                  </a:lnTo>
                  <a:lnTo>
                    <a:pt x="217" y="458"/>
                  </a:lnTo>
                  <a:lnTo>
                    <a:pt x="313" y="434"/>
                  </a:lnTo>
                  <a:lnTo>
                    <a:pt x="385" y="386"/>
                  </a:lnTo>
                  <a:lnTo>
                    <a:pt x="434" y="314"/>
                  </a:lnTo>
                  <a:lnTo>
                    <a:pt x="434"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8" name="Google Shape;13922;p42">
              <a:extLst>
                <a:ext uri="{FF2B5EF4-FFF2-40B4-BE49-F238E27FC236}">
                  <a16:creationId xmlns:a16="http://schemas.microsoft.com/office/drawing/2014/main" id="{EA4FA21B-06D7-F757-29A2-41702DDFAEA4}"/>
                </a:ext>
              </a:extLst>
            </p:cNvPr>
            <p:cNvSpPr/>
            <p:nvPr/>
          </p:nvSpPr>
          <p:spPr>
            <a:xfrm>
              <a:off x="7723100" y="1268938"/>
              <a:ext cx="11450" cy="11475"/>
            </a:xfrm>
            <a:custGeom>
              <a:avLst/>
              <a:gdLst/>
              <a:ahLst/>
              <a:cxnLst/>
              <a:rect l="l" t="t" r="r" b="b"/>
              <a:pathLst>
                <a:path w="458" h="459" extrusionOk="0">
                  <a:moveTo>
                    <a:pt x="217" y="1"/>
                  </a:moveTo>
                  <a:lnTo>
                    <a:pt x="145" y="25"/>
                  </a:lnTo>
                  <a:lnTo>
                    <a:pt x="73" y="49"/>
                  </a:lnTo>
                  <a:lnTo>
                    <a:pt x="25" y="145"/>
                  </a:lnTo>
                  <a:lnTo>
                    <a:pt x="0" y="218"/>
                  </a:lnTo>
                  <a:lnTo>
                    <a:pt x="25" y="314"/>
                  </a:lnTo>
                  <a:lnTo>
                    <a:pt x="73" y="386"/>
                  </a:lnTo>
                  <a:lnTo>
                    <a:pt x="145" y="434"/>
                  </a:lnTo>
                  <a:lnTo>
                    <a:pt x="217" y="458"/>
                  </a:lnTo>
                  <a:lnTo>
                    <a:pt x="313" y="434"/>
                  </a:lnTo>
                  <a:lnTo>
                    <a:pt x="386" y="386"/>
                  </a:lnTo>
                  <a:lnTo>
                    <a:pt x="434" y="314"/>
                  </a:lnTo>
                  <a:lnTo>
                    <a:pt x="458" y="218"/>
                  </a:lnTo>
                  <a:lnTo>
                    <a:pt x="434" y="145"/>
                  </a:lnTo>
                  <a:lnTo>
                    <a:pt x="386"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9" name="Google Shape;13923;p42">
              <a:extLst>
                <a:ext uri="{FF2B5EF4-FFF2-40B4-BE49-F238E27FC236}">
                  <a16:creationId xmlns:a16="http://schemas.microsoft.com/office/drawing/2014/main" id="{DC019DFD-AE99-6758-35A1-3E223825E3E3}"/>
                </a:ext>
              </a:extLst>
            </p:cNvPr>
            <p:cNvSpPr/>
            <p:nvPr/>
          </p:nvSpPr>
          <p:spPr>
            <a:xfrm>
              <a:off x="7717075" y="1286413"/>
              <a:ext cx="11475" cy="10850"/>
            </a:xfrm>
            <a:custGeom>
              <a:avLst/>
              <a:gdLst/>
              <a:ahLst/>
              <a:cxnLst/>
              <a:rect l="l" t="t" r="r" b="b"/>
              <a:pathLst>
                <a:path w="459" h="434" extrusionOk="0">
                  <a:moveTo>
                    <a:pt x="145" y="0"/>
                  </a:moveTo>
                  <a:lnTo>
                    <a:pt x="73" y="48"/>
                  </a:lnTo>
                  <a:lnTo>
                    <a:pt x="25" y="120"/>
                  </a:lnTo>
                  <a:lnTo>
                    <a:pt x="1" y="217"/>
                  </a:lnTo>
                  <a:lnTo>
                    <a:pt x="25" y="289"/>
                  </a:lnTo>
                  <a:lnTo>
                    <a:pt x="73" y="361"/>
                  </a:lnTo>
                  <a:lnTo>
                    <a:pt x="145" y="409"/>
                  </a:lnTo>
                  <a:lnTo>
                    <a:pt x="241" y="433"/>
                  </a:lnTo>
                  <a:lnTo>
                    <a:pt x="314" y="433"/>
                  </a:lnTo>
                  <a:lnTo>
                    <a:pt x="386" y="385"/>
                  </a:lnTo>
                  <a:lnTo>
                    <a:pt x="434" y="313"/>
                  </a:lnTo>
                  <a:lnTo>
                    <a:pt x="458" y="217"/>
                  </a:lnTo>
                  <a:lnTo>
                    <a:pt x="434" y="144"/>
                  </a:lnTo>
                  <a:lnTo>
                    <a:pt x="386" y="48"/>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0" name="Google Shape;13924;p42">
              <a:extLst>
                <a:ext uri="{FF2B5EF4-FFF2-40B4-BE49-F238E27FC236}">
                  <a16:creationId xmlns:a16="http://schemas.microsoft.com/office/drawing/2014/main" id="{CEA8CEDB-50BC-051D-9129-DE136BAA16CF}"/>
                </a:ext>
              </a:extLst>
            </p:cNvPr>
            <p:cNvSpPr/>
            <p:nvPr/>
          </p:nvSpPr>
          <p:spPr>
            <a:xfrm>
              <a:off x="7710450" y="1353813"/>
              <a:ext cx="11475" cy="10850"/>
            </a:xfrm>
            <a:custGeom>
              <a:avLst/>
              <a:gdLst/>
              <a:ahLst/>
              <a:cxnLst/>
              <a:rect l="l" t="t" r="r" b="b"/>
              <a:pathLst>
                <a:path w="459" h="434" extrusionOk="0">
                  <a:moveTo>
                    <a:pt x="145" y="0"/>
                  </a:moveTo>
                  <a:lnTo>
                    <a:pt x="73" y="48"/>
                  </a:lnTo>
                  <a:lnTo>
                    <a:pt x="25" y="121"/>
                  </a:lnTo>
                  <a:lnTo>
                    <a:pt x="1" y="217"/>
                  </a:lnTo>
                  <a:lnTo>
                    <a:pt x="25" y="313"/>
                  </a:lnTo>
                  <a:lnTo>
                    <a:pt x="73" y="385"/>
                  </a:lnTo>
                  <a:lnTo>
                    <a:pt x="145" y="434"/>
                  </a:lnTo>
                  <a:lnTo>
                    <a:pt x="314" y="434"/>
                  </a:lnTo>
                  <a:lnTo>
                    <a:pt x="386" y="385"/>
                  </a:lnTo>
                  <a:lnTo>
                    <a:pt x="434" y="313"/>
                  </a:lnTo>
                  <a:lnTo>
                    <a:pt x="458" y="217"/>
                  </a:lnTo>
                  <a:lnTo>
                    <a:pt x="434" y="145"/>
                  </a:lnTo>
                  <a:lnTo>
                    <a:pt x="386" y="72"/>
                  </a:lnTo>
                  <a:lnTo>
                    <a:pt x="314" y="24"/>
                  </a:lnTo>
                  <a:lnTo>
                    <a:pt x="24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1" name="Google Shape;13925;p42">
              <a:extLst>
                <a:ext uri="{FF2B5EF4-FFF2-40B4-BE49-F238E27FC236}">
                  <a16:creationId xmlns:a16="http://schemas.microsoft.com/office/drawing/2014/main" id="{AAD4BEA7-8D80-891F-9781-D499CD9A7D77}"/>
                </a:ext>
              </a:extLst>
            </p:cNvPr>
            <p:cNvSpPr/>
            <p:nvPr/>
          </p:nvSpPr>
          <p:spPr>
            <a:xfrm>
              <a:off x="7684575" y="1351388"/>
              <a:ext cx="10875" cy="11475"/>
            </a:xfrm>
            <a:custGeom>
              <a:avLst/>
              <a:gdLst/>
              <a:ahLst/>
              <a:cxnLst/>
              <a:rect l="l" t="t" r="r" b="b"/>
              <a:pathLst>
                <a:path w="435" h="459" extrusionOk="0">
                  <a:moveTo>
                    <a:pt x="217" y="1"/>
                  </a:moveTo>
                  <a:lnTo>
                    <a:pt x="145" y="25"/>
                  </a:lnTo>
                  <a:lnTo>
                    <a:pt x="73" y="73"/>
                  </a:lnTo>
                  <a:lnTo>
                    <a:pt x="1" y="145"/>
                  </a:lnTo>
                  <a:lnTo>
                    <a:pt x="1" y="218"/>
                  </a:lnTo>
                  <a:lnTo>
                    <a:pt x="1" y="314"/>
                  </a:lnTo>
                  <a:lnTo>
                    <a:pt x="49" y="386"/>
                  </a:lnTo>
                  <a:lnTo>
                    <a:pt x="121" y="434"/>
                  </a:lnTo>
                  <a:lnTo>
                    <a:pt x="217" y="458"/>
                  </a:lnTo>
                  <a:lnTo>
                    <a:pt x="290" y="434"/>
                  </a:lnTo>
                  <a:lnTo>
                    <a:pt x="362" y="386"/>
                  </a:lnTo>
                  <a:lnTo>
                    <a:pt x="434" y="314"/>
                  </a:lnTo>
                  <a:lnTo>
                    <a:pt x="434" y="218"/>
                  </a:lnTo>
                  <a:lnTo>
                    <a:pt x="434" y="145"/>
                  </a:lnTo>
                  <a:lnTo>
                    <a:pt x="386" y="73"/>
                  </a:lnTo>
                  <a:lnTo>
                    <a:pt x="314"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2" name="Google Shape;13926;p42">
              <a:extLst>
                <a:ext uri="{FF2B5EF4-FFF2-40B4-BE49-F238E27FC236}">
                  <a16:creationId xmlns:a16="http://schemas.microsoft.com/office/drawing/2014/main" id="{77738287-ABCF-4A84-4C6D-C004BC6AF0D9}"/>
                </a:ext>
              </a:extLst>
            </p:cNvPr>
            <p:cNvSpPr/>
            <p:nvPr/>
          </p:nvSpPr>
          <p:spPr>
            <a:xfrm>
              <a:off x="7674950" y="1332138"/>
              <a:ext cx="11450" cy="10850"/>
            </a:xfrm>
            <a:custGeom>
              <a:avLst/>
              <a:gdLst/>
              <a:ahLst/>
              <a:cxnLst/>
              <a:rect l="l" t="t" r="r" b="b"/>
              <a:pathLst>
                <a:path w="458" h="434" extrusionOk="0">
                  <a:moveTo>
                    <a:pt x="145" y="1"/>
                  </a:moveTo>
                  <a:lnTo>
                    <a:pt x="73" y="49"/>
                  </a:lnTo>
                  <a:lnTo>
                    <a:pt x="25" y="121"/>
                  </a:lnTo>
                  <a:lnTo>
                    <a:pt x="1" y="217"/>
                  </a:lnTo>
                  <a:lnTo>
                    <a:pt x="25" y="314"/>
                  </a:lnTo>
                  <a:lnTo>
                    <a:pt x="73" y="386"/>
                  </a:lnTo>
                  <a:lnTo>
                    <a:pt x="145" y="434"/>
                  </a:lnTo>
                  <a:lnTo>
                    <a:pt x="314" y="434"/>
                  </a:lnTo>
                  <a:lnTo>
                    <a:pt x="386" y="386"/>
                  </a:lnTo>
                  <a:lnTo>
                    <a:pt x="434" y="314"/>
                  </a:lnTo>
                  <a:lnTo>
                    <a:pt x="458" y="217"/>
                  </a:lnTo>
                  <a:lnTo>
                    <a:pt x="434" y="145"/>
                  </a:lnTo>
                  <a:lnTo>
                    <a:pt x="386" y="73"/>
                  </a:lnTo>
                  <a:lnTo>
                    <a:pt x="314"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3" name="Google Shape;13927;p42">
              <a:extLst>
                <a:ext uri="{FF2B5EF4-FFF2-40B4-BE49-F238E27FC236}">
                  <a16:creationId xmlns:a16="http://schemas.microsoft.com/office/drawing/2014/main" id="{9D69BCC7-FAD9-4B59-38B5-9DB63ECB1B28}"/>
                </a:ext>
              </a:extLst>
            </p:cNvPr>
            <p:cNvSpPr/>
            <p:nvPr/>
          </p:nvSpPr>
          <p:spPr>
            <a:xfrm>
              <a:off x="7679775" y="1281588"/>
              <a:ext cx="11450" cy="11450"/>
            </a:xfrm>
            <a:custGeom>
              <a:avLst/>
              <a:gdLst/>
              <a:ahLst/>
              <a:cxnLst/>
              <a:rect l="l" t="t" r="r" b="b"/>
              <a:pathLst>
                <a:path w="458" h="458" extrusionOk="0">
                  <a:moveTo>
                    <a:pt x="241" y="0"/>
                  </a:moveTo>
                  <a:lnTo>
                    <a:pt x="145" y="25"/>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5"/>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4" name="Google Shape;13928;p42">
              <a:extLst>
                <a:ext uri="{FF2B5EF4-FFF2-40B4-BE49-F238E27FC236}">
                  <a16:creationId xmlns:a16="http://schemas.microsoft.com/office/drawing/2014/main" id="{5DBE2B7C-F191-63AF-EE35-39601F2C931B}"/>
                </a:ext>
              </a:extLst>
            </p:cNvPr>
            <p:cNvSpPr/>
            <p:nvPr/>
          </p:nvSpPr>
          <p:spPr>
            <a:xfrm>
              <a:off x="7652075" y="1319513"/>
              <a:ext cx="11475" cy="11450"/>
            </a:xfrm>
            <a:custGeom>
              <a:avLst/>
              <a:gdLst/>
              <a:ahLst/>
              <a:cxnLst/>
              <a:rect l="l" t="t" r="r" b="b"/>
              <a:pathLst>
                <a:path w="459" h="458" extrusionOk="0">
                  <a:moveTo>
                    <a:pt x="242" y="0"/>
                  </a:moveTo>
                  <a:lnTo>
                    <a:pt x="145" y="24"/>
                  </a:lnTo>
                  <a:lnTo>
                    <a:pt x="73" y="72"/>
                  </a:lnTo>
                  <a:lnTo>
                    <a:pt x="25" y="144"/>
                  </a:lnTo>
                  <a:lnTo>
                    <a:pt x="1" y="217"/>
                  </a:lnTo>
                  <a:lnTo>
                    <a:pt x="25" y="313"/>
                  </a:lnTo>
                  <a:lnTo>
                    <a:pt x="73" y="385"/>
                  </a:lnTo>
                  <a:lnTo>
                    <a:pt x="145" y="433"/>
                  </a:lnTo>
                  <a:lnTo>
                    <a:pt x="217" y="457"/>
                  </a:lnTo>
                  <a:lnTo>
                    <a:pt x="314" y="433"/>
                  </a:lnTo>
                  <a:lnTo>
                    <a:pt x="386" y="385"/>
                  </a:lnTo>
                  <a:lnTo>
                    <a:pt x="434" y="313"/>
                  </a:lnTo>
                  <a:lnTo>
                    <a:pt x="458" y="241"/>
                  </a:lnTo>
                  <a:lnTo>
                    <a:pt x="434" y="144"/>
                  </a:lnTo>
                  <a:lnTo>
                    <a:pt x="386" y="72"/>
                  </a:lnTo>
                  <a:lnTo>
                    <a:pt x="314" y="24"/>
                  </a:lnTo>
                  <a:lnTo>
                    <a:pt x="24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5" name="Google Shape;13929;p42">
              <a:extLst>
                <a:ext uri="{FF2B5EF4-FFF2-40B4-BE49-F238E27FC236}">
                  <a16:creationId xmlns:a16="http://schemas.microsoft.com/office/drawing/2014/main" id="{395342FF-AF51-4546-1B62-82F4DC72F031}"/>
                </a:ext>
              </a:extLst>
            </p:cNvPr>
            <p:cNvSpPr/>
            <p:nvPr/>
          </p:nvSpPr>
          <p:spPr>
            <a:xfrm>
              <a:off x="7652675" y="1288213"/>
              <a:ext cx="10875" cy="11450"/>
            </a:xfrm>
            <a:custGeom>
              <a:avLst/>
              <a:gdLst/>
              <a:ahLst/>
              <a:cxnLst/>
              <a:rect l="l" t="t" r="r" b="b"/>
              <a:pathLst>
                <a:path w="435" h="458" extrusionOk="0">
                  <a:moveTo>
                    <a:pt x="218" y="0"/>
                  </a:moveTo>
                  <a:lnTo>
                    <a:pt x="145" y="24"/>
                  </a:lnTo>
                  <a:lnTo>
                    <a:pt x="73" y="72"/>
                  </a:lnTo>
                  <a:lnTo>
                    <a:pt x="25" y="145"/>
                  </a:lnTo>
                  <a:lnTo>
                    <a:pt x="1" y="217"/>
                  </a:lnTo>
                  <a:lnTo>
                    <a:pt x="1" y="313"/>
                  </a:lnTo>
                  <a:lnTo>
                    <a:pt x="49" y="385"/>
                  </a:lnTo>
                  <a:lnTo>
                    <a:pt x="121" y="434"/>
                  </a:lnTo>
                  <a:lnTo>
                    <a:pt x="218" y="458"/>
                  </a:lnTo>
                  <a:lnTo>
                    <a:pt x="314" y="434"/>
                  </a:lnTo>
                  <a:lnTo>
                    <a:pt x="386" y="385"/>
                  </a:lnTo>
                  <a:lnTo>
                    <a:pt x="434" y="313"/>
                  </a:lnTo>
                  <a:lnTo>
                    <a:pt x="434" y="217"/>
                  </a:lnTo>
                  <a:lnTo>
                    <a:pt x="434" y="145"/>
                  </a:lnTo>
                  <a:lnTo>
                    <a:pt x="386" y="72"/>
                  </a:lnTo>
                  <a:lnTo>
                    <a:pt x="314" y="24"/>
                  </a:lnTo>
                  <a:lnTo>
                    <a:pt x="21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6" name="Google Shape;13930;p42">
              <a:extLst>
                <a:ext uri="{FF2B5EF4-FFF2-40B4-BE49-F238E27FC236}">
                  <a16:creationId xmlns:a16="http://schemas.microsoft.com/office/drawing/2014/main" id="{6AB02763-1EBF-D99A-2ABB-450725A303A2}"/>
                </a:ext>
              </a:extLst>
            </p:cNvPr>
            <p:cNvSpPr/>
            <p:nvPr/>
          </p:nvSpPr>
          <p:spPr>
            <a:xfrm>
              <a:off x="7664725" y="1190113"/>
              <a:ext cx="10850" cy="10850"/>
            </a:xfrm>
            <a:custGeom>
              <a:avLst/>
              <a:gdLst/>
              <a:ahLst/>
              <a:cxnLst/>
              <a:rect l="l" t="t" r="r" b="b"/>
              <a:pathLst>
                <a:path w="434" h="434" extrusionOk="0">
                  <a:moveTo>
                    <a:pt x="121" y="0"/>
                  </a:moveTo>
                  <a:lnTo>
                    <a:pt x="49" y="48"/>
                  </a:lnTo>
                  <a:lnTo>
                    <a:pt x="0" y="121"/>
                  </a:lnTo>
                  <a:lnTo>
                    <a:pt x="0" y="217"/>
                  </a:lnTo>
                  <a:lnTo>
                    <a:pt x="0" y="289"/>
                  </a:lnTo>
                  <a:lnTo>
                    <a:pt x="49" y="361"/>
                  </a:lnTo>
                  <a:lnTo>
                    <a:pt x="121" y="434"/>
                  </a:lnTo>
                  <a:lnTo>
                    <a:pt x="289" y="434"/>
                  </a:lnTo>
                  <a:lnTo>
                    <a:pt x="361" y="385"/>
                  </a:lnTo>
                  <a:lnTo>
                    <a:pt x="410" y="313"/>
                  </a:lnTo>
                  <a:lnTo>
                    <a:pt x="434" y="217"/>
                  </a:lnTo>
                  <a:lnTo>
                    <a:pt x="434" y="145"/>
                  </a:lnTo>
                  <a:lnTo>
                    <a:pt x="386"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7" name="Google Shape;13931;p42">
              <a:extLst>
                <a:ext uri="{FF2B5EF4-FFF2-40B4-BE49-F238E27FC236}">
                  <a16:creationId xmlns:a16="http://schemas.microsoft.com/office/drawing/2014/main" id="{7147DEB6-7BEE-3BCB-40AF-480B6EBB2AE9}"/>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8" name="Google Shape;13932;p42">
              <a:extLst>
                <a:ext uri="{FF2B5EF4-FFF2-40B4-BE49-F238E27FC236}">
                  <a16:creationId xmlns:a16="http://schemas.microsoft.com/office/drawing/2014/main" id="{C519852C-EC98-2F62-5CF7-D03772C29993}"/>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9" name="Google Shape;13933;p42">
              <a:extLst>
                <a:ext uri="{FF2B5EF4-FFF2-40B4-BE49-F238E27FC236}">
                  <a16:creationId xmlns:a16="http://schemas.microsoft.com/office/drawing/2014/main" id="{6DFAD616-9061-7DBE-3CAB-0DE0FEC5AB36}"/>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0" name="Google Shape;13934;p42">
              <a:extLst>
                <a:ext uri="{FF2B5EF4-FFF2-40B4-BE49-F238E27FC236}">
                  <a16:creationId xmlns:a16="http://schemas.microsoft.com/office/drawing/2014/main" id="{81425A47-5673-E27C-4A88-EA7FCF52238E}"/>
                </a:ext>
              </a:extLst>
            </p:cNvPr>
            <p:cNvSpPr/>
            <p:nvPr/>
          </p:nvSpPr>
          <p:spPr>
            <a:xfrm>
              <a:off x="7665925" y="1077563"/>
              <a:ext cx="10850" cy="10850"/>
            </a:xfrm>
            <a:custGeom>
              <a:avLst/>
              <a:gdLst/>
              <a:ahLst/>
              <a:cxnLst/>
              <a:rect l="l" t="t" r="r" b="b"/>
              <a:pathLst>
                <a:path w="434" h="434" extrusionOk="0">
                  <a:moveTo>
                    <a:pt x="145" y="1"/>
                  </a:moveTo>
                  <a:lnTo>
                    <a:pt x="73" y="49"/>
                  </a:lnTo>
                  <a:lnTo>
                    <a:pt x="1" y="121"/>
                  </a:lnTo>
                  <a:lnTo>
                    <a:pt x="1" y="217"/>
                  </a:lnTo>
                  <a:lnTo>
                    <a:pt x="1" y="290"/>
                  </a:lnTo>
                  <a:lnTo>
                    <a:pt x="49" y="362"/>
                  </a:lnTo>
                  <a:lnTo>
                    <a:pt x="121" y="434"/>
                  </a:lnTo>
                  <a:lnTo>
                    <a:pt x="289" y="434"/>
                  </a:lnTo>
                  <a:lnTo>
                    <a:pt x="362" y="386"/>
                  </a:lnTo>
                  <a:lnTo>
                    <a:pt x="410" y="314"/>
                  </a:lnTo>
                  <a:lnTo>
                    <a:pt x="434" y="217"/>
                  </a:lnTo>
                  <a:lnTo>
                    <a:pt x="434" y="145"/>
                  </a:lnTo>
                  <a:lnTo>
                    <a:pt x="386"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1" name="Google Shape;13935;p42">
              <a:extLst>
                <a:ext uri="{FF2B5EF4-FFF2-40B4-BE49-F238E27FC236}">
                  <a16:creationId xmlns:a16="http://schemas.microsoft.com/office/drawing/2014/main" id="{44D4F186-927F-FD30-B775-29EF40274B22}"/>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4" name="Google Shape;13936;p42">
              <a:extLst>
                <a:ext uri="{FF2B5EF4-FFF2-40B4-BE49-F238E27FC236}">
                  <a16:creationId xmlns:a16="http://schemas.microsoft.com/office/drawing/2014/main" id="{5807B1E6-782C-6D40-FAFA-2646BB5D43FF}"/>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5" name="Google Shape;13937;p42">
              <a:extLst>
                <a:ext uri="{FF2B5EF4-FFF2-40B4-BE49-F238E27FC236}">
                  <a16:creationId xmlns:a16="http://schemas.microsoft.com/office/drawing/2014/main" id="{B8C6D56E-C725-2BBF-4E7D-1B9100E51CCB}"/>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6" name="Google Shape;13938;p42">
              <a:extLst>
                <a:ext uri="{FF2B5EF4-FFF2-40B4-BE49-F238E27FC236}">
                  <a16:creationId xmlns:a16="http://schemas.microsoft.com/office/drawing/2014/main" id="{D84920EB-BADF-9497-EA60-367BCEE79F8E}"/>
                </a:ext>
              </a:extLst>
            </p:cNvPr>
            <p:cNvSpPr/>
            <p:nvPr/>
          </p:nvSpPr>
          <p:spPr>
            <a:xfrm>
              <a:off x="7645475" y="1171463"/>
              <a:ext cx="10850" cy="10850"/>
            </a:xfrm>
            <a:custGeom>
              <a:avLst/>
              <a:gdLst/>
              <a:ahLst/>
              <a:cxnLst/>
              <a:rect l="l" t="t" r="r" b="b"/>
              <a:pathLst>
                <a:path w="434" h="434" extrusionOk="0">
                  <a:moveTo>
                    <a:pt x="144" y="0"/>
                  </a:moveTo>
                  <a:lnTo>
                    <a:pt x="72" y="48"/>
                  </a:lnTo>
                  <a:lnTo>
                    <a:pt x="24" y="120"/>
                  </a:lnTo>
                  <a:lnTo>
                    <a:pt x="0" y="217"/>
                  </a:lnTo>
                  <a:lnTo>
                    <a:pt x="0" y="289"/>
                  </a:lnTo>
                  <a:lnTo>
                    <a:pt x="48" y="361"/>
                  </a:lnTo>
                  <a:lnTo>
                    <a:pt x="120" y="433"/>
                  </a:lnTo>
                  <a:lnTo>
                    <a:pt x="313" y="433"/>
                  </a:lnTo>
                  <a:lnTo>
                    <a:pt x="385" y="385"/>
                  </a:lnTo>
                  <a:lnTo>
                    <a:pt x="433" y="313"/>
                  </a:lnTo>
                  <a:lnTo>
                    <a:pt x="433"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7" name="Google Shape;13939;p42">
              <a:extLst>
                <a:ext uri="{FF2B5EF4-FFF2-40B4-BE49-F238E27FC236}">
                  <a16:creationId xmlns:a16="http://schemas.microsoft.com/office/drawing/2014/main" id="{D5B9F2AF-26DC-0BAF-DCAF-669681B82126}"/>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8" name="Google Shape;13940;p42">
              <a:extLst>
                <a:ext uri="{FF2B5EF4-FFF2-40B4-BE49-F238E27FC236}">
                  <a16:creationId xmlns:a16="http://schemas.microsoft.com/office/drawing/2014/main" id="{584084CD-EA9C-9EDF-862F-0E3CE281C636}"/>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9" name="Google Shape;13941;p42">
              <a:extLst>
                <a:ext uri="{FF2B5EF4-FFF2-40B4-BE49-F238E27FC236}">
                  <a16:creationId xmlns:a16="http://schemas.microsoft.com/office/drawing/2014/main" id="{DBE20F9B-0C07-524A-7F96-C689B8CD85D9}"/>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0" name="Google Shape;13942;p42">
              <a:extLst>
                <a:ext uri="{FF2B5EF4-FFF2-40B4-BE49-F238E27FC236}">
                  <a16:creationId xmlns:a16="http://schemas.microsoft.com/office/drawing/2014/main" id="{DE8D26C0-C8BC-0CAD-8CEC-705936900E2B}"/>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1" name="Google Shape;13943;p42">
              <a:extLst>
                <a:ext uri="{FF2B5EF4-FFF2-40B4-BE49-F238E27FC236}">
                  <a16:creationId xmlns:a16="http://schemas.microsoft.com/office/drawing/2014/main" id="{A88AE6A7-0380-5D59-E31D-68810A30D140}"/>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2" name="Google Shape;13944;p42">
              <a:extLst>
                <a:ext uri="{FF2B5EF4-FFF2-40B4-BE49-F238E27FC236}">
                  <a16:creationId xmlns:a16="http://schemas.microsoft.com/office/drawing/2014/main" id="{2C8677D1-D500-5724-3ACF-1DB61E5987A8}"/>
                </a:ext>
              </a:extLst>
            </p:cNvPr>
            <p:cNvSpPr/>
            <p:nvPr/>
          </p:nvSpPr>
          <p:spPr>
            <a:xfrm>
              <a:off x="7712875" y="1171463"/>
              <a:ext cx="11450" cy="10850"/>
            </a:xfrm>
            <a:custGeom>
              <a:avLst/>
              <a:gdLst/>
              <a:ahLst/>
              <a:cxnLst/>
              <a:rect l="l" t="t" r="r" b="b"/>
              <a:pathLst>
                <a:path w="458" h="434" extrusionOk="0">
                  <a:moveTo>
                    <a:pt x="145" y="0"/>
                  </a:moveTo>
                  <a:lnTo>
                    <a:pt x="72" y="48"/>
                  </a:lnTo>
                  <a:lnTo>
                    <a:pt x="24" y="120"/>
                  </a:lnTo>
                  <a:lnTo>
                    <a:pt x="0" y="217"/>
                  </a:lnTo>
                  <a:lnTo>
                    <a:pt x="24" y="289"/>
                  </a:lnTo>
                  <a:lnTo>
                    <a:pt x="72" y="361"/>
                  </a:lnTo>
                  <a:lnTo>
                    <a:pt x="145" y="433"/>
                  </a:lnTo>
                  <a:lnTo>
                    <a:pt x="313" y="433"/>
                  </a:lnTo>
                  <a:lnTo>
                    <a:pt x="385" y="385"/>
                  </a:lnTo>
                  <a:lnTo>
                    <a:pt x="434" y="313"/>
                  </a:lnTo>
                  <a:lnTo>
                    <a:pt x="458" y="217"/>
                  </a:lnTo>
                  <a:lnTo>
                    <a:pt x="434"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3" name="Google Shape;13945;p42">
              <a:extLst>
                <a:ext uri="{FF2B5EF4-FFF2-40B4-BE49-F238E27FC236}">
                  <a16:creationId xmlns:a16="http://schemas.microsoft.com/office/drawing/2014/main" id="{EEC07422-9B2A-E086-9A93-42ACE44949AC}"/>
                </a:ext>
              </a:extLst>
            </p:cNvPr>
            <p:cNvSpPr/>
            <p:nvPr/>
          </p:nvSpPr>
          <p:spPr>
            <a:xfrm>
              <a:off x="7730925" y="1164238"/>
              <a:ext cx="11450" cy="11450"/>
            </a:xfrm>
            <a:custGeom>
              <a:avLst/>
              <a:gdLst/>
              <a:ahLst/>
              <a:cxnLst/>
              <a:rect l="l" t="t" r="r" b="b"/>
              <a:pathLst>
                <a:path w="458" h="458" extrusionOk="0">
                  <a:moveTo>
                    <a:pt x="217" y="0"/>
                  </a:moveTo>
                  <a:lnTo>
                    <a:pt x="145" y="24"/>
                  </a:lnTo>
                  <a:lnTo>
                    <a:pt x="73" y="72"/>
                  </a:lnTo>
                  <a:lnTo>
                    <a:pt x="24" y="145"/>
                  </a:lnTo>
                  <a:lnTo>
                    <a:pt x="0" y="241"/>
                  </a:lnTo>
                  <a:lnTo>
                    <a:pt x="24" y="313"/>
                  </a:lnTo>
                  <a:lnTo>
                    <a:pt x="73" y="385"/>
                  </a:lnTo>
                  <a:lnTo>
                    <a:pt x="145" y="434"/>
                  </a:lnTo>
                  <a:lnTo>
                    <a:pt x="217" y="458"/>
                  </a:lnTo>
                  <a:lnTo>
                    <a:pt x="313" y="434"/>
                  </a:lnTo>
                  <a:lnTo>
                    <a:pt x="386" y="385"/>
                  </a:lnTo>
                  <a:lnTo>
                    <a:pt x="434" y="313"/>
                  </a:lnTo>
                  <a:lnTo>
                    <a:pt x="458" y="241"/>
                  </a:lnTo>
                  <a:lnTo>
                    <a:pt x="434" y="145"/>
                  </a:lnTo>
                  <a:lnTo>
                    <a:pt x="386"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4" name="Google Shape;13946;p42">
              <a:extLst>
                <a:ext uri="{FF2B5EF4-FFF2-40B4-BE49-F238E27FC236}">
                  <a16:creationId xmlns:a16="http://schemas.microsoft.com/office/drawing/2014/main" id="{2D4A4966-23C2-C374-4B57-04A1447EF816}"/>
                </a:ext>
              </a:extLst>
            </p:cNvPr>
            <p:cNvSpPr/>
            <p:nvPr/>
          </p:nvSpPr>
          <p:spPr>
            <a:xfrm>
              <a:off x="7639450" y="1113688"/>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5" name="Google Shape;13947;p42">
              <a:extLst>
                <a:ext uri="{FF2B5EF4-FFF2-40B4-BE49-F238E27FC236}">
                  <a16:creationId xmlns:a16="http://schemas.microsoft.com/office/drawing/2014/main" id="{162A245F-3CAB-A0F8-AB3F-2DE8A8FB9987}"/>
                </a:ext>
              </a:extLst>
            </p:cNvPr>
            <p:cNvSpPr/>
            <p:nvPr/>
          </p:nvSpPr>
          <p:spPr>
            <a:xfrm>
              <a:off x="7736350" y="1096213"/>
              <a:ext cx="11450" cy="11475"/>
            </a:xfrm>
            <a:custGeom>
              <a:avLst/>
              <a:gdLst/>
              <a:ahLst/>
              <a:cxnLst/>
              <a:rect l="l" t="t" r="r" b="b"/>
              <a:pathLst>
                <a:path w="458" h="459" extrusionOk="0">
                  <a:moveTo>
                    <a:pt x="241" y="1"/>
                  </a:moveTo>
                  <a:lnTo>
                    <a:pt x="145" y="25"/>
                  </a:lnTo>
                  <a:lnTo>
                    <a:pt x="72" y="73"/>
                  </a:lnTo>
                  <a:lnTo>
                    <a:pt x="24" y="145"/>
                  </a:lnTo>
                  <a:lnTo>
                    <a:pt x="0" y="218"/>
                  </a:lnTo>
                  <a:lnTo>
                    <a:pt x="24" y="314"/>
                  </a:lnTo>
                  <a:lnTo>
                    <a:pt x="72" y="386"/>
                  </a:lnTo>
                  <a:lnTo>
                    <a:pt x="145" y="434"/>
                  </a:lnTo>
                  <a:lnTo>
                    <a:pt x="241" y="458"/>
                  </a:lnTo>
                  <a:lnTo>
                    <a:pt x="313" y="434"/>
                  </a:lnTo>
                  <a:lnTo>
                    <a:pt x="385" y="386"/>
                  </a:lnTo>
                  <a:lnTo>
                    <a:pt x="433" y="314"/>
                  </a:lnTo>
                  <a:lnTo>
                    <a:pt x="457" y="242"/>
                  </a:lnTo>
                  <a:lnTo>
                    <a:pt x="433" y="145"/>
                  </a:lnTo>
                  <a:lnTo>
                    <a:pt x="385"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6" name="Google Shape;13948;p42">
              <a:extLst>
                <a:ext uri="{FF2B5EF4-FFF2-40B4-BE49-F238E27FC236}">
                  <a16:creationId xmlns:a16="http://schemas.microsoft.com/office/drawing/2014/main" id="{1CDA2284-274F-D2BA-B3E0-A95F4390F9A6}"/>
                </a:ext>
              </a:extLst>
            </p:cNvPr>
            <p:cNvSpPr/>
            <p:nvPr/>
          </p:nvSpPr>
          <p:spPr>
            <a:xfrm>
              <a:off x="7737550" y="1113688"/>
              <a:ext cx="11450" cy="11450"/>
            </a:xfrm>
            <a:custGeom>
              <a:avLst/>
              <a:gdLst/>
              <a:ahLst/>
              <a:cxnLst/>
              <a:rect l="l" t="t" r="r" b="b"/>
              <a:pathLst>
                <a:path w="458" h="458" extrusionOk="0">
                  <a:moveTo>
                    <a:pt x="241" y="0"/>
                  </a:moveTo>
                  <a:lnTo>
                    <a:pt x="145" y="24"/>
                  </a:lnTo>
                  <a:lnTo>
                    <a:pt x="72" y="72"/>
                  </a:lnTo>
                  <a:lnTo>
                    <a:pt x="24" y="144"/>
                  </a:lnTo>
                  <a:lnTo>
                    <a:pt x="0" y="217"/>
                  </a:lnTo>
                  <a:lnTo>
                    <a:pt x="24" y="313"/>
                  </a:lnTo>
                  <a:lnTo>
                    <a:pt x="72" y="385"/>
                  </a:lnTo>
                  <a:lnTo>
                    <a:pt x="145" y="433"/>
                  </a:lnTo>
                  <a:lnTo>
                    <a:pt x="241" y="457"/>
                  </a:lnTo>
                  <a:lnTo>
                    <a:pt x="313" y="433"/>
                  </a:lnTo>
                  <a:lnTo>
                    <a:pt x="385" y="385"/>
                  </a:lnTo>
                  <a:lnTo>
                    <a:pt x="434" y="313"/>
                  </a:lnTo>
                  <a:lnTo>
                    <a:pt x="458" y="241"/>
                  </a:lnTo>
                  <a:lnTo>
                    <a:pt x="434" y="144"/>
                  </a:lnTo>
                  <a:lnTo>
                    <a:pt x="409"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7" name="Google Shape;13949;p42">
              <a:extLst>
                <a:ext uri="{FF2B5EF4-FFF2-40B4-BE49-F238E27FC236}">
                  <a16:creationId xmlns:a16="http://schemas.microsoft.com/office/drawing/2014/main" id="{BFC4F872-0B5D-25D9-D0DE-BD816653BF21}"/>
                </a:ext>
              </a:extLst>
            </p:cNvPr>
            <p:cNvSpPr/>
            <p:nvPr/>
          </p:nvSpPr>
          <p:spPr>
            <a:xfrm>
              <a:off x="7732125" y="1131138"/>
              <a:ext cx="10850" cy="10850"/>
            </a:xfrm>
            <a:custGeom>
              <a:avLst/>
              <a:gdLst/>
              <a:ahLst/>
              <a:cxnLst/>
              <a:rect l="l" t="t" r="r" b="b"/>
              <a:pathLst>
                <a:path w="434" h="434" extrusionOk="0">
                  <a:moveTo>
                    <a:pt x="145" y="0"/>
                  </a:moveTo>
                  <a:lnTo>
                    <a:pt x="73" y="48"/>
                  </a:lnTo>
                  <a:lnTo>
                    <a:pt x="25" y="121"/>
                  </a:lnTo>
                  <a:lnTo>
                    <a:pt x="1" y="217"/>
                  </a:lnTo>
                  <a:lnTo>
                    <a:pt x="1" y="313"/>
                  </a:lnTo>
                  <a:lnTo>
                    <a:pt x="49" y="385"/>
                  </a:lnTo>
                  <a:lnTo>
                    <a:pt x="121" y="433"/>
                  </a:lnTo>
                  <a:lnTo>
                    <a:pt x="314" y="433"/>
                  </a:lnTo>
                  <a:lnTo>
                    <a:pt x="386" y="385"/>
                  </a:lnTo>
                  <a:lnTo>
                    <a:pt x="434" y="313"/>
                  </a:lnTo>
                  <a:lnTo>
                    <a:pt x="434" y="217"/>
                  </a:lnTo>
                  <a:lnTo>
                    <a:pt x="434" y="145"/>
                  </a:lnTo>
                  <a:lnTo>
                    <a:pt x="386" y="72"/>
                  </a:lnTo>
                  <a:lnTo>
                    <a:pt x="314"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8" name="Google Shape;13950;p42">
              <a:extLst>
                <a:ext uri="{FF2B5EF4-FFF2-40B4-BE49-F238E27FC236}">
                  <a16:creationId xmlns:a16="http://schemas.microsoft.com/office/drawing/2014/main" id="{25E41768-8BE8-B1CC-85C4-E9FDBDE7BE6E}"/>
                </a:ext>
              </a:extLst>
            </p:cNvPr>
            <p:cNvSpPr/>
            <p:nvPr/>
          </p:nvSpPr>
          <p:spPr>
            <a:xfrm>
              <a:off x="7699025" y="1196138"/>
              <a:ext cx="11450" cy="11450"/>
            </a:xfrm>
            <a:custGeom>
              <a:avLst/>
              <a:gdLst/>
              <a:ahLst/>
              <a:cxnLst/>
              <a:rect l="l" t="t" r="r" b="b"/>
              <a:pathLst>
                <a:path w="458" h="458" extrusionOk="0">
                  <a:moveTo>
                    <a:pt x="241" y="0"/>
                  </a:moveTo>
                  <a:lnTo>
                    <a:pt x="145" y="24"/>
                  </a:lnTo>
                  <a:lnTo>
                    <a:pt x="73" y="72"/>
                  </a:lnTo>
                  <a:lnTo>
                    <a:pt x="25" y="144"/>
                  </a:lnTo>
                  <a:lnTo>
                    <a:pt x="1" y="241"/>
                  </a:lnTo>
                  <a:lnTo>
                    <a:pt x="25" y="313"/>
                  </a:lnTo>
                  <a:lnTo>
                    <a:pt x="73" y="385"/>
                  </a:lnTo>
                  <a:lnTo>
                    <a:pt x="145" y="433"/>
                  </a:lnTo>
                  <a:lnTo>
                    <a:pt x="217" y="457"/>
                  </a:lnTo>
                  <a:lnTo>
                    <a:pt x="313" y="433"/>
                  </a:lnTo>
                  <a:lnTo>
                    <a:pt x="386" y="385"/>
                  </a:lnTo>
                  <a:lnTo>
                    <a:pt x="434" y="313"/>
                  </a:lnTo>
                  <a:lnTo>
                    <a:pt x="458" y="241"/>
                  </a:lnTo>
                  <a:lnTo>
                    <a:pt x="434" y="144"/>
                  </a:lnTo>
                  <a:lnTo>
                    <a:pt x="386"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9" name="Google Shape;13951;p42">
              <a:extLst>
                <a:ext uri="{FF2B5EF4-FFF2-40B4-BE49-F238E27FC236}">
                  <a16:creationId xmlns:a16="http://schemas.microsoft.com/office/drawing/2014/main" id="{F4B26509-E685-CCC2-1A2D-2F266336D0D9}"/>
                </a:ext>
              </a:extLst>
            </p:cNvPr>
            <p:cNvSpPr/>
            <p:nvPr/>
          </p:nvSpPr>
          <p:spPr>
            <a:xfrm>
              <a:off x="7690000" y="1176863"/>
              <a:ext cx="10850" cy="11475"/>
            </a:xfrm>
            <a:custGeom>
              <a:avLst/>
              <a:gdLst/>
              <a:ahLst/>
              <a:cxnLst/>
              <a:rect l="l" t="t" r="r" b="b"/>
              <a:pathLst>
                <a:path w="434" h="459" extrusionOk="0">
                  <a:moveTo>
                    <a:pt x="217" y="1"/>
                  </a:moveTo>
                  <a:lnTo>
                    <a:pt x="145" y="25"/>
                  </a:lnTo>
                  <a:lnTo>
                    <a:pt x="73" y="73"/>
                  </a:lnTo>
                  <a:lnTo>
                    <a:pt x="25" y="145"/>
                  </a:lnTo>
                  <a:lnTo>
                    <a:pt x="0" y="217"/>
                  </a:lnTo>
                  <a:lnTo>
                    <a:pt x="0" y="314"/>
                  </a:lnTo>
                  <a:lnTo>
                    <a:pt x="49" y="386"/>
                  </a:lnTo>
                  <a:lnTo>
                    <a:pt x="121" y="434"/>
                  </a:lnTo>
                  <a:lnTo>
                    <a:pt x="217" y="458"/>
                  </a:lnTo>
                  <a:lnTo>
                    <a:pt x="289" y="434"/>
                  </a:lnTo>
                  <a:lnTo>
                    <a:pt x="362" y="386"/>
                  </a:lnTo>
                  <a:lnTo>
                    <a:pt x="434" y="314"/>
                  </a:lnTo>
                  <a:lnTo>
                    <a:pt x="434" y="217"/>
                  </a:lnTo>
                  <a:lnTo>
                    <a:pt x="434" y="145"/>
                  </a:lnTo>
                  <a:lnTo>
                    <a:pt x="386"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0" name="Google Shape;13952;p42">
              <a:extLst>
                <a:ext uri="{FF2B5EF4-FFF2-40B4-BE49-F238E27FC236}">
                  <a16:creationId xmlns:a16="http://schemas.microsoft.com/office/drawing/2014/main" id="{ABDBC1EF-3596-87C4-80B4-C07FD0C88563}"/>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1" name="Google Shape;13953;p42">
              <a:extLst>
                <a:ext uri="{FF2B5EF4-FFF2-40B4-BE49-F238E27FC236}">
                  <a16:creationId xmlns:a16="http://schemas.microsoft.com/office/drawing/2014/main" id="{69531277-D2DD-4818-526B-9DFA35B10578}"/>
                </a:ext>
              </a:extLst>
            </p:cNvPr>
            <p:cNvSpPr/>
            <p:nvPr/>
          </p:nvSpPr>
          <p:spPr>
            <a:xfrm>
              <a:off x="7667125" y="1164238"/>
              <a:ext cx="10850" cy="11450"/>
            </a:xfrm>
            <a:custGeom>
              <a:avLst/>
              <a:gdLst/>
              <a:ahLst/>
              <a:cxnLst/>
              <a:rect l="l" t="t" r="r" b="b"/>
              <a:pathLst>
                <a:path w="434" h="458" extrusionOk="0">
                  <a:moveTo>
                    <a:pt x="217" y="0"/>
                  </a:moveTo>
                  <a:lnTo>
                    <a:pt x="145" y="24"/>
                  </a:lnTo>
                  <a:lnTo>
                    <a:pt x="73" y="72"/>
                  </a:lnTo>
                  <a:lnTo>
                    <a:pt x="1" y="145"/>
                  </a:lnTo>
                  <a:lnTo>
                    <a:pt x="1" y="241"/>
                  </a:lnTo>
                  <a:lnTo>
                    <a:pt x="1" y="313"/>
                  </a:lnTo>
                  <a:lnTo>
                    <a:pt x="49" y="385"/>
                  </a:lnTo>
                  <a:lnTo>
                    <a:pt x="121" y="434"/>
                  </a:lnTo>
                  <a:lnTo>
                    <a:pt x="217" y="458"/>
                  </a:lnTo>
                  <a:lnTo>
                    <a:pt x="290" y="434"/>
                  </a:lnTo>
                  <a:lnTo>
                    <a:pt x="362" y="385"/>
                  </a:lnTo>
                  <a:lnTo>
                    <a:pt x="434" y="313"/>
                  </a:lnTo>
                  <a:lnTo>
                    <a:pt x="434" y="241"/>
                  </a:lnTo>
                  <a:lnTo>
                    <a:pt x="434" y="145"/>
                  </a:lnTo>
                  <a:lnTo>
                    <a:pt x="386" y="72"/>
                  </a:lnTo>
                  <a:lnTo>
                    <a:pt x="314"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2" name="Google Shape;13954;p42">
              <a:extLst>
                <a:ext uri="{FF2B5EF4-FFF2-40B4-BE49-F238E27FC236}">
                  <a16:creationId xmlns:a16="http://schemas.microsoft.com/office/drawing/2014/main" id="{58FDB9B1-34C4-398D-D9EA-4C4979EBF5F2}"/>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50238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idx="4294967295"/>
          </p:nvPr>
        </p:nvSpPr>
        <p:spPr>
          <a:xfrm>
            <a:off x="1441450" y="225425"/>
            <a:ext cx="7702550" cy="571500"/>
          </a:xfrm>
          <a:prstGeom prst="rect">
            <a:avLst/>
          </a:prstGeom>
        </p:spPr>
        <p:txBody>
          <a:bodyPr spcFirstLastPara="1" wrap="square" lIns="91425" tIns="91425" rIns="91425" bIns="91425" anchor="t" anchorCtr="0">
            <a:noAutofit/>
          </a:bodyPr>
          <a:lstStyle/>
          <a:p>
            <a:r>
              <a:rPr lang="en" dirty="0"/>
              <a:t>Examenes </a:t>
            </a:r>
            <a:r>
              <a:rPr lang="es-AR" dirty="0"/>
              <a:t>de líquido sinovial.</a:t>
            </a:r>
          </a:p>
        </p:txBody>
      </p:sp>
      <p:pic>
        <p:nvPicPr>
          <p:cNvPr id="1026" name="Picture 2">
            <a:extLst>
              <a:ext uri="{FF2B5EF4-FFF2-40B4-BE49-F238E27FC236}">
                <a16:creationId xmlns:a16="http://schemas.microsoft.com/office/drawing/2014/main" id="{ECE47271-DC18-996B-C532-A8D979B494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8261" y="957381"/>
            <a:ext cx="5867477" cy="44006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slz="http://schemas.microsoft.com/office/powerpoint/2016/slidezoom">
        <mc:Choice Requires="pslz">
          <p:graphicFrame>
            <p:nvGraphicFramePr>
              <p:cNvPr id="3" name="Vista general de diapositiva 2">
                <a:extLst>
                  <a:ext uri="{FF2B5EF4-FFF2-40B4-BE49-F238E27FC236}">
                    <a16:creationId xmlns:a16="http://schemas.microsoft.com/office/drawing/2014/main" id="{A3780FD0-087C-3BCF-039A-1220C0BB32DF}"/>
                  </a:ext>
                </a:extLst>
              </p:cNvPr>
              <p:cNvGraphicFramePr>
                <a:graphicFrameLocks noChangeAspect="1"/>
              </p:cNvGraphicFramePr>
              <p:nvPr>
                <p:extLst>
                  <p:ext uri="{D42A27DB-BD31-4B8C-83A1-F6EECF244321}">
                    <p14:modId xmlns:p14="http://schemas.microsoft.com/office/powerpoint/2010/main" val="22426191"/>
                  </p:ext>
                </p:extLst>
              </p:nvPr>
            </p:nvGraphicFramePr>
            <p:xfrm>
              <a:off x="3169355" y="4647245"/>
              <a:ext cx="2286000" cy="1285875"/>
            </p:xfrm>
            <a:graphic>
              <a:graphicData uri="http://schemas.microsoft.com/office/powerpoint/2016/slidezoom">
                <pslz:sldZm>
                  <pslz:sldZmObj sldId="309" cId="3450238911">
                    <pslz:zmPr id="{EFB629F3-C7D0-4FF2-AEAF-C5C066E0D28E}" returnToParent="0" transitionDur="1000">
                      <p166:blipFill xmlns:p166="http://schemas.microsoft.com/office/powerpoint/2016/6/main">
                        <a:blip r:embed="rId4"/>
                        <a:stretch>
                          <a:fillRect/>
                        </a:stretch>
                      </p166:blipFill>
                      <p166:spPr xmlns:p166="http://schemas.microsoft.com/office/powerpoint/2016/6/main">
                        <a:xfrm>
                          <a:off x="0" y="0"/>
                          <a:ext cx="2286000" cy="1285875"/>
                        </a:xfrm>
                        <a:prstGeom prst="rect">
                          <a:avLst/>
                        </a:prstGeom>
                      </p166:spPr>
                    </pslz:zmPr>
                  </pslz:sldZmObj>
                </pslz:sldZm>
              </a:graphicData>
            </a:graphic>
          </p:graphicFrame>
        </mc:Choice>
        <mc:Fallback xmlns="">
          <p:pic>
            <p:nvPicPr>
              <p:cNvPr id="3" name="Vista general de diapositiva 2">
                <a:extLst>
                  <a:ext uri="{FF2B5EF4-FFF2-40B4-BE49-F238E27FC236}">
                    <a16:creationId xmlns:a16="http://schemas.microsoft.com/office/drawing/2014/main" id="{A3780FD0-087C-3BCF-039A-1220C0BB32DF}"/>
                  </a:ext>
                </a:extLst>
              </p:cNvPr>
              <p:cNvPicPr>
                <a:picLocks noGrp="1" noRot="1" noChangeAspect="1" noMove="1" noResize="1" noEditPoints="1" noAdjustHandles="1" noChangeArrowheads="1" noChangeShapeType="1"/>
              </p:cNvPicPr>
              <p:nvPr/>
            </p:nvPicPr>
            <p:blipFill>
              <a:blip r:embed="rId5"/>
              <a:stretch>
                <a:fillRect/>
              </a:stretch>
            </p:blipFill>
            <p:spPr>
              <a:xfrm>
                <a:off x="3169355" y="4647245"/>
                <a:ext cx="2286000" cy="1285875"/>
              </a:xfrm>
              <a:prstGeom prst="rect">
                <a:avLst/>
              </a:prstGeom>
            </p:spPr>
          </p:pic>
        </mc:Fallback>
      </mc:AlternateContent>
    </p:spTree>
    <p:extLst>
      <p:ext uri="{BB962C8B-B14F-4D97-AF65-F5344CB8AC3E}">
        <p14:creationId xmlns:p14="http://schemas.microsoft.com/office/powerpoint/2010/main" val="2820464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1599231" y="411612"/>
            <a:ext cx="7704000" cy="5727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 sz="3200" dirty="0">
                <a:solidFill>
                  <a:schemeClr val="dk1"/>
                </a:solidFill>
              </a:rPr>
              <a:t>Laboratorio</a:t>
            </a:r>
          </a:p>
        </p:txBody>
      </p:sp>
      <p:sp>
        <p:nvSpPr>
          <p:cNvPr id="13603" name="Google Shape;13603;p38"/>
          <p:cNvSpPr txBox="1">
            <a:spLocks noGrp="1"/>
          </p:cNvSpPr>
          <p:nvPr>
            <p:ph type="body" idx="1"/>
          </p:nvPr>
        </p:nvSpPr>
        <p:spPr>
          <a:xfrm>
            <a:off x="720000" y="1029138"/>
            <a:ext cx="5669077" cy="3416400"/>
          </a:xfrm>
          <a:prstGeom prst="rect">
            <a:avLst/>
          </a:prstGeom>
        </p:spPr>
        <p:txBody>
          <a:bodyPr spcFirstLastPara="1" wrap="square" lIns="91425" tIns="91425" rIns="91425" bIns="91425" anchor="b" anchorCtr="0">
            <a:noAutofit/>
          </a:bodyPr>
          <a:lstStyle/>
          <a:p>
            <a:r>
              <a:rPr lang="es-ES" sz="2800" dirty="0"/>
              <a:t>Hemograma</a:t>
            </a:r>
          </a:p>
          <a:p>
            <a:r>
              <a:rPr lang="es-ES" sz="2800" dirty="0"/>
              <a:t>VSG y PCR</a:t>
            </a:r>
          </a:p>
          <a:p>
            <a:r>
              <a:rPr lang="es-ES" sz="2800" dirty="0"/>
              <a:t>Ácido úrico</a:t>
            </a:r>
          </a:p>
          <a:p>
            <a:r>
              <a:rPr lang="es-ES" sz="2800" dirty="0"/>
              <a:t>Enzimas hepáticas</a:t>
            </a:r>
          </a:p>
          <a:p>
            <a:r>
              <a:rPr lang="es-ES" sz="2800" dirty="0"/>
              <a:t>Estudio inmunológico: FAN título y patrón, FR, </a:t>
            </a:r>
            <a:r>
              <a:rPr lang="es-ES" sz="2800" dirty="0" err="1"/>
              <a:t>AntiCCP</a:t>
            </a:r>
            <a:r>
              <a:rPr lang="es-ES" sz="2800" dirty="0"/>
              <a:t>, C3, C4, HLA B27?</a:t>
            </a:r>
            <a:endParaRPr lang="en" sz="2800" dirty="0">
              <a:solidFill>
                <a:schemeClr val="dk1"/>
              </a:solidFill>
            </a:endParaRPr>
          </a:p>
          <a:p>
            <a:pPr marL="0" lvl="0" indent="0" algn="l" rtl="0">
              <a:spcBef>
                <a:spcPts val="0"/>
              </a:spcBef>
              <a:spcAft>
                <a:spcPts val="0"/>
              </a:spcAft>
              <a:buNone/>
            </a:pPr>
            <a:endParaRPr lang="en" dirty="0">
              <a:solidFill>
                <a:schemeClr val="dk1"/>
              </a:solidFill>
            </a:endParaRPr>
          </a:p>
        </p:txBody>
      </p:sp>
      <p:grpSp>
        <p:nvGrpSpPr>
          <p:cNvPr id="2" name="Google Shape;15132;p66">
            <a:extLst>
              <a:ext uri="{FF2B5EF4-FFF2-40B4-BE49-F238E27FC236}">
                <a16:creationId xmlns:a16="http://schemas.microsoft.com/office/drawing/2014/main" id="{333F545A-606D-2A90-D0FA-D3DC8CBCCBF6}"/>
              </a:ext>
            </a:extLst>
          </p:cNvPr>
          <p:cNvGrpSpPr/>
          <p:nvPr/>
        </p:nvGrpSpPr>
        <p:grpSpPr>
          <a:xfrm>
            <a:off x="5451231" y="1029138"/>
            <a:ext cx="1482471" cy="904210"/>
            <a:chOff x="3516325" y="3391675"/>
            <a:chExt cx="845050" cy="515425"/>
          </a:xfrm>
        </p:grpSpPr>
        <p:sp>
          <p:nvSpPr>
            <p:cNvPr id="3" name="Google Shape;15133;p66">
              <a:extLst>
                <a:ext uri="{FF2B5EF4-FFF2-40B4-BE49-F238E27FC236}">
                  <a16:creationId xmlns:a16="http://schemas.microsoft.com/office/drawing/2014/main" id="{A2639E90-19C1-243E-FF5E-590720BAE6CA}"/>
                </a:ext>
              </a:extLst>
            </p:cNvPr>
            <p:cNvSpPr/>
            <p:nvPr/>
          </p:nvSpPr>
          <p:spPr>
            <a:xfrm>
              <a:off x="3639800" y="3514075"/>
              <a:ext cx="489650" cy="366175"/>
            </a:xfrm>
            <a:custGeom>
              <a:avLst/>
              <a:gdLst/>
              <a:ahLst/>
              <a:cxnLst/>
              <a:rect l="l" t="t" r="r" b="b"/>
              <a:pathLst>
                <a:path w="19586" h="14647" extrusionOk="0">
                  <a:moveTo>
                    <a:pt x="16579" y="1"/>
                  </a:moveTo>
                  <a:lnTo>
                    <a:pt x="344" y="9278"/>
                  </a:lnTo>
                  <a:lnTo>
                    <a:pt x="301" y="9321"/>
                  </a:lnTo>
                  <a:lnTo>
                    <a:pt x="215" y="9406"/>
                  </a:lnTo>
                  <a:lnTo>
                    <a:pt x="129" y="9492"/>
                  </a:lnTo>
                  <a:lnTo>
                    <a:pt x="1" y="9707"/>
                  </a:lnTo>
                  <a:lnTo>
                    <a:pt x="1" y="9965"/>
                  </a:lnTo>
                  <a:lnTo>
                    <a:pt x="1" y="10094"/>
                  </a:lnTo>
                  <a:lnTo>
                    <a:pt x="86" y="10223"/>
                  </a:lnTo>
                  <a:lnTo>
                    <a:pt x="2234" y="14045"/>
                  </a:lnTo>
                  <a:lnTo>
                    <a:pt x="2406" y="14346"/>
                  </a:lnTo>
                  <a:lnTo>
                    <a:pt x="2492" y="14432"/>
                  </a:lnTo>
                  <a:lnTo>
                    <a:pt x="2620" y="14517"/>
                  </a:lnTo>
                  <a:lnTo>
                    <a:pt x="2835" y="14646"/>
                  </a:lnTo>
                  <a:lnTo>
                    <a:pt x="3222" y="14646"/>
                  </a:lnTo>
                  <a:lnTo>
                    <a:pt x="3351" y="14560"/>
                  </a:lnTo>
                  <a:lnTo>
                    <a:pt x="19585" y="5283"/>
                  </a:lnTo>
                  <a:lnTo>
                    <a:pt x="16837" y="430"/>
                  </a:lnTo>
                  <a:lnTo>
                    <a:pt x="165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5134;p66">
              <a:extLst>
                <a:ext uri="{FF2B5EF4-FFF2-40B4-BE49-F238E27FC236}">
                  <a16:creationId xmlns:a16="http://schemas.microsoft.com/office/drawing/2014/main" id="{5E317780-E073-F553-7DF5-64D2FC6A5E27}"/>
                </a:ext>
              </a:extLst>
            </p:cNvPr>
            <p:cNvSpPr/>
            <p:nvPr/>
          </p:nvSpPr>
          <p:spPr>
            <a:xfrm>
              <a:off x="3639800" y="3514075"/>
              <a:ext cx="489650" cy="366175"/>
            </a:xfrm>
            <a:custGeom>
              <a:avLst/>
              <a:gdLst/>
              <a:ahLst/>
              <a:cxnLst/>
              <a:rect l="l" t="t" r="r" b="b"/>
              <a:pathLst>
                <a:path w="19586" h="14647" fill="none" extrusionOk="0">
                  <a:moveTo>
                    <a:pt x="16579" y="1"/>
                  </a:moveTo>
                  <a:lnTo>
                    <a:pt x="16837" y="430"/>
                  </a:lnTo>
                  <a:lnTo>
                    <a:pt x="19585" y="5283"/>
                  </a:lnTo>
                  <a:lnTo>
                    <a:pt x="3351" y="14560"/>
                  </a:lnTo>
                  <a:lnTo>
                    <a:pt x="3351" y="14560"/>
                  </a:lnTo>
                  <a:lnTo>
                    <a:pt x="3222" y="14646"/>
                  </a:lnTo>
                  <a:lnTo>
                    <a:pt x="3093" y="14646"/>
                  </a:lnTo>
                  <a:lnTo>
                    <a:pt x="2835" y="14646"/>
                  </a:lnTo>
                  <a:lnTo>
                    <a:pt x="2620" y="14517"/>
                  </a:lnTo>
                  <a:lnTo>
                    <a:pt x="2492" y="14432"/>
                  </a:lnTo>
                  <a:lnTo>
                    <a:pt x="2406" y="14346"/>
                  </a:lnTo>
                  <a:lnTo>
                    <a:pt x="2234" y="14045"/>
                  </a:lnTo>
                  <a:lnTo>
                    <a:pt x="86" y="10223"/>
                  </a:lnTo>
                  <a:lnTo>
                    <a:pt x="86" y="10223"/>
                  </a:lnTo>
                  <a:lnTo>
                    <a:pt x="1" y="10094"/>
                  </a:lnTo>
                  <a:lnTo>
                    <a:pt x="1" y="9965"/>
                  </a:lnTo>
                  <a:lnTo>
                    <a:pt x="1" y="9707"/>
                  </a:lnTo>
                  <a:lnTo>
                    <a:pt x="129" y="9492"/>
                  </a:lnTo>
                  <a:lnTo>
                    <a:pt x="215" y="9406"/>
                  </a:lnTo>
                  <a:lnTo>
                    <a:pt x="301" y="9321"/>
                  </a:lnTo>
                  <a:lnTo>
                    <a:pt x="344" y="9278"/>
                  </a:lnTo>
                  <a:lnTo>
                    <a:pt x="1657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5135;p66">
              <a:extLst>
                <a:ext uri="{FF2B5EF4-FFF2-40B4-BE49-F238E27FC236}">
                  <a16:creationId xmlns:a16="http://schemas.microsoft.com/office/drawing/2014/main" id="{E4854D7B-FF3F-CF38-B952-8B1CB1203305}"/>
                </a:ext>
              </a:extLst>
            </p:cNvPr>
            <p:cNvSpPr/>
            <p:nvPr/>
          </p:nvSpPr>
          <p:spPr>
            <a:xfrm>
              <a:off x="3851098" y="3429253"/>
              <a:ext cx="474851" cy="307104"/>
            </a:xfrm>
            <a:custGeom>
              <a:avLst/>
              <a:gdLst/>
              <a:ahLst/>
              <a:cxnLst/>
              <a:rect l="l" t="t" r="r" b="b"/>
              <a:pathLst>
                <a:path w="16580" h="10824" extrusionOk="0">
                  <a:moveTo>
                    <a:pt x="15420" y="1"/>
                  </a:moveTo>
                  <a:lnTo>
                    <a:pt x="1" y="8848"/>
                  </a:lnTo>
                  <a:lnTo>
                    <a:pt x="1117" y="10824"/>
                  </a:lnTo>
                  <a:lnTo>
                    <a:pt x="16579" y="2019"/>
                  </a:lnTo>
                  <a:lnTo>
                    <a:pt x="15420"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5136;p66">
              <a:extLst>
                <a:ext uri="{FF2B5EF4-FFF2-40B4-BE49-F238E27FC236}">
                  <a16:creationId xmlns:a16="http://schemas.microsoft.com/office/drawing/2014/main" id="{67FAA2F4-B3D9-40DD-FDC1-3CD4037E5B59}"/>
                </a:ext>
              </a:extLst>
            </p:cNvPr>
            <p:cNvSpPr/>
            <p:nvPr/>
          </p:nvSpPr>
          <p:spPr>
            <a:xfrm>
              <a:off x="3920050" y="3445350"/>
              <a:ext cx="396225" cy="238400"/>
            </a:xfrm>
            <a:custGeom>
              <a:avLst/>
              <a:gdLst/>
              <a:ahLst/>
              <a:cxnLst/>
              <a:rect l="l" t="t" r="r" b="b"/>
              <a:pathLst>
                <a:path w="15849" h="9536" extrusionOk="0">
                  <a:moveTo>
                    <a:pt x="15419" y="1"/>
                  </a:moveTo>
                  <a:lnTo>
                    <a:pt x="0" y="8848"/>
                  </a:lnTo>
                  <a:lnTo>
                    <a:pt x="430" y="9536"/>
                  </a:lnTo>
                  <a:lnTo>
                    <a:pt x="15849" y="688"/>
                  </a:lnTo>
                  <a:lnTo>
                    <a:pt x="154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5137;p66">
              <a:extLst>
                <a:ext uri="{FF2B5EF4-FFF2-40B4-BE49-F238E27FC236}">
                  <a16:creationId xmlns:a16="http://schemas.microsoft.com/office/drawing/2014/main" id="{BEC80990-90C8-5BD2-FC8B-6F05EE2D10E5}"/>
                </a:ext>
              </a:extLst>
            </p:cNvPr>
            <p:cNvSpPr/>
            <p:nvPr/>
          </p:nvSpPr>
          <p:spPr>
            <a:xfrm>
              <a:off x="4049975" y="3478650"/>
              <a:ext cx="132075" cy="187925"/>
            </a:xfrm>
            <a:custGeom>
              <a:avLst/>
              <a:gdLst/>
              <a:ahLst/>
              <a:cxnLst/>
              <a:rect l="l" t="t" r="r" b="b"/>
              <a:pathLst>
                <a:path w="5283" h="7517" extrusionOk="0">
                  <a:moveTo>
                    <a:pt x="1332" y="0"/>
                  </a:moveTo>
                  <a:lnTo>
                    <a:pt x="1160" y="43"/>
                  </a:lnTo>
                  <a:lnTo>
                    <a:pt x="215" y="602"/>
                  </a:lnTo>
                  <a:lnTo>
                    <a:pt x="86" y="730"/>
                  </a:lnTo>
                  <a:lnTo>
                    <a:pt x="0" y="859"/>
                  </a:lnTo>
                  <a:lnTo>
                    <a:pt x="0" y="1031"/>
                  </a:lnTo>
                  <a:lnTo>
                    <a:pt x="43" y="1203"/>
                  </a:lnTo>
                  <a:lnTo>
                    <a:pt x="3522" y="7302"/>
                  </a:lnTo>
                  <a:lnTo>
                    <a:pt x="3651" y="7430"/>
                  </a:lnTo>
                  <a:lnTo>
                    <a:pt x="3823" y="7516"/>
                  </a:lnTo>
                  <a:lnTo>
                    <a:pt x="3952" y="7516"/>
                  </a:lnTo>
                  <a:lnTo>
                    <a:pt x="4123" y="7473"/>
                  </a:lnTo>
                  <a:lnTo>
                    <a:pt x="5068" y="6915"/>
                  </a:lnTo>
                  <a:lnTo>
                    <a:pt x="5197" y="6786"/>
                  </a:lnTo>
                  <a:lnTo>
                    <a:pt x="5283" y="6657"/>
                  </a:lnTo>
                  <a:lnTo>
                    <a:pt x="5283" y="6486"/>
                  </a:lnTo>
                  <a:lnTo>
                    <a:pt x="5240" y="6314"/>
                  </a:lnTo>
                  <a:lnTo>
                    <a:pt x="1761" y="215"/>
                  </a:lnTo>
                  <a:lnTo>
                    <a:pt x="1632" y="86"/>
                  </a:lnTo>
                  <a:lnTo>
                    <a:pt x="150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5138;p66">
              <a:extLst>
                <a:ext uri="{FF2B5EF4-FFF2-40B4-BE49-F238E27FC236}">
                  <a16:creationId xmlns:a16="http://schemas.microsoft.com/office/drawing/2014/main" id="{24705A5F-B610-E66E-E4BB-CFCB7B579A4C}"/>
                </a:ext>
              </a:extLst>
            </p:cNvPr>
            <p:cNvSpPr/>
            <p:nvPr/>
          </p:nvSpPr>
          <p:spPr>
            <a:xfrm>
              <a:off x="4284050" y="3391675"/>
              <a:ext cx="77325" cy="111700"/>
            </a:xfrm>
            <a:custGeom>
              <a:avLst/>
              <a:gdLst/>
              <a:ahLst/>
              <a:cxnLst/>
              <a:rect l="l" t="t" r="r" b="b"/>
              <a:pathLst>
                <a:path w="3093" h="4468" extrusionOk="0">
                  <a:moveTo>
                    <a:pt x="687" y="0"/>
                  </a:moveTo>
                  <a:lnTo>
                    <a:pt x="601" y="43"/>
                  </a:lnTo>
                  <a:lnTo>
                    <a:pt x="129" y="301"/>
                  </a:lnTo>
                  <a:lnTo>
                    <a:pt x="43" y="387"/>
                  </a:lnTo>
                  <a:lnTo>
                    <a:pt x="0" y="473"/>
                  </a:lnTo>
                  <a:lnTo>
                    <a:pt x="0" y="602"/>
                  </a:lnTo>
                  <a:lnTo>
                    <a:pt x="43" y="688"/>
                  </a:lnTo>
                  <a:lnTo>
                    <a:pt x="2105" y="4295"/>
                  </a:lnTo>
                  <a:lnTo>
                    <a:pt x="2191" y="4381"/>
                  </a:lnTo>
                  <a:lnTo>
                    <a:pt x="2276" y="4424"/>
                  </a:lnTo>
                  <a:lnTo>
                    <a:pt x="2405" y="4467"/>
                  </a:lnTo>
                  <a:lnTo>
                    <a:pt x="2491" y="4424"/>
                  </a:lnTo>
                  <a:lnTo>
                    <a:pt x="2964" y="4166"/>
                  </a:lnTo>
                  <a:lnTo>
                    <a:pt x="3050" y="4081"/>
                  </a:lnTo>
                  <a:lnTo>
                    <a:pt x="3093" y="3995"/>
                  </a:lnTo>
                  <a:lnTo>
                    <a:pt x="3093" y="3866"/>
                  </a:lnTo>
                  <a:lnTo>
                    <a:pt x="3050" y="3780"/>
                  </a:lnTo>
                  <a:lnTo>
                    <a:pt x="988" y="172"/>
                  </a:lnTo>
                  <a:lnTo>
                    <a:pt x="902" y="86"/>
                  </a:lnTo>
                  <a:lnTo>
                    <a:pt x="816"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5139;p66">
              <a:extLst>
                <a:ext uri="{FF2B5EF4-FFF2-40B4-BE49-F238E27FC236}">
                  <a16:creationId xmlns:a16="http://schemas.microsoft.com/office/drawing/2014/main" id="{6D16D98A-A2EF-41D7-BFE9-826498E086F1}"/>
                </a:ext>
              </a:extLst>
            </p:cNvPr>
            <p:cNvSpPr/>
            <p:nvPr/>
          </p:nvSpPr>
          <p:spPr>
            <a:xfrm>
              <a:off x="3653750" y="3637550"/>
              <a:ext cx="267400" cy="230875"/>
            </a:xfrm>
            <a:custGeom>
              <a:avLst/>
              <a:gdLst/>
              <a:ahLst/>
              <a:cxnLst/>
              <a:rect l="l" t="t" r="r" b="b"/>
              <a:pathLst>
                <a:path w="10696" h="9235" extrusionOk="0">
                  <a:moveTo>
                    <a:pt x="7989" y="1"/>
                  </a:moveTo>
                  <a:lnTo>
                    <a:pt x="344" y="4382"/>
                  </a:lnTo>
                  <a:lnTo>
                    <a:pt x="216" y="4467"/>
                  </a:lnTo>
                  <a:lnTo>
                    <a:pt x="130" y="4553"/>
                  </a:lnTo>
                  <a:lnTo>
                    <a:pt x="44" y="4682"/>
                  </a:lnTo>
                  <a:lnTo>
                    <a:pt x="1" y="4811"/>
                  </a:lnTo>
                  <a:lnTo>
                    <a:pt x="1" y="4940"/>
                  </a:lnTo>
                  <a:lnTo>
                    <a:pt x="1" y="5069"/>
                  </a:lnTo>
                  <a:lnTo>
                    <a:pt x="1" y="5241"/>
                  </a:lnTo>
                  <a:lnTo>
                    <a:pt x="87" y="5369"/>
                  </a:lnTo>
                  <a:lnTo>
                    <a:pt x="2105" y="8891"/>
                  </a:lnTo>
                  <a:lnTo>
                    <a:pt x="2191" y="9020"/>
                  </a:lnTo>
                  <a:lnTo>
                    <a:pt x="2277" y="9106"/>
                  </a:lnTo>
                  <a:lnTo>
                    <a:pt x="2406" y="9192"/>
                  </a:lnTo>
                  <a:lnTo>
                    <a:pt x="2535" y="9235"/>
                  </a:lnTo>
                  <a:lnTo>
                    <a:pt x="2793" y="9235"/>
                  </a:lnTo>
                  <a:lnTo>
                    <a:pt x="2921" y="9192"/>
                  </a:lnTo>
                  <a:lnTo>
                    <a:pt x="3050" y="9149"/>
                  </a:lnTo>
                  <a:lnTo>
                    <a:pt x="10695" y="4768"/>
                  </a:lnTo>
                  <a:lnTo>
                    <a:pt x="79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5140;p66">
              <a:extLst>
                <a:ext uri="{FF2B5EF4-FFF2-40B4-BE49-F238E27FC236}">
                  <a16:creationId xmlns:a16="http://schemas.microsoft.com/office/drawing/2014/main" id="{A9C25B07-CBBD-BF62-D600-EFF07FDDFABF}"/>
                </a:ext>
              </a:extLst>
            </p:cNvPr>
            <p:cNvSpPr/>
            <p:nvPr/>
          </p:nvSpPr>
          <p:spPr>
            <a:xfrm>
              <a:off x="3653750" y="3637550"/>
              <a:ext cx="267400" cy="230875"/>
            </a:xfrm>
            <a:custGeom>
              <a:avLst/>
              <a:gdLst/>
              <a:ahLst/>
              <a:cxnLst/>
              <a:rect l="l" t="t" r="r" b="b"/>
              <a:pathLst>
                <a:path w="10696" h="9235" fill="none" extrusionOk="0">
                  <a:moveTo>
                    <a:pt x="2105" y="8891"/>
                  </a:moveTo>
                  <a:lnTo>
                    <a:pt x="87" y="5369"/>
                  </a:lnTo>
                  <a:lnTo>
                    <a:pt x="87" y="5369"/>
                  </a:lnTo>
                  <a:lnTo>
                    <a:pt x="1" y="5241"/>
                  </a:lnTo>
                  <a:lnTo>
                    <a:pt x="1" y="5069"/>
                  </a:lnTo>
                  <a:lnTo>
                    <a:pt x="1" y="4940"/>
                  </a:lnTo>
                  <a:lnTo>
                    <a:pt x="1" y="4811"/>
                  </a:lnTo>
                  <a:lnTo>
                    <a:pt x="44" y="4682"/>
                  </a:lnTo>
                  <a:lnTo>
                    <a:pt x="130" y="4553"/>
                  </a:lnTo>
                  <a:lnTo>
                    <a:pt x="216" y="4467"/>
                  </a:lnTo>
                  <a:lnTo>
                    <a:pt x="344" y="4382"/>
                  </a:lnTo>
                  <a:lnTo>
                    <a:pt x="7989" y="1"/>
                  </a:lnTo>
                  <a:lnTo>
                    <a:pt x="10695" y="4768"/>
                  </a:lnTo>
                  <a:lnTo>
                    <a:pt x="3050" y="9149"/>
                  </a:lnTo>
                  <a:lnTo>
                    <a:pt x="3050" y="9149"/>
                  </a:lnTo>
                  <a:lnTo>
                    <a:pt x="2921" y="9192"/>
                  </a:lnTo>
                  <a:lnTo>
                    <a:pt x="2793" y="9235"/>
                  </a:lnTo>
                  <a:lnTo>
                    <a:pt x="2664" y="9235"/>
                  </a:lnTo>
                  <a:lnTo>
                    <a:pt x="2535" y="9235"/>
                  </a:lnTo>
                  <a:lnTo>
                    <a:pt x="2406" y="9192"/>
                  </a:lnTo>
                  <a:lnTo>
                    <a:pt x="2277" y="9106"/>
                  </a:lnTo>
                  <a:lnTo>
                    <a:pt x="2191" y="9020"/>
                  </a:lnTo>
                  <a:lnTo>
                    <a:pt x="2105" y="8891"/>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5141;p66">
              <a:extLst>
                <a:ext uri="{FF2B5EF4-FFF2-40B4-BE49-F238E27FC236}">
                  <a16:creationId xmlns:a16="http://schemas.microsoft.com/office/drawing/2014/main" id="{35631C56-A4D7-67E9-8CF8-9C7F47381A9E}"/>
                </a:ext>
              </a:extLst>
            </p:cNvPr>
            <p:cNvSpPr/>
            <p:nvPr/>
          </p:nvSpPr>
          <p:spPr>
            <a:xfrm>
              <a:off x="3746100" y="3783575"/>
              <a:ext cx="30100" cy="30100"/>
            </a:xfrm>
            <a:custGeom>
              <a:avLst/>
              <a:gdLst/>
              <a:ahLst/>
              <a:cxnLst/>
              <a:rect l="l" t="t" r="r" b="b"/>
              <a:pathLst>
                <a:path w="1204" h="1204" extrusionOk="0">
                  <a:moveTo>
                    <a:pt x="516" y="1"/>
                  </a:moveTo>
                  <a:lnTo>
                    <a:pt x="301" y="87"/>
                  </a:lnTo>
                  <a:lnTo>
                    <a:pt x="129" y="259"/>
                  </a:lnTo>
                  <a:lnTo>
                    <a:pt x="43" y="473"/>
                  </a:lnTo>
                  <a:lnTo>
                    <a:pt x="1" y="688"/>
                  </a:lnTo>
                  <a:lnTo>
                    <a:pt x="86" y="903"/>
                  </a:lnTo>
                  <a:lnTo>
                    <a:pt x="258" y="1075"/>
                  </a:lnTo>
                  <a:lnTo>
                    <a:pt x="473" y="1160"/>
                  </a:lnTo>
                  <a:lnTo>
                    <a:pt x="688" y="1203"/>
                  </a:lnTo>
                  <a:lnTo>
                    <a:pt x="902" y="1118"/>
                  </a:lnTo>
                  <a:lnTo>
                    <a:pt x="1074" y="946"/>
                  </a:lnTo>
                  <a:lnTo>
                    <a:pt x="1160" y="774"/>
                  </a:lnTo>
                  <a:lnTo>
                    <a:pt x="1203" y="516"/>
                  </a:lnTo>
                  <a:lnTo>
                    <a:pt x="1117" y="301"/>
                  </a:lnTo>
                  <a:lnTo>
                    <a:pt x="945" y="130"/>
                  </a:lnTo>
                  <a:lnTo>
                    <a:pt x="774" y="44"/>
                  </a:lnTo>
                  <a:lnTo>
                    <a:pt x="5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5142;p66">
              <a:extLst>
                <a:ext uri="{FF2B5EF4-FFF2-40B4-BE49-F238E27FC236}">
                  <a16:creationId xmlns:a16="http://schemas.microsoft.com/office/drawing/2014/main" id="{C9254C40-83C8-59B0-1026-F8A04EFC8D56}"/>
                </a:ext>
              </a:extLst>
            </p:cNvPr>
            <p:cNvSpPr/>
            <p:nvPr/>
          </p:nvSpPr>
          <p:spPr>
            <a:xfrm>
              <a:off x="3516325" y="3856600"/>
              <a:ext cx="92350" cy="50500"/>
            </a:xfrm>
            <a:custGeom>
              <a:avLst/>
              <a:gdLst/>
              <a:ahLst/>
              <a:cxnLst/>
              <a:rect l="l" t="t" r="r" b="b"/>
              <a:pathLst>
                <a:path w="3694" h="2020" extrusionOk="0">
                  <a:moveTo>
                    <a:pt x="3479" y="0"/>
                  </a:moveTo>
                  <a:lnTo>
                    <a:pt x="0" y="2019"/>
                  </a:lnTo>
                  <a:lnTo>
                    <a:pt x="473" y="1933"/>
                  </a:lnTo>
                  <a:lnTo>
                    <a:pt x="688" y="1890"/>
                  </a:lnTo>
                  <a:lnTo>
                    <a:pt x="902" y="1847"/>
                  </a:lnTo>
                  <a:lnTo>
                    <a:pt x="1074" y="1761"/>
                  </a:lnTo>
                  <a:lnTo>
                    <a:pt x="3694" y="301"/>
                  </a:lnTo>
                  <a:lnTo>
                    <a:pt x="3608" y="215"/>
                  </a:lnTo>
                  <a:lnTo>
                    <a:pt x="3565" y="172"/>
                  </a:lnTo>
                  <a:lnTo>
                    <a:pt x="3522" y="86"/>
                  </a:lnTo>
                  <a:lnTo>
                    <a:pt x="3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5143;p66">
              <a:extLst>
                <a:ext uri="{FF2B5EF4-FFF2-40B4-BE49-F238E27FC236}">
                  <a16:creationId xmlns:a16="http://schemas.microsoft.com/office/drawing/2014/main" id="{88E8D673-E78F-B983-5F07-E18FA993E644}"/>
                </a:ext>
              </a:extLst>
            </p:cNvPr>
            <p:cNvSpPr/>
            <p:nvPr/>
          </p:nvSpPr>
          <p:spPr>
            <a:xfrm>
              <a:off x="3601150" y="3815800"/>
              <a:ext cx="53700" cy="55850"/>
            </a:xfrm>
            <a:custGeom>
              <a:avLst/>
              <a:gdLst/>
              <a:ahLst/>
              <a:cxnLst/>
              <a:rect l="l" t="t" r="r" b="b"/>
              <a:pathLst>
                <a:path w="2148" h="2234" extrusionOk="0">
                  <a:moveTo>
                    <a:pt x="1117" y="0"/>
                  </a:moveTo>
                  <a:lnTo>
                    <a:pt x="516" y="344"/>
                  </a:lnTo>
                  <a:lnTo>
                    <a:pt x="344" y="430"/>
                  </a:lnTo>
                  <a:lnTo>
                    <a:pt x="215" y="602"/>
                  </a:lnTo>
                  <a:lnTo>
                    <a:pt x="129" y="773"/>
                  </a:lnTo>
                  <a:lnTo>
                    <a:pt x="43" y="945"/>
                  </a:lnTo>
                  <a:lnTo>
                    <a:pt x="0" y="1117"/>
                  </a:lnTo>
                  <a:lnTo>
                    <a:pt x="0" y="1289"/>
                  </a:lnTo>
                  <a:lnTo>
                    <a:pt x="43" y="1461"/>
                  </a:lnTo>
                  <a:lnTo>
                    <a:pt x="86" y="1632"/>
                  </a:lnTo>
                  <a:lnTo>
                    <a:pt x="129" y="1718"/>
                  </a:lnTo>
                  <a:lnTo>
                    <a:pt x="172" y="1804"/>
                  </a:lnTo>
                  <a:lnTo>
                    <a:pt x="215" y="1847"/>
                  </a:lnTo>
                  <a:lnTo>
                    <a:pt x="301" y="1933"/>
                  </a:lnTo>
                  <a:lnTo>
                    <a:pt x="387" y="2019"/>
                  </a:lnTo>
                  <a:lnTo>
                    <a:pt x="559" y="2105"/>
                  </a:lnTo>
                  <a:lnTo>
                    <a:pt x="688" y="2191"/>
                  </a:lnTo>
                  <a:lnTo>
                    <a:pt x="859" y="2234"/>
                  </a:lnTo>
                  <a:lnTo>
                    <a:pt x="1203" y="2234"/>
                  </a:lnTo>
                  <a:lnTo>
                    <a:pt x="1375" y="2191"/>
                  </a:lnTo>
                  <a:lnTo>
                    <a:pt x="1547" y="2105"/>
                  </a:lnTo>
                  <a:lnTo>
                    <a:pt x="2148" y="1761"/>
                  </a:lnTo>
                  <a:lnTo>
                    <a:pt x="11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5144;p66">
              <a:extLst>
                <a:ext uri="{FF2B5EF4-FFF2-40B4-BE49-F238E27FC236}">
                  <a16:creationId xmlns:a16="http://schemas.microsoft.com/office/drawing/2014/main" id="{327495CF-0083-1BBD-1252-7190B3B8C9BB}"/>
                </a:ext>
              </a:extLst>
            </p:cNvPr>
            <p:cNvSpPr/>
            <p:nvPr/>
          </p:nvSpPr>
          <p:spPr>
            <a:xfrm>
              <a:off x="3601150" y="3815800"/>
              <a:ext cx="31150" cy="46200"/>
            </a:xfrm>
            <a:custGeom>
              <a:avLst/>
              <a:gdLst/>
              <a:ahLst/>
              <a:cxnLst/>
              <a:rect l="l" t="t" r="r" b="b"/>
              <a:pathLst>
                <a:path w="1246" h="1848" extrusionOk="0">
                  <a:moveTo>
                    <a:pt x="1117" y="0"/>
                  </a:moveTo>
                  <a:lnTo>
                    <a:pt x="516" y="344"/>
                  </a:lnTo>
                  <a:lnTo>
                    <a:pt x="344" y="430"/>
                  </a:lnTo>
                  <a:lnTo>
                    <a:pt x="215" y="602"/>
                  </a:lnTo>
                  <a:lnTo>
                    <a:pt x="129" y="773"/>
                  </a:lnTo>
                  <a:lnTo>
                    <a:pt x="43" y="945"/>
                  </a:lnTo>
                  <a:lnTo>
                    <a:pt x="0" y="1160"/>
                  </a:lnTo>
                  <a:lnTo>
                    <a:pt x="0" y="1332"/>
                  </a:lnTo>
                  <a:lnTo>
                    <a:pt x="43" y="1547"/>
                  </a:lnTo>
                  <a:lnTo>
                    <a:pt x="129" y="1718"/>
                  </a:lnTo>
                  <a:lnTo>
                    <a:pt x="215" y="1847"/>
                  </a:lnTo>
                  <a:lnTo>
                    <a:pt x="172" y="1632"/>
                  </a:lnTo>
                  <a:lnTo>
                    <a:pt x="129" y="1461"/>
                  </a:lnTo>
                  <a:lnTo>
                    <a:pt x="172" y="1289"/>
                  </a:lnTo>
                  <a:lnTo>
                    <a:pt x="215" y="1117"/>
                  </a:lnTo>
                  <a:lnTo>
                    <a:pt x="344" y="859"/>
                  </a:lnTo>
                  <a:lnTo>
                    <a:pt x="559" y="602"/>
                  </a:lnTo>
                  <a:lnTo>
                    <a:pt x="816" y="430"/>
                  </a:lnTo>
                  <a:lnTo>
                    <a:pt x="1031" y="301"/>
                  </a:lnTo>
                  <a:lnTo>
                    <a:pt x="1246" y="172"/>
                  </a:lnTo>
                  <a:lnTo>
                    <a:pt x="11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145;p66">
              <a:extLst>
                <a:ext uri="{FF2B5EF4-FFF2-40B4-BE49-F238E27FC236}">
                  <a16:creationId xmlns:a16="http://schemas.microsoft.com/office/drawing/2014/main" id="{773B0E46-C1DE-221B-36EE-A77C4AC61A8A}"/>
                </a:ext>
              </a:extLst>
            </p:cNvPr>
            <p:cNvSpPr/>
            <p:nvPr/>
          </p:nvSpPr>
          <p:spPr>
            <a:xfrm>
              <a:off x="3623700" y="3779300"/>
              <a:ext cx="70875" cy="92350"/>
            </a:xfrm>
            <a:custGeom>
              <a:avLst/>
              <a:gdLst/>
              <a:ahLst/>
              <a:cxnLst/>
              <a:rect l="l" t="t" r="r" b="b"/>
              <a:pathLst>
                <a:path w="2835" h="3694" extrusionOk="0">
                  <a:moveTo>
                    <a:pt x="945" y="0"/>
                  </a:moveTo>
                  <a:lnTo>
                    <a:pt x="645" y="172"/>
                  </a:lnTo>
                  <a:lnTo>
                    <a:pt x="430" y="301"/>
                  </a:lnTo>
                  <a:lnTo>
                    <a:pt x="258" y="472"/>
                  </a:lnTo>
                  <a:lnTo>
                    <a:pt x="129" y="687"/>
                  </a:lnTo>
                  <a:lnTo>
                    <a:pt x="43" y="902"/>
                  </a:lnTo>
                  <a:lnTo>
                    <a:pt x="0" y="1117"/>
                  </a:lnTo>
                  <a:lnTo>
                    <a:pt x="43" y="1374"/>
                  </a:lnTo>
                  <a:lnTo>
                    <a:pt x="86" y="1589"/>
                  </a:lnTo>
                  <a:lnTo>
                    <a:pt x="172" y="1847"/>
                  </a:lnTo>
                  <a:lnTo>
                    <a:pt x="902" y="3049"/>
                  </a:lnTo>
                  <a:lnTo>
                    <a:pt x="1031" y="3264"/>
                  </a:lnTo>
                  <a:lnTo>
                    <a:pt x="1203" y="3436"/>
                  </a:lnTo>
                  <a:lnTo>
                    <a:pt x="1418" y="3565"/>
                  </a:lnTo>
                  <a:lnTo>
                    <a:pt x="1632" y="3651"/>
                  </a:lnTo>
                  <a:lnTo>
                    <a:pt x="1847" y="3694"/>
                  </a:lnTo>
                  <a:lnTo>
                    <a:pt x="2105" y="3651"/>
                  </a:lnTo>
                  <a:lnTo>
                    <a:pt x="2320" y="3608"/>
                  </a:lnTo>
                  <a:lnTo>
                    <a:pt x="2577" y="3522"/>
                  </a:lnTo>
                  <a:lnTo>
                    <a:pt x="2835" y="3350"/>
                  </a:lnTo>
                  <a:lnTo>
                    <a:pt x="9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5146;p66">
              <a:extLst>
                <a:ext uri="{FF2B5EF4-FFF2-40B4-BE49-F238E27FC236}">
                  <a16:creationId xmlns:a16="http://schemas.microsoft.com/office/drawing/2014/main" id="{8B94C185-9009-99FF-8B2A-872B1F273DEB}"/>
                </a:ext>
              </a:extLst>
            </p:cNvPr>
            <p:cNvSpPr/>
            <p:nvPr/>
          </p:nvSpPr>
          <p:spPr>
            <a:xfrm>
              <a:off x="3980175" y="3546300"/>
              <a:ext cx="49425" cy="69800"/>
            </a:xfrm>
            <a:custGeom>
              <a:avLst/>
              <a:gdLst/>
              <a:ahLst/>
              <a:cxnLst/>
              <a:rect l="l" t="t" r="r" b="b"/>
              <a:pathLst>
                <a:path w="1977" h="2792" extrusionOk="0">
                  <a:moveTo>
                    <a:pt x="645" y="0"/>
                  </a:moveTo>
                  <a:lnTo>
                    <a:pt x="0" y="387"/>
                  </a:lnTo>
                  <a:lnTo>
                    <a:pt x="1289" y="2620"/>
                  </a:lnTo>
                  <a:lnTo>
                    <a:pt x="1375" y="2749"/>
                  </a:lnTo>
                  <a:lnTo>
                    <a:pt x="1504" y="2792"/>
                  </a:lnTo>
                  <a:lnTo>
                    <a:pt x="1633" y="2792"/>
                  </a:lnTo>
                  <a:lnTo>
                    <a:pt x="1804" y="2749"/>
                  </a:lnTo>
                  <a:lnTo>
                    <a:pt x="1890" y="2663"/>
                  </a:lnTo>
                  <a:lnTo>
                    <a:pt x="1976" y="2534"/>
                  </a:lnTo>
                  <a:lnTo>
                    <a:pt x="1976" y="2405"/>
                  </a:lnTo>
                  <a:lnTo>
                    <a:pt x="1933" y="2233"/>
                  </a:lnTo>
                  <a:lnTo>
                    <a:pt x="6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5147;p66">
              <a:extLst>
                <a:ext uri="{FF2B5EF4-FFF2-40B4-BE49-F238E27FC236}">
                  <a16:creationId xmlns:a16="http://schemas.microsoft.com/office/drawing/2014/main" id="{955F5661-54EB-5617-9C27-222ECB9843E7}"/>
                </a:ext>
              </a:extLst>
            </p:cNvPr>
            <p:cNvSpPr/>
            <p:nvPr/>
          </p:nvSpPr>
          <p:spPr>
            <a:xfrm>
              <a:off x="3910375" y="3586025"/>
              <a:ext cx="49425" cy="69800"/>
            </a:xfrm>
            <a:custGeom>
              <a:avLst/>
              <a:gdLst/>
              <a:ahLst/>
              <a:cxnLst/>
              <a:rect l="l" t="t" r="r" b="b"/>
              <a:pathLst>
                <a:path w="1977" h="2792" extrusionOk="0">
                  <a:moveTo>
                    <a:pt x="688" y="0"/>
                  </a:moveTo>
                  <a:lnTo>
                    <a:pt x="1" y="387"/>
                  </a:lnTo>
                  <a:lnTo>
                    <a:pt x="1289" y="2620"/>
                  </a:lnTo>
                  <a:lnTo>
                    <a:pt x="1418" y="2749"/>
                  </a:lnTo>
                  <a:lnTo>
                    <a:pt x="1547" y="2792"/>
                  </a:lnTo>
                  <a:lnTo>
                    <a:pt x="1676" y="2792"/>
                  </a:lnTo>
                  <a:lnTo>
                    <a:pt x="1805" y="2749"/>
                  </a:lnTo>
                  <a:lnTo>
                    <a:pt x="1933" y="2663"/>
                  </a:lnTo>
                  <a:lnTo>
                    <a:pt x="1976" y="2534"/>
                  </a:lnTo>
                  <a:lnTo>
                    <a:pt x="1976" y="2405"/>
                  </a:lnTo>
                  <a:lnTo>
                    <a:pt x="1933" y="2234"/>
                  </a:lnTo>
                  <a:lnTo>
                    <a:pt x="68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5148;p66">
              <a:extLst>
                <a:ext uri="{FF2B5EF4-FFF2-40B4-BE49-F238E27FC236}">
                  <a16:creationId xmlns:a16="http://schemas.microsoft.com/office/drawing/2014/main" id="{0D12899A-AFC5-E9D5-7C3C-03F34E2EC4C2}"/>
                </a:ext>
              </a:extLst>
            </p:cNvPr>
            <p:cNvSpPr/>
            <p:nvPr/>
          </p:nvSpPr>
          <p:spPr>
            <a:xfrm>
              <a:off x="3841675" y="3625750"/>
              <a:ext cx="49400" cy="69800"/>
            </a:xfrm>
            <a:custGeom>
              <a:avLst/>
              <a:gdLst/>
              <a:ahLst/>
              <a:cxnLst/>
              <a:rect l="l" t="t" r="r" b="b"/>
              <a:pathLst>
                <a:path w="1976" h="2792" extrusionOk="0">
                  <a:moveTo>
                    <a:pt x="644" y="0"/>
                  </a:moveTo>
                  <a:lnTo>
                    <a:pt x="0" y="387"/>
                  </a:lnTo>
                  <a:lnTo>
                    <a:pt x="1288" y="2620"/>
                  </a:lnTo>
                  <a:lnTo>
                    <a:pt x="1374" y="2749"/>
                  </a:lnTo>
                  <a:lnTo>
                    <a:pt x="1503" y="2792"/>
                  </a:lnTo>
                  <a:lnTo>
                    <a:pt x="1632" y="2792"/>
                  </a:lnTo>
                  <a:lnTo>
                    <a:pt x="1761" y="2749"/>
                  </a:lnTo>
                  <a:lnTo>
                    <a:pt x="1890" y="2663"/>
                  </a:lnTo>
                  <a:lnTo>
                    <a:pt x="1976" y="2534"/>
                  </a:lnTo>
                  <a:lnTo>
                    <a:pt x="1976" y="2405"/>
                  </a:lnTo>
                  <a:lnTo>
                    <a:pt x="1933" y="2277"/>
                  </a:lnTo>
                  <a:lnTo>
                    <a:pt x="64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5149;p66">
              <a:extLst>
                <a:ext uri="{FF2B5EF4-FFF2-40B4-BE49-F238E27FC236}">
                  <a16:creationId xmlns:a16="http://schemas.microsoft.com/office/drawing/2014/main" id="{DD5761FF-25BC-A9E0-6763-159A0379AC9F}"/>
                </a:ext>
              </a:extLst>
            </p:cNvPr>
            <p:cNvSpPr/>
            <p:nvPr/>
          </p:nvSpPr>
          <p:spPr>
            <a:xfrm>
              <a:off x="3771875" y="3666550"/>
              <a:ext cx="49400" cy="69825"/>
            </a:xfrm>
            <a:custGeom>
              <a:avLst/>
              <a:gdLst/>
              <a:ahLst/>
              <a:cxnLst/>
              <a:rect l="l" t="t" r="r" b="b"/>
              <a:pathLst>
                <a:path w="1976" h="2793" extrusionOk="0">
                  <a:moveTo>
                    <a:pt x="645" y="0"/>
                  </a:moveTo>
                  <a:lnTo>
                    <a:pt x="0" y="344"/>
                  </a:lnTo>
                  <a:lnTo>
                    <a:pt x="1289" y="2577"/>
                  </a:lnTo>
                  <a:lnTo>
                    <a:pt x="1375" y="2706"/>
                  </a:lnTo>
                  <a:lnTo>
                    <a:pt x="1504" y="2749"/>
                  </a:lnTo>
                  <a:lnTo>
                    <a:pt x="1675" y="2792"/>
                  </a:lnTo>
                  <a:lnTo>
                    <a:pt x="1804" y="2706"/>
                  </a:lnTo>
                  <a:lnTo>
                    <a:pt x="1890" y="2620"/>
                  </a:lnTo>
                  <a:lnTo>
                    <a:pt x="1976" y="2491"/>
                  </a:lnTo>
                  <a:lnTo>
                    <a:pt x="1976" y="2363"/>
                  </a:lnTo>
                  <a:lnTo>
                    <a:pt x="1933" y="2234"/>
                  </a:lnTo>
                  <a:lnTo>
                    <a:pt x="6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5150;p66">
              <a:extLst>
                <a:ext uri="{FF2B5EF4-FFF2-40B4-BE49-F238E27FC236}">
                  <a16:creationId xmlns:a16="http://schemas.microsoft.com/office/drawing/2014/main" id="{DFDE912A-A9DE-C5E5-58BC-C6021A3E513F}"/>
                </a:ext>
              </a:extLst>
            </p:cNvPr>
            <p:cNvSpPr/>
            <p:nvPr/>
          </p:nvSpPr>
          <p:spPr>
            <a:xfrm>
              <a:off x="3702075" y="3706275"/>
              <a:ext cx="49425" cy="69825"/>
            </a:xfrm>
            <a:custGeom>
              <a:avLst/>
              <a:gdLst/>
              <a:ahLst/>
              <a:cxnLst/>
              <a:rect l="l" t="t" r="r" b="b"/>
              <a:pathLst>
                <a:path w="1977" h="2793" extrusionOk="0">
                  <a:moveTo>
                    <a:pt x="688" y="0"/>
                  </a:moveTo>
                  <a:lnTo>
                    <a:pt x="1" y="344"/>
                  </a:lnTo>
                  <a:lnTo>
                    <a:pt x="1289" y="2577"/>
                  </a:lnTo>
                  <a:lnTo>
                    <a:pt x="1418" y="2706"/>
                  </a:lnTo>
                  <a:lnTo>
                    <a:pt x="1547" y="2749"/>
                  </a:lnTo>
                  <a:lnTo>
                    <a:pt x="1676" y="2792"/>
                  </a:lnTo>
                  <a:lnTo>
                    <a:pt x="1804" y="2706"/>
                  </a:lnTo>
                  <a:lnTo>
                    <a:pt x="1933" y="2620"/>
                  </a:lnTo>
                  <a:lnTo>
                    <a:pt x="1976" y="2492"/>
                  </a:lnTo>
                  <a:lnTo>
                    <a:pt x="1976" y="2363"/>
                  </a:lnTo>
                  <a:lnTo>
                    <a:pt x="1933" y="2234"/>
                  </a:lnTo>
                  <a:lnTo>
                    <a:pt x="68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5151;p66">
              <a:extLst>
                <a:ext uri="{FF2B5EF4-FFF2-40B4-BE49-F238E27FC236}">
                  <a16:creationId xmlns:a16="http://schemas.microsoft.com/office/drawing/2014/main" id="{97593BB1-9BF4-8EC9-477B-9E751EE54939}"/>
                </a:ext>
              </a:extLst>
            </p:cNvPr>
            <p:cNvSpPr/>
            <p:nvPr/>
          </p:nvSpPr>
          <p:spPr>
            <a:xfrm>
              <a:off x="4049975" y="3478650"/>
              <a:ext cx="44050" cy="38675"/>
            </a:xfrm>
            <a:custGeom>
              <a:avLst/>
              <a:gdLst/>
              <a:ahLst/>
              <a:cxnLst/>
              <a:rect l="l" t="t" r="r" b="b"/>
              <a:pathLst>
                <a:path w="1762" h="1547" extrusionOk="0">
                  <a:moveTo>
                    <a:pt x="1332" y="0"/>
                  </a:moveTo>
                  <a:lnTo>
                    <a:pt x="1160" y="43"/>
                  </a:lnTo>
                  <a:lnTo>
                    <a:pt x="215" y="602"/>
                  </a:lnTo>
                  <a:lnTo>
                    <a:pt x="86" y="730"/>
                  </a:lnTo>
                  <a:lnTo>
                    <a:pt x="0" y="859"/>
                  </a:lnTo>
                  <a:lnTo>
                    <a:pt x="0" y="1031"/>
                  </a:lnTo>
                  <a:lnTo>
                    <a:pt x="43" y="1203"/>
                  </a:lnTo>
                  <a:lnTo>
                    <a:pt x="215" y="1546"/>
                  </a:lnTo>
                  <a:lnTo>
                    <a:pt x="344" y="1375"/>
                  </a:lnTo>
                  <a:lnTo>
                    <a:pt x="687" y="988"/>
                  </a:lnTo>
                  <a:lnTo>
                    <a:pt x="945" y="773"/>
                  </a:lnTo>
                  <a:lnTo>
                    <a:pt x="1203" y="559"/>
                  </a:lnTo>
                  <a:lnTo>
                    <a:pt x="1460" y="344"/>
                  </a:lnTo>
                  <a:lnTo>
                    <a:pt x="1761" y="215"/>
                  </a:lnTo>
                  <a:lnTo>
                    <a:pt x="1632" y="86"/>
                  </a:lnTo>
                  <a:lnTo>
                    <a:pt x="150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5152;p66">
              <a:extLst>
                <a:ext uri="{FF2B5EF4-FFF2-40B4-BE49-F238E27FC236}">
                  <a16:creationId xmlns:a16="http://schemas.microsoft.com/office/drawing/2014/main" id="{149B936B-038A-CE60-28B7-8AFBD9C6574A}"/>
                </a:ext>
              </a:extLst>
            </p:cNvPr>
            <p:cNvSpPr/>
            <p:nvPr/>
          </p:nvSpPr>
          <p:spPr>
            <a:xfrm>
              <a:off x="4284050" y="3391675"/>
              <a:ext cx="20425" cy="37600"/>
            </a:xfrm>
            <a:custGeom>
              <a:avLst/>
              <a:gdLst/>
              <a:ahLst/>
              <a:cxnLst/>
              <a:rect l="l" t="t" r="r" b="b"/>
              <a:pathLst>
                <a:path w="817" h="1504" extrusionOk="0">
                  <a:moveTo>
                    <a:pt x="687" y="0"/>
                  </a:moveTo>
                  <a:lnTo>
                    <a:pt x="601" y="43"/>
                  </a:lnTo>
                  <a:lnTo>
                    <a:pt x="129" y="301"/>
                  </a:lnTo>
                  <a:lnTo>
                    <a:pt x="43" y="387"/>
                  </a:lnTo>
                  <a:lnTo>
                    <a:pt x="0" y="473"/>
                  </a:lnTo>
                  <a:lnTo>
                    <a:pt x="0" y="602"/>
                  </a:lnTo>
                  <a:lnTo>
                    <a:pt x="43" y="688"/>
                  </a:lnTo>
                  <a:lnTo>
                    <a:pt x="516" y="1504"/>
                  </a:lnTo>
                  <a:lnTo>
                    <a:pt x="473" y="1332"/>
                  </a:lnTo>
                  <a:lnTo>
                    <a:pt x="473" y="988"/>
                  </a:lnTo>
                  <a:lnTo>
                    <a:pt x="516" y="773"/>
                  </a:lnTo>
                  <a:lnTo>
                    <a:pt x="558" y="516"/>
                  </a:lnTo>
                  <a:lnTo>
                    <a:pt x="687" y="258"/>
                  </a:lnTo>
                  <a:lnTo>
                    <a:pt x="816"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39062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2249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RADIOGRAFÍAS</a:t>
            </a:r>
            <a:endParaRPr dirty="0"/>
          </a:p>
        </p:txBody>
      </p:sp>
      <p:sp>
        <p:nvSpPr>
          <p:cNvPr id="13603" name="Google Shape;13603;p38"/>
          <p:cNvSpPr txBox="1">
            <a:spLocks noGrp="1"/>
          </p:cNvSpPr>
          <p:nvPr>
            <p:ph type="body" idx="1"/>
          </p:nvPr>
        </p:nvSpPr>
        <p:spPr>
          <a:xfrm>
            <a:off x="251077" y="1621581"/>
            <a:ext cx="5669077" cy="3416400"/>
          </a:xfrm>
          <a:prstGeom prst="rect">
            <a:avLst/>
          </a:prstGeom>
        </p:spPr>
        <p:txBody>
          <a:bodyPr spcFirstLastPara="1" wrap="square" lIns="91425" tIns="91425" rIns="91425" bIns="91425" anchor="b" anchorCtr="0">
            <a:noAutofit/>
          </a:bodyPr>
          <a:lstStyle/>
          <a:p>
            <a:pPr marL="285750" lvl="0" indent="-285750" algn="l" rtl="0">
              <a:spcBef>
                <a:spcPts val="0"/>
              </a:spcBef>
              <a:spcAft>
                <a:spcPts val="0"/>
              </a:spcAft>
              <a:buFont typeface="Arial" panose="020B0604020202020204" pitchFamily="34" charset="0"/>
              <a:buChar char="•"/>
            </a:pPr>
            <a:endParaRPr lang="en" sz="2800" dirty="0">
              <a:solidFill>
                <a:schemeClr val="dk1"/>
              </a:solidFill>
            </a:endParaRPr>
          </a:p>
          <a:p>
            <a:pPr marL="285750" lvl="0" indent="-285750" algn="l" rtl="0">
              <a:spcBef>
                <a:spcPts val="0"/>
              </a:spcBef>
              <a:spcAft>
                <a:spcPts val="0"/>
              </a:spcAft>
              <a:buFont typeface="Arial" panose="020B0604020202020204" pitchFamily="34" charset="0"/>
              <a:buChar char="•"/>
            </a:pPr>
            <a:endParaRPr lang="en" sz="2800" dirty="0">
              <a:solidFill>
                <a:schemeClr val="dk1"/>
              </a:solidFill>
            </a:endParaRPr>
          </a:p>
          <a:p>
            <a:pPr marL="285750" lvl="0" indent="-285750" algn="l" rtl="0">
              <a:spcBef>
                <a:spcPts val="0"/>
              </a:spcBef>
              <a:spcAft>
                <a:spcPts val="0"/>
              </a:spcAft>
              <a:buFont typeface="Arial" panose="020B0604020202020204" pitchFamily="34" charset="0"/>
              <a:buChar char="•"/>
            </a:pPr>
            <a:r>
              <a:rPr lang="en" sz="2800" dirty="0">
                <a:solidFill>
                  <a:schemeClr val="dk1"/>
                </a:solidFill>
              </a:rPr>
              <a:t>Debe ser efectuado siempre, es dificil encontrar algo en el momento agudo pero nos permite ver partes blandas, comparar en el futuro.</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Comparar con articulación contralateral.</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Cambios mínimos como NOA.</a:t>
            </a:r>
          </a:p>
          <a:p>
            <a:pPr marL="0" lvl="0" indent="0" algn="l" rtl="0">
              <a:spcBef>
                <a:spcPts val="0"/>
              </a:spcBef>
              <a:spcAft>
                <a:spcPts val="0"/>
              </a:spcAft>
              <a:buNone/>
            </a:pPr>
            <a:endParaRPr lang="en" sz="2000" dirty="0">
              <a:solidFill>
                <a:schemeClr val="dk1"/>
              </a:solidFill>
            </a:endParaRPr>
          </a:p>
          <a:p>
            <a:pPr marL="0" lvl="0" indent="0" algn="l" rtl="0">
              <a:spcBef>
                <a:spcPts val="0"/>
              </a:spcBef>
              <a:spcAft>
                <a:spcPts val="0"/>
              </a:spcAft>
              <a:buNone/>
            </a:pPr>
            <a:endParaRPr lang="en" dirty="0">
              <a:solidFill>
                <a:schemeClr val="dk1"/>
              </a:solidFill>
            </a:endParaRPr>
          </a:p>
        </p:txBody>
      </p:sp>
      <p:sp>
        <p:nvSpPr>
          <p:cNvPr id="2" name="Google Shape;13603;p38">
            <a:extLst>
              <a:ext uri="{FF2B5EF4-FFF2-40B4-BE49-F238E27FC236}">
                <a16:creationId xmlns:a16="http://schemas.microsoft.com/office/drawing/2014/main" id="{76B20DAC-CBE2-56B0-AB82-34FDAA92EF38}"/>
              </a:ext>
            </a:extLst>
          </p:cNvPr>
          <p:cNvSpPr txBox="1">
            <a:spLocks/>
          </p:cNvSpPr>
          <p:nvPr/>
        </p:nvSpPr>
        <p:spPr>
          <a:xfrm>
            <a:off x="7521322" y="3853433"/>
            <a:ext cx="1312986" cy="56924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0" indent="0">
              <a:buFont typeface="Work Sans"/>
              <a:buNone/>
            </a:pPr>
            <a:r>
              <a:rPr lang="en" sz="2000" dirty="0">
                <a:solidFill>
                  <a:schemeClr val="dk1"/>
                </a:solidFill>
              </a:rPr>
              <a:t>NOA</a:t>
            </a:r>
          </a:p>
        </p:txBody>
      </p:sp>
      <p:pic>
        <p:nvPicPr>
          <p:cNvPr id="3" name="Picture 2">
            <a:extLst>
              <a:ext uri="{FF2B5EF4-FFF2-40B4-BE49-F238E27FC236}">
                <a16:creationId xmlns:a16="http://schemas.microsoft.com/office/drawing/2014/main" id="{5111D656-E149-6CF5-5D9F-90CAC20A2B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291" t="5180" r="26320" b="4701"/>
          <a:stretch/>
        </p:blipFill>
        <p:spPr bwMode="auto">
          <a:xfrm>
            <a:off x="6095998" y="797698"/>
            <a:ext cx="2328002" cy="3186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2 Flecha arriba">
            <a:extLst>
              <a:ext uri="{FF2B5EF4-FFF2-40B4-BE49-F238E27FC236}">
                <a16:creationId xmlns:a16="http://schemas.microsoft.com/office/drawing/2014/main" id="{A567A024-2E4D-3C75-30F8-019B81263827}"/>
              </a:ext>
            </a:extLst>
          </p:cNvPr>
          <p:cNvSpPr/>
          <p:nvPr/>
        </p:nvSpPr>
        <p:spPr>
          <a:xfrm>
            <a:off x="7625151" y="2717108"/>
            <a:ext cx="484632" cy="1266611"/>
          </a:xfrm>
          <a:prstGeom prst="up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79325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2249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RMN</a:t>
            </a:r>
            <a:endParaRPr dirty="0"/>
          </a:p>
        </p:txBody>
      </p:sp>
      <p:sp>
        <p:nvSpPr>
          <p:cNvPr id="13603" name="Google Shape;13603;p38"/>
          <p:cNvSpPr txBox="1">
            <a:spLocks noGrp="1"/>
          </p:cNvSpPr>
          <p:nvPr>
            <p:ph type="body" idx="1"/>
          </p:nvPr>
        </p:nvSpPr>
        <p:spPr>
          <a:xfrm>
            <a:off x="720000" y="1029138"/>
            <a:ext cx="5669077" cy="3416400"/>
          </a:xfrm>
          <a:prstGeom prst="rect">
            <a:avLst/>
          </a:prstGeom>
        </p:spPr>
        <p:txBody>
          <a:bodyPr spcFirstLastPara="1" wrap="square" lIns="91425" tIns="91425" rIns="91425" bIns="91425" anchor="b" anchorCtr="0">
            <a:noAutofit/>
          </a:bodyPr>
          <a:lstStyle/>
          <a:p>
            <a:pPr marL="285750" lvl="0" indent="-285750" algn="l" rtl="0">
              <a:spcBef>
                <a:spcPts val="0"/>
              </a:spcBef>
              <a:spcAft>
                <a:spcPts val="0"/>
              </a:spcAft>
              <a:buFont typeface="Arial" panose="020B0604020202020204" pitchFamily="34" charset="0"/>
              <a:buChar char="•"/>
            </a:pPr>
            <a:r>
              <a:rPr lang="en" sz="2800" dirty="0">
                <a:solidFill>
                  <a:schemeClr val="dk1"/>
                </a:solidFill>
              </a:rPr>
              <a:t>Articulaciones profundas.</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Lesiones Meniscales y ligamentarias.</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Deteccion temprana de Artritis Inflamatorias y NOA.</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Alto costo.</a:t>
            </a:r>
          </a:p>
          <a:p>
            <a:pPr marL="0" lvl="0" indent="0" algn="l" rtl="0">
              <a:spcBef>
                <a:spcPts val="0"/>
              </a:spcBef>
              <a:spcAft>
                <a:spcPts val="0"/>
              </a:spcAft>
              <a:buNone/>
            </a:pPr>
            <a:endParaRPr lang="en" sz="2000" dirty="0">
              <a:solidFill>
                <a:schemeClr val="dk1"/>
              </a:solidFill>
            </a:endParaRPr>
          </a:p>
          <a:p>
            <a:pPr marL="0" lvl="0" indent="0" algn="l" rtl="0">
              <a:spcBef>
                <a:spcPts val="0"/>
              </a:spcBef>
              <a:spcAft>
                <a:spcPts val="0"/>
              </a:spcAft>
              <a:buNone/>
            </a:pPr>
            <a:endParaRPr lang="en" dirty="0">
              <a:solidFill>
                <a:schemeClr val="dk1"/>
              </a:solidFill>
            </a:endParaRPr>
          </a:p>
        </p:txBody>
      </p:sp>
      <p:sp>
        <p:nvSpPr>
          <p:cNvPr id="2" name="Google Shape;13603;p38">
            <a:extLst>
              <a:ext uri="{FF2B5EF4-FFF2-40B4-BE49-F238E27FC236}">
                <a16:creationId xmlns:a16="http://schemas.microsoft.com/office/drawing/2014/main" id="{76B20DAC-CBE2-56B0-AB82-34FDAA92EF38}"/>
              </a:ext>
            </a:extLst>
          </p:cNvPr>
          <p:cNvSpPr txBox="1">
            <a:spLocks/>
          </p:cNvSpPr>
          <p:nvPr/>
        </p:nvSpPr>
        <p:spPr>
          <a:xfrm>
            <a:off x="4208584" y="3528646"/>
            <a:ext cx="4501662" cy="110350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0" indent="0">
              <a:buFont typeface="Work Sans"/>
              <a:buNone/>
            </a:pPr>
            <a:endParaRPr lang="en" sz="2000" dirty="0">
              <a:solidFill>
                <a:schemeClr val="dk1"/>
              </a:solidFill>
            </a:endParaRPr>
          </a:p>
          <a:p>
            <a:pPr marL="0" indent="0">
              <a:buFont typeface="Work Sans"/>
              <a:buNone/>
            </a:pPr>
            <a:endParaRPr lang="en" dirty="0">
              <a:solidFill>
                <a:schemeClr val="dk1"/>
              </a:solidFill>
            </a:endParaRPr>
          </a:p>
        </p:txBody>
      </p:sp>
      <p:pic>
        <p:nvPicPr>
          <p:cNvPr id="2052" name="Picture 4" descr="Resonancia magnética del cartílago - Instituto Ordoñez">
            <a:extLst>
              <a:ext uri="{FF2B5EF4-FFF2-40B4-BE49-F238E27FC236}">
                <a16:creationId xmlns:a16="http://schemas.microsoft.com/office/drawing/2014/main" id="{0609683D-659E-8601-B777-90B47858A1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026" t="7726" r="2565" b="6041"/>
          <a:stretch/>
        </p:blipFill>
        <p:spPr bwMode="auto">
          <a:xfrm>
            <a:off x="6123478" y="697962"/>
            <a:ext cx="2586768"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1226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2249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ECOGRAFÍA</a:t>
            </a:r>
            <a:endParaRPr dirty="0"/>
          </a:p>
        </p:txBody>
      </p:sp>
      <p:sp>
        <p:nvSpPr>
          <p:cNvPr id="13603" name="Google Shape;13603;p38"/>
          <p:cNvSpPr txBox="1">
            <a:spLocks noGrp="1"/>
          </p:cNvSpPr>
          <p:nvPr>
            <p:ph type="body" idx="1"/>
          </p:nvPr>
        </p:nvSpPr>
        <p:spPr>
          <a:xfrm>
            <a:off x="473815" y="1322215"/>
            <a:ext cx="5669077" cy="3416400"/>
          </a:xfrm>
          <a:prstGeom prst="rect">
            <a:avLst/>
          </a:prstGeom>
        </p:spPr>
        <p:txBody>
          <a:bodyPr spcFirstLastPara="1" wrap="square" lIns="91425" tIns="91425" rIns="91425" bIns="91425" anchor="b" anchorCtr="0">
            <a:noAutofit/>
          </a:bodyPr>
          <a:lstStyle/>
          <a:p>
            <a:pPr lvl="0" indent="-457200" algn="l" rtl="0">
              <a:spcBef>
                <a:spcPts val="0"/>
              </a:spcBef>
              <a:spcAft>
                <a:spcPts val="0"/>
              </a:spcAft>
              <a:buFont typeface="Arial" panose="020B0604020202020204" pitchFamily="34" charset="0"/>
              <a:buChar char="•"/>
            </a:pPr>
            <a:r>
              <a:rPr lang="en" sz="2800" dirty="0">
                <a:solidFill>
                  <a:schemeClr val="dk1"/>
                </a:solidFill>
              </a:rPr>
              <a:t>Nos permite ver lesiones superficiales ligamentarias, meniscales y sinovitis.</a:t>
            </a:r>
          </a:p>
          <a:p>
            <a:pPr lvl="0" indent="-457200" algn="l" rtl="0">
              <a:spcBef>
                <a:spcPts val="0"/>
              </a:spcBef>
              <a:spcAft>
                <a:spcPts val="0"/>
              </a:spcAft>
              <a:buFont typeface="Arial" panose="020B0604020202020204" pitchFamily="34" charset="0"/>
              <a:buChar char="•"/>
            </a:pPr>
            <a:r>
              <a:rPr lang="en" sz="2800" dirty="0">
                <a:solidFill>
                  <a:schemeClr val="dk1"/>
                </a:solidFill>
              </a:rPr>
              <a:t>Bajo costo, pero operador dependiente.</a:t>
            </a:r>
          </a:p>
          <a:p>
            <a:pPr lvl="0" indent="-457200" algn="l" rtl="0">
              <a:spcBef>
                <a:spcPts val="0"/>
              </a:spcBef>
              <a:spcAft>
                <a:spcPts val="0"/>
              </a:spcAft>
              <a:buFont typeface="Arial" panose="020B0604020202020204" pitchFamily="34" charset="0"/>
              <a:buChar char="•"/>
            </a:pPr>
            <a:r>
              <a:rPr lang="en" sz="2800" dirty="0">
                <a:solidFill>
                  <a:schemeClr val="dk1"/>
                </a:solidFill>
              </a:rPr>
              <a:t>Guía para artrocentesis o biopsia.</a:t>
            </a:r>
          </a:p>
          <a:p>
            <a:pPr marL="0" lvl="0" indent="0" algn="l" rtl="0">
              <a:spcBef>
                <a:spcPts val="0"/>
              </a:spcBef>
              <a:spcAft>
                <a:spcPts val="0"/>
              </a:spcAft>
              <a:buNone/>
            </a:pPr>
            <a:endParaRPr lang="en" sz="2000" dirty="0">
              <a:solidFill>
                <a:schemeClr val="dk1"/>
              </a:solidFill>
            </a:endParaRPr>
          </a:p>
          <a:p>
            <a:pPr marL="0" lvl="0" indent="0" algn="l" rtl="0">
              <a:spcBef>
                <a:spcPts val="0"/>
              </a:spcBef>
              <a:spcAft>
                <a:spcPts val="0"/>
              </a:spcAft>
              <a:buNone/>
            </a:pPr>
            <a:endParaRPr lang="en" dirty="0">
              <a:solidFill>
                <a:schemeClr val="dk1"/>
              </a:solidFill>
            </a:endParaRPr>
          </a:p>
        </p:txBody>
      </p:sp>
      <p:pic>
        <p:nvPicPr>
          <p:cNvPr id="5122" name="Picture 2" descr="Vista de Sinovitis transitoria de cadera en un niño como probable  manifestación inicial atípica de COVID-19 | Revista de la Asociación  Argentina de Ortopedia y Traumatología">
            <a:extLst>
              <a:ext uri="{FF2B5EF4-FFF2-40B4-BE49-F238E27FC236}">
                <a16:creationId xmlns:a16="http://schemas.microsoft.com/office/drawing/2014/main" id="{9DEA7D2E-0CD9-3927-7914-806E661273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97" t="5517" r="3548" b="9993"/>
          <a:stretch/>
        </p:blipFill>
        <p:spPr bwMode="auto">
          <a:xfrm>
            <a:off x="5835272" y="0"/>
            <a:ext cx="3308728"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5497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2249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ARTROSCOPIA</a:t>
            </a:r>
            <a:endParaRPr dirty="0"/>
          </a:p>
        </p:txBody>
      </p:sp>
      <p:sp>
        <p:nvSpPr>
          <p:cNvPr id="13603" name="Google Shape;13603;p38"/>
          <p:cNvSpPr txBox="1">
            <a:spLocks noGrp="1"/>
          </p:cNvSpPr>
          <p:nvPr>
            <p:ph type="body" idx="1"/>
          </p:nvPr>
        </p:nvSpPr>
        <p:spPr>
          <a:xfrm>
            <a:off x="280385" y="224998"/>
            <a:ext cx="5669077" cy="3416400"/>
          </a:xfrm>
          <a:prstGeom prst="rect">
            <a:avLst/>
          </a:prstGeom>
        </p:spPr>
        <p:txBody>
          <a:bodyPr spcFirstLastPara="1" wrap="square" lIns="91425" tIns="91425" rIns="91425" bIns="91425" anchor="b" anchorCtr="0">
            <a:noAutofit/>
          </a:bodyPr>
          <a:lstStyle/>
          <a:p>
            <a:pPr marL="285750" lvl="0" indent="-285750" algn="l" rtl="0">
              <a:spcBef>
                <a:spcPts val="0"/>
              </a:spcBef>
              <a:spcAft>
                <a:spcPts val="0"/>
              </a:spcAft>
              <a:buFont typeface="Arial" panose="020B0604020202020204" pitchFamily="34" charset="0"/>
              <a:buChar char="•"/>
            </a:pPr>
            <a:r>
              <a:rPr lang="en" sz="2800" dirty="0">
                <a:solidFill>
                  <a:schemeClr val="dk1"/>
                </a:solidFill>
              </a:rPr>
              <a:t>Nos permite ver ligamentos y meniscos.</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Nos sirve para toma biopsia.</a:t>
            </a:r>
          </a:p>
          <a:p>
            <a:pPr marL="285750" lvl="0" indent="-285750" algn="l" rtl="0">
              <a:spcBef>
                <a:spcPts val="0"/>
              </a:spcBef>
              <a:spcAft>
                <a:spcPts val="0"/>
              </a:spcAft>
              <a:buFont typeface="Arial" panose="020B0604020202020204" pitchFamily="34" charset="0"/>
              <a:buChar char="•"/>
            </a:pPr>
            <a:r>
              <a:rPr lang="en" sz="2800" dirty="0">
                <a:solidFill>
                  <a:schemeClr val="dk1"/>
                </a:solidFill>
              </a:rPr>
              <a:t>Tratamiento local.</a:t>
            </a:r>
          </a:p>
          <a:p>
            <a:pPr marL="285750" lvl="0" indent="-285750" algn="l" rtl="0">
              <a:spcBef>
                <a:spcPts val="0"/>
              </a:spcBef>
              <a:spcAft>
                <a:spcPts val="0"/>
              </a:spcAft>
              <a:buFont typeface="Arial" panose="020B0604020202020204" pitchFamily="34" charset="0"/>
              <a:buChar char="•"/>
            </a:pPr>
            <a:endParaRPr lang="en" sz="2000" dirty="0">
              <a:solidFill>
                <a:schemeClr val="dk1"/>
              </a:solidFill>
            </a:endParaRPr>
          </a:p>
          <a:p>
            <a:pPr marL="0" lvl="0" indent="0" algn="l" rtl="0">
              <a:spcBef>
                <a:spcPts val="0"/>
              </a:spcBef>
              <a:spcAft>
                <a:spcPts val="0"/>
              </a:spcAft>
              <a:buNone/>
            </a:pPr>
            <a:endParaRPr lang="en" dirty="0">
              <a:solidFill>
                <a:schemeClr val="dk1"/>
              </a:solidFill>
            </a:endParaRPr>
          </a:p>
        </p:txBody>
      </p:sp>
      <p:pic>
        <p:nvPicPr>
          <p:cNvPr id="6146" name="Picture 2" descr="Dr Raul Plaza García - Cirugía Ortopédica - ARTROSCOPIA DE RODILLA">
            <a:extLst>
              <a:ext uri="{FF2B5EF4-FFF2-40B4-BE49-F238E27FC236}">
                <a16:creationId xmlns:a16="http://schemas.microsoft.com/office/drawing/2014/main" id="{A4A83914-CED0-0324-22AF-1949AE99C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9462" y="368982"/>
            <a:ext cx="3383283" cy="2960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7823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2249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BIOPSIA SINOVIAL</a:t>
            </a:r>
            <a:endParaRPr dirty="0"/>
          </a:p>
        </p:txBody>
      </p:sp>
      <p:sp>
        <p:nvSpPr>
          <p:cNvPr id="13603" name="Google Shape;13603;p38"/>
          <p:cNvSpPr txBox="1">
            <a:spLocks noGrp="1"/>
          </p:cNvSpPr>
          <p:nvPr>
            <p:ph type="body" idx="1"/>
          </p:nvPr>
        </p:nvSpPr>
        <p:spPr>
          <a:xfrm>
            <a:off x="802062" y="-602344"/>
            <a:ext cx="8037138" cy="3416400"/>
          </a:xfrm>
          <a:prstGeom prst="rect">
            <a:avLst/>
          </a:prstGeom>
        </p:spPr>
        <p:txBody>
          <a:bodyPr spcFirstLastPara="1" wrap="square" lIns="91425" tIns="91425" rIns="91425" bIns="91425" anchor="b" anchorCtr="0">
            <a:noAutofit/>
          </a:bodyPr>
          <a:lstStyle/>
          <a:p>
            <a:pPr marL="285750" lvl="0" indent="-285750" algn="l" rtl="0">
              <a:spcBef>
                <a:spcPts val="0"/>
              </a:spcBef>
              <a:spcAft>
                <a:spcPts val="0"/>
              </a:spcAft>
              <a:buFont typeface="Arial" panose="020B0604020202020204" pitchFamily="34" charset="0"/>
              <a:buChar char="•"/>
            </a:pPr>
            <a:endParaRPr lang="en" sz="2000" dirty="0">
              <a:solidFill>
                <a:schemeClr val="dk1"/>
              </a:solidFill>
            </a:endParaRPr>
          </a:p>
          <a:p>
            <a:pPr marL="285750" lvl="0" indent="-285750" rtl="0">
              <a:spcBef>
                <a:spcPts val="0"/>
              </a:spcBef>
              <a:spcAft>
                <a:spcPts val="0"/>
              </a:spcAft>
              <a:buFont typeface="Arial" panose="020B0604020202020204" pitchFamily="34" charset="0"/>
              <a:buChar char="•"/>
            </a:pPr>
            <a:r>
              <a:rPr lang="en" sz="2000" dirty="0">
                <a:solidFill>
                  <a:schemeClr val="dk1"/>
                </a:solidFill>
              </a:rPr>
              <a:t>Estudios microbiologicos (cultivos).</a:t>
            </a:r>
          </a:p>
          <a:p>
            <a:pPr marL="342900" lvl="0" indent="-342900" rtl="0">
              <a:spcBef>
                <a:spcPts val="0"/>
              </a:spcBef>
              <a:spcAft>
                <a:spcPts val="0"/>
              </a:spcAft>
              <a:buFont typeface="Arial" panose="020B0604020202020204" pitchFamily="34" charset="0"/>
              <a:buChar char="•"/>
            </a:pPr>
            <a:r>
              <a:rPr lang="en" sz="2000" dirty="0">
                <a:solidFill>
                  <a:schemeClr val="dk1"/>
                </a:solidFill>
              </a:rPr>
              <a:t>PCR para Gonococcos, Borrelias, Chlamydias, etc.</a:t>
            </a:r>
          </a:p>
          <a:p>
            <a:pPr marL="342900" lvl="0" indent="-342900" rtl="0">
              <a:spcBef>
                <a:spcPts val="0"/>
              </a:spcBef>
              <a:spcAft>
                <a:spcPts val="0"/>
              </a:spcAft>
              <a:buFont typeface="Arial" panose="020B0604020202020204" pitchFamily="34" charset="0"/>
              <a:buChar char="•"/>
            </a:pPr>
            <a:r>
              <a:rPr lang="en" sz="2000" dirty="0">
                <a:solidFill>
                  <a:schemeClr val="dk1"/>
                </a:solidFill>
              </a:rPr>
              <a:t>Enfermedades infiltrativas o de histologia particular como TBC, sinovitis vellonodular, amiloidosis, tumores, etc.</a:t>
            </a:r>
          </a:p>
          <a:p>
            <a:pPr marL="342900" lvl="0" indent="-342900" rtl="0">
              <a:spcBef>
                <a:spcPts val="0"/>
              </a:spcBef>
              <a:spcAft>
                <a:spcPts val="0"/>
              </a:spcAft>
              <a:buFont typeface="Arial" panose="020B0604020202020204" pitchFamily="34" charset="0"/>
              <a:buChar char="•"/>
            </a:pPr>
            <a:r>
              <a:rPr lang="en" sz="2000" dirty="0">
                <a:solidFill>
                  <a:schemeClr val="dk1"/>
                </a:solidFill>
              </a:rPr>
              <a:t>Dificil de interpretar, alto costos y personal capacitado.</a:t>
            </a:r>
          </a:p>
        </p:txBody>
      </p:sp>
      <p:pic>
        <p:nvPicPr>
          <p:cNvPr id="4098" name="Picture 2" descr="BIOPSIA LIQUIDO SINOVIAL | PPT">
            <a:extLst>
              <a:ext uri="{FF2B5EF4-FFF2-40B4-BE49-F238E27FC236}">
                <a16:creationId xmlns:a16="http://schemas.microsoft.com/office/drawing/2014/main" id="{4F41DF9A-8438-FC60-3EC1-224A64549F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92" t="30922" r="5472" b="14210"/>
          <a:stretch/>
        </p:blipFill>
        <p:spPr bwMode="auto">
          <a:xfrm>
            <a:off x="2235694" y="2814056"/>
            <a:ext cx="4997444" cy="175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680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extLst>
              <p:ext uri="{D42A27DB-BD31-4B8C-83A1-F6EECF244321}">
                <p14:modId xmlns:p14="http://schemas.microsoft.com/office/powerpoint/2010/main" val="1508656456"/>
              </p:ext>
            </p:extLst>
          </p:nvPr>
        </p:nvGraphicFramePr>
        <p:xfrm>
          <a:off x="1547664" y="600531"/>
          <a:ext cx="6048672" cy="39424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4 Flecha abajo"/>
          <p:cNvSpPr/>
          <p:nvPr/>
        </p:nvSpPr>
        <p:spPr>
          <a:xfrm>
            <a:off x="3143977" y="1586416"/>
            <a:ext cx="363474" cy="733806"/>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6" name="5 Flecha derecha"/>
          <p:cNvSpPr/>
          <p:nvPr/>
        </p:nvSpPr>
        <p:spPr>
          <a:xfrm>
            <a:off x="5120496" y="2320222"/>
            <a:ext cx="733806" cy="36347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7" name="6 Flecha abajo"/>
          <p:cNvSpPr/>
          <p:nvPr/>
        </p:nvSpPr>
        <p:spPr>
          <a:xfrm>
            <a:off x="5666688" y="2879922"/>
            <a:ext cx="363474" cy="733806"/>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8" name="7 Flecha abajo"/>
          <p:cNvSpPr/>
          <p:nvPr/>
        </p:nvSpPr>
        <p:spPr>
          <a:xfrm>
            <a:off x="4282251" y="2879922"/>
            <a:ext cx="363474" cy="733806"/>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9" name="8 Flecha abajo"/>
          <p:cNvSpPr/>
          <p:nvPr/>
        </p:nvSpPr>
        <p:spPr>
          <a:xfrm>
            <a:off x="1994280" y="2879922"/>
            <a:ext cx="363474" cy="733806"/>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
        <p:nvSpPr>
          <p:cNvPr id="3" name="2 Flecha abajo"/>
          <p:cNvSpPr/>
          <p:nvPr/>
        </p:nvSpPr>
        <p:spPr>
          <a:xfrm>
            <a:off x="6384694" y="1586416"/>
            <a:ext cx="363474" cy="733806"/>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50"/>
          </a:p>
        </p:txBody>
      </p:sp>
    </p:spTree>
    <p:extLst>
      <p:ext uri="{BB962C8B-B14F-4D97-AF65-F5344CB8AC3E}">
        <p14:creationId xmlns:p14="http://schemas.microsoft.com/office/powerpoint/2010/main" val="268991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607"/>
        <p:cNvGrpSpPr/>
        <p:nvPr/>
      </p:nvGrpSpPr>
      <p:grpSpPr>
        <a:xfrm>
          <a:off x="0" y="0"/>
          <a:ext cx="0" cy="0"/>
          <a:chOff x="0" y="0"/>
          <a:chExt cx="0" cy="0"/>
        </a:xfrm>
      </p:grpSpPr>
      <p:pic>
        <p:nvPicPr>
          <p:cNvPr id="3" name="Imagen 2">
            <a:extLst>
              <a:ext uri="{FF2B5EF4-FFF2-40B4-BE49-F238E27FC236}">
                <a16:creationId xmlns:a16="http://schemas.microsoft.com/office/drawing/2014/main" id="{BFCCB476-0660-9E8C-B83B-08235EBC0891}"/>
              </a:ext>
            </a:extLst>
          </p:cNvPr>
          <p:cNvPicPr>
            <a:picLocks noChangeAspect="1"/>
          </p:cNvPicPr>
          <p:nvPr/>
        </p:nvPicPr>
        <p:blipFill rotWithShape="1">
          <a:blip r:embed="rId3"/>
          <a:srcRect t="3731"/>
          <a:stretch/>
        </p:blipFill>
        <p:spPr>
          <a:xfrm>
            <a:off x="2164988" y="191910"/>
            <a:ext cx="4814023" cy="49515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607"/>
        <p:cNvGrpSpPr/>
        <p:nvPr/>
      </p:nvGrpSpPr>
      <p:grpSpPr>
        <a:xfrm>
          <a:off x="0" y="0"/>
          <a:ext cx="0" cy="0"/>
          <a:chOff x="0" y="0"/>
          <a:chExt cx="0" cy="0"/>
        </a:xfrm>
      </p:grpSpPr>
      <p:pic>
        <p:nvPicPr>
          <p:cNvPr id="4" name="Imagen 3">
            <a:extLst>
              <a:ext uri="{FF2B5EF4-FFF2-40B4-BE49-F238E27FC236}">
                <a16:creationId xmlns:a16="http://schemas.microsoft.com/office/drawing/2014/main" id="{5B0FA922-D0B2-CFB2-0938-1416FAC4064D}"/>
              </a:ext>
            </a:extLst>
          </p:cNvPr>
          <p:cNvPicPr>
            <a:picLocks noChangeAspect="1"/>
          </p:cNvPicPr>
          <p:nvPr/>
        </p:nvPicPr>
        <p:blipFill>
          <a:blip r:embed="rId3"/>
          <a:stretch>
            <a:fillRect/>
          </a:stretch>
        </p:blipFill>
        <p:spPr>
          <a:xfrm>
            <a:off x="1309511" y="197507"/>
            <a:ext cx="6044177" cy="4398588"/>
          </a:xfrm>
          <a:prstGeom prst="rect">
            <a:avLst/>
          </a:prstGeom>
        </p:spPr>
      </p:pic>
    </p:spTree>
    <p:extLst>
      <p:ext uri="{BB962C8B-B14F-4D97-AF65-F5344CB8AC3E}">
        <p14:creationId xmlns:p14="http://schemas.microsoft.com/office/powerpoint/2010/main" val="759158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435"/>
        <p:cNvGrpSpPr/>
        <p:nvPr/>
      </p:nvGrpSpPr>
      <p:grpSpPr>
        <a:xfrm>
          <a:off x="0" y="0"/>
          <a:ext cx="0" cy="0"/>
          <a:chOff x="0" y="0"/>
          <a:chExt cx="0" cy="0"/>
        </a:xfrm>
      </p:grpSpPr>
      <p:sp>
        <p:nvSpPr>
          <p:cNvPr id="13436" name="Google Shape;13436;p37"/>
          <p:cNvSpPr/>
          <p:nvPr/>
        </p:nvSpPr>
        <p:spPr>
          <a:xfrm>
            <a:off x="3250870" y="3303849"/>
            <a:ext cx="2619000" cy="7995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7" name="Google Shape;13437;p37"/>
          <p:cNvSpPr txBox="1">
            <a:spLocks noGrp="1"/>
          </p:cNvSpPr>
          <p:nvPr>
            <p:ph type="ctrTitle"/>
          </p:nvPr>
        </p:nvSpPr>
        <p:spPr>
          <a:xfrm>
            <a:off x="1451962" y="752206"/>
            <a:ext cx="5958900" cy="18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500" dirty="0">
                <a:solidFill>
                  <a:srgbClr val="002060"/>
                </a:solidFill>
              </a:rPr>
              <a:t>Enfoque Diagnostico Poliartritis</a:t>
            </a:r>
            <a:endParaRPr sz="4500" dirty="0">
              <a:solidFill>
                <a:srgbClr val="002060"/>
              </a:solidFill>
            </a:endParaRPr>
          </a:p>
        </p:txBody>
      </p:sp>
      <p:sp>
        <p:nvSpPr>
          <p:cNvPr id="13438" name="Google Shape;13438;p37"/>
          <p:cNvSpPr txBox="1">
            <a:spLocks noGrp="1"/>
          </p:cNvSpPr>
          <p:nvPr>
            <p:ph type="subTitle" idx="1"/>
          </p:nvPr>
        </p:nvSpPr>
        <p:spPr>
          <a:xfrm>
            <a:off x="3154247" y="3381668"/>
            <a:ext cx="2782200" cy="67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Dr Roldan, Brian</a:t>
            </a:r>
          </a:p>
          <a:p>
            <a:pPr marL="0" lvl="0" indent="0" algn="ctr" rtl="0">
              <a:spcBef>
                <a:spcPts val="0"/>
              </a:spcBef>
              <a:spcAft>
                <a:spcPts val="0"/>
              </a:spcAft>
              <a:buNone/>
            </a:pPr>
            <a:r>
              <a:rPr lang="en" dirty="0"/>
              <a:t>Reumatológo UBA</a:t>
            </a:r>
          </a:p>
        </p:txBody>
      </p:sp>
      <p:sp>
        <p:nvSpPr>
          <p:cNvPr id="13439" name="Google Shape;13439;p37"/>
          <p:cNvSpPr/>
          <p:nvPr/>
        </p:nvSpPr>
        <p:spPr>
          <a:xfrm rot="-527727">
            <a:off x="909557" y="2531392"/>
            <a:ext cx="1750080" cy="175008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40" name="Google Shape;13440;p37"/>
          <p:cNvGrpSpPr/>
          <p:nvPr/>
        </p:nvGrpSpPr>
        <p:grpSpPr>
          <a:xfrm rot="173785">
            <a:off x="6183534" y="1184905"/>
            <a:ext cx="2454655" cy="5572980"/>
            <a:chOff x="6027775" y="321875"/>
            <a:chExt cx="972825" cy="2208675"/>
          </a:xfrm>
        </p:grpSpPr>
        <p:sp>
          <p:nvSpPr>
            <p:cNvPr id="13441" name="Google Shape;13441;p37"/>
            <p:cNvSpPr/>
            <p:nvPr/>
          </p:nvSpPr>
          <p:spPr>
            <a:xfrm>
              <a:off x="6204950" y="2196600"/>
              <a:ext cx="183625" cy="221225"/>
            </a:xfrm>
            <a:custGeom>
              <a:avLst/>
              <a:gdLst/>
              <a:ahLst/>
              <a:cxnLst/>
              <a:rect l="l" t="t" r="r" b="b"/>
              <a:pathLst>
                <a:path w="7345" h="8849" extrusionOk="0">
                  <a:moveTo>
                    <a:pt x="2062" y="1"/>
                  </a:moveTo>
                  <a:lnTo>
                    <a:pt x="1" y="8333"/>
                  </a:lnTo>
                  <a:lnTo>
                    <a:pt x="5455" y="8848"/>
                  </a:lnTo>
                  <a:lnTo>
                    <a:pt x="7345" y="602"/>
                  </a:lnTo>
                  <a:lnTo>
                    <a:pt x="2062" y="1"/>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2" name="Google Shape;13442;p37"/>
            <p:cNvSpPr/>
            <p:nvPr/>
          </p:nvSpPr>
          <p:spPr>
            <a:xfrm>
              <a:off x="6027775" y="2364100"/>
              <a:ext cx="364025" cy="166450"/>
            </a:xfrm>
            <a:custGeom>
              <a:avLst/>
              <a:gdLst/>
              <a:ahLst/>
              <a:cxnLst/>
              <a:rect l="l" t="t" r="r" b="b"/>
              <a:pathLst>
                <a:path w="14561" h="6658" extrusionOk="0">
                  <a:moveTo>
                    <a:pt x="5971" y="1"/>
                  </a:moveTo>
                  <a:lnTo>
                    <a:pt x="4468" y="3437"/>
                  </a:lnTo>
                  <a:lnTo>
                    <a:pt x="216" y="5799"/>
                  </a:lnTo>
                  <a:lnTo>
                    <a:pt x="130" y="5885"/>
                  </a:lnTo>
                  <a:lnTo>
                    <a:pt x="44" y="6014"/>
                  </a:lnTo>
                  <a:lnTo>
                    <a:pt x="1" y="6143"/>
                  </a:lnTo>
                  <a:lnTo>
                    <a:pt x="44" y="6271"/>
                  </a:lnTo>
                  <a:lnTo>
                    <a:pt x="87" y="6400"/>
                  </a:lnTo>
                  <a:lnTo>
                    <a:pt x="173" y="6486"/>
                  </a:lnTo>
                  <a:lnTo>
                    <a:pt x="259" y="6529"/>
                  </a:lnTo>
                  <a:lnTo>
                    <a:pt x="430" y="6572"/>
                  </a:lnTo>
                  <a:lnTo>
                    <a:pt x="13186" y="6658"/>
                  </a:lnTo>
                  <a:lnTo>
                    <a:pt x="13315" y="6615"/>
                  </a:lnTo>
                  <a:lnTo>
                    <a:pt x="13444" y="6529"/>
                  </a:lnTo>
                  <a:lnTo>
                    <a:pt x="13530" y="6443"/>
                  </a:lnTo>
                  <a:lnTo>
                    <a:pt x="13573" y="6314"/>
                  </a:lnTo>
                  <a:lnTo>
                    <a:pt x="14561" y="516"/>
                  </a:lnTo>
                  <a:lnTo>
                    <a:pt x="59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3" name="Google Shape;13443;p37"/>
            <p:cNvSpPr/>
            <p:nvPr/>
          </p:nvSpPr>
          <p:spPr>
            <a:xfrm>
              <a:off x="6634450" y="2185875"/>
              <a:ext cx="135300" cy="229800"/>
            </a:xfrm>
            <a:custGeom>
              <a:avLst/>
              <a:gdLst/>
              <a:ahLst/>
              <a:cxnLst/>
              <a:rect l="l" t="t" r="r" b="b"/>
              <a:pathLst>
                <a:path w="5412" h="9192" extrusionOk="0">
                  <a:moveTo>
                    <a:pt x="5369" y="0"/>
                  </a:moveTo>
                  <a:lnTo>
                    <a:pt x="86" y="601"/>
                  </a:lnTo>
                  <a:lnTo>
                    <a:pt x="0" y="9191"/>
                  </a:lnTo>
                  <a:lnTo>
                    <a:pt x="5412" y="8418"/>
                  </a:lnTo>
                  <a:lnTo>
                    <a:pt x="5369"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4" name="Google Shape;13444;p37"/>
            <p:cNvSpPr/>
            <p:nvPr/>
          </p:nvSpPr>
          <p:spPr>
            <a:xfrm>
              <a:off x="6479825" y="2371625"/>
              <a:ext cx="336100" cy="157850"/>
            </a:xfrm>
            <a:custGeom>
              <a:avLst/>
              <a:gdLst/>
              <a:ahLst/>
              <a:cxnLst/>
              <a:rect l="l" t="t" r="r" b="b"/>
              <a:pathLst>
                <a:path w="13444" h="6314" extrusionOk="0">
                  <a:moveTo>
                    <a:pt x="4897" y="0"/>
                  </a:moveTo>
                  <a:lnTo>
                    <a:pt x="4768" y="43"/>
                  </a:lnTo>
                  <a:lnTo>
                    <a:pt x="4639" y="129"/>
                  </a:lnTo>
                  <a:lnTo>
                    <a:pt x="4510" y="258"/>
                  </a:lnTo>
                  <a:lnTo>
                    <a:pt x="4510" y="387"/>
                  </a:lnTo>
                  <a:lnTo>
                    <a:pt x="4424" y="2878"/>
                  </a:lnTo>
                  <a:lnTo>
                    <a:pt x="4424" y="3007"/>
                  </a:lnTo>
                  <a:lnTo>
                    <a:pt x="4381" y="3093"/>
                  </a:lnTo>
                  <a:lnTo>
                    <a:pt x="4338" y="3179"/>
                  </a:lnTo>
                  <a:lnTo>
                    <a:pt x="4253" y="3222"/>
                  </a:lnTo>
                  <a:lnTo>
                    <a:pt x="215" y="5498"/>
                  </a:lnTo>
                  <a:lnTo>
                    <a:pt x="86" y="5584"/>
                  </a:lnTo>
                  <a:lnTo>
                    <a:pt x="1" y="5713"/>
                  </a:lnTo>
                  <a:lnTo>
                    <a:pt x="1" y="5842"/>
                  </a:lnTo>
                  <a:lnTo>
                    <a:pt x="1" y="5970"/>
                  </a:lnTo>
                  <a:lnTo>
                    <a:pt x="44" y="6099"/>
                  </a:lnTo>
                  <a:lnTo>
                    <a:pt x="129" y="6185"/>
                  </a:lnTo>
                  <a:lnTo>
                    <a:pt x="258" y="6228"/>
                  </a:lnTo>
                  <a:lnTo>
                    <a:pt x="387" y="6271"/>
                  </a:lnTo>
                  <a:lnTo>
                    <a:pt x="13057" y="6314"/>
                  </a:lnTo>
                  <a:lnTo>
                    <a:pt x="13229" y="6314"/>
                  </a:lnTo>
                  <a:lnTo>
                    <a:pt x="13358" y="6185"/>
                  </a:lnTo>
                  <a:lnTo>
                    <a:pt x="13444" y="6056"/>
                  </a:lnTo>
                  <a:lnTo>
                    <a:pt x="13444" y="5884"/>
                  </a:lnTo>
                  <a:lnTo>
                    <a:pt x="12928" y="559"/>
                  </a:lnTo>
                  <a:lnTo>
                    <a:pt x="12885" y="387"/>
                  </a:lnTo>
                  <a:lnTo>
                    <a:pt x="12799" y="301"/>
                  </a:lnTo>
                  <a:lnTo>
                    <a:pt x="12671" y="215"/>
                  </a:lnTo>
                  <a:lnTo>
                    <a:pt x="12499" y="172"/>
                  </a:lnTo>
                  <a:lnTo>
                    <a:pt x="48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5" name="Google Shape;13445;p37"/>
            <p:cNvSpPr/>
            <p:nvPr/>
          </p:nvSpPr>
          <p:spPr>
            <a:xfrm>
              <a:off x="6144825" y="1257075"/>
              <a:ext cx="461725" cy="1014725"/>
            </a:xfrm>
            <a:custGeom>
              <a:avLst/>
              <a:gdLst/>
              <a:ahLst/>
              <a:cxnLst/>
              <a:rect l="l" t="t" r="r" b="b"/>
              <a:pathLst>
                <a:path w="18469" h="40589" extrusionOk="0">
                  <a:moveTo>
                    <a:pt x="7903" y="1"/>
                  </a:moveTo>
                  <a:lnTo>
                    <a:pt x="0" y="39643"/>
                  </a:lnTo>
                  <a:lnTo>
                    <a:pt x="11468" y="40588"/>
                  </a:lnTo>
                  <a:lnTo>
                    <a:pt x="16965" y="7345"/>
                  </a:lnTo>
                  <a:lnTo>
                    <a:pt x="1846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6" name="Google Shape;13446;p37"/>
            <p:cNvSpPr/>
            <p:nvPr/>
          </p:nvSpPr>
          <p:spPr>
            <a:xfrm>
              <a:off x="6142675" y="1443925"/>
              <a:ext cx="427375" cy="830025"/>
            </a:xfrm>
            <a:custGeom>
              <a:avLst/>
              <a:gdLst/>
              <a:ahLst/>
              <a:cxnLst/>
              <a:rect l="l" t="t" r="r" b="b"/>
              <a:pathLst>
                <a:path w="17095" h="33201" extrusionOk="0">
                  <a:moveTo>
                    <a:pt x="17008" y="0"/>
                  </a:moveTo>
                  <a:lnTo>
                    <a:pt x="16965" y="43"/>
                  </a:lnTo>
                  <a:lnTo>
                    <a:pt x="16923" y="86"/>
                  </a:lnTo>
                  <a:lnTo>
                    <a:pt x="11468" y="32985"/>
                  </a:lnTo>
                  <a:lnTo>
                    <a:pt x="86" y="32083"/>
                  </a:lnTo>
                  <a:lnTo>
                    <a:pt x="0" y="32083"/>
                  </a:lnTo>
                  <a:lnTo>
                    <a:pt x="0" y="32169"/>
                  </a:lnTo>
                  <a:lnTo>
                    <a:pt x="0" y="32255"/>
                  </a:lnTo>
                  <a:lnTo>
                    <a:pt x="86" y="32255"/>
                  </a:lnTo>
                  <a:lnTo>
                    <a:pt x="11640" y="33200"/>
                  </a:lnTo>
                  <a:lnTo>
                    <a:pt x="17094" y="129"/>
                  </a:lnTo>
                  <a:lnTo>
                    <a:pt x="17094" y="43"/>
                  </a:lnTo>
                  <a:lnTo>
                    <a:pt x="17008" y="0"/>
                  </a:lnTo>
                  <a:close/>
                </a:path>
              </a:pathLst>
            </a:custGeom>
            <a:solidFill>
              <a:srgbClr val="0100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7" name="Google Shape;13447;p37"/>
            <p:cNvSpPr/>
            <p:nvPr/>
          </p:nvSpPr>
          <p:spPr>
            <a:xfrm>
              <a:off x="6481975" y="1411700"/>
              <a:ext cx="71975" cy="361875"/>
            </a:xfrm>
            <a:custGeom>
              <a:avLst/>
              <a:gdLst/>
              <a:ahLst/>
              <a:cxnLst/>
              <a:rect l="l" t="t" r="r" b="b"/>
              <a:pathLst>
                <a:path w="2879" h="14475" extrusionOk="0">
                  <a:moveTo>
                    <a:pt x="0" y="1"/>
                  </a:moveTo>
                  <a:lnTo>
                    <a:pt x="0" y="87"/>
                  </a:lnTo>
                  <a:lnTo>
                    <a:pt x="1761" y="215"/>
                  </a:lnTo>
                  <a:lnTo>
                    <a:pt x="2835" y="14475"/>
                  </a:lnTo>
                  <a:lnTo>
                    <a:pt x="2878" y="14475"/>
                  </a:lnTo>
                  <a:lnTo>
                    <a:pt x="1804" y="215"/>
                  </a:lnTo>
                  <a:lnTo>
                    <a:pt x="1804" y="172"/>
                  </a:lnTo>
                  <a:lnTo>
                    <a:pt x="0" y="1"/>
                  </a:lnTo>
                  <a:close/>
                </a:path>
              </a:pathLst>
            </a:custGeom>
            <a:solidFill>
              <a:srgbClr val="3A4A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8" name="Google Shape;13448;p37"/>
            <p:cNvSpPr/>
            <p:nvPr/>
          </p:nvSpPr>
          <p:spPr>
            <a:xfrm>
              <a:off x="6421850" y="1156150"/>
              <a:ext cx="443475" cy="1101675"/>
            </a:xfrm>
            <a:custGeom>
              <a:avLst/>
              <a:gdLst/>
              <a:ahLst/>
              <a:cxnLst/>
              <a:rect l="l" t="t" r="r" b="b"/>
              <a:pathLst>
                <a:path w="17739" h="44067" extrusionOk="0">
                  <a:moveTo>
                    <a:pt x="0" y="1"/>
                  </a:moveTo>
                  <a:lnTo>
                    <a:pt x="2405" y="10266"/>
                  </a:lnTo>
                  <a:lnTo>
                    <a:pt x="4209" y="10437"/>
                  </a:lnTo>
                  <a:lnTo>
                    <a:pt x="5841" y="44067"/>
                  </a:lnTo>
                  <a:lnTo>
                    <a:pt x="17738" y="43895"/>
                  </a:lnTo>
                  <a:lnTo>
                    <a:pt x="12756" y="6873"/>
                  </a:lnTo>
                  <a:lnTo>
                    <a:pt x="12241" y="3351"/>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9" name="Google Shape;13449;p37"/>
            <p:cNvSpPr/>
            <p:nvPr/>
          </p:nvSpPr>
          <p:spPr>
            <a:xfrm>
              <a:off x="6479825" y="1410625"/>
              <a:ext cx="387650" cy="849350"/>
            </a:xfrm>
            <a:custGeom>
              <a:avLst/>
              <a:gdLst/>
              <a:ahLst/>
              <a:cxnLst/>
              <a:rect l="l" t="t" r="r" b="b"/>
              <a:pathLst>
                <a:path w="15506" h="33974" extrusionOk="0">
                  <a:moveTo>
                    <a:pt x="1" y="1"/>
                  </a:moveTo>
                  <a:lnTo>
                    <a:pt x="1" y="87"/>
                  </a:lnTo>
                  <a:lnTo>
                    <a:pt x="1" y="130"/>
                  </a:lnTo>
                  <a:lnTo>
                    <a:pt x="86" y="173"/>
                  </a:lnTo>
                  <a:lnTo>
                    <a:pt x="1761" y="344"/>
                  </a:lnTo>
                  <a:lnTo>
                    <a:pt x="3437" y="33888"/>
                  </a:lnTo>
                  <a:lnTo>
                    <a:pt x="3437" y="33974"/>
                  </a:lnTo>
                  <a:lnTo>
                    <a:pt x="15419" y="33802"/>
                  </a:lnTo>
                  <a:lnTo>
                    <a:pt x="15505" y="33802"/>
                  </a:lnTo>
                  <a:lnTo>
                    <a:pt x="15505" y="33716"/>
                  </a:lnTo>
                  <a:lnTo>
                    <a:pt x="15505" y="33630"/>
                  </a:lnTo>
                  <a:lnTo>
                    <a:pt x="15419" y="33630"/>
                  </a:lnTo>
                  <a:lnTo>
                    <a:pt x="3608" y="33759"/>
                  </a:lnTo>
                  <a:lnTo>
                    <a:pt x="1976" y="258"/>
                  </a:lnTo>
                  <a:lnTo>
                    <a:pt x="1976" y="173"/>
                  </a:lnTo>
                  <a:lnTo>
                    <a:pt x="86" y="1"/>
                  </a:lnTo>
                  <a:close/>
                </a:path>
              </a:pathLst>
            </a:custGeom>
            <a:solidFill>
              <a:srgbClr val="0100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0" name="Google Shape;13450;p37"/>
            <p:cNvSpPr/>
            <p:nvPr/>
          </p:nvSpPr>
          <p:spPr>
            <a:xfrm>
              <a:off x="6222125" y="649350"/>
              <a:ext cx="622800" cy="510050"/>
            </a:xfrm>
            <a:custGeom>
              <a:avLst/>
              <a:gdLst/>
              <a:ahLst/>
              <a:cxnLst/>
              <a:rect l="l" t="t" r="r" b="b"/>
              <a:pathLst>
                <a:path w="24912" h="20402" extrusionOk="0">
                  <a:moveTo>
                    <a:pt x="13057" y="1"/>
                  </a:moveTo>
                  <a:lnTo>
                    <a:pt x="12757" y="44"/>
                  </a:lnTo>
                  <a:lnTo>
                    <a:pt x="12112" y="44"/>
                  </a:lnTo>
                  <a:lnTo>
                    <a:pt x="11511" y="87"/>
                  </a:lnTo>
                  <a:lnTo>
                    <a:pt x="10910" y="258"/>
                  </a:lnTo>
                  <a:lnTo>
                    <a:pt x="10266" y="473"/>
                  </a:lnTo>
                  <a:lnTo>
                    <a:pt x="9621" y="731"/>
                  </a:lnTo>
                  <a:lnTo>
                    <a:pt x="8977" y="1074"/>
                  </a:lnTo>
                  <a:lnTo>
                    <a:pt x="8333" y="1418"/>
                  </a:lnTo>
                  <a:lnTo>
                    <a:pt x="7732" y="1804"/>
                  </a:lnTo>
                  <a:lnTo>
                    <a:pt x="6572" y="2578"/>
                  </a:lnTo>
                  <a:lnTo>
                    <a:pt x="5584" y="3308"/>
                  </a:lnTo>
                  <a:lnTo>
                    <a:pt x="4425" y="4253"/>
                  </a:lnTo>
                  <a:lnTo>
                    <a:pt x="4253" y="4424"/>
                  </a:lnTo>
                  <a:lnTo>
                    <a:pt x="4081" y="4682"/>
                  </a:lnTo>
                  <a:lnTo>
                    <a:pt x="3566" y="5584"/>
                  </a:lnTo>
                  <a:lnTo>
                    <a:pt x="2964" y="6744"/>
                  </a:lnTo>
                  <a:lnTo>
                    <a:pt x="2320" y="8161"/>
                  </a:lnTo>
                  <a:lnTo>
                    <a:pt x="1633" y="9664"/>
                  </a:lnTo>
                  <a:lnTo>
                    <a:pt x="1032" y="11167"/>
                  </a:lnTo>
                  <a:lnTo>
                    <a:pt x="516" y="12585"/>
                  </a:lnTo>
                  <a:lnTo>
                    <a:pt x="173" y="13744"/>
                  </a:lnTo>
                  <a:lnTo>
                    <a:pt x="44" y="14303"/>
                  </a:lnTo>
                  <a:lnTo>
                    <a:pt x="1" y="14818"/>
                  </a:lnTo>
                  <a:lnTo>
                    <a:pt x="44" y="15376"/>
                  </a:lnTo>
                  <a:lnTo>
                    <a:pt x="87" y="15935"/>
                  </a:lnTo>
                  <a:lnTo>
                    <a:pt x="215" y="16493"/>
                  </a:lnTo>
                  <a:lnTo>
                    <a:pt x="344" y="17052"/>
                  </a:lnTo>
                  <a:lnTo>
                    <a:pt x="688" y="18039"/>
                  </a:lnTo>
                  <a:lnTo>
                    <a:pt x="1032" y="18941"/>
                  </a:lnTo>
                  <a:lnTo>
                    <a:pt x="1375" y="19628"/>
                  </a:lnTo>
                  <a:lnTo>
                    <a:pt x="1719" y="20273"/>
                  </a:lnTo>
                  <a:lnTo>
                    <a:pt x="5198" y="20359"/>
                  </a:lnTo>
                  <a:lnTo>
                    <a:pt x="8805" y="20402"/>
                  </a:lnTo>
                  <a:lnTo>
                    <a:pt x="12928" y="20402"/>
                  </a:lnTo>
                  <a:lnTo>
                    <a:pt x="17095" y="20316"/>
                  </a:lnTo>
                  <a:lnTo>
                    <a:pt x="19070" y="20273"/>
                  </a:lnTo>
                  <a:lnTo>
                    <a:pt x="20831" y="20144"/>
                  </a:lnTo>
                  <a:lnTo>
                    <a:pt x="22334" y="20015"/>
                  </a:lnTo>
                  <a:lnTo>
                    <a:pt x="23537" y="19843"/>
                  </a:lnTo>
                  <a:lnTo>
                    <a:pt x="24009" y="19757"/>
                  </a:lnTo>
                  <a:lnTo>
                    <a:pt x="24353" y="19628"/>
                  </a:lnTo>
                  <a:lnTo>
                    <a:pt x="24611" y="19500"/>
                  </a:lnTo>
                  <a:lnTo>
                    <a:pt x="24740" y="19371"/>
                  </a:lnTo>
                  <a:lnTo>
                    <a:pt x="24825" y="19199"/>
                  </a:lnTo>
                  <a:lnTo>
                    <a:pt x="24868" y="18984"/>
                  </a:lnTo>
                  <a:lnTo>
                    <a:pt x="24911" y="18340"/>
                  </a:lnTo>
                  <a:lnTo>
                    <a:pt x="24911" y="17567"/>
                  </a:lnTo>
                  <a:lnTo>
                    <a:pt x="24868" y="16579"/>
                  </a:lnTo>
                  <a:lnTo>
                    <a:pt x="24740" y="15505"/>
                  </a:lnTo>
                  <a:lnTo>
                    <a:pt x="24568" y="14303"/>
                  </a:lnTo>
                  <a:lnTo>
                    <a:pt x="24310" y="13057"/>
                  </a:lnTo>
                  <a:lnTo>
                    <a:pt x="24009" y="11726"/>
                  </a:lnTo>
                  <a:lnTo>
                    <a:pt x="23623" y="10394"/>
                  </a:lnTo>
                  <a:lnTo>
                    <a:pt x="23193" y="9063"/>
                  </a:lnTo>
                  <a:lnTo>
                    <a:pt x="22721" y="7774"/>
                  </a:lnTo>
                  <a:lnTo>
                    <a:pt x="22163" y="6529"/>
                  </a:lnTo>
                  <a:lnTo>
                    <a:pt x="21862" y="5928"/>
                  </a:lnTo>
                  <a:lnTo>
                    <a:pt x="21561" y="5369"/>
                  </a:lnTo>
                  <a:lnTo>
                    <a:pt x="21218" y="4854"/>
                  </a:lnTo>
                  <a:lnTo>
                    <a:pt x="20874" y="4338"/>
                  </a:lnTo>
                  <a:lnTo>
                    <a:pt x="20531" y="3909"/>
                  </a:lnTo>
                  <a:lnTo>
                    <a:pt x="20144" y="3480"/>
                  </a:lnTo>
                  <a:lnTo>
                    <a:pt x="19757" y="3093"/>
                  </a:lnTo>
                  <a:lnTo>
                    <a:pt x="19328" y="2792"/>
                  </a:lnTo>
                  <a:lnTo>
                    <a:pt x="18512" y="2191"/>
                  </a:lnTo>
                  <a:lnTo>
                    <a:pt x="17739" y="1719"/>
                  </a:lnTo>
                  <a:lnTo>
                    <a:pt x="17052" y="1289"/>
                  </a:lnTo>
                  <a:lnTo>
                    <a:pt x="16407" y="945"/>
                  </a:lnTo>
                  <a:lnTo>
                    <a:pt x="15806" y="688"/>
                  </a:lnTo>
                  <a:lnTo>
                    <a:pt x="15248" y="473"/>
                  </a:lnTo>
                  <a:lnTo>
                    <a:pt x="14732" y="301"/>
                  </a:lnTo>
                  <a:lnTo>
                    <a:pt x="14303" y="172"/>
                  </a:lnTo>
                  <a:lnTo>
                    <a:pt x="13573" y="44"/>
                  </a:lnTo>
                  <a:lnTo>
                    <a:pt x="130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1" name="Google Shape;13451;p37"/>
            <p:cNvSpPr/>
            <p:nvPr/>
          </p:nvSpPr>
          <p:spPr>
            <a:xfrm>
              <a:off x="6313400" y="654725"/>
              <a:ext cx="428450" cy="681850"/>
            </a:xfrm>
            <a:custGeom>
              <a:avLst/>
              <a:gdLst/>
              <a:ahLst/>
              <a:cxnLst/>
              <a:rect l="l" t="t" r="r" b="b"/>
              <a:pathLst>
                <a:path w="17138" h="27274" extrusionOk="0">
                  <a:moveTo>
                    <a:pt x="8590" y="0"/>
                  </a:moveTo>
                  <a:lnTo>
                    <a:pt x="8290" y="86"/>
                  </a:lnTo>
                  <a:lnTo>
                    <a:pt x="7946" y="172"/>
                  </a:lnTo>
                  <a:lnTo>
                    <a:pt x="7602" y="344"/>
                  </a:lnTo>
                  <a:lnTo>
                    <a:pt x="7259" y="559"/>
                  </a:lnTo>
                  <a:lnTo>
                    <a:pt x="6915" y="816"/>
                  </a:lnTo>
                  <a:lnTo>
                    <a:pt x="6572" y="1117"/>
                  </a:lnTo>
                  <a:lnTo>
                    <a:pt x="6228" y="1461"/>
                  </a:lnTo>
                  <a:lnTo>
                    <a:pt x="5884" y="1847"/>
                  </a:lnTo>
                  <a:lnTo>
                    <a:pt x="5541" y="2277"/>
                  </a:lnTo>
                  <a:lnTo>
                    <a:pt x="4854" y="3222"/>
                  </a:lnTo>
                  <a:lnTo>
                    <a:pt x="4209" y="4381"/>
                  </a:lnTo>
                  <a:lnTo>
                    <a:pt x="3565" y="5627"/>
                  </a:lnTo>
                  <a:lnTo>
                    <a:pt x="2964" y="7001"/>
                  </a:lnTo>
                  <a:lnTo>
                    <a:pt x="2406" y="8504"/>
                  </a:lnTo>
                  <a:lnTo>
                    <a:pt x="1890" y="10136"/>
                  </a:lnTo>
                  <a:lnTo>
                    <a:pt x="1418" y="11854"/>
                  </a:lnTo>
                  <a:lnTo>
                    <a:pt x="1031" y="13658"/>
                  </a:lnTo>
                  <a:lnTo>
                    <a:pt x="688" y="15548"/>
                  </a:lnTo>
                  <a:lnTo>
                    <a:pt x="473" y="17481"/>
                  </a:lnTo>
                  <a:lnTo>
                    <a:pt x="301" y="19456"/>
                  </a:lnTo>
                  <a:lnTo>
                    <a:pt x="172" y="21303"/>
                  </a:lnTo>
                  <a:lnTo>
                    <a:pt x="43" y="23408"/>
                  </a:lnTo>
                  <a:lnTo>
                    <a:pt x="0" y="24439"/>
                  </a:lnTo>
                  <a:lnTo>
                    <a:pt x="0" y="25426"/>
                  </a:lnTo>
                  <a:lnTo>
                    <a:pt x="43" y="26328"/>
                  </a:lnTo>
                  <a:lnTo>
                    <a:pt x="172" y="27144"/>
                  </a:lnTo>
                  <a:lnTo>
                    <a:pt x="16922" y="27273"/>
                  </a:lnTo>
                  <a:lnTo>
                    <a:pt x="17051" y="26500"/>
                  </a:lnTo>
                  <a:lnTo>
                    <a:pt x="17094" y="25641"/>
                  </a:lnTo>
                  <a:lnTo>
                    <a:pt x="17137" y="24696"/>
                  </a:lnTo>
                  <a:lnTo>
                    <a:pt x="17137" y="23751"/>
                  </a:lnTo>
                  <a:lnTo>
                    <a:pt x="17137" y="20058"/>
                  </a:lnTo>
                  <a:lnTo>
                    <a:pt x="17094" y="18039"/>
                  </a:lnTo>
                  <a:lnTo>
                    <a:pt x="17008" y="16106"/>
                  </a:lnTo>
                  <a:lnTo>
                    <a:pt x="16837" y="14217"/>
                  </a:lnTo>
                  <a:lnTo>
                    <a:pt x="16622" y="12413"/>
                  </a:lnTo>
                  <a:lnTo>
                    <a:pt x="16364" y="10652"/>
                  </a:lnTo>
                  <a:lnTo>
                    <a:pt x="16021" y="9020"/>
                  </a:lnTo>
                  <a:lnTo>
                    <a:pt x="15591" y="7474"/>
                  </a:lnTo>
                  <a:lnTo>
                    <a:pt x="15119" y="6056"/>
                  </a:lnTo>
                  <a:lnTo>
                    <a:pt x="14861" y="5412"/>
                  </a:lnTo>
                  <a:lnTo>
                    <a:pt x="14603" y="4768"/>
                  </a:lnTo>
                  <a:lnTo>
                    <a:pt x="14303" y="4166"/>
                  </a:lnTo>
                  <a:lnTo>
                    <a:pt x="14002" y="3608"/>
                  </a:lnTo>
                  <a:lnTo>
                    <a:pt x="13658" y="3050"/>
                  </a:lnTo>
                  <a:lnTo>
                    <a:pt x="13315" y="2577"/>
                  </a:lnTo>
                  <a:lnTo>
                    <a:pt x="12971" y="2105"/>
                  </a:lnTo>
                  <a:lnTo>
                    <a:pt x="12585" y="1718"/>
                  </a:lnTo>
                  <a:lnTo>
                    <a:pt x="12198" y="1332"/>
                  </a:lnTo>
                  <a:lnTo>
                    <a:pt x="11769" y="1031"/>
                  </a:lnTo>
                  <a:lnTo>
                    <a:pt x="11339" y="730"/>
                  </a:lnTo>
                  <a:lnTo>
                    <a:pt x="10910" y="473"/>
                  </a:lnTo>
                  <a:lnTo>
                    <a:pt x="10437" y="301"/>
                  </a:lnTo>
                  <a:lnTo>
                    <a:pt x="9965" y="129"/>
                  </a:lnTo>
                  <a:lnTo>
                    <a:pt x="9449" y="43"/>
                  </a:lnTo>
                  <a:lnTo>
                    <a:pt x="89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2" name="Google Shape;13452;p37"/>
            <p:cNvSpPr/>
            <p:nvPr/>
          </p:nvSpPr>
          <p:spPr>
            <a:xfrm>
              <a:off x="6149125" y="662250"/>
              <a:ext cx="332875" cy="1348625"/>
            </a:xfrm>
            <a:custGeom>
              <a:avLst/>
              <a:gdLst/>
              <a:ahLst/>
              <a:cxnLst/>
              <a:rect l="l" t="t" r="r" b="b"/>
              <a:pathLst>
                <a:path w="13315" h="53945" extrusionOk="0">
                  <a:moveTo>
                    <a:pt x="13314" y="0"/>
                  </a:moveTo>
                  <a:lnTo>
                    <a:pt x="13143" y="129"/>
                  </a:lnTo>
                  <a:lnTo>
                    <a:pt x="12713" y="515"/>
                  </a:lnTo>
                  <a:lnTo>
                    <a:pt x="12069" y="1160"/>
                  </a:lnTo>
                  <a:lnTo>
                    <a:pt x="11682" y="1632"/>
                  </a:lnTo>
                  <a:lnTo>
                    <a:pt x="11253" y="2147"/>
                  </a:lnTo>
                  <a:lnTo>
                    <a:pt x="10823" y="2792"/>
                  </a:lnTo>
                  <a:lnTo>
                    <a:pt x="10351" y="3479"/>
                  </a:lnTo>
                  <a:lnTo>
                    <a:pt x="9836" y="4295"/>
                  </a:lnTo>
                  <a:lnTo>
                    <a:pt x="9363" y="5197"/>
                  </a:lnTo>
                  <a:lnTo>
                    <a:pt x="8848" y="6228"/>
                  </a:lnTo>
                  <a:lnTo>
                    <a:pt x="8375" y="7344"/>
                  </a:lnTo>
                  <a:lnTo>
                    <a:pt x="7903" y="8590"/>
                  </a:lnTo>
                  <a:lnTo>
                    <a:pt x="7430" y="9921"/>
                  </a:lnTo>
                  <a:lnTo>
                    <a:pt x="7130" y="10952"/>
                  </a:lnTo>
                  <a:lnTo>
                    <a:pt x="6786" y="12112"/>
                  </a:lnTo>
                  <a:lnTo>
                    <a:pt x="6142" y="14775"/>
                  </a:lnTo>
                  <a:lnTo>
                    <a:pt x="5498" y="17781"/>
                  </a:lnTo>
                  <a:lnTo>
                    <a:pt x="4853" y="21045"/>
                  </a:lnTo>
                  <a:lnTo>
                    <a:pt x="4252" y="24481"/>
                  </a:lnTo>
                  <a:lnTo>
                    <a:pt x="3608" y="28089"/>
                  </a:lnTo>
                  <a:lnTo>
                    <a:pt x="3050" y="31697"/>
                  </a:lnTo>
                  <a:lnTo>
                    <a:pt x="2491" y="35261"/>
                  </a:lnTo>
                  <a:lnTo>
                    <a:pt x="1503" y="41919"/>
                  </a:lnTo>
                  <a:lnTo>
                    <a:pt x="687" y="47502"/>
                  </a:lnTo>
                  <a:lnTo>
                    <a:pt x="0" y="52699"/>
                  </a:lnTo>
                  <a:lnTo>
                    <a:pt x="11596" y="53944"/>
                  </a:lnTo>
                  <a:lnTo>
                    <a:pt x="12971" y="6099"/>
                  </a:lnTo>
                  <a:lnTo>
                    <a:pt x="133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3" name="Google Shape;13453;p37"/>
            <p:cNvSpPr/>
            <p:nvPr/>
          </p:nvSpPr>
          <p:spPr>
            <a:xfrm>
              <a:off x="6405750" y="682650"/>
              <a:ext cx="62300" cy="563725"/>
            </a:xfrm>
            <a:custGeom>
              <a:avLst/>
              <a:gdLst/>
              <a:ahLst/>
              <a:cxnLst/>
              <a:rect l="l" t="t" r="r" b="b"/>
              <a:pathLst>
                <a:path w="2492" h="22549" extrusionOk="0">
                  <a:moveTo>
                    <a:pt x="2362" y="0"/>
                  </a:moveTo>
                  <a:lnTo>
                    <a:pt x="2319" y="43"/>
                  </a:lnTo>
                  <a:lnTo>
                    <a:pt x="473" y="5283"/>
                  </a:lnTo>
                  <a:lnTo>
                    <a:pt x="473" y="5369"/>
                  </a:lnTo>
                  <a:lnTo>
                    <a:pt x="1289" y="5583"/>
                  </a:lnTo>
                  <a:lnTo>
                    <a:pt x="0" y="6442"/>
                  </a:lnTo>
                  <a:lnTo>
                    <a:pt x="1718" y="22463"/>
                  </a:lnTo>
                  <a:lnTo>
                    <a:pt x="1761" y="22506"/>
                  </a:lnTo>
                  <a:lnTo>
                    <a:pt x="1804" y="22548"/>
                  </a:lnTo>
                  <a:lnTo>
                    <a:pt x="1890" y="22506"/>
                  </a:lnTo>
                  <a:lnTo>
                    <a:pt x="1890" y="22420"/>
                  </a:lnTo>
                  <a:lnTo>
                    <a:pt x="215" y="6528"/>
                  </a:lnTo>
                  <a:lnTo>
                    <a:pt x="1546" y="5583"/>
                  </a:lnTo>
                  <a:lnTo>
                    <a:pt x="1546" y="5412"/>
                  </a:lnTo>
                  <a:lnTo>
                    <a:pt x="730" y="5240"/>
                  </a:lnTo>
                  <a:lnTo>
                    <a:pt x="2491" y="86"/>
                  </a:lnTo>
                  <a:lnTo>
                    <a:pt x="2491" y="43"/>
                  </a:lnTo>
                  <a:lnTo>
                    <a:pt x="24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4" name="Google Shape;13454;p37"/>
            <p:cNvSpPr/>
            <p:nvPr/>
          </p:nvSpPr>
          <p:spPr>
            <a:xfrm>
              <a:off x="6262925" y="1364450"/>
              <a:ext cx="134250" cy="16150"/>
            </a:xfrm>
            <a:custGeom>
              <a:avLst/>
              <a:gdLst/>
              <a:ahLst/>
              <a:cxnLst/>
              <a:rect l="l" t="t" r="r" b="b"/>
              <a:pathLst>
                <a:path w="5370" h="646" extrusionOk="0">
                  <a:moveTo>
                    <a:pt x="5241" y="1"/>
                  </a:moveTo>
                  <a:lnTo>
                    <a:pt x="87" y="430"/>
                  </a:lnTo>
                  <a:lnTo>
                    <a:pt x="1" y="473"/>
                  </a:lnTo>
                  <a:lnTo>
                    <a:pt x="1" y="559"/>
                  </a:lnTo>
                  <a:lnTo>
                    <a:pt x="44" y="602"/>
                  </a:lnTo>
                  <a:lnTo>
                    <a:pt x="87" y="645"/>
                  </a:lnTo>
                  <a:lnTo>
                    <a:pt x="5284" y="216"/>
                  </a:lnTo>
                  <a:lnTo>
                    <a:pt x="5327" y="173"/>
                  </a:lnTo>
                  <a:lnTo>
                    <a:pt x="5369" y="87"/>
                  </a:lnTo>
                  <a:lnTo>
                    <a:pt x="5327" y="44"/>
                  </a:lnTo>
                  <a:lnTo>
                    <a:pt x="524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5" name="Google Shape;13455;p37"/>
            <p:cNvSpPr/>
            <p:nvPr/>
          </p:nvSpPr>
          <p:spPr>
            <a:xfrm>
              <a:off x="6146975" y="908125"/>
              <a:ext cx="294225" cy="1104900"/>
            </a:xfrm>
            <a:custGeom>
              <a:avLst/>
              <a:gdLst/>
              <a:ahLst/>
              <a:cxnLst/>
              <a:rect l="l" t="t" r="r" b="b"/>
              <a:pathLst>
                <a:path w="11769" h="44196" extrusionOk="0">
                  <a:moveTo>
                    <a:pt x="7473" y="0"/>
                  </a:moveTo>
                  <a:lnTo>
                    <a:pt x="7431" y="43"/>
                  </a:lnTo>
                  <a:lnTo>
                    <a:pt x="7130" y="1074"/>
                  </a:lnTo>
                  <a:lnTo>
                    <a:pt x="6786" y="2234"/>
                  </a:lnTo>
                  <a:lnTo>
                    <a:pt x="6185" y="4854"/>
                  </a:lnTo>
                  <a:lnTo>
                    <a:pt x="5541" y="7817"/>
                  </a:lnTo>
                  <a:lnTo>
                    <a:pt x="4896" y="11081"/>
                  </a:lnTo>
                  <a:lnTo>
                    <a:pt x="4252" y="14517"/>
                  </a:lnTo>
                  <a:lnTo>
                    <a:pt x="3651" y="18082"/>
                  </a:lnTo>
                  <a:lnTo>
                    <a:pt x="3050" y="21690"/>
                  </a:lnTo>
                  <a:lnTo>
                    <a:pt x="2491" y="25212"/>
                  </a:lnTo>
                  <a:lnTo>
                    <a:pt x="1504" y="31912"/>
                  </a:lnTo>
                  <a:lnTo>
                    <a:pt x="730" y="37495"/>
                  </a:lnTo>
                  <a:lnTo>
                    <a:pt x="0" y="42864"/>
                  </a:lnTo>
                  <a:lnTo>
                    <a:pt x="0" y="42950"/>
                  </a:lnTo>
                  <a:lnTo>
                    <a:pt x="11682" y="44195"/>
                  </a:lnTo>
                  <a:lnTo>
                    <a:pt x="11768" y="44152"/>
                  </a:lnTo>
                  <a:lnTo>
                    <a:pt x="11768" y="44109"/>
                  </a:lnTo>
                  <a:lnTo>
                    <a:pt x="11768" y="44024"/>
                  </a:lnTo>
                  <a:lnTo>
                    <a:pt x="11682" y="43981"/>
                  </a:lnTo>
                  <a:lnTo>
                    <a:pt x="215" y="42778"/>
                  </a:lnTo>
                  <a:lnTo>
                    <a:pt x="1031" y="36679"/>
                  </a:lnTo>
                  <a:lnTo>
                    <a:pt x="1804" y="31053"/>
                  </a:lnTo>
                  <a:lnTo>
                    <a:pt x="2792" y="24482"/>
                  </a:lnTo>
                  <a:lnTo>
                    <a:pt x="3952" y="17524"/>
                  </a:lnTo>
                  <a:lnTo>
                    <a:pt x="4510" y="14088"/>
                  </a:lnTo>
                  <a:lnTo>
                    <a:pt x="5154" y="10738"/>
                  </a:lnTo>
                  <a:lnTo>
                    <a:pt x="5755" y="7645"/>
                  </a:lnTo>
                  <a:lnTo>
                    <a:pt x="6400" y="4768"/>
                  </a:lnTo>
                  <a:lnTo>
                    <a:pt x="7001" y="2234"/>
                  </a:lnTo>
                  <a:lnTo>
                    <a:pt x="7302" y="1117"/>
                  </a:lnTo>
                  <a:lnTo>
                    <a:pt x="7602" y="129"/>
                  </a:lnTo>
                  <a:lnTo>
                    <a:pt x="7602" y="43"/>
                  </a:lnTo>
                  <a:lnTo>
                    <a:pt x="755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6" name="Google Shape;13456;p37"/>
            <p:cNvSpPr/>
            <p:nvPr/>
          </p:nvSpPr>
          <p:spPr>
            <a:xfrm>
              <a:off x="6600075" y="662250"/>
              <a:ext cx="331825" cy="1348625"/>
            </a:xfrm>
            <a:custGeom>
              <a:avLst/>
              <a:gdLst/>
              <a:ahLst/>
              <a:cxnLst/>
              <a:rect l="l" t="t" r="r" b="b"/>
              <a:pathLst>
                <a:path w="13273" h="53945" extrusionOk="0">
                  <a:moveTo>
                    <a:pt x="1" y="0"/>
                  </a:moveTo>
                  <a:lnTo>
                    <a:pt x="345" y="6099"/>
                  </a:lnTo>
                  <a:lnTo>
                    <a:pt x="1719" y="53944"/>
                  </a:lnTo>
                  <a:lnTo>
                    <a:pt x="13272" y="52699"/>
                  </a:lnTo>
                  <a:lnTo>
                    <a:pt x="12585" y="47502"/>
                  </a:lnTo>
                  <a:lnTo>
                    <a:pt x="11812" y="41919"/>
                  </a:lnTo>
                  <a:lnTo>
                    <a:pt x="10824" y="35261"/>
                  </a:lnTo>
                  <a:lnTo>
                    <a:pt x="10266" y="31697"/>
                  </a:lnTo>
                  <a:lnTo>
                    <a:pt x="9665" y="28089"/>
                  </a:lnTo>
                  <a:lnTo>
                    <a:pt x="9063" y="24481"/>
                  </a:lnTo>
                  <a:lnTo>
                    <a:pt x="8419" y="21045"/>
                  </a:lnTo>
                  <a:lnTo>
                    <a:pt x="7775" y="17781"/>
                  </a:lnTo>
                  <a:lnTo>
                    <a:pt x="7130" y="14775"/>
                  </a:lnTo>
                  <a:lnTo>
                    <a:pt x="6486" y="12112"/>
                  </a:lnTo>
                  <a:lnTo>
                    <a:pt x="6186" y="10952"/>
                  </a:lnTo>
                  <a:lnTo>
                    <a:pt x="5885" y="9921"/>
                  </a:lnTo>
                  <a:lnTo>
                    <a:pt x="5413" y="8590"/>
                  </a:lnTo>
                  <a:lnTo>
                    <a:pt x="4940" y="7344"/>
                  </a:lnTo>
                  <a:lnTo>
                    <a:pt x="4425" y="6228"/>
                  </a:lnTo>
                  <a:lnTo>
                    <a:pt x="3952" y="5197"/>
                  </a:lnTo>
                  <a:lnTo>
                    <a:pt x="3437" y="4295"/>
                  </a:lnTo>
                  <a:lnTo>
                    <a:pt x="2964" y="3479"/>
                  </a:lnTo>
                  <a:lnTo>
                    <a:pt x="2492" y="2792"/>
                  </a:lnTo>
                  <a:lnTo>
                    <a:pt x="2020" y="2147"/>
                  </a:lnTo>
                  <a:lnTo>
                    <a:pt x="1633" y="1632"/>
                  </a:lnTo>
                  <a:lnTo>
                    <a:pt x="1203" y="1160"/>
                  </a:lnTo>
                  <a:lnTo>
                    <a:pt x="559" y="515"/>
                  </a:lnTo>
                  <a:lnTo>
                    <a:pt x="130" y="129"/>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7" name="Google Shape;13457;p37"/>
            <p:cNvSpPr/>
            <p:nvPr/>
          </p:nvSpPr>
          <p:spPr>
            <a:xfrm>
              <a:off x="6614050" y="682650"/>
              <a:ext cx="62300" cy="589500"/>
            </a:xfrm>
            <a:custGeom>
              <a:avLst/>
              <a:gdLst/>
              <a:ahLst/>
              <a:cxnLst/>
              <a:rect l="l" t="t" r="r" b="b"/>
              <a:pathLst>
                <a:path w="2492" h="23580" extrusionOk="0">
                  <a:moveTo>
                    <a:pt x="43" y="0"/>
                  </a:moveTo>
                  <a:lnTo>
                    <a:pt x="0" y="43"/>
                  </a:lnTo>
                  <a:lnTo>
                    <a:pt x="0" y="86"/>
                  </a:lnTo>
                  <a:lnTo>
                    <a:pt x="1761" y="5240"/>
                  </a:lnTo>
                  <a:lnTo>
                    <a:pt x="902" y="5412"/>
                  </a:lnTo>
                  <a:lnTo>
                    <a:pt x="902" y="5583"/>
                  </a:lnTo>
                  <a:lnTo>
                    <a:pt x="2277" y="6528"/>
                  </a:lnTo>
                  <a:lnTo>
                    <a:pt x="859" y="23493"/>
                  </a:lnTo>
                  <a:lnTo>
                    <a:pt x="859" y="23579"/>
                  </a:lnTo>
                  <a:lnTo>
                    <a:pt x="1031" y="23579"/>
                  </a:lnTo>
                  <a:lnTo>
                    <a:pt x="1031" y="23493"/>
                  </a:lnTo>
                  <a:lnTo>
                    <a:pt x="2491" y="6442"/>
                  </a:lnTo>
                  <a:lnTo>
                    <a:pt x="1203" y="5583"/>
                  </a:lnTo>
                  <a:lnTo>
                    <a:pt x="2019" y="5369"/>
                  </a:lnTo>
                  <a:lnTo>
                    <a:pt x="1976" y="5283"/>
                  </a:lnTo>
                  <a:lnTo>
                    <a:pt x="172" y="43"/>
                  </a:lnTo>
                  <a:lnTo>
                    <a:pt x="12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8" name="Google Shape;13458;p37"/>
            <p:cNvSpPr/>
            <p:nvPr/>
          </p:nvSpPr>
          <p:spPr>
            <a:xfrm>
              <a:off x="6684900" y="1364450"/>
              <a:ext cx="134250" cy="16150"/>
            </a:xfrm>
            <a:custGeom>
              <a:avLst/>
              <a:gdLst/>
              <a:ahLst/>
              <a:cxnLst/>
              <a:rect l="l" t="t" r="r" b="b"/>
              <a:pathLst>
                <a:path w="5370" h="646" extrusionOk="0">
                  <a:moveTo>
                    <a:pt x="87" y="1"/>
                  </a:moveTo>
                  <a:lnTo>
                    <a:pt x="44" y="44"/>
                  </a:lnTo>
                  <a:lnTo>
                    <a:pt x="1" y="87"/>
                  </a:lnTo>
                  <a:lnTo>
                    <a:pt x="44" y="173"/>
                  </a:lnTo>
                  <a:lnTo>
                    <a:pt x="87" y="216"/>
                  </a:lnTo>
                  <a:lnTo>
                    <a:pt x="5241" y="645"/>
                  </a:lnTo>
                  <a:lnTo>
                    <a:pt x="5284" y="645"/>
                  </a:lnTo>
                  <a:lnTo>
                    <a:pt x="5327" y="602"/>
                  </a:lnTo>
                  <a:lnTo>
                    <a:pt x="5370" y="559"/>
                  </a:lnTo>
                  <a:lnTo>
                    <a:pt x="5327" y="473"/>
                  </a:lnTo>
                  <a:lnTo>
                    <a:pt x="5284" y="430"/>
                  </a:lnTo>
                  <a:lnTo>
                    <a:pt x="8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9" name="Google Shape;13459;p37"/>
            <p:cNvSpPr/>
            <p:nvPr/>
          </p:nvSpPr>
          <p:spPr>
            <a:xfrm>
              <a:off x="6640875" y="908125"/>
              <a:ext cx="294250" cy="1104900"/>
            </a:xfrm>
            <a:custGeom>
              <a:avLst/>
              <a:gdLst/>
              <a:ahLst/>
              <a:cxnLst/>
              <a:rect l="l" t="t" r="r" b="b"/>
              <a:pathLst>
                <a:path w="11770" h="44196" extrusionOk="0">
                  <a:moveTo>
                    <a:pt x="4210" y="0"/>
                  </a:moveTo>
                  <a:lnTo>
                    <a:pt x="4167" y="43"/>
                  </a:lnTo>
                  <a:lnTo>
                    <a:pt x="4167" y="129"/>
                  </a:lnTo>
                  <a:lnTo>
                    <a:pt x="4468" y="1117"/>
                  </a:lnTo>
                  <a:lnTo>
                    <a:pt x="4768" y="2234"/>
                  </a:lnTo>
                  <a:lnTo>
                    <a:pt x="5370" y="4768"/>
                  </a:lnTo>
                  <a:lnTo>
                    <a:pt x="6014" y="7645"/>
                  </a:lnTo>
                  <a:lnTo>
                    <a:pt x="6615" y="10738"/>
                  </a:lnTo>
                  <a:lnTo>
                    <a:pt x="7216" y="14088"/>
                  </a:lnTo>
                  <a:lnTo>
                    <a:pt x="7818" y="17524"/>
                  </a:lnTo>
                  <a:lnTo>
                    <a:pt x="8934" y="24482"/>
                  </a:lnTo>
                  <a:lnTo>
                    <a:pt x="9922" y="31053"/>
                  </a:lnTo>
                  <a:lnTo>
                    <a:pt x="10738" y="36679"/>
                  </a:lnTo>
                  <a:lnTo>
                    <a:pt x="11554" y="42778"/>
                  </a:lnTo>
                  <a:lnTo>
                    <a:pt x="87" y="43981"/>
                  </a:lnTo>
                  <a:lnTo>
                    <a:pt x="1" y="44024"/>
                  </a:lnTo>
                  <a:lnTo>
                    <a:pt x="1" y="44109"/>
                  </a:lnTo>
                  <a:lnTo>
                    <a:pt x="1" y="44152"/>
                  </a:lnTo>
                  <a:lnTo>
                    <a:pt x="87" y="44195"/>
                  </a:lnTo>
                  <a:lnTo>
                    <a:pt x="11769" y="42950"/>
                  </a:lnTo>
                  <a:lnTo>
                    <a:pt x="11769" y="42864"/>
                  </a:lnTo>
                  <a:lnTo>
                    <a:pt x="11039" y="37495"/>
                  </a:lnTo>
                  <a:lnTo>
                    <a:pt x="10266" y="31912"/>
                  </a:lnTo>
                  <a:lnTo>
                    <a:pt x="9278" y="25212"/>
                  </a:lnTo>
                  <a:lnTo>
                    <a:pt x="8720" y="21690"/>
                  </a:lnTo>
                  <a:lnTo>
                    <a:pt x="8118" y="18082"/>
                  </a:lnTo>
                  <a:lnTo>
                    <a:pt x="7517" y="14517"/>
                  </a:lnTo>
                  <a:lnTo>
                    <a:pt x="6873" y="11081"/>
                  </a:lnTo>
                  <a:lnTo>
                    <a:pt x="6229" y="7817"/>
                  </a:lnTo>
                  <a:lnTo>
                    <a:pt x="5584" y="4854"/>
                  </a:lnTo>
                  <a:lnTo>
                    <a:pt x="4940" y="2234"/>
                  </a:lnTo>
                  <a:lnTo>
                    <a:pt x="4640" y="1074"/>
                  </a:lnTo>
                  <a:lnTo>
                    <a:pt x="4339" y="43"/>
                  </a:lnTo>
                  <a:lnTo>
                    <a:pt x="4296"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0" name="Google Shape;13460;p37"/>
            <p:cNvSpPr/>
            <p:nvPr/>
          </p:nvSpPr>
          <p:spPr>
            <a:xfrm>
              <a:off x="6329500" y="963950"/>
              <a:ext cx="168600" cy="144975"/>
            </a:xfrm>
            <a:custGeom>
              <a:avLst/>
              <a:gdLst/>
              <a:ahLst/>
              <a:cxnLst/>
              <a:rect l="l" t="t" r="r" b="b"/>
              <a:pathLst>
                <a:path w="6744" h="5799" extrusionOk="0">
                  <a:moveTo>
                    <a:pt x="2964" y="1"/>
                  </a:moveTo>
                  <a:lnTo>
                    <a:pt x="2835" y="44"/>
                  </a:lnTo>
                  <a:lnTo>
                    <a:pt x="2664" y="173"/>
                  </a:lnTo>
                  <a:lnTo>
                    <a:pt x="2234" y="559"/>
                  </a:lnTo>
                  <a:lnTo>
                    <a:pt x="1719" y="1117"/>
                  </a:lnTo>
                  <a:lnTo>
                    <a:pt x="1246" y="1762"/>
                  </a:lnTo>
                  <a:lnTo>
                    <a:pt x="387" y="2921"/>
                  </a:lnTo>
                  <a:lnTo>
                    <a:pt x="1" y="3437"/>
                  </a:lnTo>
                  <a:lnTo>
                    <a:pt x="1" y="3823"/>
                  </a:lnTo>
                  <a:lnTo>
                    <a:pt x="1" y="4167"/>
                  </a:lnTo>
                  <a:lnTo>
                    <a:pt x="87" y="4596"/>
                  </a:lnTo>
                  <a:lnTo>
                    <a:pt x="215" y="5026"/>
                  </a:lnTo>
                  <a:lnTo>
                    <a:pt x="301" y="5198"/>
                  </a:lnTo>
                  <a:lnTo>
                    <a:pt x="430" y="5369"/>
                  </a:lnTo>
                  <a:lnTo>
                    <a:pt x="559" y="5541"/>
                  </a:lnTo>
                  <a:lnTo>
                    <a:pt x="774" y="5670"/>
                  </a:lnTo>
                  <a:lnTo>
                    <a:pt x="946" y="5756"/>
                  </a:lnTo>
                  <a:lnTo>
                    <a:pt x="1203" y="5799"/>
                  </a:lnTo>
                  <a:lnTo>
                    <a:pt x="1547" y="5799"/>
                  </a:lnTo>
                  <a:lnTo>
                    <a:pt x="1933" y="5756"/>
                  </a:lnTo>
                  <a:lnTo>
                    <a:pt x="2835" y="5627"/>
                  </a:lnTo>
                  <a:lnTo>
                    <a:pt x="3737" y="5412"/>
                  </a:lnTo>
                  <a:lnTo>
                    <a:pt x="4639" y="5155"/>
                  </a:lnTo>
                  <a:lnTo>
                    <a:pt x="6142" y="4682"/>
                  </a:lnTo>
                  <a:lnTo>
                    <a:pt x="6744" y="4425"/>
                  </a:lnTo>
                  <a:lnTo>
                    <a:pt x="6701" y="3823"/>
                  </a:lnTo>
                  <a:lnTo>
                    <a:pt x="6529" y="2492"/>
                  </a:lnTo>
                  <a:lnTo>
                    <a:pt x="6400" y="1762"/>
                  </a:lnTo>
                  <a:lnTo>
                    <a:pt x="6228" y="1117"/>
                  </a:lnTo>
                  <a:lnTo>
                    <a:pt x="6099" y="860"/>
                  </a:lnTo>
                  <a:lnTo>
                    <a:pt x="5971" y="645"/>
                  </a:lnTo>
                  <a:lnTo>
                    <a:pt x="5842" y="516"/>
                  </a:lnTo>
                  <a:lnTo>
                    <a:pt x="5713" y="473"/>
                  </a:lnTo>
                  <a:lnTo>
                    <a:pt x="5369" y="473"/>
                  </a:lnTo>
                  <a:lnTo>
                    <a:pt x="4940" y="516"/>
                  </a:lnTo>
                  <a:lnTo>
                    <a:pt x="4510" y="645"/>
                  </a:lnTo>
                  <a:lnTo>
                    <a:pt x="4038" y="817"/>
                  </a:lnTo>
                  <a:lnTo>
                    <a:pt x="3265" y="1117"/>
                  </a:lnTo>
                  <a:lnTo>
                    <a:pt x="2921" y="1246"/>
                  </a:lnTo>
                  <a:lnTo>
                    <a:pt x="3007" y="1032"/>
                  </a:lnTo>
                  <a:lnTo>
                    <a:pt x="3222" y="602"/>
                  </a:lnTo>
                  <a:lnTo>
                    <a:pt x="3265" y="387"/>
                  </a:lnTo>
                  <a:lnTo>
                    <a:pt x="3265" y="173"/>
                  </a:lnTo>
                  <a:lnTo>
                    <a:pt x="3222" y="130"/>
                  </a:lnTo>
                  <a:lnTo>
                    <a:pt x="3179" y="44"/>
                  </a:lnTo>
                  <a:lnTo>
                    <a:pt x="3093" y="1"/>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1" name="Google Shape;13461;p37"/>
            <p:cNvSpPr/>
            <p:nvPr/>
          </p:nvSpPr>
          <p:spPr>
            <a:xfrm>
              <a:off x="6360650" y="910275"/>
              <a:ext cx="66600" cy="84850"/>
            </a:xfrm>
            <a:custGeom>
              <a:avLst/>
              <a:gdLst/>
              <a:ahLst/>
              <a:cxnLst/>
              <a:rect l="l" t="t" r="r" b="b"/>
              <a:pathLst>
                <a:path w="2664" h="3394" extrusionOk="0">
                  <a:moveTo>
                    <a:pt x="1160" y="0"/>
                  </a:moveTo>
                  <a:lnTo>
                    <a:pt x="0" y="773"/>
                  </a:lnTo>
                  <a:lnTo>
                    <a:pt x="1675" y="3393"/>
                  </a:lnTo>
                  <a:lnTo>
                    <a:pt x="2663" y="3007"/>
                  </a:lnTo>
                  <a:lnTo>
                    <a:pt x="11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2" name="Google Shape;13462;p37"/>
            <p:cNvSpPr/>
            <p:nvPr/>
          </p:nvSpPr>
          <p:spPr>
            <a:xfrm>
              <a:off x="6108325" y="691225"/>
              <a:ext cx="325350" cy="565875"/>
            </a:xfrm>
            <a:custGeom>
              <a:avLst/>
              <a:gdLst/>
              <a:ahLst/>
              <a:cxnLst/>
              <a:rect l="l" t="t" r="r" b="b"/>
              <a:pathLst>
                <a:path w="13014" h="22635" extrusionOk="0">
                  <a:moveTo>
                    <a:pt x="13014" y="1"/>
                  </a:moveTo>
                  <a:lnTo>
                    <a:pt x="11639" y="731"/>
                  </a:lnTo>
                  <a:lnTo>
                    <a:pt x="10909" y="1203"/>
                  </a:lnTo>
                  <a:lnTo>
                    <a:pt x="10179" y="1676"/>
                  </a:lnTo>
                  <a:lnTo>
                    <a:pt x="9406" y="2234"/>
                  </a:lnTo>
                  <a:lnTo>
                    <a:pt x="8633" y="2835"/>
                  </a:lnTo>
                  <a:lnTo>
                    <a:pt x="7860" y="3480"/>
                  </a:lnTo>
                  <a:lnTo>
                    <a:pt x="7087" y="4210"/>
                  </a:lnTo>
                  <a:lnTo>
                    <a:pt x="6314" y="4983"/>
                  </a:lnTo>
                  <a:lnTo>
                    <a:pt x="5584" y="5799"/>
                  </a:lnTo>
                  <a:lnTo>
                    <a:pt x="4853" y="6701"/>
                  </a:lnTo>
                  <a:lnTo>
                    <a:pt x="4123" y="7646"/>
                  </a:lnTo>
                  <a:lnTo>
                    <a:pt x="3436" y="8633"/>
                  </a:lnTo>
                  <a:lnTo>
                    <a:pt x="2792" y="9707"/>
                  </a:lnTo>
                  <a:lnTo>
                    <a:pt x="2191" y="10867"/>
                  </a:lnTo>
                  <a:lnTo>
                    <a:pt x="1675" y="12069"/>
                  </a:lnTo>
                  <a:lnTo>
                    <a:pt x="1289" y="13057"/>
                  </a:lnTo>
                  <a:lnTo>
                    <a:pt x="945" y="13916"/>
                  </a:lnTo>
                  <a:lnTo>
                    <a:pt x="644" y="14775"/>
                  </a:lnTo>
                  <a:lnTo>
                    <a:pt x="430" y="15548"/>
                  </a:lnTo>
                  <a:lnTo>
                    <a:pt x="258" y="16278"/>
                  </a:lnTo>
                  <a:lnTo>
                    <a:pt x="129" y="16966"/>
                  </a:lnTo>
                  <a:lnTo>
                    <a:pt x="43" y="17610"/>
                  </a:lnTo>
                  <a:lnTo>
                    <a:pt x="0" y="18211"/>
                  </a:lnTo>
                  <a:lnTo>
                    <a:pt x="0" y="18727"/>
                  </a:lnTo>
                  <a:lnTo>
                    <a:pt x="43" y="19242"/>
                  </a:lnTo>
                  <a:lnTo>
                    <a:pt x="129" y="19671"/>
                  </a:lnTo>
                  <a:lnTo>
                    <a:pt x="215" y="20101"/>
                  </a:lnTo>
                  <a:lnTo>
                    <a:pt x="344" y="20445"/>
                  </a:lnTo>
                  <a:lnTo>
                    <a:pt x="473" y="20788"/>
                  </a:lnTo>
                  <a:lnTo>
                    <a:pt x="644" y="21089"/>
                  </a:lnTo>
                  <a:lnTo>
                    <a:pt x="816" y="21346"/>
                  </a:lnTo>
                  <a:lnTo>
                    <a:pt x="1031" y="21604"/>
                  </a:lnTo>
                  <a:lnTo>
                    <a:pt x="1246" y="21776"/>
                  </a:lnTo>
                  <a:lnTo>
                    <a:pt x="1503" y="21948"/>
                  </a:lnTo>
                  <a:lnTo>
                    <a:pt x="1718" y="22120"/>
                  </a:lnTo>
                  <a:lnTo>
                    <a:pt x="2233" y="22334"/>
                  </a:lnTo>
                  <a:lnTo>
                    <a:pt x="2749" y="22506"/>
                  </a:lnTo>
                  <a:lnTo>
                    <a:pt x="3221" y="22592"/>
                  </a:lnTo>
                  <a:lnTo>
                    <a:pt x="3651" y="22635"/>
                  </a:lnTo>
                  <a:lnTo>
                    <a:pt x="4338" y="22635"/>
                  </a:lnTo>
                  <a:lnTo>
                    <a:pt x="4639" y="22549"/>
                  </a:lnTo>
                  <a:lnTo>
                    <a:pt x="5025" y="22420"/>
                  </a:lnTo>
                  <a:lnTo>
                    <a:pt x="6099" y="22034"/>
                  </a:lnTo>
                  <a:lnTo>
                    <a:pt x="7344" y="21432"/>
                  </a:lnTo>
                  <a:lnTo>
                    <a:pt x="8676" y="20788"/>
                  </a:lnTo>
                  <a:lnTo>
                    <a:pt x="11038" y="19629"/>
                  </a:lnTo>
                  <a:lnTo>
                    <a:pt x="12069" y="19113"/>
                  </a:lnTo>
                  <a:lnTo>
                    <a:pt x="9921" y="12069"/>
                  </a:lnTo>
                  <a:lnTo>
                    <a:pt x="6872" y="13358"/>
                  </a:lnTo>
                  <a:lnTo>
                    <a:pt x="6872" y="13358"/>
                  </a:lnTo>
                  <a:lnTo>
                    <a:pt x="7259" y="9793"/>
                  </a:lnTo>
                  <a:lnTo>
                    <a:pt x="12498" y="3351"/>
                  </a:lnTo>
                  <a:lnTo>
                    <a:pt x="130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3" name="Google Shape;13463;p37"/>
            <p:cNvSpPr/>
            <p:nvPr/>
          </p:nvSpPr>
          <p:spPr>
            <a:xfrm>
              <a:off x="6106175" y="989725"/>
              <a:ext cx="307100" cy="269525"/>
            </a:xfrm>
            <a:custGeom>
              <a:avLst/>
              <a:gdLst/>
              <a:ahLst/>
              <a:cxnLst/>
              <a:rect l="l" t="t" r="r" b="b"/>
              <a:pathLst>
                <a:path w="12284" h="10781" extrusionOk="0">
                  <a:moveTo>
                    <a:pt x="10050" y="1"/>
                  </a:moveTo>
                  <a:lnTo>
                    <a:pt x="3136" y="2921"/>
                  </a:lnTo>
                  <a:lnTo>
                    <a:pt x="3093" y="2964"/>
                  </a:lnTo>
                  <a:lnTo>
                    <a:pt x="3093" y="3050"/>
                  </a:lnTo>
                  <a:lnTo>
                    <a:pt x="3136" y="3093"/>
                  </a:lnTo>
                  <a:lnTo>
                    <a:pt x="3221" y="3093"/>
                  </a:lnTo>
                  <a:lnTo>
                    <a:pt x="9921" y="258"/>
                  </a:lnTo>
                  <a:lnTo>
                    <a:pt x="12026" y="7087"/>
                  </a:lnTo>
                  <a:lnTo>
                    <a:pt x="10695" y="7774"/>
                  </a:lnTo>
                  <a:lnTo>
                    <a:pt x="8418" y="8934"/>
                  </a:lnTo>
                  <a:lnTo>
                    <a:pt x="7173" y="9535"/>
                  </a:lnTo>
                  <a:lnTo>
                    <a:pt x="6013" y="10051"/>
                  </a:lnTo>
                  <a:lnTo>
                    <a:pt x="5025" y="10394"/>
                  </a:lnTo>
                  <a:lnTo>
                    <a:pt x="4682" y="10523"/>
                  </a:lnTo>
                  <a:lnTo>
                    <a:pt x="4381" y="10566"/>
                  </a:lnTo>
                  <a:lnTo>
                    <a:pt x="3780" y="10609"/>
                  </a:lnTo>
                  <a:lnTo>
                    <a:pt x="3350" y="10566"/>
                  </a:lnTo>
                  <a:lnTo>
                    <a:pt x="2835" y="10480"/>
                  </a:lnTo>
                  <a:lnTo>
                    <a:pt x="2362" y="10308"/>
                  </a:lnTo>
                  <a:lnTo>
                    <a:pt x="1847" y="10094"/>
                  </a:lnTo>
                  <a:lnTo>
                    <a:pt x="1589" y="9922"/>
                  </a:lnTo>
                  <a:lnTo>
                    <a:pt x="1375" y="9750"/>
                  </a:lnTo>
                  <a:lnTo>
                    <a:pt x="1117" y="9535"/>
                  </a:lnTo>
                  <a:lnTo>
                    <a:pt x="945" y="9278"/>
                  </a:lnTo>
                  <a:lnTo>
                    <a:pt x="730" y="8934"/>
                  </a:lnTo>
                  <a:lnTo>
                    <a:pt x="559" y="8590"/>
                  </a:lnTo>
                  <a:lnTo>
                    <a:pt x="387" y="8161"/>
                  </a:lnTo>
                  <a:lnTo>
                    <a:pt x="301" y="7731"/>
                  </a:lnTo>
                  <a:lnTo>
                    <a:pt x="215" y="7302"/>
                  </a:lnTo>
                  <a:lnTo>
                    <a:pt x="172" y="6787"/>
                  </a:lnTo>
                  <a:lnTo>
                    <a:pt x="172" y="6271"/>
                  </a:lnTo>
                  <a:lnTo>
                    <a:pt x="215" y="5713"/>
                  </a:lnTo>
                  <a:lnTo>
                    <a:pt x="301" y="5154"/>
                  </a:lnTo>
                  <a:lnTo>
                    <a:pt x="430" y="4510"/>
                  </a:lnTo>
                  <a:lnTo>
                    <a:pt x="559" y="3866"/>
                  </a:lnTo>
                  <a:lnTo>
                    <a:pt x="730" y="3179"/>
                  </a:lnTo>
                  <a:lnTo>
                    <a:pt x="1203" y="1761"/>
                  </a:lnTo>
                  <a:lnTo>
                    <a:pt x="1847" y="172"/>
                  </a:lnTo>
                  <a:lnTo>
                    <a:pt x="1847" y="86"/>
                  </a:lnTo>
                  <a:lnTo>
                    <a:pt x="1761" y="44"/>
                  </a:lnTo>
                  <a:lnTo>
                    <a:pt x="1718" y="44"/>
                  </a:lnTo>
                  <a:lnTo>
                    <a:pt x="1632" y="86"/>
                  </a:lnTo>
                  <a:lnTo>
                    <a:pt x="1031" y="1719"/>
                  </a:lnTo>
                  <a:lnTo>
                    <a:pt x="559" y="3179"/>
                  </a:lnTo>
                  <a:lnTo>
                    <a:pt x="387" y="3866"/>
                  </a:lnTo>
                  <a:lnTo>
                    <a:pt x="215" y="4510"/>
                  </a:lnTo>
                  <a:lnTo>
                    <a:pt x="129" y="5154"/>
                  </a:lnTo>
                  <a:lnTo>
                    <a:pt x="43" y="5756"/>
                  </a:lnTo>
                  <a:lnTo>
                    <a:pt x="0" y="6314"/>
                  </a:lnTo>
                  <a:lnTo>
                    <a:pt x="0" y="6830"/>
                  </a:lnTo>
                  <a:lnTo>
                    <a:pt x="43" y="7345"/>
                  </a:lnTo>
                  <a:lnTo>
                    <a:pt x="129" y="7817"/>
                  </a:lnTo>
                  <a:lnTo>
                    <a:pt x="215" y="8247"/>
                  </a:lnTo>
                  <a:lnTo>
                    <a:pt x="387" y="8676"/>
                  </a:lnTo>
                  <a:lnTo>
                    <a:pt x="559" y="9020"/>
                  </a:lnTo>
                  <a:lnTo>
                    <a:pt x="773" y="9364"/>
                  </a:lnTo>
                  <a:lnTo>
                    <a:pt x="1117" y="9793"/>
                  </a:lnTo>
                  <a:lnTo>
                    <a:pt x="1546" y="10137"/>
                  </a:lnTo>
                  <a:lnTo>
                    <a:pt x="1976" y="10351"/>
                  </a:lnTo>
                  <a:lnTo>
                    <a:pt x="2405" y="10566"/>
                  </a:lnTo>
                  <a:lnTo>
                    <a:pt x="2835" y="10652"/>
                  </a:lnTo>
                  <a:lnTo>
                    <a:pt x="3221" y="10738"/>
                  </a:lnTo>
                  <a:lnTo>
                    <a:pt x="3608" y="10781"/>
                  </a:lnTo>
                  <a:lnTo>
                    <a:pt x="4424" y="10781"/>
                  </a:lnTo>
                  <a:lnTo>
                    <a:pt x="4725" y="10695"/>
                  </a:lnTo>
                  <a:lnTo>
                    <a:pt x="5111" y="10609"/>
                  </a:lnTo>
                  <a:lnTo>
                    <a:pt x="6142" y="10180"/>
                  </a:lnTo>
                  <a:lnTo>
                    <a:pt x="7387" y="9621"/>
                  </a:lnTo>
                  <a:lnTo>
                    <a:pt x="8719" y="9020"/>
                  </a:lnTo>
                  <a:lnTo>
                    <a:pt x="11038" y="7817"/>
                  </a:lnTo>
                  <a:lnTo>
                    <a:pt x="12198" y="7259"/>
                  </a:lnTo>
                  <a:lnTo>
                    <a:pt x="12284" y="7216"/>
                  </a:lnTo>
                  <a:lnTo>
                    <a:pt x="1005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4" name="Google Shape;13464;p37"/>
            <p:cNvSpPr/>
            <p:nvPr/>
          </p:nvSpPr>
          <p:spPr>
            <a:xfrm>
              <a:off x="6430425" y="894175"/>
              <a:ext cx="289950" cy="384400"/>
            </a:xfrm>
            <a:custGeom>
              <a:avLst/>
              <a:gdLst/>
              <a:ahLst/>
              <a:cxnLst/>
              <a:rect l="l" t="t" r="r" b="b"/>
              <a:pathLst>
                <a:path w="11598" h="15376" extrusionOk="0">
                  <a:moveTo>
                    <a:pt x="903" y="0"/>
                  </a:moveTo>
                  <a:lnTo>
                    <a:pt x="731" y="43"/>
                  </a:lnTo>
                  <a:lnTo>
                    <a:pt x="559" y="86"/>
                  </a:lnTo>
                  <a:lnTo>
                    <a:pt x="387" y="172"/>
                  </a:lnTo>
                  <a:lnTo>
                    <a:pt x="259" y="301"/>
                  </a:lnTo>
                  <a:lnTo>
                    <a:pt x="173" y="430"/>
                  </a:lnTo>
                  <a:lnTo>
                    <a:pt x="87" y="558"/>
                  </a:lnTo>
                  <a:lnTo>
                    <a:pt x="44" y="730"/>
                  </a:lnTo>
                  <a:lnTo>
                    <a:pt x="1" y="945"/>
                  </a:lnTo>
                  <a:lnTo>
                    <a:pt x="1" y="14474"/>
                  </a:lnTo>
                  <a:lnTo>
                    <a:pt x="44" y="14646"/>
                  </a:lnTo>
                  <a:lnTo>
                    <a:pt x="87" y="14818"/>
                  </a:lnTo>
                  <a:lnTo>
                    <a:pt x="173" y="14946"/>
                  </a:lnTo>
                  <a:lnTo>
                    <a:pt x="259" y="15075"/>
                  </a:lnTo>
                  <a:lnTo>
                    <a:pt x="387" y="15204"/>
                  </a:lnTo>
                  <a:lnTo>
                    <a:pt x="559" y="15290"/>
                  </a:lnTo>
                  <a:lnTo>
                    <a:pt x="731" y="15333"/>
                  </a:lnTo>
                  <a:lnTo>
                    <a:pt x="903" y="15376"/>
                  </a:lnTo>
                  <a:lnTo>
                    <a:pt x="10695" y="15376"/>
                  </a:lnTo>
                  <a:lnTo>
                    <a:pt x="10867" y="15333"/>
                  </a:lnTo>
                  <a:lnTo>
                    <a:pt x="11039" y="15290"/>
                  </a:lnTo>
                  <a:lnTo>
                    <a:pt x="11211" y="15204"/>
                  </a:lnTo>
                  <a:lnTo>
                    <a:pt x="11340" y="15075"/>
                  </a:lnTo>
                  <a:lnTo>
                    <a:pt x="11425" y="14946"/>
                  </a:lnTo>
                  <a:lnTo>
                    <a:pt x="11511" y="14818"/>
                  </a:lnTo>
                  <a:lnTo>
                    <a:pt x="11597" y="14646"/>
                  </a:lnTo>
                  <a:lnTo>
                    <a:pt x="11597" y="14474"/>
                  </a:lnTo>
                  <a:lnTo>
                    <a:pt x="11597" y="945"/>
                  </a:lnTo>
                  <a:lnTo>
                    <a:pt x="11597" y="730"/>
                  </a:lnTo>
                  <a:lnTo>
                    <a:pt x="11511" y="558"/>
                  </a:lnTo>
                  <a:lnTo>
                    <a:pt x="11425" y="430"/>
                  </a:lnTo>
                  <a:lnTo>
                    <a:pt x="11340" y="301"/>
                  </a:lnTo>
                  <a:lnTo>
                    <a:pt x="11211" y="172"/>
                  </a:lnTo>
                  <a:lnTo>
                    <a:pt x="11039" y="86"/>
                  </a:lnTo>
                  <a:lnTo>
                    <a:pt x="10867" y="43"/>
                  </a:lnTo>
                  <a:lnTo>
                    <a:pt x="106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5" name="Google Shape;13465;p37"/>
            <p:cNvSpPr/>
            <p:nvPr/>
          </p:nvSpPr>
          <p:spPr>
            <a:xfrm>
              <a:off x="6503450" y="883425"/>
              <a:ext cx="143900" cy="41900"/>
            </a:xfrm>
            <a:custGeom>
              <a:avLst/>
              <a:gdLst/>
              <a:ahLst/>
              <a:cxnLst/>
              <a:rect l="l" t="t" r="r" b="b"/>
              <a:pathLst>
                <a:path w="5756" h="1676" extrusionOk="0">
                  <a:moveTo>
                    <a:pt x="859" y="1"/>
                  </a:moveTo>
                  <a:lnTo>
                    <a:pt x="688" y="44"/>
                  </a:lnTo>
                  <a:lnTo>
                    <a:pt x="516" y="86"/>
                  </a:lnTo>
                  <a:lnTo>
                    <a:pt x="387" y="172"/>
                  </a:lnTo>
                  <a:lnTo>
                    <a:pt x="258" y="258"/>
                  </a:lnTo>
                  <a:lnTo>
                    <a:pt x="172" y="387"/>
                  </a:lnTo>
                  <a:lnTo>
                    <a:pt x="86" y="516"/>
                  </a:lnTo>
                  <a:lnTo>
                    <a:pt x="43" y="688"/>
                  </a:lnTo>
                  <a:lnTo>
                    <a:pt x="0" y="860"/>
                  </a:lnTo>
                  <a:lnTo>
                    <a:pt x="43" y="988"/>
                  </a:lnTo>
                  <a:lnTo>
                    <a:pt x="86" y="1160"/>
                  </a:lnTo>
                  <a:lnTo>
                    <a:pt x="172" y="1289"/>
                  </a:lnTo>
                  <a:lnTo>
                    <a:pt x="258" y="1418"/>
                  </a:lnTo>
                  <a:lnTo>
                    <a:pt x="387" y="1547"/>
                  </a:lnTo>
                  <a:lnTo>
                    <a:pt x="516" y="1590"/>
                  </a:lnTo>
                  <a:lnTo>
                    <a:pt x="688" y="1633"/>
                  </a:lnTo>
                  <a:lnTo>
                    <a:pt x="859" y="1676"/>
                  </a:lnTo>
                  <a:lnTo>
                    <a:pt x="4940" y="1676"/>
                  </a:lnTo>
                  <a:lnTo>
                    <a:pt x="5068" y="1633"/>
                  </a:lnTo>
                  <a:lnTo>
                    <a:pt x="5240" y="1590"/>
                  </a:lnTo>
                  <a:lnTo>
                    <a:pt x="5369" y="1547"/>
                  </a:lnTo>
                  <a:lnTo>
                    <a:pt x="5498" y="1418"/>
                  </a:lnTo>
                  <a:lnTo>
                    <a:pt x="5627" y="1289"/>
                  </a:lnTo>
                  <a:lnTo>
                    <a:pt x="5670" y="1160"/>
                  </a:lnTo>
                  <a:lnTo>
                    <a:pt x="5713" y="988"/>
                  </a:lnTo>
                  <a:lnTo>
                    <a:pt x="5756" y="860"/>
                  </a:lnTo>
                  <a:lnTo>
                    <a:pt x="5713" y="688"/>
                  </a:lnTo>
                  <a:lnTo>
                    <a:pt x="5670" y="516"/>
                  </a:lnTo>
                  <a:lnTo>
                    <a:pt x="5627" y="387"/>
                  </a:lnTo>
                  <a:lnTo>
                    <a:pt x="5498" y="258"/>
                  </a:lnTo>
                  <a:lnTo>
                    <a:pt x="5369" y="172"/>
                  </a:lnTo>
                  <a:lnTo>
                    <a:pt x="5240" y="86"/>
                  </a:lnTo>
                  <a:lnTo>
                    <a:pt x="5068" y="44"/>
                  </a:lnTo>
                  <a:lnTo>
                    <a:pt x="49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6" name="Google Shape;13466;p37"/>
            <p:cNvSpPr/>
            <p:nvPr/>
          </p:nvSpPr>
          <p:spPr>
            <a:xfrm>
              <a:off x="6543175" y="854425"/>
              <a:ext cx="64450" cy="63375"/>
            </a:xfrm>
            <a:custGeom>
              <a:avLst/>
              <a:gdLst/>
              <a:ahLst/>
              <a:cxnLst/>
              <a:rect l="l" t="t" r="r" b="b"/>
              <a:pathLst>
                <a:path w="2578" h="2535" extrusionOk="0">
                  <a:moveTo>
                    <a:pt x="1289" y="559"/>
                  </a:moveTo>
                  <a:lnTo>
                    <a:pt x="1418" y="602"/>
                  </a:lnTo>
                  <a:lnTo>
                    <a:pt x="1547" y="645"/>
                  </a:lnTo>
                  <a:lnTo>
                    <a:pt x="1676" y="688"/>
                  </a:lnTo>
                  <a:lnTo>
                    <a:pt x="1804" y="774"/>
                  </a:lnTo>
                  <a:lnTo>
                    <a:pt x="1847" y="903"/>
                  </a:lnTo>
                  <a:lnTo>
                    <a:pt x="1933" y="989"/>
                  </a:lnTo>
                  <a:lnTo>
                    <a:pt x="1976" y="1118"/>
                  </a:lnTo>
                  <a:lnTo>
                    <a:pt x="1976" y="1289"/>
                  </a:lnTo>
                  <a:lnTo>
                    <a:pt x="1976" y="1418"/>
                  </a:lnTo>
                  <a:lnTo>
                    <a:pt x="1933" y="1547"/>
                  </a:lnTo>
                  <a:lnTo>
                    <a:pt x="1847" y="1676"/>
                  </a:lnTo>
                  <a:lnTo>
                    <a:pt x="1804" y="1762"/>
                  </a:lnTo>
                  <a:lnTo>
                    <a:pt x="1676" y="1848"/>
                  </a:lnTo>
                  <a:lnTo>
                    <a:pt x="1547" y="1934"/>
                  </a:lnTo>
                  <a:lnTo>
                    <a:pt x="1418" y="1934"/>
                  </a:lnTo>
                  <a:lnTo>
                    <a:pt x="1289" y="1977"/>
                  </a:lnTo>
                  <a:lnTo>
                    <a:pt x="1160" y="1934"/>
                  </a:lnTo>
                  <a:lnTo>
                    <a:pt x="1031" y="1934"/>
                  </a:lnTo>
                  <a:lnTo>
                    <a:pt x="903" y="1848"/>
                  </a:lnTo>
                  <a:lnTo>
                    <a:pt x="817" y="1762"/>
                  </a:lnTo>
                  <a:lnTo>
                    <a:pt x="731" y="1676"/>
                  </a:lnTo>
                  <a:lnTo>
                    <a:pt x="645" y="1547"/>
                  </a:lnTo>
                  <a:lnTo>
                    <a:pt x="602" y="1418"/>
                  </a:lnTo>
                  <a:lnTo>
                    <a:pt x="602" y="1289"/>
                  </a:lnTo>
                  <a:lnTo>
                    <a:pt x="602" y="1118"/>
                  </a:lnTo>
                  <a:lnTo>
                    <a:pt x="645" y="989"/>
                  </a:lnTo>
                  <a:lnTo>
                    <a:pt x="731" y="903"/>
                  </a:lnTo>
                  <a:lnTo>
                    <a:pt x="817" y="774"/>
                  </a:lnTo>
                  <a:lnTo>
                    <a:pt x="903" y="688"/>
                  </a:lnTo>
                  <a:lnTo>
                    <a:pt x="1031" y="645"/>
                  </a:lnTo>
                  <a:lnTo>
                    <a:pt x="1160" y="602"/>
                  </a:lnTo>
                  <a:lnTo>
                    <a:pt x="1289" y="559"/>
                  </a:lnTo>
                  <a:close/>
                  <a:moveTo>
                    <a:pt x="1289" y="1"/>
                  </a:moveTo>
                  <a:lnTo>
                    <a:pt x="1031" y="44"/>
                  </a:lnTo>
                  <a:lnTo>
                    <a:pt x="774" y="87"/>
                  </a:lnTo>
                  <a:lnTo>
                    <a:pt x="559" y="216"/>
                  </a:lnTo>
                  <a:lnTo>
                    <a:pt x="387" y="387"/>
                  </a:lnTo>
                  <a:lnTo>
                    <a:pt x="215" y="559"/>
                  </a:lnTo>
                  <a:lnTo>
                    <a:pt x="129" y="774"/>
                  </a:lnTo>
                  <a:lnTo>
                    <a:pt x="44" y="1032"/>
                  </a:lnTo>
                  <a:lnTo>
                    <a:pt x="1" y="1289"/>
                  </a:lnTo>
                  <a:lnTo>
                    <a:pt x="44" y="1547"/>
                  </a:lnTo>
                  <a:lnTo>
                    <a:pt x="129" y="1762"/>
                  </a:lnTo>
                  <a:lnTo>
                    <a:pt x="215" y="1977"/>
                  </a:lnTo>
                  <a:lnTo>
                    <a:pt x="387" y="2191"/>
                  </a:lnTo>
                  <a:lnTo>
                    <a:pt x="559" y="2320"/>
                  </a:lnTo>
                  <a:lnTo>
                    <a:pt x="774" y="2449"/>
                  </a:lnTo>
                  <a:lnTo>
                    <a:pt x="1031" y="2535"/>
                  </a:lnTo>
                  <a:lnTo>
                    <a:pt x="1547" y="2535"/>
                  </a:lnTo>
                  <a:lnTo>
                    <a:pt x="1804" y="2449"/>
                  </a:lnTo>
                  <a:lnTo>
                    <a:pt x="2019" y="2320"/>
                  </a:lnTo>
                  <a:lnTo>
                    <a:pt x="2191" y="2191"/>
                  </a:lnTo>
                  <a:lnTo>
                    <a:pt x="2363" y="1977"/>
                  </a:lnTo>
                  <a:lnTo>
                    <a:pt x="2449" y="1762"/>
                  </a:lnTo>
                  <a:lnTo>
                    <a:pt x="2535" y="1547"/>
                  </a:lnTo>
                  <a:lnTo>
                    <a:pt x="2578" y="1289"/>
                  </a:lnTo>
                  <a:lnTo>
                    <a:pt x="2535" y="1032"/>
                  </a:lnTo>
                  <a:lnTo>
                    <a:pt x="2449" y="774"/>
                  </a:lnTo>
                  <a:lnTo>
                    <a:pt x="2363" y="559"/>
                  </a:lnTo>
                  <a:lnTo>
                    <a:pt x="2191" y="387"/>
                  </a:lnTo>
                  <a:lnTo>
                    <a:pt x="2019" y="216"/>
                  </a:lnTo>
                  <a:lnTo>
                    <a:pt x="1804" y="87"/>
                  </a:lnTo>
                  <a:lnTo>
                    <a:pt x="1547" y="44"/>
                  </a:lnTo>
                  <a:lnTo>
                    <a:pt x="1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7" name="Google Shape;13467;p37"/>
            <p:cNvSpPr/>
            <p:nvPr/>
          </p:nvSpPr>
          <p:spPr>
            <a:xfrm>
              <a:off x="6617275" y="1036975"/>
              <a:ext cx="183625" cy="154650"/>
            </a:xfrm>
            <a:custGeom>
              <a:avLst/>
              <a:gdLst/>
              <a:ahLst/>
              <a:cxnLst/>
              <a:rect l="l" t="t" r="r" b="b"/>
              <a:pathLst>
                <a:path w="7345" h="6186" extrusionOk="0">
                  <a:moveTo>
                    <a:pt x="4123" y="0"/>
                  </a:moveTo>
                  <a:lnTo>
                    <a:pt x="4123" y="1160"/>
                  </a:lnTo>
                  <a:lnTo>
                    <a:pt x="3737" y="945"/>
                  </a:lnTo>
                  <a:lnTo>
                    <a:pt x="2878" y="559"/>
                  </a:lnTo>
                  <a:lnTo>
                    <a:pt x="1933" y="172"/>
                  </a:lnTo>
                  <a:lnTo>
                    <a:pt x="1546" y="43"/>
                  </a:lnTo>
                  <a:lnTo>
                    <a:pt x="1246" y="43"/>
                  </a:lnTo>
                  <a:lnTo>
                    <a:pt x="1074" y="86"/>
                  </a:lnTo>
                  <a:lnTo>
                    <a:pt x="945" y="129"/>
                  </a:lnTo>
                  <a:lnTo>
                    <a:pt x="816" y="258"/>
                  </a:lnTo>
                  <a:lnTo>
                    <a:pt x="730" y="344"/>
                  </a:lnTo>
                  <a:lnTo>
                    <a:pt x="730" y="516"/>
                  </a:lnTo>
                  <a:lnTo>
                    <a:pt x="730" y="645"/>
                  </a:lnTo>
                  <a:lnTo>
                    <a:pt x="816" y="773"/>
                  </a:lnTo>
                  <a:lnTo>
                    <a:pt x="945" y="945"/>
                  </a:lnTo>
                  <a:lnTo>
                    <a:pt x="859" y="945"/>
                  </a:lnTo>
                  <a:lnTo>
                    <a:pt x="601" y="902"/>
                  </a:lnTo>
                  <a:lnTo>
                    <a:pt x="473" y="945"/>
                  </a:lnTo>
                  <a:lnTo>
                    <a:pt x="344" y="988"/>
                  </a:lnTo>
                  <a:lnTo>
                    <a:pt x="215" y="1074"/>
                  </a:lnTo>
                  <a:lnTo>
                    <a:pt x="129" y="1203"/>
                  </a:lnTo>
                  <a:lnTo>
                    <a:pt x="86" y="1332"/>
                  </a:lnTo>
                  <a:lnTo>
                    <a:pt x="86" y="1504"/>
                  </a:lnTo>
                  <a:lnTo>
                    <a:pt x="129" y="1632"/>
                  </a:lnTo>
                  <a:lnTo>
                    <a:pt x="172" y="1761"/>
                  </a:lnTo>
                  <a:lnTo>
                    <a:pt x="387" y="2019"/>
                  </a:lnTo>
                  <a:lnTo>
                    <a:pt x="687" y="2191"/>
                  </a:lnTo>
                  <a:lnTo>
                    <a:pt x="601" y="2191"/>
                  </a:lnTo>
                  <a:lnTo>
                    <a:pt x="387" y="2148"/>
                  </a:lnTo>
                  <a:lnTo>
                    <a:pt x="258" y="2148"/>
                  </a:lnTo>
                  <a:lnTo>
                    <a:pt x="172" y="2191"/>
                  </a:lnTo>
                  <a:lnTo>
                    <a:pt x="86" y="2277"/>
                  </a:lnTo>
                  <a:lnTo>
                    <a:pt x="0" y="2406"/>
                  </a:lnTo>
                  <a:lnTo>
                    <a:pt x="43" y="2534"/>
                  </a:lnTo>
                  <a:lnTo>
                    <a:pt x="129" y="2706"/>
                  </a:lnTo>
                  <a:lnTo>
                    <a:pt x="258" y="2878"/>
                  </a:lnTo>
                  <a:lnTo>
                    <a:pt x="473" y="3050"/>
                  </a:lnTo>
                  <a:lnTo>
                    <a:pt x="691" y="3214"/>
                  </a:lnTo>
                  <a:lnTo>
                    <a:pt x="691" y="3214"/>
                  </a:lnTo>
                  <a:lnTo>
                    <a:pt x="515" y="3179"/>
                  </a:lnTo>
                  <a:lnTo>
                    <a:pt x="387" y="3179"/>
                  </a:lnTo>
                  <a:lnTo>
                    <a:pt x="344" y="3264"/>
                  </a:lnTo>
                  <a:lnTo>
                    <a:pt x="301" y="3350"/>
                  </a:lnTo>
                  <a:lnTo>
                    <a:pt x="301" y="3479"/>
                  </a:lnTo>
                  <a:lnTo>
                    <a:pt x="387" y="3651"/>
                  </a:lnTo>
                  <a:lnTo>
                    <a:pt x="515" y="3823"/>
                  </a:lnTo>
                  <a:lnTo>
                    <a:pt x="730" y="4081"/>
                  </a:lnTo>
                  <a:lnTo>
                    <a:pt x="1074" y="4295"/>
                  </a:lnTo>
                  <a:lnTo>
                    <a:pt x="1503" y="4553"/>
                  </a:lnTo>
                  <a:lnTo>
                    <a:pt x="2062" y="4854"/>
                  </a:lnTo>
                  <a:lnTo>
                    <a:pt x="3264" y="5412"/>
                  </a:lnTo>
                  <a:lnTo>
                    <a:pt x="4209" y="5799"/>
                  </a:lnTo>
                  <a:lnTo>
                    <a:pt x="5111" y="6185"/>
                  </a:lnTo>
                  <a:lnTo>
                    <a:pt x="7344" y="2534"/>
                  </a:lnTo>
                  <a:lnTo>
                    <a:pt x="4123"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8" name="Google Shape;13468;p37"/>
            <p:cNvSpPr/>
            <p:nvPr/>
          </p:nvSpPr>
          <p:spPr>
            <a:xfrm>
              <a:off x="6632300" y="1117500"/>
              <a:ext cx="51550" cy="27950"/>
            </a:xfrm>
            <a:custGeom>
              <a:avLst/>
              <a:gdLst/>
              <a:ahLst/>
              <a:cxnLst/>
              <a:rect l="l" t="t" r="r" b="b"/>
              <a:pathLst>
                <a:path w="2062" h="1118" extrusionOk="0">
                  <a:moveTo>
                    <a:pt x="43" y="1"/>
                  </a:moveTo>
                  <a:lnTo>
                    <a:pt x="0" y="43"/>
                  </a:lnTo>
                  <a:lnTo>
                    <a:pt x="0" y="129"/>
                  </a:lnTo>
                  <a:lnTo>
                    <a:pt x="43" y="172"/>
                  </a:lnTo>
                  <a:lnTo>
                    <a:pt x="1933" y="1117"/>
                  </a:lnTo>
                  <a:lnTo>
                    <a:pt x="2019" y="1117"/>
                  </a:lnTo>
                  <a:lnTo>
                    <a:pt x="2062" y="1074"/>
                  </a:lnTo>
                  <a:lnTo>
                    <a:pt x="2062" y="988"/>
                  </a:lnTo>
                  <a:lnTo>
                    <a:pt x="2019" y="945"/>
                  </a:lnTo>
                  <a:lnTo>
                    <a:pt x="12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9" name="Google Shape;13469;p37"/>
            <p:cNvSpPr/>
            <p:nvPr/>
          </p:nvSpPr>
          <p:spPr>
            <a:xfrm>
              <a:off x="6622625" y="1084225"/>
              <a:ext cx="73050" cy="41900"/>
            </a:xfrm>
            <a:custGeom>
              <a:avLst/>
              <a:gdLst/>
              <a:ahLst/>
              <a:cxnLst/>
              <a:rect l="l" t="t" r="r" b="b"/>
              <a:pathLst>
                <a:path w="2922" h="1676" extrusionOk="0">
                  <a:moveTo>
                    <a:pt x="44" y="0"/>
                  </a:moveTo>
                  <a:lnTo>
                    <a:pt x="1" y="43"/>
                  </a:lnTo>
                  <a:lnTo>
                    <a:pt x="1" y="129"/>
                  </a:lnTo>
                  <a:lnTo>
                    <a:pt x="44" y="172"/>
                  </a:lnTo>
                  <a:lnTo>
                    <a:pt x="2750" y="1675"/>
                  </a:lnTo>
                  <a:lnTo>
                    <a:pt x="2878" y="1675"/>
                  </a:lnTo>
                  <a:lnTo>
                    <a:pt x="2878" y="1632"/>
                  </a:lnTo>
                  <a:lnTo>
                    <a:pt x="2921" y="1589"/>
                  </a:lnTo>
                  <a:lnTo>
                    <a:pt x="2878" y="1503"/>
                  </a:lnTo>
                  <a:lnTo>
                    <a:pt x="13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0" name="Google Shape;13470;p37"/>
            <p:cNvSpPr/>
            <p:nvPr/>
          </p:nvSpPr>
          <p:spPr>
            <a:xfrm>
              <a:off x="6636600" y="1056300"/>
              <a:ext cx="76250" cy="46200"/>
            </a:xfrm>
            <a:custGeom>
              <a:avLst/>
              <a:gdLst/>
              <a:ahLst/>
              <a:cxnLst/>
              <a:rect l="l" t="t" r="r" b="b"/>
              <a:pathLst>
                <a:path w="3050" h="1848" extrusionOk="0">
                  <a:moveTo>
                    <a:pt x="86" y="0"/>
                  </a:moveTo>
                  <a:lnTo>
                    <a:pt x="0" y="43"/>
                  </a:lnTo>
                  <a:lnTo>
                    <a:pt x="0" y="129"/>
                  </a:lnTo>
                  <a:lnTo>
                    <a:pt x="43" y="172"/>
                  </a:lnTo>
                  <a:lnTo>
                    <a:pt x="2921" y="1804"/>
                  </a:lnTo>
                  <a:lnTo>
                    <a:pt x="2964" y="1847"/>
                  </a:lnTo>
                  <a:lnTo>
                    <a:pt x="3007" y="1804"/>
                  </a:lnTo>
                  <a:lnTo>
                    <a:pt x="3050" y="1761"/>
                  </a:lnTo>
                  <a:lnTo>
                    <a:pt x="3050" y="1718"/>
                  </a:lnTo>
                  <a:lnTo>
                    <a:pt x="3007" y="1633"/>
                  </a:lnTo>
                  <a:lnTo>
                    <a:pt x="12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1" name="Google Shape;13471;p37"/>
            <p:cNvSpPr/>
            <p:nvPr/>
          </p:nvSpPr>
          <p:spPr>
            <a:xfrm>
              <a:off x="6643025" y="688000"/>
              <a:ext cx="354375" cy="590575"/>
            </a:xfrm>
            <a:custGeom>
              <a:avLst/>
              <a:gdLst/>
              <a:ahLst/>
              <a:cxnLst/>
              <a:rect l="l" t="t" r="r" b="b"/>
              <a:pathLst>
                <a:path w="14175" h="23623" extrusionOk="0">
                  <a:moveTo>
                    <a:pt x="1" y="1"/>
                  </a:moveTo>
                  <a:lnTo>
                    <a:pt x="774" y="1160"/>
                  </a:lnTo>
                  <a:lnTo>
                    <a:pt x="1762" y="2062"/>
                  </a:lnTo>
                  <a:lnTo>
                    <a:pt x="2234" y="2535"/>
                  </a:lnTo>
                  <a:lnTo>
                    <a:pt x="2707" y="3007"/>
                  </a:lnTo>
                  <a:lnTo>
                    <a:pt x="3136" y="3523"/>
                  </a:lnTo>
                  <a:lnTo>
                    <a:pt x="3566" y="4081"/>
                  </a:lnTo>
                  <a:lnTo>
                    <a:pt x="3909" y="4596"/>
                  </a:lnTo>
                  <a:lnTo>
                    <a:pt x="4253" y="5155"/>
                  </a:lnTo>
                  <a:lnTo>
                    <a:pt x="4811" y="6443"/>
                  </a:lnTo>
                  <a:lnTo>
                    <a:pt x="5370" y="7775"/>
                  </a:lnTo>
                  <a:lnTo>
                    <a:pt x="5885" y="9106"/>
                  </a:lnTo>
                  <a:lnTo>
                    <a:pt x="6357" y="10437"/>
                  </a:lnTo>
                  <a:lnTo>
                    <a:pt x="7088" y="12757"/>
                  </a:lnTo>
                  <a:lnTo>
                    <a:pt x="7517" y="14303"/>
                  </a:lnTo>
                  <a:lnTo>
                    <a:pt x="6314" y="13959"/>
                  </a:lnTo>
                  <a:lnTo>
                    <a:pt x="3737" y="21261"/>
                  </a:lnTo>
                  <a:lnTo>
                    <a:pt x="5584" y="22077"/>
                  </a:lnTo>
                  <a:lnTo>
                    <a:pt x="7130" y="22764"/>
                  </a:lnTo>
                  <a:lnTo>
                    <a:pt x="8419" y="23279"/>
                  </a:lnTo>
                  <a:lnTo>
                    <a:pt x="8934" y="23451"/>
                  </a:lnTo>
                  <a:lnTo>
                    <a:pt x="9579" y="23537"/>
                  </a:lnTo>
                  <a:lnTo>
                    <a:pt x="10309" y="23623"/>
                  </a:lnTo>
                  <a:lnTo>
                    <a:pt x="10695" y="23580"/>
                  </a:lnTo>
                  <a:lnTo>
                    <a:pt x="11082" y="23580"/>
                  </a:lnTo>
                  <a:lnTo>
                    <a:pt x="11468" y="23494"/>
                  </a:lnTo>
                  <a:lnTo>
                    <a:pt x="11855" y="23408"/>
                  </a:lnTo>
                  <a:lnTo>
                    <a:pt x="12198" y="23279"/>
                  </a:lnTo>
                  <a:lnTo>
                    <a:pt x="12585" y="23108"/>
                  </a:lnTo>
                  <a:lnTo>
                    <a:pt x="12886" y="22936"/>
                  </a:lnTo>
                  <a:lnTo>
                    <a:pt x="13186" y="22678"/>
                  </a:lnTo>
                  <a:lnTo>
                    <a:pt x="13487" y="22377"/>
                  </a:lnTo>
                  <a:lnTo>
                    <a:pt x="13702" y="21991"/>
                  </a:lnTo>
                  <a:lnTo>
                    <a:pt x="13874" y="21647"/>
                  </a:lnTo>
                  <a:lnTo>
                    <a:pt x="14002" y="21261"/>
                  </a:lnTo>
                  <a:lnTo>
                    <a:pt x="14131" y="20831"/>
                  </a:lnTo>
                  <a:lnTo>
                    <a:pt x="14174" y="20359"/>
                  </a:lnTo>
                  <a:lnTo>
                    <a:pt x="14174" y="19843"/>
                  </a:lnTo>
                  <a:lnTo>
                    <a:pt x="14174" y="19285"/>
                  </a:lnTo>
                  <a:lnTo>
                    <a:pt x="14131" y="18641"/>
                  </a:lnTo>
                  <a:lnTo>
                    <a:pt x="14002" y="17997"/>
                  </a:lnTo>
                  <a:lnTo>
                    <a:pt x="13874" y="17309"/>
                  </a:lnTo>
                  <a:lnTo>
                    <a:pt x="13702" y="16579"/>
                  </a:lnTo>
                  <a:lnTo>
                    <a:pt x="13487" y="15806"/>
                  </a:lnTo>
                  <a:lnTo>
                    <a:pt x="13186" y="15033"/>
                  </a:lnTo>
                  <a:lnTo>
                    <a:pt x="12886" y="14174"/>
                  </a:lnTo>
                  <a:lnTo>
                    <a:pt x="12542" y="13315"/>
                  </a:lnTo>
                  <a:lnTo>
                    <a:pt x="12113" y="12413"/>
                  </a:lnTo>
                  <a:lnTo>
                    <a:pt x="11683" y="11468"/>
                  </a:lnTo>
                  <a:lnTo>
                    <a:pt x="11082" y="10395"/>
                  </a:lnTo>
                  <a:lnTo>
                    <a:pt x="10481" y="9321"/>
                  </a:lnTo>
                  <a:lnTo>
                    <a:pt x="9793" y="8290"/>
                  </a:lnTo>
                  <a:lnTo>
                    <a:pt x="9106" y="7345"/>
                  </a:lnTo>
                  <a:lnTo>
                    <a:pt x="8333" y="6400"/>
                  </a:lnTo>
                  <a:lnTo>
                    <a:pt x="7603" y="5541"/>
                  </a:lnTo>
                  <a:lnTo>
                    <a:pt x="6830" y="4725"/>
                  </a:lnTo>
                  <a:lnTo>
                    <a:pt x="6057" y="3952"/>
                  </a:lnTo>
                  <a:lnTo>
                    <a:pt x="5241" y="3265"/>
                  </a:lnTo>
                  <a:lnTo>
                    <a:pt x="4468" y="2578"/>
                  </a:lnTo>
                  <a:lnTo>
                    <a:pt x="3652" y="2019"/>
                  </a:lnTo>
                  <a:lnTo>
                    <a:pt x="2878" y="1461"/>
                  </a:lnTo>
                  <a:lnTo>
                    <a:pt x="2105" y="989"/>
                  </a:lnTo>
                  <a:lnTo>
                    <a:pt x="1375" y="602"/>
                  </a:lnTo>
                  <a:lnTo>
                    <a:pt x="688" y="258"/>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2" name="Google Shape;13472;p37"/>
            <p:cNvSpPr/>
            <p:nvPr/>
          </p:nvSpPr>
          <p:spPr>
            <a:xfrm>
              <a:off x="6733225" y="972550"/>
              <a:ext cx="267375" cy="310325"/>
            </a:xfrm>
            <a:custGeom>
              <a:avLst/>
              <a:gdLst/>
              <a:ahLst/>
              <a:cxnLst/>
              <a:rect l="l" t="t" r="r" b="b"/>
              <a:pathLst>
                <a:path w="10695" h="12413" extrusionOk="0">
                  <a:moveTo>
                    <a:pt x="8032" y="0"/>
                  </a:moveTo>
                  <a:lnTo>
                    <a:pt x="7989" y="86"/>
                  </a:lnTo>
                  <a:lnTo>
                    <a:pt x="7989" y="129"/>
                  </a:lnTo>
                  <a:lnTo>
                    <a:pt x="8462" y="1117"/>
                  </a:lnTo>
                  <a:lnTo>
                    <a:pt x="8891" y="2062"/>
                  </a:lnTo>
                  <a:lnTo>
                    <a:pt x="9278" y="3007"/>
                  </a:lnTo>
                  <a:lnTo>
                    <a:pt x="9578" y="3866"/>
                  </a:lnTo>
                  <a:lnTo>
                    <a:pt x="9879" y="4725"/>
                  </a:lnTo>
                  <a:lnTo>
                    <a:pt x="10094" y="5498"/>
                  </a:lnTo>
                  <a:lnTo>
                    <a:pt x="10266" y="6271"/>
                  </a:lnTo>
                  <a:lnTo>
                    <a:pt x="10394" y="7001"/>
                  </a:lnTo>
                  <a:lnTo>
                    <a:pt x="10480" y="7688"/>
                  </a:lnTo>
                  <a:lnTo>
                    <a:pt x="10480" y="8333"/>
                  </a:lnTo>
                  <a:lnTo>
                    <a:pt x="10480" y="8934"/>
                  </a:lnTo>
                  <a:lnTo>
                    <a:pt x="10394" y="9449"/>
                  </a:lnTo>
                  <a:lnTo>
                    <a:pt x="10266" y="9965"/>
                  </a:lnTo>
                  <a:lnTo>
                    <a:pt x="10094" y="10437"/>
                  </a:lnTo>
                  <a:lnTo>
                    <a:pt x="9879" y="10824"/>
                  </a:lnTo>
                  <a:lnTo>
                    <a:pt x="9621" y="11210"/>
                  </a:lnTo>
                  <a:lnTo>
                    <a:pt x="9407" y="11382"/>
                  </a:lnTo>
                  <a:lnTo>
                    <a:pt x="9192" y="11597"/>
                  </a:lnTo>
                  <a:lnTo>
                    <a:pt x="8977" y="11726"/>
                  </a:lnTo>
                  <a:lnTo>
                    <a:pt x="8719" y="11854"/>
                  </a:lnTo>
                  <a:lnTo>
                    <a:pt x="8204" y="12069"/>
                  </a:lnTo>
                  <a:lnTo>
                    <a:pt x="7603" y="12198"/>
                  </a:lnTo>
                  <a:lnTo>
                    <a:pt x="6958" y="12241"/>
                  </a:lnTo>
                  <a:lnTo>
                    <a:pt x="6271" y="12198"/>
                  </a:lnTo>
                  <a:lnTo>
                    <a:pt x="5584" y="12026"/>
                  </a:lnTo>
                  <a:lnTo>
                    <a:pt x="4854" y="11811"/>
                  </a:lnTo>
                  <a:lnTo>
                    <a:pt x="3694" y="11339"/>
                  </a:lnTo>
                  <a:lnTo>
                    <a:pt x="2277" y="10738"/>
                  </a:lnTo>
                  <a:lnTo>
                    <a:pt x="258" y="9836"/>
                  </a:lnTo>
                  <a:lnTo>
                    <a:pt x="2749" y="2706"/>
                  </a:lnTo>
                  <a:lnTo>
                    <a:pt x="4596" y="3179"/>
                  </a:lnTo>
                  <a:lnTo>
                    <a:pt x="5885" y="3565"/>
                  </a:lnTo>
                  <a:lnTo>
                    <a:pt x="7087" y="3995"/>
                  </a:lnTo>
                  <a:lnTo>
                    <a:pt x="7173" y="3995"/>
                  </a:lnTo>
                  <a:lnTo>
                    <a:pt x="7216" y="3952"/>
                  </a:lnTo>
                  <a:lnTo>
                    <a:pt x="7216" y="3866"/>
                  </a:lnTo>
                  <a:lnTo>
                    <a:pt x="7173" y="3823"/>
                  </a:lnTo>
                  <a:lnTo>
                    <a:pt x="6529" y="3565"/>
                  </a:lnTo>
                  <a:lnTo>
                    <a:pt x="5842" y="3350"/>
                  </a:lnTo>
                  <a:lnTo>
                    <a:pt x="4381" y="2921"/>
                  </a:lnTo>
                  <a:lnTo>
                    <a:pt x="2706" y="2491"/>
                  </a:lnTo>
                  <a:lnTo>
                    <a:pt x="2621" y="2491"/>
                  </a:lnTo>
                  <a:lnTo>
                    <a:pt x="1" y="9922"/>
                  </a:lnTo>
                  <a:lnTo>
                    <a:pt x="87" y="9965"/>
                  </a:lnTo>
                  <a:lnTo>
                    <a:pt x="1933" y="10781"/>
                  </a:lnTo>
                  <a:lnTo>
                    <a:pt x="3480" y="11468"/>
                  </a:lnTo>
                  <a:lnTo>
                    <a:pt x="4768" y="11983"/>
                  </a:lnTo>
                  <a:lnTo>
                    <a:pt x="5369" y="12198"/>
                  </a:lnTo>
                  <a:lnTo>
                    <a:pt x="5928" y="12327"/>
                  </a:lnTo>
                  <a:lnTo>
                    <a:pt x="6486" y="12413"/>
                  </a:lnTo>
                  <a:lnTo>
                    <a:pt x="7431" y="12413"/>
                  </a:lnTo>
                  <a:lnTo>
                    <a:pt x="7817" y="12370"/>
                  </a:lnTo>
                  <a:lnTo>
                    <a:pt x="8204" y="12284"/>
                  </a:lnTo>
                  <a:lnTo>
                    <a:pt x="8548" y="12155"/>
                  </a:lnTo>
                  <a:lnTo>
                    <a:pt x="8891" y="11983"/>
                  </a:lnTo>
                  <a:lnTo>
                    <a:pt x="9192" y="11811"/>
                  </a:lnTo>
                  <a:lnTo>
                    <a:pt x="9492" y="11597"/>
                  </a:lnTo>
                  <a:lnTo>
                    <a:pt x="9750" y="11339"/>
                  </a:lnTo>
                  <a:lnTo>
                    <a:pt x="9965" y="11081"/>
                  </a:lnTo>
                  <a:lnTo>
                    <a:pt x="10180" y="10738"/>
                  </a:lnTo>
                  <a:lnTo>
                    <a:pt x="10351" y="10394"/>
                  </a:lnTo>
                  <a:lnTo>
                    <a:pt x="10480" y="10008"/>
                  </a:lnTo>
                  <a:lnTo>
                    <a:pt x="10609" y="9535"/>
                  </a:lnTo>
                  <a:lnTo>
                    <a:pt x="10652" y="9020"/>
                  </a:lnTo>
                  <a:lnTo>
                    <a:pt x="10695" y="8418"/>
                  </a:lnTo>
                  <a:lnTo>
                    <a:pt x="10695" y="7817"/>
                  </a:lnTo>
                  <a:lnTo>
                    <a:pt x="10609" y="7087"/>
                  </a:lnTo>
                  <a:lnTo>
                    <a:pt x="10480" y="6314"/>
                  </a:lnTo>
                  <a:lnTo>
                    <a:pt x="10308" y="5498"/>
                  </a:lnTo>
                  <a:lnTo>
                    <a:pt x="10008" y="4553"/>
                  </a:lnTo>
                  <a:lnTo>
                    <a:pt x="9707" y="3565"/>
                  </a:lnTo>
                  <a:lnTo>
                    <a:pt x="9278" y="2491"/>
                  </a:lnTo>
                  <a:lnTo>
                    <a:pt x="8762" y="1332"/>
                  </a:lnTo>
                  <a:lnTo>
                    <a:pt x="8161" y="43"/>
                  </a:lnTo>
                  <a:lnTo>
                    <a:pt x="811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3" name="Google Shape;13473;p37"/>
            <p:cNvSpPr/>
            <p:nvPr/>
          </p:nvSpPr>
          <p:spPr>
            <a:xfrm>
              <a:off x="6407875" y="400250"/>
              <a:ext cx="195450" cy="303900"/>
            </a:xfrm>
            <a:custGeom>
              <a:avLst/>
              <a:gdLst/>
              <a:ahLst/>
              <a:cxnLst/>
              <a:rect l="l" t="t" r="r" b="b"/>
              <a:pathLst>
                <a:path w="7818" h="12156" extrusionOk="0">
                  <a:moveTo>
                    <a:pt x="2964" y="0"/>
                  </a:moveTo>
                  <a:lnTo>
                    <a:pt x="2664" y="43"/>
                  </a:lnTo>
                  <a:lnTo>
                    <a:pt x="2406" y="86"/>
                  </a:lnTo>
                  <a:lnTo>
                    <a:pt x="2148" y="172"/>
                  </a:lnTo>
                  <a:lnTo>
                    <a:pt x="1934" y="301"/>
                  </a:lnTo>
                  <a:lnTo>
                    <a:pt x="1676" y="430"/>
                  </a:lnTo>
                  <a:lnTo>
                    <a:pt x="1461" y="559"/>
                  </a:lnTo>
                  <a:lnTo>
                    <a:pt x="1246" y="773"/>
                  </a:lnTo>
                  <a:lnTo>
                    <a:pt x="903" y="1160"/>
                  </a:lnTo>
                  <a:lnTo>
                    <a:pt x="731" y="1418"/>
                  </a:lnTo>
                  <a:lnTo>
                    <a:pt x="602" y="1675"/>
                  </a:lnTo>
                  <a:lnTo>
                    <a:pt x="473" y="1933"/>
                  </a:lnTo>
                  <a:lnTo>
                    <a:pt x="388" y="2234"/>
                  </a:lnTo>
                  <a:lnTo>
                    <a:pt x="345" y="2534"/>
                  </a:lnTo>
                  <a:lnTo>
                    <a:pt x="302" y="2835"/>
                  </a:lnTo>
                  <a:lnTo>
                    <a:pt x="1" y="6271"/>
                  </a:lnTo>
                  <a:lnTo>
                    <a:pt x="1" y="6572"/>
                  </a:lnTo>
                  <a:lnTo>
                    <a:pt x="1" y="6872"/>
                  </a:lnTo>
                  <a:lnTo>
                    <a:pt x="44" y="7173"/>
                  </a:lnTo>
                  <a:lnTo>
                    <a:pt x="87" y="7431"/>
                  </a:lnTo>
                  <a:lnTo>
                    <a:pt x="173" y="7731"/>
                  </a:lnTo>
                  <a:lnTo>
                    <a:pt x="302" y="7989"/>
                  </a:lnTo>
                  <a:lnTo>
                    <a:pt x="602" y="8461"/>
                  </a:lnTo>
                  <a:lnTo>
                    <a:pt x="774" y="8676"/>
                  </a:lnTo>
                  <a:lnTo>
                    <a:pt x="946" y="8848"/>
                  </a:lnTo>
                  <a:lnTo>
                    <a:pt x="1161" y="9020"/>
                  </a:lnTo>
                  <a:lnTo>
                    <a:pt x="1375" y="9192"/>
                  </a:lnTo>
                  <a:lnTo>
                    <a:pt x="1633" y="9320"/>
                  </a:lnTo>
                  <a:lnTo>
                    <a:pt x="1848" y="9406"/>
                  </a:lnTo>
                  <a:lnTo>
                    <a:pt x="2148" y="9492"/>
                  </a:lnTo>
                  <a:lnTo>
                    <a:pt x="2406" y="9535"/>
                  </a:lnTo>
                  <a:lnTo>
                    <a:pt x="3523" y="9621"/>
                  </a:lnTo>
                  <a:lnTo>
                    <a:pt x="3437" y="10952"/>
                  </a:lnTo>
                  <a:lnTo>
                    <a:pt x="3480" y="11167"/>
                  </a:lnTo>
                  <a:lnTo>
                    <a:pt x="3523" y="11382"/>
                  </a:lnTo>
                  <a:lnTo>
                    <a:pt x="3609" y="11554"/>
                  </a:lnTo>
                  <a:lnTo>
                    <a:pt x="3738" y="11726"/>
                  </a:lnTo>
                  <a:lnTo>
                    <a:pt x="3866" y="11854"/>
                  </a:lnTo>
                  <a:lnTo>
                    <a:pt x="4038" y="11983"/>
                  </a:lnTo>
                  <a:lnTo>
                    <a:pt x="4253" y="12026"/>
                  </a:lnTo>
                  <a:lnTo>
                    <a:pt x="4468" y="12069"/>
                  </a:lnTo>
                  <a:lnTo>
                    <a:pt x="6272" y="12155"/>
                  </a:lnTo>
                  <a:lnTo>
                    <a:pt x="6486" y="12155"/>
                  </a:lnTo>
                  <a:lnTo>
                    <a:pt x="6658" y="12069"/>
                  </a:lnTo>
                  <a:lnTo>
                    <a:pt x="6830" y="11983"/>
                  </a:lnTo>
                  <a:lnTo>
                    <a:pt x="7002" y="11854"/>
                  </a:lnTo>
                  <a:lnTo>
                    <a:pt x="7131" y="11726"/>
                  </a:lnTo>
                  <a:lnTo>
                    <a:pt x="7259" y="11554"/>
                  </a:lnTo>
                  <a:lnTo>
                    <a:pt x="7302" y="11339"/>
                  </a:lnTo>
                  <a:lnTo>
                    <a:pt x="7345" y="11124"/>
                  </a:lnTo>
                  <a:lnTo>
                    <a:pt x="7431" y="9192"/>
                  </a:lnTo>
                  <a:lnTo>
                    <a:pt x="7474" y="7173"/>
                  </a:lnTo>
                  <a:lnTo>
                    <a:pt x="7517" y="6915"/>
                  </a:lnTo>
                  <a:lnTo>
                    <a:pt x="7818" y="3479"/>
                  </a:lnTo>
                  <a:lnTo>
                    <a:pt x="7818" y="3179"/>
                  </a:lnTo>
                  <a:lnTo>
                    <a:pt x="7818" y="2878"/>
                  </a:lnTo>
                  <a:lnTo>
                    <a:pt x="7775" y="2577"/>
                  </a:lnTo>
                  <a:lnTo>
                    <a:pt x="7732" y="2277"/>
                  </a:lnTo>
                  <a:lnTo>
                    <a:pt x="7646" y="2019"/>
                  </a:lnTo>
                  <a:lnTo>
                    <a:pt x="7517" y="1761"/>
                  </a:lnTo>
                  <a:lnTo>
                    <a:pt x="7216" y="1289"/>
                  </a:lnTo>
                  <a:lnTo>
                    <a:pt x="7045" y="1074"/>
                  </a:lnTo>
                  <a:lnTo>
                    <a:pt x="6873" y="859"/>
                  </a:lnTo>
                  <a:lnTo>
                    <a:pt x="6658" y="688"/>
                  </a:lnTo>
                  <a:lnTo>
                    <a:pt x="6443" y="559"/>
                  </a:lnTo>
                  <a:lnTo>
                    <a:pt x="6186" y="430"/>
                  </a:lnTo>
                  <a:lnTo>
                    <a:pt x="5971" y="344"/>
                  </a:lnTo>
                  <a:lnTo>
                    <a:pt x="5713" y="258"/>
                  </a:lnTo>
                  <a:lnTo>
                    <a:pt x="5413" y="215"/>
                  </a:lnTo>
                  <a:lnTo>
                    <a:pt x="3222" y="43"/>
                  </a:lnTo>
                  <a:lnTo>
                    <a:pt x="2964"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4" name="Google Shape;13474;p37"/>
            <p:cNvSpPr/>
            <p:nvPr/>
          </p:nvSpPr>
          <p:spPr>
            <a:xfrm>
              <a:off x="6400375" y="465750"/>
              <a:ext cx="193300" cy="182550"/>
            </a:xfrm>
            <a:custGeom>
              <a:avLst/>
              <a:gdLst/>
              <a:ahLst/>
              <a:cxnLst/>
              <a:rect l="l" t="t" r="r" b="b"/>
              <a:pathLst>
                <a:path w="7732" h="7302" extrusionOk="0">
                  <a:moveTo>
                    <a:pt x="7345" y="0"/>
                  </a:moveTo>
                  <a:lnTo>
                    <a:pt x="7302" y="43"/>
                  </a:lnTo>
                  <a:lnTo>
                    <a:pt x="7216" y="387"/>
                  </a:lnTo>
                  <a:lnTo>
                    <a:pt x="7087" y="902"/>
                  </a:lnTo>
                  <a:lnTo>
                    <a:pt x="6872" y="2277"/>
                  </a:lnTo>
                  <a:lnTo>
                    <a:pt x="6700" y="2964"/>
                  </a:lnTo>
                  <a:lnTo>
                    <a:pt x="6529" y="3565"/>
                  </a:lnTo>
                  <a:lnTo>
                    <a:pt x="6443" y="3823"/>
                  </a:lnTo>
                  <a:lnTo>
                    <a:pt x="6357" y="3995"/>
                  </a:lnTo>
                  <a:lnTo>
                    <a:pt x="6228" y="4166"/>
                  </a:lnTo>
                  <a:lnTo>
                    <a:pt x="6099" y="4209"/>
                  </a:lnTo>
                  <a:lnTo>
                    <a:pt x="5927" y="4252"/>
                  </a:lnTo>
                  <a:lnTo>
                    <a:pt x="5670" y="4252"/>
                  </a:lnTo>
                  <a:lnTo>
                    <a:pt x="5541" y="4166"/>
                  </a:lnTo>
                  <a:lnTo>
                    <a:pt x="5283" y="3995"/>
                  </a:lnTo>
                  <a:lnTo>
                    <a:pt x="5025" y="3737"/>
                  </a:lnTo>
                  <a:lnTo>
                    <a:pt x="4725" y="3436"/>
                  </a:lnTo>
                  <a:lnTo>
                    <a:pt x="4338" y="3179"/>
                  </a:lnTo>
                  <a:lnTo>
                    <a:pt x="4123" y="3050"/>
                  </a:lnTo>
                  <a:lnTo>
                    <a:pt x="3866" y="2964"/>
                  </a:lnTo>
                  <a:lnTo>
                    <a:pt x="3608" y="2878"/>
                  </a:lnTo>
                  <a:lnTo>
                    <a:pt x="3307" y="2835"/>
                  </a:lnTo>
                  <a:lnTo>
                    <a:pt x="2663" y="2792"/>
                  </a:lnTo>
                  <a:lnTo>
                    <a:pt x="2105" y="2835"/>
                  </a:lnTo>
                  <a:lnTo>
                    <a:pt x="1589" y="2921"/>
                  </a:lnTo>
                  <a:lnTo>
                    <a:pt x="1117" y="3050"/>
                  </a:lnTo>
                  <a:lnTo>
                    <a:pt x="730" y="3221"/>
                  </a:lnTo>
                  <a:lnTo>
                    <a:pt x="430" y="3436"/>
                  </a:lnTo>
                  <a:lnTo>
                    <a:pt x="215" y="3694"/>
                  </a:lnTo>
                  <a:lnTo>
                    <a:pt x="129" y="3952"/>
                  </a:lnTo>
                  <a:lnTo>
                    <a:pt x="0" y="4381"/>
                  </a:lnTo>
                  <a:lnTo>
                    <a:pt x="0" y="4682"/>
                  </a:lnTo>
                  <a:lnTo>
                    <a:pt x="0" y="5025"/>
                  </a:lnTo>
                  <a:lnTo>
                    <a:pt x="129" y="5412"/>
                  </a:lnTo>
                  <a:lnTo>
                    <a:pt x="301" y="5798"/>
                  </a:lnTo>
                  <a:lnTo>
                    <a:pt x="430" y="5970"/>
                  </a:lnTo>
                  <a:lnTo>
                    <a:pt x="602" y="6185"/>
                  </a:lnTo>
                  <a:lnTo>
                    <a:pt x="773" y="6357"/>
                  </a:lnTo>
                  <a:lnTo>
                    <a:pt x="1031" y="6529"/>
                  </a:lnTo>
                  <a:lnTo>
                    <a:pt x="1504" y="6829"/>
                  </a:lnTo>
                  <a:lnTo>
                    <a:pt x="1976" y="7044"/>
                  </a:lnTo>
                  <a:lnTo>
                    <a:pt x="2491" y="7173"/>
                  </a:lnTo>
                  <a:lnTo>
                    <a:pt x="2964" y="7259"/>
                  </a:lnTo>
                  <a:lnTo>
                    <a:pt x="3694" y="7302"/>
                  </a:lnTo>
                  <a:lnTo>
                    <a:pt x="4252" y="7302"/>
                  </a:lnTo>
                  <a:lnTo>
                    <a:pt x="4553" y="7259"/>
                  </a:lnTo>
                  <a:lnTo>
                    <a:pt x="4939" y="7173"/>
                  </a:lnTo>
                  <a:lnTo>
                    <a:pt x="5326" y="7044"/>
                  </a:lnTo>
                  <a:lnTo>
                    <a:pt x="5756" y="6872"/>
                  </a:lnTo>
                  <a:lnTo>
                    <a:pt x="6142" y="6614"/>
                  </a:lnTo>
                  <a:lnTo>
                    <a:pt x="6314" y="6486"/>
                  </a:lnTo>
                  <a:lnTo>
                    <a:pt x="6486" y="6314"/>
                  </a:lnTo>
                  <a:lnTo>
                    <a:pt x="6657" y="6099"/>
                  </a:lnTo>
                  <a:lnTo>
                    <a:pt x="6786" y="5841"/>
                  </a:lnTo>
                  <a:lnTo>
                    <a:pt x="7044" y="5283"/>
                  </a:lnTo>
                  <a:lnTo>
                    <a:pt x="7259" y="4682"/>
                  </a:lnTo>
                  <a:lnTo>
                    <a:pt x="7431" y="4038"/>
                  </a:lnTo>
                  <a:lnTo>
                    <a:pt x="7645" y="3007"/>
                  </a:lnTo>
                  <a:lnTo>
                    <a:pt x="7731" y="2534"/>
                  </a:lnTo>
                  <a:lnTo>
                    <a:pt x="7559" y="1117"/>
                  </a:lnTo>
                  <a:lnTo>
                    <a:pt x="7431" y="258"/>
                  </a:lnTo>
                  <a:lnTo>
                    <a:pt x="7345" y="43"/>
                  </a:lnTo>
                  <a:lnTo>
                    <a:pt x="73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5" name="Google Shape;13475;p37"/>
            <p:cNvSpPr/>
            <p:nvPr/>
          </p:nvSpPr>
          <p:spPr>
            <a:xfrm>
              <a:off x="6498075" y="494725"/>
              <a:ext cx="24725" cy="24725"/>
            </a:xfrm>
            <a:custGeom>
              <a:avLst/>
              <a:gdLst/>
              <a:ahLst/>
              <a:cxnLst/>
              <a:rect l="l" t="t" r="r" b="b"/>
              <a:pathLst>
                <a:path w="989" h="989" extrusionOk="0">
                  <a:moveTo>
                    <a:pt x="559" y="1"/>
                  </a:moveTo>
                  <a:lnTo>
                    <a:pt x="344" y="44"/>
                  </a:lnTo>
                  <a:lnTo>
                    <a:pt x="173" y="130"/>
                  </a:lnTo>
                  <a:lnTo>
                    <a:pt x="44" y="259"/>
                  </a:lnTo>
                  <a:lnTo>
                    <a:pt x="1" y="473"/>
                  </a:lnTo>
                  <a:lnTo>
                    <a:pt x="44" y="645"/>
                  </a:lnTo>
                  <a:lnTo>
                    <a:pt x="130" y="817"/>
                  </a:lnTo>
                  <a:lnTo>
                    <a:pt x="258" y="946"/>
                  </a:lnTo>
                  <a:lnTo>
                    <a:pt x="473" y="989"/>
                  </a:lnTo>
                  <a:lnTo>
                    <a:pt x="645" y="989"/>
                  </a:lnTo>
                  <a:lnTo>
                    <a:pt x="817" y="903"/>
                  </a:lnTo>
                  <a:lnTo>
                    <a:pt x="946" y="731"/>
                  </a:lnTo>
                  <a:lnTo>
                    <a:pt x="989" y="559"/>
                  </a:lnTo>
                  <a:lnTo>
                    <a:pt x="989" y="344"/>
                  </a:lnTo>
                  <a:lnTo>
                    <a:pt x="903" y="173"/>
                  </a:lnTo>
                  <a:lnTo>
                    <a:pt x="731" y="87"/>
                  </a:lnTo>
                  <a:lnTo>
                    <a:pt x="55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6" name="Google Shape;13476;p37"/>
            <p:cNvSpPr/>
            <p:nvPr/>
          </p:nvSpPr>
          <p:spPr>
            <a:xfrm>
              <a:off x="6420775" y="488300"/>
              <a:ext cx="21500" cy="21500"/>
            </a:xfrm>
            <a:custGeom>
              <a:avLst/>
              <a:gdLst/>
              <a:ahLst/>
              <a:cxnLst/>
              <a:rect l="l" t="t" r="r" b="b"/>
              <a:pathLst>
                <a:path w="860" h="860" extrusionOk="0">
                  <a:moveTo>
                    <a:pt x="301" y="0"/>
                  </a:moveTo>
                  <a:lnTo>
                    <a:pt x="129" y="86"/>
                  </a:lnTo>
                  <a:lnTo>
                    <a:pt x="43" y="215"/>
                  </a:lnTo>
                  <a:lnTo>
                    <a:pt x="0" y="387"/>
                  </a:lnTo>
                  <a:lnTo>
                    <a:pt x="0" y="559"/>
                  </a:lnTo>
                  <a:lnTo>
                    <a:pt x="86" y="687"/>
                  </a:lnTo>
                  <a:lnTo>
                    <a:pt x="215" y="816"/>
                  </a:lnTo>
                  <a:lnTo>
                    <a:pt x="387" y="859"/>
                  </a:lnTo>
                  <a:lnTo>
                    <a:pt x="559" y="816"/>
                  </a:lnTo>
                  <a:lnTo>
                    <a:pt x="688" y="730"/>
                  </a:lnTo>
                  <a:lnTo>
                    <a:pt x="816" y="601"/>
                  </a:lnTo>
                  <a:lnTo>
                    <a:pt x="859" y="473"/>
                  </a:lnTo>
                  <a:lnTo>
                    <a:pt x="816" y="301"/>
                  </a:lnTo>
                  <a:lnTo>
                    <a:pt x="730" y="129"/>
                  </a:lnTo>
                  <a:lnTo>
                    <a:pt x="602" y="43"/>
                  </a:lnTo>
                  <a:lnTo>
                    <a:pt x="4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7" name="Google Shape;13477;p37"/>
            <p:cNvSpPr/>
            <p:nvPr/>
          </p:nvSpPr>
          <p:spPr>
            <a:xfrm>
              <a:off x="6449750" y="549500"/>
              <a:ext cx="44050" cy="23650"/>
            </a:xfrm>
            <a:custGeom>
              <a:avLst/>
              <a:gdLst/>
              <a:ahLst/>
              <a:cxnLst/>
              <a:rect l="l" t="t" r="r" b="b"/>
              <a:pathLst>
                <a:path w="1762" h="946" extrusionOk="0">
                  <a:moveTo>
                    <a:pt x="1762" y="0"/>
                  </a:moveTo>
                  <a:lnTo>
                    <a:pt x="1" y="86"/>
                  </a:lnTo>
                  <a:lnTo>
                    <a:pt x="1" y="215"/>
                  </a:lnTo>
                  <a:lnTo>
                    <a:pt x="130" y="473"/>
                  </a:lnTo>
                  <a:lnTo>
                    <a:pt x="259" y="602"/>
                  </a:lnTo>
                  <a:lnTo>
                    <a:pt x="345" y="773"/>
                  </a:lnTo>
                  <a:lnTo>
                    <a:pt x="516" y="859"/>
                  </a:lnTo>
                  <a:lnTo>
                    <a:pt x="688" y="945"/>
                  </a:lnTo>
                  <a:lnTo>
                    <a:pt x="903" y="945"/>
                  </a:lnTo>
                  <a:lnTo>
                    <a:pt x="1075" y="902"/>
                  </a:lnTo>
                  <a:lnTo>
                    <a:pt x="1247" y="816"/>
                  </a:lnTo>
                  <a:lnTo>
                    <a:pt x="1375" y="688"/>
                  </a:lnTo>
                  <a:lnTo>
                    <a:pt x="1504" y="516"/>
                  </a:lnTo>
                  <a:lnTo>
                    <a:pt x="1633" y="387"/>
                  </a:lnTo>
                  <a:lnTo>
                    <a:pt x="1719" y="172"/>
                  </a:lnTo>
                  <a:lnTo>
                    <a:pt x="1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8" name="Google Shape;13478;p37"/>
            <p:cNvSpPr/>
            <p:nvPr/>
          </p:nvSpPr>
          <p:spPr>
            <a:xfrm>
              <a:off x="6446550" y="490450"/>
              <a:ext cx="20425" cy="34375"/>
            </a:xfrm>
            <a:custGeom>
              <a:avLst/>
              <a:gdLst/>
              <a:ahLst/>
              <a:cxnLst/>
              <a:rect l="l" t="t" r="r" b="b"/>
              <a:pathLst>
                <a:path w="817" h="1375" extrusionOk="0">
                  <a:moveTo>
                    <a:pt x="730" y="0"/>
                  </a:moveTo>
                  <a:lnTo>
                    <a:pt x="687" y="43"/>
                  </a:lnTo>
                  <a:lnTo>
                    <a:pt x="344" y="644"/>
                  </a:lnTo>
                  <a:lnTo>
                    <a:pt x="0" y="1203"/>
                  </a:lnTo>
                  <a:lnTo>
                    <a:pt x="0" y="1246"/>
                  </a:lnTo>
                  <a:lnTo>
                    <a:pt x="43" y="1289"/>
                  </a:lnTo>
                  <a:lnTo>
                    <a:pt x="558" y="1374"/>
                  </a:lnTo>
                  <a:lnTo>
                    <a:pt x="644" y="1374"/>
                  </a:lnTo>
                  <a:lnTo>
                    <a:pt x="687" y="1332"/>
                  </a:lnTo>
                  <a:lnTo>
                    <a:pt x="644" y="1289"/>
                  </a:lnTo>
                  <a:lnTo>
                    <a:pt x="601" y="1246"/>
                  </a:lnTo>
                  <a:lnTo>
                    <a:pt x="173" y="1174"/>
                  </a:lnTo>
                  <a:lnTo>
                    <a:pt x="473" y="687"/>
                  </a:lnTo>
                  <a:lnTo>
                    <a:pt x="816" y="129"/>
                  </a:lnTo>
                  <a:lnTo>
                    <a:pt x="816" y="43"/>
                  </a:lnTo>
                  <a:lnTo>
                    <a:pt x="773" y="0"/>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9" name="Google Shape;13479;p37"/>
            <p:cNvSpPr/>
            <p:nvPr/>
          </p:nvSpPr>
          <p:spPr>
            <a:xfrm>
              <a:off x="6514175" y="485075"/>
              <a:ext cx="15075" cy="9675"/>
            </a:xfrm>
            <a:custGeom>
              <a:avLst/>
              <a:gdLst/>
              <a:ahLst/>
              <a:cxnLst/>
              <a:rect l="l" t="t" r="r" b="b"/>
              <a:pathLst>
                <a:path w="603" h="387" extrusionOk="0">
                  <a:moveTo>
                    <a:pt x="87" y="0"/>
                  </a:moveTo>
                  <a:lnTo>
                    <a:pt x="44" y="43"/>
                  </a:lnTo>
                  <a:lnTo>
                    <a:pt x="1" y="86"/>
                  </a:lnTo>
                  <a:lnTo>
                    <a:pt x="1" y="129"/>
                  </a:lnTo>
                  <a:lnTo>
                    <a:pt x="44" y="172"/>
                  </a:lnTo>
                  <a:lnTo>
                    <a:pt x="302" y="258"/>
                  </a:lnTo>
                  <a:lnTo>
                    <a:pt x="516" y="387"/>
                  </a:lnTo>
                  <a:lnTo>
                    <a:pt x="559" y="387"/>
                  </a:lnTo>
                  <a:lnTo>
                    <a:pt x="602" y="344"/>
                  </a:lnTo>
                  <a:lnTo>
                    <a:pt x="602" y="301"/>
                  </a:lnTo>
                  <a:lnTo>
                    <a:pt x="602" y="258"/>
                  </a:lnTo>
                  <a:lnTo>
                    <a:pt x="345" y="129"/>
                  </a:lnTo>
                  <a:lnTo>
                    <a:pt x="87" y="0"/>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0" name="Google Shape;13480;p37"/>
            <p:cNvSpPr/>
            <p:nvPr/>
          </p:nvSpPr>
          <p:spPr>
            <a:xfrm>
              <a:off x="6424000" y="477550"/>
              <a:ext cx="17200" cy="4325"/>
            </a:xfrm>
            <a:custGeom>
              <a:avLst/>
              <a:gdLst/>
              <a:ahLst/>
              <a:cxnLst/>
              <a:rect l="l" t="t" r="r" b="b"/>
              <a:pathLst>
                <a:path w="688" h="173" extrusionOk="0">
                  <a:moveTo>
                    <a:pt x="601" y="1"/>
                  </a:moveTo>
                  <a:lnTo>
                    <a:pt x="86" y="44"/>
                  </a:lnTo>
                  <a:lnTo>
                    <a:pt x="43" y="44"/>
                  </a:lnTo>
                  <a:lnTo>
                    <a:pt x="0" y="87"/>
                  </a:lnTo>
                  <a:lnTo>
                    <a:pt x="43" y="173"/>
                  </a:lnTo>
                  <a:lnTo>
                    <a:pt x="601" y="173"/>
                  </a:lnTo>
                  <a:lnTo>
                    <a:pt x="644" y="130"/>
                  </a:lnTo>
                  <a:lnTo>
                    <a:pt x="687" y="87"/>
                  </a:lnTo>
                  <a:lnTo>
                    <a:pt x="644" y="44"/>
                  </a:lnTo>
                  <a:lnTo>
                    <a:pt x="601" y="1"/>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1" name="Google Shape;13481;p37"/>
            <p:cNvSpPr/>
            <p:nvPr/>
          </p:nvSpPr>
          <p:spPr>
            <a:xfrm>
              <a:off x="6375675" y="321875"/>
              <a:ext cx="316775" cy="296375"/>
            </a:xfrm>
            <a:custGeom>
              <a:avLst/>
              <a:gdLst/>
              <a:ahLst/>
              <a:cxnLst/>
              <a:rect l="l" t="t" r="r" b="b"/>
              <a:pathLst>
                <a:path w="12671" h="11855" extrusionOk="0">
                  <a:moveTo>
                    <a:pt x="3393" y="0"/>
                  </a:moveTo>
                  <a:lnTo>
                    <a:pt x="2878" y="43"/>
                  </a:lnTo>
                  <a:lnTo>
                    <a:pt x="2406" y="129"/>
                  </a:lnTo>
                  <a:lnTo>
                    <a:pt x="1976" y="258"/>
                  </a:lnTo>
                  <a:lnTo>
                    <a:pt x="1547" y="430"/>
                  </a:lnTo>
                  <a:lnTo>
                    <a:pt x="1160" y="644"/>
                  </a:lnTo>
                  <a:lnTo>
                    <a:pt x="817" y="902"/>
                  </a:lnTo>
                  <a:lnTo>
                    <a:pt x="516" y="1246"/>
                  </a:lnTo>
                  <a:lnTo>
                    <a:pt x="301" y="1589"/>
                  </a:lnTo>
                  <a:lnTo>
                    <a:pt x="129" y="2019"/>
                  </a:lnTo>
                  <a:lnTo>
                    <a:pt x="43" y="2491"/>
                  </a:lnTo>
                  <a:lnTo>
                    <a:pt x="0" y="2964"/>
                  </a:lnTo>
                  <a:lnTo>
                    <a:pt x="43" y="3350"/>
                  </a:lnTo>
                  <a:lnTo>
                    <a:pt x="129" y="3737"/>
                  </a:lnTo>
                  <a:lnTo>
                    <a:pt x="258" y="4037"/>
                  </a:lnTo>
                  <a:lnTo>
                    <a:pt x="430" y="4338"/>
                  </a:lnTo>
                  <a:lnTo>
                    <a:pt x="602" y="4639"/>
                  </a:lnTo>
                  <a:lnTo>
                    <a:pt x="859" y="4853"/>
                  </a:lnTo>
                  <a:lnTo>
                    <a:pt x="1074" y="5111"/>
                  </a:lnTo>
                  <a:lnTo>
                    <a:pt x="1375" y="5283"/>
                  </a:lnTo>
                  <a:lnTo>
                    <a:pt x="1676" y="5455"/>
                  </a:lnTo>
                  <a:lnTo>
                    <a:pt x="1976" y="5626"/>
                  </a:lnTo>
                  <a:lnTo>
                    <a:pt x="2663" y="5884"/>
                  </a:lnTo>
                  <a:lnTo>
                    <a:pt x="3393" y="6056"/>
                  </a:lnTo>
                  <a:lnTo>
                    <a:pt x="4167" y="6185"/>
                  </a:lnTo>
                  <a:lnTo>
                    <a:pt x="4897" y="6271"/>
                  </a:lnTo>
                  <a:lnTo>
                    <a:pt x="5627" y="6314"/>
                  </a:lnTo>
                  <a:lnTo>
                    <a:pt x="6314" y="6314"/>
                  </a:lnTo>
                  <a:lnTo>
                    <a:pt x="6915" y="6271"/>
                  </a:lnTo>
                  <a:lnTo>
                    <a:pt x="7817" y="6228"/>
                  </a:lnTo>
                  <a:lnTo>
                    <a:pt x="8161" y="6185"/>
                  </a:lnTo>
                  <a:lnTo>
                    <a:pt x="8333" y="8891"/>
                  </a:lnTo>
                  <a:lnTo>
                    <a:pt x="8762" y="9921"/>
                  </a:lnTo>
                  <a:lnTo>
                    <a:pt x="8719" y="11854"/>
                  </a:lnTo>
                  <a:lnTo>
                    <a:pt x="9879" y="10823"/>
                  </a:lnTo>
                  <a:lnTo>
                    <a:pt x="10394" y="10351"/>
                  </a:lnTo>
                  <a:lnTo>
                    <a:pt x="10867" y="9878"/>
                  </a:lnTo>
                  <a:lnTo>
                    <a:pt x="11253" y="9363"/>
                  </a:lnTo>
                  <a:lnTo>
                    <a:pt x="11640" y="8891"/>
                  </a:lnTo>
                  <a:lnTo>
                    <a:pt x="11940" y="8418"/>
                  </a:lnTo>
                  <a:lnTo>
                    <a:pt x="12198" y="7946"/>
                  </a:lnTo>
                  <a:lnTo>
                    <a:pt x="12413" y="7473"/>
                  </a:lnTo>
                  <a:lnTo>
                    <a:pt x="12542" y="7001"/>
                  </a:lnTo>
                  <a:lnTo>
                    <a:pt x="12628" y="6485"/>
                  </a:lnTo>
                  <a:lnTo>
                    <a:pt x="12671" y="6013"/>
                  </a:lnTo>
                  <a:lnTo>
                    <a:pt x="12628" y="5498"/>
                  </a:lnTo>
                  <a:lnTo>
                    <a:pt x="12542" y="4939"/>
                  </a:lnTo>
                  <a:lnTo>
                    <a:pt x="12370" y="4381"/>
                  </a:lnTo>
                  <a:lnTo>
                    <a:pt x="12155" y="3823"/>
                  </a:lnTo>
                  <a:lnTo>
                    <a:pt x="12026" y="3565"/>
                  </a:lnTo>
                  <a:lnTo>
                    <a:pt x="11855" y="3264"/>
                  </a:lnTo>
                  <a:lnTo>
                    <a:pt x="11468" y="2792"/>
                  </a:lnTo>
                  <a:lnTo>
                    <a:pt x="11038" y="2405"/>
                  </a:lnTo>
                  <a:lnTo>
                    <a:pt x="10566" y="2062"/>
                  </a:lnTo>
                  <a:lnTo>
                    <a:pt x="10051" y="1761"/>
                  </a:lnTo>
                  <a:lnTo>
                    <a:pt x="9535" y="1503"/>
                  </a:lnTo>
                  <a:lnTo>
                    <a:pt x="9020" y="1289"/>
                  </a:lnTo>
                  <a:lnTo>
                    <a:pt x="8462" y="1117"/>
                  </a:lnTo>
                  <a:lnTo>
                    <a:pt x="7946" y="988"/>
                  </a:lnTo>
                  <a:lnTo>
                    <a:pt x="7474" y="902"/>
                  </a:lnTo>
                  <a:lnTo>
                    <a:pt x="6615" y="816"/>
                  </a:lnTo>
                  <a:lnTo>
                    <a:pt x="6056" y="773"/>
                  </a:lnTo>
                  <a:lnTo>
                    <a:pt x="5842" y="773"/>
                  </a:lnTo>
                  <a:lnTo>
                    <a:pt x="5369" y="515"/>
                  </a:lnTo>
                  <a:lnTo>
                    <a:pt x="4897" y="301"/>
                  </a:lnTo>
                  <a:lnTo>
                    <a:pt x="4381" y="129"/>
                  </a:lnTo>
                  <a:lnTo>
                    <a:pt x="3866" y="43"/>
                  </a:lnTo>
                  <a:lnTo>
                    <a:pt x="33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2" name="Google Shape;13482;p37"/>
            <p:cNvSpPr/>
            <p:nvPr/>
          </p:nvSpPr>
          <p:spPr>
            <a:xfrm>
              <a:off x="6585050" y="511925"/>
              <a:ext cx="80550" cy="80550"/>
            </a:xfrm>
            <a:custGeom>
              <a:avLst/>
              <a:gdLst/>
              <a:ahLst/>
              <a:cxnLst/>
              <a:rect l="l" t="t" r="r" b="b"/>
              <a:pathLst>
                <a:path w="3222" h="3222" extrusionOk="0">
                  <a:moveTo>
                    <a:pt x="1461" y="0"/>
                  </a:moveTo>
                  <a:lnTo>
                    <a:pt x="1117" y="86"/>
                  </a:lnTo>
                  <a:lnTo>
                    <a:pt x="860" y="172"/>
                  </a:lnTo>
                  <a:lnTo>
                    <a:pt x="602" y="344"/>
                  </a:lnTo>
                  <a:lnTo>
                    <a:pt x="344" y="558"/>
                  </a:lnTo>
                  <a:lnTo>
                    <a:pt x="172" y="816"/>
                  </a:lnTo>
                  <a:lnTo>
                    <a:pt x="44" y="1117"/>
                  </a:lnTo>
                  <a:lnTo>
                    <a:pt x="1" y="1417"/>
                  </a:lnTo>
                  <a:lnTo>
                    <a:pt x="1" y="1761"/>
                  </a:lnTo>
                  <a:lnTo>
                    <a:pt x="44" y="2062"/>
                  </a:lnTo>
                  <a:lnTo>
                    <a:pt x="172" y="2362"/>
                  </a:lnTo>
                  <a:lnTo>
                    <a:pt x="344" y="2620"/>
                  </a:lnTo>
                  <a:lnTo>
                    <a:pt x="559" y="2835"/>
                  </a:lnTo>
                  <a:lnTo>
                    <a:pt x="817" y="3007"/>
                  </a:lnTo>
                  <a:lnTo>
                    <a:pt x="1117" y="3135"/>
                  </a:lnTo>
                  <a:lnTo>
                    <a:pt x="1418" y="3221"/>
                  </a:lnTo>
                  <a:lnTo>
                    <a:pt x="1762" y="3221"/>
                  </a:lnTo>
                  <a:lnTo>
                    <a:pt x="2062" y="3178"/>
                  </a:lnTo>
                  <a:lnTo>
                    <a:pt x="2363" y="3049"/>
                  </a:lnTo>
                  <a:lnTo>
                    <a:pt x="2621" y="2878"/>
                  </a:lnTo>
                  <a:lnTo>
                    <a:pt x="2835" y="2663"/>
                  </a:lnTo>
                  <a:lnTo>
                    <a:pt x="3007" y="2405"/>
                  </a:lnTo>
                  <a:lnTo>
                    <a:pt x="3136" y="2105"/>
                  </a:lnTo>
                  <a:lnTo>
                    <a:pt x="3222" y="1804"/>
                  </a:lnTo>
                  <a:lnTo>
                    <a:pt x="3222" y="1460"/>
                  </a:lnTo>
                  <a:lnTo>
                    <a:pt x="3179" y="1160"/>
                  </a:lnTo>
                  <a:lnTo>
                    <a:pt x="3050" y="859"/>
                  </a:lnTo>
                  <a:lnTo>
                    <a:pt x="2878" y="601"/>
                  </a:lnTo>
                  <a:lnTo>
                    <a:pt x="2663" y="387"/>
                  </a:lnTo>
                  <a:lnTo>
                    <a:pt x="2406" y="215"/>
                  </a:lnTo>
                  <a:lnTo>
                    <a:pt x="2105" y="86"/>
                  </a:lnTo>
                  <a:lnTo>
                    <a:pt x="1762"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3" name="Google Shape;13483;p37"/>
            <p:cNvSpPr/>
            <p:nvPr/>
          </p:nvSpPr>
          <p:spPr>
            <a:xfrm>
              <a:off x="6601150" y="531250"/>
              <a:ext cx="32250" cy="25775"/>
            </a:xfrm>
            <a:custGeom>
              <a:avLst/>
              <a:gdLst/>
              <a:ahLst/>
              <a:cxnLst/>
              <a:rect l="l" t="t" r="r" b="b"/>
              <a:pathLst>
                <a:path w="1290" h="1031" extrusionOk="0">
                  <a:moveTo>
                    <a:pt x="774" y="0"/>
                  </a:moveTo>
                  <a:lnTo>
                    <a:pt x="516" y="86"/>
                  </a:lnTo>
                  <a:lnTo>
                    <a:pt x="302" y="215"/>
                  </a:lnTo>
                  <a:lnTo>
                    <a:pt x="216" y="344"/>
                  </a:lnTo>
                  <a:lnTo>
                    <a:pt x="130" y="516"/>
                  </a:lnTo>
                  <a:lnTo>
                    <a:pt x="44" y="816"/>
                  </a:lnTo>
                  <a:lnTo>
                    <a:pt x="1" y="945"/>
                  </a:lnTo>
                  <a:lnTo>
                    <a:pt x="44" y="1031"/>
                  </a:lnTo>
                  <a:lnTo>
                    <a:pt x="130" y="1031"/>
                  </a:lnTo>
                  <a:lnTo>
                    <a:pt x="130" y="945"/>
                  </a:lnTo>
                  <a:lnTo>
                    <a:pt x="173" y="945"/>
                  </a:lnTo>
                  <a:lnTo>
                    <a:pt x="173" y="902"/>
                  </a:lnTo>
                  <a:lnTo>
                    <a:pt x="173" y="859"/>
                  </a:lnTo>
                  <a:lnTo>
                    <a:pt x="216" y="644"/>
                  </a:lnTo>
                  <a:lnTo>
                    <a:pt x="302" y="473"/>
                  </a:lnTo>
                  <a:lnTo>
                    <a:pt x="387" y="344"/>
                  </a:lnTo>
                  <a:lnTo>
                    <a:pt x="516" y="258"/>
                  </a:lnTo>
                  <a:lnTo>
                    <a:pt x="645" y="172"/>
                  </a:lnTo>
                  <a:lnTo>
                    <a:pt x="946" y="129"/>
                  </a:lnTo>
                  <a:lnTo>
                    <a:pt x="1203" y="172"/>
                  </a:lnTo>
                  <a:lnTo>
                    <a:pt x="1246" y="172"/>
                  </a:lnTo>
                  <a:lnTo>
                    <a:pt x="1289" y="129"/>
                  </a:lnTo>
                  <a:lnTo>
                    <a:pt x="1289" y="86"/>
                  </a:lnTo>
                  <a:lnTo>
                    <a:pt x="1246" y="43"/>
                  </a:lnTo>
                  <a:lnTo>
                    <a:pt x="989" y="0"/>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4" name="Google Shape;13484;p37"/>
          <p:cNvGrpSpPr/>
          <p:nvPr/>
        </p:nvGrpSpPr>
        <p:grpSpPr>
          <a:xfrm rot="-813593">
            <a:off x="1218129" y="1819863"/>
            <a:ext cx="731886" cy="2411077"/>
            <a:chOff x="1512725" y="1813275"/>
            <a:chExt cx="423075" cy="1393750"/>
          </a:xfrm>
        </p:grpSpPr>
        <p:sp>
          <p:nvSpPr>
            <p:cNvPr id="13485" name="Google Shape;13485;p37"/>
            <p:cNvSpPr/>
            <p:nvPr/>
          </p:nvSpPr>
          <p:spPr>
            <a:xfrm>
              <a:off x="1512725" y="2360875"/>
              <a:ext cx="404825" cy="126725"/>
            </a:xfrm>
            <a:custGeom>
              <a:avLst/>
              <a:gdLst/>
              <a:ahLst/>
              <a:cxnLst/>
              <a:rect l="l" t="t" r="r" b="b"/>
              <a:pathLst>
                <a:path w="16193" h="5069" extrusionOk="0">
                  <a:moveTo>
                    <a:pt x="9020" y="1"/>
                  </a:moveTo>
                  <a:lnTo>
                    <a:pt x="7689" y="44"/>
                  </a:lnTo>
                  <a:lnTo>
                    <a:pt x="6400" y="130"/>
                  </a:lnTo>
                  <a:lnTo>
                    <a:pt x="5155" y="216"/>
                  </a:lnTo>
                  <a:lnTo>
                    <a:pt x="3995" y="345"/>
                  </a:lnTo>
                  <a:lnTo>
                    <a:pt x="2019" y="602"/>
                  </a:lnTo>
                  <a:lnTo>
                    <a:pt x="645" y="774"/>
                  </a:lnTo>
                  <a:lnTo>
                    <a:pt x="130" y="860"/>
                  </a:lnTo>
                  <a:lnTo>
                    <a:pt x="44" y="1461"/>
                  </a:lnTo>
                  <a:lnTo>
                    <a:pt x="1" y="2062"/>
                  </a:lnTo>
                  <a:lnTo>
                    <a:pt x="44" y="2750"/>
                  </a:lnTo>
                  <a:lnTo>
                    <a:pt x="87" y="3136"/>
                  </a:lnTo>
                  <a:lnTo>
                    <a:pt x="130" y="3480"/>
                  </a:lnTo>
                  <a:lnTo>
                    <a:pt x="259" y="3823"/>
                  </a:lnTo>
                  <a:lnTo>
                    <a:pt x="387" y="4167"/>
                  </a:lnTo>
                  <a:lnTo>
                    <a:pt x="602" y="4425"/>
                  </a:lnTo>
                  <a:lnTo>
                    <a:pt x="860" y="4682"/>
                  </a:lnTo>
                  <a:lnTo>
                    <a:pt x="1160" y="4854"/>
                  </a:lnTo>
                  <a:lnTo>
                    <a:pt x="1504" y="4983"/>
                  </a:lnTo>
                  <a:lnTo>
                    <a:pt x="1891" y="5026"/>
                  </a:lnTo>
                  <a:lnTo>
                    <a:pt x="2234" y="5069"/>
                  </a:lnTo>
                  <a:lnTo>
                    <a:pt x="2535" y="5069"/>
                  </a:lnTo>
                  <a:lnTo>
                    <a:pt x="2878" y="5026"/>
                  </a:lnTo>
                  <a:lnTo>
                    <a:pt x="3437" y="4940"/>
                  </a:lnTo>
                  <a:lnTo>
                    <a:pt x="3952" y="4768"/>
                  </a:lnTo>
                  <a:lnTo>
                    <a:pt x="5069" y="4339"/>
                  </a:lnTo>
                  <a:lnTo>
                    <a:pt x="5756" y="4167"/>
                  </a:lnTo>
                  <a:lnTo>
                    <a:pt x="6529" y="4038"/>
                  </a:lnTo>
                  <a:lnTo>
                    <a:pt x="7302" y="3952"/>
                  </a:lnTo>
                  <a:lnTo>
                    <a:pt x="7946" y="3952"/>
                  </a:lnTo>
                  <a:lnTo>
                    <a:pt x="8505" y="3995"/>
                  </a:lnTo>
                  <a:lnTo>
                    <a:pt x="8977" y="4124"/>
                  </a:lnTo>
                  <a:lnTo>
                    <a:pt x="9450" y="4253"/>
                  </a:lnTo>
                  <a:lnTo>
                    <a:pt x="9965" y="4425"/>
                  </a:lnTo>
                  <a:lnTo>
                    <a:pt x="11254" y="4811"/>
                  </a:lnTo>
                  <a:lnTo>
                    <a:pt x="11640" y="4940"/>
                  </a:lnTo>
                  <a:lnTo>
                    <a:pt x="12113" y="4983"/>
                  </a:lnTo>
                  <a:lnTo>
                    <a:pt x="12585" y="5026"/>
                  </a:lnTo>
                  <a:lnTo>
                    <a:pt x="13057" y="4983"/>
                  </a:lnTo>
                  <a:lnTo>
                    <a:pt x="13573" y="4940"/>
                  </a:lnTo>
                  <a:lnTo>
                    <a:pt x="14045" y="4854"/>
                  </a:lnTo>
                  <a:lnTo>
                    <a:pt x="14518" y="4725"/>
                  </a:lnTo>
                  <a:lnTo>
                    <a:pt x="14947" y="4554"/>
                  </a:lnTo>
                  <a:lnTo>
                    <a:pt x="15377" y="4296"/>
                  </a:lnTo>
                  <a:lnTo>
                    <a:pt x="15677" y="4038"/>
                  </a:lnTo>
                  <a:lnTo>
                    <a:pt x="15935" y="3695"/>
                  </a:lnTo>
                  <a:lnTo>
                    <a:pt x="16064" y="3480"/>
                  </a:lnTo>
                  <a:lnTo>
                    <a:pt x="16107" y="3308"/>
                  </a:lnTo>
                  <a:lnTo>
                    <a:pt x="16193" y="3093"/>
                  </a:lnTo>
                  <a:lnTo>
                    <a:pt x="16193" y="2836"/>
                  </a:lnTo>
                  <a:lnTo>
                    <a:pt x="16193" y="2578"/>
                  </a:lnTo>
                  <a:lnTo>
                    <a:pt x="16150" y="2320"/>
                  </a:lnTo>
                  <a:lnTo>
                    <a:pt x="16107" y="2062"/>
                  </a:lnTo>
                  <a:lnTo>
                    <a:pt x="16021" y="1762"/>
                  </a:lnTo>
                  <a:lnTo>
                    <a:pt x="15892" y="1418"/>
                  </a:lnTo>
                  <a:lnTo>
                    <a:pt x="15720" y="1118"/>
                  </a:lnTo>
                  <a:lnTo>
                    <a:pt x="15334" y="903"/>
                  </a:lnTo>
                  <a:lnTo>
                    <a:pt x="14861" y="731"/>
                  </a:lnTo>
                  <a:lnTo>
                    <a:pt x="14389" y="559"/>
                  </a:lnTo>
                  <a:lnTo>
                    <a:pt x="13874" y="430"/>
                  </a:lnTo>
                  <a:lnTo>
                    <a:pt x="12800" y="216"/>
                  </a:lnTo>
                  <a:lnTo>
                    <a:pt x="11597" y="87"/>
                  </a:lnTo>
                  <a:lnTo>
                    <a:pt x="10309" y="44"/>
                  </a:lnTo>
                  <a:lnTo>
                    <a:pt x="90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6" name="Google Shape;13486;p37"/>
            <p:cNvSpPr/>
            <p:nvPr/>
          </p:nvSpPr>
          <p:spPr>
            <a:xfrm>
              <a:off x="1512725" y="2413500"/>
              <a:ext cx="404825" cy="74100"/>
            </a:xfrm>
            <a:custGeom>
              <a:avLst/>
              <a:gdLst/>
              <a:ahLst/>
              <a:cxnLst/>
              <a:rect l="l" t="t" r="r" b="b"/>
              <a:pathLst>
                <a:path w="16193" h="2964" extrusionOk="0">
                  <a:moveTo>
                    <a:pt x="1" y="0"/>
                  </a:moveTo>
                  <a:lnTo>
                    <a:pt x="1" y="430"/>
                  </a:lnTo>
                  <a:lnTo>
                    <a:pt x="44" y="859"/>
                  </a:lnTo>
                  <a:lnTo>
                    <a:pt x="130" y="1332"/>
                  </a:lnTo>
                  <a:lnTo>
                    <a:pt x="259" y="1761"/>
                  </a:lnTo>
                  <a:lnTo>
                    <a:pt x="473" y="2148"/>
                  </a:lnTo>
                  <a:lnTo>
                    <a:pt x="559" y="2320"/>
                  </a:lnTo>
                  <a:lnTo>
                    <a:pt x="731" y="2449"/>
                  </a:lnTo>
                  <a:lnTo>
                    <a:pt x="860" y="2577"/>
                  </a:lnTo>
                  <a:lnTo>
                    <a:pt x="1075" y="2706"/>
                  </a:lnTo>
                  <a:lnTo>
                    <a:pt x="1289" y="2792"/>
                  </a:lnTo>
                  <a:lnTo>
                    <a:pt x="1504" y="2878"/>
                  </a:lnTo>
                  <a:lnTo>
                    <a:pt x="1891" y="2921"/>
                  </a:lnTo>
                  <a:lnTo>
                    <a:pt x="2234" y="2964"/>
                  </a:lnTo>
                  <a:lnTo>
                    <a:pt x="2535" y="2964"/>
                  </a:lnTo>
                  <a:lnTo>
                    <a:pt x="2878" y="2921"/>
                  </a:lnTo>
                  <a:lnTo>
                    <a:pt x="3437" y="2835"/>
                  </a:lnTo>
                  <a:lnTo>
                    <a:pt x="3952" y="2663"/>
                  </a:lnTo>
                  <a:lnTo>
                    <a:pt x="5069" y="2234"/>
                  </a:lnTo>
                  <a:lnTo>
                    <a:pt x="5756" y="2062"/>
                  </a:lnTo>
                  <a:lnTo>
                    <a:pt x="6529" y="1933"/>
                  </a:lnTo>
                  <a:lnTo>
                    <a:pt x="7302" y="1847"/>
                  </a:lnTo>
                  <a:lnTo>
                    <a:pt x="7946" y="1847"/>
                  </a:lnTo>
                  <a:lnTo>
                    <a:pt x="8505" y="1890"/>
                  </a:lnTo>
                  <a:lnTo>
                    <a:pt x="8977" y="2019"/>
                  </a:lnTo>
                  <a:lnTo>
                    <a:pt x="9450" y="2148"/>
                  </a:lnTo>
                  <a:lnTo>
                    <a:pt x="9965" y="2320"/>
                  </a:lnTo>
                  <a:lnTo>
                    <a:pt x="11254" y="2706"/>
                  </a:lnTo>
                  <a:lnTo>
                    <a:pt x="11597" y="2792"/>
                  </a:lnTo>
                  <a:lnTo>
                    <a:pt x="11984" y="2878"/>
                  </a:lnTo>
                  <a:lnTo>
                    <a:pt x="12370" y="2921"/>
                  </a:lnTo>
                  <a:lnTo>
                    <a:pt x="12800" y="2921"/>
                  </a:lnTo>
                  <a:lnTo>
                    <a:pt x="13229" y="2878"/>
                  </a:lnTo>
                  <a:lnTo>
                    <a:pt x="13659" y="2835"/>
                  </a:lnTo>
                  <a:lnTo>
                    <a:pt x="14088" y="2749"/>
                  </a:lnTo>
                  <a:lnTo>
                    <a:pt x="14475" y="2620"/>
                  </a:lnTo>
                  <a:lnTo>
                    <a:pt x="14861" y="2492"/>
                  </a:lnTo>
                  <a:lnTo>
                    <a:pt x="15205" y="2277"/>
                  </a:lnTo>
                  <a:lnTo>
                    <a:pt x="15549" y="2062"/>
                  </a:lnTo>
                  <a:lnTo>
                    <a:pt x="15806" y="1804"/>
                  </a:lnTo>
                  <a:lnTo>
                    <a:pt x="15978" y="1504"/>
                  </a:lnTo>
                  <a:lnTo>
                    <a:pt x="16150" y="1160"/>
                  </a:lnTo>
                  <a:lnTo>
                    <a:pt x="16193" y="774"/>
                  </a:lnTo>
                  <a:lnTo>
                    <a:pt x="16193" y="301"/>
                  </a:lnTo>
                  <a:lnTo>
                    <a:pt x="16107" y="688"/>
                  </a:lnTo>
                  <a:lnTo>
                    <a:pt x="15978" y="988"/>
                  </a:lnTo>
                  <a:lnTo>
                    <a:pt x="15763" y="1246"/>
                  </a:lnTo>
                  <a:lnTo>
                    <a:pt x="15549" y="1504"/>
                  </a:lnTo>
                  <a:lnTo>
                    <a:pt x="15248" y="1718"/>
                  </a:lnTo>
                  <a:lnTo>
                    <a:pt x="14947" y="1890"/>
                  </a:lnTo>
                  <a:lnTo>
                    <a:pt x="14604" y="2062"/>
                  </a:lnTo>
                  <a:lnTo>
                    <a:pt x="14217" y="2148"/>
                  </a:lnTo>
                  <a:lnTo>
                    <a:pt x="13831" y="2277"/>
                  </a:lnTo>
                  <a:lnTo>
                    <a:pt x="13444" y="2320"/>
                  </a:lnTo>
                  <a:lnTo>
                    <a:pt x="12671" y="2363"/>
                  </a:lnTo>
                  <a:lnTo>
                    <a:pt x="11898" y="2320"/>
                  </a:lnTo>
                  <a:lnTo>
                    <a:pt x="11254" y="2191"/>
                  </a:lnTo>
                  <a:lnTo>
                    <a:pt x="9965" y="1761"/>
                  </a:lnTo>
                  <a:lnTo>
                    <a:pt x="9450" y="1590"/>
                  </a:lnTo>
                  <a:lnTo>
                    <a:pt x="8977" y="1461"/>
                  </a:lnTo>
                  <a:lnTo>
                    <a:pt x="8462" y="1375"/>
                  </a:lnTo>
                  <a:lnTo>
                    <a:pt x="7946" y="1332"/>
                  </a:lnTo>
                  <a:lnTo>
                    <a:pt x="7302" y="1332"/>
                  </a:lnTo>
                  <a:lnTo>
                    <a:pt x="6529" y="1375"/>
                  </a:lnTo>
                  <a:lnTo>
                    <a:pt x="5756" y="1547"/>
                  </a:lnTo>
                  <a:lnTo>
                    <a:pt x="5069" y="1718"/>
                  </a:lnTo>
                  <a:lnTo>
                    <a:pt x="3952" y="2105"/>
                  </a:lnTo>
                  <a:lnTo>
                    <a:pt x="3394" y="2277"/>
                  </a:lnTo>
                  <a:lnTo>
                    <a:pt x="2836" y="2406"/>
                  </a:lnTo>
                  <a:lnTo>
                    <a:pt x="2234" y="2406"/>
                  </a:lnTo>
                  <a:lnTo>
                    <a:pt x="1891" y="2363"/>
                  </a:lnTo>
                  <a:lnTo>
                    <a:pt x="1504" y="2320"/>
                  </a:lnTo>
                  <a:lnTo>
                    <a:pt x="1118" y="2191"/>
                  </a:lnTo>
                  <a:lnTo>
                    <a:pt x="817" y="2019"/>
                  </a:lnTo>
                  <a:lnTo>
                    <a:pt x="559" y="1761"/>
                  </a:lnTo>
                  <a:lnTo>
                    <a:pt x="387" y="1461"/>
                  </a:lnTo>
                  <a:lnTo>
                    <a:pt x="216" y="1117"/>
                  </a:lnTo>
                  <a:lnTo>
                    <a:pt x="130" y="731"/>
                  </a:lnTo>
                  <a:lnTo>
                    <a:pt x="44" y="34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7" name="Google Shape;13487;p37"/>
            <p:cNvSpPr/>
            <p:nvPr/>
          </p:nvSpPr>
          <p:spPr>
            <a:xfrm>
              <a:off x="1513800" y="2482225"/>
              <a:ext cx="422000" cy="139600"/>
            </a:xfrm>
            <a:custGeom>
              <a:avLst/>
              <a:gdLst/>
              <a:ahLst/>
              <a:cxnLst/>
              <a:rect l="l" t="t" r="r" b="b"/>
              <a:pathLst>
                <a:path w="16880" h="5584" extrusionOk="0">
                  <a:moveTo>
                    <a:pt x="8419" y="0"/>
                  </a:moveTo>
                  <a:lnTo>
                    <a:pt x="8075" y="43"/>
                  </a:lnTo>
                  <a:lnTo>
                    <a:pt x="7775" y="86"/>
                  </a:lnTo>
                  <a:lnTo>
                    <a:pt x="7431" y="129"/>
                  </a:lnTo>
                  <a:lnTo>
                    <a:pt x="6830" y="301"/>
                  </a:lnTo>
                  <a:lnTo>
                    <a:pt x="6228" y="559"/>
                  </a:lnTo>
                  <a:lnTo>
                    <a:pt x="5670" y="902"/>
                  </a:lnTo>
                  <a:lnTo>
                    <a:pt x="5155" y="1203"/>
                  </a:lnTo>
                  <a:lnTo>
                    <a:pt x="4897" y="1375"/>
                  </a:lnTo>
                  <a:lnTo>
                    <a:pt x="4682" y="1460"/>
                  </a:lnTo>
                  <a:lnTo>
                    <a:pt x="4468" y="1503"/>
                  </a:lnTo>
                  <a:lnTo>
                    <a:pt x="4253" y="1503"/>
                  </a:lnTo>
                  <a:lnTo>
                    <a:pt x="3780" y="1460"/>
                  </a:lnTo>
                  <a:lnTo>
                    <a:pt x="3351" y="1332"/>
                  </a:lnTo>
                  <a:lnTo>
                    <a:pt x="2878" y="1203"/>
                  </a:lnTo>
                  <a:lnTo>
                    <a:pt x="2406" y="1074"/>
                  </a:lnTo>
                  <a:lnTo>
                    <a:pt x="2105" y="1074"/>
                  </a:lnTo>
                  <a:lnTo>
                    <a:pt x="1848" y="1117"/>
                  </a:lnTo>
                  <a:lnTo>
                    <a:pt x="1547" y="1160"/>
                  </a:lnTo>
                  <a:lnTo>
                    <a:pt x="1246" y="1289"/>
                  </a:lnTo>
                  <a:lnTo>
                    <a:pt x="946" y="1418"/>
                  </a:lnTo>
                  <a:lnTo>
                    <a:pt x="731" y="1632"/>
                  </a:lnTo>
                  <a:lnTo>
                    <a:pt x="516" y="1847"/>
                  </a:lnTo>
                  <a:lnTo>
                    <a:pt x="344" y="2105"/>
                  </a:lnTo>
                  <a:lnTo>
                    <a:pt x="216" y="2405"/>
                  </a:lnTo>
                  <a:lnTo>
                    <a:pt x="130" y="2663"/>
                  </a:lnTo>
                  <a:lnTo>
                    <a:pt x="44" y="3264"/>
                  </a:lnTo>
                  <a:lnTo>
                    <a:pt x="1" y="3823"/>
                  </a:lnTo>
                  <a:lnTo>
                    <a:pt x="44" y="4252"/>
                  </a:lnTo>
                  <a:lnTo>
                    <a:pt x="87" y="4682"/>
                  </a:lnTo>
                  <a:lnTo>
                    <a:pt x="344" y="4768"/>
                  </a:lnTo>
                  <a:lnTo>
                    <a:pt x="1117" y="4896"/>
                  </a:lnTo>
                  <a:lnTo>
                    <a:pt x="2363" y="5111"/>
                  </a:lnTo>
                  <a:lnTo>
                    <a:pt x="4124" y="5326"/>
                  </a:lnTo>
                  <a:lnTo>
                    <a:pt x="6400" y="5498"/>
                  </a:lnTo>
                  <a:lnTo>
                    <a:pt x="7732" y="5541"/>
                  </a:lnTo>
                  <a:lnTo>
                    <a:pt x="9192" y="5584"/>
                  </a:lnTo>
                  <a:lnTo>
                    <a:pt x="10781" y="5584"/>
                  </a:lnTo>
                  <a:lnTo>
                    <a:pt x="12499" y="5541"/>
                  </a:lnTo>
                  <a:lnTo>
                    <a:pt x="14346" y="5498"/>
                  </a:lnTo>
                  <a:lnTo>
                    <a:pt x="16279" y="5369"/>
                  </a:lnTo>
                  <a:lnTo>
                    <a:pt x="16536" y="4939"/>
                  </a:lnTo>
                  <a:lnTo>
                    <a:pt x="16665" y="4510"/>
                  </a:lnTo>
                  <a:lnTo>
                    <a:pt x="16794" y="4123"/>
                  </a:lnTo>
                  <a:lnTo>
                    <a:pt x="16837" y="3737"/>
                  </a:lnTo>
                  <a:lnTo>
                    <a:pt x="16880" y="3350"/>
                  </a:lnTo>
                  <a:lnTo>
                    <a:pt x="16837" y="3007"/>
                  </a:lnTo>
                  <a:lnTo>
                    <a:pt x="16751" y="2663"/>
                  </a:lnTo>
                  <a:lnTo>
                    <a:pt x="16665" y="2362"/>
                  </a:lnTo>
                  <a:lnTo>
                    <a:pt x="16536" y="2105"/>
                  </a:lnTo>
                  <a:lnTo>
                    <a:pt x="16407" y="1847"/>
                  </a:lnTo>
                  <a:lnTo>
                    <a:pt x="16236" y="1632"/>
                  </a:lnTo>
                  <a:lnTo>
                    <a:pt x="16064" y="1460"/>
                  </a:lnTo>
                  <a:lnTo>
                    <a:pt x="15892" y="1332"/>
                  </a:lnTo>
                  <a:lnTo>
                    <a:pt x="15720" y="1246"/>
                  </a:lnTo>
                  <a:lnTo>
                    <a:pt x="15548" y="1203"/>
                  </a:lnTo>
                  <a:lnTo>
                    <a:pt x="15377" y="1203"/>
                  </a:lnTo>
                  <a:lnTo>
                    <a:pt x="14389" y="1246"/>
                  </a:lnTo>
                  <a:lnTo>
                    <a:pt x="13014" y="1246"/>
                  </a:lnTo>
                  <a:lnTo>
                    <a:pt x="12241" y="1160"/>
                  </a:lnTo>
                  <a:lnTo>
                    <a:pt x="11468" y="988"/>
                  </a:lnTo>
                  <a:lnTo>
                    <a:pt x="10738" y="773"/>
                  </a:lnTo>
                  <a:lnTo>
                    <a:pt x="10395" y="644"/>
                  </a:lnTo>
                  <a:lnTo>
                    <a:pt x="10051" y="473"/>
                  </a:lnTo>
                  <a:lnTo>
                    <a:pt x="9750" y="301"/>
                  </a:lnTo>
                  <a:lnTo>
                    <a:pt x="9407" y="172"/>
                  </a:lnTo>
                  <a:lnTo>
                    <a:pt x="9063" y="86"/>
                  </a:lnTo>
                  <a:lnTo>
                    <a:pt x="8762" y="43"/>
                  </a:lnTo>
                  <a:lnTo>
                    <a:pt x="84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8" name="Google Shape;13488;p37"/>
            <p:cNvSpPr/>
            <p:nvPr/>
          </p:nvSpPr>
          <p:spPr>
            <a:xfrm>
              <a:off x="1513800" y="2482225"/>
              <a:ext cx="420925" cy="107400"/>
            </a:xfrm>
            <a:custGeom>
              <a:avLst/>
              <a:gdLst/>
              <a:ahLst/>
              <a:cxnLst/>
              <a:rect l="l" t="t" r="r" b="b"/>
              <a:pathLst>
                <a:path w="16837" h="4296" extrusionOk="0">
                  <a:moveTo>
                    <a:pt x="8419" y="0"/>
                  </a:moveTo>
                  <a:lnTo>
                    <a:pt x="8075" y="43"/>
                  </a:lnTo>
                  <a:lnTo>
                    <a:pt x="7775" y="86"/>
                  </a:lnTo>
                  <a:lnTo>
                    <a:pt x="7431" y="129"/>
                  </a:lnTo>
                  <a:lnTo>
                    <a:pt x="6830" y="301"/>
                  </a:lnTo>
                  <a:lnTo>
                    <a:pt x="6228" y="559"/>
                  </a:lnTo>
                  <a:lnTo>
                    <a:pt x="5670" y="902"/>
                  </a:lnTo>
                  <a:lnTo>
                    <a:pt x="5155" y="1203"/>
                  </a:lnTo>
                  <a:lnTo>
                    <a:pt x="4897" y="1375"/>
                  </a:lnTo>
                  <a:lnTo>
                    <a:pt x="4682" y="1460"/>
                  </a:lnTo>
                  <a:lnTo>
                    <a:pt x="4468" y="1503"/>
                  </a:lnTo>
                  <a:lnTo>
                    <a:pt x="4253" y="1503"/>
                  </a:lnTo>
                  <a:lnTo>
                    <a:pt x="3780" y="1460"/>
                  </a:lnTo>
                  <a:lnTo>
                    <a:pt x="3351" y="1332"/>
                  </a:lnTo>
                  <a:lnTo>
                    <a:pt x="2878" y="1203"/>
                  </a:lnTo>
                  <a:lnTo>
                    <a:pt x="2406" y="1074"/>
                  </a:lnTo>
                  <a:lnTo>
                    <a:pt x="2105" y="1074"/>
                  </a:lnTo>
                  <a:lnTo>
                    <a:pt x="1848" y="1117"/>
                  </a:lnTo>
                  <a:lnTo>
                    <a:pt x="1547" y="1160"/>
                  </a:lnTo>
                  <a:lnTo>
                    <a:pt x="1246" y="1289"/>
                  </a:lnTo>
                  <a:lnTo>
                    <a:pt x="1032" y="1375"/>
                  </a:lnTo>
                  <a:lnTo>
                    <a:pt x="817" y="1546"/>
                  </a:lnTo>
                  <a:lnTo>
                    <a:pt x="645" y="1675"/>
                  </a:lnTo>
                  <a:lnTo>
                    <a:pt x="516" y="1890"/>
                  </a:lnTo>
                  <a:lnTo>
                    <a:pt x="259" y="2277"/>
                  </a:lnTo>
                  <a:lnTo>
                    <a:pt x="130" y="2706"/>
                  </a:lnTo>
                  <a:lnTo>
                    <a:pt x="44" y="3178"/>
                  </a:lnTo>
                  <a:lnTo>
                    <a:pt x="1" y="3608"/>
                  </a:lnTo>
                  <a:lnTo>
                    <a:pt x="1" y="3994"/>
                  </a:lnTo>
                  <a:lnTo>
                    <a:pt x="44" y="4295"/>
                  </a:lnTo>
                  <a:lnTo>
                    <a:pt x="130" y="3694"/>
                  </a:lnTo>
                  <a:lnTo>
                    <a:pt x="216" y="3393"/>
                  </a:lnTo>
                  <a:lnTo>
                    <a:pt x="344" y="3093"/>
                  </a:lnTo>
                  <a:lnTo>
                    <a:pt x="516" y="2835"/>
                  </a:lnTo>
                  <a:lnTo>
                    <a:pt x="688" y="2577"/>
                  </a:lnTo>
                  <a:lnTo>
                    <a:pt x="946" y="2362"/>
                  </a:lnTo>
                  <a:lnTo>
                    <a:pt x="1246" y="2234"/>
                  </a:lnTo>
                  <a:lnTo>
                    <a:pt x="1590" y="2105"/>
                  </a:lnTo>
                  <a:lnTo>
                    <a:pt x="1848" y="2062"/>
                  </a:lnTo>
                  <a:lnTo>
                    <a:pt x="2148" y="2019"/>
                  </a:lnTo>
                  <a:lnTo>
                    <a:pt x="2406" y="2019"/>
                  </a:lnTo>
                  <a:lnTo>
                    <a:pt x="2921" y="2105"/>
                  </a:lnTo>
                  <a:lnTo>
                    <a:pt x="3351" y="2277"/>
                  </a:lnTo>
                  <a:lnTo>
                    <a:pt x="3823" y="2405"/>
                  </a:lnTo>
                  <a:lnTo>
                    <a:pt x="4253" y="2448"/>
                  </a:lnTo>
                  <a:lnTo>
                    <a:pt x="4468" y="2448"/>
                  </a:lnTo>
                  <a:lnTo>
                    <a:pt x="4682" y="2405"/>
                  </a:lnTo>
                  <a:lnTo>
                    <a:pt x="4940" y="2319"/>
                  </a:lnTo>
                  <a:lnTo>
                    <a:pt x="5155" y="2148"/>
                  </a:lnTo>
                  <a:lnTo>
                    <a:pt x="5670" y="1847"/>
                  </a:lnTo>
                  <a:lnTo>
                    <a:pt x="6228" y="1503"/>
                  </a:lnTo>
                  <a:lnTo>
                    <a:pt x="6830" y="1246"/>
                  </a:lnTo>
                  <a:lnTo>
                    <a:pt x="7474" y="1074"/>
                  </a:lnTo>
                  <a:lnTo>
                    <a:pt x="7775" y="988"/>
                  </a:lnTo>
                  <a:lnTo>
                    <a:pt x="8118" y="988"/>
                  </a:lnTo>
                  <a:lnTo>
                    <a:pt x="8419" y="945"/>
                  </a:lnTo>
                  <a:lnTo>
                    <a:pt x="8762" y="988"/>
                  </a:lnTo>
                  <a:lnTo>
                    <a:pt x="9106" y="1031"/>
                  </a:lnTo>
                  <a:lnTo>
                    <a:pt x="9407" y="1117"/>
                  </a:lnTo>
                  <a:lnTo>
                    <a:pt x="9750" y="1246"/>
                  </a:lnTo>
                  <a:lnTo>
                    <a:pt x="10051" y="1418"/>
                  </a:lnTo>
                  <a:lnTo>
                    <a:pt x="10395" y="1546"/>
                  </a:lnTo>
                  <a:lnTo>
                    <a:pt x="10738" y="1718"/>
                  </a:lnTo>
                  <a:lnTo>
                    <a:pt x="11511" y="1933"/>
                  </a:lnTo>
                  <a:lnTo>
                    <a:pt x="12241" y="2105"/>
                  </a:lnTo>
                  <a:lnTo>
                    <a:pt x="13014" y="2191"/>
                  </a:lnTo>
                  <a:lnTo>
                    <a:pt x="14389" y="2191"/>
                  </a:lnTo>
                  <a:lnTo>
                    <a:pt x="15377" y="2105"/>
                  </a:lnTo>
                  <a:lnTo>
                    <a:pt x="15591" y="2148"/>
                  </a:lnTo>
                  <a:lnTo>
                    <a:pt x="15806" y="2234"/>
                  </a:lnTo>
                  <a:lnTo>
                    <a:pt x="16021" y="2362"/>
                  </a:lnTo>
                  <a:lnTo>
                    <a:pt x="16236" y="2534"/>
                  </a:lnTo>
                  <a:lnTo>
                    <a:pt x="16450" y="2792"/>
                  </a:lnTo>
                  <a:lnTo>
                    <a:pt x="16622" y="3136"/>
                  </a:lnTo>
                  <a:lnTo>
                    <a:pt x="16751" y="3479"/>
                  </a:lnTo>
                  <a:lnTo>
                    <a:pt x="16837" y="3866"/>
                  </a:lnTo>
                  <a:lnTo>
                    <a:pt x="16837" y="3264"/>
                  </a:lnTo>
                  <a:lnTo>
                    <a:pt x="16794" y="2749"/>
                  </a:lnTo>
                  <a:lnTo>
                    <a:pt x="16622" y="2277"/>
                  </a:lnTo>
                  <a:lnTo>
                    <a:pt x="16450" y="1890"/>
                  </a:lnTo>
                  <a:lnTo>
                    <a:pt x="16193" y="1589"/>
                  </a:lnTo>
                  <a:lnTo>
                    <a:pt x="15935" y="1332"/>
                  </a:lnTo>
                  <a:lnTo>
                    <a:pt x="15634" y="1203"/>
                  </a:lnTo>
                  <a:lnTo>
                    <a:pt x="15377" y="1203"/>
                  </a:lnTo>
                  <a:lnTo>
                    <a:pt x="14389" y="1246"/>
                  </a:lnTo>
                  <a:lnTo>
                    <a:pt x="13014" y="1246"/>
                  </a:lnTo>
                  <a:lnTo>
                    <a:pt x="12241" y="1160"/>
                  </a:lnTo>
                  <a:lnTo>
                    <a:pt x="11468" y="988"/>
                  </a:lnTo>
                  <a:lnTo>
                    <a:pt x="10738" y="773"/>
                  </a:lnTo>
                  <a:lnTo>
                    <a:pt x="10395" y="644"/>
                  </a:lnTo>
                  <a:lnTo>
                    <a:pt x="10051" y="473"/>
                  </a:lnTo>
                  <a:lnTo>
                    <a:pt x="9750" y="301"/>
                  </a:lnTo>
                  <a:lnTo>
                    <a:pt x="9407" y="172"/>
                  </a:lnTo>
                  <a:lnTo>
                    <a:pt x="9063" y="86"/>
                  </a:lnTo>
                  <a:lnTo>
                    <a:pt x="8762" y="43"/>
                  </a:lnTo>
                  <a:lnTo>
                    <a:pt x="84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9" name="Google Shape;13489;p37"/>
            <p:cNvSpPr/>
            <p:nvPr/>
          </p:nvSpPr>
          <p:spPr>
            <a:xfrm>
              <a:off x="1515950" y="2545575"/>
              <a:ext cx="404825" cy="661450"/>
            </a:xfrm>
            <a:custGeom>
              <a:avLst/>
              <a:gdLst/>
              <a:ahLst/>
              <a:cxnLst/>
              <a:rect l="l" t="t" r="r" b="b"/>
              <a:pathLst>
                <a:path w="16193" h="26458" extrusionOk="0">
                  <a:moveTo>
                    <a:pt x="7431" y="0"/>
                  </a:moveTo>
                  <a:lnTo>
                    <a:pt x="7001" y="86"/>
                  </a:lnTo>
                  <a:lnTo>
                    <a:pt x="6615" y="215"/>
                  </a:lnTo>
                  <a:lnTo>
                    <a:pt x="6271" y="344"/>
                  </a:lnTo>
                  <a:lnTo>
                    <a:pt x="5498" y="687"/>
                  </a:lnTo>
                  <a:lnTo>
                    <a:pt x="5283" y="730"/>
                  </a:lnTo>
                  <a:lnTo>
                    <a:pt x="5026" y="773"/>
                  </a:lnTo>
                  <a:lnTo>
                    <a:pt x="4467" y="730"/>
                  </a:lnTo>
                  <a:lnTo>
                    <a:pt x="3866" y="602"/>
                  </a:lnTo>
                  <a:lnTo>
                    <a:pt x="3222" y="473"/>
                  </a:lnTo>
                  <a:lnTo>
                    <a:pt x="2535" y="387"/>
                  </a:lnTo>
                  <a:lnTo>
                    <a:pt x="1590" y="387"/>
                  </a:lnTo>
                  <a:lnTo>
                    <a:pt x="1332" y="473"/>
                  </a:lnTo>
                  <a:lnTo>
                    <a:pt x="1031" y="602"/>
                  </a:lnTo>
                  <a:lnTo>
                    <a:pt x="774" y="730"/>
                  </a:lnTo>
                  <a:lnTo>
                    <a:pt x="559" y="945"/>
                  </a:lnTo>
                  <a:lnTo>
                    <a:pt x="387" y="1160"/>
                  </a:lnTo>
                  <a:lnTo>
                    <a:pt x="258" y="1375"/>
                  </a:lnTo>
                  <a:lnTo>
                    <a:pt x="130" y="1632"/>
                  </a:lnTo>
                  <a:lnTo>
                    <a:pt x="87" y="1890"/>
                  </a:lnTo>
                  <a:lnTo>
                    <a:pt x="44" y="2148"/>
                  </a:lnTo>
                  <a:lnTo>
                    <a:pt x="1" y="2405"/>
                  </a:lnTo>
                  <a:lnTo>
                    <a:pt x="44" y="2663"/>
                  </a:lnTo>
                  <a:lnTo>
                    <a:pt x="130" y="3221"/>
                  </a:lnTo>
                  <a:lnTo>
                    <a:pt x="301" y="3823"/>
                  </a:lnTo>
                  <a:lnTo>
                    <a:pt x="559" y="4381"/>
                  </a:lnTo>
                  <a:lnTo>
                    <a:pt x="860" y="4939"/>
                  </a:lnTo>
                  <a:lnTo>
                    <a:pt x="1117" y="5584"/>
                  </a:lnTo>
                  <a:lnTo>
                    <a:pt x="1375" y="6314"/>
                  </a:lnTo>
                  <a:lnTo>
                    <a:pt x="1590" y="7087"/>
                  </a:lnTo>
                  <a:lnTo>
                    <a:pt x="1719" y="7860"/>
                  </a:lnTo>
                  <a:lnTo>
                    <a:pt x="1933" y="9105"/>
                  </a:lnTo>
                  <a:lnTo>
                    <a:pt x="2019" y="9621"/>
                  </a:lnTo>
                  <a:lnTo>
                    <a:pt x="2234" y="26457"/>
                  </a:lnTo>
                  <a:lnTo>
                    <a:pt x="15076" y="26285"/>
                  </a:lnTo>
                  <a:lnTo>
                    <a:pt x="14818" y="9449"/>
                  </a:lnTo>
                  <a:lnTo>
                    <a:pt x="14818" y="8590"/>
                  </a:lnTo>
                  <a:lnTo>
                    <a:pt x="14861" y="7817"/>
                  </a:lnTo>
                  <a:lnTo>
                    <a:pt x="14947" y="7044"/>
                  </a:lnTo>
                  <a:lnTo>
                    <a:pt x="15076" y="6314"/>
                  </a:lnTo>
                  <a:lnTo>
                    <a:pt x="15248" y="5584"/>
                  </a:lnTo>
                  <a:lnTo>
                    <a:pt x="15462" y="4853"/>
                  </a:lnTo>
                  <a:lnTo>
                    <a:pt x="16064" y="3264"/>
                  </a:lnTo>
                  <a:lnTo>
                    <a:pt x="16150" y="2835"/>
                  </a:lnTo>
                  <a:lnTo>
                    <a:pt x="16193" y="2448"/>
                  </a:lnTo>
                  <a:lnTo>
                    <a:pt x="16193" y="2105"/>
                  </a:lnTo>
                  <a:lnTo>
                    <a:pt x="16107" y="1804"/>
                  </a:lnTo>
                  <a:lnTo>
                    <a:pt x="15935" y="1546"/>
                  </a:lnTo>
                  <a:lnTo>
                    <a:pt x="15763" y="1289"/>
                  </a:lnTo>
                  <a:lnTo>
                    <a:pt x="15548" y="1074"/>
                  </a:lnTo>
                  <a:lnTo>
                    <a:pt x="15291" y="902"/>
                  </a:lnTo>
                  <a:lnTo>
                    <a:pt x="14990" y="773"/>
                  </a:lnTo>
                  <a:lnTo>
                    <a:pt x="14689" y="644"/>
                  </a:lnTo>
                  <a:lnTo>
                    <a:pt x="14131" y="516"/>
                  </a:lnTo>
                  <a:lnTo>
                    <a:pt x="13573" y="430"/>
                  </a:lnTo>
                  <a:lnTo>
                    <a:pt x="13143" y="473"/>
                  </a:lnTo>
                  <a:lnTo>
                    <a:pt x="12370" y="644"/>
                  </a:lnTo>
                  <a:lnTo>
                    <a:pt x="11984" y="687"/>
                  </a:lnTo>
                  <a:lnTo>
                    <a:pt x="11082" y="687"/>
                  </a:lnTo>
                  <a:lnTo>
                    <a:pt x="10523" y="602"/>
                  </a:lnTo>
                  <a:lnTo>
                    <a:pt x="9879" y="473"/>
                  </a:lnTo>
                  <a:lnTo>
                    <a:pt x="9192" y="258"/>
                  </a:lnTo>
                  <a:lnTo>
                    <a:pt x="8505" y="86"/>
                  </a:lnTo>
                  <a:lnTo>
                    <a:pt x="79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0" name="Google Shape;13490;p37"/>
            <p:cNvSpPr/>
            <p:nvPr/>
          </p:nvSpPr>
          <p:spPr>
            <a:xfrm>
              <a:off x="1653400" y="2545575"/>
              <a:ext cx="267375" cy="658225"/>
            </a:xfrm>
            <a:custGeom>
              <a:avLst/>
              <a:gdLst/>
              <a:ahLst/>
              <a:cxnLst/>
              <a:rect l="l" t="t" r="r" b="b"/>
              <a:pathLst>
                <a:path w="10695" h="26329" extrusionOk="0">
                  <a:moveTo>
                    <a:pt x="1933" y="0"/>
                  </a:moveTo>
                  <a:lnTo>
                    <a:pt x="1503" y="86"/>
                  </a:lnTo>
                  <a:lnTo>
                    <a:pt x="1117" y="215"/>
                  </a:lnTo>
                  <a:lnTo>
                    <a:pt x="773" y="344"/>
                  </a:lnTo>
                  <a:lnTo>
                    <a:pt x="0" y="687"/>
                  </a:lnTo>
                  <a:lnTo>
                    <a:pt x="730" y="687"/>
                  </a:lnTo>
                  <a:lnTo>
                    <a:pt x="1203" y="730"/>
                  </a:lnTo>
                  <a:lnTo>
                    <a:pt x="1804" y="816"/>
                  </a:lnTo>
                  <a:lnTo>
                    <a:pt x="2448" y="945"/>
                  </a:lnTo>
                  <a:lnTo>
                    <a:pt x="3136" y="1160"/>
                  </a:lnTo>
                  <a:lnTo>
                    <a:pt x="3823" y="1418"/>
                  </a:lnTo>
                  <a:lnTo>
                    <a:pt x="4166" y="1589"/>
                  </a:lnTo>
                  <a:lnTo>
                    <a:pt x="4510" y="1675"/>
                  </a:lnTo>
                  <a:lnTo>
                    <a:pt x="5197" y="1847"/>
                  </a:lnTo>
                  <a:lnTo>
                    <a:pt x="5841" y="1933"/>
                  </a:lnTo>
                  <a:lnTo>
                    <a:pt x="6443" y="1976"/>
                  </a:lnTo>
                  <a:lnTo>
                    <a:pt x="7001" y="2019"/>
                  </a:lnTo>
                  <a:lnTo>
                    <a:pt x="7516" y="2105"/>
                  </a:lnTo>
                  <a:lnTo>
                    <a:pt x="7688" y="2191"/>
                  </a:lnTo>
                  <a:lnTo>
                    <a:pt x="7860" y="2277"/>
                  </a:lnTo>
                  <a:lnTo>
                    <a:pt x="8032" y="2405"/>
                  </a:lnTo>
                  <a:lnTo>
                    <a:pt x="8118" y="2577"/>
                  </a:lnTo>
                  <a:lnTo>
                    <a:pt x="8289" y="2964"/>
                  </a:lnTo>
                  <a:lnTo>
                    <a:pt x="8375" y="3393"/>
                  </a:lnTo>
                  <a:lnTo>
                    <a:pt x="8375" y="3823"/>
                  </a:lnTo>
                  <a:lnTo>
                    <a:pt x="8289" y="4338"/>
                  </a:lnTo>
                  <a:lnTo>
                    <a:pt x="8118" y="4896"/>
                  </a:lnTo>
                  <a:lnTo>
                    <a:pt x="7860" y="5455"/>
                  </a:lnTo>
                  <a:lnTo>
                    <a:pt x="7473" y="6099"/>
                  </a:lnTo>
                  <a:lnTo>
                    <a:pt x="7001" y="6786"/>
                  </a:lnTo>
                  <a:lnTo>
                    <a:pt x="6743" y="7216"/>
                  </a:lnTo>
                  <a:lnTo>
                    <a:pt x="6486" y="7688"/>
                  </a:lnTo>
                  <a:lnTo>
                    <a:pt x="6314" y="8246"/>
                  </a:lnTo>
                  <a:lnTo>
                    <a:pt x="6142" y="8848"/>
                  </a:lnTo>
                  <a:lnTo>
                    <a:pt x="5970" y="9535"/>
                  </a:lnTo>
                  <a:lnTo>
                    <a:pt x="5884" y="10222"/>
                  </a:lnTo>
                  <a:lnTo>
                    <a:pt x="5712" y="11682"/>
                  </a:lnTo>
                  <a:lnTo>
                    <a:pt x="5584" y="13143"/>
                  </a:lnTo>
                  <a:lnTo>
                    <a:pt x="5541" y="14517"/>
                  </a:lnTo>
                  <a:lnTo>
                    <a:pt x="5541" y="16622"/>
                  </a:lnTo>
                  <a:lnTo>
                    <a:pt x="5755" y="26328"/>
                  </a:lnTo>
                  <a:lnTo>
                    <a:pt x="9578" y="26285"/>
                  </a:lnTo>
                  <a:lnTo>
                    <a:pt x="9320" y="9449"/>
                  </a:lnTo>
                  <a:lnTo>
                    <a:pt x="9320" y="8590"/>
                  </a:lnTo>
                  <a:lnTo>
                    <a:pt x="9363" y="7817"/>
                  </a:lnTo>
                  <a:lnTo>
                    <a:pt x="9449" y="7044"/>
                  </a:lnTo>
                  <a:lnTo>
                    <a:pt x="9578" y="6314"/>
                  </a:lnTo>
                  <a:lnTo>
                    <a:pt x="9750" y="5584"/>
                  </a:lnTo>
                  <a:lnTo>
                    <a:pt x="9964" y="4853"/>
                  </a:lnTo>
                  <a:lnTo>
                    <a:pt x="10566" y="3264"/>
                  </a:lnTo>
                  <a:lnTo>
                    <a:pt x="10652" y="2835"/>
                  </a:lnTo>
                  <a:lnTo>
                    <a:pt x="10695" y="2448"/>
                  </a:lnTo>
                  <a:lnTo>
                    <a:pt x="10695" y="2105"/>
                  </a:lnTo>
                  <a:lnTo>
                    <a:pt x="10609" y="1804"/>
                  </a:lnTo>
                  <a:lnTo>
                    <a:pt x="10437" y="1546"/>
                  </a:lnTo>
                  <a:lnTo>
                    <a:pt x="10265" y="1289"/>
                  </a:lnTo>
                  <a:lnTo>
                    <a:pt x="10050" y="1074"/>
                  </a:lnTo>
                  <a:lnTo>
                    <a:pt x="9793" y="902"/>
                  </a:lnTo>
                  <a:lnTo>
                    <a:pt x="9492" y="773"/>
                  </a:lnTo>
                  <a:lnTo>
                    <a:pt x="9191" y="644"/>
                  </a:lnTo>
                  <a:lnTo>
                    <a:pt x="8633" y="516"/>
                  </a:lnTo>
                  <a:lnTo>
                    <a:pt x="8075" y="430"/>
                  </a:lnTo>
                  <a:lnTo>
                    <a:pt x="7645" y="473"/>
                  </a:lnTo>
                  <a:lnTo>
                    <a:pt x="6872" y="644"/>
                  </a:lnTo>
                  <a:lnTo>
                    <a:pt x="6486" y="687"/>
                  </a:lnTo>
                  <a:lnTo>
                    <a:pt x="5584" y="687"/>
                  </a:lnTo>
                  <a:lnTo>
                    <a:pt x="5025" y="602"/>
                  </a:lnTo>
                  <a:lnTo>
                    <a:pt x="4381" y="473"/>
                  </a:lnTo>
                  <a:lnTo>
                    <a:pt x="3694" y="258"/>
                  </a:lnTo>
                  <a:lnTo>
                    <a:pt x="3007" y="86"/>
                  </a:lnTo>
                  <a:lnTo>
                    <a:pt x="2405"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1" name="Google Shape;13491;p37"/>
            <p:cNvSpPr/>
            <p:nvPr/>
          </p:nvSpPr>
          <p:spPr>
            <a:xfrm>
              <a:off x="1729625" y="2618575"/>
              <a:ext cx="75200" cy="95600"/>
            </a:xfrm>
            <a:custGeom>
              <a:avLst/>
              <a:gdLst/>
              <a:ahLst/>
              <a:cxnLst/>
              <a:rect l="l" t="t" r="r" b="b"/>
              <a:pathLst>
                <a:path w="3008" h="3824" extrusionOk="0">
                  <a:moveTo>
                    <a:pt x="988" y="1"/>
                  </a:moveTo>
                  <a:lnTo>
                    <a:pt x="817" y="130"/>
                  </a:lnTo>
                  <a:lnTo>
                    <a:pt x="473" y="430"/>
                  </a:lnTo>
                  <a:lnTo>
                    <a:pt x="301" y="688"/>
                  </a:lnTo>
                  <a:lnTo>
                    <a:pt x="172" y="946"/>
                  </a:lnTo>
                  <a:lnTo>
                    <a:pt x="44" y="1246"/>
                  </a:lnTo>
                  <a:lnTo>
                    <a:pt x="1" y="1633"/>
                  </a:lnTo>
                  <a:lnTo>
                    <a:pt x="44" y="2019"/>
                  </a:lnTo>
                  <a:lnTo>
                    <a:pt x="129" y="2535"/>
                  </a:lnTo>
                  <a:lnTo>
                    <a:pt x="215" y="3007"/>
                  </a:lnTo>
                  <a:lnTo>
                    <a:pt x="387" y="3437"/>
                  </a:lnTo>
                  <a:lnTo>
                    <a:pt x="473" y="3609"/>
                  </a:lnTo>
                  <a:lnTo>
                    <a:pt x="602" y="3694"/>
                  </a:lnTo>
                  <a:lnTo>
                    <a:pt x="731" y="3780"/>
                  </a:lnTo>
                  <a:lnTo>
                    <a:pt x="817" y="3823"/>
                  </a:lnTo>
                  <a:lnTo>
                    <a:pt x="988" y="3780"/>
                  </a:lnTo>
                  <a:lnTo>
                    <a:pt x="1117" y="3651"/>
                  </a:lnTo>
                  <a:lnTo>
                    <a:pt x="1246" y="3480"/>
                  </a:lnTo>
                  <a:lnTo>
                    <a:pt x="1418" y="3179"/>
                  </a:lnTo>
                  <a:lnTo>
                    <a:pt x="1590" y="2878"/>
                  </a:lnTo>
                  <a:lnTo>
                    <a:pt x="1762" y="2664"/>
                  </a:lnTo>
                  <a:lnTo>
                    <a:pt x="2062" y="2277"/>
                  </a:lnTo>
                  <a:lnTo>
                    <a:pt x="2320" y="2062"/>
                  </a:lnTo>
                  <a:lnTo>
                    <a:pt x="2578" y="1933"/>
                  </a:lnTo>
                  <a:lnTo>
                    <a:pt x="2792" y="1805"/>
                  </a:lnTo>
                  <a:lnTo>
                    <a:pt x="2921" y="1676"/>
                  </a:lnTo>
                  <a:lnTo>
                    <a:pt x="2964" y="1590"/>
                  </a:lnTo>
                  <a:lnTo>
                    <a:pt x="3007" y="1461"/>
                  </a:lnTo>
                  <a:lnTo>
                    <a:pt x="3007" y="1075"/>
                  </a:lnTo>
                  <a:lnTo>
                    <a:pt x="2964" y="860"/>
                  </a:lnTo>
                  <a:lnTo>
                    <a:pt x="2878" y="688"/>
                  </a:lnTo>
                  <a:lnTo>
                    <a:pt x="2792" y="559"/>
                  </a:lnTo>
                  <a:lnTo>
                    <a:pt x="2621" y="430"/>
                  </a:lnTo>
                  <a:lnTo>
                    <a:pt x="2492" y="301"/>
                  </a:lnTo>
                  <a:lnTo>
                    <a:pt x="2320" y="216"/>
                  </a:lnTo>
                  <a:lnTo>
                    <a:pt x="1933" y="87"/>
                  </a:lnTo>
                  <a:lnTo>
                    <a:pt x="1590" y="44"/>
                  </a:lnTo>
                  <a:lnTo>
                    <a:pt x="128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2" name="Google Shape;13492;p37"/>
            <p:cNvSpPr/>
            <p:nvPr/>
          </p:nvSpPr>
          <p:spPr>
            <a:xfrm>
              <a:off x="1515950" y="1813275"/>
              <a:ext cx="389800" cy="638900"/>
            </a:xfrm>
            <a:custGeom>
              <a:avLst/>
              <a:gdLst/>
              <a:ahLst/>
              <a:cxnLst/>
              <a:rect l="l" t="t" r="r" b="b"/>
              <a:pathLst>
                <a:path w="15592" h="25556" extrusionOk="0">
                  <a:moveTo>
                    <a:pt x="14002" y="1"/>
                  </a:moveTo>
                  <a:lnTo>
                    <a:pt x="1976" y="173"/>
                  </a:lnTo>
                  <a:lnTo>
                    <a:pt x="2148" y="12198"/>
                  </a:lnTo>
                  <a:lnTo>
                    <a:pt x="2148" y="13315"/>
                  </a:lnTo>
                  <a:lnTo>
                    <a:pt x="2062" y="14432"/>
                  </a:lnTo>
                  <a:lnTo>
                    <a:pt x="1933" y="15548"/>
                  </a:lnTo>
                  <a:lnTo>
                    <a:pt x="1719" y="16665"/>
                  </a:lnTo>
                  <a:lnTo>
                    <a:pt x="1461" y="17782"/>
                  </a:lnTo>
                  <a:lnTo>
                    <a:pt x="1203" y="18856"/>
                  </a:lnTo>
                  <a:lnTo>
                    <a:pt x="860" y="19886"/>
                  </a:lnTo>
                  <a:lnTo>
                    <a:pt x="473" y="20917"/>
                  </a:lnTo>
                  <a:lnTo>
                    <a:pt x="301" y="21432"/>
                  </a:lnTo>
                  <a:lnTo>
                    <a:pt x="173" y="21905"/>
                  </a:lnTo>
                  <a:lnTo>
                    <a:pt x="87" y="22334"/>
                  </a:lnTo>
                  <a:lnTo>
                    <a:pt x="1" y="22764"/>
                  </a:lnTo>
                  <a:lnTo>
                    <a:pt x="1" y="23150"/>
                  </a:lnTo>
                  <a:lnTo>
                    <a:pt x="44" y="23537"/>
                  </a:lnTo>
                  <a:lnTo>
                    <a:pt x="87" y="23881"/>
                  </a:lnTo>
                  <a:lnTo>
                    <a:pt x="173" y="24181"/>
                  </a:lnTo>
                  <a:lnTo>
                    <a:pt x="301" y="24482"/>
                  </a:lnTo>
                  <a:lnTo>
                    <a:pt x="430" y="24697"/>
                  </a:lnTo>
                  <a:lnTo>
                    <a:pt x="602" y="24954"/>
                  </a:lnTo>
                  <a:lnTo>
                    <a:pt x="817" y="25126"/>
                  </a:lnTo>
                  <a:lnTo>
                    <a:pt x="1031" y="25298"/>
                  </a:lnTo>
                  <a:lnTo>
                    <a:pt x="1289" y="25427"/>
                  </a:lnTo>
                  <a:lnTo>
                    <a:pt x="1504" y="25513"/>
                  </a:lnTo>
                  <a:lnTo>
                    <a:pt x="1805" y="25556"/>
                  </a:lnTo>
                  <a:lnTo>
                    <a:pt x="2363" y="25556"/>
                  </a:lnTo>
                  <a:lnTo>
                    <a:pt x="2664" y="25513"/>
                  </a:lnTo>
                  <a:lnTo>
                    <a:pt x="2964" y="25427"/>
                  </a:lnTo>
                  <a:lnTo>
                    <a:pt x="3608" y="25212"/>
                  </a:lnTo>
                  <a:lnTo>
                    <a:pt x="4296" y="24911"/>
                  </a:lnTo>
                  <a:lnTo>
                    <a:pt x="5026" y="24654"/>
                  </a:lnTo>
                  <a:lnTo>
                    <a:pt x="5799" y="24353"/>
                  </a:lnTo>
                  <a:lnTo>
                    <a:pt x="6701" y="24138"/>
                  </a:lnTo>
                  <a:lnTo>
                    <a:pt x="7130" y="24095"/>
                  </a:lnTo>
                  <a:lnTo>
                    <a:pt x="7603" y="24052"/>
                  </a:lnTo>
                  <a:lnTo>
                    <a:pt x="8505" y="24052"/>
                  </a:lnTo>
                  <a:lnTo>
                    <a:pt x="8891" y="24138"/>
                  </a:lnTo>
                  <a:lnTo>
                    <a:pt x="9235" y="24224"/>
                  </a:lnTo>
                  <a:lnTo>
                    <a:pt x="9836" y="24482"/>
                  </a:lnTo>
                  <a:lnTo>
                    <a:pt x="10394" y="24783"/>
                  </a:lnTo>
                  <a:lnTo>
                    <a:pt x="10953" y="25040"/>
                  </a:lnTo>
                  <a:lnTo>
                    <a:pt x="11253" y="25169"/>
                  </a:lnTo>
                  <a:lnTo>
                    <a:pt x="11554" y="25298"/>
                  </a:lnTo>
                  <a:lnTo>
                    <a:pt x="11898" y="25341"/>
                  </a:lnTo>
                  <a:lnTo>
                    <a:pt x="12241" y="25384"/>
                  </a:lnTo>
                  <a:lnTo>
                    <a:pt x="12628" y="25427"/>
                  </a:lnTo>
                  <a:lnTo>
                    <a:pt x="13057" y="25384"/>
                  </a:lnTo>
                  <a:lnTo>
                    <a:pt x="13487" y="25298"/>
                  </a:lnTo>
                  <a:lnTo>
                    <a:pt x="13873" y="25212"/>
                  </a:lnTo>
                  <a:lnTo>
                    <a:pt x="14217" y="25083"/>
                  </a:lnTo>
                  <a:lnTo>
                    <a:pt x="14518" y="24911"/>
                  </a:lnTo>
                  <a:lnTo>
                    <a:pt x="14775" y="24783"/>
                  </a:lnTo>
                  <a:lnTo>
                    <a:pt x="14990" y="24611"/>
                  </a:lnTo>
                  <a:lnTo>
                    <a:pt x="15205" y="24396"/>
                  </a:lnTo>
                  <a:lnTo>
                    <a:pt x="15334" y="24224"/>
                  </a:lnTo>
                  <a:lnTo>
                    <a:pt x="15462" y="24009"/>
                  </a:lnTo>
                  <a:lnTo>
                    <a:pt x="15548" y="23795"/>
                  </a:lnTo>
                  <a:lnTo>
                    <a:pt x="15591" y="23580"/>
                  </a:lnTo>
                  <a:lnTo>
                    <a:pt x="15591" y="23408"/>
                  </a:lnTo>
                  <a:lnTo>
                    <a:pt x="15591" y="23193"/>
                  </a:lnTo>
                  <a:lnTo>
                    <a:pt x="15548" y="22979"/>
                  </a:lnTo>
                  <a:lnTo>
                    <a:pt x="15505" y="22807"/>
                  </a:lnTo>
                  <a:lnTo>
                    <a:pt x="15420" y="22635"/>
                  </a:lnTo>
                  <a:lnTo>
                    <a:pt x="15205" y="22249"/>
                  </a:lnTo>
                  <a:lnTo>
                    <a:pt x="15033" y="21776"/>
                  </a:lnTo>
                  <a:lnTo>
                    <a:pt x="14646" y="20788"/>
                  </a:lnTo>
                  <a:lnTo>
                    <a:pt x="14260" y="19629"/>
                  </a:lnTo>
                  <a:lnTo>
                    <a:pt x="140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3" name="Google Shape;13493;p37"/>
            <p:cNvSpPr/>
            <p:nvPr/>
          </p:nvSpPr>
          <p:spPr>
            <a:xfrm>
              <a:off x="1726400" y="1813275"/>
              <a:ext cx="179350" cy="635675"/>
            </a:xfrm>
            <a:custGeom>
              <a:avLst/>
              <a:gdLst/>
              <a:ahLst/>
              <a:cxnLst/>
              <a:rect l="l" t="t" r="r" b="b"/>
              <a:pathLst>
                <a:path w="7174" h="25427" extrusionOk="0">
                  <a:moveTo>
                    <a:pt x="5584" y="1"/>
                  </a:moveTo>
                  <a:lnTo>
                    <a:pt x="3480" y="44"/>
                  </a:lnTo>
                  <a:lnTo>
                    <a:pt x="3737" y="18641"/>
                  </a:lnTo>
                  <a:lnTo>
                    <a:pt x="3780" y="19242"/>
                  </a:lnTo>
                  <a:lnTo>
                    <a:pt x="3866" y="19843"/>
                  </a:lnTo>
                  <a:lnTo>
                    <a:pt x="4038" y="20359"/>
                  </a:lnTo>
                  <a:lnTo>
                    <a:pt x="4210" y="20917"/>
                  </a:lnTo>
                  <a:lnTo>
                    <a:pt x="4682" y="21905"/>
                  </a:lnTo>
                  <a:lnTo>
                    <a:pt x="5069" y="22764"/>
                  </a:lnTo>
                  <a:lnTo>
                    <a:pt x="5155" y="22936"/>
                  </a:lnTo>
                  <a:lnTo>
                    <a:pt x="5155" y="23150"/>
                  </a:lnTo>
                  <a:lnTo>
                    <a:pt x="5112" y="23279"/>
                  </a:lnTo>
                  <a:lnTo>
                    <a:pt x="4983" y="23451"/>
                  </a:lnTo>
                  <a:lnTo>
                    <a:pt x="4854" y="23580"/>
                  </a:lnTo>
                  <a:lnTo>
                    <a:pt x="4639" y="23666"/>
                  </a:lnTo>
                  <a:lnTo>
                    <a:pt x="4382" y="23752"/>
                  </a:lnTo>
                  <a:lnTo>
                    <a:pt x="4038" y="23838"/>
                  </a:lnTo>
                  <a:lnTo>
                    <a:pt x="3265" y="23966"/>
                  </a:lnTo>
                  <a:lnTo>
                    <a:pt x="2363" y="24052"/>
                  </a:lnTo>
                  <a:lnTo>
                    <a:pt x="1246" y="24095"/>
                  </a:lnTo>
                  <a:lnTo>
                    <a:pt x="1" y="24052"/>
                  </a:lnTo>
                  <a:lnTo>
                    <a:pt x="1" y="24052"/>
                  </a:lnTo>
                  <a:lnTo>
                    <a:pt x="344" y="24138"/>
                  </a:lnTo>
                  <a:lnTo>
                    <a:pt x="645" y="24181"/>
                  </a:lnTo>
                  <a:lnTo>
                    <a:pt x="1246" y="24396"/>
                  </a:lnTo>
                  <a:lnTo>
                    <a:pt x="1762" y="24654"/>
                  </a:lnTo>
                  <a:lnTo>
                    <a:pt x="2234" y="24911"/>
                  </a:lnTo>
                  <a:lnTo>
                    <a:pt x="2750" y="25126"/>
                  </a:lnTo>
                  <a:lnTo>
                    <a:pt x="3265" y="25341"/>
                  </a:lnTo>
                  <a:lnTo>
                    <a:pt x="3566" y="25384"/>
                  </a:lnTo>
                  <a:lnTo>
                    <a:pt x="3909" y="25427"/>
                  </a:lnTo>
                  <a:lnTo>
                    <a:pt x="4253" y="25384"/>
                  </a:lnTo>
                  <a:lnTo>
                    <a:pt x="4639" y="25384"/>
                  </a:lnTo>
                  <a:lnTo>
                    <a:pt x="5069" y="25298"/>
                  </a:lnTo>
                  <a:lnTo>
                    <a:pt x="5455" y="25212"/>
                  </a:lnTo>
                  <a:lnTo>
                    <a:pt x="5799" y="25083"/>
                  </a:lnTo>
                  <a:lnTo>
                    <a:pt x="6100" y="24911"/>
                  </a:lnTo>
                  <a:lnTo>
                    <a:pt x="6357" y="24783"/>
                  </a:lnTo>
                  <a:lnTo>
                    <a:pt x="6572" y="24611"/>
                  </a:lnTo>
                  <a:lnTo>
                    <a:pt x="6787" y="24396"/>
                  </a:lnTo>
                  <a:lnTo>
                    <a:pt x="6916" y="24224"/>
                  </a:lnTo>
                  <a:lnTo>
                    <a:pt x="7044" y="24009"/>
                  </a:lnTo>
                  <a:lnTo>
                    <a:pt x="7130" y="23795"/>
                  </a:lnTo>
                  <a:lnTo>
                    <a:pt x="7173" y="23580"/>
                  </a:lnTo>
                  <a:lnTo>
                    <a:pt x="7173" y="23408"/>
                  </a:lnTo>
                  <a:lnTo>
                    <a:pt x="7173" y="23193"/>
                  </a:lnTo>
                  <a:lnTo>
                    <a:pt x="7130" y="22979"/>
                  </a:lnTo>
                  <a:lnTo>
                    <a:pt x="7087" y="22807"/>
                  </a:lnTo>
                  <a:lnTo>
                    <a:pt x="7002" y="22635"/>
                  </a:lnTo>
                  <a:lnTo>
                    <a:pt x="6787" y="22249"/>
                  </a:lnTo>
                  <a:lnTo>
                    <a:pt x="6615" y="21776"/>
                  </a:lnTo>
                  <a:lnTo>
                    <a:pt x="6228" y="20788"/>
                  </a:lnTo>
                  <a:lnTo>
                    <a:pt x="5842" y="19629"/>
                  </a:lnTo>
                  <a:lnTo>
                    <a:pt x="5584"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4" name="Google Shape;13494;p37"/>
            <p:cNvSpPr/>
            <p:nvPr/>
          </p:nvSpPr>
          <p:spPr>
            <a:xfrm>
              <a:off x="1715675" y="2760325"/>
              <a:ext cx="38675" cy="444550"/>
            </a:xfrm>
            <a:custGeom>
              <a:avLst/>
              <a:gdLst/>
              <a:ahLst/>
              <a:cxnLst/>
              <a:rect l="l" t="t" r="r" b="b"/>
              <a:pathLst>
                <a:path w="1547" h="17782" extrusionOk="0">
                  <a:moveTo>
                    <a:pt x="516" y="0"/>
                  </a:moveTo>
                  <a:lnTo>
                    <a:pt x="387" y="43"/>
                  </a:lnTo>
                  <a:lnTo>
                    <a:pt x="172" y="172"/>
                  </a:lnTo>
                  <a:lnTo>
                    <a:pt x="43" y="387"/>
                  </a:lnTo>
                  <a:lnTo>
                    <a:pt x="0" y="515"/>
                  </a:lnTo>
                  <a:lnTo>
                    <a:pt x="0" y="644"/>
                  </a:lnTo>
                  <a:lnTo>
                    <a:pt x="258" y="17781"/>
                  </a:lnTo>
                  <a:lnTo>
                    <a:pt x="1546" y="17781"/>
                  </a:lnTo>
                  <a:lnTo>
                    <a:pt x="1332" y="644"/>
                  </a:lnTo>
                  <a:lnTo>
                    <a:pt x="1289" y="515"/>
                  </a:lnTo>
                  <a:lnTo>
                    <a:pt x="1289" y="387"/>
                  </a:lnTo>
                  <a:lnTo>
                    <a:pt x="1117" y="172"/>
                  </a:lnTo>
                  <a:lnTo>
                    <a:pt x="902" y="43"/>
                  </a:lnTo>
                  <a:lnTo>
                    <a:pt x="773"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5" name="Google Shape;13495;p37"/>
            <p:cNvSpPr/>
            <p:nvPr/>
          </p:nvSpPr>
          <p:spPr>
            <a:xfrm>
              <a:off x="1755400" y="1814350"/>
              <a:ext cx="45125" cy="534750"/>
            </a:xfrm>
            <a:custGeom>
              <a:avLst/>
              <a:gdLst/>
              <a:ahLst/>
              <a:cxnLst/>
              <a:rect l="l" t="t" r="r" b="b"/>
              <a:pathLst>
                <a:path w="1805" h="21390" extrusionOk="0">
                  <a:moveTo>
                    <a:pt x="1504" y="1"/>
                  </a:moveTo>
                  <a:lnTo>
                    <a:pt x="0" y="44"/>
                  </a:lnTo>
                  <a:lnTo>
                    <a:pt x="301" y="20659"/>
                  </a:lnTo>
                  <a:lnTo>
                    <a:pt x="301" y="20788"/>
                  </a:lnTo>
                  <a:lnTo>
                    <a:pt x="344" y="20917"/>
                  </a:lnTo>
                  <a:lnTo>
                    <a:pt x="430" y="21046"/>
                  </a:lnTo>
                  <a:lnTo>
                    <a:pt x="516" y="21175"/>
                  </a:lnTo>
                  <a:lnTo>
                    <a:pt x="645" y="21261"/>
                  </a:lnTo>
                  <a:lnTo>
                    <a:pt x="774" y="21304"/>
                  </a:lnTo>
                  <a:lnTo>
                    <a:pt x="902" y="21347"/>
                  </a:lnTo>
                  <a:lnTo>
                    <a:pt x="1074" y="21389"/>
                  </a:lnTo>
                  <a:lnTo>
                    <a:pt x="1203" y="21347"/>
                  </a:lnTo>
                  <a:lnTo>
                    <a:pt x="1375" y="21304"/>
                  </a:lnTo>
                  <a:lnTo>
                    <a:pt x="1504" y="21261"/>
                  </a:lnTo>
                  <a:lnTo>
                    <a:pt x="1590" y="21132"/>
                  </a:lnTo>
                  <a:lnTo>
                    <a:pt x="1675" y="21046"/>
                  </a:lnTo>
                  <a:lnTo>
                    <a:pt x="1761" y="20917"/>
                  </a:lnTo>
                  <a:lnTo>
                    <a:pt x="1804" y="20788"/>
                  </a:lnTo>
                  <a:lnTo>
                    <a:pt x="1804" y="20616"/>
                  </a:lnTo>
                  <a:lnTo>
                    <a:pt x="1504"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6" name="Google Shape;13496;p37"/>
            <p:cNvSpPr/>
            <p:nvPr/>
          </p:nvSpPr>
          <p:spPr>
            <a:xfrm>
              <a:off x="1725325" y="2360875"/>
              <a:ext cx="39750" cy="39775"/>
            </a:xfrm>
            <a:custGeom>
              <a:avLst/>
              <a:gdLst/>
              <a:ahLst/>
              <a:cxnLst/>
              <a:rect l="l" t="t" r="r" b="b"/>
              <a:pathLst>
                <a:path w="1590" h="1591" extrusionOk="0">
                  <a:moveTo>
                    <a:pt x="817" y="1"/>
                  </a:moveTo>
                  <a:lnTo>
                    <a:pt x="645" y="44"/>
                  </a:lnTo>
                  <a:lnTo>
                    <a:pt x="473" y="87"/>
                  </a:lnTo>
                  <a:lnTo>
                    <a:pt x="344" y="173"/>
                  </a:lnTo>
                  <a:lnTo>
                    <a:pt x="259" y="259"/>
                  </a:lnTo>
                  <a:lnTo>
                    <a:pt x="130" y="387"/>
                  </a:lnTo>
                  <a:lnTo>
                    <a:pt x="87" y="516"/>
                  </a:lnTo>
                  <a:lnTo>
                    <a:pt x="44" y="645"/>
                  </a:lnTo>
                  <a:lnTo>
                    <a:pt x="1" y="817"/>
                  </a:lnTo>
                  <a:lnTo>
                    <a:pt x="44" y="989"/>
                  </a:lnTo>
                  <a:lnTo>
                    <a:pt x="87" y="1118"/>
                  </a:lnTo>
                  <a:lnTo>
                    <a:pt x="173" y="1246"/>
                  </a:lnTo>
                  <a:lnTo>
                    <a:pt x="259" y="1375"/>
                  </a:lnTo>
                  <a:lnTo>
                    <a:pt x="387" y="1461"/>
                  </a:lnTo>
                  <a:lnTo>
                    <a:pt x="516" y="1547"/>
                  </a:lnTo>
                  <a:lnTo>
                    <a:pt x="645" y="1590"/>
                  </a:lnTo>
                  <a:lnTo>
                    <a:pt x="817" y="1590"/>
                  </a:lnTo>
                  <a:lnTo>
                    <a:pt x="989" y="1547"/>
                  </a:lnTo>
                  <a:lnTo>
                    <a:pt x="1118" y="1504"/>
                  </a:lnTo>
                  <a:lnTo>
                    <a:pt x="1246" y="1461"/>
                  </a:lnTo>
                  <a:lnTo>
                    <a:pt x="1375" y="1332"/>
                  </a:lnTo>
                  <a:lnTo>
                    <a:pt x="1461" y="1246"/>
                  </a:lnTo>
                  <a:lnTo>
                    <a:pt x="1547" y="1075"/>
                  </a:lnTo>
                  <a:lnTo>
                    <a:pt x="1590" y="946"/>
                  </a:lnTo>
                  <a:lnTo>
                    <a:pt x="1590" y="774"/>
                  </a:lnTo>
                  <a:lnTo>
                    <a:pt x="1590" y="645"/>
                  </a:lnTo>
                  <a:lnTo>
                    <a:pt x="1547" y="473"/>
                  </a:lnTo>
                  <a:lnTo>
                    <a:pt x="1461" y="345"/>
                  </a:lnTo>
                  <a:lnTo>
                    <a:pt x="1375" y="216"/>
                  </a:lnTo>
                  <a:lnTo>
                    <a:pt x="1246" y="130"/>
                  </a:lnTo>
                  <a:lnTo>
                    <a:pt x="1118" y="87"/>
                  </a:lnTo>
                  <a:lnTo>
                    <a:pt x="946" y="44"/>
                  </a:lnTo>
                  <a:lnTo>
                    <a:pt x="817"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7" name="Google Shape;13497;p37"/>
            <p:cNvSpPr/>
            <p:nvPr/>
          </p:nvSpPr>
          <p:spPr>
            <a:xfrm>
              <a:off x="1688825" y="2327600"/>
              <a:ext cx="27950" cy="29025"/>
            </a:xfrm>
            <a:custGeom>
              <a:avLst/>
              <a:gdLst/>
              <a:ahLst/>
              <a:cxnLst/>
              <a:rect l="l" t="t" r="r" b="b"/>
              <a:pathLst>
                <a:path w="1118" h="1161" extrusionOk="0">
                  <a:moveTo>
                    <a:pt x="559" y="0"/>
                  </a:moveTo>
                  <a:lnTo>
                    <a:pt x="344" y="43"/>
                  </a:lnTo>
                  <a:lnTo>
                    <a:pt x="172" y="172"/>
                  </a:lnTo>
                  <a:lnTo>
                    <a:pt x="44" y="344"/>
                  </a:lnTo>
                  <a:lnTo>
                    <a:pt x="1" y="602"/>
                  </a:lnTo>
                  <a:lnTo>
                    <a:pt x="44" y="817"/>
                  </a:lnTo>
                  <a:lnTo>
                    <a:pt x="172" y="988"/>
                  </a:lnTo>
                  <a:lnTo>
                    <a:pt x="344" y="1117"/>
                  </a:lnTo>
                  <a:lnTo>
                    <a:pt x="559" y="1160"/>
                  </a:lnTo>
                  <a:lnTo>
                    <a:pt x="817" y="1117"/>
                  </a:lnTo>
                  <a:lnTo>
                    <a:pt x="988" y="988"/>
                  </a:lnTo>
                  <a:lnTo>
                    <a:pt x="1074" y="774"/>
                  </a:lnTo>
                  <a:lnTo>
                    <a:pt x="1117" y="559"/>
                  </a:lnTo>
                  <a:lnTo>
                    <a:pt x="1074" y="344"/>
                  </a:lnTo>
                  <a:lnTo>
                    <a:pt x="945" y="172"/>
                  </a:lnTo>
                  <a:lnTo>
                    <a:pt x="774" y="43"/>
                  </a:lnTo>
                  <a:lnTo>
                    <a:pt x="559"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8" name="Google Shape;13498;p37"/>
            <p:cNvSpPr/>
            <p:nvPr/>
          </p:nvSpPr>
          <p:spPr>
            <a:xfrm>
              <a:off x="1637275" y="2388800"/>
              <a:ext cx="20450" cy="21500"/>
            </a:xfrm>
            <a:custGeom>
              <a:avLst/>
              <a:gdLst/>
              <a:ahLst/>
              <a:cxnLst/>
              <a:rect l="l" t="t" r="r" b="b"/>
              <a:pathLst>
                <a:path w="818" h="860" extrusionOk="0">
                  <a:moveTo>
                    <a:pt x="388" y="1"/>
                  </a:moveTo>
                  <a:lnTo>
                    <a:pt x="259" y="44"/>
                  </a:lnTo>
                  <a:lnTo>
                    <a:pt x="87" y="129"/>
                  </a:lnTo>
                  <a:lnTo>
                    <a:pt x="1" y="301"/>
                  </a:lnTo>
                  <a:lnTo>
                    <a:pt x="1" y="473"/>
                  </a:lnTo>
                  <a:lnTo>
                    <a:pt x="1" y="602"/>
                  </a:lnTo>
                  <a:lnTo>
                    <a:pt x="130" y="774"/>
                  </a:lnTo>
                  <a:lnTo>
                    <a:pt x="259" y="860"/>
                  </a:lnTo>
                  <a:lnTo>
                    <a:pt x="602" y="860"/>
                  </a:lnTo>
                  <a:lnTo>
                    <a:pt x="731" y="731"/>
                  </a:lnTo>
                  <a:lnTo>
                    <a:pt x="817" y="602"/>
                  </a:lnTo>
                  <a:lnTo>
                    <a:pt x="817" y="430"/>
                  </a:lnTo>
                  <a:lnTo>
                    <a:pt x="817" y="258"/>
                  </a:lnTo>
                  <a:lnTo>
                    <a:pt x="688" y="129"/>
                  </a:lnTo>
                  <a:lnTo>
                    <a:pt x="559" y="44"/>
                  </a:lnTo>
                  <a:lnTo>
                    <a:pt x="388"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9" name="Google Shape;13499;p37"/>
            <p:cNvSpPr/>
            <p:nvPr/>
          </p:nvSpPr>
          <p:spPr>
            <a:xfrm>
              <a:off x="1552450" y="2578850"/>
              <a:ext cx="20450" cy="21500"/>
            </a:xfrm>
            <a:custGeom>
              <a:avLst/>
              <a:gdLst/>
              <a:ahLst/>
              <a:cxnLst/>
              <a:rect l="l" t="t" r="r" b="b"/>
              <a:pathLst>
                <a:path w="818" h="860" extrusionOk="0">
                  <a:moveTo>
                    <a:pt x="388" y="1"/>
                  </a:moveTo>
                  <a:lnTo>
                    <a:pt x="216" y="44"/>
                  </a:lnTo>
                  <a:lnTo>
                    <a:pt x="87" y="129"/>
                  </a:lnTo>
                  <a:lnTo>
                    <a:pt x="1" y="258"/>
                  </a:lnTo>
                  <a:lnTo>
                    <a:pt x="1" y="430"/>
                  </a:lnTo>
                  <a:lnTo>
                    <a:pt x="1" y="602"/>
                  </a:lnTo>
                  <a:lnTo>
                    <a:pt x="130" y="731"/>
                  </a:lnTo>
                  <a:lnTo>
                    <a:pt x="259" y="817"/>
                  </a:lnTo>
                  <a:lnTo>
                    <a:pt x="430" y="860"/>
                  </a:lnTo>
                  <a:lnTo>
                    <a:pt x="559" y="817"/>
                  </a:lnTo>
                  <a:lnTo>
                    <a:pt x="731" y="731"/>
                  </a:lnTo>
                  <a:lnTo>
                    <a:pt x="817" y="559"/>
                  </a:lnTo>
                  <a:lnTo>
                    <a:pt x="817" y="430"/>
                  </a:lnTo>
                  <a:lnTo>
                    <a:pt x="817" y="258"/>
                  </a:lnTo>
                  <a:lnTo>
                    <a:pt x="688" y="129"/>
                  </a:lnTo>
                  <a:lnTo>
                    <a:pt x="559" y="44"/>
                  </a:lnTo>
                  <a:lnTo>
                    <a:pt x="388"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0" name="Google Shape;13500;p37"/>
            <p:cNvSpPr/>
            <p:nvPr/>
          </p:nvSpPr>
          <p:spPr>
            <a:xfrm>
              <a:off x="1670575" y="2598175"/>
              <a:ext cx="37600" cy="37600"/>
            </a:xfrm>
            <a:custGeom>
              <a:avLst/>
              <a:gdLst/>
              <a:ahLst/>
              <a:cxnLst/>
              <a:rect l="l" t="t" r="r" b="b"/>
              <a:pathLst>
                <a:path w="1504" h="1504" extrusionOk="0">
                  <a:moveTo>
                    <a:pt x="774" y="1"/>
                  </a:moveTo>
                  <a:lnTo>
                    <a:pt x="602" y="44"/>
                  </a:lnTo>
                  <a:lnTo>
                    <a:pt x="473" y="87"/>
                  </a:lnTo>
                  <a:lnTo>
                    <a:pt x="344" y="130"/>
                  </a:lnTo>
                  <a:lnTo>
                    <a:pt x="215" y="215"/>
                  </a:lnTo>
                  <a:lnTo>
                    <a:pt x="129" y="344"/>
                  </a:lnTo>
                  <a:lnTo>
                    <a:pt x="86" y="473"/>
                  </a:lnTo>
                  <a:lnTo>
                    <a:pt x="43" y="602"/>
                  </a:lnTo>
                  <a:lnTo>
                    <a:pt x="0" y="774"/>
                  </a:lnTo>
                  <a:lnTo>
                    <a:pt x="43" y="903"/>
                  </a:lnTo>
                  <a:lnTo>
                    <a:pt x="86" y="1074"/>
                  </a:lnTo>
                  <a:lnTo>
                    <a:pt x="172" y="1203"/>
                  </a:lnTo>
                  <a:lnTo>
                    <a:pt x="258" y="1289"/>
                  </a:lnTo>
                  <a:lnTo>
                    <a:pt x="344" y="1375"/>
                  </a:lnTo>
                  <a:lnTo>
                    <a:pt x="473" y="1461"/>
                  </a:lnTo>
                  <a:lnTo>
                    <a:pt x="645" y="1504"/>
                  </a:lnTo>
                  <a:lnTo>
                    <a:pt x="945" y="1504"/>
                  </a:lnTo>
                  <a:lnTo>
                    <a:pt x="1074" y="1461"/>
                  </a:lnTo>
                  <a:lnTo>
                    <a:pt x="1203" y="1375"/>
                  </a:lnTo>
                  <a:lnTo>
                    <a:pt x="1289" y="1289"/>
                  </a:lnTo>
                  <a:lnTo>
                    <a:pt x="1375" y="1160"/>
                  </a:lnTo>
                  <a:lnTo>
                    <a:pt x="1461" y="1032"/>
                  </a:lnTo>
                  <a:lnTo>
                    <a:pt x="1504" y="903"/>
                  </a:lnTo>
                  <a:lnTo>
                    <a:pt x="1504" y="731"/>
                  </a:lnTo>
                  <a:lnTo>
                    <a:pt x="1504" y="602"/>
                  </a:lnTo>
                  <a:lnTo>
                    <a:pt x="1461" y="473"/>
                  </a:lnTo>
                  <a:lnTo>
                    <a:pt x="1375" y="344"/>
                  </a:lnTo>
                  <a:lnTo>
                    <a:pt x="1289" y="215"/>
                  </a:lnTo>
                  <a:lnTo>
                    <a:pt x="1160" y="130"/>
                  </a:lnTo>
                  <a:lnTo>
                    <a:pt x="1031" y="44"/>
                  </a:lnTo>
                  <a:lnTo>
                    <a:pt x="902"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1" name="Google Shape;13501;p37"/>
            <p:cNvSpPr/>
            <p:nvPr/>
          </p:nvSpPr>
          <p:spPr>
            <a:xfrm>
              <a:off x="1609375" y="2584225"/>
              <a:ext cx="30075" cy="30075"/>
            </a:xfrm>
            <a:custGeom>
              <a:avLst/>
              <a:gdLst/>
              <a:ahLst/>
              <a:cxnLst/>
              <a:rect l="l" t="t" r="r" b="b"/>
              <a:pathLst>
                <a:path w="1203" h="1203" extrusionOk="0">
                  <a:moveTo>
                    <a:pt x="602" y="0"/>
                  </a:moveTo>
                  <a:lnTo>
                    <a:pt x="344" y="43"/>
                  </a:lnTo>
                  <a:lnTo>
                    <a:pt x="172" y="172"/>
                  </a:lnTo>
                  <a:lnTo>
                    <a:pt x="43" y="387"/>
                  </a:lnTo>
                  <a:lnTo>
                    <a:pt x="0" y="602"/>
                  </a:lnTo>
                  <a:lnTo>
                    <a:pt x="43" y="859"/>
                  </a:lnTo>
                  <a:lnTo>
                    <a:pt x="172" y="1031"/>
                  </a:lnTo>
                  <a:lnTo>
                    <a:pt x="387" y="1160"/>
                  </a:lnTo>
                  <a:lnTo>
                    <a:pt x="602" y="1203"/>
                  </a:lnTo>
                  <a:lnTo>
                    <a:pt x="859" y="1160"/>
                  </a:lnTo>
                  <a:lnTo>
                    <a:pt x="1031" y="1031"/>
                  </a:lnTo>
                  <a:lnTo>
                    <a:pt x="1160" y="816"/>
                  </a:lnTo>
                  <a:lnTo>
                    <a:pt x="1203" y="602"/>
                  </a:lnTo>
                  <a:lnTo>
                    <a:pt x="1160" y="344"/>
                  </a:lnTo>
                  <a:lnTo>
                    <a:pt x="1031" y="172"/>
                  </a:lnTo>
                  <a:lnTo>
                    <a:pt x="816" y="43"/>
                  </a:lnTo>
                  <a:lnTo>
                    <a:pt x="602"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2" name="Google Shape;13502;p37"/>
            <p:cNvSpPr/>
            <p:nvPr/>
          </p:nvSpPr>
          <p:spPr>
            <a:xfrm>
              <a:off x="1624400" y="2636825"/>
              <a:ext cx="53725" cy="52650"/>
            </a:xfrm>
            <a:custGeom>
              <a:avLst/>
              <a:gdLst/>
              <a:ahLst/>
              <a:cxnLst/>
              <a:rect l="l" t="t" r="r" b="b"/>
              <a:pathLst>
                <a:path w="2149" h="2106" extrusionOk="0">
                  <a:moveTo>
                    <a:pt x="860" y="1"/>
                  </a:moveTo>
                  <a:lnTo>
                    <a:pt x="645" y="87"/>
                  </a:lnTo>
                  <a:lnTo>
                    <a:pt x="473" y="173"/>
                  </a:lnTo>
                  <a:lnTo>
                    <a:pt x="301" y="302"/>
                  </a:lnTo>
                  <a:lnTo>
                    <a:pt x="172" y="473"/>
                  </a:lnTo>
                  <a:lnTo>
                    <a:pt x="86" y="645"/>
                  </a:lnTo>
                  <a:lnTo>
                    <a:pt x="44" y="860"/>
                  </a:lnTo>
                  <a:lnTo>
                    <a:pt x="1" y="1075"/>
                  </a:lnTo>
                  <a:lnTo>
                    <a:pt x="44" y="1289"/>
                  </a:lnTo>
                  <a:lnTo>
                    <a:pt x="86" y="1461"/>
                  </a:lnTo>
                  <a:lnTo>
                    <a:pt x="215" y="1633"/>
                  </a:lnTo>
                  <a:lnTo>
                    <a:pt x="344" y="1805"/>
                  </a:lnTo>
                  <a:lnTo>
                    <a:pt x="473" y="1934"/>
                  </a:lnTo>
                  <a:lnTo>
                    <a:pt x="688" y="2020"/>
                  </a:lnTo>
                  <a:lnTo>
                    <a:pt x="860" y="2105"/>
                  </a:lnTo>
                  <a:lnTo>
                    <a:pt x="1074" y="2105"/>
                  </a:lnTo>
                  <a:lnTo>
                    <a:pt x="1289" y="2062"/>
                  </a:lnTo>
                  <a:lnTo>
                    <a:pt x="1504" y="2020"/>
                  </a:lnTo>
                  <a:lnTo>
                    <a:pt x="1676" y="1934"/>
                  </a:lnTo>
                  <a:lnTo>
                    <a:pt x="1847" y="1762"/>
                  </a:lnTo>
                  <a:lnTo>
                    <a:pt x="1976" y="1633"/>
                  </a:lnTo>
                  <a:lnTo>
                    <a:pt x="2062" y="1461"/>
                  </a:lnTo>
                  <a:lnTo>
                    <a:pt x="2105" y="1246"/>
                  </a:lnTo>
                  <a:lnTo>
                    <a:pt x="2148" y="1032"/>
                  </a:lnTo>
                  <a:lnTo>
                    <a:pt x="2105" y="817"/>
                  </a:lnTo>
                  <a:lnTo>
                    <a:pt x="2019" y="602"/>
                  </a:lnTo>
                  <a:lnTo>
                    <a:pt x="1933" y="430"/>
                  </a:lnTo>
                  <a:lnTo>
                    <a:pt x="1804" y="302"/>
                  </a:lnTo>
                  <a:lnTo>
                    <a:pt x="1633" y="173"/>
                  </a:lnTo>
                  <a:lnTo>
                    <a:pt x="1461" y="44"/>
                  </a:lnTo>
                  <a:lnTo>
                    <a:pt x="128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3" name="Google Shape;13503;p37"/>
            <p:cNvSpPr/>
            <p:nvPr/>
          </p:nvSpPr>
          <p:spPr>
            <a:xfrm>
              <a:off x="1699575" y="3019075"/>
              <a:ext cx="29000" cy="29025"/>
            </a:xfrm>
            <a:custGeom>
              <a:avLst/>
              <a:gdLst/>
              <a:ahLst/>
              <a:cxnLst/>
              <a:rect l="l" t="t" r="r" b="b"/>
              <a:pathLst>
                <a:path w="1160" h="1161" extrusionOk="0">
                  <a:moveTo>
                    <a:pt x="601" y="1"/>
                  </a:moveTo>
                  <a:lnTo>
                    <a:pt x="387" y="44"/>
                  </a:lnTo>
                  <a:lnTo>
                    <a:pt x="172" y="173"/>
                  </a:lnTo>
                  <a:lnTo>
                    <a:pt x="43" y="344"/>
                  </a:lnTo>
                  <a:lnTo>
                    <a:pt x="0" y="602"/>
                  </a:lnTo>
                  <a:lnTo>
                    <a:pt x="43" y="817"/>
                  </a:lnTo>
                  <a:lnTo>
                    <a:pt x="172" y="989"/>
                  </a:lnTo>
                  <a:lnTo>
                    <a:pt x="344" y="1118"/>
                  </a:lnTo>
                  <a:lnTo>
                    <a:pt x="558" y="1161"/>
                  </a:lnTo>
                  <a:lnTo>
                    <a:pt x="816" y="1118"/>
                  </a:lnTo>
                  <a:lnTo>
                    <a:pt x="988" y="989"/>
                  </a:lnTo>
                  <a:lnTo>
                    <a:pt x="1117" y="817"/>
                  </a:lnTo>
                  <a:lnTo>
                    <a:pt x="1160" y="602"/>
                  </a:lnTo>
                  <a:lnTo>
                    <a:pt x="1117" y="387"/>
                  </a:lnTo>
                  <a:lnTo>
                    <a:pt x="988" y="216"/>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4" name="Google Shape;13504;p37"/>
            <p:cNvSpPr/>
            <p:nvPr/>
          </p:nvSpPr>
          <p:spPr>
            <a:xfrm>
              <a:off x="1642650" y="3041625"/>
              <a:ext cx="29025" cy="29025"/>
            </a:xfrm>
            <a:custGeom>
              <a:avLst/>
              <a:gdLst/>
              <a:ahLst/>
              <a:cxnLst/>
              <a:rect l="l" t="t" r="r" b="b"/>
              <a:pathLst>
                <a:path w="1161" h="1161" extrusionOk="0">
                  <a:moveTo>
                    <a:pt x="602" y="1"/>
                  </a:moveTo>
                  <a:lnTo>
                    <a:pt x="387" y="44"/>
                  </a:lnTo>
                  <a:lnTo>
                    <a:pt x="173" y="173"/>
                  </a:lnTo>
                  <a:lnTo>
                    <a:pt x="44" y="344"/>
                  </a:lnTo>
                  <a:lnTo>
                    <a:pt x="1" y="602"/>
                  </a:lnTo>
                  <a:lnTo>
                    <a:pt x="44" y="817"/>
                  </a:lnTo>
                  <a:lnTo>
                    <a:pt x="173" y="989"/>
                  </a:lnTo>
                  <a:lnTo>
                    <a:pt x="344" y="1118"/>
                  </a:lnTo>
                  <a:lnTo>
                    <a:pt x="602" y="1160"/>
                  </a:lnTo>
                  <a:lnTo>
                    <a:pt x="817" y="1118"/>
                  </a:lnTo>
                  <a:lnTo>
                    <a:pt x="989" y="989"/>
                  </a:lnTo>
                  <a:lnTo>
                    <a:pt x="1117" y="817"/>
                  </a:lnTo>
                  <a:lnTo>
                    <a:pt x="1160" y="602"/>
                  </a:lnTo>
                  <a:lnTo>
                    <a:pt x="1117" y="387"/>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5" name="Google Shape;13505;p37"/>
            <p:cNvSpPr/>
            <p:nvPr/>
          </p:nvSpPr>
          <p:spPr>
            <a:xfrm>
              <a:off x="1581450" y="303090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72" y="988"/>
                  </a:lnTo>
                  <a:lnTo>
                    <a:pt x="344" y="1117"/>
                  </a:lnTo>
                  <a:lnTo>
                    <a:pt x="559" y="1160"/>
                  </a:lnTo>
                  <a:lnTo>
                    <a:pt x="774" y="1117"/>
                  </a:lnTo>
                  <a:lnTo>
                    <a:pt x="988" y="988"/>
                  </a:lnTo>
                  <a:lnTo>
                    <a:pt x="1117" y="816"/>
                  </a:lnTo>
                  <a:lnTo>
                    <a:pt x="1160" y="559"/>
                  </a:lnTo>
                  <a:lnTo>
                    <a:pt x="1117" y="344"/>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6" name="Google Shape;13506;p37"/>
            <p:cNvSpPr/>
            <p:nvPr/>
          </p:nvSpPr>
          <p:spPr>
            <a:xfrm>
              <a:off x="1585750" y="2985800"/>
              <a:ext cx="27950" cy="29025"/>
            </a:xfrm>
            <a:custGeom>
              <a:avLst/>
              <a:gdLst/>
              <a:ahLst/>
              <a:cxnLst/>
              <a:rect l="l" t="t" r="r" b="b"/>
              <a:pathLst>
                <a:path w="1118" h="1161" extrusionOk="0">
                  <a:moveTo>
                    <a:pt x="559" y="0"/>
                  </a:moveTo>
                  <a:lnTo>
                    <a:pt x="344" y="43"/>
                  </a:lnTo>
                  <a:lnTo>
                    <a:pt x="172" y="129"/>
                  </a:lnTo>
                  <a:lnTo>
                    <a:pt x="43" y="344"/>
                  </a:lnTo>
                  <a:lnTo>
                    <a:pt x="0" y="559"/>
                  </a:lnTo>
                  <a:lnTo>
                    <a:pt x="43" y="774"/>
                  </a:lnTo>
                  <a:lnTo>
                    <a:pt x="129" y="945"/>
                  </a:lnTo>
                  <a:lnTo>
                    <a:pt x="344" y="1074"/>
                  </a:lnTo>
                  <a:lnTo>
                    <a:pt x="559" y="1160"/>
                  </a:lnTo>
                  <a:lnTo>
                    <a:pt x="774" y="1117"/>
                  </a:lnTo>
                  <a:lnTo>
                    <a:pt x="945" y="988"/>
                  </a:lnTo>
                  <a:lnTo>
                    <a:pt x="1074" y="774"/>
                  </a:lnTo>
                  <a:lnTo>
                    <a:pt x="1117" y="559"/>
                  </a:lnTo>
                  <a:lnTo>
                    <a:pt x="1117" y="344"/>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7" name="Google Shape;13507;p37"/>
            <p:cNvSpPr/>
            <p:nvPr/>
          </p:nvSpPr>
          <p:spPr>
            <a:xfrm>
              <a:off x="1599700" y="3069550"/>
              <a:ext cx="27950" cy="29025"/>
            </a:xfrm>
            <a:custGeom>
              <a:avLst/>
              <a:gdLst/>
              <a:ahLst/>
              <a:cxnLst/>
              <a:rect l="l" t="t" r="r" b="b"/>
              <a:pathLst>
                <a:path w="1118" h="1161" extrusionOk="0">
                  <a:moveTo>
                    <a:pt x="559" y="1"/>
                  </a:moveTo>
                  <a:lnTo>
                    <a:pt x="344" y="43"/>
                  </a:lnTo>
                  <a:lnTo>
                    <a:pt x="173" y="172"/>
                  </a:lnTo>
                  <a:lnTo>
                    <a:pt x="44" y="387"/>
                  </a:lnTo>
                  <a:lnTo>
                    <a:pt x="1" y="602"/>
                  </a:lnTo>
                  <a:lnTo>
                    <a:pt x="44" y="817"/>
                  </a:lnTo>
                  <a:lnTo>
                    <a:pt x="130" y="988"/>
                  </a:lnTo>
                  <a:lnTo>
                    <a:pt x="344" y="1117"/>
                  </a:lnTo>
                  <a:lnTo>
                    <a:pt x="559" y="1160"/>
                  </a:lnTo>
                  <a:lnTo>
                    <a:pt x="774" y="1117"/>
                  </a:lnTo>
                  <a:lnTo>
                    <a:pt x="946" y="1031"/>
                  </a:lnTo>
                  <a:lnTo>
                    <a:pt x="1074" y="817"/>
                  </a:lnTo>
                  <a:lnTo>
                    <a:pt x="1117" y="602"/>
                  </a:lnTo>
                  <a:lnTo>
                    <a:pt x="1117" y="387"/>
                  </a:lnTo>
                  <a:lnTo>
                    <a:pt x="989" y="215"/>
                  </a:lnTo>
                  <a:lnTo>
                    <a:pt x="774"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8" name="Google Shape;13508;p37"/>
            <p:cNvSpPr/>
            <p:nvPr/>
          </p:nvSpPr>
          <p:spPr>
            <a:xfrm>
              <a:off x="1656625" y="2985800"/>
              <a:ext cx="29000" cy="29025"/>
            </a:xfrm>
            <a:custGeom>
              <a:avLst/>
              <a:gdLst/>
              <a:ahLst/>
              <a:cxnLst/>
              <a:rect l="l" t="t" r="r" b="b"/>
              <a:pathLst>
                <a:path w="1160" h="1161" extrusionOk="0">
                  <a:moveTo>
                    <a:pt x="601" y="0"/>
                  </a:moveTo>
                  <a:lnTo>
                    <a:pt x="387" y="43"/>
                  </a:lnTo>
                  <a:lnTo>
                    <a:pt x="172" y="129"/>
                  </a:lnTo>
                  <a:lnTo>
                    <a:pt x="43" y="344"/>
                  </a:lnTo>
                  <a:lnTo>
                    <a:pt x="0" y="559"/>
                  </a:lnTo>
                  <a:lnTo>
                    <a:pt x="43" y="774"/>
                  </a:lnTo>
                  <a:lnTo>
                    <a:pt x="172" y="945"/>
                  </a:lnTo>
                  <a:lnTo>
                    <a:pt x="344" y="1074"/>
                  </a:lnTo>
                  <a:lnTo>
                    <a:pt x="558" y="1160"/>
                  </a:lnTo>
                  <a:lnTo>
                    <a:pt x="773" y="1117"/>
                  </a:lnTo>
                  <a:lnTo>
                    <a:pt x="988" y="988"/>
                  </a:lnTo>
                  <a:lnTo>
                    <a:pt x="1117" y="774"/>
                  </a:lnTo>
                  <a:lnTo>
                    <a:pt x="1160" y="559"/>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9" name="Google Shape;13509;p37"/>
            <p:cNvSpPr/>
            <p:nvPr/>
          </p:nvSpPr>
          <p:spPr>
            <a:xfrm>
              <a:off x="1582525" y="2919225"/>
              <a:ext cx="29025" cy="29025"/>
            </a:xfrm>
            <a:custGeom>
              <a:avLst/>
              <a:gdLst/>
              <a:ahLst/>
              <a:cxnLst/>
              <a:rect l="l" t="t" r="r" b="b"/>
              <a:pathLst>
                <a:path w="1161" h="1161" extrusionOk="0">
                  <a:moveTo>
                    <a:pt x="559" y="1"/>
                  </a:moveTo>
                  <a:lnTo>
                    <a:pt x="344" y="44"/>
                  </a:lnTo>
                  <a:lnTo>
                    <a:pt x="172" y="172"/>
                  </a:lnTo>
                  <a:lnTo>
                    <a:pt x="44" y="387"/>
                  </a:lnTo>
                  <a:lnTo>
                    <a:pt x="1" y="602"/>
                  </a:lnTo>
                  <a:lnTo>
                    <a:pt x="44" y="817"/>
                  </a:lnTo>
                  <a:lnTo>
                    <a:pt x="129" y="988"/>
                  </a:lnTo>
                  <a:lnTo>
                    <a:pt x="344" y="1117"/>
                  </a:lnTo>
                  <a:lnTo>
                    <a:pt x="559" y="1160"/>
                  </a:lnTo>
                  <a:lnTo>
                    <a:pt x="774" y="1117"/>
                  </a:lnTo>
                  <a:lnTo>
                    <a:pt x="945" y="1031"/>
                  </a:lnTo>
                  <a:lnTo>
                    <a:pt x="1074" y="817"/>
                  </a:lnTo>
                  <a:lnTo>
                    <a:pt x="1160" y="602"/>
                  </a:lnTo>
                  <a:lnTo>
                    <a:pt x="1117" y="387"/>
                  </a:lnTo>
                  <a:lnTo>
                    <a:pt x="988" y="215"/>
                  </a:lnTo>
                  <a:lnTo>
                    <a:pt x="774"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0" name="Google Shape;13510;p37"/>
            <p:cNvSpPr/>
            <p:nvPr/>
          </p:nvSpPr>
          <p:spPr>
            <a:xfrm>
              <a:off x="1714600" y="2956800"/>
              <a:ext cx="27950" cy="29025"/>
            </a:xfrm>
            <a:custGeom>
              <a:avLst/>
              <a:gdLst/>
              <a:ahLst/>
              <a:cxnLst/>
              <a:rect l="l" t="t" r="r" b="b"/>
              <a:pathLst>
                <a:path w="1118" h="1161" extrusionOk="0">
                  <a:moveTo>
                    <a:pt x="559" y="1"/>
                  </a:moveTo>
                  <a:lnTo>
                    <a:pt x="344" y="44"/>
                  </a:lnTo>
                  <a:lnTo>
                    <a:pt x="172" y="173"/>
                  </a:lnTo>
                  <a:lnTo>
                    <a:pt x="43" y="344"/>
                  </a:lnTo>
                  <a:lnTo>
                    <a:pt x="0" y="559"/>
                  </a:lnTo>
                  <a:lnTo>
                    <a:pt x="43" y="774"/>
                  </a:lnTo>
                  <a:lnTo>
                    <a:pt x="129" y="989"/>
                  </a:lnTo>
                  <a:lnTo>
                    <a:pt x="344" y="1118"/>
                  </a:lnTo>
                  <a:lnTo>
                    <a:pt x="559" y="1160"/>
                  </a:lnTo>
                  <a:lnTo>
                    <a:pt x="773" y="1118"/>
                  </a:lnTo>
                  <a:lnTo>
                    <a:pt x="945" y="989"/>
                  </a:lnTo>
                  <a:lnTo>
                    <a:pt x="1074" y="817"/>
                  </a:lnTo>
                  <a:lnTo>
                    <a:pt x="1117" y="559"/>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1" name="Google Shape;13511;p37"/>
            <p:cNvSpPr/>
            <p:nvPr/>
          </p:nvSpPr>
          <p:spPr>
            <a:xfrm>
              <a:off x="1636225" y="3165100"/>
              <a:ext cx="29000" cy="27950"/>
            </a:xfrm>
            <a:custGeom>
              <a:avLst/>
              <a:gdLst/>
              <a:ahLst/>
              <a:cxnLst/>
              <a:rect l="l" t="t" r="r" b="b"/>
              <a:pathLst>
                <a:path w="1160" h="1118" extrusionOk="0">
                  <a:moveTo>
                    <a:pt x="601" y="1"/>
                  </a:moveTo>
                  <a:lnTo>
                    <a:pt x="387" y="44"/>
                  </a:lnTo>
                  <a:lnTo>
                    <a:pt x="215" y="130"/>
                  </a:lnTo>
                  <a:lnTo>
                    <a:pt x="86" y="345"/>
                  </a:lnTo>
                  <a:lnTo>
                    <a:pt x="0" y="559"/>
                  </a:lnTo>
                  <a:lnTo>
                    <a:pt x="43" y="774"/>
                  </a:lnTo>
                  <a:lnTo>
                    <a:pt x="172" y="946"/>
                  </a:lnTo>
                  <a:lnTo>
                    <a:pt x="387" y="1075"/>
                  </a:lnTo>
                  <a:lnTo>
                    <a:pt x="601" y="1118"/>
                  </a:lnTo>
                  <a:lnTo>
                    <a:pt x="816" y="1118"/>
                  </a:lnTo>
                  <a:lnTo>
                    <a:pt x="988" y="989"/>
                  </a:lnTo>
                  <a:lnTo>
                    <a:pt x="1117" y="774"/>
                  </a:lnTo>
                  <a:lnTo>
                    <a:pt x="1160" y="559"/>
                  </a:lnTo>
                  <a:lnTo>
                    <a:pt x="1117" y="345"/>
                  </a:lnTo>
                  <a:lnTo>
                    <a:pt x="1031" y="173"/>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2" name="Google Shape;13512;p37"/>
            <p:cNvSpPr/>
            <p:nvPr/>
          </p:nvSpPr>
          <p:spPr>
            <a:xfrm>
              <a:off x="1634075" y="2941775"/>
              <a:ext cx="29000" cy="29025"/>
            </a:xfrm>
            <a:custGeom>
              <a:avLst/>
              <a:gdLst/>
              <a:ahLst/>
              <a:cxnLst/>
              <a:rect l="l" t="t" r="r" b="b"/>
              <a:pathLst>
                <a:path w="1160" h="1161" extrusionOk="0">
                  <a:moveTo>
                    <a:pt x="601" y="1"/>
                  </a:moveTo>
                  <a:lnTo>
                    <a:pt x="387" y="43"/>
                  </a:lnTo>
                  <a:lnTo>
                    <a:pt x="172" y="172"/>
                  </a:lnTo>
                  <a:lnTo>
                    <a:pt x="43" y="387"/>
                  </a:lnTo>
                  <a:lnTo>
                    <a:pt x="0" y="602"/>
                  </a:lnTo>
                  <a:lnTo>
                    <a:pt x="43" y="817"/>
                  </a:lnTo>
                  <a:lnTo>
                    <a:pt x="172" y="988"/>
                  </a:lnTo>
                  <a:lnTo>
                    <a:pt x="344" y="1117"/>
                  </a:lnTo>
                  <a:lnTo>
                    <a:pt x="601" y="1160"/>
                  </a:lnTo>
                  <a:lnTo>
                    <a:pt x="816" y="1117"/>
                  </a:lnTo>
                  <a:lnTo>
                    <a:pt x="988" y="1031"/>
                  </a:lnTo>
                  <a:lnTo>
                    <a:pt x="1117" y="817"/>
                  </a:lnTo>
                  <a:lnTo>
                    <a:pt x="1160" y="602"/>
                  </a:lnTo>
                  <a:lnTo>
                    <a:pt x="1117" y="387"/>
                  </a:lnTo>
                  <a:lnTo>
                    <a:pt x="988" y="215"/>
                  </a:lnTo>
                  <a:lnTo>
                    <a:pt x="816" y="86"/>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3" name="Google Shape;13513;p37"/>
            <p:cNvSpPr/>
            <p:nvPr/>
          </p:nvSpPr>
          <p:spPr>
            <a:xfrm>
              <a:off x="1702775" y="3083500"/>
              <a:ext cx="29025" cy="29025"/>
            </a:xfrm>
            <a:custGeom>
              <a:avLst/>
              <a:gdLst/>
              <a:ahLst/>
              <a:cxnLst/>
              <a:rect l="l" t="t" r="r" b="b"/>
              <a:pathLst>
                <a:path w="1161" h="1161" extrusionOk="0">
                  <a:moveTo>
                    <a:pt x="602" y="1"/>
                  </a:moveTo>
                  <a:lnTo>
                    <a:pt x="387" y="44"/>
                  </a:lnTo>
                  <a:lnTo>
                    <a:pt x="216" y="173"/>
                  </a:lnTo>
                  <a:lnTo>
                    <a:pt x="87" y="344"/>
                  </a:lnTo>
                  <a:lnTo>
                    <a:pt x="1" y="602"/>
                  </a:lnTo>
                  <a:lnTo>
                    <a:pt x="44" y="817"/>
                  </a:lnTo>
                  <a:lnTo>
                    <a:pt x="173" y="989"/>
                  </a:lnTo>
                  <a:lnTo>
                    <a:pt x="344" y="1118"/>
                  </a:lnTo>
                  <a:lnTo>
                    <a:pt x="602" y="1160"/>
                  </a:lnTo>
                  <a:lnTo>
                    <a:pt x="817" y="1118"/>
                  </a:lnTo>
                  <a:lnTo>
                    <a:pt x="989" y="989"/>
                  </a:lnTo>
                  <a:lnTo>
                    <a:pt x="1118" y="817"/>
                  </a:lnTo>
                  <a:lnTo>
                    <a:pt x="1161" y="602"/>
                  </a:lnTo>
                  <a:lnTo>
                    <a:pt x="1118" y="387"/>
                  </a:lnTo>
                  <a:lnTo>
                    <a:pt x="1032"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4" name="Google Shape;13514;p37"/>
            <p:cNvSpPr/>
            <p:nvPr/>
          </p:nvSpPr>
          <p:spPr>
            <a:xfrm>
              <a:off x="1725325" y="314042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88"/>
                  </a:lnTo>
                  <a:lnTo>
                    <a:pt x="344" y="1117"/>
                  </a:lnTo>
                  <a:lnTo>
                    <a:pt x="602" y="1160"/>
                  </a:lnTo>
                  <a:lnTo>
                    <a:pt x="817" y="1117"/>
                  </a:lnTo>
                  <a:lnTo>
                    <a:pt x="989" y="988"/>
                  </a:lnTo>
                  <a:lnTo>
                    <a:pt x="1118" y="816"/>
                  </a:lnTo>
                  <a:lnTo>
                    <a:pt x="1160" y="601"/>
                  </a:lnTo>
                  <a:lnTo>
                    <a:pt x="1118" y="387"/>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5" name="Google Shape;13515;p37"/>
            <p:cNvSpPr/>
            <p:nvPr/>
          </p:nvSpPr>
          <p:spPr>
            <a:xfrm>
              <a:off x="1692050" y="3172625"/>
              <a:ext cx="27950" cy="29025"/>
            </a:xfrm>
            <a:custGeom>
              <a:avLst/>
              <a:gdLst/>
              <a:ahLst/>
              <a:cxnLst/>
              <a:rect l="l" t="t" r="r" b="b"/>
              <a:pathLst>
                <a:path w="1118" h="1161" extrusionOk="0">
                  <a:moveTo>
                    <a:pt x="559" y="1"/>
                  </a:moveTo>
                  <a:lnTo>
                    <a:pt x="344" y="44"/>
                  </a:lnTo>
                  <a:lnTo>
                    <a:pt x="172" y="172"/>
                  </a:lnTo>
                  <a:lnTo>
                    <a:pt x="43" y="344"/>
                  </a:lnTo>
                  <a:lnTo>
                    <a:pt x="0" y="602"/>
                  </a:lnTo>
                  <a:lnTo>
                    <a:pt x="0" y="817"/>
                  </a:lnTo>
                  <a:lnTo>
                    <a:pt x="129" y="988"/>
                  </a:lnTo>
                  <a:lnTo>
                    <a:pt x="344" y="1117"/>
                  </a:lnTo>
                  <a:lnTo>
                    <a:pt x="559" y="1160"/>
                  </a:lnTo>
                  <a:lnTo>
                    <a:pt x="773" y="1117"/>
                  </a:lnTo>
                  <a:lnTo>
                    <a:pt x="945" y="988"/>
                  </a:lnTo>
                  <a:lnTo>
                    <a:pt x="1074" y="817"/>
                  </a:lnTo>
                  <a:lnTo>
                    <a:pt x="1117" y="602"/>
                  </a:lnTo>
                  <a:lnTo>
                    <a:pt x="1074" y="387"/>
                  </a:lnTo>
                  <a:lnTo>
                    <a:pt x="988" y="172"/>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6" name="Google Shape;13516;p37"/>
            <p:cNvSpPr/>
            <p:nvPr/>
          </p:nvSpPr>
          <p:spPr>
            <a:xfrm>
              <a:off x="1659825" y="3111425"/>
              <a:ext cx="29025" cy="29025"/>
            </a:xfrm>
            <a:custGeom>
              <a:avLst/>
              <a:gdLst/>
              <a:ahLst/>
              <a:cxnLst/>
              <a:rect l="l" t="t" r="r" b="b"/>
              <a:pathLst>
                <a:path w="1161" h="1161" extrusionOk="0">
                  <a:moveTo>
                    <a:pt x="559" y="1"/>
                  </a:moveTo>
                  <a:lnTo>
                    <a:pt x="345" y="43"/>
                  </a:lnTo>
                  <a:lnTo>
                    <a:pt x="173" y="172"/>
                  </a:lnTo>
                  <a:lnTo>
                    <a:pt x="44" y="387"/>
                  </a:lnTo>
                  <a:lnTo>
                    <a:pt x="1" y="602"/>
                  </a:lnTo>
                  <a:lnTo>
                    <a:pt x="44" y="817"/>
                  </a:lnTo>
                  <a:lnTo>
                    <a:pt x="173" y="988"/>
                  </a:lnTo>
                  <a:lnTo>
                    <a:pt x="345" y="1117"/>
                  </a:lnTo>
                  <a:lnTo>
                    <a:pt x="559" y="1160"/>
                  </a:lnTo>
                  <a:lnTo>
                    <a:pt x="774" y="1117"/>
                  </a:lnTo>
                  <a:lnTo>
                    <a:pt x="946" y="1031"/>
                  </a:lnTo>
                  <a:lnTo>
                    <a:pt x="1118" y="817"/>
                  </a:lnTo>
                  <a:lnTo>
                    <a:pt x="1161" y="602"/>
                  </a:lnTo>
                  <a:lnTo>
                    <a:pt x="1118" y="387"/>
                  </a:lnTo>
                  <a:lnTo>
                    <a:pt x="989" y="215"/>
                  </a:lnTo>
                  <a:lnTo>
                    <a:pt x="817"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7" name="Google Shape;13517;p37"/>
            <p:cNvSpPr/>
            <p:nvPr/>
          </p:nvSpPr>
          <p:spPr>
            <a:xfrm>
              <a:off x="1590050" y="3128600"/>
              <a:ext cx="27925" cy="29025"/>
            </a:xfrm>
            <a:custGeom>
              <a:avLst/>
              <a:gdLst/>
              <a:ahLst/>
              <a:cxnLst/>
              <a:rect l="l" t="t" r="r" b="b"/>
              <a:pathLst>
                <a:path w="1117" h="1161" extrusionOk="0">
                  <a:moveTo>
                    <a:pt x="559" y="1"/>
                  </a:moveTo>
                  <a:lnTo>
                    <a:pt x="344" y="44"/>
                  </a:lnTo>
                  <a:lnTo>
                    <a:pt x="172" y="173"/>
                  </a:lnTo>
                  <a:lnTo>
                    <a:pt x="43" y="344"/>
                  </a:lnTo>
                  <a:lnTo>
                    <a:pt x="0" y="559"/>
                  </a:lnTo>
                  <a:lnTo>
                    <a:pt x="43" y="774"/>
                  </a:lnTo>
                  <a:lnTo>
                    <a:pt x="129" y="989"/>
                  </a:lnTo>
                  <a:lnTo>
                    <a:pt x="344" y="1117"/>
                  </a:lnTo>
                  <a:lnTo>
                    <a:pt x="559" y="1160"/>
                  </a:lnTo>
                  <a:lnTo>
                    <a:pt x="773" y="1117"/>
                  </a:lnTo>
                  <a:lnTo>
                    <a:pt x="945" y="989"/>
                  </a:lnTo>
                  <a:lnTo>
                    <a:pt x="1074" y="817"/>
                  </a:lnTo>
                  <a:lnTo>
                    <a:pt x="1117" y="602"/>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8" name="Google Shape;13518;p37"/>
            <p:cNvSpPr/>
            <p:nvPr/>
          </p:nvSpPr>
          <p:spPr>
            <a:xfrm>
              <a:off x="1699575" y="2664750"/>
              <a:ext cx="29000" cy="29025"/>
            </a:xfrm>
            <a:custGeom>
              <a:avLst/>
              <a:gdLst/>
              <a:ahLst/>
              <a:cxnLst/>
              <a:rect l="l" t="t" r="r" b="b"/>
              <a:pathLst>
                <a:path w="1160" h="1161" extrusionOk="0">
                  <a:moveTo>
                    <a:pt x="601" y="1"/>
                  </a:moveTo>
                  <a:lnTo>
                    <a:pt x="387" y="44"/>
                  </a:lnTo>
                  <a:lnTo>
                    <a:pt x="172" y="172"/>
                  </a:lnTo>
                  <a:lnTo>
                    <a:pt x="43" y="344"/>
                  </a:lnTo>
                  <a:lnTo>
                    <a:pt x="0" y="559"/>
                  </a:lnTo>
                  <a:lnTo>
                    <a:pt x="43" y="774"/>
                  </a:lnTo>
                  <a:lnTo>
                    <a:pt x="172" y="988"/>
                  </a:lnTo>
                  <a:lnTo>
                    <a:pt x="344" y="1117"/>
                  </a:lnTo>
                  <a:lnTo>
                    <a:pt x="558" y="1160"/>
                  </a:lnTo>
                  <a:lnTo>
                    <a:pt x="816" y="1117"/>
                  </a:lnTo>
                  <a:lnTo>
                    <a:pt x="988" y="988"/>
                  </a:lnTo>
                  <a:lnTo>
                    <a:pt x="1117" y="817"/>
                  </a:lnTo>
                  <a:lnTo>
                    <a:pt x="1160" y="602"/>
                  </a:lnTo>
                  <a:lnTo>
                    <a:pt x="1117" y="387"/>
                  </a:lnTo>
                  <a:lnTo>
                    <a:pt x="988" y="172"/>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9" name="Google Shape;13519;p37"/>
            <p:cNvSpPr/>
            <p:nvPr/>
          </p:nvSpPr>
          <p:spPr>
            <a:xfrm>
              <a:off x="1642650" y="2687300"/>
              <a:ext cx="29025" cy="29025"/>
            </a:xfrm>
            <a:custGeom>
              <a:avLst/>
              <a:gdLst/>
              <a:ahLst/>
              <a:cxnLst/>
              <a:rect l="l" t="t" r="r" b="b"/>
              <a:pathLst>
                <a:path w="1161" h="1161" extrusionOk="0">
                  <a:moveTo>
                    <a:pt x="602" y="1"/>
                  </a:moveTo>
                  <a:lnTo>
                    <a:pt x="387" y="43"/>
                  </a:lnTo>
                  <a:lnTo>
                    <a:pt x="173" y="172"/>
                  </a:lnTo>
                  <a:lnTo>
                    <a:pt x="44" y="344"/>
                  </a:lnTo>
                  <a:lnTo>
                    <a:pt x="1" y="559"/>
                  </a:lnTo>
                  <a:lnTo>
                    <a:pt x="44" y="774"/>
                  </a:lnTo>
                  <a:lnTo>
                    <a:pt x="173" y="988"/>
                  </a:lnTo>
                  <a:lnTo>
                    <a:pt x="344" y="1117"/>
                  </a:lnTo>
                  <a:lnTo>
                    <a:pt x="602" y="1160"/>
                  </a:lnTo>
                  <a:lnTo>
                    <a:pt x="817" y="1117"/>
                  </a:lnTo>
                  <a:lnTo>
                    <a:pt x="989" y="988"/>
                  </a:lnTo>
                  <a:lnTo>
                    <a:pt x="1117" y="817"/>
                  </a:lnTo>
                  <a:lnTo>
                    <a:pt x="1160" y="559"/>
                  </a:lnTo>
                  <a:lnTo>
                    <a:pt x="1117" y="344"/>
                  </a:lnTo>
                  <a:lnTo>
                    <a:pt x="989" y="172"/>
                  </a:lnTo>
                  <a:lnTo>
                    <a:pt x="817" y="43"/>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0" name="Google Shape;13520;p37"/>
            <p:cNvSpPr/>
            <p:nvPr/>
          </p:nvSpPr>
          <p:spPr>
            <a:xfrm>
              <a:off x="1581450" y="2676575"/>
              <a:ext cx="29025" cy="27925"/>
            </a:xfrm>
            <a:custGeom>
              <a:avLst/>
              <a:gdLst/>
              <a:ahLst/>
              <a:cxnLst/>
              <a:rect l="l" t="t" r="r" b="b"/>
              <a:pathLst>
                <a:path w="1161" h="1117" extrusionOk="0">
                  <a:moveTo>
                    <a:pt x="559" y="0"/>
                  </a:moveTo>
                  <a:lnTo>
                    <a:pt x="344" y="43"/>
                  </a:lnTo>
                  <a:lnTo>
                    <a:pt x="172" y="129"/>
                  </a:lnTo>
                  <a:lnTo>
                    <a:pt x="44" y="344"/>
                  </a:lnTo>
                  <a:lnTo>
                    <a:pt x="1" y="558"/>
                  </a:lnTo>
                  <a:lnTo>
                    <a:pt x="44" y="773"/>
                  </a:lnTo>
                  <a:lnTo>
                    <a:pt x="172" y="945"/>
                  </a:lnTo>
                  <a:lnTo>
                    <a:pt x="344" y="1074"/>
                  </a:lnTo>
                  <a:lnTo>
                    <a:pt x="559" y="1117"/>
                  </a:lnTo>
                  <a:lnTo>
                    <a:pt x="774" y="1074"/>
                  </a:lnTo>
                  <a:lnTo>
                    <a:pt x="988" y="988"/>
                  </a:lnTo>
                  <a:lnTo>
                    <a:pt x="1117" y="773"/>
                  </a:lnTo>
                  <a:lnTo>
                    <a:pt x="1160" y="558"/>
                  </a:lnTo>
                  <a:lnTo>
                    <a:pt x="1117" y="344"/>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1" name="Google Shape;13521;p37"/>
            <p:cNvSpPr/>
            <p:nvPr/>
          </p:nvSpPr>
          <p:spPr>
            <a:xfrm>
              <a:off x="1585750" y="2630400"/>
              <a:ext cx="27950" cy="29000"/>
            </a:xfrm>
            <a:custGeom>
              <a:avLst/>
              <a:gdLst/>
              <a:ahLst/>
              <a:cxnLst/>
              <a:rect l="l" t="t" r="r" b="b"/>
              <a:pathLst>
                <a:path w="1118" h="1160" extrusionOk="0">
                  <a:moveTo>
                    <a:pt x="559" y="0"/>
                  </a:moveTo>
                  <a:lnTo>
                    <a:pt x="344" y="43"/>
                  </a:lnTo>
                  <a:lnTo>
                    <a:pt x="172" y="172"/>
                  </a:lnTo>
                  <a:lnTo>
                    <a:pt x="43" y="344"/>
                  </a:lnTo>
                  <a:lnTo>
                    <a:pt x="0" y="602"/>
                  </a:lnTo>
                  <a:lnTo>
                    <a:pt x="43" y="816"/>
                  </a:lnTo>
                  <a:lnTo>
                    <a:pt x="129" y="988"/>
                  </a:lnTo>
                  <a:lnTo>
                    <a:pt x="344" y="1117"/>
                  </a:lnTo>
                  <a:lnTo>
                    <a:pt x="559" y="1160"/>
                  </a:lnTo>
                  <a:lnTo>
                    <a:pt x="774" y="1117"/>
                  </a:lnTo>
                  <a:lnTo>
                    <a:pt x="945" y="988"/>
                  </a:lnTo>
                  <a:lnTo>
                    <a:pt x="1074" y="816"/>
                  </a:lnTo>
                  <a:lnTo>
                    <a:pt x="1117" y="602"/>
                  </a:lnTo>
                  <a:lnTo>
                    <a:pt x="1117" y="387"/>
                  </a:lnTo>
                  <a:lnTo>
                    <a:pt x="988" y="215"/>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2" name="Google Shape;13522;p37"/>
            <p:cNvSpPr/>
            <p:nvPr/>
          </p:nvSpPr>
          <p:spPr>
            <a:xfrm>
              <a:off x="1599700" y="2715225"/>
              <a:ext cx="27950" cy="29000"/>
            </a:xfrm>
            <a:custGeom>
              <a:avLst/>
              <a:gdLst/>
              <a:ahLst/>
              <a:cxnLst/>
              <a:rect l="l" t="t" r="r" b="b"/>
              <a:pathLst>
                <a:path w="1118" h="1160" extrusionOk="0">
                  <a:moveTo>
                    <a:pt x="559" y="0"/>
                  </a:moveTo>
                  <a:lnTo>
                    <a:pt x="344" y="43"/>
                  </a:lnTo>
                  <a:lnTo>
                    <a:pt x="173" y="172"/>
                  </a:lnTo>
                  <a:lnTo>
                    <a:pt x="44" y="344"/>
                  </a:lnTo>
                  <a:lnTo>
                    <a:pt x="1" y="559"/>
                  </a:lnTo>
                  <a:lnTo>
                    <a:pt x="44" y="773"/>
                  </a:lnTo>
                  <a:lnTo>
                    <a:pt x="130" y="988"/>
                  </a:lnTo>
                  <a:lnTo>
                    <a:pt x="344" y="1117"/>
                  </a:lnTo>
                  <a:lnTo>
                    <a:pt x="559" y="1160"/>
                  </a:lnTo>
                  <a:lnTo>
                    <a:pt x="774" y="1117"/>
                  </a:lnTo>
                  <a:lnTo>
                    <a:pt x="946" y="988"/>
                  </a:lnTo>
                  <a:lnTo>
                    <a:pt x="1074" y="816"/>
                  </a:lnTo>
                  <a:lnTo>
                    <a:pt x="1117" y="602"/>
                  </a:lnTo>
                  <a:lnTo>
                    <a:pt x="1117"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3" name="Google Shape;13523;p37"/>
            <p:cNvSpPr/>
            <p:nvPr/>
          </p:nvSpPr>
          <p:spPr>
            <a:xfrm>
              <a:off x="1656625" y="2630400"/>
              <a:ext cx="29000" cy="29000"/>
            </a:xfrm>
            <a:custGeom>
              <a:avLst/>
              <a:gdLst/>
              <a:ahLst/>
              <a:cxnLst/>
              <a:rect l="l" t="t" r="r" b="b"/>
              <a:pathLst>
                <a:path w="1160" h="1160" extrusionOk="0">
                  <a:moveTo>
                    <a:pt x="601" y="0"/>
                  </a:moveTo>
                  <a:lnTo>
                    <a:pt x="387" y="43"/>
                  </a:lnTo>
                  <a:lnTo>
                    <a:pt x="172" y="172"/>
                  </a:lnTo>
                  <a:lnTo>
                    <a:pt x="43" y="344"/>
                  </a:lnTo>
                  <a:lnTo>
                    <a:pt x="0" y="602"/>
                  </a:lnTo>
                  <a:lnTo>
                    <a:pt x="43" y="816"/>
                  </a:lnTo>
                  <a:lnTo>
                    <a:pt x="172" y="988"/>
                  </a:lnTo>
                  <a:lnTo>
                    <a:pt x="344" y="1117"/>
                  </a:lnTo>
                  <a:lnTo>
                    <a:pt x="558" y="1160"/>
                  </a:lnTo>
                  <a:lnTo>
                    <a:pt x="773" y="1117"/>
                  </a:lnTo>
                  <a:lnTo>
                    <a:pt x="988" y="988"/>
                  </a:lnTo>
                  <a:lnTo>
                    <a:pt x="1117" y="816"/>
                  </a:lnTo>
                  <a:lnTo>
                    <a:pt x="1160" y="602"/>
                  </a:lnTo>
                  <a:lnTo>
                    <a:pt x="1117" y="387"/>
                  </a:lnTo>
                  <a:lnTo>
                    <a:pt x="988" y="215"/>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4" name="Google Shape;13524;p37"/>
            <p:cNvSpPr/>
            <p:nvPr/>
          </p:nvSpPr>
          <p:spPr>
            <a:xfrm>
              <a:off x="1582525" y="256490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29" y="988"/>
                  </a:lnTo>
                  <a:lnTo>
                    <a:pt x="344" y="1117"/>
                  </a:lnTo>
                  <a:lnTo>
                    <a:pt x="559" y="1160"/>
                  </a:lnTo>
                  <a:lnTo>
                    <a:pt x="774" y="1117"/>
                  </a:lnTo>
                  <a:lnTo>
                    <a:pt x="945" y="988"/>
                  </a:lnTo>
                  <a:lnTo>
                    <a:pt x="1074" y="816"/>
                  </a:lnTo>
                  <a:lnTo>
                    <a:pt x="1160" y="602"/>
                  </a:lnTo>
                  <a:lnTo>
                    <a:pt x="1117" y="387"/>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5" name="Google Shape;13525;p37"/>
            <p:cNvSpPr/>
            <p:nvPr/>
          </p:nvSpPr>
          <p:spPr>
            <a:xfrm>
              <a:off x="1714600" y="2602475"/>
              <a:ext cx="27950" cy="27950"/>
            </a:xfrm>
            <a:custGeom>
              <a:avLst/>
              <a:gdLst/>
              <a:ahLst/>
              <a:cxnLst/>
              <a:rect l="l" t="t" r="r" b="b"/>
              <a:pathLst>
                <a:path w="1118" h="1118" extrusionOk="0">
                  <a:moveTo>
                    <a:pt x="344" y="1"/>
                  </a:moveTo>
                  <a:lnTo>
                    <a:pt x="172" y="129"/>
                  </a:lnTo>
                  <a:lnTo>
                    <a:pt x="43" y="344"/>
                  </a:lnTo>
                  <a:lnTo>
                    <a:pt x="0" y="559"/>
                  </a:lnTo>
                  <a:lnTo>
                    <a:pt x="43" y="774"/>
                  </a:lnTo>
                  <a:lnTo>
                    <a:pt x="129" y="945"/>
                  </a:lnTo>
                  <a:lnTo>
                    <a:pt x="344" y="1074"/>
                  </a:lnTo>
                  <a:lnTo>
                    <a:pt x="559" y="1117"/>
                  </a:lnTo>
                  <a:lnTo>
                    <a:pt x="773" y="1074"/>
                  </a:lnTo>
                  <a:lnTo>
                    <a:pt x="945" y="988"/>
                  </a:lnTo>
                  <a:lnTo>
                    <a:pt x="1074" y="774"/>
                  </a:lnTo>
                  <a:lnTo>
                    <a:pt x="1117" y="559"/>
                  </a:lnTo>
                  <a:lnTo>
                    <a:pt x="1074" y="344"/>
                  </a:lnTo>
                  <a:lnTo>
                    <a:pt x="988" y="172"/>
                  </a:lnTo>
                  <a:lnTo>
                    <a:pt x="773"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6" name="Google Shape;13526;p37"/>
            <p:cNvSpPr/>
            <p:nvPr/>
          </p:nvSpPr>
          <p:spPr>
            <a:xfrm>
              <a:off x="1636225" y="2809700"/>
              <a:ext cx="29000" cy="29025"/>
            </a:xfrm>
            <a:custGeom>
              <a:avLst/>
              <a:gdLst/>
              <a:ahLst/>
              <a:cxnLst/>
              <a:rect l="l" t="t" r="r" b="b"/>
              <a:pathLst>
                <a:path w="1160" h="1161" extrusionOk="0">
                  <a:moveTo>
                    <a:pt x="601" y="1"/>
                  </a:moveTo>
                  <a:lnTo>
                    <a:pt x="387" y="44"/>
                  </a:lnTo>
                  <a:lnTo>
                    <a:pt x="215" y="173"/>
                  </a:lnTo>
                  <a:lnTo>
                    <a:pt x="86" y="344"/>
                  </a:lnTo>
                  <a:lnTo>
                    <a:pt x="0" y="602"/>
                  </a:lnTo>
                  <a:lnTo>
                    <a:pt x="43" y="817"/>
                  </a:lnTo>
                  <a:lnTo>
                    <a:pt x="172" y="989"/>
                  </a:lnTo>
                  <a:lnTo>
                    <a:pt x="387" y="1117"/>
                  </a:lnTo>
                  <a:lnTo>
                    <a:pt x="601" y="1160"/>
                  </a:lnTo>
                  <a:lnTo>
                    <a:pt x="816" y="1117"/>
                  </a:lnTo>
                  <a:lnTo>
                    <a:pt x="988" y="989"/>
                  </a:lnTo>
                  <a:lnTo>
                    <a:pt x="1117" y="817"/>
                  </a:lnTo>
                  <a:lnTo>
                    <a:pt x="1160" y="602"/>
                  </a:lnTo>
                  <a:lnTo>
                    <a:pt x="1117" y="387"/>
                  </a:lnTo>
                  <a:lnTo>
                    <a:pt x="1031" y="173"/>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7" name="Google Shape;13527;p37"/>
            <p:cNvSpPr/>
            <p:nvPr/>
          </p:nvSpPr>
          <p:spPr>
            <a:xfrm>
              <a:off x="1634075" y="2587450"/>
              <a:ext cx="29000" cy="29000"/>
            </a:xfrm>
            <a:custGeom>
              <a:avLst/>
              <a:gdLst/>
              <a:ahLst/>
              <a:cxnLst/>
              <a:rect l="l" t="t" r="r" b="b"/>
              <a:pathLst>
                <a:path w="1160" h="1160" extrusionOk="0">
                  <a:moveTo>
                    <a:pt x="601" y="0"/>
                  </a:moveTo>
                  <a:lnTo>
                    <a:pt x="387" y="43"/>
                  </a:lnTo>
                  <a:lnTo>
                    <a:pt x="172" y="172"/>
                  </a:lnTo>
                  <a:lnTo>
                    <a:pt x="43" y="344"/>
                  </a:lnTo>
                  <a:lnTo>
                    <a:pt x="0" y="559"/>
                  </a:lnTo>
                  <a:lnTo>
                    <a:pt x="43" y="773"/>
                  </a:lnTo>
                  <a:lnTo>
                    <a:pt x="172" y="988"/>
                  </a:lnTo>
                  <a:lnTo>
                    <a:pt x="344" y="1117"/>
                  </a:lnTo>
                  <a:lnTo>
                    <a:pt x="601" y="1160"/>
                  </a:lnTo>
                  <a:lnTo>
                    <a:pt x="816" y="1117"/>
                  </a:lnTo>
                  <a:lnTo>
                    <a:pt x="988" y="988"/>
                  </a:lnTo>
                  <a:lnTo>
                    <a:pt x="1117" y="816"/>
                  </a:lnTo>
                  <a:lnTo>
                    <a:pt x="1160" y="602"/>
                  </a:lnTo>
                  <a:lnTo>
                    <a:pt x="1117" y="387"/>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8" name="Google Shape;13528;p37"/>
            <p:cNvSpPr/>
            <p:nvPr/>
          </p:nvSpPr>
          <p:spPr>
            <a:xfrm>
              <a:off x="1702775" y="2729175"/>
              <a:ext cx="29025" cy="29025"/>
            </a:xfrm>
            <a:custGeom>
              <a:avLst/>
              <a:gdLst/>
              <a:ahLst/>
              <a:cxnLst/>
              <a:rect l="l" t="t" r="r" b="b"/>
              <a:pathLst>
                <a:path w="1161" h="1161" extrusionOk="0">
                  <a:moveTo>
                    <a:pt x="602" y="1"/>
                  </a:moveTo>
                  <a:lnTo>
                    <a:pt x="387" y="44"/>
                  </a:lnTo>
                  <a:lnTo>
                    <a:pt x="216" y="172"/>
                  </a:lnTo>
                  <a:lnTo>
                    <a:pt x="87" y="344"/>
                  </a:lnTo>
                  <a:lnTo>
                    <a:pt x="1" y="559"/>
                  </a:lnTo>
                  <a:lnTo>
                    <a:pt x="44" y="774"/>
                  </a:lnTo>
                  <a:lnTo>
                    <a:pt x="173" y="988"/>
                  </a:lnTo>
                  <a:lnTo>
                    <a:pt x="344" y="1117"/>
                  </a:lnTo>
                  <a:lnTo>
                    <a:pt x="602" y="1160"/>
                  </a:lnTo>
                  <a:lnTo>
                    <a:pt x="817" y="1117"/>
                  </a:lnTo>
                  <a:lnTo>
                    <a:pt x="989" y="988"/>
                  </a:lnTo>
                  <a:lnTo>
                    <a:pt x="1118" y="817"/>
                  </a:lnTo>
                  <a:lnTo>
                    <a:pt x="1161" y="559"/>
                  </a:lnTo>
                  <a:lnTo>
                    <a:pt x="1118" y="344"/>
                  </a:lnTo>
                  <a:lnTo>
                    <a:pt x="1032"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9" name="Google Shape;13529;p37"/>
            <p:cNvSpPr/>
            <p:nvPr/>
          </p:nvSpPr>
          <p:spPr>
            <a:xfrm>
              <a:off x="1706000" y="2774275"/>
              <a:ext cx="29025" cy="27950"/>
            </a:xfrm>
            <a:custGeom>
              <a:avLst/>
              <a:gdLst/>
              <a:ahLst/>
              <a:cxnLst/>
              <a:rect l="l" t="t" r="r" b="b"/>
              <a:pathLst>
                <a:path w="1161" h="1118" extrusionOk="0">
                  <a:moveTo>
                    <a:pt x="602" y="0"/>
                  </a:moveTo>
                  <a:lnTo>
                    <a:pt x="387" y="43"/>
                  </a:lnTo>
                  <a:lnTo>
                    <a:pt x="215" y="129"/>
                  </a:lnTo>
                  <a:lnTo>
                    <a:pt x="87" y="344"/>
                  </a:lnTo>
                  <a:lnTo>
                    <a:pt x="1" y="559"/>
                  </a:lnTo>
                  <a:lnTo>
                    <a:pt x="44" y="774"/>
                  </a:lnTo>
                  <a:lnTo>
                    <a:pt x="173" y="945"/>
                  </a:lnTo>
                  <a:lnTo>
                    <a:pt x="387" y="1074"/>
                  </a:lnTo>
                  <a:lnTo>
                    <a:pt x="602" y="1117"/>
                  </a:lnTo>
                  <a:lnTo>
                    <a:pt x="817" y="1117"/>
                  </a:lnTo>
                  <a:lnTo>
                    <a:pt x="989" y="988"/>
                  </a:lnTo>
                  <a:lnTo>
                    <a:pt x="1117" y="774"/>
                  </a:lnTo>
                  <a:lnTo>
                    <a:pt x="1160" y="559"/>
                  </a:lnTo>
                  <a:lnTo>
                    <a:pt x="1117" y="344"/>
                  </a:lnTo>
                  <a:lnTo>
                    <a:pt x="1032"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0" name="Google Shape;13530;p37"/>
            <p:cNvSpPr/>
            <p:nvPr/>
          </p:nvSpPr>
          <p:spPr>
            <a:xfrm>
              <a:off x="1692050" y="2818300"/>
              <a:ext cx="27950" cy="29000"/>
            </a:xfrm>
            <a:custGeom>
              <a:avLst/>
              <a:gdLst/>
              <a:ahLst/>
              <a:cxnLst/>
              <a:rect l="l" t="t" r="r" b="b"/>
              <a:pathLst>
                <a:path w="1118" h="1160" extrusionOk="0">
                  <a:moveTo>
                    <a:pt x="559" y="0"/>
                  </a:moveTo>
                  <a:lnTo>
                    <a:pt x="344" y="43"/>
                  </a:lnTo>
                  <a:lnTo>
                    <a:pt x="172" y="172"/>
                  </a:lnTo>
                  <a:lnTo>
                    <a:pt x="43" y="344"/>
                  </a:lnTo>
                  <a:lnTo>
                    <a:pt x="0" y="559"/>
                  </a:lnTo>
                  <a:lnTo>
                    <a:pt x="0" y="773"/>
                  </a:lnTo>
                  <a:lnTo>
                    <a:pt x="129" y="988"/>
                  </a:lnTo>
                  <a:lnTo>
                    <a:pt x="344" y="1117"/>
                  </a:lnTo>
                  <a:lnTo>
                    <a:pt x="559" y="1160"/>
                  </a:lnTo>
                  <a:lnTo>
                    <a:pt x="773" y="1117"/>
                  </a:lnTo>
                  <a:lnTo>
                    <a:pt x="945" y="988"/>
                  </a:lnTo>
                  <a:lnTo>
                    <a:pt x="1074" y="816"/>
                  </a:lnTo>
                  <a:lnTo>
                    <a:pt x="1117" y="559"/>
                  </a:lnTo>
                  <a:lnTo>
                    <a:pt x="1074"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1" name="Google Shape;13531;p37"/>
            <p:cNvSpPr/>
            <p:nvPr/>
          </p:nvSpPr>
          <p:spPr>
            <a:xfrm>
              <a:off x="1706000" y="2871975"/>
              <a:ext cx="29025" cy="29025"/>
            </a:xfrm>
            <a:custGeom>
              <a:avLst/>
              <a:gdLst/>
              <a:ahLst/>
              <a:cxnLst/>
              <a:rect l="l" t="t" r="r" b="b"/>
              <a:pathLst>
                <a:path w="1161" h="1161" extrusionOk="0">
                  <a:moveTo>
                    <a:pt x="602" y="1"/>
                  </a:moveTo>
                  <a:lnTo>
                    <a:pt x="387" y="44"/>
                  </a:lnTo>
                  <a:lnTo>
                    <a:pt x="215" y="130"/>
                  </a:lnTo>
                  <a:lnTo>
                    <a:pt x="87" y="344"/>
                  </a:lnTo>
                  <a:lnTo>
                    <a:pt x="1" y="559"/>
                  </a:lnTo>
                  <a:lnTo>
                    <a:pt x="44" y="774"/>
                  </a:lnTo>
                  <a:lnTo>
                    <a:pt x="173" y="946"/>
                  </a:lnTo>
                  <a:lnTo>
                    <a:pt x="387" y="1075"/>
                  </a:lnTo>
                  <a:lnTo>
                    <a:pt x="602" y="1160"/>
                  </a:lnTo>
                  <a:lnTo>
                    <a:pt x="817" y="1118"/>
                  </a:lnTo>
                  <a:lnTo>
                    <a:pt x="989" y="989"/>
                  </a:lnTo>
                  <a:lnTo>
                    <a:pt x="1117" y="817"/>
                  </a:lnTo>
                  <a:lnTo>
                    <a:pt x="1160" y="559"/>
                  </a:lnTo>
                  <a:lnTo>
                    <a:pt x="1117" y="344"/>
                  </a:lnTo>
                  <a:lnTo>
                    <a:pt x="1032"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2" name="Google Shape;13532;p37"/>
            <p:cNvSpPr/>
            <p:nvPr/>
          </p:nvSpPr>
          <p:spPr>
            <a:xfrm>
              <a:off x="1646950" y="2885950"/>
              <a:ext cx="29025" cy="29000"/>
            </a:xfrm>
            <a:custGeom>
              <a:avLst/>
              <a:gdLst/>
              <a:ahLst/>
              <a:cxnLst/>
              <a:rect l="l" t="t" r="r" b="b"/>
              <a:pathLst>
                <a:path w="1161" h="1160" extrusionOk="0">
                  <a:moveTo>
                    <a:pt x="602" y="0"/>
                  </a:moveTo>
                  <a:lnTo>
                    <a:pt x="387" y="43"/>
                  </a:lnTo>
                  <a:lnTo>
                    <a:pt x="172" y="172"/>
                  </a:lnTo>
                  <a:lnTo>
                    <a:pt x="43" y="344"/>
                  </a:lnTo>
                  <a:lnTo>
                    <a:pt x="1" y="559"/>
                  </a:lnTo>
                  <a:lnTo>
                    <a:pt x="43" y="816"/>
                  </a:lnTo>
                  <a:lnTo>
                    <a:pt x="172" y="988"/>
                  </a:lnTo>
                  <a:lnTo>
                    <a:pt x="344" y="1117"/>
                  </a:lnTo>
                  <a:lnTo>
                    <a:pt x="602" y="1160"/>
                  </a:lnTo>
                  <a:lnTo>
                    <a:pt x="817" y="1117"/>
                  </a:lnTo>
                  <a:lnTo>
                    <a:pt x="988" y="988"/>
                  </a:lnTo>
                  <a:lnTo>
                    <a:pt x="1117" y="816"/>
                  </a:lnTo>
                  <a:lnTo>
                    <a:pt x="1160" y="601"/>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3" name="Google Shape;13533;p37"/>
            <p:cNvSpPr/>
            <p:nvPr/>
          </p:nvSpPr>
          <p:spPr>
            <a:xfrm>
              <a:off x="1659825" y="2757100"/>
              <a:ext cx="29025" cy="29000"/>
            </a:xfrm>
            <a:custGeom>
              <a:avLst/>
              <a:gdLst/>
              <a:ahLst/>
              <a:cxnLst/>
              <a:rect l="l" t="t" r="r" b="b"/>
              <a:pathLst>
                <a:path w="1161" h="1160" extrusionOk="0">
                  <a:moveTo>
                    <a:pt x="559" y="0"/>
                  </a:moveTo>
                  <a:lnTo>
                    <a:pt x="345" y="43"/>
                  </a:lnTo>
                  <a:lnTo>
                    <a:pt x="173" y="172"/>
                  </a:lnTo>
                  <a:lnTo>
                    <a:pt x="44" y="344"/>
                  </a:lnTo>
                  <a:lnTo>
                    <a:pt x="1" y="559"/>
                  </a:lnTo>
                  <a:lnTo>
                    <a:pt x="44" y="773"/>
                  </a:lnTo>
                  <a:lnTo>
                    <a:pt x="173" y="988"/>
                  </a:lnTo>
                  <a:lnTo>
                    <a:pt x="345" y="1117"/>
                  </a:lnTo>
                  <a:lnTo>
                    <a:pt x="559" y="1160"/>
                  </a:lnTo>
                  <a:lnTo>
                    <a:pt x="774" y="1117"/>
                  </a:lnTo>
                  <a:lnTo>
                    <a:pt x="946" y="988"/>
                  </a:lnTo>
                  <a:lnTo>
                    <a:pt x="1118" y="816"/>
                  </a:lnTo>
                  <a:lnTo>
                    <a:pt x="1161" y="602"/>
                  </a:lnTo>
                  <a:lnTo>
                    <a:pt x="1118" y="387"/>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4" name="Google Shape;13534;p37"/>
            <p:cNvSpPr/>
            <p:nvPr/>
          </p:nvSpPr>
          <p:spPr>
            <a:xfrm>
              <a:off x="1588975" y="2854800"/>
              <a:ext cx="27925" cy="27950"/>
            </a:xfrm>
            <a:custGeom>
              <a:avLst/>
              <a:gdLst/>
              <a:ahLst/>
              <a:cxnLst/>
              <a:rect l="l" t="t" r="r" b="b"/>
              <a:pathLst>
                <a:path w="1117" h="1118" extrusionOk="0">
                  <a:moveTo>
                    <a:pt x="344" y="1"/>
                  </a:moveTo>
                  <a:lnTo>
                    <a:pt x="172" y="129"/>
                  </a:lnTo>
                  <a:lnTo>
                    <a:pt x="43" y="344"/>
                  </a:lnTo>
                  <a:lnTo>
                    <a:pt x="0" y="559"/>
                  </a:lnTo>
                  <a:lnTo>
                    <a:pt x="0" y="774"/>
                  </a:lnTo>
                  <a:lnTo>
                    <a:pt x="129" y="946"/>
                  </a:lnTo>
                  <a:lnTo>
                    <a:pt x="344" y="1074"/>
                  </a:lnTo>
                  <a:lnTo>
                    <a:pt x="559" y="1117"/>
                  </a:lnTo>
                  <a:lnTo>
                    <a:pt x="773" y="1074"/>
                  </a:lnTo>
                  <a:lnTo>
                    <a:pt x="945" y="988"/>
                  </a:lnTo>
                  <a:lnTo>
                    <a:pt x="1074" y="774"/>
                  </a:lnTo>
                  <a:lnTo>
                    <a:pt x="1117" y="559"/>
                  </a:lnTo>
                  <a:lnTo>
                    <a:pt x="1074" y="344"/>
                  </a:lnTo>
                  <a:lnTo>
                    <a:pt x="988" y="172"/>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5" name="Google Shape;13535;p37"/>
            <p:cNvSpPr/>
            <p:nvPr/>
          </p:nvSpPr>
          <p:spPr>
            <a:xfrm>
              <a:off x="1590050" y="2774275"/>
              <a:ext cx="27925" cy="27950"/>
            </a:xfrm>
            <a:custGeom>
              <a:avLst/>
              <a:gdLst/>
              <a:ahLst/>
              <a:cxnLst/>
              <a:rect l="l" t="t" r="r" b="b"/>
              <a:pathLst>
                <a:path w="1117" h="1118" extrusionOk="0">
                  <a:moveTo>
                    <a:pt x="559" y="0"/>
                  </a:moveTo>
                  <a:lnTo>
                    <a:pt x="344" y="43"/>
                  </a:lnTo>
                  <a:lnTo>
                    <a:pt x="172" y="129"/>
                  </a:lnTo>
                  <a:lnTo>
                    <a:pt x="43" y="344"/>
                  </a:lnTo>
                  <a:lnTo>
                    <a:pt x="0" y="559"/>
                  </a:lnTo>
                  <a:lnTo>
                    <a:pt x="43" y="774"/>
                  </a:lnTo>
                  <a:lnTo>
                    <a:pt x="129" y="945"/>
                  </a:lnTo>
                  <a:lnTo>
                    <a:pt x="344" y="1074"/>
                  </a:lnTo>
                  <a:lnTo>
                    <a:pt x="559" y="1117"/>
                  </a:lnTo>
                  <a:lnTo>
                    <a:pt x="773" y="1117"/>
                  </a:lnTo>
                  <a:lnTo>
                    <a:pt x="945" y="988"/>
                  </a:lnTo>
                  <a:lnTo>
                    <a:pt x="1074" y="774"/>
                  </a:lnTo>
                  <a:lnTo>
                    <a:pt x="1117" y="559"/>
                  </a:lnTo>
                  <a:lnTo>
                    <a:pt x="1074"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6" name="Google Shape;13536;p37"/>
            <p:cNvSpPr/>
            <p:nvPr/>
          </p:nvSpPr>
          <p:spPr>
            <a:xfrm>
              <a:off x="1823050" y="3041625"/>
              <a:ext cx="29000" cy="29025"/>
            </a:xfrm>
            <a:custGeom>
              <a:avLst/>
              <a:gdLst/>
              <a:ahLst/>
              <a:cxnLst/>
              <a:rect l="l" t="t" r="r" b="b"/>
              <a:pathLst>
                <a:path w="1160" h="1161" extrusionOk="0">
                  <a:moveTo>
                    <a:pt x="559" y="1"/>
                  </a:moveTo>
                  <a:lnTo>
                    <a:pt x="344" y="44"/>
                  </a:lnTo>
                  <a:lnTo>
                    <a:pt x="172" y="173"/>
                  </a:lnTo>
                  <a:lnTo>
                    <a:pt x="43" y="344"/>
                  </a:lnTo>
                  <a:lnTo>
                    <a:pt x="0" y="602"/>
                  </a:lnTo>
                  <a:lnTo>
                    <a:pt x="43" y="817"/>
                  </a:lnTo>
                  <a:lnTo>
                    <a:pt x="129" y="989"/>
                  </a:lnTo>
                  <a:lnTo>
                    <a:pt x="344" y="1118"/>
                  </a:lnTo>
                  <a:lnTo>
                    <a:pt x="559" y="1160"/>
                  </a:lnTo>
                  <a:lnTo>
                    <a:pt x="773" y="1118"/>
                  </a:lnTo>
                  <a:lnTo>
                    <a:pt x="945" y="989"/>
                  </a:lnTo>
                  <a:lnTo>
                    <a:pt x="1074" y="817"/>
                  </a:lnTo>
                  <a:lnTo>
                    <a:pt x="1160" y="602"/>
                  </a:lnTo>
                  <a:lnTo>
                    <a:pt x="1117" y="387"/>
                  </a:lnTo>
                  <a:lnTo>
                    <a:pt x="988" y="173"/>
                  </a:lnTo>
                  <a:lnTo>
                    <a:pt x="816"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7" name="Google Shape;13537;p37"/>
            <p:cNvSpPr/>
            <p:nvPr/>
          </p:nvSpPr>
          <p:spPr>
            <a:xfrm>
              <a:off x="1760775" y="3030900"/>
              <a:ext cx="29000" cy="29000"/>
            </a:xfrm>
            <a:custGeom>
              <a:avLst/>
              <a:gdLst/>
              <a:ahLst/>
              <a:cxnLst/>
              <a:rect l="l" t="t" r="r" b="b"/>
              <a:pathLst>
                <a:path w="1160" h="1160" extrusionOk="0">
                  <a:moveTo>
                    <a:pt x="601" y="0"/>
                  </a:moveTo>
                  <a:lnTo>
                    <a:pt x="387" y="43"/>
                  </a:lnTo>
                  <a:lnTo>
                    <a:pt x="215" y="172"/>
                  </a:lnTo>
                  <a:lnTo>
                    <a:pt x="86" y="344"/>
                  </a:lnTo>
                  <a:lnTo>
                    <a:pt x="0" y="559"/>
                  </a:lnTo>
                  <a:lnTo>
                    <a:pt x="43" y="773"/>
                  </a:lnTo>
                  <a:lnTo>
                    <a:pt x="172" y="988"/>
                  </a:lnTo>
                  <a:lnTo>
                    <a:pt x="344" y="1117"/>
                  </a:lnTo>
                  <a:lnTo>
                    <a:pt x="601" y="1160"/>
                  </a:lnTo>
                  <a:lnTo>
                    <a:pt x="816" y="1117"/>
                  </a:lnTo>
                  <a:lnTo>
                    <a:pt x="988" y="988"/>
                  </a:lnTo>
                  <a:lnTo>
                    <a:pt x="1117" y="816"/>
                  </a:lnTo>
                  <a:lnTo>
                    <a:pt x="1160" y="559"/>
                  </a:lnTo>
                  <a:lnTo>
                    <a:pt x="1117" y="344"/>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8" name="Google Shape;13538;p37"/>
            <p:cNvSpPr/>
            <p:nvPr/>
          </p:nvSpPr>
          <p:spPr>
            <a:xfrm>
              <a:off x="1765050" y="2985800"/>
              <a:ext cx="29025" cy="29025"/>
            </a:xfrm>
            <a:custGeom>
              <a:avLst/>
              <a:gdLst/>
              <a:ahLst/>
              <a:cxnLst/>
              <a:rect l="l" t="t" r="r" b="b"/>
              <a:pathLst>
                <a:path w="1161" h="1161" extrusionOk="0">
                  <a:moveTo>
                    <a:pt x="602" y="0"/>
                  </a:moveTo>
                  <a:lnTo>
                    <a:pt x="388" y="43"/>
                  </a:lnTo>
                  <a:lnTo>
                    <a:pt x="173" y="129"/>
                  </a:lnTo>
                  <a:lnTo>
                    <a:pt x="44" y="344"/>
                  </a:lnTo>
                  <a:lnTo>
                    <a:pt x="1" y="559"/>
                  </a:lnTo>
                  <a:lnTo>
                    <a:pt x="44" y="774"/>
                  </a:lnTo>
                  <a:lnTo>
                    <a:pt x="173" y="945"/>
                  </a:lnTo>
                  <a:lnTo>
                    <a:pt x="345" y="1074"/>
                  </a:lnTo>
                  <a:lnTo>
                    <a:pt x="559" y="1160"/>
                  </a:lnTo>
                  <a:lnTo>
                    <a:pt x="774" y="1117"/>
                  </a:lnTo>
                  <a:lnTo>
                    <a:pt x="989" y="988"/>
                  </a:lnTo>
                  <a:lnTo>
                    <a:pt x="1118" y="774"/>
                  </a:lnTo>
                  <a:lnTo>
                    <a:pt x="1161" y="559"/>
                  </a:lnTo>
                  <a:lnTo>
                    <a:pt x="1118"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9" name="Google Shape;13539;p37"/>
            <p:cNvSpPr/>
            <p:nvPr/>
          </p:nvSpPr>
          <p:spPr>
            <a:xfrm>
              <a:off x="1779025" y="3069550"/>
              <a:ext cx="29000" cy="29025"/>
            </a:xfrm>
            <a:custGeom>
              <a:avLst/>
              <a:gdLst/>
              <a:ahLst/>
              <a:cxnLst/>
              <a:rect l="l" t="t" r="r" b="b"/>
              <a:pathLst>
                <a:path w="1160" h="1161" extrusionOk="0">
                  <a:moveTo>
                    <a:pt x="602" y="1"/>
                  </a:moveTo>
                  <a:lnTo>
                    <a:pt x="387" y="43"/>
                  </a:lnTo>
                  <a:lnTo>
                    <a:pt x="172" y="172"/>
                  </a:lnTo>
                  <a:lnTo>
                    <a:pt x="43" y="387"/>
                  </a:lnTo>
                  <a:lnTo>
                    <a:pt x="0" y="602"/>
                  </a:lnTo>
                  <a:lnTo>
                    <a:pt x="43" y="817"/>
                  </a:lnTo>
                  <a:lnTo>
                    <a:pt x="172" y="988"/>
                  </a:lnTo>
                  <a:lnTo>
                    <a:pt x="344" y="1117"/>
                  </a:lnTo>
                  <a:lnTo>
                    <a:pt x="559" y="1160"/>
                  </a:lnTo>
                  <a:lnTo>
                    <a:pt x="773" y="1117"/>
                  </a:lnTo>
                  <a:lnTo>
                    <a:pt x="988" y="1031"/>
                  </a:lnTo>
                  <a:lnTo>
                    <a:pt x="1117" y="817"/>
                  </a:lnTo>
                  <a:lnTo>
                    <a:pt x="1160" y="602"/>
                  </a:lnTo>
                  <a:lnTo>
                    <a:pt x="1117" y="387"/>
                  </a:lnTo>
                  <a:lnTo>
                    <a:pt x="988" y="215"/>
                  </a:lnTo>
                  <a:lnTo>
                    <a:pt x="816" y="86"/>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0" name="Google Shape;13540;p37"/>
            <p:cNvSpPr/>
            <p:nvPr/>
          </p:nvSpPr>
          <p:spPr>
            <a:xfrm>
              <a:off x="1837000" y="2985800"/>
              <a:ext cx="27950" cy="29025"/>
            </a:xfrm>
            <a:custGeom>
              <a:avLst/>
              <a:gdLst/>
              <a:ahLst/>
              <a:cxnLst/>
              <a:rect l="l" t="t" r="r" b="b"/>
              <a:pathLst>
                <a:path w="1118" h="1161" extrusionOk="0">
                  <a:moveTo>
                    <a:pt x="559" y="0"/>
                  </a:moveTo>
                  <a:lnTo>
                    <a:pt x="344" y="43"/>
                  </a:lnTo>
                  <a:lnTo>
                    <a:pt x="172" y="129"/>
                  </a:lnTo>
                  <a:lnTo>
                    <a:pt x="44" y="344"/>
                  </a:lnTo>
                  <a:lnTo>
                    <a:pt x="1" y="559"/>
                  </a:lnTo>
                  <a:lnTo>
                    <a:pt x="44" y="774"/>
                  </a:lnTo>
                  <a:lnTo>
                    <a:pt x="129" y="945"/>
                  </a:lnTo>
                  <a:lnTo>
                    <a:pt x="344" y="1074"/>
                  </a:lnTo>
                  <a:lnTo>
                    <a:pt x="559" y="1160"/>
                  </a:lnTo>
                  <a:lnTo>
                    <a:pt x="774" y="1117"/>
                  </a:lnTo>
                  <a:lnTo>
                    <a:pt x="945" y="988"/>
                  </a:lnTo>
                  <a:lnTo>
                    <a:pt x="1074" y="774"/>
                  </a:lnTo>
                  <a:lnTo>
                    <a:pt x="1117" y="559"/>
                  </a:lnTo>
                  <a:lnTo>
                    <a:pt x="1117" y="344"/>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1" name="Google Shape;13541;p37"/>
            <p:cNvSpPr/>
            <p:nvPr/>
          </p:nvSpPr>
          <p:spPr>
            <a:xfrm>
              <a:off x="1761850" y="2919225"/>
              <a:ext cx="29000" cy="29025"/>
            </a:xfrm>
            <a:custGeom>
              <a:avLst/>
              <a:gdLst/>
              <a:ahLst/>
              <a:cxnLst/>
              <a:rect l="l" t="t" r="r" b="b"/>
              <a:pathLst>
                <a:path w="1160" h="1161" extrusionOk="0">
                  <a:moveTo>
                    <a:pt x="601" y="1"/>
                  </a:moveTo>
                  <a:lnTo>
                    <a:pt x="387" y="44"/>
                  </a:lnTo>
                  <a:lnTo>
                    <a:pt x="172" y="172"/>
                  </a:lnTo>
                  <a:lnTo>
                    <a:pt x="43" y="387"/>
                  </a:lnTo>
                  <a:lnTo>
                    <a:pt x="0" y="602"/>
                  </a:lnTo>
                  <a:lnTo>
                    <a:pt x="43" y="817"/>
                  </a:lnTo>
                  <a:lnTo>
                    <a:pt x="172" y="988"/>
                  </a:lnTo>
                  <a:lnTo>
                    <a:pt x="344" y="1117"/>
                  </a:lnTo>
                  <a:lnTo>
                    <a:pt x="558" y="1160"/>
                  </a:lnTo>
                  <a:lnTo>
                    <a:pt x="816" y="1117"/>
                  </a:lnTo>
                  <a:lnTo>
                    <a:pt x="988" y="1031"/>
                  </a:lnTo>
                  <a:lnTo>
                    <a:pt x="1117" y="817"/>
                  </a:lnTo>
                  <a:lnTo>
                    <a:pt x="1160" y="602"/>
                  </a:lnTo>
                  <a:lnTo>
                    <a:pt x="1117" y="387"/>
                  </a:lnTo>
                  <a:lnTo>
                    <a:pt x="988" y="215"/>
                  </a:lnTo>
                  <a:lnTo>
                    <a:pt x="816" y="86"/>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2" name="Google Shape;13542;p37"/>
            <p:cNvSpPr/>
            <p:nvPr/>
          </p:nvSpPr>
          <p:spPr>
            <a:xfrm>
              <a:off x="1816600" y="3165100"/>
              <a:ext cx="29025" cy="27950"/>
            </a:xfrm>
            <a:custGeom>
              <a:avLst/>
              <a:gdLst/>
              <a:ahLst/>
              <a:cxnLst/>
              <a:rect l="l" t="t" r="r" b="b"/>
              <a:pathLst>
                <a:path w="1161" h="1118" extrusionOk="0">
                  <a:moveTo>
                    <a:pt x="559" y="1"/>
                  </a:moveTo>
                  <a:lnTo>
                    <a:pt x="344" y="44"/>
                  </a:lnTo>
                  <a:lnTo>
                    <a:pt x="172" y="130"/>
                  </a:lnTo>
                  <a:lnTo>
                    <a:pt x="43" y="345"/>
                  </a:lnTo>
                  <a:lnTo>
                    <a:pt x="1" y="559"/>
                  </a:lnTo>
                  <a:lnTo>
                    <a:pt x="43" y="774"/>
                  </a:lnTo>
                  <a:lnTo>
                    <a:pt x="172" y="946"/>
                  </a:lnTo>
                  <a:lnTo>
                    <a:pt x="344" y="1075"/>
                  </a:lnTo>
                  <a:lnTo>
                    <a:pt x="559" y="1118"/>
                  </a:lnTo>
                  <a:lnTo>
                    <a:pt x="774" y="1118"/>
                  </a:lnTo>
                  <a:lnTo>
                    <a:pt x="988" y="989"/>
                  </a:lnTo>
                  <a:lnTo>
                    <a:pt x="1117" y="774"/>
                  </a:lnTo>
                  <a:lnTo>
                    <a:pt x="1160" y="559"/>
                  </a:lnTo>
                  <a:lnTo>
                    <a:pt x="1117" y="345"/>
                  </a:lnTo>
                  <a:lnTo>
                    <a:pt x="988"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3" name="Google Shape;13543;p37"/>
            <p:cNvSpPr/>
            <p:nvPr/>
          </p:nvSpPr>
          <p:spPr>
            <a:xfrm>
              <a:off x="1814450" y="2941775"/>
              <a:ext cx="29025" cy="29025"/>
            </a:xfrm>
            <a:custGeom>
              <a:avLst/>
              <a:gdLst/>
              <a:ahLst/>
              <a:cxnLst/>
              <a:rect l="l" t="t" r="r" b="b"/>
              <a:pathLst>
                <a:path w="1161" h="1161" extrusionOk="0">
                  <a:moveTo>
                    <a:pt x="559" y="1"/>
                  </a:moveTo>
                  <a:lnTo>
                    <a:pt x="344" y="43"/>
                  </a:lnTo>
                  <a:lnTo>
                    <a:pt x="172" y="172"/>
                  </a:lnTo>
                  <a:lnTo>
                    <a:pt x="44" y="387"/>
                  </a:lnTo>
                  <a:lnTo>
                    <a:pt x="1" y="602"/>
                  </a:lnTo>
                  <a:lnTo>
                    <a:pt x="44" y="817"/>
                  </a:lnTo>
                  <a:lnTo>
                    <a:pt x="129" y="988"/>
                  </a:lnTo>
                  <a:lnTo>
                    <a:pt x="344" y="1117"/>
                  </a:lnTo>
                  <a:lnTo>
                    <a:pt x="559" y="1160"/>
                  </a:lnTo>
                  <a:lnTo>
                    <a:pt x="774" y="1117"/>
                  </a:lnTo>
                  <a:lnTo>
                    <a:pt x="946" y="1031"/>
                  </a:lnTo>
                  <a:lnTo>
                    <a:pt x="1117" y="817"/>
                  </a:lnTo>
                  <a:lnTo>
                    <a:pt x="1160" y="602"/>
                  </a:lnTo>
                  <a:lnTo>
                    <a:pt x="1117" y="387"/>
                  </a:lnTo>
                  <a:lnTo>
                    <a:pt x="988" y="215"/>
                  </a:lnTo>
                  <a:lnTo>
                    <a:pt x="817"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4" name="Google Shape;13544;p37"/>
            <p:cNvSpPr/>
            <p:nvPr/>
          </p:nvSpPr>
          <p:spPr>
            <a:xfrm>
              <a:off x="1839150" y="3111425"/>
              <a:ext cx="29025" cy="29025"/>
            </a:xfrm>
            <a:custGeom>
              <a:avLst/>
              <a:gdLst/>
              <a:ahLst/>
              <a:cxnLst/>
              <a:rect l="l" t="t" r="r" b="b"/>
              <a:pathLst>
                <a:path w="1161" h="1161" extrusionOk="0">
                  <a:moveTo>
                    <a:pt x="602" y="1"/>
                  </a:moveTo>
                  <a:lnTo>
                    <a:pt x="387" y="43"/>
                  </a:lnTo>
                  <a:lnTo>
                    <a:pt x="172" y="172"/>
                  </a:lnTo>
                  <a:lnTo>
                    <a:pt x="43" y="387"/>
                  </a:lnTo>
                  <a:lnTo>
                    <a:pt x="0" y="602"/>
                  </a:lnTo>
                  <a:lnTo>
                    <a:pt x="43" y="817"/>
                  </a:lnTo>
                  <a:lnTo>
                    <a:pt x="172" y="988"/>
                  </a:lnTo>
                  <a:lnTo>
                    <a:pt x="344" y="1117"/>
                  </a:lnTo>
                  <a:lnTo>
                    <a:pt x="602" y="1160"/>
                  </a:lnTo>
                  <a:lnTo>
                    <a:pt x="817" y="1117"/>
                  </a:lnTo>
                  <a:lnTo>
                    <a:pt x="988" y="1031"/>
                  </a:lnTo>
                  <a:lnTo>
                    <a:pt x="1117" y="817"/>
                  </a:lnTo>
                  <a:lnTo>
                    <a:pt x="1160" y="602"/>
                  </a:lnTo>
                  <a:lnTo>
                    <a:pt x="1117" y="387"/>
                  </a:lnTo>
                  <a:lnTo>
                    <a:pt x="988" y="215"/>
                  </a:lnTo>
                  <a:lnTo>
                    <a:pt x="817" y="86"/>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5" name="Google Shape;13545;p37"/>
            <p:cNvSpPr/>
            <p:nvPr/>
          </p:nvSpPr>
          <p:spPr>
            <a:xfrm>
              <a:off x="1769350" y="3128600"/>
              <a:ext cx="29025" cy="29025"/>
            </a:xfrm>
            <a:custGeom>
              <a:avLst/>
              <a:gdLst/>
              <a:ahLst/>
              <a:cxnLst/>
              <a:rect l="l" t="t" r="r" b="b"/>
              <a:pathLst>
                <a:path w="1161" h="1161" extrusionOk="0">
                  <a:moveTo>
                    <a:pt x="602" y="1"/>
                  </a:moveTo>
                  <a:lnTo>
                    <a:pt x="387" y="44"/>
                  </a:lnTo>
                  <a:lnTo>
                    <a:pt x="173" y="173"/>
                  </a:lnTo>
                  <a:lnTo>
                    <a:pt x="44" y="344"/>
                  </a:lnTo>
                  <a:lnTo>
                    <a:pt x="1" y="559"/>
                  </a:lnTo>
                  <a:lnTo>
                    <a:pt x="44" y="774"/>
                  </a:lnTo>
                  <a:lnTo>
                    <a:pt x="173" y="989"/>
                  </a:lnTo>
                  <a:lnTo>
                    <a:pt x="344" y="1117"/>
                  </a:lnTo>
                  <a:lnTo>
                    <a:pt x="559" y="1160"/>
                  </a:lnTo>
                  <a:lnTo>
                    <a:pt x="774" y="1117"/>
                  </a:lnTo>
                  <a:lnTo>
                    <a:pt x="989" y="989"/>
                  </a:lnTo>
                  <a:lnTo>
                    <a:pt x="1117" y="817"/>
                  </a:lnTo>
                  <a:lnTo>
                    <a:pt x="1160" y="602"/>
                  </a:lnTo>
                  <a:lnTo>
                    <a:pt x="1117"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6" name="Google Shape;13546;p37"/>
            <p:cNvSpPr/>
            <p:nvPr/>
          </p:nvSpPr>
          <p:spPr>
            <a:xfrm>
              <a:off x="1823050" y="2687300"/>
              <a:ext cx="29000" cy="29025"/>
            </a:xfrm>
            <a:custGeom>
              <a:avLst/>
              <a:gdLst/>
              <a:ahLst/>
              <a:cxnLst/>
              <a:rect l="l" t="t" r="r" b="b"/>
              <a:pathLst>
                <a:path w="1160" h="1161" extrusionOk="0">
                  <a:moveTo>
                    <a:pt x="559" y="1"/>
                  </a:moveTo>
                  <a:lnTo>
                    <a:pt x="344" y="43"/>
                  </a:lnTo>
                  <a:lnTo>
                    <a:pt x="172" y="172"/>
                  </a:lnTo>
                  <a:lnTo>
                    <a:pt x="43" y="344"/>
                  </a:lnTo>
                  <a:lnTo>
                    <a:pt x="0" y="559"/>
                  </a:lnTo>
                  <a:lnTo>
                    <a:pt x="43" y="774"/>
                  </a:lnTo>
                  <a:lnTo>
                    <a:pt x="129" y="988"/>
                  </a:lnTo>
                  <a:lnTo>
                    <a:pt x="344" y="1117"/>
                  </a:lnTo>
                  <a:lnTo>
                    <a:pt x="559" y="1160"/>
                  </a:lnTo>
                  <a:lnTo>
                    <a:pt x="773" y="1117"/>
                  </a:lnTo>
                  <a:lnTo>
                    <a:pt x="945" y="988"/>
                  </a:lnTo>
                  <a:lnTo>
                    <a:pt x="1074" y="817"/>
                  </a:lnTo>
                  <a:lnTo>
                    <a:pt x="1160" y="559"/>
                  </a:lnTo>
                  <a:lnTo>
                    <a:pt x="1117" y="344"/>
                  </a:lnTo>
                  <a:lnTo>
                    <a:pt x="988" y="172"/>
                  </a:lnTo>
                  <a:lnTo>
                    <a:pt x="816"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7" name="Google Shape;13547;p37"/>
            <p:cNvSpPr/>
            <p:nvPr/>
          </p:nvSpPr>
          <p:spPr>
            <a:xfrm>
              <a:off x="1760775" y="2676575"/>
              <a:ext cx="29000" cy="27925"/>
            </a:xfrm>
            <a:custGeom>
              <a:avLst/>
              <a:gdLst/>
              <a:ahLst/>
              <a:cxnLst/>
              <a:rect l="l" t="t" r="r" b="b"/>
              <a:pathLst>
                <a:path w="1160" h="1117" extrusionOk="0">
                  <a:moveTo>
                    <a:pt x="601" y="0"/>
                  </a:moveTo>
                  <a:lnTo>
                    <a:pt x="387" y="43"/>
                  </a:lnTo>
                  <a:lnTo>
                    <a:pt x="215" y="129"/>
                  </a:lnTo>
                  <a:lnTo>
                    <a:pt x="86" y="344"/>
                  </a:lnTo>
                  <a:lnTo>
                    <a:pt x="0" y="558"/>
                  </a:lnTo>
                  <a:lnTo>
                    <a:pt x="43" y="773"/>
                  </a:lnTo>
                  <a:lnTo>
                    <a:pt x="172" y="945"/>
                  </a:lnTo>
                  <a:lnTo>
                    <a:pt x="344" y="1074"/>
                  </a:lnTo>
                  <a:lnTo>
                    <a:pt x="601" y="1117"/>
                  </a:lnTo>
                  <a:lnTo>
                    <a:pt x="816" y="1074"/>
                  </a:lnTo>
                  <a:lnTo>
                    <a:pt x="988" y="988"/>
                  </a:lnTo>
                  <a:lnTo>
                    <a:pt x="1117" y="773"/>
                  </a:lnTo>
                  <a:lnTo>
                    <a:pt x="1160" y="558"/>
                  </a:lnTo>
                  <a:lnTo>
                    <a:pt x="1117" y="344"/>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8" name="Google Shape;13548;p37"/>
            <p:cNvSpPr/>
            <p:nvPr/>
          </p:nvSpPr>
          <p:spPr>
            <a:xfrm>
              <a:off x="1765050" y="2630400"/>
              <a:ext cx="29025" cy="29000"/>
            </a:xfrm>
            <a:custGeom>
              <a:avLst/>
              <a:gdLst/>
              <a:ahLst/>
              <a:cxnLst/>
              <a:rect l="l" t="t" r="r" b="b"/>
              <a:pathLst>
                <a:path w="1161" h="1160" extrusionOk="0">
                  <a:moveTo>
                    <a:pt x="602" y="0"/>
                  </a:moveTo>
                  <a:lnTo>
                    <a:pt x="388" y="43"/>
                  </a:lnTo>
                  <a:lnTo>
                    <a:pt x="173" y="172"/>
                  </a:lnTo>
                  <a:lnTo>
                    <a:pt x="44" y="344"/>
                  </a:lnTo>
                  <a:lnTo>
                    <a:pt x="1" y="602"/>
                  </a:lnTo>
                  <a:lnTo>
                    <a:pt x="44" y="816"/>
                  </a:lnTo>
                  <a:lnTo>
                    <a:pt x="173" y="988"/>
                  </a:lnTo>
                  <a:lnTo>
                    <a:pt x="345" y="1117"/>
                  </a:lnTo>
                  <a:lnTo>
                    <a:pt x="559" y="1160"/>
                  </a:lnTo>
                  <a:lnTo>
                    <a:pt x="774" y="1117"/>
                  </a:lnTo>
                  <a:lnTo>
                    <a:pt x="989" y="988"/>
                  </a:lnTo>
                  <a:lnTo>
                    <a:pt x="1118" y="816"/>
                  </a:lnTo>
                  <a:lnTo>
                    <a:pt x="1161" y="602"/>
                  </a:lnTo>
                  <a:lnTo>
                    <a:pt x="1118" y="387"/>
                  </a:lnTo>
                  <a:lnTo>
                    <a:pt x="989" y="215"/>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9" name="Google Shape;13549;p37"/>
            <p:cNvSpPr/>
            <p:nvPr/>
          </p:nvSpPr>
          <p:spPr>
            <a:xfrm>
              <a:off x="1779025" y="2715225"/>
              <a:ext cx="29000" cy="29000"/>
            </a:xfrm>
            <a:custGeom>
              <a:avLst/>
              <a:gdLst/>
              <a:ahLst/>
              <a:cxnLst/>
              <a:rect l="l" t="t" r="r" b="b"/>
              <a:pathLst>
                <a:path w="1160" h="1160" extrusionOk="0">
                  <a:moveTo>
                    <a:pt x="602" y="0"/>
                  </a:moveTo>
                  <a:lnTo>
                    <a:pt x="387" y="43"/>
                  </a:lnTo>
                  <a:lnTo>
                    <a:pt x="172" y="172"/>
                  </a:lnTo>
                  <a:lnTo>
                    <a:pt x="43" y="344"/>
                  </a:lnTo>
                  <a:lnTo>
                    <a:pt x="0" y="559"/>
                  </a:lnTo>
                  <a:lnTo>
                    <a:pt x="43" y="773"/>
                  </a:lnTo>
                  <a:lnTo>
                    <a:pt x="172" y="988"/>
                  </a:lnTo>
                  <a:lnTo>
                    <a:pt x="344" y="1117"/>
                  </a:lnTo>
                  <a:lnTo>
                    <a:pt x="559" y="1160"/>
                  </a:lnTo>
                  <a:lnTo>
                    <a:pt x="773" y="1117"/>
                  </a:lnTo>
                  <a:lnTo>
                    <a:pt x="988" y="988"/>
                  </a:lnTo>
                  <a:lnTo>
                    <a:pt x="1117" y="816"/>
                  </a:lnTo>
                  <a:lnTo>
                    <a:pt x="1160" y="602"/>
                  </a:lnTo>
                  <a:lnTo>
                    <a:pt x="1117" y="387"/>
                  </a:lnTo>
                  <a:lnTo>
                    <a:pt x="988" y="172"/>
                  </a:lnTo>
                  <a:lnTo>
                    <a:pt x="816"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0" name="Google Shape;13550;p37"/>
            <p:cNvSpPr/>
            <p:nvPr/>
          </p:nvSpPr>
          <p:spPr>
            <a:xfrm>
              <a:off x="1837000" y="2630400"/>
              <a:ext cx="27950" cy="29000"/>
            </a:xfrm>
            <a:custGeom>
              <a:avLst/>
              <a:gdLst/>
              <a:ahLst/>
              <a:cxnLst/>
              <a:rect l="l" t="t" r="r" b="b"/>
              <a:pathLst>
                <a:path w="1118" h="1160" extrusionOk="0">
                  <a:moveTo>
                    <a:pt x="559" y="0"/>
                  </a:moveTo>
                  <a:lnTo>
                    <a:pt x="344" y="43"/>
                  </a:lnTo>
                  <a:lnTo>
                    <a:pt x="172" y="172"/>
                  </a:lnTo>
                  <a:lnTo>
                    <a:pt x="44" y="344"/>
                  </a:lnTo>
                  <a:lnTo>
                    <a:pt x="1" y="602"/>
                  </a:lnTo>
                  <a:lnTo>
                    <a:pt x="44" y="816"/>
                  </a:lnTo>
                  <a:lnTo>
                    <a:pt x="129" y="988"/>
                  </a:lnTo>
                  <a:lnTo>
                    <a:pt x="344" y="1117"/>
                  </a:lnTo>
                  <a:lnTo>
                    <a:pt x="559" y="1160"/>
                  </a:lnTo>
                  <a:lnTo>
                    <a:pt x="774" y="1117"/>
                  </a:lnTo>
                  <a:lnTo>
                    <a:pt x="945" y="988"/>
                  </a:lnTo>
                  <a:lnTo>
                    <a:pt x="1074" y="816"/>
                  </a:lnTo>
                  <a:lnTo>
                    <a:pt x="1117" y="602"/>
                  </a:lnTo>
                  <a:lnTo>
                    <a:pt x="1117" y="387"/>
                  </a:lnTo>
                  <a:lnTo>
                    <a:pt x="988" y="215"/>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1" name="Google Shape;13551;p37"/>
            <p:cNvSpPr/>
            <p:nvPr/>
          </p:nvSpPr>
          <p:spPr>
            <a:xfrm>
              <a:off x="1761850" y="2564900"/>
              <a:ext cx="29000" cy="29000"/>
            </a:xfrm>
            <a:custGeom>
              <a:avLst/>
              <a:gdLst/>
              <a:ahLst/>
              <a:cxnLst/>
              <a:rect l="l" t="t" r="r" b="b"/>
              <a:pathLst>
                <a:path w="1160" h="1160" extrusionOk="0">
                  <a:moveTo>
                    <a:pt x="601" y="0"/>
                  </a:moveTo>
                  <a:lnTo>
                    <a:pt x="387" y="43"/>
                  </a:lnTo>
                  <a:lnTo>
                    <a:pt x="172" y="172"/>
                  </a:lnTo>
                  <a:lnTo>
                    <a:pt x="43" y="344"/>
                  </a:lnTo>
                  <a:lnTo>
                    <a:pt x="0" y="559"/>
                  </a:lnTo>
                  <a:lnTo>
                    <a:pt x="43" y="773"/>
                  </a:lnTo>
                  <a:lnTo>
                    <a:pt x="172" y="988"/>
                  </a:lnTo>
                  <a:lnTo>
                    <a:pt x="344" y="1117"/>
                  </a:lnTo>
                  <a:lnTo>
                    <a:pt x="558" y="1160"/>
                  </a:lnTo>
                  <a:lnTo>
                    <a:pt x="816" y="1117"/>
                  </a:lnTo>
                  <a:lnTo>
                    <a:pt x="988" y="988"/>
                  </a:lnTo>
                  <a:lnTo>
                    <a:pt x="1117" y="816"/>
                  </a:lnTo>
                  <a:lnTo>
                    <a:pt x="1160" y="602"/>
                  </a:lnTo>
                  <a:lnTo>
                    <a:pt x="1117" y="387"/>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2" name="Google Shape;13552;p37"/>
            <p:cNvSpPr/>
            <p:nvPr/>
          </p:nvSpPr>
          <p:spPr>
            <a:xfrm>
              <a:off x="1816600" y="2809700"/>
              <a:ext cx="29025" cy="29025"/>
            </a:xfrm>
            <a:custGeom>
              <a:avLst/>
              <a:gdLst/>
              <a:ahLst/>
              <a:cxnLst/>
              <a:rect l="l" t="t" r="r" b="b"/>
              <a:pathLst>
                <a:path w="1161" h="1161" extrusionOk="0">
                  <a:moveTo>
                    <a:pt x="559" y="1"/>
                  </a:moveTo>
                  <a:lnTo>
                    <a:pt x="344" y="44"/>
                  </a:lnTo>
                  <a:lnTo>
                    <a:pt x="172" y="173"/>
                  </a:lnTo>
                  <a:lnTo>
                    <a:pt x="43" y="344"/>
                  </a:lnTo>
                  <a:lnTo>
                    <a:pt x="1" y="602"/>
                  </a:lnTo>
                  <a:lnTo>
                    <a:pt x="43" y="817"/>
                  </a:lnTo>
                  <a:lnTo>
                    <a:pt x="172" y="989"/>
                  </a:lnTo>
                  <a:lnTo>
                    <a:pt x="344" y="1117"/>
                  </a:lnTo>
                  <a:lnTo>
                    <a:pt x="559" y="1160"/>
                  </a:lnTo>
                  <a:lnTo>
                    <a:pt x="774" y="1117"/>
                  </a:lnTo>
                  <a:lnTo>
                    <a:pt x="988" y="989"/>
                  </a:lnTo>
                  <a:lnTo>
                    <a:pt x="1117" y="817"/>
                  </a:lnTo>
                  <a:lnTo>
                    <a:pt x="1160" y="602"/>
                  </a:lnTo>
                  <a:lnTo>
                    <a:pt x="1117" y="387"/>
                  </a:lnTo>
                  <a:lnTo>
                    <a:pt x="988"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3" name="Google Shape;13553;p37"/>
            <p:cNvSpPr/>
            <p:nvPr/>
          </p:nvSpPr>
          <p:spPr>
            <a:xfrm>
              <a:off x="1814450" y="258745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29" y="988"/>
                  </a:lnTo>
                  <a:lnTo>
                    <a:pt x="344" y="1117"/>
                  </a:lnTo>
                  <a:lnTo>
                    <a:pt x="559" y="1160"/>
                  </a:lnTo>
                  <a:lnTo>
                    <a:pt x="774" y="1117"/>
                  </a:lnTo>
                  <a:lnTo>
                    <a:pt x="946" y="988"/>
                  </a:lnTo>
                  <a:lnTo>
                    <a:pt x="1117" y="816"/>
                  </a:lnTo>
                  <a:lnTo>
                    <a:pt x="1160" y="602"/>
                  </a:lnTo>
                  <a:lnTo>
                    <a:pt x="1117" y="387"/>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4" name="Google Shape;13554;p37"/>
            <p:cNvSpPr/>
            <p:nvPr/>
          </p:nvSpPr>
          <p:spPr>
            <a:xfrm>
              <a:off x="1827350" y="2885950"/>
              <a:ext cx="29000" cy="29000"/>
            </a:xfrm>
            <a:custGeom>
              <a:avLst/>
              <a:gdLst/>
              <a:ahLst/>
              <a:cxnLst/>
              <a:rect l="l" t="t" r="r" b="b"/>
              <a:pathLst>
                <a:path w="1160" h="1160" extrusionOk="0">
                  <a:moveTo>
                    <a:pt x="558" y="0"/>
                  </a:moveTo>
                  <a:lnTo>
                    <a:pt x="344" y="43"/>
                  </a:lnTo>
                  <a:lnTo>
                    <a:pt x="172" y="172"/>
                  </a:lnTo>
                  <a:lnTo>
                    <a:pt x="43" y="344"/>
                  </a:lnTo>
                  <a:lnTo>
                    <a:pt x="0" y="559"/>
                  </a:lnTo>
                  <a:lnTo>
                    <a:pt x="43" y="816"/>
                  </a:lnTo>
                  <a:lnTo>
                    <a:pt x="172" y="988"/>
                  </a:lnTo>
                  <a:lnTo>
                    <a:pt x="344" y="1117"/>
                  </a:lnTo>
                  <a:lnTo>
                    <a:pt x="558" y="1160"/>
                  </a:lnTo>
                  <a:lnTo>
                    <a:pt x="773" y="1117"/>
                  </a:lnTo>
                  <a:lnTo>
                    <a:pt x="945" y="988"/>
                  </a:lnTo>
                  <a:lnTo>
                    <a:pt x="1117" y="816"/>
                  </a:lnTo>
                  <a:lnTo>
                    <a:pt x="1160" y="601"/>
                  </a:lnTo>
                  <a:lnTo>
                    <a:pt x="1117" y="387"/>
                  </a:lnTo>
                  <a:lnTo>
                    <a:pt x="988" y="172"/>
                  </a:lnTo>
                  <a:lnTo>
                    <a:pt x="816" y="43"/>
                  </a:lnTo>
                  <a:lnTo>
                    <a:pt x="55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5" name="Google Shape;13555;p37"/>
            <p:cNvSpPr/>
            <p:nvPr/>
          </p:nvSpPr>
          <p:spPr>
            <a:xfrm>
              <a:off x="1839150" y="2757100"/>
              <a:ext cx="29025" cy="29000"/>
            </a:xfrm>
            <a:custGeom>
              <a:avLst/>
              <a:gdLst/>
              <a:ahLst/>
              <a:cxnLst/>
              <a:rect l="l" t="t" r="r" b="b"/>
              <a:pathLst>
                <a:path w="1161" h="1160" extrusionOk="0">
                  <a:moveTo>
                    <a:pt x="602" y="0"/>
                  </a:moveTo>
                  <a:lnTo>
                    <a:pt x="387" y="43"/>
                  </a:lnTo>
                  <a:lnTo>
                    <a:pt x="172" y="172"/>
                  </a:lnTo>
                  <a:lnTo>
                    <a:pt x="43" y="344"/>
                  </a:lnTo>
                  <a:lnTo>
                    <a:pt x="0" y="559"/>
                  </a:lnTo>
                  <a:lnTo>
                    <a:pt x="43" y="773"/>
                  </a:lnTo>
                  <a:lnTo>
                    <a:pt x="172" y="988"/>
                  </a:lnTo>
                  <a:lnTo>
                    <a:pt x="344" y="1117"/>
                  </a:lnTo>
                  <a:lnTo>
                    <a:pt x="602" y="1160"/>
                  </a:lnTo>
                  <a:lnTo>
                    <a:pt x="817" y="1117"/>
                  </a:lnTo>
                  <a:lnTo>
                    <a:pt x="988" y="988"/>
                  </a:lnTo>
                  <a:lnTo>
                    <a:pt x="1117" y="816"/>
                  </a:lnTo>
                  <a:lnTo>
                    <a:pt x="1160" y="602"/>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6" name="Google Shape;13556;p37"/>
            <p:cNvSpPr/>
            <p:nvPr/>
          </p:nvSpPr>
          <p:spPr>
            <a:xfrm>
              <a:off x="1768275" y="2854800"/>
              <a:ext cx="29025" cy="27950"/>
            </a:xfrm>
            <a:custGeom>
              <a:avLst/>
              <a:gdLst/>
              <a:ahLst/>
              <a:cxnLst/>
              <a:rect l="l" t="t" r="r" b="b"/>
              <a:pathLst>
                <a:path w="1161" h="1118" extrusionOk="0">
                  <a:moveTo>
                    <a:pt x="387" y="1"/>
                  </a:moveTo>
                  <a:lnTo>
                    <a:pt x="173" y="129"/>
                  </a:lnTo>
                  <a:lnTo>
                    <a:pt x="44" y="344"/>
                  </a:lnTo>
                  <a:lnTo>
                    <a:pt x="1" y="559"/>
                  </a:lnTo>
                  <a:lnTo>
                    <a:pt x="44" y="774"/>
                  </a:lnTo>
                  <a:lnTo>
                    <a:pt x="173" y="946"/>
                  </a:lnTo>
                  <a:lnTo>
                    <a:pt x="344" y="1074"/>
                  </a:lnTo>
                  <a:lnTo>
                    <a:pt x="559" y="1117"/>
                  </a:lnTo>
                  <a:lnTo>
                    <a:pt x="774" y="1074"/>
                  </a:lnTo>
                  <a:lnTo>
                    <a:pt x="989" y="988"/>
                  </a:lnTo>
                  <a:lnTo>
                    <a:pt x="1117" y="774"/>
                  </a:lnTo>
                  <a:lnTo>
                    <a:pt x="1160" y="559"/>
                  </a:lnTo>
                  <a:lnTo>
                    <a:pt x="1117" y="344"/>
                  </a:lnTo>
                  <a:lnTo>
                    <a:pt x="989"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7" name="Google Shape;13557;p37"/>
            <p:cNvSpPr/>
            <p:nvPr/>
          </p:nvSpPr>
          <p:spPr>
            <a:xfrm>
              <a:off x="1769350" y="2774275"/>
              <a:ext cx="29025" cy="27950"/>
            </a:xfrm>
            <a:custGeom>
              <a:avLst/>
              <a:gdLst/>
              <a:ahLst/>
              <a:cxnLst/>
              <a:rect l="l" t="t" r="r" b="b"/>
              <a:pathLst>
                <a:path w="1161" h="1118" extrusionOk="0">
                  <a:moveTo>
                    <a:pt x="602" y="0"/>
                  </a:moveTo>
                  <a:lnTo>
                    <a:pt x="387" y="43"/>
                  </a:lnTo>
                  <a:lnTo>
                    <a:pt x="173" y="129"/>
                  </a:lnTo>
                  <a:lnTo>
                    <a:pt x="44" y="344"/>
                  </a:lnTo>
                  <a:lnTo>
                    <a:pt x="1" y="559"/>
                  </a:lnTo>
                  <a:lnTo>
                    <a:pt x="44" y="774"/>
                  </a:lnTo>
                  <a:lnTo>
                    <a:pt x="173" y="945"/>
                  </a:lnTo>
                  <a:lnTo>
                    <a:pt x="344" y="1074"/>
                  </a:lnTo>
                  <a:lnTo>
                    <a:pt x="559" y="1117"/>
                  </a:lnTo>
                  <a:lnTo>
                    <a:pt x="774" y="1117"/>
                  </a:lnTo>
                  <a:lnTo>
                    <a:pt x="989" y="988"/>
                  </a:lnTo>
                  <a:lnTo>
                    <a:pt x="1117" y="774"/>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8" name="Google Shape;13558;p37"/>
            <p:cNvSpPr/>
            <p:nvPr/>
          </p:nvSpPr>
          <p:spPr>
            <a:xfrm>
              <a:off x="1741450" y="2263175"/>
              <a:ext cx="29000" cy="29025"/>
            </a:xfrm>
            <a:custGeom>
              <a:avLst/>
              <a:gdLst/>
              <a:ahLst/>
              <a:cxnLst/>
              <a:rect l="l" t="t" r="r" b="b"/>
              <a:pathLst>
                <a:path w="1160" h="1161" extrusionOk="0">
                  <a:moveTo>
                    <a:pt x="601" y="1"/>
                  </a:moveTo>
                  <a:lnTo>
                    <a:pt x="387" y="43"/>
                  </a:lnTo>
                  <a:lnTo>
                    <a:pt x="215" y="172"/>
                  </a:lnTo>
                  <a:lnTo>
                    <a:pt x="43" y="344"/>
                  </a:lnTo>
                  <a:lnTo>
                    <a:pt x="0" y="559"/>
                  </a:lnTo>
                  <a:lnTo>
                    <a:pt x="43" y="817"/>
                  </a:lnTo>
                  <a:lnTo>
                    <a:pt x="172" y="988"/>
                  </a:lnTo>
                  <a:lnTo>
                    <a:pt x="344" y="1117"/>
                  </a:lnTo>
                  <a:lnTo>
                    <a:pt x="601" y="1160"/>
                  </a:lnTo>
                  <a:lnTo>
                    <a:pt x="816" y="1117"/>
                  </a:lnTo>
                  <a:lnTo>
                    <a:pt x="988" y="988"/>
                  </a:lnTo>
                  <a:lnTo>
                    <a:pt x="1117" y="817"/>
                  </a:lnTo>
                  <a:lnTo>
                    <a:pt x="1160" y="602"/>
                  </a:lnTo>
                  <a:lnTo>
                    <a:pt x="1117" y="387"/>
                  </a:lnTo>
                  <a:lnTo>
                    <a:pt x="988" y="172"/>
                  </a:lnTo>
                  <a:lnTo>
                    <a:pt x="816" y="43"/>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9" name="Google Shape;13559;p37"/>
            <p:cNvSpPr/>
            <p:nvPr/>
          </p:nvSpPr>
          <p:spPr>
            <a:xfrm>
              <a:off x="1684525" y="2285725"/>
              <a:ext cx="29025" cy="29025"/>
            </a:xfrm>
            <a:custGeom>
              <a:avLst/>
              <a:gdLst/>
              <a:ahLst/>
              <a:cxnLst/>
              <a:rect l="l" t="t" r="r" b="b"/>
              <a:pathLst>
                <a:path w="1161" h="1161" extrusionOk="0">
                  <a:moveTo>
                    <a:pt x="602" y="0"/>
                  </a:moveTo>
                  <a:lnTo>
                    <a:pt x="387" y="43"/>
                  </a:lnTo>
                  <a:lnTo>
                    <a:pt x="216" y="172"/>
                  </a:lnTo>
                  <a:lnTo>
                    <a:pt x="87" y="344"/>
                  </a:lnTo>
                  <a:lnTo>
                    <a:pt x="1" y="559"/>
                  </a:lnTo>
                  <a:lnTo>
                    <a:pt x="44" y="774"/>
                  </a:lnTo>
                  <a:lnTo>
                    <a:pt x="173" y="988"/>
                  </a:lnTo>
                  <a:lnTo>
                    <a:pt x="387" y="1117"/>
                  </a:lnTo>
                  <a:lnTo>
                    <a:pt x="602" y="1160"/>
                  </a:lnTo>
                  <a:lnTo>
                    <a:pt x="817" y="1117"/>
                  </a:lnTo>
                  <a:lnTo>
                    <a:pt x="989" y="988"/>
                  </a:lnTo>
                  <a:lnTo>
                    <a:pt x="1117" y="816"/>
                  </a:lnTo>
                  <a:lnTo>
                    <a:pt x="1160" y="602"/>
                  </a:lnTo>
                  <a:lnTo>
                    <a:pt x="1117" y="387"/>
                  </a:lnTo>
                  <a:lnTo>
                    <a:pt x="1032"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0" name="Google Shape;13560;p37"/>
            <p:cNvSpPr/>
            <p:nvPr/>
          </p:nvSpPr>
          <p:spPr>
            <a:xfrm>
              <a:off x="1623325" y="2274975"/>
              <a:ext cx="29025" cy="29025"/>
            </a:xfrm>
            <a:custGeom>
              <a:avLst/>
              <a:gdLst/>
              <a:ahLst/>
              <a:cxnLst/>
              <a:rect l="l" t="t" r="r" b="b"/>
              <a:pathLst>
                <a:path w="1161" h="1161" extrusionOk="0">
                  <a:moveTo>
                    <a:pt x="602" y="1"/>
                  </a:moveTo>
                  <a:lnTo>
                    <a:pt x="387" y="44"/>
                  </a:lnTo>
                  <a:lnTo>
                    <a:pt x="172" y="130"/>
                  </a:lnTo>
                  <a:lnTo>
                    <a:pt x="44" y="345"/>
                  </a:lnTo>
                  <a:lnTo>
                    <a:pt x="1" y="559"/>
                  </a:lnTo>
                  <a:lnTo>
                    <a:pt x="44" y="774"/>
                  </a:lnTo>
                  <a:lnTo>
                    <a:pt x="172" y="946"/>
                  </a:lnTo>
                  <a:lnTo>
                    <a:pt x="344" y="1075"/>
                  </a:lnTo>
                  <a:lnTo>
                    <a:pt x="559" y="1161"/>
                  </a:lnTo>
                  <a:lnTo>
                    <a:pt x="774" y="1118"/>
                  </a:lnTo>
                  <a:lnTo>
                    <a:pt x="988" y="989"/>
                  </a:lnTo>
                  <a:lnTo>
                    <a:pt x="1117" y="774"/>
                  </a:lnTo>
                  <a:lnTo>
                    <a:pt x="1160" y="559"/>
                  </a:lnTo>
                  <a:lnTo>
                    <a:pt x="1117" y="345"/>
                  </a:lnTo>
                  <a:lnTo>
                    <a:pt x="988"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1" name="Google Shape;13561;p37"/>
            <p:cNvSpPr/>
            <p:nvPr/>
          </p:nvSpPr>
          <p:spPr>
            <a:xfrm>
              <a:off x="1627625" y="2229900"/>
              <a:ext cx="29025" cy="27925"/>
            </a:xfrm>
            <a:custGeom>
              <a:avLst/>
              <a:gdLst/>
              <a:ahLst/>
              <a:cxnLst/>
              <a:rect l="l" t="t" r="r" b="b"/>
              <a:pathLst>
                <a:path w="1161" h="1117" extrusionOk="0">
                  <a:moveTo>
                    <a:pt x="344" y="0"/>
                  </a:moveTo>
                  <a:lnTo>
                    <a:pt x="172" y="129"/>
                  </a:lnTo>
                  <a:lnTo>
                    <a:pt x="43" y="344"/>
                  </a:lnTo>
                  <a:lnTo>
                    <a:pt x="0" y="558"/>
                  </a:lnTo>
                  <a:lnTo>
                    <a:pt x="43" y="773"/>
                  </a:lnTo>
                  <a:lnTo>
                    <a:pt x="129" y="945"/>
                  </a:lnTo>
                  <a:lnTo>
                    <a:pt x="344" y="1074"/>
                  </a:lnTo>
                  <a:lnTo>
                    <a:pt x="559" y="1117"/>
                  </a:lnTo>
                  <a:lnTo>
                    <a:pt x="774" y="1074"/>
                  </a:lnTo>
                  <a:lnTo>
                    <a:pt x="945" y="988"/>
                  </a:lnTo>
                  <a:lnTo>
                    <a:pt x="1117" y="773"/>
                  </a:lnTo>
                  <a:lnTo>
                    <a:pt x="1160" y="558"/>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2" name="Google Shape;13562;p37"/>
            <p:cNvSpPr/>
            <p:nvPr/>
          </p:nvSpPr>
          <p:spPr>
            <a:xfrm>
              <a:off x="1641575" y="2313650"/>
              <a:ext cx="29025" cy="29000"/>
            </a:xfrm>
            <a:custGeom>
              <a:avLst/>
              <a:gdLst/>
              <a:ahLst/>
              <a:cxnLst/>
              <a:rect l="l" t="t" r="r" b="b"/>
              <a:pathLst>
                <a:path w="1161" h="1160" extrusionOk="0">
                  <a:moveTo>
                    <a:pt x="559" y="0"/>
                  </a:moveTo>
                  <a:lnTo>
                    <a:pt x="344" y="43"/>
                  </a:lnTo>
                  <a:lnTo>
                    <a:pt x="173" y="172"/>
                  </a:lnTo>
                  <a:lnTo>
                    <a:pt x="44" y="344"/>
                  </a:lnTo>
                  <a:lnTo>
                    <a:pt x="1" y="601"/>
                  </a:lnTo>
                  <a:lnTo>
                    <a:pt x="44" y="816"/>
                  </a:lnTo>
                  <a:lnTo>
                    <a:pt x="173" y="988"/>
                  </a:lnTo>
                  <a:lnTo>
                    <a:pt x="344" y="1117"/>
                  </a:lnTo>
                  <a:lnTo>
                    <a:pt x="559" y="1160"/>
                  </a:lnTo>
                  <a:lnTo>
                    <a:pt x="774" y="1117"/>
                  </a:lnTo>
                  <a:lnTo>
                    <a:pt x="946" y="988"/>
                  </a:lnTo>
                  <a:lnTo>
                    <a:pt x="1117" y="816"/>
                  </a:lnTo>
                  <a:lnTo>
                    <a:pt x="1160" y="601"/>
                  </a:lnTo>
                  <a:lnTo>
                    <a:pt x="1117" y="387"/>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3" name="Google Shape;13563;p37"/>
            <p:cNvSpPr/>
            <p:nvPr/>
          </p:nvSpPr>
          <p:spPr>
            <a:xfrm>
              <a:off x="1698500" y="2229900"/>
              <a:ext cx="29000" cy="27925"/>
            </a:xfrm>
            <a:custGeom>
              <a:avLst/>
              <a:gdLst/>
              <a:ahLst/>
              <a:cxnLst/>
              <a:rect l="l" t="t" r="r" b="b"/>
              <a:pathLst>
                <a:path w="1160" h="1117" extrusionOk="0">
                  <a:moveTo>
                    <a:pt x="387" y="0"/>
                  </a:moveTo>
                  <a:lnTo>
                    <a:pt x="172" y="129"/>
                  </a:lnTo>
                  <a:lnTo>
                    <a:pt x="43" y="344"/>
                  </a:lnTo>
                  <a:lnTo>
                    <a:pt x="0" y="558"/>
                  </a:lnTo>
                  <a:lnTo>
                    <a:pt x="43" y="773"/>
                  </a:lnTo>
                  <a:lnTo>
                    <a:pt x="172" y="945"/>
                  </a:lnTo>
                  <a:lnTo>
                    <a:pt x="344" y="1074"/>
                  </a:lnTo>
                  <a:lnTo>
                    <a:pt x="601" y="1117"/>
                  </a:lnTo>
                  <a:lnTo>
                    <a:pt x="816" y="1074"/>
                  </a:lnTo>
                  <a:lnTo>
                    <a:pt x="988" y="988"/>
                  </a:lnTo>
                  <a:lnTo>
                    <a:pt x="1117" y="773"/>
                  </a:lnTo>
                  <a:lnTo>
                    <a:pt x="1160" y="558"/>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4" name="Google Shape;13564;p37"/>
            <p:cNvSpPr/>
            <p:nvPr/>
          </p:nvSpPr>
          <p:spPr>
            <a:xfrm>
              <a:off x="1624400" y="2163325"/>
              <a:ext cx="29025" cy="29000"/>
            </a:xfrm>
            <a:custGeom>
              <a:avLst/>
              <a:gdLst/>
              <a:ahLst/>
              <a:cxnLst/>
              <a:rect l="l" t="t" r="r" b="b"/>
              <a:pathLst>
                <a:path w="1161" h="1160" extrusionOk="0">
                  <a:moveTo>
                    <a:pt x="559" y="0"/>
                  </a:moveTo>
                  <a:lnTo>
                    <a:pt x="344" y="43"/>
                  </a:lnTo>
                  <a:lnTo>
                    <a:pt x="172" y="172"/>
                  </a:lnTo>
                  <a:lnTo>
                    <a:pt x="44" y="344"/>
                  </a:lnTo>
                  <a:lnTo>
                    <a:pt x="1" y="602"/>
                  </a:lnTo>
                  <a:lnTo>
                    <a:pt x="44" y="816"/>
                  </a:lnTo>
                  <a:lnTo>
                    <a:pt x="172" y="988"/>
                  </a:lnTo>
                  <a:lnTo>
                    <a:pt x="344" y="1117"/>
                  </a:lnTo>
                  <a:lnTo>
                    <a:pt x="559" y="1160"/>
                  </a:lnTo>
                  <a:lnTo>
                    <a:pt x="774" y="1117"/>
                  </a:lnTo>
                  <a:lnTo>
                    <a:pt x="988" y="988"/>
                  </a:lnTo>
                  <a:lnTo>
                    <a:pt x="1117" y="816"/>
                  </a:lnTo>
                  <a:lnTo>
                    <a:pt x="1160" y="602"/>
                  </a:lnTo>
                  <a:lnTo>
                    <a:pt x="1117" y="387"/>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5" name="Google Shape;13565;p37"/>
            <p:cNvSpPr/>
            <p:nvPr/>
          </p:nvSpPr>
          <p:spPr>
            <a:xfrm>
              <a:off x="1756475" y="2200900"/>
              <a:ext cx="29000" cy="29025"/>
            </a:xfrm>
            <a:custGeom>
              <a:avLst/>
              <a:gdLst/>
              <a:ahLst/>
              <a:cxnLst/>
              <a:rect l="l" t="t" r="r" b="b"/>
              <a:pathLst>
                <a:path w="1160" h="1161" extrusionOk="0">
                  <a:moveTo>
                    <a:pt x="559" y="0"/>
                  </a:moveTo>
                  <a:lnTo>
                    <a:pt x="344" y="43"/>
                  </a:lnTo>
                  <a:lnTo>
                    <a:pt x="172" y="129"/>
                  </a:lnTo>
                  <a:lnTo>
                    <a:pt x="43" y="344"/>
                  </a:lnTo>
                  <a:lnTo>
                    <a:pt x="0" y="559"/>
                  </a:lnTo>
                  <a:lnTo>
                    <a:pt x="43" y="774"/>
                  </a:lnTo>
                  <a:lnTo>
                    <a:pt x="129" y="945"/>
                  </a:lnTo>
                  <a:lnTo>
                    <a:pt x="344" y="1074"/>
                  </a:lnTo>
                  <a:lnTo>
                    <a:pt x="559" y="1160"/>
                  </a:lnTo>
                  <a:lnTo>
                    <a:pt x="773" y="1117"/>
                  </a:lnTo>
                  <a:lnTo>
                    <a:pt x="945" y="988"/>
                  </a:lnTo>
                  <a:lnTo>
                    <a:pt x="1074" y="774"/>
                  </a:lnTo>
                  <a:lnTo>
                    <a:pt x="1160" y="559"/>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6" name="Google Shape;13566;p37"/>
            <p:cNvSpPr/>
            <p:nvPr/>
          </p:nvSpPr>
          <p:spPr>
            <a:xfrm>
              <a:off x="1675950" y="2185875"/>
              <a:ext cx="29000" cy="29000"/>
            </a:xfrm>
            <a:custGeom>
              <a:avLst/>
              <a:gdLst/>
              <a:ahLst/>
              <a:cxnLst/>
              <a:rect l="l" t="t" r="r" b="b"/>
              <a:pathLst>
                <a:path w="1160" h="1160" extrusionOk="0">
                  <a:moveTo>
                    <a:pt x="601" y="0"/>
                  </a:moveTo>
                  <a:lnTo>
                    <a:pt x="387" y="43"/>
                  </a:lnTo>
                  <a:lnTo>
                    <a:pt x="215" y="172"/>
                  </a:lnTo>
                  <a:lnTo>
                    <a:pt x="86" y="344"/>
                  </a:lnTo>
                  <a:lnTo>
                    <a:pt x="0" y="601"/>
                  </a:lnTo>
                  <a:lnTo>
                    <a:pt x="43" y="816"/>
                  </a:lnTo>
                  <a:lnTo>
                    <a:pt x="172" y="988"/>
                  </a:lnTo>
                  <a:lnTo>
                    <a:pt x="387" y="1117"/>
                  </a:lnTo>
                  <a:lnTo>
                    <a:pt x="601" y="1160"/>
                  </a:lnTo>
                  <a:lnTo>
                    <a:pt x="816" y="1117"/>
                  </a:lnTo>
                  <a:lnTo>
                    <a:pt x="988" y="988"/>
                  </a:lnTo>
                  <a:lnTo>
                    <a:pt x="1117" y="816"/>
                  </a:lnTo>
                  <a:lnTo>
                    <a:pt x="1160" y="601"/>
                  </a:lnTo>
                  <a:lnTo>
                    <a:pt x="1117" y="387"/>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7" name="Google Shape;13567;p37"/>
            <p:cNvSpPr/>
            <p:nvPr/>
          </p:nvSpPr>
          <p:spPr>
            <a:xfrm>
              <a:off x="1745725" y="2327600"/>
              <a:ext cx="27950" cy="29025"/>
            </a:xfrm>
            <a:custGeom>
              <a:avLst/>
              <a:gdLst/>
              <a:ahLst/>
              <a:cxnLst/>
              <a:rect l="l" t="t" r="r" b="b"/>
              <a:pathLst>
                <a:path w="1118" h="1161" extrusionOk="0">
                  <a:moveTo>
                    <a:pt x="559" y="0"/>
                  </a:moveTo>
                  <a:lnTo>
                    <a:pt x="344" y="43"/>
                  </a:lnTo>
                  <a:lnTo>
                    <a:pt x="173" y="172"/>
                  </a:lnTo>
                  <a:lnTo>
                    <a:pt x="44" y="344"/>
                  </a:lnTo>
                  <a:lnTo>
                    <a:pt x="1" y="559"/>
                  </a:lnTo>
                  <a:lnTo>
                    <a:pt x="44" y="774"/>
                  </a:lnTo>
                  <a:lnTo>
                    <a:pt x="130" y="988"/>
                  </a:lnTo>
                  <a:lnTo>
                    <a:pt x="344" y="1117"/>
                  </a:lnTo>
                  <a:lnTo>
                    <a:pt x="559" y="1160"/>
                  </a:lnTo>
                  <a:lnTo>
                    <a:pt x="774" y="1117"/>
                  </a:lnTo>
                  <a:lnTo>
                    <a:pt x="946" y="988"/>
                  </a:lnTo>
                  <a:lnTo>
                    <a:pt x="1075" y="817"/>
                  </a:lnTo>
                  <a:lnTo>
                    <a:pt x="1118" y="602"/>
                  </a:lnTo>
                  <a:lnTo>
                    <a:pt x="1075"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8" name="Google Shape;13568;p37"/>
            <p:cNvSpPr/>
            <p:nvPr/>
          </p:nvSpPr>
          <p:spPr>
            <a:xfrm>
              <a:off x="1748950" y="2372700"/>
              <a:ext cx="27950" cy="29000"/>
            </a:xfrm>
            <a:custGeom>
              <a:avLst/>
              <a:gdLst/>
              <a:ahLst/>
              <a:cxnLst/>
              <a:rect l="l" t="t" r="r" b="b"/>
              <a:pathLst>
                <a:path w="1118" h="1160" extrusionOk="0">
                  <a:moveTo>
                    <a:pt x="559" y="0"/>
                  </a:moveTo>
                  <a:lnTo>
                    <a:pt x="344" y="43"/>
                  </a:lnTo>
                  <a:lnTo>
                    <a:pt x="173" y="129"/>
                  </a:lnTo>
                  <a:lnTo>
                    <a:pt x="44" y="344"/>
                  </a:lnTo>
                  <a:lnTo>
                    <a:pt x="1" y="559"/>
                  </a:lnTo>
                  <a:lnTo>
                    <a:pt x="44" y="773"/>
                  </a:lnTo>
                  <a:lnTo>
                    <a:pt x="130" y="945"/>
                  </a:lnTo>
                  <a:lnTo>
                    <a:pt x="344" y="1074"/>
                  </a:lnTo>
                  <a:lnTo>
                    <a:pt x="559" y="1160"/>
                  </a:lnTo>
                  <a:lnTo>
                    <a:pt x="774" y="1117"/>
                  </a:lnTo>
                  <a:lnTo>
                    <a:pt x="946" y="988"/>
                  </a:lnTo>
                  <a:lnTo>
                    <a:pt x="1074" y="816"/>
                  </a:lnTo>
                  <a:lnTo>
                    <a:pt x="1117" y="559"/>
                  </a:lnTo>
                  <a:lnTo>
                    <a:pt x="1074" y="344"/>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9" name="Google Shape;13569;p37"/>
            <p:cNvSpPr/>
            <p:nvPr/>
          </p:nvSpPr>
          <p:spPr>
            <a:xfrm>
              <a:off x="1805875" y="2213775"/>
              <a:ext cx="29000" cy="29025"/>
            </a:xfrm>
            <a:custGeom>
              <a:avLst/>
              <a:gdLst/>
              <a:ahLst/>
              <a:cxnLst/>
              <a:rect l="l" t="t" r="r" b="b"/>
              <a:pathLst>
                <a:path w="1160" h="1161" extrusionOk="0">
                  <a:moveTo>
                    <a:pt x="558" y="1"/>
                  </a:moveTo>
                  <a:lnTo>
                    <a:pt x="344" y="44"/>
                  </a:lnTo>
                  <a:lnTo>
                    <a:pt x="172" y="173"/>
                  </a:lnTo>
                  <a:lnTo>
                    <a:pt x="43" y="344"/>
                  </a:lnTo>
                  <a:lnTo>
                    <a:pt x="0" y="559"/>
                  </a:lnTo>
                  <a:lnTo>
                    <a:pt x="43" y="774"/>
                  </a:lnTo>
                  <a:lnTo>
                    <a:pt x="172" y="989"/>
                  </a:lnTo>
                  <a:lnTo>
                    <a:pt x="344" y="1118"/>
                  </a:lnTo>
                  <a:lnTo>
                    <a:pt x="558" y="1160"/>
                  </a:lnTo>
                  <a:lnTo>
                    <a:pt x="773" y="1118"/>
                  </a:lnTo>
                  <a:lnTo>
                    <a:pt x="988" y="989"/>
                  </a:lnTo>
                  <a:lnTo>
                    <a:pt x="1117" y="817"/>
                  </a:lnTo>
                  <a:lnTo>
                    <a:pt x="1160" y="559"/>
                  </a:lnTo>
                  <a:lnTo>
                    <a:pt x="1117" y="344"/>
                  </a:lnTo>
                  <a:lnTo>
                    <a:pt x="988" y="173"/>
                  </a:lnTo>
                  <a:lnTo>
                    <a:pt x="816" y="44"/>
                  </a:lnTo>
                  <a:lnTo>
                    <a:pt x="558"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0" name="Google Shape;13570;p37"/>
            <p:cNvSpPr/>
            <p:nvPr/>
          </p:nvSpPr>
          <p:spPr>
            <a:xfrm>
              <a:off x="1819825" y="2150425"/>
              <a:ext cx="29025" cy="29025"/>
            </a:xfrm>
            <a:custGeom>
              <a:avLst/>
              <a:gdLst/>
              <a:ahLst/>
              <a:cxnLst/>
              <a:rect l="l" t="t" r="r" b="b"/>
              <a:pathLst>
                <a:path w="1161" h="1161" extrusionOk="0">
                  <a:moveTo>
                    <a:pt x="602" y="1"/>
                  </a:moveTo>
                  <a:lnTo>
                    <a:pt x="387" y="44"/>
                  </a:lnTo>
                  <a:lnTo>
                    <a:pt x="215" y="173"/>
                  </a:lnTo>
                  <a:lnTo>
                    <a:pt x="43" y="344"/>
                  </a:lnTo>
                  <a:lnTo>
                    <a:pt x="0" y="602"/>
                  </a:lnTo>
                  <a:lnTo>
                    <a:pt x="43" y="817"/>
                  </a:lnTo>
                  <a:lnTo>
                    <a:pt x="172" y="989"/>
                  </a:lnTo>
                  <a:lnTo>
                    <a:pt x="344" y="1118"/>
                  </a:lnTo>
                  <a:lnTo>
                    <a:pt x="602" y="1160"/>
                  </a:lnTo>
                  <a:lnTo>
                    <a:pt x="816" y="1118"/>
                  </a:lnTo>
                  <a:lnTo>
                    <a:pt x="988" y="1032"/>
                  </a:lnTo>
                  <a:lnTo>
                    <a:pt x="1117" y="817"/>
                  </a:lnTo>
                  <a:lnTo>
                    <a:pt x="1160" y="602"/>
                  </a:lnTo>
                  <a:lnTo>
                    <a:pt x="1117" y="387"/>
                  </a:lnTo>
                  <a:lnTo>
                    <a:pt x="988" y="216"/>
                  </a:lnTo>
                  <a:lnTo>
                    <a:pt x="816" y="87"/>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1" name="Google Shape;13571;p37"/>
            <p:cNvSpPr/>
            <p:nvPr/>
          </p:nvSpPr>
          <p:spPr>
            <a:xfrm>
              <a:off x="1809075" y="2278200"/>
              <a:ext cx="29025" cy="29025"/>
            </a:xfrm>
            <a:custGeom>
              <a:avLst/>
              <a:gdLst/>
              <a:ahLst/>
              <a:cxnLst/>
              <a:rect l="l" t="t" r="r" b="b"/>
              <a:pathLst>
                <a:path w="1161" h="1161" extrusionOk="0">
                  <a:moveTo>
                    <a:pt x="602" y="1"/>
                  </a:moveTo>
                  <a:lnTo>
                    <a:pt x="387" y="44"/>
                  </a:lnTo>
                  <a:lnTo>
                    <a:pt x="173" y="130"/>
                  </a:lnTo>
                  <a:lnTo>
                    <a:pt x="44" y="344"/>
                  </a:lnTo>
                  <a:lnTo>
                    <a:pt x="1" y="559"/>
                  </a:lnTo>
                  <a:lnTo>
                    <a:pt x="44" y="774"/>
                  </a:lnTo>
                  <a:lnTo>
                    <a:pt x="173" y="946"/>
                  </a:lnTo>
                  <a:lnTo>
                    <a:pt x="344" y="1117"/>
                  </a:lnTo>
                  <a:lnTo>
                    <a:pt x="559" y="1160"/>
                  </a:lnTo>
                  <a:lnTo>
                    <a:pt x="774"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2" name="Google Shape;13572;p37"/>
            <p:cNvSpPr/>
            <p:nvPr/>
          </p:nvSpPr>
          <p:spPr>
            <a:xfrm>
              <a:off x="1812300" y="2323300"/>
              <a:ext cx="29025" cy="27950"/>
            </a:xfrm>
            <a:custGeom>
              <a:avLst/>
              <a:gdLst/>
              <a:ahLst/>
              <a:cxnLst/>
              <a:rect l="l" t="t" r="r" b="b"/>
              <a:pathLst>
                <a:path w="1161" h="1118" extrusionOk="0">
                  <a:moveTo>
                    <a:pt x="387" y="1"/>
                  </a:moveTo>
                  <a:lnTo>
                    <a:pt x="173" y="130"/>
                  </a:lnTo>
                  <a:lnTo>
                    <a:pt x="44" y="344"/>
                  </a:lnTo>
                  <a:lnTo>
                    <a:pt x="1" y="559"/>
                  </a:lnTo>
                  <a:lnTo>
                    <a:pt x="44" y="774"/>
                  </a:lnTo>
                  <a:lnTo>
                    <a:pt x="173" y="946"/>
                  </a:lnTo>
                  <a:lnTo>
                    <a:pt x="344" y="1074"/>
                  </a:lnTo>
                  <a:lnTo>
                    <a:pt x="559" y="1117"/>
                  </a:lnTo>
                  <a:lnTo>
                    <a:pt x="817" y="1074"/>
                  </a:lnTo>
                  <a:lnTo>
                    <a:pt x="989" y="989"/>
                  </a:lnTo>
                  <a:lnTo>
                    <a:pt x="1117" y="774"/>
                  </a:lnTo>
                  <a:lnTo>
                    <a:pt x="1160" y="559"/>
                  </a:lnTo>
                  <a:lnTo>
                    <a:pt x="1117" y="344"/>
                  </a:lnTo>
                  <a:lnTo>
                    <a:pt x="989"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3" name="Google Shape;13573;p37"/>
            <p:cNvSpPr/>
            <p:nvPr/>
          </p:nvSpPr>
          <p:spPr>
            <a:xfrm>
              <a:off x="1797275" y="2367325"/>
              <a:ext cx="29025" cy="29025"/>
            </a:xfrm>
            <a:custGeom>
              <a:avLst/>
              <a:gdLst/>
              <a:ahLst/>
              <a:cxnLst/>
              <a:rect l="l" t="t" r="r" b="b"/>
              <a:pathLst>
                <a:path w="1161" h="1161" extrusionOk="0">
                  <a:moveTo>
                    <a:pt x="602" y="1"/>
                  </a:moveTo>
                  <a:lnTo>
                    <a:pt x="387" y="44"/>
                  </a:lnTo>
                  <a:lnTo>
                    <a:pt x="172" y="129"/>
                  </a:lnTo>
                  <a:lnTo>
                    <a:pt x="43" y="344"/>
                  </a:lnTo>
                  <a:lnTo>
                    <a:pt x="0" y="559"/>
                  </a:lnTo>
                  <a:lnTo>
                    <a:pt x="43" y="774"/>
                  </a:lnTo>
                  <a:lnTo>
                    <a:pt x="172" y="946"/>
                  </a:lnTo>
                  <a:lnTo>
                    <a:pt x="344" y="1074"/>
                  </a:lnTo>
                  <a:lnTo>
                    <a:pt x="602" y="1160"/>
                  </a:lnTo>
                  <a:lnTo>
                    <a:pt x="816" y="1117"/>
                  </a:lnTo>
                  <a:lnTo>
                    <a:pt x="988" y="988"/>
                  </a:lnTo>
                  <a:lnTo>
                    <a:pt x="1117" y="817"/>
                  </a:lnTo>
                  <a:lnTo>
                    <a:pt x="1160" y="559"/>
                  </a:lnTo>
                  <a:lnTo>
                    <a:pt x="1117" y="344"/>
                  </a:lnTo>
                  <a:lnTo>
                    <a:pt x="988" y="172"/>
                  </a:lnTo>
                  <a:lnTo>
                    <a:pt x="816"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4" name="Google Shape;13574;p37"/>
            <p:cNvSpPr/>
            <p:nvPr/>
          </p:nvSpPr>
          <p:spPr>
            <a:xfrm>
              <a:off x="1701700" y="2355525"/>
              <a:ext cx="29025" cy="29000"/>
            </a:xfrm>
            <a:custGeom>
              <a:avLst/>
              <a:gdLst/>
              <a:ahLst/>
              <a:cxnLst/>
              <a:rect l="l" t="t" r="r" b="b"/>
              <a:pathLst>
                <a:path w="1161" h="1160" extrusionOk="0">
                  <a:moveTo>
                    <a:pt x="602" y="0"/>
                  </a:moveTo>
                  <a:lnTo>
                    <a:pt x="345" y="43"/>
                  </a:lnTo>
                  <a:lnTo>
                    <a:pt x="173" y="172"/>
                  </a:lnTo>
                  <a:lnTo>
                    <a:pt x="44" y="344"/>
                  </a:lnTo>
                  <a:lnTo>
                    <a:pt x="1" y="601"/>
                  </a:lnTo>
                  <a:lnTo>
                    <a:pt x="44" y="816"/>
                  </a:lnTo>
                  <a:lnTo>
                    <a:pt x="173" y="988"/>
                  </a:lnTo>
                  <a:lnTo>
                    <a:pt x="345" y="1117"/>
                  </a:lnTo>
                  <a:lnTo>
                    <a:pt x="559" y="1160"/>
                  </a:lnTo>
                  <a:lnTo>
                    <a:pt x="774" y="1117"/>
                  </a:lnTo>
                  <a:lnTo>
                    <a:pt x="989" y="988"/>
                  </a:lnTo>
                  <a:lnTo>
                    <a:pt x="1118" y="816"/>
                  </a:lnTo>
                  <a:lnTo>
                    <a:pt x="1161" y="601"/>
                  </a:lnTo>
                  <a:lnTo>
                    <a:pt x="1118" y="387"/>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5" name="Google Shape;13575;p37"/>
            <p:cNvSpPr/>
            <p:nvPr/>
          </p:nvSpPr>
          <p:spPr>
            <a:xfrm>
              <a:off x="1631925" y="2372700"/>
              <a:ext cx="29000" cy="29000"/>
            </a:xfrm>
            <a:custGeom>
              <a:avLst/>
              <a:gdLst/>
              <a:ahLst/>
              <a:cxnLst/>
              <a:rect l="l" t="t" r="r" b="b"/>
              <a:pathLst>
                <a:path w="1160" h="1160" extrusionOk="0">
                  <a:moveTo>
                    <a:pt x="559" y="0"/>
                  </a:moveTo>
                  <a:lnTo>
                    <a:pt x="344" y="43"/>
                  </a:lnTo>
                  <a:lnTo>
                    <a:pt x="172" y="129"/>
                  </a:lnTo>
                  <a:lnTo>
                    <a:pt x="43" y="344"/>
                  </a:lnTo>
                  <a:lnTo>
                    <a:pt x="0" y="559"/>
                  </a:lnTo>
                  <a:lnTo>
                    <a:pt x="43" y="773"/>
                  </a:lnTo>
                  <a:lnTo>
                    <a:pt x="129" y="945"/>
                  </a:lnTo>
                  <a:lnTo>
                    <a:pt x="344" y="1074"/>
                  </a:lnTo>
                  <a:lnTo>
                    <a:pt x="559" y="1160"/>
                  </a:lnTo>
                  <a:lnTo>
                    <a:pt x="773" y="1117"/>
                  </a:lnTo>
                  <a:lnTo>
                    <a:pt x="945" y="988"/>
                  </a:lnTo>
                  <a:lnTo>
                    <a:pt x="1074" y="816"/>
                  </a:lnTo>
                  <a:lnTo>
                    <a:pt x="1160" y="559"/>
                  </a:lnTo>
                  <a:lnTo>
                    <a:pt x="1117"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6" name="Google Shape;13576;p37"/>
            <p:cNvSpPr/>
            <p:nvPr/>
          </p:nvSpPr>
          <p:spPr>
            <a:xfrm>
              <a:off x="1661975" y="212037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45"/>
                  </a:lnTo>
                  <a:lnTo>
                    <a:pt x="344" y="1117"/>
                  </a:lnTo>
                  <a:lnTo>
                    <a:pt x="559" y="1160"/>
                  </a:lnTo>
                  <a:lnTo>
                    <a:pt x="774" y="1117"/>
                  </a:lnTo>
                  <a:lnTo>
                    <a:pt x="989" y="988"/>
                  </a:lnTo>
                  <a:lnTo>
                    <a:pt x="1118" y="816"/>
                  </a:lnTo>
                  <a:lnTo>
                    <a:pt x="1160" y="559"/>
                  </a:lnTo>
                  <a:lnTo>
                    <a:pt x="1118"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7" name="Google Shape;13577;p37"/>
            <p:cNvSpPr/>
            <p:nvPr/>
          </p:nvSpPr>
          <p:spPr>
            <a:xfrm>
              <a:off x="1780100" y="1864825"/>
              <a:ext cx="27925" cy="29000"/>
            </a:xfrm>
            <a:custGeom>
              <a:avLst/>
              <a:gdLst/>
              <a:ahLst/>
              <a:cxnLst/>
              <a:rect l="l" t="t" r="r" b="b"/>
              <a:pathLst>
                <a:path w="1117" h="1160" extrusionOk="0">
                  <a:moveTo>
                    <a:pt x="559" y="0"/>
                  </a:moveTo>
                  <a:lnTo>
                    <a:pt x="344" y="43"/>
                  </a:lnTo>
                  <a:lnTo>
                    <a:pt x="172" y="172"/>
                  </a:lnTo>
                  <a:lnTo>
                    <a:pt x="43" y="344"/>
                  </a:lnTo>
                  <a:lnTo>
                    <a:pt x="0" y="602"/>
                  </a:lnTo>
                  <a:lnTo>
                    <a:pt x="43" y="816"/>
                  </a:lnTo>
                  <a:lnTo>
                    <a:pt x="129" y="988"/>
                  </a:lnTo>
                  <a:lnTo>
                    <a:pt x="344" y="1117"/>
                  </a:lnTo>
                  <a:lnTo>
                    <a:pt x="559" y="1160"/>
                  </a:lnTo>
                  <a:lnTo>
                    <a:pt x="773" y="1117"/>
                  </a:lnTo>
                  <a:lnTo>
                    <a:pt x="945" y="1031"/>
                  </a:lnTo>
                  <a:lnTo>
                    <a:pt x="1074" y="816"/>
                  </a:lnTo>
                  <a:lnTo>
                    <a:pt x="1117" y="602"/>
                  </a:lnTo>
                  <a:lnTo>
                    <a:pt x="1117" y="387"/>
                  </a:lnTo>
                  <a:lnTo>
                    <a:pt x="988" y="215"/>
                  </a:lnTo>
                  <a:lnTo>
                    <a:pt x="773" y="86"/>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8" name="Google Shape;13578;p37"/>
            <p:cNvSpPr/>
            <p:nvPr/>
          </p:nvSpPr>
          <p:spPr>
            <a:xfrm>
              <a:off x="1723175" y="1887375"/>
              <a:ext cx="29025" cy="29000"/>
            </a:xfrm>
            <a:custGeom>
              <a:avLst/>
              <a:gdLst/>
              <a:ahLst/>
              <a:cxnLst/>
              <a:rect l="l" t="t" r="r" b="b"/>
              <a:pathLst>
                <a:path w="1161" h="1160" extrusionOk="0">
                  <a:moveTo>
                    <a:pt x="559" y="0"/>
                  </a:moveTo>
                  <a:lnTo>
                    <a:pt x="345" y="43"/>
                  </a:lnTo>
                  <a:lnTo>
                    <a:pt x="173" y="172"/>
                  </a:lnTo>
                  <a:lnTo>
                    <a:pt x="44" y="344"/>
                  </a:lnTo>
                  <a:lnTo>
                    <a:pt x="1" y="602"/>
                  </a:lnTo>
                  <a:lnTo>
                    <a:pt x="44" y="816"/>
                  </a:lnTo>
                  <a:lnTo>
                    <a:pt x="130" y="988"/>
                  </a:lnTo>
                  <a:lnTo>
                    <a:pt x="345" y="1117"/>
                  </a:lnTo>
                  <a:lnTo>
                    <a:pt x="559" y="1160"/>
                  </a:lnTo>
                  <a:lnTo>
                    <a:pt x="774" y="1117"/>
                  </a:lnTo>
                  <a:lnTo>
                    <a:pt x="946" y="988"/>
                  </a:lnTo>
                  <a:lnTo>
                    <a:pt x="1075" y="816"/>
                  </a:lnTo>
                  <a:lnTo>
                    <a:pt x="1161" y="602"/>
                  </a:lnTo>
                  <a:lnTo>
                    <a:pt x="1118"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9" name="Google Shape;13579;p37"/>
            <p:cNvSpPr/>
            <p:nvPr/>
          </p:nvSpPr>
          <p:spPr>
            <a:xfrm>
              <a:off x="1660900" y="1876625"/>
              <a:ext cx="29025" cy="29025"/>
            </a:xfrm>
            <a:custGeom>
              <a:avLst/>
              <a:gdLst/>
              <a:ahLst/>
              <a:cxnLst/>
              <a:rect l="l" t="t" r="r" b="b"/>
              <a:pathLst>
                <a:path w="1161" h="1161" extrusionOk="0">
                  <a:moveTo>
                    <a:pt x="602" y="1"/>
                  </a:moveTo>
                  <a:lnTo>
                    <a:pt x="387" y="44"/>
                  </a:lnTo>
                  <a:lnTo>
                    <a:pt x="216" y="173"/>
                  </a:lnTo>
                  <a:lnTo>
                    <a:pt x="44" y="344"/>
                  </a:lnTo>
                  <a:lnTo>
                    <a:pt x="1" y="559"/>
                  </a:lnTo>
                  <a:lnTo>
                    <a:pt x="44" y="774"/>
                  </a:lnTo>
                  <a:lnTo>
                    <a:pt x="173" y="989"/>
                  </a:lnTo>
                  <a:lnTo>
                    <a:pt x="344" y="1117"/>
                  </a:lnTo>
                  <a:lnTo>
                    <a:pt x="602" y="1160"/>
                  </a:lnTo>
                  <a:lnTo>
                    <a:pt x="817"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0" name="Google Shape;13580;p37"/>
            <p:cNvSpPr/>
            <p:nvPr/>
          </p:nvSpPr>
          <p:spPr>
            <a:xfrm>
              <a:off x="1665200" y="1831525"/>
              <a:ext cx="29025" cy="29025"/>
            </a:xfrm>
            <a:custGeom>
              <a:avLst/>
              <a:gdLst/>
              <a:ahLst/>
              <a:cxnLst/>
              <a:rect l="l" t="t" r="r" b="b"/>
              <a:pathLst>
                <a:path w="1161" h="1161" extrusionOk="0">
                  <a:moveTo>
                    <a:pt x="602" y="1"/>
                  </a:moveTo>
                  <a:lnTo>
                    <a:pt x="387" y="44"/>
                  </a:lnTo>
                  <a:lnTo>
                    <a:pt x="172" y="130"/>
                  </a:lnTo>
                  <a:lnTo>
                    <a:pt x="44" y="344"/>
                  </a:lnTo>
                  <a:lnTo>
                    <a:pt x="1" y="559"/>
                  </a:lnTo>
                  <a:lnTo>
                    <a:pt x="44" y="774"/>
                  </a:lnTo>
                  <a:lnTo>
                    <a:pt x="172" y="946"/>
                  </a:lnTo>
                  <a:lnTo>
                    <a:pt x="344" y="1075"/>
                  </a:lnTo>
                  <a:lnTo>
                    <a:pt x="559" y="1161"/>
                  </a:lnTo>
                  <a:lnTo>
                    <a:pt x="774" y="1118"/>
                  </a:lnTo>
                  <a:lnTo>
                    <a:pt x="989" y="989"/>
                  </a:lnTo>
                  <a:lnTo>
                    <a:pt x="1117" y="774"/>
                  </a:lnTo>
                  <a:lnTo>
                    <a:pt x="1160" y="559"/>
                  </a:lnTo>
                  <a:lnTo>
                    <a:pt x="1117"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1" name="Google Shape;13581;p37"/>
            <p:cNvSpPr/>
            <p:nvPr/>
          </p:nvSpPr>
          <p:spPr>
            <a:xfrm>
              <a:off x="1679175" y="1915275"/>
              <a:ext cx="29000" cy="29025"/>
            </a:xfrm>
            <a:custGeom>
              <a:avLst/>
              <a:gdLst/>
              <a:ahLst/>
              <a:cxnLst/>
              <a:rect l="l" t="t" r="r" b="b"/>
              <a:pathLst>
                <a:path w="1160" h="1161" extrusionOk="0">
                  <a:moveTo>
                    <a:pt x="601" y="1"/>
                  </a:moveTo>
                  <a:lnTo>
                    <a:pt x="387" y="44"/>
                  </a:lnTo>
                  <a:lnTo>
                    <a:pt x="172" y="173"/>
                  </a:lnTo>
                  <a:lnTo>
                    <a:pt x="43" y="387"/>
                  </a:lnTo>
                  <a:lnTo>
                    <a:pt x="0" y="602"/>
                  </a:lnTo>
                  <a:lnTo>
                    <a:pt x="43" y="817"/>
                  </a:lnTo>
                  <a:lnTo>
                    <a:pt x="172" y="989"/>
                  </a:lnTo>
                  <a:lnTo>
                    <a:pt x="344" y="1118"/>
                  </a:lnTo>
                  <a:lnTo>
                    <a:pt x="558" y="1161"/>
                  </a:lnTo>
                  <a:lnTo>
                    <a:pt x="773" y="1118"/>
                  </a:lnTo>
                  <a:lnTo>
                    <a:pt x="988" y="1032"/>
                  </a:lnTo>
                  <a:lnTo>
                    <a:pt x="1117" y="817"/>
                  </a:lnTo>
                  <a:lnTo>
                    <a:pt x="1160" y="602"/>
                  </a:lnTo>
                  <a:lnTo>
                    <a:pt x="1117" y="387"/>
                  </a:lnTo>
                  <a:lnTo>
                    <a:pt x="988" y="216"/>
                  </a:lnTo>
                  <a:lnTo>
                    <a:pt x="816" y="87"/>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2" name="Google Shape;13582;p37"/>
            <p:cNvSpPr/>
            <p:nvPr/>
          </p:nvSpPr>
          <p:spPr>
            <a:xfrm>
              <a:off x="1737150" y="1831525"/>
              <a:ext cx="27925" cy="29025"/>
            </a:xfrm>
            <a:custGeom>
              <a:avLst/>
              <a:gdLst/>
              <a:ahLst/>
              <a:cxnLst/>
              <a:rect l="l" t="t" r="r" b="b"/>
              <a:pathLst>
                <a:path w="1117" h="1161" extrusionOk="0">
                  <a:moveTo>
                    <a:pt x="559" y="1"/>
                  </a:moveTo>
                  <a:lnTo>
                    <a:pt x="344" y="44"/>
                  </a:lnTo>
                  <a:lnTo>
                    <a:pt x="172" y="130"/>
                  </a:lnTo>
                  <a:lnTo>
                    <a:pt x="43" y="344"/>
                  </a:lnTo>
                  <a:lnTo>
                    <a:pt x="0" y="559"/>
                  </a:lnTo>
                  <a:lnTo>
                    <a:pt x="43" y="774"/>
                  </a:lnTo>
                  <a:lnTo>
                    <a:pt x="129" y="946"/>
                  </a:lnTo>
                  <a:lnTo>
                    <a:pt x="344" y="1075"/>
                  </a:lnTo>
                  <a:lnTo>
                    <a:pt x="559" y="1161"/>
                  </a:lnTo>
                  <a:lnTo>
                    <a:pt x="773" y="1118"/>
                  </a:lnTo>
                  <a:lnTo>
                    <a:pt x="945" y="989"/>
                  </a:lnTo>
                  <a:lnTo>
                    <a:pt x="1074" y="774"/>
                  </a:lnTo>
                  <a:lnTo>
                    <a:pt x="1117" y="559"/>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3" name="Google Shape;13583;p37"/>
            <p:cNvSpPr/>
            <p:nvPr/>
          </p:nvSpPr>
          <p:spPr>
            <a:xfrm>
              <a:off x="1594350" y="1862675"/>
              <a:ext cx="29000" cy="27950"/>
            </a:xfrm>
            <a:custGeom>
              <a:avLst/>
              <a:gdLst/>
              <a:ahLst/>
              <a:cxnLst/>
              <a:rect l="l" t="t" r="r" b="b"/>
              <a:pathLst>
                <a:path w="1160" h="1118" extrusionOk="0">
                  <a:moveTo>
                    <a:pt x="387" y="0"/>
                  </a:moveTo>
                  <a:lnTo>
                    <a:pt x="172" y="129"/>
                  </a:lnTo>
                  <a:lnTo>
                    <a:pt x="43" y="344"/>
                  </a:lnTo>
                  <a:lnTo>
                    <a:pt x="0" y="559"/>
                  </a:lnTo>
                  <a:lnTo>
                    <a:pt x="43" y="773"/>
                  </a:lnTo>
                  <a:lnTo>
                    <a:pt x="172" y="945"/>
                  </a:lnTo>
                  <a:lnTo>
                    <a:pt x="344" y="1074"/>
                  </a:lnTo>
                  <a:lnTo>
                    <a:pt x="601" y="1117"/>
                  </a:lnTo>
                  <a:lnTo>
                    <a:pt x="816" y="1074"/>
                  </a:lnTo>
                  <a:lnTo>
                    <a:pt x="988" y="988"/>
                  </a:lnTo>
                  <a:lnTo>
                    <a:pt x="1117" y="773"/>
                  </a:lnTo>
                  <a:lnTo>
                    <a:pt x="1160" y="559"/>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4" name="Google Shape;13584;p37"/>
            <p:cNvSpPr/>
            <p:nvPr/>
          </p:nvSpPr>
          <p:spPr>
            <a:xfrm>
              <a:off x="1612600" y="2072050"/>
              <a:ext cx="29000" cy="29025"/>
            </a:xfrm>
            <a:custGeom>
              <a:avLst/>
              <a:gdLst/>
              <a:ahLst/>
              <a:cxnLst/>
              <a:rect l="l" t="t" r="r" b="b"/>
              <a:pathLst>
                <a:path w="1160" h="1161" extrusionOk="0">
                  <a:moveTo>
                    <a:pt x="601" y="1"/>
                  </a:moveTo>
                  <a:lnTo>
                    <a:pt x="387" y="43"/>
                  </a:lnTo>
                  <a:lnTo>
                    <a:pt x="215" y="172"/>
                  </a:lnTo>
                  <a:lnTo>
                    <a:pt x="43" y="344"/>
                  </a:lnTo>
                  <a:lnTo>
                    <a:pt x="0" y="559"/>
                  </a:lnTo>
                  <a:lnTo>
                    <a:pt x="43" y="774"/>
                  </a:lnTo>
                  <a:lnTo>
                    <a:pt x="172" y="988"/>
                  </a:lnTo>
                  <a:lnTo>
                    <a:pt x="344" y="1117"/>
                  </a:lnTo>
                  <a:lnTo>
                    <a:pt x="601" y="1160"/>
                  </a:lnTo>
                  <a:lnTo>
                    <a:pt x="816" y="1117"/>
                  </a:lnTo>
                  <a:lnTo>
                    <a:pt x="988" y="988"/>
                  </a:lnTo>
                  <a:lnTo>
                    <a:pt x="1117" y="817"/>
                  </a:lnTo>
                  <a:lnTo>
                    <a:pt x="1160" y="602"/>
                  </a:lnTo>
                  <a:lnTo>
                    <a:pt x="1117" y="387"/>
                  </a:lnTo>
                  <a:lnTo>
                    <a:pt x="1031" y="172"/>
                  </a:lnTo>
                  <a:lnTo>
                    <a:pt x="816" y="43"/>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5" name="Google Shape;13585;p37"/>
            <p:cNvSpPr/>
            <p:nvPr/>
          </p:nvSpPr>
          <p:spPr>
            <a:xfrm>
              <a:off x="1716750" y="2010850"/>
              <a:ext cx="29000" cy="27950"/>
            </a:xfrm>
            <a:custGeom>
              <a:avLst/>
              <a:gdLst/>
              <a:ahLst/>
              <a:cxnLst/>
              <a:rect l="l" t="t" r="r" b="b"/>
              <a:pathLst>
                <a:path w="1160" h="1118" extrusionOk="0">
                  <a:moveTo>
                    <a:pt x="559" y="0"/>
                  </a:moveTo>
                  <a:lnTo>
                    <a:pt x="344" y="43"/>
                  </a:lnTo>
                  <a:lnTo>
                    <a:pt x="172" y="129"/>
                  </a:lnTo>
                  <a:lnTo>
                    <a:pt x="43" y="344"/>
                  </a:lnTo>
                  <a:lnTo>
                    <a:pt x="0" y="559"/>
                  </a:lnTo>
                  <a:lnTo>
                    <a:pt x="43" y="774"/>
                  </a:lnTo>
                  <a:lnTo>
                    <a:pt x="172" y="945"/>
                  </a:lnTo>
                  <a:lnTo>
                    <a:pt x="344" y="1074"/>
                  </a:lnTo>
                  <a:lnTo>
                    <a:pt x="559" y="1117"/>
                  </a:lnTo>
                  <a:lnTo>
                    <a:pt x="773" y="1117"/>
                  </a:lnTo>
                  <a:lnTo>
                    <a:pt x="988" y="988"/>
                  </a:lnTo>
                  <a:lnTo>
                    <a:pt x="1117" y="774"/>
                  </a:lnTo>
                  <a:lnTo>
                    <a:pt x="1160" y="559"/>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6" name="Google Shape;13586;p37"/>
            <p:cNvSpPr/>
            <p:nvPr/>
          </p:nvSpPr>
          <p:spPr>
            <a:xfrm>
              <a:off x="1616875" y="2004400"/>
              <a:ext cx="29025" cy="29025"/>
            </a:xfrm>
            <a:custGeom>
              <a:avLst/>
              <a:gdLst/>
              <a:ahLst/>
              <a:cxnLst/>
              <a:rect l="l" t="t" r="r" b="b"/>
              <a:pathLst>
                <a:path w="1161" h="1161" extrusionOk="0">
                  <a:moveTo>
                    <a:pt x="602" y="1"/>
                  </a:moveTo>
                  <a:lnTo>
                    <a:pt x="387" y="44"/>
                  </a:lnTo>
                  <a:lnTo>
                    <a:pt x="173" y="173"/>
                  </a:lnTo>
                  <a:lnTo>
                    <a:pt x="44" y="344"/>
                  </a:lnTo>
                  <a:lnTo>
                    <a:pt x="1" y="559"/>
                  </a:lnTo>
                  <a:lnTo>
                    <a:pt x="44" y="774"/>
                  </a:lnTo>
                  <a:lnTo>
                    <a:pt x="173" y="989"/>
                  </a:lnTo>
                  <a:lnTo>
                    <a:pt x="345" y="1117"/>
                  </a:lnTo>
                  <a:lnTo>
                    <a:pt x="602" y="1160"/>
                  </a:lnTo>
                  <a:lnTo>
                    <a:pt x="817"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7" name="Google Shape;13587;p37"/>
            <p:cNvSpPr/>
            <p:nvPr/>
          </p:nvSpPr>
          <p:spPr>
            <a:xfrm>
              <a:off x="1783325" y="1929250"/>
              <a:ext cx="29000" cy="29000"/>
            </a:xfrm>
            <a:custGeom>
              <a:avLst/>
              <a:gdLst/>
              <a:ahLst/>
              <a:cxnLst/>
              <a:rect l="l" t="t" r="r" b="b"/>
              <a:pathLst>
                <a:path w="1160" h="1160" extrusionOk="0">
                  <a:moveTo>
                    <a:pt x="558" y="0"/>
                  </a:moveTo>
                  <a:lnTo>
                    <a:pt x="344" y="43"/>
                  </a:lnTo>
                  <a:lnTo>
                    <a:pt x="172" y="172"/>
                  </a:lnTo>
                  <a:lnTo>
                    <a:pt x="43" y="344"/>
                  </a:lnTo>
                  <a:lnTo>
                    <a:pt x="0" y="602"/>
                  </a:lnTo>
                  <a:lnTo>
                    <a:pt x="43" y="816"/>
                  </a:lnTo>
                  <a:lnTo>
                    <a:pt x="172" y="988"/>
                  </a:lnTo>
                  <a:lnTo>
                    <a:pt x="344" y="1117"/>
                  </a:lnTo>
                  <a:lnTo>
                    <a:pt x="558" y="1160"/>
                  </a:lnTo>
                  <a:lnTo>
                    <a:pt x="773" y="1117"/>
                  </a:lnTo>
                  <a:lnTo>
                    <a:pt x="988" y="988"/>
                  </a:lnTo>
                  <a:lnTo>
                    <a:pt x="1117" y="816"/>
                  </a:lnTo>
                  <a:lnTo>
                    <a:pt x="1160" y="602"/>
                  </a:lnTo>
                  <a:lnTo>
                    <a:pt x="1117" y="387"/>
                  </a:lnTo>
                  <a:lnTo>
                    <a:pt x="988" y="172"/>
                  </a:lnTo>
                  <a:lnTo>
                    <a:pt x="816" y="43"/>
                  </a:lnTo>
                  <a:lnTo>
                    <a:pt x="55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8" name="Google Shape;13588;p37"/>
            <p:cNvSpPr/>
            <p:nvPr/>
          </p:nvSpPr>
          <p:spPr>
            <a:xfrm>
              <a:off x="1786525" y="1974350"/>
              <a:ext cx="29025" cy="29000"/>
            </a:xfrm>
            <a:custGeom>
              <a:avLst/>
              <a:gdLst/>
              <a:ahLst/>
              <a:cxnLst/>
              <a:rect l="l" t="t" r="r" b="b"/>
              <a:pathLst>
                <a:path w="1161" h="1160" extrusionOk="0">
                  <a:moveTo>
                    <a:pt x="559" y="0"/>
                  </a:moveTo>
                  <a:lnTo>
                    <a:pt x="345" y="43"/>
                  </a:lnTo>
                  <a:lnTo>
                    <a:pt x="173" y="172"/>
                  </a:lnTo>
                  <a:lnTo>
                    <a:pt x="44" y="344"/>
                  </a:lnTo>
                  <a:lnTo>
                    <a:pt x="1" y="558"/>
                  </a:lnTo>
                  <a:lnTo>
                    <a:pt x="44" y="773"/>
                  </a:lnTo>
                  <a:lnTo>
                    <a:pt x="173" y="988"/>
                  </a:lnTo>
                  <a:lnTo>
                    <a:pt x="345" y="1117"/>
                  </a:lnTo>
                  <a:lnTo>
                    <a:pt x="559" y="1160"/>
                  </a:lnTo>
                  <a:lnTo>
                    <a:pt x="774" y="1117"/>
                  </a:lnTo>
                  <a:lnTo>
                    <a:pt x="989" y="988"/>
                  </a:lnTo>
                  <a:lnTo>
                    <a:pt x="1118" y="816"/>
                  </a:lnTo>
                  <a:lnTo>
                    <a:pt x="1161" y="601"/>
                  </a:lnTo>
                  <a:lnTo>
                    <a:pt x="1118" y="344"/>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9" name="Google Shape;13589;p37"/>
            <p:cNvSpPr/>
            <p:nvPr/>
          </p:nvSpPr>
          <p:spPr>
            <a:xfrm>
              <a:off x="1771500" y="2018375"/>
              <a:ext cx="29025" cy="29000"/>
            </a:xfrm>
            <a:custGeom>
              <a:avLst/>
              <a:gdLst/>
              <a:ahLst/>
              <a:cxnLst/>
              <a:rect l="l" t="t" r="r" b="b"/>
              <a:pathLst>
                <a:path w="1161" h="1160" extrusionOk="0">
                  <a:moveTo>
                    <a:pt x="602" y="0"/>
                  </a:moveTo>
                  <a:lnTo>
                    <a:pt x="344" y="43"/>
                  </a:lnTo>
                  <a:lnTo>
                    <a:pt x="172" y="172"/>
                  </a:lnTo>
                  <a:lnTo>
                    <a:pt x="44" y="344"/>
                  </a:lnTo>
                  <a:lnTo>
                    <a:pt x="1" y="601"/>
                  </a:lnTo>
                  <a:lnTo>
                    <a:pt x="44" y="816"/>
                  </a:lnTo>
                  <a:lnTo>
                    <a:pt x="172" y="988"/>
                  </a:lnTo>
                  <a:lnTo>
                    <a:pt x="344" y="1117"/>
                  </a:lnTo>
                  <a:lnTo>
                    <a:pt x="559" y="1160"/>
                  </a:lnTo>
                  <a:lnTo>
                    <a:pt x="774" y="1117"/>
                  </a:lnTo>
                  <a:lnTo>
                    <a:pt x="988" y="988"/>
                  </a:lnTo>
                  <a:lnTo>
                    <a:pt x="1117" y="816"/>
                  </a:lnTo>
                  <a:lnTo>
                    <a:pt x="1160" y="601"/>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0" name="Google Shape;13590;p37"/>
            <p:cNvSpPr/>
            <p:nvPr/>
          </p:nvSpPr>
          <p:spPr>
            <a:xfrm>
              <a:off x="1786525" y="2072050"/>
              <a:ext cx="29025" cy="29025"/>
            </a:xfrm>
            <a:custGeom>
              <a:avLst/>
              <a:gdLst/>
              <a:ahLst/>
              <a:cxnLst/>
              <a:rect l="l" t="t" r="r" b="b"/>
              <a:pathLst>
                <a:path w="1161" h="1161" extrusionOk="0">
                  <a:moveTo>
                    <a:pt x="559" y="1"/>
                  </a:moveTo>
                  <a:lnTo>
                    <a:pt x="345" y="43"/>
                  </a:lnTo>
                  <a:lnTo>
                    <a:pt x="173" y="172"/>
                  </a:lnTo>
                  <a:lnTo>
                    <a:pt x="44" y="344"/>
                  </a:lnTo>
                  <a:lnTo>
                    <a:pt x="1" y="559"/>
                  </a:lnTo>
                  <a:lnTo>
                    <a:pt x="44" y="774"/>
                  </a:lnTo>
                  <a:lnTo>
                    <a:pt x="173" y="988"/>
                  </a:lnTo>
                  <a:lnTo>
                    <a:pt x="345" y="1117"/>
                  </a:lnTo>
                  <a:lnTo>
                    <a:pt x="559" y="1160"/>
                  </a:lnTo>
                  <a:lnTo>
                    <a:pt x="774" y="1117"/>
                  </a:lnTo>
                  <a:lnTo>
                    <a:pt x="989" y="988"/>
                  </a:lnTo>
                  <a:lnTo>
                    <a:pt x="1118" y="817"/>
                  </a:lnTo>
                  <a:lnTo>
                    <a:pt x="1161" y="602"/>
                  </a:lnTo>
                  <a:lnTo>
                    <a:pt x="1118" y="387"/>
                  </a:lnTo>
                  <a:lnTo>
                    <a:pt x="989" y="172"/>
                  </a:lnTo>
                  <a:lnTo>
                    <a:pt x="817"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1" name="Google Shape;13591;p37"/>
            <p:cNvSpPr/>
            <p:nvPr/>
          </p:nvSpPr>
          <p:spPr>
            <a:xfrm>
              <a:off x="1832700" y="205487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88"/>
                  </a:lnTo>
                  <a:lnTo>
                    <a:pt x="344" y="1117"/>
                  </a:lnTo>
                  <a:lnTo>
                    <a:pt x="559" y="1160"/>
                  </a:lnTo>
                  <a:lnTo>
                    <a:pt x="774" y="1117"/>
                  </a:lnTo>
                  <a:lnTo>
                    <a:pt x="989" y="988"/>
                  </a:lnTo>
                  <a:lnTo>
                    <a:pt x="1117" y="816"/>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2" name="Google Shape;13592;p37"/>
            <p:cNvSpPr/>
            <p:nvPr/>
          </p:nvSpPr>
          <p:spPr>
            <a:xfrm>
              <a:off x="1598625" y="1924950"/>
              <a:ext cx="29025" cy="29025"/>
            </a:xfrm>
            <a:custGeom>
              <a:avLst/>
              <a:gdLst/>
              <a:ahLst/>
              <a:cxnLst/>
              <a:rect l="l" t="t" r="r" b="b"/>
              <a:pathLst>
                <a:path w="1161" h="1161" extrusionOk="0">
                  <a:moveTo>
                    <a:pt x="602" y="0"/>
                  </a:moveTo>
                  <a:lnTo>
                    <a:pt x="344" y="43"/>
                  </a:lnTo>
                  <a:lnTo>
                    <a:pt x="173" y="129"/>
                  </a:lnTo>
                  <a:lnTo>
                    <a:pt x="44" y="344"/>
                  </a:lnTo>
                  <a:lnTo>
                    <a:pt x="1" y="559"/>
                  </a:lnTo>
                  <a:lnTo>
                    <a:pt x="44" y="774"/>
                  </a:lnTo>
                  <a:lnTo>
                    <a:pt x="173" y="945"/>
                  </a:lnTo>
                  <a:lnTo>
                    <a:pt x="344" y="1074"/>
                  </a:lnTo>
                  <a:lnTo>
                    <a:pt x="559" y="1160"/>
                  </a:lnTo>
                  <a:lnTo>
                    <a:pt x="774" y="1117"/>
                  </a:lnTo>
                  <a:lnTo>
                    <a:pt x="989" y="988"/>
                  </a:lnTo>
                  <a:lnTo>
                    <a:pt x="1117" y="774"/>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3" name="Google Shape;13593;p37"/>
            <p:cNvSpPr/>
            <p:nvPr/>
          </p:nvSpPr>
          <p:spPr>
            <a:xfrm>
              <a:off x="1751100" y="2136475"/>
              <a:ext cx="29025" cy="29025"/>
            </a:xfrm>
            <a:custGeom>
              <a:avLst/>
              <a:gdLst/>
              <a:ahLst/>
              <a:cxnLst/>
              <a:rect l="l" t="t" r="r" b="b"/>
              <a:pathLst>
                <a:path w="1161" h="1161" extrusionOk="0">
                  <a:moveTo>
                    <a:pt x="602" y="0"/>
                  </a:moveTo>
                  <a:lnTo>
                    <a:pt x="387" y="43"/>
                  </a:lnTo>
                  <a:lnTo>
                    <a:pt x="172" y="172"/>
                  </a:lnTo>
                  <a:lnTo>
                    <a:pt x="44" y="344"/>
                  </a:lnTo>
                  <a:lnTo>
                    <a:pt x="1" y="559"/>
                  </a:lnTo>
                  <a:lnTo>
                    <a:pt x="44" y="774"/>
                  </a:lnTo>
                  <a:lnTo>
                    <a:pt x="172" y="988"/>
                  </a:lnTo>
                  <a:lnTo>
                    <a:pt x="344" y="1117"/>
                  </a:lnTo>
                  <a:lnTo>
                    <a:pt x="559" y="1160"/>
                  </a:lnTo>
                  <a:lnTo>
                    <a:pt x="774" y="1117"/>
                  </a:lnTo>
                  <a:lnTo>
                    <a:pt x="988" y="988"/>
                  </a:lnTo>
                  <a:lnTo>
                    <a:pt x="1117" y="817"/>
                  </a:lnTo>
                  <a:lnTo>
                    <a:pt x="1160" y="602"/>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4" name="Google Shape;13594;p37"/>
            <p:cNvSpPr/>
            <p:nvPr/>
          </p:nvSpPr>
          <p:spPr>
            <a:xfrm>
              <a:off x="1727475" y="2087075"/>
              <a:ext cx="29025" cy="27950"/>
            </a:xfrm>
            <a:custGeom>
              <a:avLst/>
              <a:gdLst/>
              <a:ahLst/>
              <a:cxnLst/>
              <a:rect l="l" t="t" r="r" b="b"/>
              <a:pathLst>
                <a:path w="1161" h="1118" extrusionOk="0">
                  <a:moveTo>
                    <a:pt x="344" y="1"/>
                  </a:moveTo>
                  <a:lnTo>
                    <a:pt x="173" y="130"/>
                  </a:lnTo>
                  <a:lnTo>
                    <a:pt x="44" y="344"/>
                  </a:lnTo>
                  <a:lnTo>
                    <a:pt x="1" y="559"/>
                  </a:lnTo>
                  <a:lnTo>
                    <a:pt x="44" y="774"/>
                  </a:lnTo>
                  <a:lnTo>
                    <a:pt x="130" y="946"/>
                  </a:lnTo>
                  <a:lnTo>
                    <a:pt x="344" y="1075"/>
                  </a:lnTo>
                  <a:lnTo>
                    <a:pt x="559" y="1118"/>
                  </a:lnTo>
                  <a:lnTo>
                    <a:pt x="774" y="1075"/>
                  </a:lnTo>
                  <a:lnTo>
                    <a:pt x="946" y="989"/>
                  </a:lnTo>
                  <a:lnTo>
                    <a:pt x="1074" y="774"/>
                  </a:lnTo>
                  <a:lnTo>
                    <a:pt x="1160" y="559"/>
                  </a:lnTo>
                  <a:lnTo>
                    <a:pt x="1117" y="344"/>
                  </a:lnTo>
                  <a:lnTo>
                    <a:pt x="989"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5" name="Google Shape;13595;p37"/>
            <p:cNvSpPr/>
            <p:nvPr/>
          </p:nvSpPr>
          <p:spPr>
            <a:xfrm>
              <a:off x="1739300" y="1957150"/>
              <a:ext cx="29000" cy="29025"/>
            </a:xfrm>
            <a:custGeom>
              <a:avLst/>
              <a:gdLst/>
              <a:ahLst/>
              <a:cxnLst/>
              <a:rect l="l" t="t" r="r" b="b"/>
              <a:pathLst>
                <a:path w="1160" h="1161" extrusionOk="0">
                  <a:moveTo>
                    <a:pt x="601" y="1"/>
                  </a:moveTo>
                  <a:lnTo>
                    <a:pt x="387" y="44"/>
                  </a:lnTo>
                  <a:lnTo>
                    <a:pt x="172" y="173"/>
                  </a:lnTo>
                  <a:lnTo>
                    <a:pt x="43" y="387"/>
                  </a:lnTo>
                  <a:lnTo>
                    <a:pt x="0" y="602"/>
                  </a:lnTo>
                  <a:lnTo>
                    <a:pt x="43" y="817"/>
                  </a:lnTo>
                  <a:lnTo>
                    <a:pt x="172" y="989"/>
                  </a:lnTo>
                  <a:lnTo>
                    <a:pt x="344" y="1118"/>
                  </a:lnTo>
                  <a:lnTo>
                    <a:pt x="601" y="1161"/>
                  </a:lnTo>
                  <a:lnTo>
                    <a:pt x="816" y="1118"/>
                  </a:lnTo>
                  <a:lnTo>
                    <a:pt x="988" y="1032"/>
                  </a:lnTo>
                  <a:lnTo>
                    <a:pt x="1117" y="817"/>
                  </a:lnTo>
                  <a:lnTo>
                    <a:pt x="1160" y="602"/>
                  </a:lnTo>
                  <a:lnTo>
                    <a:pt x="1117" y="387"/>
                  </a:lnTo>
                  <a:lnTo>
                    <a:pt x="988" y="216"/>
                  </a:lnTo>
                  <a:lnTo>
                    <a:pt x="816" y="87"/>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6" name="Google Shape;13596;p37"/>
            <p:cNvSpPr/>
            <p:nvPr/>
          </p:nvSpPr>
          <p:spPr>
            <a:xfrm>
              <a:off x="1668425" y="2054875"/>
              <a:ext cx="29025" cy="29000"/>
            </a:xfrm>
            <a:custGeom>
              <a:avLst/>
              <a:gdLst/>
              <a:ahLst/>
              <a:cxnLst/>
              <a:rect l="l" t="t" r="r" b="b"/>
              <a:pathLst>
                <a:path w="1161" h="1160" extrusionOk="0">
                  <a:moveTo>
                    <a:pt x="602" y="0"/>
                  </a:moveTo>
                  <a:lnTo>
                    <a:pt x="344" y="43"/>
                  </a:lnTo>
                  <a:lnTo>
                    <a:pt x="172" y="172"/>
                  </a:lnTo>
                  <a:lnTo>
                    <a:pt x="43" y="344"/>
                  </a:lnTo>
                  <a:lnTo>
                    <a:pt x="1" y="559"/>
                  </a:lnTo>
                  <a:lnTo>
                    <a:pt x="43" y="773"/>
                  </a:lnTo>
                  <a:lnTo>
                    <a:pt x="172" y="988"/>
                  </a:lnTo>
                  <a:lnTo>
                    <a:pt x="344" y="1117"/>
                  </a:lnTo>
                  <a:lnTo>
                    <a:pt x="559" y="1160"/>
                  </a:lnTo>
                  <a:lnTo>
                    <a:pt x="774" y="1117"/>
                  </a:lnTo>
                  <a:lnTo>
                    <a:pt x="988" y="988"/>
                  </a:lnTo>
                  <a:lnTo>
                    <a:pt x="1117" y="816"/>
                  </a:lnTo>
                  <a:lnTo>
                    <a:pt x="1160" y="559"/>
                  </a:lnTo>
                  <a:lnTo>
                    <a:pt x="1117" y="344"/>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7" name="Google Shape;13597;p37"/>
            <p:cNvSpPr/>
            <p:nvPr/>
          </p:nvSpPr>
          <p:spPr>
            <a:xfrm>
              <a:off x="1669500" y="1974350"/>
              <a:ext cx="29025" cy="29000"/>
            </a:xfrm>
            <a:custGeom>
              <a:avLst/>
              <a:gdLst/>
              <a:ahLst/>
              <a:cxnLst/>
              <a:rect l="l" t="t" r="r" b="b"/>
              <a:pathLst>
                <a:path w="1161" h="1160" extrusionOk="0">
                  <a:moveTo>
                    <a:pt x="602" y="0"/>
                  </a:moveTo>
                  <a:lnTo>
                    <a:pt x="387" y="43"/>
                  </a:lnTo>
                  <a:lnTo>
                    <a:pt x="172" y="172"/>
                  </a:lnTo>
                  <a:lnTo>
                    <a:pt x="43" y="344"/>
                  </a:lnTo>
                  <a:lnTo>
                    <a:pt x="0" y="558"/>
                  </a:lnTo>
                  <a:lnTo>
                    <a:pt x="43" y="773"/>
                  </a:lnTo>
                  <a:lnTo>
                    <a:pt x="172" y="988"/>
                  </a:lnTo>
                  <a:lnTo>
                    <a:pt x="344" y="1117"/>
                  </a:lnTo>
                  <a:lnTo>
                    <a:pt x="559" y="1160"/>
                  </a:lnTo>
                  <a:lnTo>
                    <a:pt x="774" y="1117"/>
                  </a:lnTo>
                  <a:lnTo>
                    <a:pt x="988" y="988"/>
                  </a:lnTo>
                  <a:lnTo>
                    <a:pt x="1117" y="816"/>
                  </a:lnTo>
                  <a:lnTo>
                    <a:pt x="1160" y="601"/>
                  </a:lnTo>
                  <a:lnTo>
                    <a:pt x="1117" y="344"/>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65" name="Google Shape;14638;p65">
            <a:extLst>
              <a:ext uri="{FF2B5EF4-FFF2-40B4-BE49-F238E27FC236}">
                <a16:creationId xmlns:a16="http://schemas.microsoft.com/office/drawing/2014/main" id="{2987A07C-F141-3D58-D4A8-650B6538ABAF}"/>
              </a:ext>
            </a:extLst>
          </p:cNvPr>
          <p:cNvSpPr/>
          <p:nvPr/>
        </p:nvSpPr>
        <p:spPr>
          <a:xfrm>
            <a:off x="3407725" y="5260693"/>
            <a:ext cx="2359093" cy="4788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3766" name="Google Shape;14641;p65">
            <a:extLst>
              <a:ext uri="{FF2B5EF4-FFF2-40B4-BE49-F238E27FC236}">
                <a16:creationId xmlns:a16="http://schemas.microsoft.com/office/drawing/2014/main" id="{D81C8B6E-FE7C-B253-DD9E-0E4DC38C52E2}"/>
              </a:ext>
            </a:extLst>
          </p:cNvPr>
          <p:cNvGrpSpPr/>
          <p:nvPr/>
        </p:nvGrpSpPr>
        <p:grpSpPr>
          <a:xfrm>
            <a:off x="3603058" y="5351960"/>
            <a:ext cx="280811" cy="291917"/>
            <a:chOff x="812101" y="2571761"/>
            <a:chExt cx="417066" cy="417024"/>
          </a:xfrm>
        </p:grpSpPr>
        <p:sp>
          <p:nvSpPr>
            <p:cNvPr id="13767" name="Google Shape;14642;p65">
              <a:extLst>
                <a:ext uri="{FF2B5EF4-FFF2-40B4-BE49-F238E27FC236}">
                  <a16:creationId xmlns:a16="http://schemas.microsoft.com/office/drawing/2014/main" id="{7F8448F0-762D-4598-BD70-67E4050B0D07}"/>
                </a:ext>
              </a:extLst>
            </p:cNvPr>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8" name="Google Shape;14643;p65">
              <a:extLst>
                <a:ext uri="{FF2B5EF4-FFF2-40B4-BE49-F238E27FC236}">
                  <a16:creationId xmlns:a16="http://schemas.microsoft.com/office/drawing/2014/main" id="{626780AD-BB43-C8FB-A649-D10A3FF41817}"/>
                </a:ext>
              </a:extLst>
            </p:cNvPr>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9" name="Google Shape;14644;p65">
              <a:extLst>
                <a:ext uri="{FF2B5EF4-FFF2-40B4-BE49-F238E27FC236}">
                  <a16:creationId xmlns:a16="http://schemas.microsoft.com/office/drawing/2014/main" id="{858EE2F4-BAF1-94F0-0CCD-F6E96DD15702}"/>
                </a:ext>
              </a:extLst>
            </p:cNvPr>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0" name="Google Shape;14645;p65">
              <a:extLst>
                <a:ext uri="{FF2B5EF4-FFF2-40B4-BE49-F238E27FC236}">
                  <a16:creationId xmlns:a16="http://schemas.microsoft.com/office/drawing/2014/main" id="{0937088A-BF27-5EC9-13F1-45CBB7FBFE5A}"/>
                </a:ext>
              </a:extLst>
            </p:cNvPr>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CuadroTexto 1">
            <a:extLst>
              <a:ext uri="{FF2B5EF4-FFF2-40B4-BE49-F238E27FC236}">
                <a16:creationId xmlns:a16="http://schemas.microsoft.com/office/drawing/2014/main" id="{5FC9D539-DC5B-D517-2224-6490F5DFF94B}"/>
              </a:ext>
            </a:extLst>
          </p:cNvPr>
          <p:cNvSpPr txBox="1"/>
          <p:nvPr/>
        </p:nvSpPr>
        <p:spPr>
          <a:xfrm>
            <a:off x="3995085" y="5327883"/>
            <a:ext cx="2060379" cy="307777"/>
          </a:xfrm>
          <a:prstGeom prst="rect">
            <a:avLst/>
          </a:prstGeom>
          <a:noFill/>
        </p:spPr>
        <p:txBody>
          <a:bodyPr wrap="square" rtlCol="0">
            <a:spAutoFit/>
          </a:bodyPr>
          <a:lstStyle/>
          <a:p>
            <a:r>
              <a:rPr lang="es-AR" b="1" dirty="0">
                <a:solidFill>
                  <a:schemeClr val="bg1"/>
                </a:solidFill>
              </a:rPr>
              <a:t>DOCTOR.ROLDAN</a:t>
            </a:r>
          </a:p>
        </p:txBody>
      </p:sp>
      <p:pic>
        <p:nvPicPr>
          <p:cNvPr id="7170" name="Picture 2" descr="Universidad de Mendoza - Sitio Oficial | Mendoza">
            <a:extLst>
              <a:ext uri="{FF2B5EF4-FFF2-40B4-BE49-F238E27FC236}">
                <a16:creationId xmlns:a16="http://schemas.microsoft.com/office/drawing/2014/main" id="{BA034496-567E-CED1-227B-F37CB8B54D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823" t="12601" r="14939" b="12400"/>
          <a:stretch/>
        </p:blipFill>
        <p:spPr bwMode="auto">
          <a:xfrm>
            <a:off x="7775959" y="-60735"/>
            <a:ext cx="1387673" cy="1215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636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632"/>
        <p:cNvGrpSpPr/>
        <p:nvPr/>
      </p:nvGrpSpPr>
      <p:grpSpPr>
        <a:xfrm>
          <a:off x="0" y="0"/>
          <a:ext cx="0" cy="0"/>
          <a:chOff x="0" y="0"/>
          <a:chExt cx="0" cy="0"/>
        </a:xfrm>
      </p:grpSpPr>
      <p:sp>
        <p:nvSpPr>
          <p:cNvPr id="13634" name="Google Shape;13634;p40"/>
          <p:cNvSpPr txBox="1">
            <a:spLocks noGrp="1"/>
          </p:cNvSpPr>
          <p:nvPr>
            <p:ph type="subTitle" idx="1"/>
          </p:nvPr>
        </p:nvSpPr>
        <p:spPr>
          <a:xfrm>
            <a:off x="1493605" y="1071505"/>
            <a:ext cx="5231100" cy="207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ES" sz="2800" b="1" dirty="0"/>
              <a:t>MONOARTRITRIS: </a:t>
            </a:r>
            <a:r>
              <a:rPr lang="es-ES" sz="2800" dirty="0"/>
              <a:t>Compromiso inflamatorio de una sola articulación.</a:t>
            </a:r>
          </a:p>
          <a:p>
            <a:pPr marL="0" lvl="0" indent="0" algn="l" rtl="0">
              <a:spcBef>
                <a:spcPts val="0"/>
              </a:spcBef>
              <a:spcAft>
                <a:spcPts val="0"/>
              </a:spcAft>
              <a:buNone/>
            </a:pPr>
            <a:r>
              <a:rPr lang="es-ES" sz="2800" b="1" dirty="0"/>
              <a:t>OLIGOARTRITIS: </a:t>
            </a:r>
          </a:p>
          <a:p>
            <a:pPr marL="0" lvl="0" indent="0" algn="l" rtl="0">
              <a:spcBef>
                <a:spcPts val="0"/>
              </a:spcBef>
              <a:spcAft>
                <a:spcPts val="0"/>
              </a:spcAft>
              <a:buNone/>
            </a:pPr>
            <a:r>
              <a:rPr lang="es-ES" sz="2800" dirty="0"/>
              <a:t>2-4 articulaciones</a:t>
            </a:r>
          </a:p>
          <a:p>
            <a:pPr marL="0" lvl="0" indent="0" algn="l" rtl="0">
              <a:spcBef>
                <a:spcPts val="0"/>
              </a:spcBef>
              <a:spcAft>
                <a:spcPts val="0"/>
              </a:spcAft>
              <a:buNone/>
            </a:pPr>
            <a:r>
              <a:rPr lang="es-ES" sz="2800" b="1" dirty="0"/>
              <a:t>POLIARTRITIS:</a:t>
            </a:r>
          </a:p>
          <a:p>
            <a:pPr marL="0" lvl="0" indent="0" algn="l" rtl="0">
              <a:spcBef>
                <a:spcPts val="0"/>
              </a:spcBef>
              <a:spcAft>
                <a:spcPts val="0"/>
              </a:spcAft>
              <a:buNone/>
            </a:pPr>
            <a:r>
              <a:rPr lang="es-ES" sz="2800" dirty="0"/>
              <a:t>5 o más articulaciones</a:t>
            </a:r>
          </a:p>
        </p:txBody>
      </p:sp>
      <p:sp>
        <p:nvSpPr>
          <p:cNvPr id="5" name="Google Shape;13437;p37">
            <a:extLst>
              <a:ext uri="{FF2B5EF4-FFF2-40B4-BE49-F238E27FC236}">
                <a16:creationId xmlns:a16="http://schemas.microsoft.com/office/drawing/2014/main" id="{928C5BF4-43D6-7A4D-37F1-F08665FD6223}"/>
              </a:ext>
            </a:extLst>
          </p:cNvPr>
          <p:cNvSpPr txBox="1">
            <a:spLocks/>
          </p:cNvSpPr>
          <p:nvPr/>
        </p:nvSpPr>
        <p:spPr>
          <a:xfrm>
            <a:off x="1129705" y="3061623"/>
            <a:ext cx="5958900" cy="186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Oswald"/>
              <a:buNone/>
              <a:defRPr sz="22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1800"/>
              <a:buFont typeface="Oswald"/>
              <a:buNone/>
              <a:defRPr sz="1800" b="1" i="0" u="none" strike="noStrike" cap="none">
                <a:solidFill>
                  <a:schemeClr val="dk1"/>
                </a:solidFill>
                <a:latin typeface="Oswald"/>
                <a:ea typeface="Oswald"/>
                <a:cs typeface="Oswald"/>
                <a:sym typeface="Oswald"/>
              </a:defRPr>
            </a:lvl9pPr>
          </a:lstStyle>
          <a:p>
            <a:r>
              <a:rPr lang="es-AR" sz="3200" dirty="0">
                <a:solidFill>
                  <a:schemeClr val="accent1"/>
                </a:solidFill>
                <a:latin typeface="Oswald" panose="00000500000000000000" pitchFamily="2" charset="0"/>
              </a:rPr>
              <a:t>ARTRALGIA </a:t>
            </a:r>
            <a:r>
              <a:rPr lang="es-AR" sz="4400" i="0" dirty="0">
                <a:solidFill>
                  <a:schemeClr val="accent1"/>
                </a:solidFill>
                <a:effectLst/>
                <a:latin typeface="Oswald" panose="00000500000000000000" pitchFamily="2" charset="0"/>
              </a:rPr>
              <a:t>≠</a:t>
            </a:r>
            <a:r>
              <a:rPr lang="es-AR" sz="3200" i="0" dirty="0">
                <a:solidFill>
                  <a:schemeClr val="accent1"/>
                </a:solidFill>
                <a:effectLst/>
                <a:latin typeface="Oswald" panose="00000500000000000000" pitchFamily="2" charset="0"/>
              </a:rPr>
              <a:t> ARTRITIS</a:t>
            </a:r>
            <a:endParaRPr lang="es-AR" sz="3200" dirty="0">
              <a:solidFill>
                <a:schemeClr val="accent1"/>
              </a:solidFill>
              <a:latin typeface="Oswald" panose="00000500000000000000" pitchFamily="2" charset="0"/>
            </a:endParaRPr>
          </a:p>
        </p:txBody>
      </p:sp>
      <p:grpSp>
        <p:nvGrpSpPr>
          <p:cNvPr id="6" name="Google Shape;14044;p46">
            <a:extLst>
              <a:ext uri="{FF2B5EF4-FFF2-40B4-BE49-F238E27FC236}">
                <a16:creationId xmlns:a16="http://schemas.microsoft.com/office/drawing/2014/main" id="{7A59B68D-156B-8ECE-02A2-62684B1919B2}"/>
              </a:ext>
            </a:extLst>
          </p:cNvPr>
          <p:cNvGrpSpPr/>
          <p:nvPr/>
        </p:nvGrpSpPr>
        <p:grpSpPr>
          <a:xfrm>
            <a:off x="6772899" y="501943"/>
            <a:ext cx="1359212" cy="3213924"/>
            <a:chOff x="3892392" y="1424610"/>
            <a:chExt cx="1359212" cy="3213924"/>
          </a:xfrm>
        </p:grpSpPr>
        <p:grpSp>
          <p:nvGrpSpPr>
            <p:cNvPr id="7" name="Google Shape;14045;p46">
              <a:extLst>
                <a:ext uri="{FF2B5EF4-FFF2-40B4-BE49-F238E27FC236}">
                  <a16:creationId xmlns:a16="http://schemas.microsoft.com/office/drawing/2014/main" id="{3C1ED561-1294-E24C-B229-96BF43FC8366}"/>
                </a:ext>
              </a:extLst>
            </p:cNvPr>
            <p:cNvGrpSpPr/>
            <p:nvPr/>
          </p:nvGrpSpPr>
          <p:grpSpPr>
            <a:xfrm>
              <a:off x="3892392" y="1424610"/>
              <a:ext cx="1359212" cy="3213924"/>
              <a:chOff x="3892392" y="1424610"/>
              <a:chExt cx="1359212" cy="3213924"/>
            </a:xfrm>
          </p:grpSpPr>
          <p:grpSp>
            <p:nvGrpSpPr>
              <p:cNvPr id="23" name="Google Shape;14046;p46">
                <a:extLst>
                  <a:ext uri="{FF2B5EF4-FFF2-40B4-BE49-F238E27FC236}">
                    <a16:creationId xmlns:a16="http://schemas.microsoft.com/office/drawing/2014/main" id="{0BDAE312-3D8A-4E44-33DA-BBADE7590FA8}"/>
                  </a:ext>
                </a:extLst>
              </p:cNvPr>
              <p:cNvGrpSpPr/>
              <p:nvPr/>
            </p:nvGrpSpPr>
            <p:grpSpPr>
              <a:xfrm>
                <a:off x="3892392" y="1424610"/>
                <a:ext cx="1359212" cy="3213924"/>
                <a:chOff x="6797170" y="3050537"/>
                <a:chExt cx="550623" cy="1301975"/>
              </a:xfrm>
            </p:grpSpPr>
            <p:sp>
              <p:nvSpPr>
                <p:cNvPr id="13691" name="Google Shape;14047;p46">
                  <a:extLst>
                    <a:ext uri="{FF2B5EF4-FFF2-40B4-BE49-F238E27FC236}">
                      <a16:creationId xmlns:a16="http://schemas.microsoft.com/office/drawing/2014/main" id="{E29DDB02-8E0F-6E22-AA0D-219A2F20B2EF}"/>
                    </a:ext>
                  </a:extLst>
                </p:cNvPr>
                <p:cNvSpPr/>
                <p:nvPr/>
              </p:nvSpPr>
              <p:spPr>
                <a:xfrm>
                  <a:off x="6846049" y="4303456"/>
                  <a:ext cx="453041" cy="49056"/>
                </a:xfrm>
                <a:custGeom>
                  <a:avLst/>
                  <a:gdLst/>
                  <a:ahLst/>
                  <a:cxnLst/>
                  <a:rect l="l" t="t" r="r" b="b"/>
                  <a:pathLst>
                    <a:path w="17944" h="1943" extrusionOk="0">
                      <a:moveTo>
                        <a:pt x="8968" y="0"/>
                      </a:moveTo>
                      <a:cubicBezTo>
                        <a:pt x="4015" y="0"/>
                        <a:pt x="0" y="437"/>
                        <a:pt x="0" y="972"/>
                      </a:cubicBezTo>
                      <a:cubicBezTo>
                        <a:pt x="0" y="1506"/>
                        <a:pt x="4015" y="1943"/>
                        <a:pt x="8968" y="1943"/>
                      </a:cubicBezTo>
                      <a:cubicBezTo>
                        <a:pt x="13922" y="1943"/>
                        <a:pt x="17943" y="1506"/>
                        <a:pt x="17943" y="972"/>
                      </a:cubicBezTo>
                      <a:cubicBezTo>
                        <a:pt x="17943" y="437"/>
                        <a:pt x="13922" y="0"/>
                        <a:pt x="89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92" name="Google Shape;14048;p46">
                  <a:extLst>
                    <a:ext uri="{FF2B5EF4-FFF2-40B4-BE49-F238E27FC236}">
                      <a16:creationId xmlns:a16="http://schemas.microsoft.com/office/drawing/2014/main" id="{DBCF3E61-BB29-5153-E629-77DBA2DDF353}"/>
                    </a:ext>
                  </a:extLst>
                </p:cNvPr>
                <p:cNvGrpSpPr/>
                <p:nvPr/>
              </p:nvGrpSpPr>
              <p:grpSpPr>
                <a:xfrm>
                  <a:off x="6797170" y="3050537"/>
                  <a:ext cx="550623" cy="1278079"/>
                  <a:chOff x="6797170" y="3050537"/>
                  <a:chExt cx="550623" cy="1278079"/>
                </a:xfrm>
              </p:grpSpPr>
              <p:sp>
                <p:nvSpPr>
                  <p:cNvPr id="13693" name="Google Shape;14049;p46">
                    <a:extLst>
                      <a:ext uri="{FF2B5EF4-FFF2-40B4-BE49-F238E27FC236}">
                        <a16:creationId xmlns:a16="http://schemas.microsoft.com/office/drawing/2014/main" id="{B5DE9A79-8708-7CF8-6154-622E7285BFAA}"/>
                      </a:ext>
                    </a:extLst>
                  </p:cNvPr>
                  <p:cNvSpPr/>
                  <p:nvPr/>
                </p:nvSpPr>
                <p:spPr>
                  <a:xfrm>
                    <a:off x="6797170" y="3050537"/>
                    <a:ext cx="550623" cy="1278079"/>
                  </a:xfrm>
                  <a:custGeom>
                    <a:avLst/>
                    <a:gdLst/>
                    <a:ahLst/>
                    <a:cxnLst/>
                    <a:rect l="l" t="t" r="r" b="b"/>
                    <a:pathLst>
                      <a:path w="21809" h="50622" extrusionOk="0">
                        <a:moveTo>
                          <a:pt x="3774" y="7802"/>
                        </a:moveTo>
                        <a:lnTo>
                          <a:pt x="3774" y="7834"/>
                        </a:lnTo>
                        <a:lnTo>
                          <a:pt x="3755" y="7834"/>
                        </a:lnTo>
                        <a:lnTo>
                          <a:pt x="3774" y="7802"/>
                        </a:lnTo>
                        <a:close/>
                        <a:moveTo>
                          <a:pt x="10696" y="0"/>
                        </a:moveTo>
                        <a:cubicBezTo>
                          <a:pt x="6753" y="0"/>
                          <a:pt x="3559" y="3187"/>
                          <a:pt x="3559" y="7130"/>
                        </a:cubicBezTo>
                        <a:cubicBezTo>
                          <a:pt x="3559" y="7365"/>
                          <a:pt x="3579" y="7600"/>
                          <a:pt x="3605" y="7834"/>
                        </a:cubicBezTo>
                        <a:cubicBezTo>
                          <a:pt x="2973" y="7906"/>
                          <a:pt x="2549" y="8512"/>
                          <a:pt x="2699" y="9131"/>
                        </a:cubicBezTo>
                        <a:cubicBezTo>
                          <a:pt x="2821" y="9609"/>
                          <a:pt x="3251" y="9920"/>
                          <a:pt x="3713" y="9920"/>
                        </a:cubicBezTo>
                        <a:cubicBezTo>
                          <a:pt x="3844" y="9920"/>
                          <a:pt x="3977" y="9895"/>
                          <a:pt x="4107" y="9842"/>
                        </a:cubicBezTo>
                        <a:cubicBezTo>
                          <a:pt x="4837" y="12044"/>
                          <a:pt x="6681" y="13804"/>
                          <a:pt x="8754" y="14560"/>
                        </a:cubicBezTo>
                        <a:lnTo>
                          <a:pt x="8891" y="14606"/>
                        </a:lnTo>
                        <a:lnTo>
                          <a:pt x="8891" y="16620"/>
                        </a:lnTo>
                        <a:lnTo>
                          <a:pt x="5651" y="16620"/>
                        </a:lnTo>
                        <a:cubicBezTo>
                          <a:pt x="5651" y="16620"/>
                          <a:pt x="5645" y="16685"/>
                          <a:pt x="5625" y="16698"/>
                        </a:cubicBezTo>
                        <a:cubicBezTo>
                          <a:pt x="5045" y="16705"/>
                          <a:pt x="4537" y="17076"/>
                          <a:pt x="4361" y="17623"/>
                        </a:cubicBezTo>
                        <a:lnTo>
                          <a:pt x="216" y="33239"/>
                        </a:lnTo>
                        <a:cubicBezTo>
                          <a:pt x="1" y="33872"/>
                          <a:pt x="294" y="34563"/>
                          <a:pt x="893" y="34849"/>
                        </a:cubicBezTo>
                        <a:cubicBezTo>
                          <a:pt x="1077" y="34936"/>
                          <a:pt x="1270" y="34977"/>
                          <a:pt x="1461" y="34977"/>
                        </a:cubicBezTo>
                        <a:cubicBezTo>
                          <a:pt x="1903" y="34977"/>
                          <a:pt x="2329" y="34756"/>
                          <a:pt x="2575" y="34360"/>
                        </a:cubicBezTo>
                        <a:cubicBezTo>
                          <a:pt x="2647" y="34407"/>
                          <a:pt x="2726" y="34429"/>
                          <a:pt x="2803" y="34429"/>
                        </a:cubicBezTo>
                        <a:cubicBezTo>
                          <a:pt x="2984" y="34429"/>
                          <a:pt x="3155" y="34309"/>
                          <a:pt x="3201" y="34113"/>
                        </a:cubicBezTo>
                        <a:lnTo>
                          <a:pt x="3559" y="32536"/>
                        </a:lnTo>
                        <a:cubicBezTo>
                          <a:pt x="3605" y="32340"/>
                          <a:pt x="3481" y="32040"/>
                          <a:pt x="3298" y="31942"/>
                        </a:cubicBezTo>
                        <a:lnTo>
                          <a:pt x="6329" y="20954"/>
                        </a:lnTo>
                        <a:cubicBezTo>
                          <a:pt x="6329" y="22844"/>
                          <a:pt x="6381" y="26507"/>
                          <a:pt x="6453" y="30567"/>
                        </a:cubicBezTo>
                        <a:lnTo>
                          <a:pt x="6401" y="30567"/>
                        </a:lnTo>
                        <a:lnTo>
                          <a:pt x="6466" y="32360"/>
                        </a:lnTo>
                        <a:lnTo>
                          <a:pt x="6479" y="32360"/>
                        </a:lnTo>
                        <a:cubicBezTo>
                          <a:pt x="6622" y="40187"/>
                          <a:pt x="6798" y="48725"/>
                          <a:pt x="6798" y="48725"/>
                        </a:cubicBezTo>
                        <a:cubicBezTo>
                          <a:pt x="6798" y="48725"/>
                          <a:pt x="4517" y="49090"/>
                          <a:pt x="4517" y="50622"/>
                        </a:cubicBezTo>
                        <a:lnTo>
                          <a:pt x="8936" y="50622"/>
                        </a:lnTo>
                        <a:lnTo>
                          <a:pt x="10631" y="33428"/>
                        </a:lnTo>
                        <a:lnTo>
                          <a:pt x="10663" y="33455"/>
                        </a:lnTo>
                        <a:lnTo>
                          <a:pt x="11028" y="33455"/>
                        </a:lnTo>
                        <a:lnTo>
                          <a:pt x="11035" y="33448"/>
                        </a:lnTo>
                        <a:lnTo>
                          <a:pt x="12892" y="50622"/>
                        </a:lnTo>
                        <a:lnTo>
                          <a:pt x="17305" y="50622"/>
                        </a:lnTo>
                        <a:cubicBezTo>
                          <a:pt x="17305" y="49097"/>
                          <a:pt x="15024" y="48732"/>
                          <a:pt x="15024" y="48732"/>
                        </a:cubicBezTo>
                        <a:cubicBezTo>
                          <a:pt x="15024" y="48732"/>
                          <a:pt x="15193" y="40096"/>
                          <a:pt x="15317" y="32216"/>
                        </a:cubicBezTo>
                        <a:cubicBezTo>
                          <a:pt x="15323" y="31897"/>
                          <a:pt x="15356" y="30567"/>
                          <a:pt x="15356" y="30567"/>
                        </a:cubicBezTo>
                        <a:lnTo>
                          <a:pt x="15343" y="30567"/>
                        </a:lnTo>
                        <a:cubicBezTo>
                          <a:pt x="15402" y="26481"/>
                          <a:pt x="15454" y="22779"/>
                          <a:pt x="15454" y="20863"/>
                        </a:cubicBezTo>
                        <a:lnTo>
                          <a:pt x="18510" y="31923"/>
                        </a:lnTo>
                        <a:cubicBezTo>
                          <a:pt x="18302" y="31995"/>
                          <a:pt x="18152" y="32334"/>
                          <a:pt x="18204" y="32542"/>
                        </a:cubicBezTo>
                        <a:lnTo>
                          <a:pt x="18556" y="34119"/>
                        </a:lnTo>
                        <a:cubicBezTo>
                          <a:pt x="18601" y="34303"/>
                          <a:pt x="18765" y="34430"/>
                          <a:pt x="18950" y="34430"/>
                        </a:cubicBezTo>
                        <a:cubicBezTo>
                          <a:pt x="18981" y="34430"/>
                          <a:pt x="19013" y="34427"/>
                          <a:pt x="19045" y="34419"/>
                        </a:cubicBezTo>
                        <a:cubicBezTo>
                          <a:pt x="19110" y="34406"/>
                          <a:pt x="19169" y="34374"/>
                          <a:pt x="19221" y="34328"/>
                        </a:cubicBezTo>
                        <a:cubicBezTo>
                          <a:pt x="19463" y="34743"/>
                          <a:pt x="19902" y="34978"/>
                          <a:pt x="20357" y="34978"/>
                        </a:cubicBezTo>
                        <a:cubicBezTo>
                          <a:pt x="20538" y="34978"/>
                          <a:pt x="20721" y="34940"/>
                          <a:pt x="20896" y="34862"/>
                        </a:cubicBezTo>
                        <a:cubicBezTo>
                          <a:pt x="21509" y="34582"/>
                          <a:pt x="21808" y="33891"/>
                          <a:pt x="21600" y="33252"/>
                        </a:cubicBezTo>
                        <a:lnTo>
                          <a:pt x="21600" y="33246"/>
                        </a:lnTo>
                        <a:lnTo>
                          <a:pt x="17292" y="17663"/>
                        </a:lnTo>
                        <a:cubicBezTo>
                          <a:pt x="17116" y="17141"/>
                          <a:pt x="16653" y="16744"/>
                          <a:pt x="16138" y="16705"/>
                        </a:cubicBezTo>
                        <a:cubicBezTo>
                          <a:pt x="16125" y="16691"/>
                          <a:pt x="16112" y="16626"/>
                          <a:pt x="16112" y="16626"/>
                        </a:cubicBezTo>
                        <a:lnTo>
                          <a:pt x="12632" y="16626"/>
                        </a:lnTo>
                        <a:lnTo>
                          <a:pt x="12632" y="14704"/>
                        </a:lnTo>
                        <a:lnTo>
                          <a:pt x="12658" y="14691"/>
                        </a:lnTo>
                        <a:lnTo>
                          <a:pt x="12703" y="14678"/>
                        </a:lnTo>
                        <a:cubicBezTo>
                          <a:pt x="14900" y="14013"/>
                          <a:pt x="16914" y="12194"/>
                          <a:pt x="17696" y="9887"/>
                        </a:cubicBezTo>
                        <a:cubicBezTo>
                          <a:pt x="17774" y="9907"/>
                          <a:pt x="17859" y="9920"/>
                          <a:pt x="17943" y="9920"/>
                        </a:cubicBezTo>
                        <a:cubicBezTo>
                          <a:pt x="17948" y="9920"/>
                          <a:pt x="17952" y="9920"/>
                          <a:pt x="17956" y="9920"/>
                        </a:cubicBezTo>
                        <a:cubicBezTo>
                          <a:pt x="18511" y="9920"/>
                          <a:pt x="18973" y="9486"/>
                          <a:pt x="18999" y="8936"/>
                        </a:cubicBezTo>
                        <a:cubicBezTo>
                          <a:pt x="19032" y="8375"/>
                          <a:pt x="18621" y="7893"/>
                          <a:pt x="18067" y="7834"/>
                        </a:cubicBezTo>
                        <a:lnTo>
                          <a:pt x="18067" y="7828"/>
                        </a:lnTo>
                        <a:cubicBezTo>
                          <a:pt x="18067" y="7815"/>
                          <a:pt x="18054" y="7802"/>
                          <a:pt x="18054" y="7789"/>
                        </a:cubicBezTo>
                        <a:cubicBezTo>
                          <a:pt x="18041" y="6061"/>
                          <a:pt x="17637" y="4295"/>
                          <a:pt x="16692" y="2992"/>
                        </a:cubicBezTo>
                        <a:cubicBezTo>
                          <a:pt x="17657" y="2464"/>
                          <a:pt x="17774" y="1786"/>
                          <a:pt x="18159" y="1147"/>
                        </a:cubicBezTo>
                        <a:lnTo>
                          <a:pt x="18159" y="1147"/>
                        </a:lnTo>
                        <a:cubicBezTo>
                          <a:pt x="17949" y="1170"/>
                          <a:pt x="17739" y="1181"/>
                          <a:pt x="17527" y="1181"/>
                        </a:cubicBezTo>
                        <a:cubicBezTo>
                          <a:pt x="15283" y="1181"/>
                          <a:pt x="12905" y="0"/>
                          <a:pt x="106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94" name="Google Shape;14050;p46">
                    <a:extLst>
                      <a:ext uri="{FF2B5EF4-FFF2-40B4-BE49-F238E27FC236}">
                        <a16:creationId xmlns:a16="http://schemas.microsoft.com/office/drawing/2014/main" id="{05BB246C-0737-6C3A-299F-89BA68E72C3C}"/>
                      </a:ext>
                    </a:extLst>
                  </p:cNvPr>
                  <p:cNvGrpSpPr/>
                  <p:nvPr/>
                </p:nvGrpSpPr>
                <p:grpSpPr>
                  <a:xfrm>
                    <a:off x="6810728" y="3444626"/>
                    <a:ext cx="524340" cy="876265"/>
                    <a:chOff x="6810728" y="3444626"/>
                    <a:chExt cx="524340" cy="876265"/>
                  </a:xfrm>
                </p:grpSpPr>
                <p:sp>
                  <p:nvSpPr>
                    <p:cNvPr id="13699" name="Google Shape;14051;p46">
                      <a:extLst>
                        <a:ext uri="{FF2B5EF4-FFF2-40B4-BE49-F238E27FC236}">
                          <a16:creationId xmlns:a16="http://schemas.microsoft.com/office/drawing/2014/main" id="{82C9A3B3-6A6E-7709-A166-EF79A658E20D}"/>
                        </a:ext>
                      </a:extLst>
                    </p:cNvPr>
                    <p:cNvSpPr/>
                    <p:nvPr/>
                  </p:nvSpPr>
                  <p:spPr>
                    <a:xfrm>
                      <a:off x="6952997" y="3487572"/>
                      <a:ext cx="235988" cy="25702"/>
                    </a:xfrm>
                    <a:custGeom>
                      <a:avLst/>
                      <a:gdLst/>
                      <a:ahLst/>
                      <a:cxnLst/>
                      <a:rect l="l" t="t" r="r" b="b"/>
                      <a:pathLst>
                        <a:path w="9347" h="1018" extrusionOk="0">
                          <a:moveTo>
                            <a:pt x="463" y="1"/>
                          </a:moveTo>
                          <a:cubicBezTo>
                            <a:pt x="209" y="1"/>
                            <a:pt x="1" y="209"/>
                            <a:pt x="1" y="463"/>
                          </a:cubicBezTo>
                          <a:lnTo>
                            <a:pt x="1" y="548"/>
                          </a:lnTo>
                          <a:cubicBezTo>
                            <a:pt x="1" y="809"/>
                            <a:pt x="209" y="1017"/>
                            <a:pt x="463" y="1017"/>
                          </a:cubicBezTo>
                          <a:lnTo>
                            <a:pt x="8878" y="1017"/>
                          </a:lnTo>
                          <a:cubicBezTo>
                            <a:pt x="9138" y="1017"/>
                            <a:pt x="9347" y="809"/>
                            <a:pt x="9347" y="548"/>
                          </a:cubicBezTo>
                          <a:lnTo>
                            <a:pt x="9347" y="463"/>
                          </a:lnTo>
                          <a:cubicBezTo>
                            <a:pt x="9347" y="209"/>
                            <a:pt x="9138" y="1"/>
                            <a:pt x="88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0" name="Google Shape;14052;p46">
                      <a:extLst>
                        <a:ext uri="{FF2B5EF4-FFF2-40B4-BE49-F238E27FC236}">
                          <a16:creationId xmlns:a16="http://schemas.microsoft.com/office/drawing/2014/main" id="{B2A0CA3F-5C65-FE0A-3FAD-97BE0808E314}"/>
                        </a:ext>
                      </a:extLst>
                    </p:cNvPr>
                    <p:cNvSpPr/>
                    <p:nvPr/>
                  </p:nvSpPr>
                  <p:spPr>
                    <a:xfrm>
                      <a:off x="7038738" y="3444626"/>
                      <a:ext cx="64356" cy="25702"/>
                    </a:xfrm>
                    <a:custGeom>
                      <a:avLst/>
                      <a:gdLst/>
                      <a:ahLst/>
                      <a:cxnLst/>
                      <a:rect l="l" t="t" r="r" b="b"/>
                      <a:pathLst>
                        <a:path w="2549" h="1018" extrusionOk="0">
                          <a:moveTo>
                            <a:pt x="470" y="1"/>
                          </a:moveTo>
                          <a:cubicBezTo>
                            <a:pt x="209" y="1"/>
                            <a:pt x="0" y="209"/>
                            <a:pt x="0" y="470"/>
                          </a:cubicBezTo>
                          <a:lnTo>
                            <a:pt x="0" y="555"/>
                          </a:lnTo>
                          <a:cubicBezTo>
                            <a:pt x="0" y="809"/>
                            <a:pt x="209" y="1017"/>
                            <a:pt x="470" y="1017"/>
                          </a:cubicBezTo>
                          <a:lnTo>
                            <a:pt x="2086" y="1017"/>
                          </a:lnTo>
                          <a:cubicBezTo>
                            <a:pt x="2340" y="1017"/>
                            <a:pt x="2549" y="809"/>
                            <a:pt x="2549" y="555"/>
                          </a:cubicBezTo>
                          <a:lnTo>
                            <a:pt x="2549" y="470"/>
                          </a:lnTo>
                          <a:cubicBezTo>
                            <a:pt x="2549" y="209"/>
                            <a:pt x="2340" y="1"/>
                            <a:pt x="20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1" name="Google Shape;14053;p46">
                      <a:extLst>
                        <a:ext uri="{FF2B5EF4-FFF2-40B4-BE49-F238E27FC236}">
                          <a16:creationId xmlns:a16="http://schemas.microsoft.com/office/drawing/2014/main" id="{E832B07B-F314-7B4C-EF3F-CAC18B3B330A}"/>
                        </a:ext>
                      </a:extLst>
                    </p:cNvPr>
                    <p:cNvSpPr/>
                    <p:nvPr/>
                  </p:nvSpPr>
                  <p:spPr>
                    <a:xfrm>
                      <a:off x="7038738" y="3787891"/>
                      <a:ext cx="64356" cy="25853"/>
                    </a:xfrm>
                    <a:custGeom>
                      <a:avLst/>
                      <a:gdLst/>
                      <a:ahLst/>
                      <a:cxnLst/>
                      <a:rect l="l" t="t" r="r" b="b"/>
                      <a:pathLst>
                        <a:path w="2549" h="1024" extrusionOk="0">
                          <a:moveTo>
                            <a:pt x="470" y="0"/>
                          </a:moveTo>
                          <a:cubicBezTo>
                            <a:pt x="209" y="0"/>
                            <a:pt x="0" y="209"/>
                            <a:pt x="0" y="469"/>
                          </a:cubicBezTo>
                          <a:lnTo>
                            <a:pt x="0" y="554"/>
                          </a:lnTo>
                          <a:cubicBezTo>
                            <a:pt x="0" y="808"/>
                            <a:pt x="209" y="1023"/>
                            <a:pt x="470" y="1023"/>
                          </a:cubicBezTo>
                          <a:lnTo>
                            <a:pt x="2086" y="1023"/>
                          </a:lnTo>
                          <a:cubicBezTo>
                            <a:pt x="2340" y="1023"/>
                            <a:pt x="2549" y="808"/>
                            <a:pt x="2549" y="554"/>
                          </a:cubicBezTo>
                          <a:lnTo>
                            <a:pt x="2549" y="469"/>
                          </a:lnTo>
                          <a:cubicBezTo>
                            <a:pt x="2549" y="209"/>
                            <a:pt x="2340" y="0"/>
                            <a:pt x="20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2" name="Google Shape;14054;p46">
                      <a:extLst>
                        <a:ext uri="{FF2B5EF4-FFF2-40B4-BE49-F238E27FC236}">
                          <a16:creationId xmlns:a16="http://schemas.microsoft.com/office/drawing/2014/main" id="{1BD9F880-4CF2-45C1-B3B3-AC159DE38C35}"/>
                        </a:ext>
                      </a:extLst>
                    </p:cNvPr>
                    <p:cNvSpPr/>
                    <p:nvPr/>
                  </p:nvSpPr>
                  <p:spPr>
                    <a:xfrm>
                      <a:off x="7038738" y="3744945"/>
                      <a:ext cx="64356" cy="25853"/>
                    </a:xfrm>
                    <a:custGeom>
                      <a:avLst/>
                      <a:gdLst/>
                      <a:ahLst/>
                      <a:cxnLst/>
                      <a:rect l="l" t="t" r="r" b="b"/>
                      <a:pathLst>
                        <a:path w="2549" h="1024" extrusionOk="0">
                          <a:moveTo>
                            <a:pt x="470" y="0"/>
                          </a:moveTo>
                          <a:cubicBezTo>
                            <a:pt x="209" y="0"/>
                            <a:pt x="0" y="209"/>
                            <a:pt x="0" y="469"/>
                          </a:cubicBezTo>
                          <a:lnTo>
                            <a:pt x="0" y="554"/>
                          </a:lnTo>
                          <a:cubicBezTo>
                            <a:pt x="0" y="815"/>
                            <a:pt x="209" y="1023"/>
                            <a:pt x="470" y="1023"/>
                          </a:cubicBezTo>
                          <a:lnTo>
                            <a:pt x="2086" y="1023"/>
                          </a:lnTo>
                          <a:cubicBezTo>
                            <a:pt x="2340" y="1023"/>
                            <a:pt x="2549" y="815"/>
                            <a:pt x="2549" y="554"/>
                          </a:cubicBezTo>
                          <a:lnTo>
                            <a:pt x="2549" y="469"/>
                          </a:lnTo>
                          <a:cubicBezTo>
                            <a:pt x="2549" y="209"/>
                            <a:pt x="2340" y="0"/>
                            <a:pt x="20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3" name="Google Shape;14055;p46">
                      <a:extLst>
                        <a:ext uri="{FF2B5EF4-FFF2-40B4-BE49-F238E27FC236}">
                          <a16:creationId xmlns:a16="http://schemas.microsoft.com/office/drawing/2014/main" id="{AC81C6EC-D271-49C9-A911-DBC7F2DFAE10}"/>
                        </a:ext>
                      </a:extLst>
                    </p:cNvPr>
                    <p:cNvSpPr/>
                    <p:nvPr/>
                  </p:nvSpPr>
                  <p:spPr>
                    <a:xfrm>
                      <a:off x="7038738" y="3706417"/>
                      <a:ext cx="64356" cy="25702"/>
                    </a:xfrm>
                    <a:custGeom>
                      <a:avLst/>
                      <a:gdLst/>
                      <a:ahLst/>
                      <a:cxnLst/>
                      <a:rect l="l" t="t" r="r" b="b"/>
                      <a:pathLst>
                        <a:path w="2549" h="1018" extrusionOk="0">
                          <a:moveTo>
                            <a:pt x="470" y="1"/>
                          </a:moveTo>
                          <a:cubicBezTo>
                            <a:pt x="209" y="1"/>
                            <a:pt x="0" y="209"/>
                            <a:pt x="0" y="464"/>
                          </a:cubicBezTo>
                          <a:lnTo>
                            <a:pt x="0" y="548"/>
                          </a:lnTo>
                          <a:cubicBezTo>
                            <a:pt x="0" y="809"/>
                            <a:pt x="209" y="1018"/>
                            <a:pt x="470" y="1018"/>
                          </a:cubicBezTo>
                          <a:lnTo>
                            <a:pt x="2086" y="1018"/>
                          </a:lnTo>
                          <a:cubicBezTo>
                            <a:pt x="2340" y="1018"/>
                            <a:pt x="2549" y="809"/>
                            <a:pt x="2549" y="548"/>
                          </a:cubicBezTo>
                          <a:lnTo>
                            <a:pt x="2549" y="464"/>
                          </a:lnTo>
                          <a:cubicBezTo>
                            <a:pt x="2549" y="209"/>
                            <a:pt x="2340" y="1"/>
                            <a:pt x="20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4" name="Google Shape;14056;p46">
                      <a:extLst>
                        <a:ext uri="{FF2B5EF4-FFF2-40B4-BE49-F238E27FC236}">
                          <a16:creationId xmlns:a16="http://schemas.microsoft.com/office/drawing/2014/main" id="{748A1AD1-F23B-C53E-BEC1-8FA1E144A6E1}"/>
                        </a:ext>
                      </a:extLst>
                    </p:cNvPr>
                    <p:cNvSpPr/>
                    <p:nvPr/>
                  </p:nvSpPr>
                  <p:spPr>
                    <a:xfrm>
                      <a:off x="7051563" y="3491864"/>
                      <a:ext cx="34412" cy="193042"/>
                    </a:xfrm>
                    <a:custGeom>
                      <a:avLst/>
                      <a:gdLst/>
                      <a:ahLst/>
                      <a:cxnLst/>
                      <a:rect l="l" t="t" r="r" b="b"/>
                      <a:pathLst>
                        <a:path w="1363" h="7646" extrusionOk="0">
                          <a:moveTo>
                            <a:pt x="685" y="0"/>
                          </a:moveTo>
                          <a:cubicBezTo>
                            <a:pt x="307" y="0"/>
                            <a:pt x="1" y="300"/>
                            <a:pt x="1" y="678"/>
                          </a:cubicBezTo>
                          <a:lnTo>
                            <a:pt x="1" y="6967"/>
                          </a:lnTo>
                          <a:cubicBezTo>
                            <a:pt x="1" y="7339"/>
                            <a:pt x="307" y="7645"/>
                            <a:pt x="685" y="7645"/>
                          </a:cubicBezTo>
                          <a:cubicBezTo>
                            <a:pt x="1057" y="7645"/>
                            <a:pt x="1363" y="7339"/>
                            <a:pt x="1363" y="6967"/>
                          </a:cubicBezTo>
                          <a:lnTo>
                            <a:pt x="1363" y="678"/>
                          </a:lnTo>
                          <a:cubicBezTo>
                            <a:pt x="1363" y="300"/>
                            <a:pt x="1057" y="0"/>
                            <a:pt x="6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5" name="Google Shape;14057;p46">
                      <a:extLst>
                        <a:ext uri="{FF2B5EF4-FFF2-40B4-BE49-F238E27FC236}">
                          <a16:creationId xmlns:a16="http://schemas.microsoft.com/office/drawing/2014/main" id="{06DD3CED-2C70-B7A5-11A3-2483E82DD5CE}"/>
                        </a:ext>
                      </a:extLst>
                    </p:cNvPr>
                    <p:cNvSpPr/>
                    <p:nvPr/>
                  </p:nvSpPr>
                  <p:spPr>
                    <a:xfrm>
                      <a:off x="7055351" y="3540945"/>
                      <a:ext cx="106166" cy="44915"/>
                    </a:xfrm>
                    <a:custGeom>
                      <a:avLst/>
                      <a:gdLst/>
                      <a:ahLst/>
                      <a:cxnLst/>
                      <a:rect l="l" t="t" r="r" b="b"/>
                      <a:pathLst>
                        <a:path w="4205" h="1779" extrusionOk="0">
                          <a:moveTo>
                            <a:pt x="783" y="0"/>
                          </a:moveTo>
                          <a:cubicBezTo>
                            <a:pt x="518" y="0"/>
                            <a:pt x="262" y="154"/>
                            <a:pt x="151" y="415"/>
                          </a:cubicBezTo>
                          <a:cubicBezTo>
                            <a:pt x="1" y="767"/>
                            <a:pt x="164" y="1171"/>
                            <a:pt x="516" y="1321"/>
                          </a:cubicBezTo>
                          <a:cubicBezTo>
                            <a:pt x="1219" y="1628"/>
                            <a:pt x="1904" y="1778"/>
                            <a:pt x="2536" y="1778"/>
                          </a:cubicBezTo>
                          <a:cubicBezTo>
                            <a:pt x="2555" y="1778"/>
                            <a:pt x="2574" y="1778"/>
                            <a:pt x="2593" y="1778"/>
                          </a:cubicBezTo>
                          <a:cubicBezTo>
                            <a:pt x="2952" y="1778"/>
                            <a:pt x="3310" y="1719"/>
                            <a:pt x="3657" y="1602"/>
                          </a:cubicBezTo>
                          <a:cubicBezTo>
                            <a:pt x="4015" y="1478"/>
                            <a:pt x="4204" y="1080"/>
                            <a:pt x="4081" y="722"/>
                          </a:cubicBezTo>
                          <a:cubicBezTo>
                            <a:pt x="3983" y="438"/>
                            <a:pt x="3713" y="260"/>
                            <a:pt x="3427" y="260"/>
                          </a:cubicBezTo>
                          <a:cubicBezTo>
                            <a:pt x="3351" y="260"/>
                            <a:pt x="3275" y="272"/>
                            <a:pt x="3201" y="298"/>
                          </a:cubicBezTo>
                          <a:cubicBezTo>
                            <a:pt x="2986" y="372"/>
                            <a:pt x="2761" y="402"/>
                            <a:pt x="2536" y="402"/>
                          </a:cubicBezTo>
                          <a:cubicBezTo>
                            <a:pt x="2001" y="402"/>
                            <a:pt x="1464" y="231"/>
                            <a:pt x="1057" y="57"/>
                          </a:cubicBezTo>
                          <a:cubicBezTo>
                            <a:pt x="968" y="19"/>
                            <a:pt x="875" y="0"/>
                            <a:pt x="7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6" name="Google Shape;14058;p46">
                      <a:extLst>
                        <a:ext uri="{FF2B5EF4-FFF2-40B4-BE49-F238E27FC236}">
                          <a16:creationId xmlns:a16="http://schemas.microsoft.com/office/drawing/2014/main" id="{D1915EC9-F901-A5B2-E199-E513ECAFB5B5}"/>
                        </a:ext>
                      </a:extLst>
                    </p:cNvPr>
                    <p:cNvSpPr/>
                    <p:nvPr/>
                  </p:nvSpPr>
                  <p:spPr>
                    <a:xfrm>
                      <a:off x="7046792" y="3596717"/>
                      <a:ext cx="118335" cy="44739"/>
                    </a:xfrm>
                    <a:custGeom>
                      <a:avLst/>
                      <a:gdLst/>
                      <a:ahLst/>
                      <a:cxnLst/>
                      <a:rect l="l" t="t" r="r" b="b"/>
                      <a:pathLst>
                        <a:path w="4687" h="1772" extrusionOk="0">
                          <a:moveTo>
                            <a:pt x="781" y="1"/>
                          </a:moveTo>
                          <a:cubicBezTo>
                            <a:pt x="514" y="1"/>
                            <a:pt x="262" y="154"/>
                            <a:pt x="151" y="416"/>
                          </a:cubicBezTo>
                          <a:cubicBezTo>
                            <a:pt x="1" y="768"/>
                            <a:pt x="164" y="1172"/>
                            <a:pt x="516" y="1322"/>
                          </a:cubicBezTo>
                          <a:cubicBezTo>
                            <a:pt x="1141" y="1609"/>
                            <a:pt x="1819" y="1758"/>
                            <a:pt x="2510" y="1772"/>
                          </a:cubicBezTo>
                          <a:cubicBezTo>
                            <a:pt x="3110" y="1772"/>
                            <a:pt x="3709" y="1622"/>
                            <a:pt x="4244" y="1335"/>
                          </a:cubicBezTo>
                          <a:cubicBezTo>
                            <a:pt x="4570" y="1152"/>
                            <a:pt x="4687" y="735"/>
                            <a:pt x="4504" y="409"/>
                          </a:cubicBezTo>
                          <a:cubicBezTo>
                            <a:pt x="4382" y="177"/>
                            <a:pt x="4144" y="47"/>
                            <a:pt x="3899" y="47"/>
                          </a:cubicBezTo>
                          <a:cubicBezTo>
                            <a:pt x="3793" y="47"/>
                            <a:pt x="3686" y="71"/>
                            <a:pt x="3585" y="123"/>
                          </a:cubicBezTo>
                          <a:cubicBezTo>
                            <a:pt x="3235" y="312"/>
                            <a:pt x="2865" y="385"/>
                            <a:pt x="2503" y="385"/>
                          </a:cubicBezTo>
                          <a:cubicBezTo>
                            <a:pt x="1972" y="385"/>
                            <a:pt x="1460" y="228"/>
                            <a:pt x="1057" y="57"/>
                          </a:cubicBezTo>
                          <a:cubicBezTo>
                            <a:pt x="966" y="19"/>
                            <a:pt x="873" y="1"/>
                            <a:pt x="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7" name="Google Shape;14059;p46">
                      <a:extLst>
                        <a:ext uri="{FF2B5EF4-FFF2-40B4-BE49-F238E27FC236}">
                          <a16:creationId xmlns:a16="http://schemas.microsoft.com/office/drawing/2014/main" id="{B151E827-7482-8524-ABA5-C2E8A3AFB1A6}"/>
                        </a:ext>
                      </a:extLst>
                    </p:cNvPr>
                    <p:cNvSpPr/>
                    <p:nvPr/>
                  </p:nvSpPr>
                  <p:spPr>
                    <a:xfrm>
                      <a:off x="6983118" y="3540768"/>
                      <a:ext cx="99576" cy="44739"/>
                    </a:xfrm>
                    <a:custGeom>
                      <a:avLst/>
                      <a:gdLst/>
                      <a:ahLst/>
                      <a:cxnLst/>
                      <a:rect l="l" t="t" r="r" b="b"/>
                      <a:pathLst>
                        <a:path w="3944" h="1772" extrusionOk="0">
                          <a:moveTo>
                            <a:pt x="3155" y="1"/>
                          </a:moveTo>
                          <a:cubicBezTo>
                            <a:pt x="3059" y="1"/>
                            <a:pt x="2961" y="21"/>
                            <a:pt x="2868" y="64"/>
                          </a:cubicBezTo>
                          <a:cubicBezTo>
                            <a:pt x="2493" y="222"/>
                            <a:pt x="1975" y="388"/>
                            <a:pt x="1426" y="388"/>
                          </a:cubicBezTo>
                          <a:cubicBezTo>
                            <a:pt x="1250" y="388"/>
                            <a:pt x="1072" y="371"/>
                            <a:pt x="893" y="331"/>
                          </a:cubicBezTo>
                          <a:cubicBezTo>
                            <a:pt x="846" y="321"/>
                            <a:pt x="799" y="316"/>
                            <a:pt x="753" y="316"/>
                          </a:cubicBezTo>
                          <a:cubicBezTo>
                            <a:pt x="435" y="316"/>
                            <a:pt x="153" y="541"/>
                            <a:pt x="79" y="859"/>
                          </a:cubicBezTo>
                          <a:cubicBezTo>
                            <a:pt x="0" y="1231"/>
                            <a:pt x="235" y="1596"/>
                            <a:pt x="600" y="1680"/>
                          </a:cubicBezTo>
                          <a:cubicBezTo>
                            <a:pt x="874" y="1739"/>
                            <a:pt x="1148" y="1772"/>
                            <a:pt x="1428" y="1772"/>
                          </a:cubicBezTo>
                          <a:cubicBezTo>
                            <a:pt x="2112" y="1759"/>
                            <a:pt x="2790" y="1609"/>
                            <a:pt x="3416" y="1328"/>
                          </a:cubicBezTo>
                          <a:cubicBezTo>
                            <a:pt x="3774" y="1185"/>
                            <a:pt x="3944" y="774"/>
                            <a:pt x="3787" y="416"/>
                          </a:cubicBezTo>
                          <a:cubicBezTo>
                            <a:pt x="3677" y="157"/>
                            <a:pt x="3422" y="1"/>
                            <a:pt x="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8" name="Google Shape;14060;p46">
                      <a:extLst>
                        <a:ext uri="{FF2B5EF4-FFF2-40B4-BE49-F238E27FC236}">
                          <a16:creationId xmlns:a16="http://schemas.microsoft.com/office/drawing/2014/main" id="{682B78B4-FED3-3431-EB51-637FCCB24452}"/>
                        </a:ext>
                      </a:extLst>
                    </p:cNvPr>
                    <p:cNvSpPr/>
                    <p:nvPr/>
                  </p:nvSpPr>
                  <p:spPr>
                    <a:xfrm>
                      <a:off x="7054871" y="3655619"/>
                      <a:ext cx="106645" cy="45244"/>
                    </a:xfrm>
                    <a:custGeom>
                      <a:avLst/>
                      <a:gdLst/>
                      <a:ahLst/>
                      <a:cxnLst/>
                      <a:rect l="l" t="t" r="r" b="b"/>
                      <a:pathLst>
                        <a:path w="4224" h="1792" extrusionOk="0">
                          <a:moveTo>
                            <a:pt x="788" y="1"/>
                          </a:moveTo>
                          <a:cubicBezTo>
                            <a:pt x="521" y="1"/>
                            <a:pt x="265" y="157"/>
                            <a:pt x="150" y="416"/>
                          </a:cubicBezTo>
                          <a:cubicBezTo>
                            <a:pt x="0" y="775"/>
                            <a:pt x="170" y="1192"/>
                            <a:pt x="535" y="1335"/>
                          </a:cubicBezTo>
                          <a:cubicBezTo>
                            <a:pt x="1167" y="1622"/>
                            <a:pt x="1858" y="1778"/>
                            <a:pt x="2555" y="1791"/>
                          </a:cubicBezTo>
                          <a:cubicBezTo>
                            <a:pt x="2933" y="1791"/>
                            <a:pt x="3311" y="1733"/>
                            <a:pt x="3676" y="1609"/>
                          </a:cubicBezTo>
                          <a:cubicBezTo>
                            <a:pt x="4034" y="1479"/>
                            <a:pt x="4223" y="1087"/>
                            <a:pt x="4100" y="729"/>
                          </a:cubicBezTo>
                          <a:cubicBezTo>
                            <a:pt x="4002" y="446"/>
                            <a:pt x="3734" y="265"/>
                            <a:pt x="3449" y="265"/>
                          </a:cubicBezTo>
                          <a:cubicBezTo>
                            <a:pt x="3373" y="265"/>
                            <a:pt x="3295" y="278"/>
                            <a:pt x="3220" y="305"/>
                          </a:cubicBezTo>
                          <a:cubicBezTo>
                            <a:pt x="3005" y="379"/>
                            <a:pt x="2780" y="409"/>
                            <a:pt x="2555" y="409"/>
                          </a:cubicBezTo>
                          <a:cubicBezTo>
                            <a:pt x="2020" y="409"/>
                            <a:pt x="1483" y="238"/>
                            <a:pt x="1076" y="64"/>
                          </a:cubicBezTo>
                          <a:cubicBezTo>
                            <a:pt x="982" y="21"/>
                            <a:pt x="885" y="1"/>
                            <a:pt x="7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9" name="Google Shape;14061;p46">
                      <a:extLst>
                        <a:ext uri="{FF2B5EF4-FFF2-40B4-BE49-F238E27FC236}">
                          <a16:creationId xmlns:a16="http://schemas.microsoft.com/office/drawing/2014/main" id="{0CACC9A3-DC47-269F-D0A6-3D7F314337C2}"/>
                        </a:ext>
                      </a:extLst>
                    </p:cNvPr>
                    <p:cNvSpPr/>
                    <p:nvPr/>
                  </p:nvSpPr>
                  <p:spPr>
                    <a:xfrm>
                      <a:off x="6983118" y="3655619"/>
                      <a:ext cx="99576" cy="44739"/>
                    </a:xfrm>
                    <a:custGeom>
                      <a:avLst/>
                      <a:gdLst/>
                      <a:ahLst/>
                      <a:cxnLst/>
                      <a:rect l="l" t="t" r="r" b="b"/>
                      <a:pathLst>
                        <a:path w="3944" h="1772" extrusionOk="0">
                          <a:moveTo>
                            <a:pt x="3155" y="1"/>
                          </a:moveTo>
                          <a:cubicBezTo>
                            <a:pt x="3059" y="1"/>
                            <a:pt x="2961" y="21"/>
                            <a:pt x="2868" y="64"/>
                          </a:cubicBezTo>
                          <a:cubicBezTo>
                            <a:pt x="2492" y="227"/>
                            <a:pt x="1974" y="394"/>
                            <a:pt x="1425" y="394"/>
                          </a:cubicBezTo>
                          <a:cubicBezTo>
                            <a:pt x="1249" y="394"/>
                            <a:pt x="1071" y="377"/>
                            <a:pt x="893" y="338"/>
                          </a:cubicBezTo>
                          <a:cubicBezTo>
                            <a:pt x="845" y="328"/>
                            <a:pt x="797" y="323"/>
                            <a:pt x="750" y="323"/>
                          </a:cubicBezTo>
                          <a:cubicBezTo>
                            <a:pt x="433" y="323"/>
                            <a:pt x="152" y="543"/>
                            <a:pt x="79" y="866"/>
                          </a:cubicBezTo>
                          <a:cubicBezTo>
                            <a:pt x="0" y="1231"/>
                            <a:pt x="235" y="1602"/>
                            <a:pt x="600" y="1687"/>
                          </a:cubicBezTo>
                          <a:cubicBezTo>
                            <a:pt x="874" y="1739"/>
                            <a:pt x="1148" y="1772"/>
                            <a:pt x="1428" y="1772"/>
                          </a:cubicBezTo>
                          <a:cubicBezTo>
                            <a:pt x="2112" y="1759"/>
                            <a:pt x="2790" y="1609"/>
                            <a:pt x="3416" y="1335"/>
                          </a:cubicBezTo>
                          <a:cubicBezTo>
                            <a:pt x="3774" y="1185"/>
                            <a:pt x="3944" y="775"/>
                            <a:pt x="3787" y="416"/>
                          </a:cubicBezTo>
                          <a:cubicBezTo>
                            <a:pt x="3677" y="157"/>
                            <a:pt x="3422" y="1"/>
                            <a:pt x="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0" name="Google Shape;14062;p46">
                      <a:extLst>
                        <a:ext uri="{FF2B5EF4-FFF2-40B4-BE49-F238E27FC236}">
                          <a16:creationId xmlns:a16="http://schemas.microsoft.com/office/drawing/2014/main" id="{F7566AEA-4625-5A13-4E4E-A0D0E5A2D96B}"/>
                        </a:ext>
                      </a:extLst>
                    </p:cNvPr>
                    <p:cNvSpPr/>
                    <p:nvPr/>
                  </p:nvSpPr>
                  <p:spPr>
                    <a:xfrm>
                      <a:off x="6973725" y="3596464"/>
                      <a:ext cx="117527" cy="44335"/>
                    </a:xfrm>
                    <a:custGeom>
                      <a:avLst/>
                      <a:gdLst/>
                      <a:ahLst/>
                      <a:cxnLst/>
                      <a:rect l="l" t="t" r="r" b="b"/>
                      <a:pathLst>
                        <a:path w="4655" h="1756" extrusionOk="0">
                          <a:moveTo>
                            <a:pt x="3863" y="0"/>
                          </a:moveTo>
                          <a:cubicBezTo>
                            <a:pt x="3768" y="0"/>
                            <a:pt x="3671" y="20"/>
                            <a:pt x="3579" y="61"/>
                          </a:cubicBezTo>
                          <a:cubicBezTo>
                            <a:pt x="3094" y="270"/>
                            <a:pt x="2605" y="375"/>
                            <a:pt x="2150" y="375"/>
                          </a:cubicBezTo>
                          <a:cubicBezTo>
                            <a:pt x="1769" y="375"/>
                            <a:pt x="1412" y="301"/>
                            <a:pt x="1102" y="152"/>
                          </a:cubicBezTo>
                          <a:cubicBezTo>
                            <a:pt x="1002" y="101"/>
                            <a:pt x="895" y="77"/>
                            <a:pt x="789" y="77"/>
                          </a:cubicBezTo>
                          <a:cubicBezTo>
                            <a:pt x="532" y="77"/>
                            <a:pt x="286" y="220"/>
                            <a:pt x="170" y="465"/>
                          </a:cubicBezTo>
                          <a:cubicBezTo>
                            <a:pt x="1" y="817"/>
                            <a:pt x="151" y="1234"/>
                            <a:pt x="503" y="1397"/>
                          </a:cubicBezTo>
                          <a:cubicBezTo>
                            <a:pt x="1005" y="1632"/>
                            <a:pt x="1556" y="1756"/>
                            <a:pt x="2109" y="1756"/>
                          </a:cubicBezTo>
                          <a:cubicBezTo>
                            <a:pt x="2123" y="1756"/>
                            <a:pt x="2138" y="1756"/>
                            <a:pt x="2152" y="1755"/>
                          </a:cubicBezTo>
                          <a:cubicBezTo>
                            <a:pt x="2836" y="1749"/>
                            <a:pt x="3501" y="1606"/>
                            <a:pt x="4127" y="1332"/>
                          </a:cubicBezTo>
                          <a:cubicBezTo>
                            <a:pt x="4485" y="1182"/>
                            <a:pt x="4654" y="771"/>
                            <a:pt x="4498" y="419"/>
                          </a:cubicBezTo>
                          <a:cubicBezTo>
                            <a:pt x="4387" y="155"/>
                            <a:pt x="4131" y="0"/>
                            <a:pt x="38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1" name="Google Shape;14063;p46">
                      <a:extLst>
                        <a:ext uri="{FF2B5EF4-FFF2-40B4-BE49-F238E27FC236}">
                          <a16:creationId xmlns:a16="http://schemas.microsoft.com/office/drawing/2014/main" id="{3247158D-E602-07B0-8CD6-6CE3EE3F76C6}"/>
                        </a:ext>
                      </a:extLst>
                    </p:cNvPr>
                    <p:cNvSpPr/>
                    <p:nvPr/>
                  </p:nvSpPr>
                  <p:spPr>
                    <a:xfrm>
                      <a:off x="7118368" y="3906680"/>
                      <a:ext cx="38881" cy="118007"/>
                    </a:xfrm>
                    <a:custGeom>
                      <a:avLst/>
                      <a:gdLst/>
                      <a:ahLst/>
                      <a:cxnLst/>
                      <a:rect l="l" t="t" r="r" b="b"/>
                      <a:pathLst>
                        <a:path w="1540" h="4674" extrusionOk="0">
                          <a:moveTo>
                            <a:pt x="1018" y="1"/>
                          </a:moveTo>
                          <a:lnTo>
                            <a:pt x="1" y="118"/>
                          </a:lnTo>
                          <a:lnTo>
                            <a:pt x="529" y="4674"/>
                          </a:lnTo>
                          <a:lnTo>
                            <a:pt x="1539" y="4557"/>
                          </a:lnTo>
                          <a:lnTo>
                            <a:pt x="10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2" name="Google Shape;14064;p46">
                      <a:extLst>
                        <a:ext uri="{FF2B5EF4-FFF2-40B4-BE49-F238E27FC236}">
                          <a16:creationId xmlns:a16="http://schemas.microsoft.com/office/drawing/2014/main" id="{D39F8E45-8C27-D302-AF65-856900138697}"/>
                        </a:ext>
                      </a:extLst>
                    </p:cNvPr>
                    <p:cNvSpPr/>
                    <p:nvPr/>
                  </p:nvSpPr>
                  <p:spPr>
                    <a:xfrm>
                      <a:off x="7122332" y="3882695"/>
                      <a:ext cx="43830" cy="37063"/>
                    </a:xfrm>
                    <a:custGeom>
                      <a:avLst/>
                      <a:gdLst/>
                      <a:ahLst/>
                      <a:cxnLst/>
                      <a:rect l="l" t="t" r="r" b="b"/>
                      <a:pathLst>
                        <a:path w="1736" h="1468" extrusionOk="0">
                          <a:moveTo>
                            <a:pt x="778" y="1"/>
                          </a:moveTo>
                          <a:cubicBezTo>
                            <a:pt x="750" y="1"/>
                            <a:pt x="721" y="2"/>
                            <a:pt x="691" y="6"/>
                          </a:cubicBezTo>
                          <a:cubicBezTo>
                            <a:pt x="287" y="51"/>
                            <a:pt x="0" y="416"/>
                            <a:pt x="46" y="820"/>
                          </a:cubicBezTo>
                          <a:cubicBezTo>
                            <a:pt x="95" y="1225"/>
                            <a:pt x="433" y="1468"/>
                            <a:pt x="780" y="1468"/>
                          </a:cubicBezTo>
                          <a:cubicBezTo>
                            <a:pt x="987" y="1468"/>
                            <a:pt x="1196" y="1382"/>
                            <a:pt x="1349" y="1192"/>
                          </a:cubicBezTo>
                          <a:cubicBezTo>
                            <a:pt x="1735" y="700"/>
                            <a:pt x="1378" y="1"/>
                            <a:pt x="7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3" name="Google Shape;14065;p46">
                      <a:extLst>
                        <a:ext uri="{FF2B5EF4-FFF2-40B4-BE49-F238E27FC236}">
                          <a16:creationId xmlns:a16="http://schemas.microsoft.com/office/drawing/2014/main" id="{E9858B09-1301-49A1-12F7-7A3228854229}"/>
                        </a:ext>
                      </a:extLst>
                    </p:cNvPr>
                    <p:cNvSpPr/>
                    <p:nvPr/>
                  </p:nvSpPr>
                  <p:spPr>
                    <a:xfrm>
                      <a:off x="7096656" y="3885674"/>
                      <a:ext cx="43981" cy="37013"/>
                    </a:xfrm>
                    <a:custGeom>
                      <a:avLst/>
                      <a:gdLst/>
                      <a:ahLst/>
                      <a:cxnLst/>
                      <a:rect l="l" t="t" r="r" b="b"/>
                      <a:pathLst>
                        <a:path w="1742" h="1466" extrusionOk="0">
                          <a:moveTo>
                            <a:pt x="784" y="0"/>
                          </a:moveTo>
                          <a:cubicBezTo>
                            <a:pt x="756" y="0"/>
                            <a:pt x="727" y="2"/>
                            <a:pt x="698" y="5"/>
                          </a:cubicBezTo>
                          <a:cubicBezTo>
                            <a:pt x="294" y="51"/>
                            <a:pt x="1" y="416"/>
                            <a:pt x="53" y="820"/>
                          </a:cubicBezTo>
                          <a:cubicBezTo>
                            <a:pt x="97" y="1223"/>
                            <a:pt x="435" y="1466"/>
                            <a:pt x="780" y="1466"/>
                          </a:cubicBezTo>
                          <a:cubicBezTo>
                            <a:pt x="988" y="1466"/>
                            <a:pt x="1198" y="1378"/>
                            <a:pt x="1350" y="1185"/>
                          </a:cubicBezTo>
                          <a:cubicBezTo>
                            <a:pt x="1742" y="699"/>
                            <a:pt x="1379" y="0"/>
                            <a:pt x="7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4" name="Google Shape;14066;p46">
                      <a:extLst>
                        <a:ext uri="{FF2B5EF4-FFF2-40B4-BE49-F238E27FC236}">
                          <a16:creationId xmlns:a16="http://schemas.microsoft.com/office/drawing/2014/main" id="{95392283-08B3-5FF3-2BB0-5C12C4959670}"/>
                        </a:ext>
                      </a:extLst>
                    </p:cNvPr>
                    <p:cNvSpPr/>
                    <p:nvPr/>
                  </p:nvSpPr>
                  <p:spPr>
                    <a:xfrm>
                      <a:off x="7135991" y="4002015"/>
                      <a:ext cx="43855" cy="37063"/>
                    </a:xfrm>
                    <a:custGeom>
                      <a:avLst/>
                      <a:gdLst/>
                      <a:ahLst/>
                      <a:cxnLst/>
                      <a:rect l="l" t="t" r="r" b="b"/>
                      <a:pathLst>
                        <a:path w="1737" h="1468" extrusionOk="0">
                          <a:moveTo>
                            <a:pt x="777" y="1"/>
                          </a:moveTo>
                          <a:cubicBezTo>
                            <a:pt x="751" y="1"/>
                            <a:pt x="725" y="2"/>
                            <a:pt x="698" y="5"/>
                          </a:cubicBezTo>
                          <a:cubicBezTo>
                            <a:pt x="294" y="51"/>
                            <a:pt x="0" y="416"/>
                            <a:pt x="46" y="820"/>
                          </a:cubicBezTo>
                          <a:cubicBezTo>
                            <a:pt x="95" y="1224"/>
                            <a:pt x="436" y="1467"/>
                            <a:pt x="783" y="1467"/>
                          </a:cubicBezTo>
                          <a:cubicBezTo>
                            <a:pt x="990" y="1467"/>
                            <a:pt x="1199" y="1381"/>
                            <a:pt x="1349" y="1191"/>
                          </a:cubicBezTo>
                          <a:cubicBezTo>
                            <a:pt x="1737" y="704"/>
                            <a:pt x="1382" y="1"/>
                            <a:pt x="7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5" name="Google Shape;14067;p46">
                      <a:extLst>
                        <a:ext uri="{FF2B5EF4-FFF2-40B4-BE49-F238E27FC236}">
                          <a16:creationId xmlns:a16="http://schemas.microsoft.com/office/drawing/2014/main" id="{61C63613-6C82-1091-463F-2EDF1DCE22C9}"/>
                        </a:ext>
                      </a:extLst>
                    </p:cNvPr>
                    <p:cNvSpPr/>
                    <p:nvPr/>
                  </p:nvSpPr>
                  <p:spPr>
                    <a:xfrm>
                      <a:off x="7110314" y="4004969"/>
                      <a:ext cx="43981" cy="37063"/>
                    </a:xfrm>
                    <a:custGeom>
                      <a:avLst/>
                      <a:gdLst/>
                      <a:ahLst/>
                      <a:cxnLst/>
                      <a:rect l="l" t="t" r="r" b="b"/>
                      <a:pathLst>
                        <a:path w="1742" h="1468" extrusionOk="0">
                          <a:moveTo>
                            <a:pt x="784" y="0"/>
                          </a:moveTo>
                          <a:cubicBezTo>
                            <a:pt x="756" y="0"/>
                            <a:pt x="727" y="2"/>
                            <a:pt x="698" y="5"/>
                          </a:cubicBezTo>
                          <a:cubicBezTo>
                            <a:pt x="294" y="51"/>
                            <a:pt x="1" y="416"/>
                            <a:pt x="53" y="820"/>
                          </a:cubicBezTo>
                          <a:cubicBezTo>
                            <a:pt x="98" y="1224"/>
                            <a:pt x="437" y="1467"/>
                            <a:pt x="783" y="1467"/>
                          </a:cubicBezTo>
                          <a:cubicBezTo>
                            <a:pt x="990" y="1467"/>
                            <a:pt x="1199" y="1381"/>
                            <a:pt x="1350" y="1191"/>
                          </a:cubicBezTo>
                          <a:cubicBezTo>
                            <a:pt x="1742" y="700"/>
                            <a:pt x="1379" y="0"/>
                            <a:pt x="7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6" name="Google Shape;14068;p46">
                      <a:extLst>
                        <a:ext uri="{FF2B5EF4-FFF2-40B4-BE49-F238E27FC236}">
                          <a16:creationId xmlns:a16="http://schemas.microsoft.com/office/drawing/2014/main" id="{80BD8D98-2884-5912-4B75-91724503E089}"/>
                        </a:ext>
                      </a:extLst>
                    </p:cNvPr>
                    <p:cNvSpPr/>
                    <p:nvPr/>
                  </p:nvSpPr>
                  <p:spPr>
                    <a:xfrm>
                      <a:off x="7129906" y="4152515"/>
                      <a:ext cx="21890" cy="99753"/>
                    </a:xfrm>
                    <a:custGeom>
                      <a:avLst/>
                      <a:gdLst/>
                      <a:ahLst/>
                      <a:cxnLst/>
                      <a:rect l="l" t="t" r="r" b="b"/>
                      <a:pathLst>
                        <a:path w="867" h="3951" extrusionOk="0">
                          <a:moveTo>
                            <a:pt x="78" y="1"/>
                          </a:moveTo>
                          <a:lnTo>
                            <a:pt x="0" y="3938"/>
                          </a:lnTo>
                          <a:lnTo>
                            <a:pt x="789" y="3951"/>
                          </a:lnTo>
                          <a:lnTo>
                            <a:pt x="867" y="21"/>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7" name="Google Shape;14069;p46">
                      <a:extLst>
                        <a:ext uri="{FF2B5EF4-FFF2-40B4-BE49-F238E27FC236}">
                          <a16:creationId xmlns:a16="http://schemas.microsoft.com/office/drawing/2014/main" id="{62631B17-BC25-2878-5F4F-7C2992378D4F}"/>
                        </a:ext>
                      </a:extLst>
                    </p:cNvPr>
                    <p:cNvSpPr/>
                    <p:nvPr/>
                  </p:nvSpPr>
                  <p:spPr>
                    <a:xfrm>
                      <a:off x="7140207" y="4137543"/>
                      <a:ext cx="36129" cy="30953"/>
                    </a:xfrm>
                    <a:custGeom>
                      <a:avLst/>
                      <a:gdLst/>
                      <a:ahLst/>
                      <a:cxnLst/>
                      <a:rect l="l" t="t" r="r" b="b"/>
                      <a:pathLst>
                        <a:path w="1431" h="1226" extrusionOk="0">
                          <a:moveTo>
                            <a:pt x="616" y="1"/>
                          </a:moveTo>
                          <a:cubicBezTo>
                            <a:pt x="283" y="1"/>
                            <a:pt x="16" y="266"/>
                            <a:pt x="9" y="600"/>
                          </a:cubicBezTo>
                          <a:cubicBezTo>
                            <a:pt x="0" y="976"/>
                            <a:pt x="304" y="1226"/>
                            <a:pt x="622" y="1226"/>
                          </a:cubicBezTo>
                          <a:cubicBezTo>
                            <a:pt x="768" y="1226"/>
                            <a:pt x="916" y="1173"/>
                            <a:pt x="1039" y="1057"/>
                          </a:cubicBezTo>
                          <a:cubicBezTo>
                            <a:pt x="1430" y="679"/>
                            <a:pt x="1176" y="14"/>
                            <a:pt x="628" y="1"/>
                          </a:cubicBezTo>
                          <a:cubicBezTo>
                            <a:pt x="624" y="1"/>
                            <a:pt x="620" y="1"/>
                            <a:pt x="6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8" name="Google Shape;14070;p46">
                      <a:extLst>
                        <a:ext uri="{FF2B5EF4-FFF2-40B4-BE49-F238E27FC236}">
                          <a16:creationId xmlns:a16="http://schemas.microsoft.com/office/drawing/2014/main" id="{3F24646C-1FFA-CB3A-D35F-917C35653481}"/>
                        </a:ext>
                      </a:extLst>
                    </p:cNvPr>
                    <p:cNvSpPr/>
                    <p:nvPr/>
                  </p:nvSpPr>
                  <p:spPr>
                    <a:xfrm>
                      <a:off x="7118924" y="4137215"/>
                      <a:ext cx="36180" cy="30802"/>
                    </a:xfrm>
                    <a:custGeom>
                      <a:avLst/>
                      <a:gdLst/>
                      <a:ahLst/>
                      <a:cxnLst/>
                      <a:rect l="l" t="t" r="r" b="b"/>
                      <a:pathLst>
                        <a:path w="1433" h="1220" extrusionOk="0">
                          <a:moveTo>
                            <a:pt x="607" y="0"/>
                          </a:moveTo>
                          <a:cubicBezTo>
                            <a:pt x="279" y="0"/>
                            <a:pt x="11" y="269"/>
                            <a:pt x="5" y="594"/>
                          </a:cubicBezTo>
                          <a:cubicBezTo>
                            <a:pt x="0" y="969"/>
                            <a:pt x="306" y="1219"/>
                            <a:pt x="624" y="1219"/>
                          </a:cubicBezTo>
                          <a:cubicBezTo>
                            <a:pt x="770" y="1219"/>
                            <a:pt x="918" y="1167"/>
                            <a:pt x="1041" y="1050"/>
                          </a:cubicBezTo>
                          <a:cubicBezTo>
                            <a:pt x="1432" y="672"/>
                            <a:pt x="1172" y="7"/>
                            <a:pt x="631" y="1"/>
                          </a:cubicBezTo>
                          <a:cubicBezTo>
                            <a:pt x="623" y="1"/>
                            <a:pt x="615" y="0"/>
                            <a:pt x="6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9" name="Google Shape;14071;p46">
                      <a:extLst>
                        <a:ext uri="{FF2B5EF4-FFF2-40B4-BE49-F238E27FC236}">
                          <a16:creationId xmlns:a16="http://schemas.microsoft.com/office/drawing/2014/main" id="{CEC14EA5-F0D5-5326-9345-6AAE7165906E}"/>
                        </a:ext>
                      </a:extLst>
                    </p:cNvPr>
                    <p:cNvSpPr/>
                    <p:nvPr/>
                  </p:nvSpPr>
                  <p:spPr>
                    <a:xfrm>
                      <a:off x="7138238" y="4237271"/>
                      <a:ext cx="36281" cy="30852"/>
                    </a:xfrm>
                    <a:custGeom>
                      <a:avLst/>
                      <a:gdLst/>
                      <a:ahLst/>
                      <a:cxnLst/>
                      <a:rect l="l" t="t" r="r" b="b"/>
                      <a:pathLst>
                        <a:path w="1437" h="1222" extrusionOk="0">
                          <a:moveTo>
                            <a:pt x="605" y="0"/>
                          </a:moveTo>
                          <a:cubicBezTo>
                            <a:pt x="277" y="0"/>
                            <a:pt x="15" y="269"/>
                            <a:pt x="9" y="594"/>
                          </a:cubicBezTo>
                          <a:cubicBezTo>
                            <a:pt x="0" y="969"/>
                            <a:pt x="304" y="1222"/>
                            <a:pt x="622" y="1222"/>
                          </a:cubicBezTo>
                          <a:cubicBezTo>
                            <a:pt x="767" y="1222"/>
                            <a:pt x="916" y="1169"/>
                            <a:pt x="1039" y="1050"/>
                          </a:cubicBezTo>
                          <a:cubicBezTo>
                            <a:pt x="1436" y="672"/>
                            <a:pt x="1176" y="7"/>
                            <a:pt x="628" y="0"/>
                          </a:cubicBezTo>
                          <a:cubicBezTo>
                            <a:pt x="620" y="0"/>
                            <a:pt x="613" y="0"/>
                            <a:pt x="6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0" name="Google Shape;14072;p46">
                      <a:extLst>
                        <a:ext uri="{FF2B5EF4-FFF2-40B4-BE49-F238E27FC236}">
                          <a16:creationId xmlns:a16="http://schemas.microsoft.com/office/drawing/2014/main" id="{1D524CFD-E812-098A-72BE-DB719FEAB4BA}"/>
                        </a:ext>
                      </a:extLst>
                    </p:cNvPr>
                    <p:cNvSpPr/>
                    <p:nvPr/>
                  </p:nvSpPr>
                  <p:spPr>
                    <a:xfrm>
                      <a:off x="7116828" y="4236766"/>
                      <a:ext cx="36306" cy="30878"/>
                    </a:xfrm>
                    <a:custGeom>
                      <a:avLst/>
                      <a:gdLst/>
                      <a:ahLst/>
                      <a:cxnLst/>
                      <a:rect l="l" t="t" r="r" b="b"/>
                      <a:pathLst>
                        <a:path w="1438" h="1223" extrusionOk="0">
                          <a:moveTo>
                            <a:pt x="623" y="1"/>
                          </a:moveTo>
                          <a:cubicBezTo>
                            <a:pt x="290" y="1"/>
                            <a:pt x="16" y="266"/>
                            <a:pt x="10" y="601"/>
                          </a:cubicBezTo>
                          <a:cubicBezTo>
                            <a:pt x="1" y="971"/>
                            <a:pt x="304" y="1222"/>
                            <a:pt x="623" y="1222"/>
                          </a:cubicBezTo>
                          <a:cubicBezTo>
                            <a:pt x="770" y="1222"/>
                            <a:pt x="921" y="1169"/>
                            <a:pt x="1046" y="1050"/>
                          </a:cubicBezTo>
                          <a:cubicBezTo>
                            <a:pt x="1437" y="672"/>
                            <a:pt x="1176" y="14"/>
                            <a:pt x="635" y="1"/>
                          </a:cubicBezTo>
                          <a:cubicBezTo>
                            <a:pt x="631" y="1"/>
                            <a:pt x="627" y="1"/>
                            <a:pt x="6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1" name="Google Shape;14073;p46">
                      <a:extLst>
                        <a:ext uri="{FF2B5EF4-FFF2-40B4-BE49-F238E27FC236}">
                          <a16:creationId xmlns:a16="http://schemas.microsoft.com/office/drawing/2014/main" id="{0768150B-24BF-2385-F6FB-ABCF81EB176C}"/>
                        </a:ext>
                      </a:extLst>
                    </p:cNvPr>
                    <p:cNvSpPr/>
                    <p:nvPr/>
                  </p:nvSpPr>
                  <p:spPr>
                    <a:xfrm>
                      <a:off x="7245742" y="3712350"/>
                      <a:ext cx="54004" cy="108640"/>
                    </a:xfrm>
                    <a:custGeom>
                      <a:avLst/>
                      <a:gdLst/>
                      <a:ahLst/>
                      <a:cxnLst/>
                      <a:rect l="l" t="t" r="r" b="b"/>
                      <a:pathLst>
                        <a:path w="2139" h="4303" extrusionOk="0">
                          <a:moveTo>
                            <a:pt x="893" y="1"/>
                          </a:moveTo>
                          <a:lnTo>
                            <a:pt x="0" y="274"/>
                          </a:lnTo>
                          <a:lnTo>
                            <a:pt x="1245" y="4302"/>
                          </a:lnTo>
                          <a:lnTo>
                            <a:pt x="2138" y="4028"/>
                          </a:lnTo>
                          <a:lnTo>
                            <a:pt x="8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2" name="Google Shape;14074;p46">
                      <a:extLst>
                        <a:ext uri="{FF2B5EF4-FFF2-40B4-BE49-F238E27FC236}">
                          <a16:creationId xmlns:a16="http://schemas.microsoft.com/office/drawing/2014/main" id="{E0F344E9-34E4-2A45-1FDC-5CC07E81CAA4}"/>
                        </a:ext>
                      </a:extLst>
                    </p:cNvPr>
                    <p:cNvSpPr/>
                    <p:nvPr/>
                  </p:nvSpPr>
                  <p:spPr>
                    <a:xfrm>
                      <a:off x="7246398" y="3690183"/>
                      <a:ext cx="40472" cy="34185"/>
                    </a:xfrm>
                    <a:custGeom>
                      <a:avLst/>
                      <a:gdLst/>
                      <a:ahLst/>
                      <a:cxnLst/>
                      <a:rect l="l" t="t" r="r" b="b"/>
                      <a:pathLst>
                        <a:path w="1603" h="1354" extrusionOk="0">
                          <a:moveTo>
                            <a:pt x="764" y="0"/>
                          </a:moveTo>
                          <a:cubicBezTo>
                            <a:pt x="698" y="0"/>
                            <a:pt x="630" y="10"/>
                            <a:pt x="561" y="31"/>
                          </a:cubicBezTo>
                          <a:cubicBezTo>
                            <a:pt x="203" y="142"/>
                            <a:pt x="1" y="520"/>
                            <a:pt x="111" y="879"/>
                          </a:cubicBezTo>
                          <a:cubicBezTo>
                            <a:pt x="207" y="1190"/>
                            <a:pt x="483" y="1353"/>
                            <a:pt x="760" y="1353"/>
                          </a:cubicBezTo>
                          <a:cubicBezTo>
                            <a:pt x="994" y="1353"/>
                            <a:pt x="1228" y="1237"/>
                            <a:pt x="1356" y="996"/>
                          </a:cubicBezTo>
                          <a:cubicBezTo>
                            <a:pt x="1603" y="526"/>
                            <a:pt x="1244" y="0"/>
                            <a:pt x="7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3" name="Google Shape;14075;p46">
                      <a:extLst>
                        <a:ext uri="{FF2B5EF4-FFF2-40B4-BE49-F238E27FC236}">
                          <a16:creationId xmlns:a16="http://schemas.microsoft.com/office/drawing/2014/main" id="{FF82DEB5-621A-F5EB-C1AC-F060C77BAD82}"/>
                        </a:ext>
                      </a:extLst>
                    </p:cNvPr>
                    <p:cNvSpPr/>
                    <p:nvPr/>
                  </p:nvSpPr>
                  <p:spPr>
                    <a:xfrm>
                      <a:off x="7223852" y="3697202"/>
                      <a:ext cx="40446" cy="34185"/>
                    </a:xfrm>
                    <a:custGeom>
                      <a:avLst/>
                      <a:gdLst/>
                      <a:ahLst/>
                      <a:cxnLst/>
                      <a:rect l="l" t="t" r="r" b="b"/>
                      <a:pathLst>
                        <a:path w="1602" h="1354" extrusionOk="0">
                          <a:moveTo>
                            <a:pt x="766" y="0"/>
                          </a:moveTo>
                          <a:cubicBezTo>
                            <a:pt x="697" y="0"/>
                            <a:pt x="627" y="11"/>
                            <a:pt x="555" y="34"/>
                          </a:cubicBezTo>
                          <a:cubicBezTo>
                            <a:pt x="196" y="138"/>
                            <a:pt x="1" y="522"/>
                            <a:pt x="111" y="874"/>
                          </a:cubicBezTo>
                          <a:cubicBezTo>
                            <a:pt x="207" y="1189"/>
                            <a:pt x="482" y="1354"/>
                            <a:pt x="759" y="1354"/>
                          </a:cubicBezTo>
                          <a:cubicBezTo>
                            <a:pt x="993" y="1354"/>
                            <a:pt x="1228" y="1236"/>
                            <a:pt x="1356" y="992"/>
                          </a:cubicBezTo>
                          <a:cubicBezTo>
                            <a:pt x="1602" y="524"/>
                            <a:pt x="1247" y="0"/>
                            <a:pt x="7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4" name="Google Shape;14076;p46">
                      <a:extLst>
                        <a:ext uri="{FF2B5EF4-FFF2-40B4-BE49-F238E27FC236}">
                          <a16:creationId xmlns:a16="http://schemas.microsoft.com/office/drawing/2014/main" id="{15D2A1E6-2A5B-0726-6036-02EE55F57AB2}"/>
                        </a:ext>
                      </a:extLst>
                    </p:cNvPr>
                    <p:cNvSpPr/>
                    <p:nvPr/>
                  </p:nvSpPr>
                  <p:spPr>
                    <a:xfrm>
                      <a:off x="7278993" y="3795642"/>
                      <a:ext cx="40598" cy="34261"/>
                    </a:xfrm>
                    <a:custGeom>
                      <a:avLst/>
                      <a:gdLst/>
                      <a:ahLst/>
                      <a:cxnLst/>
                      <a:rect l="l" t="t" r="r" b="b"/>
                      <a:pathLst>
                        <a:path w="1608" h="1357" extrusionOk="0">
                          <a:moveTo>
                            <a:pt x="764" y="1"/>
                          </a:moveTo>
                          <a:cubicBezTo>
                            <a:pt x="698" y="1"/>
                            <a:pt x="630" y="11"/>
                            <a:pt x="561" y="32"/>
                          </a:cubicBezTo>
                          <a:cubicBezTo>
                            <a:pt x="202" y="143"/>
                            <a:pt x="0" y="521"/>
                            <a:pt x="111" y="879"/>
                          </a:cubicBezTo>
                          <a:cubicBezTo>
                            <a:pt x="210" y="1191"/>
                            <a:pt x="487" y="1357"/>
                            <a:pt x="764" y="1357"/>
                          </a:cubicBezTo>
                          <a:cubicBezTo>
                            <a:pt x="996" y="1357"/>
                            <a:pt x="1228" y="1240"/>
                            <a:pt x="1356" y="997"/>
                          </a:cubicBezTo>
                          <a:cubicBezTo>
                            <a:pt x="1608" y="527"/>
                            <a:pt x="1245" y="1"/>
                            <a:pt x="7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5" name="Google Shape;14077;p46">
                      <a:extLst>
                        <a:ext uri="{FF2B5EF4-FFF2-40B4-BE49-F238E27FC236}">
                          <a16:creationId xmlns:a16="http://schemas.microsoft.com/office/drawing/2014/main" id="{E8A70F33-F5F9-2590-1A1A-0A8850D89881}"/>
                        </a:ext>
                      </a:extLst>
                    </p:cNvPr>
                    <p:cNvSpPr/>
                    <p:nvPr/>
                  </p:nvSpPr>
                  <p:spPr>
                    <a:xfrm>
                      <a:off x="7256447" y="3802686"/>
                      <a:ext cx="40446" cy="34210"/>
                    </a:xfrm>
                    <a:custGeom>
                      <a:avLst/>
                      <a:gdLst/>
                      <a:ahLst/>
                      <a:cxnLst/>
                      <a:rect l="l" t="t" r="r" b="b"/>
                      <a:pathLst>
                        <a:path w="1602" h="1355" extrusionOk="0">
                          <a:moveTo>
                            <a:pt x="770" y="0"/>
                          </a:moveTo>
                          <a:cubicBezTo>
                            <a:pt x="702" y="0"/>
                            <a:pt x="632" y="11"/>
                            <a:pt x="561" y="33"/>
                          </a:cubicBezTo>
                          <a:cubicBezTo>
                            <a:pt x="202" y="144"/>
                            <a:pt x="0" y="522"/>
                            <a:pt x="111" y="881"/>
                          </a:cubicBezTo>
                          <a:cubicBezTo>
                            <a:pt x="206" y="1191"/>
                            <a:pt x="481" y="1354"/>
                            <a:pt x="757" y="1354"/>
                          </a:cubicBezTo>
                          <a:cubicBezTo>
                            <a:pt x="991" y="1354"/>
                            <a:pt x="1227" y="1237"/>
                            <a:pt x="1356" y="991"/>
                          </a:cubicBezTo>
                          <a:cubicBezTo>
                            <a:pt x="1601" y="523"/>
                            <a:pt x="1247" y="0"/>
                            <a:pt x="7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6" name="Google Shape;14078;p46">
                      <a:extLst>
                        <a:ext uri="{FF2B5EF4-FFF2-40B4-BE49-F238E27FC236}">
                          <a16:creationId xmlns:a16="http://schemas.microsoft.com/office/drawing/2014/main" id="{FE0C6244-2E4B-AFA2-AE11-7CF4FACED9CB}"/>
                        </a:ext>
                      </a:extLst>
                    </p:cNvPr>
                    <p:cNvSpPr/>
                    <p:nvPr/>
                  </p:nvSpPr>
                  <p:spPr>
                    <a:xfrm>
                      <a:off x="7200498" y="3542207"/>
                      <a:ext cx="55469" cy="114220"/>
                    </a:xfrm>
                    <a:custGeom>
                      <a:avLst/>
                      <a:gdLst/>
                      <a:ahLst/>
                      <a:cxnLst/>
                      <a:rect l="l" t="t" r="r" b="b"/>
                      <a:pathLst>
                        <a:path w="2197" h="4524" extrusionOk="0">
                          <a:moveTo>
                            <a:pt x="945" y="0"/>
                          </a:moveTo>
                          <a:lnTo>
                            <a:pt x="0" y="281"/>
                          </a:lnTo>
                          <a:lnTo>
                            <a:pt x="1252" y="4524"/>
                          </a:lnTo>
                          <a:lnTo>
                            <a:pt x="2197" y="4243"/>
                          </a:lnTo>
                          <a:lnTo>
                            <a:pt x="9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7" name="Google Shape;14079;p46">
                      <a:extLst>
                        <a:ext uri="{FF2B5EF4-FFF2-40B4-BE49-F238E27FC236}">
                          <a16:creationId xmlns:a16="http://schemas.microsoft.com/office/drawing/2014/main" id="{AFB54E4F-8A60-8EA6-06CB-498A3BADB3A7}"/>
                        </a:ext>
                      </a:extLst>
                    </p:cNvPr>
                    <p:cNvSpPr/>
                    <p:nvPr/>
                  </p:nvSpPr>
                  <p:spPr>
                    <a:xfrm>
                      <a:off x="7201483" y="3519409"/>
                      <a:ext cx="42567" cy="35877"/>
                    </a:xfrm>
                    <a:custGeom>
                      <a:avLst/>
                      <a:gdLst/>
                      <a:ahLst/>
                      <a:cxnLst/>
                      <a:rect l="l" t="t" r="r" b="b"/>
                      <a:pathLst>
                        <a:path w="1686" h="1421" extrusionOk="0">
                          <a:moveTo>
                            <a:pt x="799" y="0"/>
                          </a:moveTo>
                          <a:cubicBezTo>
                            <a:pt x="732" y="0"/>
                            <a:pt x="663" y="10"/>
                            <a:pt x="593" y="30"/>
                          </a:cubicBezTo>
                          <a:cubicBezTo>
                            <a:pt x="215" y="141"/>
                            <a:pt x="0" y="532"/>
                            <a:pt x="111" y="910"/>
                          </a:cubicBezTo>
                          <a:cubicBezTo>
                            <a:pt x="211" y="1242"/>
                            <a:pt x="504" y="1420"/>
                            <a:pt x="797" y="1420"/>
                          </a:cubicBezTo>
                          <a:cubicBezTo>
                            <a:pt x="1038" y="1420"/>
                            <a:pt x="1279" y="1300"/>
                            <a:pt x="1415" y="1047"/>
                          </a:cubicBezTo>
                          <a:cubicBezTo>
                            <a:pt x="1686" y="557"/>
                            <a:pt x="1309" y="0"/>
                            <a:pt x="7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8" name="Google Shape;14080;p46">
                      <a:extLst>
                        <a:ext uri="{FF2B5EF4-FFF2-40B4-BE49-F238E27FC236}">
                          <a16:creationId xmlns:a16="http://schemas.microsoft.com/office/drawing/2014/main" id="{B7DE26C7-3325-B4E0-F3DA-2B74D98F0037}"/>
                        </a:ext>
                      </a:extLst>
                    </p:cNvPr>
                    <p:cNvSpPr/>
                    <p:nvPr/>
                  </p:nvSpPr>
                  <p:spPr>
                    <a:xfrm>
                      <a:off x="7177776" y="3526428"/>
                      <a:ext cx="42416" cy="35927"/>
                    </a:xfrm>
                    <a:custGeom>
                      <a:avLst/>
                      <a:gdLst/>
                      <a:ahLst/>
                      <a:cxnLst/>
                      <a:rect l="l" t="t" r="r" b="b"/>
                      <a:pathLst>
                        <a:path w="1680" h="1423" extrusionOk="0">
                          <a:moveTo>
                            <a:pt x="797" y="1"/>
                          </a:moveTo>
                          <a:cubicBezTo>
                            <a:pt x="729" y="1"/>
                            <a:pt x="659" y="11"/>
                            <a:pt x="587" y="32"/>
                          </a:cubicBezTo>
                          <a:cubicBezTo>
                            <a:pt x="216" y="143"/>
                            <a:pt x="1" y="534"/>
                            <a:pt x="105" y="912"/>
                          </a:cubicBezTo>
                          <a:cubicBezTo>
                            <a:pt x="205" y="1245"/>
                            <a:pt x="497" y="1422"/>
                            <a:pt x="792" y="1422"/>
                          </a:cubicBezTo>
                          <a:cubicBezTo>
                            <a:pt x="1034" y="1422"/>
                            <a:pt x="1277" y="1302"/>
                            <a:pt x="1415" y="1049"/>
                          </a:cubicBezTo>
                          <a:cubicBezTo>
                            <a:pt x="1679" y="560"/>
                            <a:pt x="1305" y="1"/>
                            <a:pt x="7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9" name="Google Shape;14081;p46">
                      <a:extLst>
                        <a:ext uri="{FF2B5EF4-FFF2-40B4-BE49-F238E27FC236}">
                          <a16:creationId xmlns:a16="http://schemas.microsoft.com/office/drawing/2014/main" id="{37956347-084A-D8D3-C2C3-0721F30C25F4}"/>
                        </a:ext>
                      </a:extLst>
                    </p:cNvPr>
                    <p:cNvSpPr/>
                    <p:nvPr/>
                  </p:nvSpPr>
                  <p:spPr>
                    <a:xfrm>
                      <a:off x="7234229" y="3630473"/>
                      <a:ext cx="42441" cy="35902"/>
                    </a:xfrm>
                    <a:custGeom>
                      <a:avLst/>
                      <a:gdLst/>
                      <a:ahLst/>
                      <a:cxnLst/>
                      <a:rect l="l" t="t" r="r" b="b"/>
                      <a:pathLst>
                        <a:path w="1681" h="1422" extrusionOk="0">
                          <a:moveTo>
                            <a:pt x="797" y="1"/>
                          </a:moveTo>
                          <a:cubicBezTo>
                            <a:pt x="731" y="1"/>
                            <a:pt x="663" y="10"/>
                            <a:pt x="593" y="30"/>
                          </a:cubicBezTo>
                          <a:cubicBezTo>
                            <a:pt x="215" y="141"/>
                            <a:pt x="0" y="539"/>
                            <a:pt x="111" y="910"/>
                          </a:cubicBezTo>
                          <a:cubicBezTo>
                            <a:pt x="208" y="1244"/>
                            <a:pt x="502" y="1421"/>
                            <a:pt x="797" y="1421"/>
                          </a:cubicBezTo>
                          <a:cubicBezTo>
                            <a:pt x="1038" y="1421"/>
                            <a:pt x="1280" y="1303"/>
                            <a:pt x="1415" y="1054"/>
                          </a:cubicBezTo>
                          <a:cubicBezTo>
                            <a:pt x="1680" y="563"/>
                            <a:pt x="1307" y="1"/>
                            <a:pt x="7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0" name="Google Shape;14082;p46">
                      <a:extLst>
                        <a:ext uri="{FF2B5EF4-FFF2-40B4-BE49-F238E27FC236}">
                          <a16:creationId xmlns:a16="http://schemas.microsoft.com/office/drawing/2014/main" id="{43889DA5-7940-BB66-D001-5D40761F357A}"/>
                        </a:ext>
                      </a:extLst>
                    </p:cNvPr>
                    <p:cNvSpPr/>
                    <p:nvPr/>
                  </p:nvSpPr>
                  <p:spPr>
                    <a:xfrm>
                      <a:off x="7210370" y="3637517"/>
                      <a:ext cx="42391" cy="35826"/>
                    </a:xfrm>
                    <a:custGeom>
                      <a:avLst/>
                      <a:gdLst/>
                      <a:ahLst/>
                      <a:cxnLst/>
                      <a:rect l="l" t="t" r="r" b="b"/>
                      <a:pathLst>
                        <a:path w="1679" h="1419" extrusionOk="0">
                          <a:moveTo>
                            <a:pt x="803" y="0"/>
                          </a:moveTo>
                          <a:cubicBezTo>
                            <a:pt x="735" y="0"/>
                            <a:pt x="665" y="10"/>
                            <a:pt x="593" y="32"/>
                          </a:cubicBezTo>
                          <a:cubicBezTo>
                            <a:pt x="215" y="142"/>
                            <a:pt x="0" y="534"/>
                            <a:pt x="111" y="912"/>
                          </a:cubicBezTo>
                          <a:cubicBezTo>
                            <a:pt x="207" y="1243"/>
                            <a:pt x="499" y="1419"/>
                            <a:pt x="793" y="1419"/>
                          </a:cubicBezTo>
                          <a:cubicBezTo>
                            <a:pt x="1035" y="1419"/>
                            <a:pt x="1279" y="1299"/>
                            <a:pt x="1415" y="1048"/>
                          </a:cubicBezTo>
                          <a:cubicBezTo>
                            <a:pt x="1679" y="560"/>
                            <a:pt x="1310" y="0"/>
                            <a:pt x="8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1" name="Google Shape;14083;p46">
                      <a:extLst>
                        <a:ext uri="{FF2B5EF4-FFF2-40B4-BE49-F238E27FC236}">
                          <a16:creationId xmlns:a16="http://schemas.microsoft.com/office/drawing/2014/main" id="{40037C0F-63FE-8457-B853-E6E28CBFB4B1}"/>
                        </a:ext>
                      </a:extLst>
                    </p:cNvPr>
                    <p:cNvSpPr/>
                    <p:nvPr/>
                  </p:nvSpPr>
                  <p:spPr>
                    <a:xfrm>
                      <a:off x="7278993" y="3842021"/>
                      <a:ext cx="47415" cy="37543"/>
                    </a:xfrm>
                    <a:custGeom>
                      <a:avLst/>
                      <a:gdLst/>
                      <a:ahLst/>
                      <a:cxnLst/>
                      <a:rect l="l" t="t" r="r" b="b"/>
                      <a:pathLst>
                        <a:path w="1878" h="1487" extrusionOk="0">
                          <a:moveTo>
                            <a:pt x="1030" y="0"/>
                          </a:moveTo>
                          <a:cubicBezTo>
                            <a:pt x="0" y="0"/>
                            <a:pt x="0" y="1486"/>
                            <a:pt x="1030" y="1486"/>
                          </a:cubicBezTo>
                          <a:cubicBezTo>
                            <a:pt x="1877" y="1486"/>
                            <a:pt x="1877" y="0"/>
                            <a:pt x="10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2" name="Google Shape;14084;p46">
                      <a:extLst>
                        <a:ext uri="{FF2B5EF4-FFF2-40B4-BE49-F238E27FC236}">
                          <a16:creationId xmlns:a16="http://schemas.microsoft.com/office/drawing/2014/main" id="{BC28493E-06F7-2AAD-809D-0395420AAEC1}"/>
                        </a:ext>
                      </a:extLst>
                    </p:cNvPr>
                    <p:cNvSpPr/>
                    <p:nvPr/>
                  </p:nvSpPr>
                  <p:spPr>
                    <a:xfrm>
                      <a:off x="7315829" y="3883074"/>
                      <a:ext cx="19239" cy="30045"/>
                    </a:xfrm>
                    <a:custGeom>
                      <a:avLst/>
                      <a:gdLst/>
                      <a:ahLst/>
                      <a:cxnLst/>
                      <a:rect l="l" t="t" r="r" b="b"/>
                      <a:pathLst>
                        <a:path w="762" h="1190" extrusionOk="0">
                          <a:moveTo>
                            <a:pt x="235" y="0"/>
                          </a:moveTo>
                          <a:cubicBezTo>
                            <a:pt x="137" y="0"/>
                            <a:pt x="40" y="54"/>
                            <a:pt x="21" y="167"/>
                          </a:cubicBezTo>
                          <a:cubicBezTo>
                            <a:pt x="8" y="297"/>
                            <a:pt x="1" y="434"/>
                            <a:pt x="21" y="564"/>
                          </a:cubicBezTo>
                          <a:cubicBezTo>
                            <a:pt x="34" y="714"/>
                            <a:pt x="40" y="897"/>
                            <a:pt x="112" y="1034"/>
                          </a:cubicBezTo>
                          <a:cubicBezTo>
                            <a:pt x="170" y="1141"/>
                            <a:pt x="285" y="1190"/>
                            <a:pt x="400" y="1190"/>
                          </a:cubicBezTo>
                          <a:cubicBezTo>
                            <a:pt x="580" y="1190"/>
                            <a:pt x="761" y="1070"/>
                            <a:pt x="737" y="864"/>
                          </a:cubicBezTo>
                          <a:cubicBezTo>
                            <a:pt x="705" y="610"/>
                            <a:pt x="516" y="388"/>
                            <a:pt x="464" y="167"/>
                          </a:cubicBezTo>
                          <a:cubicBezTo>
                            <a:pt x="441" y="58"/>
                            <a:pt x="337" y="0"/>
                            <a:pt x="2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3" name="Google Shape;14085;p46">
                      <a:extLst>
                        <a:ext uri="{FF2B5EF4-FFF2-40B4-BE49-F238E27FC236}">
                          <a16:creationId xmlns:a16="http://schemas.microsoft.com/office/drawing/2014/main" id="{71A49892-3BCA-A8BC-59D2-34D5EF782BA3}"/>
                        </a:ext>
                      </a:extLst>
                    </p:cNvPr>
                    <p:cNvSpPr/>
                    <p:nvPr/>
                  </p:nvSpPr>
                  <p:spPr>
                    <a:xfrm>
                      <a:off x="7286719" y="3892920"/>
                      <a:ext cx="23379" cy="28479"/>
                    </a:xfrm>
                    <a:custGeom>
                      <a:avLst/>
                      <a:gdLst/>
                      <a:ahLst/>
                      <a:cxnLst/>
                      <a:rect l="l" t="t" r="r" b="b"/>
                      <a:pathLst>
                        <a:path w="926" h="1128" extrusionOk="0">
                          <a:moveTo>
                            <a:pt x="207" y="0"/>
                          </a:moveTo>
                          <a:cubicBezTo>
                            <a:pt x="133" y="0"/>
                            <a:pt x="63" y="49"/>
                            <a:pt x="39" y="129"/>
                          </a:cubicBezTo>
                          <a:cubicBezTo>
                            <a:pt x="7" y="220"/>
                            <a:pt x="0" y="318"/>
                            <a:pt x="20" y="415"/>
                          </a:cubicBezTo>
                          <a:cubicBezTo>
                            <a:pt x="39" y="481"/>
                            <a:pt x="53" y="552"/>
                            <a:pt x="72" y="617"/>
                          </a:cubicBezTo>
                          <a:cubicBezTo>
                            <a:pt x="85" y="676"/>
                            <a:pt x="98" y="728"/>
                            <a:pt x="118" y="780"/>
                          </a:cubicBezTo>
                          <a:cubicBezTo>
                            <a:pt x="115" y="745"/>
                            <a:pt x="113" y="726"/>
                            <a:pt x="113" y="726"/>
                          </a:cubicBezTo>
                          <a:lnTo>
                            <a:pt x="113" y="726"/>
                          </a:lnTo>
                          <a:cubicBezTo>
                            <a:pt x="113" y="726"/>
                            <a:pt x="117" y="761"/>
                            <a:pt x="124" y="833"/>
                          </a:cubicBezTo>
                          <a:lnTo>
                            <a:pt x="163" y="924"/>
                          </a:lnTo>
                          <a:lnTo>
                            <a:pt x="235" y="1015"/>
                          </a:lnTo>
                          <a:cubicBezTo>
                            <a:pt x="297" y="1093"/>
                            <a:pt x="394" y="1128"/>
                            <a:pt x="492" y="1128"/>
                          </a:cubicBezTo>
                          <a:cubicBezTo>
                            <a:pt x="599" y="1128"/>
                            <a:pt x="708" y="1086"/>
                            <a:pt x="776" y="1015"/>
                          </a:cubicBezTo>
                          <a:cubicBezTo>
                            <a:pt x="900" y="891"/>
                            <a:pt x="926" y="702"/>
                            <a:pt x="841" y="552"/>
                          </a:cubicBezTo>
                          <a:cubicBezTo>
                            <a:pt x="809" y="498"/>
                            <a:pt x="772" y="454"/>
                            <a:pt x="724" y="418"/>
                          </a:cubicBezTo>
                          <a:lnTo>
                            <a:pt x="724" y="418"/>
                          </a:lnTo>
                          <a:cubicBezTo>
                            <a:pt x="720" y="413"/>
                            <a:pt x="716" y="408"/>
                            <a:pt x="711" y="402"/>
                          </a:cubicBezTo>
                          <a:cubicBezTo>
                            <a:pt x="672" y="363"/>
                            <a:pt x="633" y="318"/>
                            <a:pt x="600" y="272"/>
                          </a:cubicBezTo>
                          <a:cubicBezTo>
                            <a:pt x="554" y="213"/>
                            <a:pt x="509" y="161"/>
                            <a:pt x="457" y="116"/>
                          </a:cubicBezTo>
                          <a:cubicBezTo>
                            <a:pt x="411" y="70"/>
                            <a:pt x="352" y="44"/>
                            <a:pt x="294" y="24"/>
                          </a:cubicBezTo>
                          <a:cubicBezTo>
                            <a:pt x="266" y="8"/>
                            <a:pt x="236" y="0"/>
                            <a:pt x="2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4" name="Google Shape;14086;p46">
                      <a:extLst>
                        <a:ext uri="{FF2B5EF4-FFF2-40B4-BE49-F238E27FC236}">
                          <a16:creationId xmlns:a16="http://schemas.microsoft.com/office/drawing/2014/main" id="{865BE4E4-531B-A41C-FC96-34B31E56BBDB}"/>
                        </a:ext>
                      </a:extLst>
                    </p:cNvPr>
                    <p:cNvSpPr/>
                    <p:nvPr/>
                  </p:nvSpPr>
                  <p:spPr>
                    <a:xfrm>
                      <a:off x="7107512" y="4057585"/>
                      <a:ext cx="64381" cy="52843"/>
                    </a:xfrm>
                    <a:custGeom>
                      <a:avLst/>
                      <a:gdLst/>
                      <a:ahLst/>
                      <a:cxnLst/>
                      <a:rect l="l" t="t" r="r" b="b"/>
                      <a:pathLst>
                        <a:path w="2550" h="2093" extrusionOk="0">
                          <a:moveTo>
                            <a:pt x="1356" y="0"/>
                          </a:moveTo>
                          <a:cubicBezTo>
                            <a:pt x="1" y="0"/>
                            <a:pt x="1" y="2092"/>
                            <a:pt x="1356" y="2092"/>
                          </a:cubicBezTo>
                          <a:cubicBezTo>
                            <a:pt x="2549" y="2092"/>
                            <a:pt x="2549" y="0"/>
                            <a:pt x="13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5" name="Google Shape;14087;p46">
                      <a:extLst>
                        <a:ext uri="{FF2B5EF4-FFF2-40B4-BE49-F238E27FC236}">
                          <a16:creationId xmlns:a16="http://schemas.microsoft.com/office/drawing/2014/main" id="{21E57151-9787-FA35-1ED0-C53FE4D9C455}"/>
                        </a:ext>
                      </a:extLst>
                    </p:cNvPr>
                    <p:cNvSpPr/>
                    <p:nvPr/>
                  </p:nvSpPr>
                  <p:spPr>
                    <a:xfrm>
                      <a:off x="7116071" y="4284837"/>
                      <a:ext cx="47087" cy="36053"/>
                    </a:xfrm>
                    <a:custGeom>
                      <a:avLst/>
                      <a:gdLst/>
                      <a:ahLst/>
                      <a:cxnLst/>
                      <a:rect l="l" t="t" r="r" b="b"/>
                      <a:pathLst>
                        <a:path w="1865" h="1428" extrusionOk="0">
                          <a:moveTo>
                            <a:pt x="1017" y="0"/>
                          </a:moveTo>
                          <a:cubicBezTo>
                            <a:pt x="1" y="0"/>
                            <a:pt x="1" y="1427"/>
                            <a:pt x="1017" y="1427"/>
                          </a:cubicBezTo>
                          <a:cubicBezTo>
                            <a:pt x="1865" y="1427"/>
                            <a:pt x="1865" y="0"/>
                            <a:pt x="10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6" name="Google Shape;14088;p46">
                      <a:extLst>
                        <a:ext uri="{FF2B5EF4-FFF2-40B4-BE49-F238E27FC236}">
                          <a16:creationId xmlns:a16="http://schemas.microsoft.com/office/drawing/2014/main" id="{6989970B-53E7-A567-2F3C-2D748B7A565E}"/>
                        </a:ext>
                      </a:extLst>
                    </p:cNvPr>
                    <p:cNvSpPr/>
                    <p:nvPr/>
                  </p:nvSpPr>
                  <p:spPr>
                    <a:xfrm>
                      <a:off x="7161819" y="4293598"/>
                      <a:ext cx="52767" cy="24010"/>
                    </a:xfrm>
                    <a:custGeom>
                      <a:avLst/>
                      <a:gdLst/>
                      <a:ahLst/>
                      <a:cxnLst/>
                      <a:rect l="l" t="t" r="r" b="b"/>
                      <a:pathLst>
                        <a:path w="2090" h="951" extrusionOk="0">
                          <a:moveTo>
                            <a:pt x="586" y="1"/>
                          </a:moveTo>
                          <a:cubicBezTo>
                            <a:pt x="486" y="1"/>
                            <a:pt x="381" y="24"/>
                            <a:pt x="268" y="83"/>
                          </a:cubicBezTo>
                          <a:cubicBezTo>
                            <a:pt x="20" y="214"/>
                            <a:pt x="1" y="559"/>
                            <a:pt x="183" y="748"/>
                          </a:cubicBezTo>
                          <a:cubicBezTo>
                            <a:pt x="343" y="916"/>
                            <a:pt x="517" y="950"/>
                            <a:pt x="710" y="950"/>
                          </a:cubicBezTo>
                          <a:cubicBezTo>
                            <a:pt x="809" y="950"/>
                            <a:pt x="914" y="941"/>
                            <a:pt x="1024" y="937"/>
                          </a:cubicBezTo>
                          <a:cubicBezTo>
                            <a:pt x="1161" y="930"/>
                            <a:pt x="1291" y="930"/>
                            <a:pt x="1441" y="930"/>
                          </a:cubicBezTo>
                          <a:cubicBezTo>
                            <a:pt x="1561" y="930"/>
                            <a:pt x="1685" y="897"/>
                            <a:pt x="1807" y="897"/>
                          </a:cubicBezTo>
                          <a:cubicBezTo>
                            <a:pt x="1837" y="897"/>
                            <a:pt x="1867" y="899"/>
                            <a:pt x="1897" y="904"/>
                          </a:cubicBezTo>
                          <a:cubicBezTo>
                            <a:pt x="1907" y="907"/>
                            <a:pt x="1917" y="908"/>
                            <a:pt x="1927" y="908"/>
                          </a:cubicBezTo>
                          <a:cubicBezTo>
                            <a:pt x="2033" y="908"/>
                            <a:pt x="2089" y="755"/>
                            <a:pt x="1982" y="689"/>
                          </a:cubicBezTo>
                          <a:cubicBezTo>
                            <a:pt x="1845" y="598"/>
                            <a:pt x="1741" y="468"/>
                            <a:pt x="1591" y="383"/>
                          </a:cubicBezTo>
                          <a:cubicBezTo>
                            <a:pt x="1467" y="324"/>
                            <a:pt x="1343" y="259"/>
                            <a:pt x="1219" y="207"/>
                          </a:cubicBezTo>
                          <a:cubicBezTo>
                            <a:pt x="994" y="105"/>
                            <a:pt x="799" y="1"/>
                            <a:pt x="5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7" name="Google Shape;14089;p46">
                      <a:extLst>
                        <a:ext uri="{FF2B5EF4-FFF2-40B4-BE49-F238E27FC236}">
                          <a16:creationId xmlns:a16="http://schemas.microsoft.com/office/drawing/2014/main" id="{11A373D1-016C-C75E-F5A8-567A60EC5DC9}"/>
                        </a:ext>
                      </a:extLst>
                    </p:cNvPr>
                    <p:cNvSpPr/>
                    <p:nvPr/>
                  </p:nvSpPr>
                  <p:spPr>
                    <a:xfrm>
                      <a:off x="6988394" y="3906857"/>
                      <a:ext cx="38856" cy="118007"/>
                    </a:xfrm>
                    <a:custGeom>
                      <a:avLst/>
                      <a:gdLst/>
                      <a:ahLst/>
                      <a:cxnLst/>
                      <a:rect l="l" t="t" r="r" b="b"/>
                      <a:pathLst>
                        <a:path w="1539" h="4674" extrusionOk="0">
                          <a:moveTo>
                            <a:pt x="528" y="0"/>
                          </a:moveTo>
                          <a:lnTo>
                            <a:pt x="0" y="4556"/>
                          </a:lnTo>
                          <a:lnTo>
                            <a:pt x="1017" y="4673"/>
                          </a:lnTo>
                          <a:lnTo>
                            <a:pt x="1538" y="111"/>
                          </a:lnTo>
                          <a:lnTo>
                            <a:pt x="5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8" name="Google Shape;14090;p46">
                      <a:extLst>
                        <a:ext uri="{FF2B5EF4-FFF2-40B4-BE49-F238E27FC236}">
                          <a16:creationId xmlns:a16="http://schemas.microsoft.com/office/drawing/2014/main" id="{F3A06843-6DF9-7CD7-8A7E-44F3598B40F0}"/>
                        </a:ext>
                      </a:extLst>
                    </p:cNvPr>
                    <p:cNvSpPr/>
                    <p:nvPr/>
                  </p:nvSpPr>
                  <p:spPr>
                    <a:xfrm>
                      <a:off x="6979482" y="3882695"/>
                      <a:ext cx="43981" cy="37063"/>
                    </a:xfrm>
                    <a:custGeom>
                      <a:avLst/>
                      <a:gdLst/>
                      <a:ahLst/>
                      <a:cxnLst/>
                      <a:rect l="l" t="t" r="r" b="b"/>
                      <a:pathLst>
                        <a:path w="1742" h="1468" extrusionOk="0">
                          <a:moveTo>
                            <a:pt x="958" y="1"/>
                          </a:moveTo>
                          <a:cubicBezTo>
                            <a:pt x="363" y="1"/>
                            <a:pt x="0" y="700"/>
                            <a:pt x="392" y="1192"/>
                          </a:cubicBezTo>
                          <a:cubicBezTo>
                            <a:pt x="543" y="1382"/>
                            <a:pt x="752" y="1468"/>
                            <a:pt x="958" y="1468"/>
                          </a:cubicBezTo>
                          <a:cubicBezTo>
                            <a:pt x="1305" y="1468"/>
                            <a:pt x="1644" y="1225"/>
                            <a:pt x="1689" y="820"/>
                          </a:cubicBezTo>
                          <a:cubicBezTo>
                            <a:pt x="1741" y="416"/>
                            <a:pt x="1448" y="51"/>
                            <a:pt x="1044" y="6"/>
                          </a:cubicBezTo>
                          <a:cubicBezTo>
                            <a:pt x="1015" y="2"/>
                            <a:pt x="986" y="1"/>
                            <a:pt x="9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9" name="Google Shape;14091;p46">
                      <a:extLst>
                        <a:ext uri="{FF2B5EF4-FFF2-40B4-BE49-F238E27FC236}">
                          <a16:creationId xmlns:a16="http://schemas.microsoft.com/office/drawing/2014/main" id="{6B5B37D1-83DE-B75C-C24D-ECF657A8218A}"/>
                        </a:ext>
                      </a:extLst>
                    </p:cNvPr>
                    <p:cNvSpPr/>
                    <p:nvPr/>
                  </p:nvSpPr>
                  <p:spPr>
                    <a:xfrm>
                      <a:off x="7005133" y="3885674"/>
                      <a:ext cx="43830" cy="37013"/>
                    </a:xfrm>
                    <a:custGeom>
                      <a:avLst/>
                      <a:gdLst/>
                      <a:ahLst/>
                      <a:cxnLst/>
                      <a:rect l="l" t="t" r="r" b="b"/>
                      <a:pathLst>
                        <a:path w="1736" h="1466" extrusionOk="0">
                          <a:moveTo>
                            <a:pt x="958" y="0"/>
                          </a:moveTo>
                          <a:cubicBezTo>
                            <a:pt x="357" y="0"/>
                            <a:pt x="1" y="699"/>
                            <a:pt x="386" y="1185"/>
                          </a:cubicBezTo>
                          <a:cubicBezTo>
                            <a:pt x="538" y="1378"/>
                            <a:pt x="748" y="1466"/>
                            <a:pt x="956" y="1466"/>
                          </a:cubicBezTo>
                          <a:cubicBezTo>
                            <a:pt x="1302" y="1466"/>
                            <a:pt x="1641" y="1223"/>
                            <a:pt x="1690" y="820"/>
                          </a:cubicBezTo>
                          <a:cubicBezTo>
                            <a:pt x="1735" y="416"/>
                            <a:pt x="1449" y="44"/>
                            <a:pt x="1045" y="5"/>
                          </a:cubicBezTo>
                          <a:cubicBezTo>
                            <a:pt x="1015" y="2"/>
                            <a:pt x="986" y="0"/>
                            <a:pt x="9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0" name="Google Shape;14092;p46">
                      <a:extLst>
                        <a:ext uri="{FF2B5EF4-FFF2-40B4-BE49-F238E27FC236}">
                          <a16:creationId xmlns:a16="http://schemas.microsoft.com/office/drawing/2014/main" id="{6FE9D83F-4DA1-39C6-9384-AD9EC649AA9E}"/>
                        </a:ext>
                      </a:extLst>
                    </p:cNvPr>
                    <p:cNvSpPr/>
                    <p:nvPr/>
                  </p:nvSpPr>
                  <p:spPr>
                    <a:xfrm>
                      <a:off x="6965772" y="4002015"/>
                      <a:ext cx="43855" cy="37063"/>
                    </a:xfrm>
                    <a:custGeom>
                      <a:avLst/>
                      <a:gdLst/>
                      <a:ahLst/>
                      <a:cxnLst/>
                      <a:rect l="l" t="t" r="r" b="b"/>
                      <a:pathLst>
                        <a:path w="1737" h="1468" extrusionOk="0">
                          <a:moveTo>
                            <a:pt x="960" y="1"/>
                          </a:moveTo>
                          <a:cubicBezTo>
                            <a:pt x="362" y="1"/>
                            <a:pt x="0" y="704"/>
                            <a:pt x="388" y="1191"/>
                          </a:cubicBezTo>
                          <a:cubicBezTo>
                            <a:pt x="541" y="1381"/>
                            <a:pt x="750" y="1467"/>
                            <a:pt x="957" y="1467"/>
                          </a:cubicBezTo>
                          <a:cubicBezTo>
                            <a:pt x="1304" y="1467"/>
                            <a:pt x="1642" y="1224"/>
                            <a:pt x="1691" y="820"/>
                          </a:cubicBezTo>
                          <a:cubicBezTo>
                            <a:pt x="1737" y="416"/>
                            <a:pt x="1443" y="51"/>
                            <a:pt x="1039" y="5"/>
                          </a:cubicBezTo>
                          <a:cubicBezTo>
                            <a:pt x="1013" y="2"/>
                            <a:pt x="986" y="1"/>
                            <a:pt x="9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1" name="Google Shape;14093;p46">
                      <a:extLst>
                        <a:ext uri="{FF2B5EF4-FFF2-40B4-BE49-F238E27FC236}">
                          <a16:creationId xmlns:a16="http://schemas.microsoft.com/office/drawing/2014/main" id="{5A24585E-7FF5-CF03-D1C7-7C981B83A32F}"/>
                        </a:ext>
                      </a:extLst>
                    </p:cNvPr>
                    <p:cNvSpPr/>
                    <p:nvPr/>
                  </p:nvSpPr>
                  <p:spPr>
                    <a:xfrm>
                      <a:off x="6991323" y="4004969"/>
                      <a:ext cx="43981" cy="37063"/>
                    </a:xfrm>
                    <a:custGeom>
                      <a:avLst/>
                      <a:gdLst/>
                      <a:ahLst/>
                      <a:cxnLst/>
                      <a:rect l="l" t="t" r="r" b="b"/>
                      <a:pathLst>
                        <a:path w="1742" h="1468" extrusionOk="0">
                          <a:moveTo>
                            <a:pt x="959" y="0"/>
                          </a:moveTo>
                          <a:cubicBezTo>
                            <a:pt x="363" y="0"/>
                            <a:pt x="0" y="706"/>
                            <a:pt x="392" y="1191"/>
                          </a:cubicBezTo>
                          <a:cubicBezTo>
                            <a:pt x="543" y="1381"/>
                            <a:pt x="752" y="1467"/>
                            <a:pt x="959" y="1467"/>
                          </a:cubicBezTo>
                          <a:cubicBezTo>
                            <a:pt x="1305" y="1467"/>
                            <a:pt x="1644" y="1224"/>
                            <a:pt x="1689" y="820"/>
                          </a:cubicBezTo>
                          <a:cubicBezTo>
                            <a:pt x="1742" y="416"/>
                            <a:pt x="1448" y="51"/>
                            <a:pt x="1044" y="5"/>
                          </a:cubicBezTo>
                          <a:cubicBezTo>
                            <a:pt x="1015" y="2"/>
                            <a:pt x="987" y="0"/>
                            <a:pt x="9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2" name="Google Shape;14094;p46">
                      <a:extLst>
                        <a:ext uri="{FF2B5EF4-FFF2-40B4-BE49-F238E27FC236}">
                          <a16:creationId xmlns:a16="http://schemas.microsoft.com/office/drawing/2014/main" id="{77144AC6-7FFD-E7DD-39D5-DC5FC27D0E06}"/>
                        </a:ext>
                      </a:extLst>
                    </p:cNvPr>
                    <p:cNvSpPr/>
                    <p:nvPr/>
                  </p:nvSpPr>
                  <p:spPr>
                    <a:xfrm>
                      <a:off x="6990187" y="4156151"/>
                      <a:ext cx="21915" cy="99728"/>
                    </a:xfrm>
                    <a:custGeom>
                      <a:avLst/>
                      <a:gdLst/>
                      <a:ahLst/>
                      <a:cxnLst/>
                      <a:rect l="l" t="t" r="r" b="b"/>
                      <a:pathLst>
                        <a:path w="868" h="3950" extrusionOk="0">
                          <a:moveTo>
                            <a:pt x="783" y="0"/>
                          </a:moveTo>
                          <a:lnTo>
                            <a:pt x="1" y="20"/>
                          </a:lnTo>
                          <a:lnTo>
                            <a:pt x="79" y="3950"/>
                          </a:lnTo>
                          <a:lnTo>
                            <a:pt x="868" y="3937"/>
                          </a:lnTo>
                          <a:lnTo>
                            <a:pt x="7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3" name="Google Shape;14095;p46">
                      <a:extLst>
                        <a:ext uri="{FF2B5EF4-FFF2-40B4-BE49-F238E27FC236}">
                          <a16:creationId xmlns:a16="http://schemas.microsoft.com/office/drawing/2014/main" id="{B9DE81E7-0C94-0E4A-F68C-AACD86F18A85}"/>
                        </a:ext>
                      </a:extLst>
                    </p:cNvPr>
                    <p:cNvSpPr/>
                    <p:nvPr/>
                  </p:nvSpPr>
                  <p:spPr>
                    <a:xfrm>
                      <a:off x="6969130" y="4137543"/>
                      <a:ext cx="36281" cy="30953"/>
                    </a:xfrm>
                    <a:custGeom>
                      <a:avLst/>
                      <a:gdLst/>
                      <a:ahLst/>
                      <a:cxnLst/>
                      <a:rect l="l" t="t" r="r" b="b"/>
                      <a:pathLst>
                        <a:path w="1437" h="1226" extrusionOk="0">
                          <a:moveTo>
                            <a:pt x="821" y="1"/>
                          </a:moveTo>
                          <a:cubicBezTo>
                            <a:pt x="817" y="1"/>
                            <a:pt x="813" y="1"/>
                            <a:pt x="809" y="1"/>
                          </a:cubicBezTo>
                          <a:cubicBezTo>
                            <a:pt x="261" y="14"/>
                            <a:pt x="0" y="679"/>
                            <a:pt x="398" y="1057"/>
                          </a:cubicBezTo>
                          <a:cubicBezTo>
                            <a:pt x="521" y="1173"/>
                            <a:pt x="669" y="1226"/>
                            <a:pt x="815" y="1226"/>
                          </a:cubicBezTo>
                          <a:cubicBezTo>
                            <a:pt x="1133" y="1226"/>
                            <a:pt x="1437" y="976"/>
                            <a:pt x="1428" y="600"/>
                          </a:cubicBezTo>
                          <a:cubicBezTo>
                            <a:pt x="1421" y="266"/>
                            <a:pt x="1148" y="1"/>
                            <a:pt x="8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4" name="Google Shape;14096;p46">
                      <a:extLst>
                        <a:ext uri="{FF2B5EF4-FFF2-40B4-BE49-F238E27FC236}">
                          <a16:creationId xmlns:a16="http://schemas.microsoft.com/office/drawing/2014/main" id="{ADC2FC71-0EB1-0722-23A5-64BC380903C6}"/>
                        </a:ext>
                      </a:extLst>
                    </p:cNvPr>
                    <p:cNvSpPr/>
                    <p:nvPr/>
                  </p:nvSpPr>
                  <p:spPr>
                    <a:xfrm>
                      <a:off x="6990515" y="4137215"/>
                      <a:ext cx="36306" cy="30878"/>
                    </a:xfrm>
                    <a:custGeom>
                      <a:avLst/>
                      <a:gdLst/>
                      <a:ahLst/>
                      <a:cxnLst/>
                      <a:rect l="l" t="t" r="r" b="b"/>
                      <a:pathLst>
                        <a:path w="1438" h="1223" extrusionOk="0">
                          <a:moveTo>
                            <a:pt x="826" y="0"/>
                          </a:moveTo>
                          <a:cubicBezTo>
                            <a:pt x="818" y="0"/>
                            <a:pt x="810" y="1"/>
                            <a:pt x="802" y="1"/>
                          </a:cubicBezTo>
                          <a:cubicBezTo>
                            <a:pt x="261" y="7"/>
                            <a:pt x="1" y="672"/>
                            <a:pt x="392" y="1050"/>
                          </a:cubicBezTo>
                          <a:cubicBezTo>
                            <a:pt x="517" y="1169"/>
                            <a:pt x="667" y="1222"/>
                            <a:pt x="814" y="1222"/>
                          </a:cubicBezTo>
                          <a:cubicBezTo>
                            <a:pt x="1133" y="1222"/>
                            <a:pt x="1437" y="969"/>
                            <a:pt x="1428" y="594"/>
                          </a:cubicBezTo>
                          <a:cubicBezTo>
                            <a:pt x="1422" y="269"/>
                            <a:pt x="1154" y="0"/>
                            <a:pt x="8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5" name="Google Shape;14097;p46">
                      <a:extLst>
                        <a:ext uri="{FF2B5EF4-FFF2-40B4-BE49-F238E27FC236}">
                          <a16:creationId xmlns:a16="http://schemas.microsoft.com/office/drawing/2014/main" id="{BE11B364-A024-ADD2-E1FF-58EC44B1C0DE}"/>
                        </a:ext>
                      </a:extLst>
                    </p:cNvPr>
                    <p:cNvSpPr/>
                    <p:nvPr/>
                  </p:nvSpPr>
                  <p:spPr>
                    <a:xfrm>
                      <a:off x="6971276" y="4237271"/>
                      <a:ext cx="36154" cy="30852"/>
                    </a:xfrm>
                    <a:custGeom>
                      <a:avLst/>
                      <a:gdLst/>
                      <a:ahLst/>
                      <a:cxnLst/>
                      <a:rect l="l" t="t" r="r" b="b"/>
                      <a:pathLst>
                        <a:path w="1432" h="1222" extrusionOk="0">
                          <a:moveTo>
                            <a:pt x="825" y="0"/>
                          </a:moveTo>
                          <a:cubicBezTo>
                            <a:pt x="817" y="0"/>
                            <a:pt x="810" y="0"/>
                            <a:pt x="802" y="0"/>
                          </a:cubicBezTo>
                          <a:cubicBezTo>
                            <a:pt x="261" y="7"/>
                            <a:pt x="0" y="672"/>
                            <a:pt x="391" y="1050"/>
                          </a:cubicBezTo>
                          <a:cubicBezTo>
                            <a:pt x="514" y="1169"/>
                            <a:pt x="663" y="1222"/>
                            <a:pt x="809" y="1222"/>
                          </a:cubicBezTo>
                          <a:cubicBezTo>
                            <a:pt x="1127" y="1222"/>
                            <a:pt x="1432" y="969"/>
                            <a:pt x="1428" y="594"/>
                          </a:cubicBezTo>
                          <a:cubicBezTo>
                            <a:pt x="1421" y="269"/>
                            <a:pt x="1153" y="0"/>
                            <a:pt x="8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6" name="Google Shape;14098;p46">
                      <a:extLst>
                        <a:ext uri="{FF2B5EF4-FFF2-40B4-BE49-F238E27FC236}">
                          <a16:creationId xmlns:a16="http://schemas.microsoft.com/office/drawing/2014/main" id="{717C4E2B-1DDE-690C-DEF6-BC4BFA214753}"/>
                        </a:ext>
                      </a:extLst>
                    </p:cNvPr>
                    <p:cNvSpPr/>
                    <p:nvPr/>
                  </p:nvSpPr>
                  <p:spPr>
                    <a:xfrm>
                      <a:off x="6992661" y="4236766"/>
                      <a:ext cx="36180" cy="30878"/>
                    </a:xfrm>
                    <a:custGeom>
                      <a:avLst/>
                      <a:gdLst/>
                      <a:ahLst/>
                      <a:cxnLst/>
                      <a:rect l="l" t="t" r="r" b="b"/>
                      <a:pathLst>
                        <a:path w="1433" h="1223" extrusionOk="0">
                          <a:moveTo>
                            <a:pt x="814" y="1"/>
                          </a:moveTo>
                          <a:cubicBezTo>
                            <a:pt x="810" y="1"/>
                            <a:pt x="806" y="1"/>
                            <a:pt x="802" y="1"/>
                          </a:cubicBezTo>
                          <a:cubicBezTo>
                            <a:pt x="255" y="14"/>
                            <a:pt x="0" y="672"/>
                            <a:pt x="392" y="1050"/>
                          </a:cubicBezTo>
                          <a:cubicBezTo>
                            <a:pt x="515" y="1169"/>
                            <a:pt x="664" y="1222"/>
                            <a:pt x="810" y="1222"/>
                          </a:cubicBezTo>
                          <a:cubicBezTo>
                            <a:pt x="1128" y="1222"/>
                            <a:pt x="1432" y="971"/>
                            <a:pt x="1428" y="601"/>
                          </a:cubicBezTo>
                          <a:cubicBezTo>
                            <a:pt x="1415" y="266"/>
                            <a:pt x="1148" y="1"/>
                            <a:pt x="8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7" name="Google Shape;14099;p46">
                      <a:extLst>
                        <a:ext uri="{FF2B5EF4-FFF2-40B4-BE49-F238E27FC236}">
                          <a16:creationId xmlns:a16="http://schemas.microsoft.com/office/drawing/2014/main" id="{41EF16C5-2A3A-65DB-1B72-A854BEF19BDD}"/>
                        </a:ext>
                      </a:extLst>
                    </p:cNvPr>
                    <p:cNvSpPr/>
                    <p:nvPr/>
                  </p:nvSpPr>
                  <p:spPr>
                    <a:xfrm>
                      <a:off x="6845544" y="3711694"/>
                      <a:ext cx="54181" cy="108791"/>
                    </a:xfrm>
                    <a:custGeom>
                      <a:avLst/>
                      <a:gdLst/>
                      <a:ahLst/>
                      <a:cxnLst/>
                      <a:rect l="l" t="t" r="r" b="b"/>
                      <a:pathLst>
                        <a:path w="2146" h="4309" extrusionOk="0">
                          <a:moveTo>
                            <a:pt x="1246" y="0"/>
                          </a:moveTo>
                          <a:lnTo>
                            <a:pt x="1" y="4028"/>
                          </a:lnTo>
                          <a:lnTo>
                            <a:pt x="894" y="4309"/>
                          </a:lnTo>
                          <a:lnTo>
                            <a:pt x="2145" y="274"/>
                          </a:lnTo>
                          <a:lnTo>
                            <a:pt x="1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8" name="Google Shape;14100;p46">
                      <a:extLst>
                        <a:ext uri="{FF2B5EF4-FFF2-40B4-BE49-F238E27FC236}">
                          <a16:creationId xmlns:a16="http://schemas.microsoft.com/office/drawing/2014/main" id="{C0D7EAE9-FF40-4D34-84B5-94BD98AE0BF8}"/>
                        </a:ext>
                      </a:extLst>
                    </p:cNvPr>
                    <p:cNvSpPr/>
                    <p:nvPr/>
                  </p:nvSpPr>
                  <p:spPr>
                    <a:xfrm>
                      <a:off x="6858748" y="3690183"/>
                      <a:ext cx="40472" cy="34185"/>
                    </a:xfrm>
                    <a:custGeom>
                      <a:avLst/>
                      <a:gdLst/>
                      <a:ahLst/>
                      <a:cxnLst/>
                      <a:rect l="l" t="t" r="r" b="b"/>
                      <a:pathLst>
                        <a:path w="1603" h="1354" extrusionOk="0">
                          <a:moveTo>
                            <a:pt x="844" y="0"/>
                          </a:moveTo>
                          <a:cubicBezTo>
                            <a:pt x="359" y="0"/>
                            <a:pt x="0" y="526"/>
                            <a:pt x="247" y="996"/>
                          </a:cubicBezTo>
                          <a:cubicBezTo>
                            <a:pt x="375" y="1237"/>
                            <a:pt x="609" y="1353"/>
                            <a:pt x="843" y="1353"/>
                          </a:cubicBezTo>
                          <a:cubicBezTo>
                            <a:pt x="1120" y="1353"/>
                            <a:pt x="1396" y="1190"/>
                            <a:pt x="1492" y="879"/>
                          </a:cubicBezTo>
                          <a:cubicBezTo>
                            <a:pt x="1602" y="520"/>
                            <a:pt x="1407" y="142"/>
                            <a:pt x="1048" y="31"/>
                          </a:cubicBezTo>
                          <a:cubicBezTo>
                            <a:pt x="979" y="10"/>
                            <a:pt x="910" y="0"/>
                            <a:pt x="8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9" name="Google Shape;14101;p46">
                      <a:extLst>
                        <a:ext uri="{FF2B5EF4-FFF2-40B4-BE49-F238E27FC236}">
                          <a16:creationId xmlns:a16="http://schemas.microsoft.com/office/drawing/2014/main" id="{4DDEAF1E-8224-3F69-16C5-355FF62E8D7B}"/>
                        </a:ext>
                      </a:extLst>
                    </p:cNvPr>
                    <p:cNvSpPr/>
                    <p:nvPr/>
                  </p:nvSpPr>
                  <p:spPr>
                    <a:xfrm>
                      <a:off x="6881345" y="3697202"/>
                      <a:ext cx="40573" cy="34185"/>
                    </a:xfrm>
                    <a:custGeom>
                      <a:avLst/>
                      <a:gdLst/>
                      <a:ahLst/>
                      <a:cxnLst/>
                      <a:rect l="l" t="t" r="r" b="b"/>
                      <a:pathLst>
                        <a:path w="1607" h="1354" extrusionOk="0">
                          <a:moveTo>
                            <a:pt x="837" y="0"/>
                          </a:moveTo>
                          <a:cubicBezTo>
                            <a:pt x="359" y="0"/>
                            <a:pt x="0" y="524"/>
                            <a:pt x="251" y="992"/>
                          </a:cubicBezTo>
                          <a:cubicBezTo>
                            <a:pt x="380" y="1236"/>
                            <a:pt x="613" y="1354"/>
                            <a:pt x="846" y="1354"/>
                          </a:cubicBezTo>
                          <a:cubicBezTo>
                            <a:pt x="1122" y="1354"/>
                            <a:pt x="1397" y="1189"/>
                            <a:pt x="1496" y="874"/>
                          </a:cubicBezTo>
                          <a:cubicBezTo>
                            <a:pt x="1607" y="522"/>
                            <a:pt x="1405" y="138"/>
                            <a:pt x="1046" y="34"/>
                          </a:cubicBezTo>
                          <a:cubicBezTo>
                            <a:pt x="975" y="11"/>
                            <a:pt x="905" y="0"/>
                            <a:pt x="8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0" name="Google Shape;14102;p46">
                      <a:extLst>
                        <a:ext uri="{FF2B5EF4-FFF2-40B4-BE49-F238E27FC236}">
                          <a16:creationId xmlns:a16="http://schemas.microsoft.com/office/drawing/2014/main" id="{EE68DE0A-CAF7-38A3-C774-CDC00D4E813D}"/>
                        </a:ext>
                      </a:extLst>
                    </p:cNvPr>
                    <p:cNvSpPr/>
                    <p:nvPr/>
                  </p:nvSpPr>
                  <p:spPr>
                    <a:xfrm>
                      <a:off x="6826154" y="3795642"/>
                      <a:ext cx="40472" cy="34311"/>
                    </a:xfrm>
                    <a:custGeom>
                      <a:avLst/>
                      <a:gdLst/>
                      <a:ahLst/>
                      <a:cxnLst/>
                      <a:rect l="l" t="t" r="r" b="b"/>
                      <a:pathLst>
                        <a:path w="1603" h="1359" extrusionOk="0">
                          <a:moveTo>
                            <a:pt x="844" y="1"/>
                          </a:moveTo>
                          <a:cubicBezTo>
                            <a:pt x="359" y="1"/>
                            <a:pt x="1" y="527"/>
                            <a:pt x="247" y="997"/>
                          </a:cubicBezTo>
                          <a:cubicBezTo>
                            <a:pt x="376" y="1241"/>
                            <a:pt x="610" y="1359"/>
                            <a:pt x="844" y="1359"/>
                          </a:cubicBezTo>
                          <a:cubicBezTo>
                            <a:pt x="1121" y="1359"/>
                            <a:pt x="1397" y="1194"/>
                            <a:pt x="1492" y="879"/>
                          </a:cubicBezTo>
                          <a:cubicBezTo>
                            <a:pt x="1603" y="521"/>
                            <a:pt x="1401" y="143"/>
                            <a:pt x="1049" y="32"/>
                          </a:cubicBezTo>
                          <a:cubicBezTo>
                            <a:pt x="979" y="11"/>
                            <a:pt x="910" y="1"/>
                            <a:pt x="8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1" name="Google Shape;14103;p46">
                      <a:extLst>
                        <a:ext uri="{FF2B5EF4-FFF2-40B4-BE49-F238E27FC236}">
                          <a16:creationId xmlns:a16="http://schemas.microsoft.com/office/drawing/2014/main" id="{FBFEE510-050C-133B-5B8B-56E5E460776E}"/>
                        </a:ext>
                      </a:extLst>
                    </p:cNvPr>
                    <p:cNvSpPr/>
                    <p:nvPr/>
                  </p:nvSpPr>
                  <p:spPr>
                    <a:xfrm>
                      <a:off x="6848725" y="3802686"/>
                      <a:ext cx="40446" cy="34210"/>
                    </a:xfrm>
                    <a:custGeom>
                      <a:avLst/>
                      <a:gdLst/>
                      <a:ahLst/>
                      <a:cxnLst/>
                      <a:rect l="l" t="t" r="r" b="b"/>
                      <a:pathLst>
                        <a:path w="1602" h="1355" extrusionOk="0">
                          <a:moveTo>
                            <a:pt x="837" y="0"/>
                          </a:moveTo>
                          <a:cubicBezTo>
                            <a:pt x="355" y="0"/>
                            <a:pt x="1" y="523"/>
                            <a:pt x="246" y="991"/>
                          </a:cubicBezTo>
                          <a:cubicBezTo>
                            <a:pt x="375" y="1237"/>
                            <a:pt x="611" y="1354"/>
                            <a:pt x="845" y="1354"/>
                          </a:cubicBezTo>
                          <a:cubicBezTo>
                            <a:pt x="1121" y="1354"/>
                            <a:pt x="1396" y="1191"/>
                            <a:pt x="1491" y="881"/>
                          </a:cubicBezTo>
                          <a:cubicBezTo>
                            <a:pt x="1602" y="522"/>
                            <a:pt x="1406" y="144"/>
                            <a:pt x="1048" y="33"/>
                          </a:cubicBezTo>
                          <a:cubicBezTo>
                            <a:pt x="976" y="11"/>
                            <a:pt x="905" y="0"/>
                            <a:pt x="8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2" name="Google Shape;14104;p46">
                      <a:extLst>
                        <a:ext uri="{FF2B5EF4-FFF2-40B4-BE49-F238E27FC236}">
                          <a16:creationId xmlns:a16="http://schemas.microsoft.com/office/drawing/2014/main" id="{9CAD22C4-C625-E636-2C9F-B3B68A5EED5B}"/>
                        </a:ext>
                      </a:extLst>
                    </p:cNvPr>
                    <p:cNvSpPr/>
                    <p:nvPr/>
                  </p:nvSpPr>
                  <p:spPr>
                    <a:xfrm>
                      <a:off x="6889803" y="3542207"/>
                      <a:ext cx="55317" cy="114220"/>
                    </a:xfrm>
                    <a:custGeom>
                      <a:avLst/>
                      <a:gdLst/>
                      <a:ahLst/>
                      <a:cxnLst/>
                      <a:rect l="l" t="t" r="r" b="b"/>
                      <a:pathLst>
                        <a:path w="2191" h="4524" extrusionOk="0">
                          <a:moveTo>
                            <a:pt x="1246" y="0"/>
                          </a:moveTo>
                          <a:lnTo>
                            <a:pt x="1" y="4243"/>
                          </a:lnTo>
                          <a:lnTo>
                            <a:pt x="940" y="4524"/>
                          </a:lnTo>
                          <a:lnTo>
                            <a:pt x="2191" y="281"/>
                          </a:lnTo>
                          <a:lnTo>
                            <a:pt x="1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3" name="Google Shape;14105;p46">
                      <a:extLst>
                        <a:ext uri="{FF2B5EF4-FFF2-40B4-BE49-F238E27FC236}">
                          <a16:creationId xmlns:a16="http://schemas.microsoft.com/office/drawing/2014/main" id="{EDEFAA8B-1A75-9885-5326-B1A85E234D73}"/>
                        </a:ext>
                      </a:extLst>
                    </p:cNvPr>
                    <p:cNvSpPr/>
                    <p:nvPr/>
                  </p:nvSpPr>
                  <p:spPr>
                    <a:xfrm>
                      <a:off x="6901593" y="3519358"/>
                      <a:ext cx="42542" cy="35952"/>
                    </a:xfrm>
                    <a:custGeom>
                      <a:avLst/>
                      <a:gdLst/>
                      <a:ahLst/>
                      <a:cxnLst/>
                      <a:rect l="l" t="t" r="r" b="b"/>
                      <a:pathLst>
                        <a:path w="1685" h="1424" extrusionOk="0">
                          <a:moveTo>
                            <a:pt x="882" y="1"/>
                          </a:moveTo>
                          <a:cubicBezTo>
                            <a:pt x="374" y="1"/>
                            <a:pt x="0" y="561"/>
                            <a:pt x="270" y="1055"/>
                          </a:cubicBezTo>
                          <a:cubicBezTo>
                            <a:pt x="408" y="1304"/>
                            <a:pt x="650" y="1423"/>
                            <a:pt x="891" y="1423"/>
                          </a:cubicBezTo>
                          <a:cubicBezTo>
                            <a:pt x="1185" y="1423"/>
                            <a:pt x="1477" y="1246"/>
                            <a:pt x="1574" y="912"/>
                          </a:cubicBezTo>
                          <a:cubicBezTo>
                            <a:pt x="1685" y="534"/>
                            <a:pt x="1470" y="143"/>
                            <a:pt x="1092" y="32"/>
                          </a:cubicBezTo>
                          <a:cubicBezTo>
                            <a:pt x="1020" y="11"/>
                            <a:pt x="950" y="1"/>
                            <a:pt x="8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4" name="Google Shape;14106;p46">
                      <a:extLst>
                        <a:ext uri="{FF2B5EF4-FFF2-40B4-BE49-F238E27FC236}">
                          <a16:creationId xmlns:a16="http://schemas.microsoft.com/office/drawing/2014/main" id="{85267551-1CB1-3934-C9AF-6EDF836FD8C8}"/>
                        </a:ext>
                      </a:extLst>
                    </p:cNvPr>
                    <p:cNvSpPr/>
                    <p:nvPr/>
                  </p:nvSpPr>
                  <p:spPr>
                    <a:xfrm>
                      <a:off x="6925452" y="3526428"/>
                      <a:ext cx="42542" cy="35851"/>
                    </a:xfrm>
                    <a:custGeom>
                      <a:avLst/>
                      <a:gdLst/>
                      <a:ahLst/>
                      <a:cxnLst/>
                      <a:rect l="l" t="t" r="r" b="b"/>
                      <a:pathLst>
                        <a:path w="1685" h="1420" extrusionOk="0">
                          <a:moveTo>
                            <a:pt x="882" y="1"/>
                          </a:moveTo>
                          <a:cubicBezTo>
                            <a:pt x="374" y="1"/>
                            <a:pt x="0" y="560"/>
                            <a:pt x="271" y="1049"/>
                          </a:cubicBezTo>
                          <a:cubicBezTo>
                            <a:pt x="406" y="1300"/>
                            <a:pt x="650" y="1420"/>
                            <a:pt x="892" y="1420"/>
                          </a:cubicBezTo>
                          <a:cubicBezTo>
                            <a:pt x="1186" y="1420"/>
                            <a:pt x="1478" y="1244"/>
                            <a:pt x="1574" y="912"/>
                          </a:cubicBezTo>
                          <a:cubicBezTo>
                            <a:pt x="1685" y="534"/>
                            <a:pt x="1470" y="137"/>
                            <a:pt x="1092" y="32"/>
                          </a:cubicBezTo>
                          <a:cubicBezTo>
                            <a:pt x="1020" y="11"/>
                            <a:pt x="950" y="1"/>
                            <a:pt x="8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5" name="Google Shape;14107;p46">
                      <a:extLst>
                        <a:ext uri="{FF2B5EF4-FFF2-40B4-BE49-F238E27FC236}">
                          <a16:creationId xmlns:a16="http://schemas.microsoft.com/office/drawing/2014/main" id="{C14C79BF-CD16-B673-3143-BF790E680830}"/>
                        </a:ext>
                      </a:extLst>
                    </p:cNvPr>
                    <p:cNvSpPr/>
                    <p:nvPr/>
                  </p:nvSpPr>
                  <p:spPr>
                    <a:xfrm>
                      <a:off x="6868974" y="3630473"/>
                      <a:ext cx="42416" cy="35902"/>
                    </a:xfrm>
                    <a:custGeom>
                      <a:avLst/>
                      <a:gdLst/>
                      <a:ahLst/>
                      <a:cxnLst/>
                      <a:rect l="l" t="t" r="r" b="b"/>
                      <a:pathLst>
                        <a:path w="1680" h="1422" extrusionOk="0">
                          <a:moveTo>
                            <a:pt x="890" y="1"/>
                          </a:moveTo>
                          <a:cubicBezTo>
                            <a:pt x="379" y="1"/>
                            <a:pt x="1" y="563"/>
                            <a:pt x="272" y="1054"/>
                          </a:cubicBezTo>
                          <a:cubicBezTo>
                            <a:pt x="407" y="1303"/>
                            <a:pt x="647" y="1421"/>
                            <a:pt x="887" y="1421"/>
                          </a:cubicBezTo>
                          <a:cubicBezTo>
                            <a:pt x="1181" y="1421"/>
                            <a:pt x="1475" y="1244"/>
                            <a:pt x="1576" y="910"/>
                          </a:cubicBezTo>
                          <a:cubicBezTo>
                            <a:pt x="1680" y="539"/>
                            <a:pt x="1465" y="141"/>
                            <a:pt x="1093" y="30"/>
                          </a:cubicBezTo>
                          <a:cubicBezTo>
                            <a:pt x="1024" y="10"/>
                            <a:pt x="956" y="1"/>
                            <a:pt x="8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6" name="Google Shape;14108;p46">
                      <a:extLst>
                        <a:ext uri="{FF2B5EF4-FFF2-40B4-BE49-F238E27FC236}">
                          <a16:creationId xmlns:a16="http://schemas.microsoft.com/office/drawing/2014/main" id="{E4196822-BAB0-6B37-E54B-4FA0FC27F60F}"/>
                        </a:ext>
                      </a:extLst>
                    </p:cNvPr>
                    <p:cNvSpPr/>
                    <p:nvPr/>
                  </p:nvSpPr>
                  <p:spPr>
                    <a:xfrm>
                      <a:off x="6892858" y="3637517"/>
                      <a:ext cx="42391" cy="35826"/>
                    </a:xfrm>
                    <a:custGeom>
                      <a:avLst/>
                      <a:gdLst/>
                      <a:ahLst/>
                      <a:cxnLst/>
                      <a:rect l="l" t="t" r="r" b="b"/>
                      <a:pathLst>
                        <a:path w="1679" h="1419" extrusionOk="0">
                          <a:moveTo>
                            <a:pt x="881" y="0"/>
                          </a:moveTo>
                          <a:cubicBezTo>
                            <a:pt x="369" y="0"/>
                            <a:pt x="0" y="560"/>
                            <a:pt x="265" y="1048"/>
                          </a:cubicBezTo>
                          <a:cubicBezTo>
                            <a:pt x="403" y="1299"/>
                            <a:pt x="647" y="1419"/>
                            <a:pt x="889" y="1419"/>
                          </a:cubicBezTo>
                          <a:cubicBezTo>
                            <a:pt x="1182" y="1419"/>
                            <a:pt x="1472" y="1243"/>
                            <a:pt x="1568" y="912"/>
                          </a:cubicBezTo>
                          <a:cubicBezTo>
                            <a:pt x="1679" y="534"/>
                            <a:pt x="1464" y="142"/>
                            <a:pt x="1092" y="32"/>
                          </a:cubicBezTo>
                          <a:cubicBezTo>
                            <a:pt x="1020" y="10"/>
                            <a:pt x="949" y="0"/>
                            <a:pt x="8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7" name="Google Shape;14109;p46">
                      <a:extLst>
                        <a:ext uri="{FF2B5EF4-FFF2-40B4-BE49-F238E27FC236}">
                          <a16:creationId xmlns:a16="http://schemas.microsoft.com/office/drawing/2014/main" id="{A3A98B86-7999-44DF-19EF-EC9F26F253C8}"/>
                        </a:ext>
                      </a:extLst>
                    </p:cNvPr>
                    <p:cNvSpPr/>
                    <p:nvPr/>
                  </p:nvSpPr>
                  <p:spPr>
                    <a:xfrm>
                      <a:off x="6819892" y="3842021"/>
                      <a:ext cx="47238" cy="37543"/>
                    </a:xfrm>
                    <a:custGeom>
                      <a:avLst/>
                      <a:gdLst/>
                      <a:ahLst/>
                      <a:cxnLst/>
                      <a:rect l="l" t="t" r="r" b="b"/>
                      <a:pathLst>
                        <a:path w="1871" h="1487" extrusionOk="0">
                          <a:moveTo>
                            <a:pt x="854" y="0"/>
                          </a:moveTo>
                          <a:cubicBezTo>
                            <a:pt x="0" y="0"/>
                            <a:pt x="0" y="1486"/>
                            <a:pt x="854" y="1486"/>
                          </a:cubicBezTo>
                          <a:cubicBezTo>
                            <a:pt x="1871" y="1486"/>
                            <a:pt x="1871" y="0"/>
                            <a:pt x="8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8" name="Google Shape;14110;p46">
                      <a:extLst>
                        <a:ext uri="{FF2B5EF4-FFF2-40B4-BE49-F238E27FC236}">
                          <a16:creationId xmlns:a16="http://schemas.microsoft.com/office/drawing/2014/main" id="{76AD24EC-B9DB-E3F3-A53E-6F3AF03A7123}"/>
                        </a:ext>
                      </a:extLst>
                    </p:cNvPr>
                    <p:cNvSpPr/>
                    <p:nvPr/>
                  </p:nvSpPr>
                  <p:spPr>
                    <a:xfrm>
                      <a:off x="6810728" y="3883074"/>
                      <a:ext cx="19062" cy="30045"/>
                    </a:xfrm>
                    <a:custGeom>
                      <a:avLst/>
                      <a:gdLst/>
                      <a:ahLst/>
                      <a:cxnLst/>
                      <a:rect l="l" t="t" r="r" b="b"/>
                      <a:pathLst>
                        <a:path w="755" h="1190" extrusionOk="0">
                          <a:moveTo>
                            <a:pt x="525" y="0"/>
                          </a:moveTo>
                          <a:cubicBezTo>
                            <a:pt x="423" y="0"/>
                            <a:pt x="318" y="58"/>
                            <a:pt x="291" y="167"/>
                          </a:cubicBezTo>
                          <a:cubicBezTo>
                            <a:pt x="246" y="388"/>
                            <a:pt x="57" y="610"/>
                            <a:pt x="24" y="864"/>
                          </a:cubicBezTo>
                          <a:cubicBezTo>
                            <a:pt x="0" y="1070"/>
                            <a:pt x="179" y="1190"/>
                            <a:pt x="357" y="1190"/>
                          </a:cubicBezTo>
                          <a:cubicBezTo>
                            <a:pt x="471" y="1190"/>
                            <a:pt x="585" y="1141"/>
                            <a:pt x="643" y="1034"/>
                          </a:cubicBezTo>
                          <a:cubicBezTo>
                            <a:pt x="721" y="897"/>
                            <a:pt x="728" y="714"/>
                            <a:pt x="741" y="564"/>
                          </a:cubicBezTo>
                          <a:cubicBezTo>
                            <a:pt x="754" y="434"/>
                            <a:pt x="754" y="297"/>
                            <a:pt x="735" y="167"/>
                          </a:cubicBezTo>
                          <a:cubicBezTo>
                            <a:pt x="718" y="54"/>
                            <a:pt x="623" y="0"/>
                            <a:pt x="5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9" name="Google Shape;14111;p46">
                      <a:extLst>
                        <a:ext uri="{FF2B5EF4-FFF2-40B4-BE49-F238E27FC236}">
                          <a16:creationId xmlns:a16="http://schemas.microsoft.com/office/drawing/2014/main" id="{5704C796-F701-93B0-D1B6-F63ABF22E76A}"/>
                        </a:ext>
                      </a:extLst>
                    </p:cNvPr>
                    <p:cNvSpPr/>
                    <p:nvPr/>
                  </p:nvSpPr>
                  <p:spPr>
                    <a:xfrm>
                      <a:off x="6835672" y="3892920"/>
                      <a:ext cx="23404" cy="28479"/>
                    </a:xfrm>
                    <a:custGeom>
                      <a:avLst/>
                      <a:gdLst/>
                      <a:ahLst/>
                      <a:cxnLst/>
                      <a:rect l="l" t="t" r="r" b="b"/>
                      <a:pathLst>
                        <a:path w="927" h="1128" extrusionOk="0">
                          <a:moveTo>
                            <a:pt x="714" y="0"/>
                          </a:moveTo>
                          <a:cubicBezTo>
                            <a:pt x="684" y="0"/>
                            <a:pt x="654" y="8"/>
                            <a:pt x="626" y="24"/>
                          </a:cubicBezTo>
                          <a:cubicBezTo>
                            <a:pt x="568" y="44"/>
                            <a:pt x="509" y="70"/>
                            <a:pt x="463" y="116"/>
                          </a:cubicBezTo>
                          <a:cubicBezTo>
                            <a:pt x="411" y="161"/>
                            <a:pt x="366" y="213"/>
                            <a:pt x="327" y="272"/>
                          </a:cubicBezTo>
                          <a:cubicBezTo>
                            <a:pt x="287" y="318"/>
                            <a:pt x="248" y="363"/>
                            <a:pt x="209" y="402"/>
                          </a:cubicBezTo>
                          <a:cubicBezTo>
                            <a:pt x="199" y="414"/>
                            <a:pt x="193" y="422"/>
                            <a:pt x="190" y="427"/>
                          </a:cubicBezTo>
                          <a:lnTo>
                            <a:pt x="190" y="427"/>
                          </a:lnTo>
                          <a:cubicBezTo>
                            <a:pt x="146" y="461"/>
                            <a:pt x="110" y="503"/>
                            <a:pt x="85" y="552"/>
                          </a:cubicBezTo>
                          <a:cubicBezTo>
                            <a:pt x="1" y="702"/>
                            <a:pt x="27" y="891"/>
                            <a:pt x="144" y="1015"/>
                          </a:cubicBezTo>
                          <a:cubicBezTo>
                            <a:pt x="215" y="1086"/>
                            <a:pt x="324" y="1128"/>
                            <a:pt x="430" y="1128"/>
                          </a:cubicBezTo>
                          <a:cubicBezTo>
                            <a:pt x="528" y="1128"/>
                            <a:pt x="623" y="1093"/>
                            <a:pt x="685" y="1015"/>
                          </a:cubicBezTo>
                          <a:cubicBezTo>
                            <a:pt x="711" y="982"/>
                            <a:pt x="737" y="956"/>
                            <a:pt x="757" y="924"/>
                          </a:cubicBezTo>
                          <a:lnTo>
                            <a:pt x="796" y="833"/>
                          </a:lnTo>
                          <a:cubicBezTo>
                            <a:pt x="803" y="761"/>
                            <a:pt x="809" y="726"/>
                            <a:pt x="811" y="726"/>
                          </a:cubicBezTo>
                          <a:lnTo>
                            <a:pt x="811" y="726"/>
                          </a:lnTo>
                          <a:cubicBezTo>
                            <a:pt x="812" y="726"/>
                            <a:pt x="812" y="745"/>
                            <a:pt x="809" y="780"/>
                          </a:cubicBezTo>
                          <a:cubicBezTo>
                            <a:pt x="822" y="728"/>
                            <a:pt x="835" y="676"/>
                            <a:pt x="855" y="617"/>
                          </a:cubicBezTo>
                          <a:cubicBezTo>
                            <a:pt x="868" y="552"/>
                            <a:pt x="887" y="481"/>
                            <a:pt x="907" y="415"/>
                          </a:cubicBezTo>
                          <a:cubicBezTo>
                            <a:pt x="926" y="318"/>
                            <a:pt x="913" y="220"/>
                            <a:pt x="887" y="129"/>
                          </a:cubicBezTo>
                          <a:cubicBezTo>
                            <a:pt x="864" y="49"/>
                            <a:pt x="790" y="0"/>
                            <a:pt x="7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0" name="Google Shape;14112;p46">
                      <a:extLst>
                        <a:ext uri="{FF2B5EF4-FFF2-40B4-BE49-F238E27FC236}">
                          <a16:creationId xmlns:a16="http://schemas.microsoft.com/office/drawing/2014/main" id="{6BA5CC46-BEF3-647D-5005-CA857D03196E}"/>
                        </a:ext>
                      </a:extLst>
                    </p:cNvPr>
                    <p:cNvSpPr/>
                    <p:nvPr/>
                  </p:nvSpPr>
                  <p:spPr>
                    <a:xfrm>
                      <a:off x="6974407" y="4057585"/>
                      <a:ext cx="64356" cy="52843"/>
                    </a:xfrm>
                    <a:custGeom>
                      <a:avLst/>
                      <a:gdLst/>
                      <a:ahLst/>
                      <a:cxnLst/>
                      <a:rect l="l" t="t" r="r" b="b"/>
                      <a:pathLst>
                        <a:path w="2549" h="2093" extrusionOk="0">
                          <a:moveTo>
                            <a:pt x="1193" y="0"/>
                          </a:moveTo>
                          <a:cubicBezTo>
                            <a:pt x="0" y="0"/>
                            <a:pt x="0" y="2092"/>
                            <a:pt x="1193" y="2092"/>
                          </a:cubicBezTo>
                          <a:cubicBezTo>
                            <a:pt x="2548" y="2092"/>
                            <a:pt x="2548" y="0"/>
                            <a:pt x="11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1" name="Google Shape;14113;p46">
                      <a:extLst>
                        <a:ext uri="{FF2B5EF4-FFF2-40B4-BE49-F238E27FC236}">
                          <a16:creationId xmlns:a16="http://schemas.microsoft.com/office/drawing/2014/main" id="{81F029B5-60A7-06A5-9F44-EEFFA730230E}"/>
                        </a:ext>
                      </a:extLst>
                    </p:cNvPr>
                    <p:cNvSpPr/>
                    <p:nvPr/>
                  </p:nvSpPr>
                  <p:spPr>
                    <a:xfrm>
                      <a:off x="6982941" y="4284837"/>
                      <a:ext cx="47263" cy="36053"/>
                    </a:xfrm>
                    <a:custGeom>
                      <a:avLst/>
                      <a:gdLst/>
                      <a:ahLst/>
                      <a:cxnLst/>
                      <a:rect l="l" t="t" r="r" b="b"/>
                      <a:pathLst>
                        <a:path w="1872" h="1428" extrusionOk="0">
                          <a:moveTo>
                            <a:pt x="855" y="0"/>
                          </a:moveTo>
                          <a:cubicBezTo>
                            <a:pt x="1" y="0"/>
                            <a:pt x="1" y="1427"/>
                            <a:pt x="855" y="1427"/>
                          </a:cubicBezTo>
                          <a:cubicBezTo>
                            <a:pt x="1871" y="1427"/>
                            <a:pt x="1871" y="0"/>
                            <a:pt x="8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2" name="Google Shape;14114;p46">
                      <a:extLst>
                        <a:ext uri="{FF2B5EF4-FFF2-40B4-BE49-F238E27FC236}">
                          <a16:creationId xmlns:a16="http://schemas.microsoft.com/office/drawing/2014/main" id="{D2D98F2A-1905-2543-8B18-856439189B88}"/>
                        </a:ext>
                      </a:extLst>
                    </p:cNvPr>
                    <p:cNvSpPr/>
                    <p:nvPr/>
                  </p:nvSpPr>
                  <p:spPr>
                    <a:xfrm>
                      <a:off x="6931310" y="4293598"/>
                      <a:ext cx="52490" cy="24010"/>
                    </a:xfrm>
                    <a:custGeom>
                      <a:avLst/>
                      <a:gdLst/>
                      <a:ahLst/>
                      <a:cxnLst/>
                      <a:rect l="l" t="t" r="r" b="b"/>
                      <a:pathLst>
                        <a:path w="2079" h="951" extrusionOk="0">
                          <a:moveTo>
                            <a:pt x="1497" y="1"/>
                          </a:moveTo>
                          <a:cubicBezTo>
                            <a:pt x="1283" y="1"/>
                            <a:pt x="1085" y="105"/>
                            <a:pt x="860" y="207"/>
                          </a:cubicBezTo>
                          <a:cubicBezTo>
                            <a:pt x="736" y="259"/>
                            <a:pt x="619" y="324"/>
                            <a:pt x="495" y="383"/>
                          </a:cubicBezTo>
                          <a:cubicBezTo>
                            <a:pt x="338" y="468"/>
                            <a:pt x="241" y="598"/>
                            <a:pt x="97" y="689"/>
                          </a:cubicBezTo>
                          <a:cubicBezTo>
                            <a:pt x="0" y="756"/>
                            <a:pt x="50" y="907"/>
                            <a:pt x="162" y="907"/>
                          </a:cubicBezTo>
                          <a:cubicBezTo>
                            <a:pt x="170" y="907"/>
                            <a:pt x="179" y="906"/>
                            <a:pt x="188" y="904"/>
                          </a:cubicBezTo>
                          <a:cubicBezTo>
                            <a:pt x="218" y="899"/>
                            <a:pt x="248" y="897"/>
                            <a:pt x="278" y="897"/>
                          </a:cubicBezTo>
                          <a:cubicBezTo>
                            <a:pt x="398" y="897"/>
                            <a:pt x="518" y="930"/>
                            <a:pt x="638" y="930"/>
                          </a:cubicBezTo>
                          <a:cubicBezTo>
                            <a:pt x="788" y="930"/>
                            <a:pt x="918" y="930"/>
                            <a:pt x="1062" y="937"/>
                          </a:cubicBezTo>
                          <a:cubicBezTo>
                            <a:pt x="1170" y="941"/>
                            <a:pt x="1273" y="950"/>
                            <a:pt x="1372" y="950"/>
                          </a:cubicBezTo>
                          <a:cubicBezTo>
                            <a:pt x="1566" y="950"/>
                            <a:pt x="1743" y="916"/>
                            <a:pt x="1903" y="748"/>
                          </a:cubicBezTo>
                          <a:cubicBezTo>
                            <a:pt x="2079" y="559"/>
                            <a:pt x="2065" y="214"/>
                            <a:pt x="1818" y="83"/>
                          </a:cubicBezTo>
                          <a:cubicBezTo>
                            <a:pt x="1704" y="24"/>
                            <a:pt x="1599" y="1"/>
                            <a:pt x="14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3" name="Google Shape;14115;p46">
                      <a:extLst>
                        <a:ext uri="{FF2B5EF4-FFF2-40B4-BE49-F238E27FC236}">
                          <a16:creationId xmlns:a16="http://schemas.microsoft.com/office/drawing/2014/main" id="{E5CCF509-52CE-AD7D-69B0-1414D30AAFEA}"/>
                        </a:ext>
                      </a:extLst>
                    </p:cNvPr>
                    <p:cNvSpPr/>
                    <p:nvPr/>
                  </p:nvSpPr>
                  <p:spPr>
                    <a:xfrm>
                      <a:off x="6959410" y="3809275"/>
                      <a:ext cx="116038" cy="64684"/>
                    </a:xfrm>
                    <a:custGeom>
                      <a:avLst/>
                      <a:gdLst/>
                      <a:ahLst/>
                      <a:cxnLst/>
                      <a:rect l="l" t="t" r="r" b="b"/>
                      <a:pathLst>
                        <a:path w="4596" h="2562" extrusionOk="0">
                          <a:moveTo>
                            <a:pt x="1858" y="0"/>
                          </a:moveTo>
                          <a:cubicBezTo>
                            <a:pt x="952" y="0"/>
                            <a:pt x="1" y="1056"/>
                            <a:pt x="816" y="1584"/>
                          </a:cubicBezTo>
                          <a:cubicBezTo>
                            <a:pt x="1630" y="2112"/>
                            <a:pt x="4596" y="2562"/>
                            <a:pt x="4596" y="2562"/>
                          </a:cubicBezTo>
                          <a:lnTo>
                            <a:pt x="4420" y="978"/>
                          </a:lnTo>
                          <a:cubicBezTo>
                            <a:pt x="3814" y="978"/>
                            <a:pt x="2764" y="0"/>
                            <a:pt x="18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4" name="Google Shape;14116;p46">
                      <a:extLst>
                        <a:ext uri="{FF2B5EF4-FFF2-40B4-BE49-F238E27FC236}">
                          <a16:creationId xmlns:a16="http://schemas.microsoft.com/office/drawing/2014/main" id="{FBFAC764-4A7E-B3EE-FCA5-8B16234EC548}"/>
                        </a:ext>
                      </a:extLst>
                    </p:cNvPr>
                    <p:cNvSpPr/>
                    <p:nvPr/>
                  </p:nvSpPr>
                  <p:spPr>
                    <a:xfrm>
                      <a:off x="7066384" y="3809275"/>
                      <a:ext cx="116038" cy="64684"/>
                    </a:xfrm>
                    <a:custGeom>
                      <a:avLst/>
                      <a:gdLst/>
                      <a:ahLst/>
                      <a:cxnLst/>
                      <a:rect l="l" t="t" r="r" b="b"/>
                      <a:pathLst>
                        <a:path w="4596" h="2562" extrusionOk="0">
                          <a:moveTo>
                            <a:pt x="2744" y="0"/>
                          </a:moveTo>
                          <a:cubicBezTo>
                            <a:pt x="1838" y="0"/>
                            <a:pt x="782" y="978"/>
                            <a:pt x="183" y="978"/>
                          </a:cubicBezTo>
                          <a:lnTo>
                            <a:pt x="0" y="2562"/>
                          </a:lnTo>
                          <a:cubicBezTo>
                            <a:pt x="0" y="2562"/>
                            <a:pt x="2966" y="2112"/>
                            <a:pt x="3781" y="1584"/>
                          </a:cubicBezTo>
                          <a:cubicBezTo>
                            <a:pt x="4595" y="1056"/>
                            <a:pt x="3644" y="0"/>
                            <a:pt x="27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5" name="Google Shape;14117;p46">
                    <a:extLst>
                      <a:ext uri="{FF2B5EF4-FFF2-40B4-BE49-F238E27FC236}">
                        <a16:creationId xmlns:a16="http://schemas.microsoft.com/office/drawing/2014/main" id="{658FDD3E-6A55-1EC5-4215-583D6024E4CD}"/>
                      </a:ext>
                    </a:extLst>
                  </p:cNvPr>
                  <p:cNvGrpSpPr/>
                  <p:nvPr/>
                </p:nvGrpSpPr>
                <p:grpSpPr>
                  <a:xfrm>
                    <a:off x="6922902" y="3131329"/>
                    <a:ext cx="300496" cy="274642"/>
                    <a:chOff x="6922902" y="3131329"/>
                    <a:chExt cx="300496" cy="274642"/>
                  </a:xfrm>
                </p:grpSpPr>
                <p:sp>
                  <p:nvSpPr>
                    <p:cNvPr id="13696" name="Google Shape;14118;p46">
                      <a:extLst>
                        <a:ext uri="{FF2B5EF4-FFF2-40B4-BE49-F238E27FC236}">
                          <a16:creationId xmlns:a16="http://schemas.microsoft.com/office/drawing/2014/main" id="{5ACC19FF-7F84-4CDC-5F4D-3B2DD92D4CC0}"/>
                        </a:ext>
                      </a:extLst>
                    </p:cNvPr>
                    <p:cNvSpPr/>
                    <p:nvPr/>
                  </p:nvSpPr>
                  <p:spPr>
                    <a:xfrm>
                      <a:off x="6922902" y="3131329"/>
                      <a:ext cx="300496" cy="214604"/>
                    </a:xfrm>
                    <a:custGeom>
                      <a:avLst/>
                      <a:gdLst/>
                      <a:ahLst/>
                      <a:cxnLst/>
                      <a:rect l="l" t="t" r="r" b="b"/>
                      <a:pathLst>
                        <a:path w="11902" h="8500" extrusionOk="0">
                          <a:moveTo>
                            <a:pt x="3281" y="4076"/>
                          </a:moveTo>
                          <a:cubicBezTo>
                            <a:pt x="3975" y="4076"/>
                            <a:pt x="4641" y="4618"/>
                            <a:pt x="4641" y="5436"/>
                          </a:cubicBezTo>
                          <a:cubicBezTo>
                            <a:pt x="4634" y="6172"/>
                            <a:pt x="4034" y="6778"/>
                            <a:pt x="3291" y="6778"/>
                          </a:cubicBezTo>
                          <a:cubicBezTo>
                            <a:pt x="2092" y="6772"/>
                            <a:pt x="1486" y="5318"/>
                            <a:pt x="2340" y="4471"/>
                          </a:cubicBezTo>
                          <a:cubicBezTo>
                            <a:pt x="2615" y="4198"/>
                            <a:pt x="2951" y="4076"/>
                            <a:pt x="3281" y="4076"/>
                          </a:cubicBezTo>
                          <a:close/>
                          <a:moveTo>
                            <a:pt x="8548" y="4076"/>
                          </a:moveTo>
                          <a:cubicBezTo>
                            <a:pt x="9244" y="4076"/>
                            <a:pt x="9911" y="4618"/>
                            <a:pt x="9907" y="5436"/>
                          </a:cubicBezTo>
                          <a:cubicBezTo>
                            <a:pt x="9907" y="6172"/>
                            <a:pt x="9301" y="6778"/>
                            <a:pt x="8558" y="6778"/>
                          </a:cubicBezTo>
                          <a:cubicBezTo>
                            <a:pt x="7358" y="6772"/>
                            <a:pt x="6759" y="5318"/>
                            <a:pt x="7606" y="4471"/>
                          </a:cubicBezTo>
                          <a:cubicBezTo>
                            <a:pt x="7881" y="4198"/>
                            <a:pt x="8218" y="4076"/>
                            <a:pt x="8548" y="4076"/>
                          </a:cubicBezTo>
                          <a:close/>
                          <a:moveTo>
                            <a:pt x="4204" y="0"/>
                          </a:moveTo>
                          <a:cubicBezTo>
                            <a:pt x="1884" y="0"/>
                            <a:pt x="0" y="1884"/>
                            <a:pt x="0" y="4211"/>
                          </a:cubicBezTo>
                          <a:lnTo>
                            <a:pt x="0" y="4295"/>
                          </a:lnTo>
                          <a:cubicBezTo>
                            <a:pt x="0" y="6615"/>
                            <a:pt x="1884" y="8499"/>
                            <a:pt x="4210" y="8499"/>
                          </a:cubicBezTo>
                          <a:lnTo>
                            <a:pt x="7691" y="8499"/>
                          </a:lnTo>
                          <a:cubicBezTo>
                            <a:pt x="10011" y="8499"/>
                            <a:pt x="11895" y="6615"/>
                            <a:pt x="11895" y="4295"/>
                          </a:cubicBezTo>
                          <a:lnTo>
                            <a:pt x="11895" y="4211"/>
                          </a:lnTo>
                          <a:cubicBezTo>
                            <a:pt x="11901" y="1884"/>
                            <a:pt x="10018" y="0"/>
                            <a:pt x="76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7" name="Google Shape;14119;p46">
                      <a:extLst>
                        <a:ext uri="{FF2B5EF4-FFF2-40B4-BE49-F238E27FC236}">
                          <a16:creationId xmlns:a16="http://schemas.microsoft.com/office/drawing/2014/main" id="{F7CD1A33-7D8A-2160-8EF5-F8CFC06B0803}"/>
                        </a:ext>
                      </a:extLst>
                    </p:cNvPr>
                    <p:cNvSpPr/>
                    <p:nvPr/>
                  </p:nvSpPr>
                  <p:spPr>
                    <a:xfrm>
                      <a:off x="6995792" y="3277285"/>
                      <a:ext cx="150248" cy="128687"/>
                    </a:xfrm>
                    <a:custGeom>
                      <a:avLst/>
                      <a:gdLst/>
                      <a:ahLst/>
                      <a:cxnLst/>
                      <a:rect l="l" t="t" r="r" b="b"/>
                      <a:pathLst>
                        <a:path w="5951" h="5097" extrusionOk="0">
                          <a:moveTo>
                            <a:pt x="3057" y="424"/>
                          </a:moveTo>
                          <a:cubicBezTo>
                            <a:pt x="3429" y="424"/>
                            <a:pt x="3722" y="1232"/>
                            <a:pt x="3722" y="1597"/>
                          </a:cubicBezTo>
                          <a:cubicBezTo>
                            <a:pt x="3735" y="1975"/>
                            <a:pt x="3435" y="2288"/>
                            <a:pt x="3057" y="2288"/>
                          </a:cubicBezTo>
                          <a:cubicBezTo>
                            <a:pt x="2679" y="2288"/>
                            <a:pt x="2379" y="1975"/>
                            <a:pt x="2392" y="1597"/>
                          </a:cubicBezTo>
                          <a:cubicBezTo>
                            <a:pt x="2392" y="1232"/>
                            <a:pt x="2692" y="424"/>
                            <a:pt x="3057" y="424"/>
                          </a:cubicBezTo>
                          <a:close/>
                          <a:moveTo>
                            <a:pt x="1206" y="2835"/>
                          </a:moveTo>
                          <a:cubicBezTo>
                            <a:pt x="1447" y="2835"/>
                            <a:pt x="1649" y="3109"/>
                            <a:pt x="1669" y="3455"/>
                          </a:cubicBezTo>
                          <a:lnTo>
                            <a:pt x="750" y="3455"/>
                          </a:lnTo>
                          <a:cubicBezTo>
                            <a:pt x="769" y="3109"/>
                            <a:pt x="965" y="2835"/>
                            <a:pt x="1206" y="2835"/>
                          </a:cubicBezTo>
                          <a:close/>
                          <a:moveTo>
                            <a:pt x="4882" y="2835"/>
                          </a:moveTo>
                          <a:cubicBezTo>
                            <a:pt x="5123" y="2835"/>
                            <a:pt x="5319" y="3109"/>
                            <a:pt x="5338" y="3455"/>
                          </a:cubicBezTo>
                          <a:lnTo>
                            <a:pt x="4419" y="3455"/>
                          </a:lnTo>
                          <a:cubicBezTo>
                            <a:pt x="4439" y="3109"/>
                            <a:pt x="4641" y="2835"/>
                            <a:pt x="4882" y="2835"/>
                          </a:cubicBezTo>
                          <a:close/>
                          <a:moveTo>
                            <a:pt x="2431" y="3005"/>
                          </a:moveTo>
                          <a:cubicBezTo>
                            <a:pt x="2673" y="3005"/>
                            <a:pt x="2868" y="3279"/>
                            <a:pt x="2888" y="3624"/>
                          </a:cubicBezTo>
                          <a:lnTo>
                            <a:pt x="1975" y="3624"/>
                          </a:lnTo>
                          <a:cubicBezTo>
                            <a:pt x="1995" y="3279"/>
                            <a:pt x="2190" y="3005"/>
                            <a:pt x="2431" y="3005"/>
                          </a:cubicBezTo>
                          <a:close/>
                          <a:moveTo>
                            <a:pt x="3722" y="3005"/>
                          </a:moveTo>
                          <a:cubicBezTo>
                            <a:pt x="3963" y="3005"/>
                            <a:pt x="4165" y="3279"/>
                            <a:pt x="4185" y="3624"/>
                          </a:cubicBezTo>
                          <a:lnTo>
                            <a:pt x="3266" y="3624"/>
                          </a:lnTo>
                          <a:cubicBezTo>
                            <a:pt x="3285" y="3279"/>
                            <a:pt x="3481" y="3005"/>
                            <a:pt x="3722" y="3005"/>
                          </a:cubicBezTo>
                          <a:close/>
                          <a:moveTo>
                            <a:pt x="2542" y="0"/>
                          </a:moveTo>
                          <a:cubicBezTo>
                            <a:pt x="1141" y="0"/>
                            <a:pt x="0" y="1134"/>
                            <a:pt x="0" y="2542"/>
                          </a:cubicBezTo>
                          <a:lnTo>
                            <a:pt x="0" y="2562"/>
                          </a:lnTo>
                          <a:cubicBezTo>
                            <a:pt x="0" y="3963"/>
                            <a:pt x="1141" y="5097"/>
                            <a:pt x="2542" y="5097"/>
                          </a:cubicBezTo>
                          <a:lnTo>
                            <a:pt x="3409" y="5097"/>
                          </a:lnTo>
                          <a:cubicBezTo>
                            <a:pt x="4817" y="5097"/>
                            <a:pt x="5951" y="3963"/>
                            <a:pt x="5951" y="2562"/>
                          </a:cubicBezTo>
                          <a:lnTo>
                            <a:pt x="5951" y="2542"/>
                          </a:lnTo>
                          <a:cubicBezTo>
                            <a:pt x="5951" y="1134"/>
                            <a:pt x="4817" y="0"/>
                            <a:pt x="34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8" name="Google Shape;14120;p46">
                      <a:extLst>
                        <a:ext uri="{FF2B5EF4-FFF2-40B4-BE49-F238E27FC236}">
                          <a16:creationId xmlns:a16="http://schemas.microsoft.com/office/drawing/2014/main" id="{31E73B3F-77D3-6AAF-59AF-AEB7715A8284}"/>
                        </a:ext>
                      </a:extLst>
                    </p:cNvPr>
                    <p:cNvSpPr/>
                    <p:nvPr/>
                  </p:nvSpPr>
                  <p:spPr>
                    <a:xfrm>
                      <a:off x="7056007" y="3287965"/>
                      <a:ext cx="34261" cy="47087"/>
                    </a:xfrm>
                    <a:custGeom>
                      <a:avLst/>
                      <a:gdLst/>
                      <a:ahLst/>
                      <a:cxnLst/>
                      <a:rect l="l" t="t" r="r" b="b"/>
                      <a:pathLst>
                        <a:path w="1357" h="1865" extrusionOk="0">
                          <a:moveTo>
                            <a:pt x="679" y="1"/>
                          </a:moveTo>
                          <a:cubicBezTo>
                            <a:pt x="307" y="1"/>
                            <a:pt x="14" y="809"/>
                            <a:pt x="14" y="1174"/>
                          </a:cubicBezTo>
                          <a:cubicBezTo>
                            <a:pt x="1" y="1552"/>
                            <a:pt x="301" y="1865"/>
                            <a:pt x="679" y="1865"/>
                          </a:cubicBezTo>
                          <a:cubicBezTo>
                            <a:pt x="1050" y="1865"/>
                            <a:pt x="1356" y="1552"/>
                            <a:pt x="1343" y="1174"/>
                          </a:cubicBezTo>
                          <a:cubicBezTo>
                            <a:pt x="1343" y="809"/>
                            <a:pt x="1044" y="1"/>
                            <a:pt x="6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4" name="Google Shape;14121;p46">
                <a:extLst>
                  <a:ext uri="{FF2B5EF4-FFF2-40B4-BE49-F238E27FC236}">
                    <a16:creationId xmlns:a16="http://schemas.microsoft.com/office/drawing/2014/main" id="{48AF2CB8-8841-F865-979B-30D54FB43ACD}"/>
                  </a:ext>
                </a:extLst>
              </p:cNvPr>
              <p:cNvGrpSpPr/>
              <p:nvPr/>
            </p:nvGrpSpPr>
            <p:grpSpPr>
              <a:xfrm rot="581139">
                <a:off x="4173882" y="2641579"/>
                <a:ext cx="117418" cy="79335"/>
                <a:chOff x="7638250" y="1085887"/>
                <a:chExt cx="107071" cy="72351"/>
              </a:xfrm>
            </p:grpSpPr>
            <p:sp>
              <p:nvSpPr>
                <p:cNvPr id="13680" name="Google Shape;14122;p46">
                  <a:extLst>
                    <a:ext uri="{FF2B5EF4-FFF2-40B4-BE49-F238E27FC236}">
                      <a16:creationId xmlns:a16="http://schemas.microsoft.com/office/drawing/2014/main" id="{E3B785C4-5377-3A2F-FFB7-7A89BBAB3196}"/>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1" name="Google Shape;14123;p46">
                  <a:extLst>
                    <a:ext uri="{FF2B5EF4-FFF2-40B4-BE49-F238E27FC236}">
                      <a16:creationId xmlns:a16="http://schemas.microsoft.com/office/drawing/2014/main" id="{2150EC46-9BD8-F225-F223-0B3505D36C59}"/>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2" name="Google Shape;14124;p46">
                  <a:extLst>
                    <a:ext uri="{FF2B5EF4-FFF2-40B4-BE49-F238E27FC236}">
                      <a16:creationId xmlns:a16="http://schemas.microsoft.com/office/drawing/2014/main" id="{C9BEBCF6-14D3-DF1D-8575-807C440DD6C6}"/>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3" name="Google Shape;14125;p46">
                  <a:extLst>
                    <a:ext uri="{FF2B5EF4-FFF2-40B4-BE49-F238E27FC236}">
                      <a16:creationId xmlns:a16="http://schemas.microsoft.com/office/drawing/2014/main" id="{45D77D3C-9434-29B7-AF99-4BB3E50593CE}"/>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4" name="Google Shape;14126;p46">
                  <a:extLst>
                    <a:ext uri="{FF2B5EF4-FFF2-40B4-BE49-F238E27FC236}">
                      <a16:creationId xmlns:a16="http://schemas.microsoft.com/office/drawing/2014/main" id="{3EFB8090-7F54-F039-4C76-27BB0E7BDB85}"/>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5" name="Google Shape;14127;p46">
                  <a:extLst>
                    <a:ext uri="{FF2B5EF4-FFF2-40B4-BE49-F238E27FC236}">
                      <a16:creationId xmlns:a16="http://schemas.microsoft.com/office/drawing/2014/main" id="{57BE39DC-FBAB-DE4F-94A6-7C36EBAF4740}"/>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6" name="Google Shape;14128;p46">
                  <a:extLst>
                    <a:ext uri="{FF2B5EF4-FFF2-40B4-BE49-F238E27FC236}">
                      <a16:creationId xmlns:a16="http://schemas.microsoft.com/office/drawing/2014/main" id="{EDC706E0-6CBA-6395-DCAA-4134E6350466}"/>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7" name="Google Shape;14129;p46">
                  <a:extLst>
                    <a:ext uri="{FF2B5EF4-FFF2-40B4-BE49-F238E27FC236}">
                      <a16:creationId xmlns:a16="http://schemas.microsoft.com/office/drawing/2014/main" id="{8CC79391-4930-8D5A-293C-2583F60E5DD5}"/>
                    </a:ext>
                  </a:extLst>
                </p:cNvPr>
                <p:cNvSpPr/>
                <p:nvPr/>
              </p:nvSpPr>
              <p:spPr>
                <a:xfrm>
                  <a:off x="7713538" y="1107734"/>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8" name="Google Shape;14130;p46">
                  <a:extLst>
                    <a:ext uri="{FF2B5EF4-FFF2-40B4-BE49-F238E27FC236}">
                      <a16:creationId xmlns:a16="http://schemas.microsoft.com/office/drawing/2014/main" id="{F394583F-22AC-96C1-DA38-E898E23FFBEC}"/>
                    </a:ext>
                  </a:extLst>
                </p:cNvPr>
                <p:cNvSpPr/>
                <p:nvPr/>
              </p:nvSpPr>
              <p:spPr>
                <a:xfrm>
                  <a:off x="7733871" y="1085887"/>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9" name="Google Shape;14131;p46">
                  <a:extLst>
                    <a:ext uri="{FF2B5EF4-FFF2-40B4-BE49-F238E27FC236}">
                      <a16:creationId xmlns:a16="http://schemas.microsoft.com/office/drawing/2014/main" id="{2CDEFA6C-73BA-CE99-99D1-F58A125DE1A4}"/>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0" name="Google Shape;14132;p46">
                  <a:extLst>
                    <a:ext uri="{FF2B5EF4-FFF2-40B4-BE49-F238E27FC236}">
                      <a16:creationId xmlns:a16="http://schemas.microsoft.com/office/drawing/2014/main" id="{56C98591-203E-EA71-D719-CFE57704FBB3}"/>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14133;p46">
                <a:extLst>
                  <a:ext uri="{FF2B5EF4-FFF2-40B4-BE49-F238E27FC236}">
                    <a16:creationId xmlns:a16="http://schemas.microsoft.com/office/drawing/2014/main" id="{FB268BA1-77C1-DC27-FF2F-36A987A82562}"/>
                  </a:ext>
                </a:extLst>
              </p:cNvPr>
              <p:cNvGrpSpPr/>
              <p:nvPr/>
            </p:nvGrpSpPr>
            <p:grpSpPr>
              <a:xfrm rot="581139">
                <a:off x="4157212" y="2724191"/>
                <a:ext cx="64043" cy="88463"/>
                <a:chOff x="7647275" y="1077563"/>
                <a:chExt cx="58400" cy="80675"/>
              </a:xfrm>
            </p:grpSpPr>
            <p:sp>
              <p:nvSpPr>
                <p:cNvPr id="13672" name="Google Shape;14134;p46">
                  <a:extLst>
                    <a:ext uri="{FF2B5EF4-FFF2-40B4-BE49-F238E27FC236}">
                      <a16:creationId xmlns:a16="http://schemas.microsoft.com/office/drawing/2014/main" id="{C5AAB616-53E3-D88D-2EEF-D77C271BC27F}"/>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3" name="Google Shape;14135;p46">
                  <a:extLst>
                    <a:ext uri="{FF2B5EF4-FFF2-40B4-BE49-F238E27FC236}">
                      <a16:creationId xmlns:a16="http://schemas.microsoft.com/office/drawing/2014/main" id="{F51B86B8-65BA-DA57-A4E6-B1FF22DE5ABA}"/>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4" name="Google Shape;14136;p46">
                  <a:extLst>
                    <a:ext uri="{FF2B5EF4-FFF2-40B4-BE49-F238E27FC236}">
                      <a16:creationId xmlns:a16="http://schemas.microsoft.com/office/drawing/2014/main" id="{B5E054D5-9701-D9CA-8F57-746280F2AD44}"/>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5" name="Google Shape;14137;p46">
                  <a:extLst>
                    <a:ext uri="{FF2B5EF4-FFF2-40B4-BE49-F238E27FC236}">
                      <a16:creationId xmlns:a16="http://schemas.microsoft.com/office/drawing/2014/main" id="{5ADF8D18-B563-5B2F-CDDF-A91FEF029304}"/>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6" name="Google Shape;14138;p46">
                  <a:extLst>
                    <a:ext uri="{FF2B5EF4-FFF2-40B4-BE49-F238E27FC236}">
                      <a16:creationId xmlns:a16="http://schemas.microsoft.com/office/drawing/2014/main" id="{07A7B580-FA7D-EFC6-AAA2-5E492EC95F92}"/>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7" name="Google Shape;14139;p46">
                  <a:extLst>
                    <a:ext uri="{FF2B5EF4-FFF2-40B4-BE49-F238E27FC236}">
                      <a16:creationId xmlns:a16="http://schemas.microsoft.com/office/drawing/2014/main" id="{75E5AC76-0C78-EFA0-6B90-8211AC4631EA}"/>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8" name="Google Shape;14140;p46">
                  <a:extLst>
                    <a:ext uri="{FF2B5EF4-FFF2-40B4-BE49-F238E27FC236}">
                      <a16:creationId xmlns:a16="http://schemas.microsoft.com/office/drawing/2014/main" id="{689974C3-6903-087D-6006-C26DB172913F}"/>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9" name="Google Shape;14141;p46">
                  <a:extLst>
                    <a:ext uri="{FF2B5EF4-FFF2-40B4-BE49-F238E27FC236}">
                      <a16:creationId xmlns:a16="http://schemas.microsoft.com/office/drawing/2014/main" id="{3C66CAE9-DE79-429D-0056-9C620EF07B81}"/>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14142;p46">
                <a:extLst>
                  <a:ext uri="{FF2B5EF4-FFF2-40B4-BE49-F238E27FC236}">
                    <a16:creationId xmlns:a16="http://schemas.microsoft.com/office/drawing/2014/main" id="{DBEA36B9-789E-4106-E016-7301757BAA71}"/>
                  </a:ext>
                </a:extLst>
              </p:cNvPr>
              <p:cNvGrpSpPr/>
              <p:nvPr/>
            </p:nvGrpSpPr>
            <p:grpSpPr>
              <a:xfrm rot="581139">
                <a:off x="4112469" y="2815878"/>
                <a:ext cx="84495" cy="127281"/>
                <a:chOff x="7647275" y="1077563"/>
                <a:chExt cx="77050" cy="116076"/>
              </a:xfrm>
            </p:grpSpPr>
            <p:sp>
              <p:nvSpPr>
                <p:cNvPr id="13659" name="Google Shape;14143;p46">
                  <a:extLst>
                    <a:ext uri="{FF2B5EF4-FFF2-40B4-BE49-F238E27FC236}">
                      <a16:creationId xmlns:a16="http://schemas.microsoft.com/office/drawing/2014/main" id="{996DD185-6683-CF88-D0D6-4F200C2DA307}"/>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0" name="Google Shape;14144;p46">
                  <a:extLst>
                    <a:ext uri="{FF2B5EF4-FFF2-40B4-BE49-F238E27FC236}">
                      <a16:creationId xmlns:a16="http://schemas.microsoft.com/office/drawing/2014/main" id="{AD7D3E0D-BBEB-48F0-5696-90A422246DD6}"/>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1" name="Google Shape;14145;p46">
                  <a:extLst>
                    <a:ext uri="{FF2B5EF4-FFF2-40B4-BE49-F238E27FC236}">
                      <a16:creationId xmlns:a16="http://schemas.microsoft.com/office/drawing/2014/main" id="{49DEE601-2B29-8392-375D-B8D49509786D}"/>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2" name="Google Shape;14146;p46">
                  <a:extLst>
                    <a:ext uri="{FF2B5EF4-FFF2-40B4-BE49-F238E27FC236}">
                      <a16:creationId xmlns:a16="http://schemas.microsoft.com/office/drawing/2014/main" id="{6B0C0A44-B746-0424-A2BB-0C95A32AD8B2}"/>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3" name="Google Shape;14147;p46">
                  <a:extLst>
                    <a:ext uri="{FF2B5EF4-FFF2-40B4-BE49-F238E27FC236}">
                      <a16:creationId xmlns:a16="http://schemas.microsoft.com/office/drawing/2014/main" id="{72134CFC-80A3-8B4B-6BD0-0EE5DC4C3F7A}"/>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4" name="Google Shape;14148;p46">
                  <a:extLst>
                    <a:ext uri="{FF2B5EF4-FFF2-40B4-BE49-F238E27FC236}">
                      <a16:creationId xmlns:a16="http://schemas.microsoft.com/office/drawing/2014/main" id="{7CDF751C-659B-F82F-A988-9B021EB0B0CD}"/>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5" name="Google Shape;14149;p46">
                  <a:extLst>
                    <a:ext uri="{FF2B5EF4-FFF2-40B4-BE49-F238E27FC236}">
                      <a16:creationId xmlns:a16="http://schemas.microsoft.com/office/drawing/2014/main" id="{42E41002-2FC2-2953-C12B-7449FE5C0DA3}"/>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6" name="Google Shape;14150;p46">
                  <a:extLst>
                    <a:ext uri="{FF2B5EF4-FFF2-40B4-BE49-F238E27FC236}">
                      <a16:creationId xmlns:a16="http://schemas.microsoft.com/office/drawing/2014/main" id="{CE4FEEEF-3E27-F9BE-8502-3194F496192C}"/>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7" name="Google Shape;14151;p46">
                  <a:extLst>
                    <a:ext uri="{FF2B5EF4-FFF2-40B4-BE49-F238E27FC236}">
                      <a16:creationId xmlns:a16="http://schemas.microsoft.com/office/drawing/2014/main" id="{1E8F3121-5882-4B7E-C34E-AA59E64D658A}"/>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8" name="Google Shape;14152;p46">
                  <a:extLst>
                    <a:ext uri="{FF2B5EF4-FFF2-40B4-BE49-F238E27FC236}">
                      <a16:creationId xmlns:a16="http://schemas.microsoft.com/office/drawing/2014/main" id="{DDC44336-79BE-DEF2-DECE-B4769ED6E38D}"/>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9" name="Google Shape;14153;p46">
                  <a:extLst>
                    <a:ext uri="{FF2B5EF4-FFF2-40B4-BE49-F238E27FC236}">
                      <a16:creationId xmlns:a16="http://schemas.microsoft.com/office/drawing/2014/main" id="{D380CAEB-24FF-6825-C161-946204DD39EC}"/>
                    </a:ext>
                  </a:extLst>
                </p:cNvPr>
                <p:cNvSpPr/>
                <p:nvPr/>
              </p:nvSpPr>
              <p:spPr>
                <a:xfrm>
                  <a:off x="7651141" y="1182189"/>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0" name="Google Shape;14154;p46">
                  <a:extLst>
                    <a:ext uri="{FF2B5EF4-FFF2-40B4-BE49-F238E27FC236}">
                      <a16:creationId xmlns:a16="http://schemas.microsoft.com/office/drawing/2014/main" id="{C721495A-062C-AD11-D569-F91E9B2F6CC0}"/>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1" name="Google Shape;14155;p46">
                  <a:extLst>
                    <a:ext uri="{FF2B5EF4-FFF2-40B4-BE49-F238E27FC236}">
                      <a16:creationId xmlns:a16="http://schemas.microsoft.com/office/drawing/2014/main" id="{09785E23-84E3-78CB-FE75-C88714C27AF7}"/>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14156;p46">
                <a:extLst>
                  <a:ext uri="{FF2B5EF4-FFF2-40B4-BE49-F238E27FC236}">
                    <a16:creationId xmlns:a16="http://schemas.microsoft.com/office/drawing/2014/main" id="{5211A3B8-62AC-887E-E5A2-FAD91EC0941A}"/>
                  </a:ext>
                </a:extLst>
              </p:cNvPr>
              <p:cNvGrpSpPr/>
              <p:nvPr/>
            </p:nvGrpSpPr>
            <p:grpSpPr>
              <a:xfrm rot="581139">
                <a:off x="4494313" y="3050919"/>
                <a:ext cx="85154" cy="73276"/>
                <a:chOff x="7646674" y="1095013"/>
                <a:chExt cx="77651" cy="66825"/>
              </a:xfrm>
            </p:grpSpPr>
            <p:sp>
              <p:nvSpPr>
                <p:cNvPr id="13648" name="Google Shape;14157;p46">
                  <a:extLst>
                    <a:ext uri="{FF2B5EF4-FFF2-40B4-BE49-F238E27FC236}">
                      <a16:creationId xmlns:a16="http://schemas.microsoft.com/office/drawing/2014/main" id="{EB7F39E5-C9A3-63FA-078C-EB462AE5CCE3}"/>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9" name="Google Shape;14158;p46">
                  <a:extLst>
                    <a:ext uri="{FF2B5EF4-FFF2-40B4-BE49-F238E27FC236}">
                      <a16:creationId xmlns:a16="http://schemas.microsoft.com/office/drawing/2014/main" id="{BE1330CB-2657-DB5D-A055-10731B0C354C}"/>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0" name="Google Shape;14159;p46">
                  <a:extLst>
                    <a:ext uri="{FF2B5EF4-FFF2-40B4-BE49-F238E27FC236}">
                      <a16:creationId xmlns:a16="http://schemas.microsoft.com/office/drawing/2014/main" id="{1E7FE9C6-AF7A-2A00-E048-4A70379D3ED4}"/>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1" name="Google Shape;14160;p46">
                  <a:extLst>
                    <a:ext uri="{FF2B5EF4-FFF2-40B4-BE49-F238E27FC236}">
                      <a16:creationId xmlns:a16="http://schemas.microsoft.com/office/drawing/2014/main" id="{EAEB1419-CFEF-CB70-59DB-45FAE93CAC7F}"/>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2" name="Google Shape;14161;p46">
                  <a:extLst>
                    <a:ext uri="{FF2B5EF4-FFF2-40B4-BE49-F238E27FC236}">
                      <a16:creationId xmlns:a16="http://schemas.microsoft.com/office/drawing/2014/main" id="{4F993DB2-0272-6470-469C-FB0F9AD0A1E3}"/>
                    </a:ext>
                  </a:extLst>
                </p:cNvPr>
                <p:cNvSpPr/>
                <p:nvPr/>
              </p:nvSpPr>
              <p:spPr>
                <a:xfrm>
                  <a:off x="7653593" y="1132200"/>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3" name="Google Shape;14162;p46">
                  <a:extLst>
                    <a:ext uri="{FF2B5EF4-FFF2-40B4-BE49-F238E27FC236}">
                      <a16:creationId xmlns:a16="http://schemas.microsoft.com/office/drawing/2014/main" id="{EC0046BA-217F-2AD8-5B3A-C4F79D774829}"/>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4" name="Google Shape;14163;p46">
                  <a:extLst>
                    <a:ext uri="{FF2B5EF4-FFF2-40B4-BE49-F238E27FC236}">
                      <a16:creationId xmlns:a16="http://schemas.microsoft.com/office/drawing/2014/main" id="{382F82D0-1E2E-F232-CB1A-68BE84104746}"/>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5" name="Google Shape;14164;p46">
                  <a:extLst>
                    <a:ext uri="{FF2B5EF4-FFF2-40B4-BE49-F238E27FC236}">
                      <a16:creationId xmlns:a16="http://schemas.microsoft.com/office/drawing/2014/main" id="{BA491523-6AFF-2BCB-CAAF-721D84102C15}"/>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6" name="Google Shape;14165;p46">
                  <a:extLst>
                    <a:ext uri="{FF2B5EF4-FFF2-40B4-BE49-F238E27FC236}">
                      <a16:creationId xmlns:a16="http://schemas.microsoft.com/office/drawing/2014/main" id="{BC02B01B-6A8F-5A08-F24D-E5C8A66447D6}"/>
                    </a:ext>
                  </a:extLst>
                </p:cNvPr>
                <p:cNvSpPr/>
                <p:nvPr/>
              </p:nvSpPr>
              <p:spPr>
                <a:xfrm>
                  <a:off x="7646674" y="1112454"/>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7" name="Google Shape;14166;p46">
                  <a:extLst>
                    <a:ext uri="{FF2B5EF4-FFF2-40B4-BE49-F238E27FC236}">
                      <a16:creationId xmlns:a16="http://schemas.microsoft.com/office/drawing/2014/main" id="{F8DD17A2-54F8-CD77-3273-8B47602B01C2}"/>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8" name="Google Shape;14167;p46">
                  <a:extLst>
                    <a:ext uri="{FF2B5EF4-FFF2-40B4-BE49-F238E27FC236}">
                      <a16:creationId xmlns:a16="http://schemas.microsoft.com/office/drawing/2014/main" id="{43595D33-29C5-6D7D-EFDB-364C5AA87FD3}"/>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14168;p46">
                <a:extLst>
                  <a:ext uri="{FF2B5EF4-FFF2-40B4-BE49-F238E27FC236}">
                    <a16:creationId xmlns:a16="http://schemas.microsoft.com/office/drawing/2014/main" id="{7178F7FD-5DE2-8BEE-9BF1-05E43094D5EC}"/>
                  </a:ext>
                </a:extLst>
              </p:cNvPr>
              <p:cNvGrpSpPr/>
              <p:nvPr/>
            </p:nvGrpSpPr>
            <p:grpSpPr>
              <a:xfrm rot="581139">
                <a:off x="4557307" y="3047659"/>
                <a:ext cx="84312" cy="73276"/>
                <a:chOff x="7638250" y="1077563"/>
                <a:chExt cx="76883" cy="66825"/>
              </a:xfrm>
            </p:grpSpPr>
            <p:sp>
              <p:nvSpPr>
                <p:cNvPr id="13641" name="Google Shape;14169;p46">
                  <a:extLst>
                    <a:ext uri="{FF2B5EF4-FFF2-40B4-BE49-F238E27FC236}">
                      <a16:creationId xmlns:a16="http://schemas.microsoft.com/office/drawing/2014/main" id="{FB4EDF7B-6EBC-E926-CCAD-18AB46A4D22B}"/>
                    </a:ext>
                  </a:extLst>
                </p:cNvPr>
                <p:cNvSpPr/>
                <p:nvPr/>
              </p:nvSpPr>
              <p:spPr>
                <a:xfrm>
                  <a:off x="7704258" y="1091869"/>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2" name="Google Shape;14170;p46">
                  <a:extLst>
                    <a:ext uri="{FF2B5EF4-FFF2-40B4-BE49-F238E27FC236}">
                      <a16:creationId xmlns:a16="http://schemas.microsoft.com/office/drawing/2014/main" id="{32F7982B-79BD-0460-2237-FE89AB698F1F}"/>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3" name="Google Shape;14171;p46">
                  <a:extLst>
                    <a:ext uri="{FF2B5EF4-FFF2-40B4-BE49-F238E27FC236}">
                      <a16:creationId xmlns:a16="http://schemas.microsoft.com/office/drawing/2014/main" id="{E5756F10-363D-E3F8-8A8A-E902432A66CD}"/>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4" name="Google Shape;14172;p46">
                  <a:extLst>
                    <a:ext uri="{FF2B5EF4-FFF2-40B4-BE49-F238E27FC236}">
                      <a16:creationId xmlns:a16="http://schemas.microsoft.com/office/drawing/2014/main" id="{ADFA0A42-51E0-DAFB-C8CD-FC63C427F93F}"/>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5" name="Google Shape;14173;p46">
                  <a:extLst>
                    <a:ext uri="{FF2B5EF4-FFF2-40B4-BE49-F238E27FC236}">
                      <a16:creationId xmlns:a16="http://schemas.microsoft.com/office/drawing/2014/main" id="{BE2015BA-64DA-48F6-D57F-5F0214EEFD62}"/>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6" name="Google Shape;14174;p46">
                  <a:extLst>
                    <a:ext uri="{FF2B5EF4-FFF2-40B4-BE49-F238E27FC236}">
                      <a16:creationId xmlns:a16="http://schemas.microsoft.com/office/drawing/2014/main" id="{9EAC0230-42C7-A140-2D6E-A3E4DCCF013A}"/>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7" name="Google Shape;14175;p46">
                  <a:extLst>
                    <a:ext uri="{FF2B5EF4-FFF2-40B4-BE49-F238E27FC236}">
                      <a16:creationId xmlns:a16="http://schemas.microsoft.com/office/drawing/2014/main" id="{16239276-1AF5-CB01-D8CB-C9F7E9A2D676}"/>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14176;p46">
                <a:extLst>
                  <a:ext uri="{FF2B5EF4-FFF2-40B4-BE49-F238E27FC236}">
                    <a16:creationId xmlns:a16="http://schemas.microsoft.com/office/drawing/2014/main" id="{399FD6A4-FA18-0B96-D3EA-F9A6359D459D}"/>
                  </a:ext>
                </a:extLst>
              </p:cNvPr>
              <p:cNvGrpSpPr/>
              <p:nvPr/>
            </p:nvGrpSpPr>
            <p:grpSpPr>
              <a:xfrm rot="581139">
                <a:off x="4957615" y="3022054"/>
                <a:ext cx="93077" cy="92410"/>
                <a:chOff x="7639450" y="1077563"/>
                <a:chExt cx="84875" cy="84275"/>
              </a:xfrm>
            </p:grpSpPr>
            <p:sp>
              <p:nvSpPr>
                <p:cNvPr id="57" name="Google Shape;14177;p46">
                  <a:extLst>
                    <a:ext uri="{FF2B5EF4-FFF2-40B4-BE49-F238E27FC236}">
                      <a16:creationId xmlns:a16="http://schemas.microsoft.com/office/drawing/2014/main" id="{719C1C7D-4CEF-AFB8-51DA-A9A8D1C22B22}"/>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4178;p46">
                  <a:extLst>
                    <a:ext uri="{FF2B5EF4-FFF2-40B4-BE49-F238E27FC236}">
                      <a16:creationId xmlns:a16="http://schemas.microsoft.com/office/drawing/2014/main" id="{A592CC35-3E0A-2511-83B9-03FC6F27825D}"/>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4179;p46">
                  <a:extLst>
                    <a:ext uri="{FF2B5EF4-FFF2-40B4-BE49-F238E27FC236}">
                      <a16:creationId xmlns:a16="http://schemas.microsoft.com/office/drawing/2014/main" id="{F6FD7EA5-C8DE-7619-80E0-8156D1675C1E}"/>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4180;p46">
                  <a:extLst>
                    <a:ext uri="{FF2B5EF4-FFF2-40B4-BE49-F238E27FC236}">
                      <a16:creationId xmlns:a16="http://schemas.microsoft.com/office/drawing/2014/main" id="{A1333671-4371-1EA4-FFE4-C51E0DDA422B}"/>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4181;p46">
                  <a:extLst>
                    <a:ext uri="{FF2B5EF4-FFF2-40B4-BE49-F238E27FC236}">
                      <a16:creationId xmlns:a16="http://schemas.microsoft.com/office/drawing/2014/main" id="{D3AB9B38-E6E9-3387-0B4A-87761B99169B}"/>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4182;p46">
                  <a:extLst>
                    <a:ext uri="{FF2B5EF4-FFF2-40B4-BE49-F238E27FC236}">
                      <a16:creationId xmlns:a16="http://schemas.microsoft.com/office/drawing/2014/main" id="{65B96D69-D8CB-D925-C4CC-B9CB4EE4CF4A}"/>
                    </a:ext>
                  </a:extLst>
                </p:cNvPr>
                <p:cNvSpPr/>
                <p:nvPr/>
              </p:nvSpPr>
              <p:spPr>
                <a:xfrm>
                  <a:off x="7642051" y="1093212"/>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4183;p46">
                  <a:extLst>
                    <a:ext uri="{FF2B5EF4-FFF2-40B4-BE49-F238E27FC236}">
                      <a16:creationId xmlns:a16="http://schemas.microsoft.com/office/drawing/2014/main" id="{2F7F5161-765F-D70C-7286-E2552A8C32F2}"/>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2" name="Google Shape;14184;p46">
                  <a:extLst>
                    <a:ext uri="{FF2B5EF4-FFF2-40B4-BE49-F238E27FC236}">
                      <a16:creationId xmlns:a16="http://schemas.microsoft.com/office/drawing/2014/main" id="{F8135270-C952-B11C-68EC-3C74091A608D}"/>
                    </a:ext>
                  </a:extLst>
                </p:cNvPr>
                <p:cNvSpPr/>
                <p:nvPr/>
              </p:nvSpPr>
              <p:spPr>
                <a:xfrm>
                  <a:off x="7645690" y="1135674"/>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5" name="Google Shape;14185;p46">
                  <a:extLst>
                    <a:ext uri="{FF2B5EF4-FFF2-40B4-BE49-F238E27FC236}">
                      <a16:creationId xmlns:a16="http://schemas.microsoft.com/office/drawing/2014/main" id="{1E0C4D4A-3EB3-AA57-6AE2-FC1D9A640DE3}"/>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6" name="Google Shape;14186;p46">
                  <a:extLst>
                    <a:ext uri="{FF2B5EF4-FFF2-40B4-BE49-F238E27FC236}">
                      <a16:creationId xmlns:a16="http://schemas.microsoft.com/office/drawing/2014/main" id="{2A58F77D-A31A-4115-D1B7-811DCF14C6DD}"/>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7" name="Google Shape;14187;p46">
                  <a:extLst>
                    <a:ext uri="{FF2B5EF4-FFF2-40B4-BE49-F238E27FC236}">
                      <a16:creationId xmlns:a16="http://schemas.microsoft.com/office/drawing/2014/main" id="{3BF8CD73-077B-54AD-F521-8B0F894282CC}"/>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8" name="Google Shape;14188;p46">
                  <a:extLst>
                    <a:ext uri="{FF2B5EF4-FFF2-40B4-BE49-F238E27FC236}">
                      <a16:creationId xmlns:a16="http://schemas.microsoft.com/office/drawing/2014/main" id="{6A63BC1A-AF3E-949C-8BC8-BF1B96E30BDC}"/>
                    </a:ext>
                  </a:extLst>
                </p:cNvPr>
                <p:cNvSpPr/>
                <p:nvPr/>
              </p:nvSpPr>
              <p:spPr>
                <a:xfrm>
                  <a:off x="7639450" y="1113688"/>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9" name="Google Shape;14189;p46">
                  <a:extLst>
                    <a:ext uri="{FF2B5EF4-FFF2-40B4-BE49-F238E27FC236}">
                      <a16:creationId xmlns:a16="http://schemas.microsoft.com/office/drawing/2014/main" id="{A03F6ACB-C1CE-7CDB-8C37-0E20BD67461A}"/>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0" name="Google Shape;14190;p46">
                  <a:extLst>
                    <a:ext uri="{FF2B5EF4-FFF2-40B4-BE49-F238E27FC236}">
                      <a16:creationId xmlns:a16="http://schemas.microsoft.com/office/drawing/2014/main" id="{EEB94045-A924-6127-27E9-79A1D768A555}"/>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14191;p46">
                <a:extLst>
                  <a:ext uri="{FF2B5EF4-FFF2-40B4-BE49-F238E27FC236}">
                    <a16:creationId xmlns:a16="http://schemas.microsoft.com/office/drawing/2014/main" id="{FB637479-7439-1620-FDAB-A3114FED1422}"/>
                  </a:ext>
                </a:extLst>
              </p:cNvPr>
              <p:cNvGrpSpPr/>
              <p:nvPr/>
            </p:nvGrpSpPr>
            <p:grpSpPr>
              <a:xfrm rot="581139">
                <a:off x="5013444" y="3119267"/>
                <a:ext cx="87785" cy="125230"/>
                <a:chOff x="7638250" y="1070613"/>
                <a:chExt cx="80050" cy="114205"/>
              </a:xfrm>
            </p:grpSpPr>
            <p:sp>
              <p:nvSpPr>
                <p:cNvPr id="46" name="Google Shape;14192;p46">
                  <a:extLst>
                    <a:ext uri="{FF2B5EF4-FFF2-40B4-BE49-F238E27FC236}">
                      <a16:creationId xmlns:a16="http://schemas.microsoft.com/office/drawing/2014/main" id="{59F9DED5-611A-7DE6-444D-27A2EA0495F4}"/>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193;p46">
                  <a:extLst>
                    <a:ext uri="{FF2B5EF4-FFF2-40B4-BE49-F238E27FC236}">
                      <a16:creationId xmlns:a16="http://schemas.microsoft.com/office/drawing/2014/main" id="{F098C18A-2527-403B-3D00-167435CF67B0}"/>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194;p46">
                  <a:extLst>
                    <a:ext uri="{FF2B5EF4-FFF2-40B4-BE49-F238E27FC236}">
                      <a16:creationId xmlns:a16="http://schemas.microsoft.com/office/drawing/2014/main" id="{5DDE5F4A-F3E0-AC2B-4FFF-B51D89B52C09}"/>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4195;p46">
                  <a:extLst>
                    <a:ext uri="{FF2B5EF4-FFF2-40B4-BE49-F238E27FC236}">
                      <a16:creationId xmlns:a16="http://schemas.microsoft.com/office/drawing/2014/main" id="{F8B91D10-1637-9E15-06D7-E90FA01A9260}"/>
                    </a:ext>
                  </a:extLst>
                </p:cNvPr>
                <p:cNvSpPr/>
                <p:nvPr/>
              </p:nvSpPr>
              <p:spPr>
                <a:xfrm>
                  <a:off x="7665862" y="107061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4196;p46">
                  <a:extLst>
                    <a:ext uri="{FF2B5EF4-FFF2-40B4-BE49-F238E27FC236}">
                      <a16:creationId xmlns:a16="http://schemas.microsoft.com/office/drawing/2014/main" id="{D9CFCC54-9ABF-6489-FC85-A6B1F0BF290C}"/>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4197;p46">
                  <a:extLst>
                    <a:ext uri="{FF2B5EF4-FFF2-40B4-BE49-F238E27FC236}">
                      <a16:creationId xmlns:a16="http://schemas.microsoft.com/office/drawing/2014/main" id="{777997CD-9C6D-080C-E8F2-2384747C8B16}"/>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4198;p46">
                  <a:extLst>
                    <a:ext uri="{FF2B5EF4-FFF2-40B4-BE49-F238E27FC236}">
                      <a16:creationId xmlns:a16="http://schemas.microsoft.com/office/drawing/2014/main" id="{F1661B3D-2949-6D57-58D3-A6012DA65FA4}"/>
                    </a:ext>
                  </a:extLst>
                </p:cNvPr>
                <p:cNvSpPr/>
                <p:nvPr/>
              </p:nvSpPr>
              <p:spPr>
                <a:xfrm>
                  <a:off x="7685146" y="117394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4199;p46">
                  <a:extLst>
                    <a:ext uri="{FF2B5EF4-FFF2-40B4-BE49-F238E27FC236}">
                      <a16:creationId xmlns:a16="http://schemas.microsoft.com/office/drawing/2014/main" id="{9B81D83B-62DE-013F-6C4A-B112C5DD466F}"/>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4200;p46">
                  <a:extLst>
                    <a:ext uri="{FF2B5EF4-FFF2-40B4-BE49-F238E27FC236}">
                      <a16:creationId xmlns:a16="http://schemas.microsoft.com/office/drawing/2014/main" id="{A4D61492-1302-0DD7-70A0-F62E38EF645B}"/>
                    </a:ext>
                  </a:extLst>
                </p:cNvPr>
                <p:cNvSpPr/>
                <p:nvPr/>
              </p:nvSpPr>
              <p:spPr>
                <a:xfrm>
                  <a:off x="7651834" y="1111574"/>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4201;p46">
                  <a:extLst>
                    <a:ext uri="{FF2B5EF4-FFF2-40B4-BE49-F238E27FC236}">
                      <a16:creationId xmlns:a16="http://schemas.microsoft.com/office/drawing/2014/main" id="{BD2941BF-1F6D-ADEF-58F8-DD52E2B760A8}"/>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4202;p46">
                  <a:extLst>
                    <a:ext uri="{FF2B5EF4-FFF2-40B4-BE49-F238E27FC236}">
                      <a16:creationId xmlns:a16="http://schemas.microsoft.com/office/drawing/2014/main" id="{8DAF65AB-F09C-6F0C-5B9A-0AA94CF35A68}"/>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14203;p46">
                <a:extLst>
                  <a:ext uri="{FF2B5EF4-FFF2-40B4-BE49-F238E27FC236}">
                    <a16:creationId xmlns:a16="http://schemas.microsoft.com/office/drawing/2014/main" id="{BE179D06-D907-FFC8-76F7-9C52F45F059C}"/>
                  </a:ext>
                </a:extLst>
              </p:cNvPr>
              <p:cNvGrpSpPr/>
              <p:nvPr/>
            </p:nvGrpSpPr>
            <p:grpSpPr>
              <a:xfrm rot="581139">
                <a:off x="5051798" y="3244638"/>
                <a:ext cx="94393" cy="94758"/>
                <a:chOff x="7638250" y="1075421"/>
                <a:chExt cx="86075" cy="86416"/>
              </a:xfrm>
            </p:grpSpPr>
            <p:sp>
              <p:nvSpPr>
                <p:cNvPr id="32" name="Google Shape;14204;p46">
                  <a:extLst>
                    <a:ext uri="{FF2B5EF4-FFF2-40B4-BE49-F238E27FC236}">
                      <a16:creationId xmlns:a16="http://schemas.microsoft.com/office/drawing/2014/main" id="{1379C157-5246-A179-141F-281C5C53A1A3}"/>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4205;p46">
                  <a:extLst>
                    <a:ext uri="{FF2B5EF4-FFF2-40B4-BE49-F238E27FC236}">
                      <a16:creationId xmlns:a16="http://schemas.microsoft.com/office/drawing/2014/main" id="{427880F6-323D-31F4-4126-E7CC88011FDA}"/>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4206;p46">
                  <a:extLst>
                    <a:ext uri="{FF2B5EF4-FFF2-40B4-BE49-F238E27FC236}">
                      <a16:creationId xmlns:a16="http://schemas.microsoft.com/office/drawing/2014/main" id="{0E59623C-A200-3EC5-DD1B-5C6CEF88AB75}"/>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4207;p46">
                  <a:extLst>
                    <a:ext uri="{FF2B5EF4-FFF2-40B4-BE49-F238E27FC236}">
                      <a16:creationId xmlns:a16="http://schemas.microsoft.com/office/drawing/2014/main" id="{E00F367C-7944-7BD0-C3F7-57AEA68D051D}"/>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4208;p46">
                  <a:extLst>
                    <a:ext uri="{FF2B5EF4-FFF2-40B4-BE49-F238E27FC236}">
                      <a16:creationId xmlns:a16="http://schemas.microsoft.com/office/drawing/2014/main" id="{23383382-ACE0-1EBD-7316-A0D2A398077D}"/>
                    </a:ext>
                  </a:extLst>
                </p:cNvPr>
                <p:cNvSpPr/>
                <p:nvPr/>
              </p:nvSpPr>
              <p:spPr>
                <a:xfrm>
                  <a:off x="7668807" y="1075421"/>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4209;p46">
                  <a:extLst>
                    <a:ext uri="{FF2B5EF4-FFF2-40B4-BE49-F238E27FC236}">
                      <a16:creationId xmlns:a16="http://schemas.microsoft.com/office/drawing/2014/main" id="{B1623A87-43E7-3267-AD82-D8C5524AD101}"/>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4210;p46">
                  <a:extLst>
                    <a:ext uri="{FF2B5EF4-FFF2-40B4-BE49-F238E27FC236}">
                      <a16:creationId xmlns:a16="http://schemas.microsoft.com/office/drawing/2014/main" id="{7D413465-E58C-95EF-A62C-84D7A8A7136B}"/>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4211;p46">
                  <a:extLst>
                    <a:ext uri="{FF2B5EF4-FFF2-40B4-BE49-F238E27FC236}">
                      <a16:creationId xmlns:a16="http://schemas.microsoft.com/office/drawing/2014/main" id="{0566D540-689F-A9E1-B458-740103C74E53}"/>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4212;p46">
                  <a:extLst>
                    <a:ext uri="{FF2B5EF4-FFF2-40B4-BE49-F238E27FC236}">
                      <a16:creationId xmlns:a16="http://schemas.microsoft.com/office/drawing/2014/main" id="{37190EE6-F478-62B6-C1FF-6354754B4E4F}"/>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213;p46">
                  <a:extLst>
                    <a:ext uri="{FF2B5EF4-FFF2-40B4-BE49-F238E27FC236}">
                      <a16:creationId xmlns:a16="http://schemas.microsoft.com/office/drawing/2014/main" id="{C0B95BD6-7E72-B505-AB0D-28244C6F30EE}"/>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214;p46">
                  <a:extLst>
                    <a:ext uri="{FF2B5EF4-FFF2-40B4-BE49-F238E27FC236}">
                      <a16:creationId xmlns:a16="http://schemas.microsoft.com/office/drawing/2014/main" id="{5FEE1B93-E75C-6243-151E-4A226CD0D152}"/>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215;p46">
                  <a:extLst>
                    <a:ext uri="{FF2B5EF4-FFF2-40B4-BE49-F238E27FC236}">
                      <a16:creationId xmlns:a16="http://schemas.microsoft.com/office/drawing/2014/main" id="{E2BD2EF8-C1D3-BD19-A3F8-66509DCDDF50}"/>
                    </a:ext>
                  </a:extLst>
                </p:cNvPr>
                <p:cNvSpPr/>
                <p:nvPr/>
              </p:nvSpPr>
              <p:spPr>
                <a:xfrm>
                  <a:off x="7643779" y="1120384"/>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216;p46">
                  <a:extLst>
                    <a:ext uri="{FF2B5EF4-FFF2-40B4-BE49-F238E27FC236}">
                      <a16:creationId xmlns:a16="http://schemas.microsoft.com/office/drawing/2014/main" id="{31F670FA-79D8-EC8C-DA77-62E870F20FFD}"/>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217;p46">
                  <a:extLst>
                    <a:ext uri="{FF2B5EF4-FFF2-40B4-BE49-F238E27FC236}">
                      <a16:creationId xmlns:a16="http://schemas.microsoft.com/office/drawing/2014/main" id="{DD1C0ED1-D392-7726-63B2-154FA6A0C78B}"/>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 name="Google Shape;14218;p46">
              <a:extLst>
                <a:ext uri="{FF2B5EF4-FFF2-40B4-BE49-F238E27FC236}">
                  <a16:creationId xmlns:a16="http://schemas.microsoft.com/office/drawing/2014/main" id="{4FEE045A-6920-576E-4EAB-8F10DC17F10B}"/>
                </a:ext>
              </a:extLst>
            </p:cNvPr>
            <p:cNvGrpSpPr/>
            <p:nvPr/>
          </p:nvGrpSpPr>
          <p:grpSpPr>
            <a:xfrm rot="581139">
              <a:off x="4688801" y="3935819"/>
              <a:ext cx="94393" cy="92410"/>
              <a:chOff x="7638250" y="1077563"/>
              <a:chExt cx="86075" cy="84275"/>
            </a:xfrm>
          </p:grpSpPr>
          <p:sp>
            <p:nvSpPr>
              <p:cNvPr id="9" name="Google Shape;14219;p46">
                <a:extLst>
                  <a:ext uri="{FF2B5EF4-FFF2-40B4-BE49-F238E27FC236}">
                    <a16:creationId xmlns:a16="http://schemas.microsoft.com/office/drawing/2014/main" id="{6A02CCF7-0DC9-A8FC-2C00-6A2457E0BC61}"/>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4220;p46">
                <a:extLst>
                  <a:ext uri="{FF2B5EF4-FFF2-40B4-BE49-F238E27FC236}">
                    <a16:creationId xmlns:a16="http://schemas.microsoft.com/office/drawing/2014/main" id="{5AC25C5A-279C-1571-5B01-86D5EFA0F287}"/>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4221;p46">
                <a:extLst>
                  <a:ext uri="{FF2B5EF4-FFF2-40B4-BE49-F238E27FC236}">
                    <a16:creationId xmlns:a16="http://schemas.microsoft.com/office/drawing/2014/main" id="{5A1747F3-C65B-B857-94DA-DDA9699B2C24}"/>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4222;p46">
                <a:extLst>
                  <a:ext uri="{FF2B5EF4-FFF2-40B4-BE49-F238E27FC236}">
                    <a16:creationId xmlns:a16="http://schemas.microsoft.com/office/drawing/2014/main" id="{4FC90AF5-52C5-C7B0-D75B-33777899055C}"/>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4223;p46">
                <a:extLst>
                  <a:ext uri="{FF2B5EF4-FFF2-40B4-BE49-F238E27FC236}">
                    <a16:creationId xmlns:a16="http://schemas.microsoft.com/office/drawing/2014/main" id="{EFF82BA2-0C8E-5C0D-1031-0F7B7BF8FEC2}"/>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224;p46">
                <a:extLst>
                  <a:ext uri="{FF2B5EF4-FFF2-40B4-BE49-F238E27FC236}">
                    <a16:creationId xmlns:a16="http://schemas.microsoft.com/office/drawing/2014/main" id="{B3AD34DD-CF03-968E-CF06-969A22049F07}"/>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4225;p46">
                <a:extLst>
                  <a:ext uri="{FF2B5EF4-FFF2-40B4-BE49-F238E27FC236}">
                    <a16:creationId xmlns:a16="http://schemas.microsoft.com/office/drawing/2014/main" id="{2F658BF7-80D0-A5BD-46DF-A7A887F275B5}"/>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4226;p46">
                <a:extLst>
                  <a:ext uri="{FF2B5EF4-FFF2-40B4-BE49-F238E27FC236}">
                    <a16:creationId xmlns:a16="http://schemas.microsoft.com/office/drawing/2014/main" id="{BF5025CF-0258-FFE1-7675-AF0CB0681EFC}"/>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4227;p46">
                <a:extLst>
                  <a:ext uri="{FF2B5EF4-FFF2-40B4-BE49-F238E27FC236}">
                    <a16:creationId xmlns:a16="http://schemas.microsoft.com/office/drawing/2014/main" id="{D2032A4D-62EB-634F-ADBA-BD4D2C4D0F2E}"/>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4228;p46">
                <a:extLst>
                  <a:ext uri="{FF2B5EF4-FFF2-40B4-BE49-F238E27FC236}">
                    <a16:creationId xmlns:a16="http://schemas.microsoft.com/office/drawing/2014/main" id="{C9B71BD5-B120-17EE-524B-C5BCC67464CF}"/>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4229;p46">
                <a:extLst>
                  <a:ext uri="{FF2B5EF4-FFF2-40B4-BE49-F238E27FC236}">
                    <a16:creationId xmlns:a16="http://schemas.microsoft.com/office/drawing/2014/main" id="{143A62D6-12EA-41EB-DD87-8ED904AF6184}"/>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4230;p46">
                <a:extLst>
                  <a:ext uri="{FF2B5EF4-FFF2-40B4-BE49-F238E27FC236}">
                    <a16:creationId xmlns:a16="http://schemas.microsoft.com/office/drawing/2014/main" id="{2FEEC84B-E6F8-AE4A-F66A-5236095ACCE3}"/>
                  </a:ext>
                </a:extLst>
              </p:cNvPr>
              <p:cNvSpPr/>
              <p:nvPr/>
            </p:nvSpPr>
            <p:spPr>
              <a:xfrm>
                <a:off x="7639450" y="1113688"/>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4231;p46">
                <a:extLst>
                  <a:ext uri="{FF2B5EF4-FFF2-40B4-BE49-F238E27FC236}">
                    <a16:creationId xmlns:a16="http://schemas.microsoft.com/office/drawing/2014/main" id="{84D7A236-A8AB-135B-2D4E-F60352215DC7}"/>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4232;p46">
                <a:extLst>
                  <a:ext uri="{FF2B5EF4-FFF2-40B4-BE49-F238E27FC236}">
                    <a16:creationId xmlns:a16="http://schemas.microsoft.com/office/drawing/2014/main" id="{380811D3-5222-8002-20CF-CB36061F5FA4}"/>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00626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382477" y="259929"/>
            <a:ext cx="7704000" cy="572700"/>
          </a:xfrm>
          <a:prstGeom prst="rect">
            <a:avLst/>
          </a:prstGeom>
        </p:spPr>
        <p:txBody>
          <a:bodyPr spcFirstLastPara="1" wrap="square" lIns="91425" tIns="91425" rIns="91425" bIns="91425" anchor="t" anchorCtr="0">
            <a:noAutofit/>
          </a:bodyPr>
          <a:lstStyle/>
          <a:p>
            <a:pPr indent="-457200"/>
            <a:r>
              <a:rPr lang="es-AR" dirty="0"/>
              <a:t>ETIOLOGÍA</a:t>
            </a:r>
            <a:r>
              <a:rPr lang="en" dirty="0"/>
              <a:t> </a:t>
            </a:r>
            <a:endParaRPr lang="en" sz="3200" dirty="0">
              <a:solidFill>
                <a:schemeClr val="dk1"/>
              </a:solidFill>
            </a:endParaRPr>
          </a:p>
        </p:txBody>
      </p:sp>
      <p:sp>
        <p:nvSpPr>
          <p:cNvPr id="13603" name="Google Shape;13603;p38"/>
          <p:cNvSpPr txBox="1">
            <a:spLocks noGrp="1"/>
          </p:cNvSpPr>
          <p:nvPr>
            <p:ph type="body" idx="1"/>
          </p:nvPr>
        </p:nvSpPr>
        <p:spPr>
          <a:xfrm>
            <a:off x="382477" y="3028167"/>
            <a:ext cx="4459237" cy="2115333"/>
          </a:xfrm>
          <a:prstGeom prst="rect">
            <a:avLst/>
          </a:prstGeom>
        </p:spPr>
        <p:txBody>
          <a:bodyPr spcFirstLastPara="1" wrap="square" lIns="91425" tIns="91425" rIns="91425" bIns="91425" anchor="b" anchorCtr="0">
            <a:noAutofit/>
          </a:bodyPr>
          <a:lstStyle/>
          <a:p>
            <a:pPr marL="0" indent="0">
              <a:buNone/>
            </a:pPr>
            <a:r>
              <a:rPr lang="es-AR" sz="1200" b="1" dirty="0">
                <a:solidFill>
                  <a:schemeClr val="dk1"/>
                </a:solidFill>
              </a:rPr>
              <a:t>Enfermedades del tejido conectivo (ETC): </a:t>
            </a:r>
          </a:p>
          <a:p>
            <a:pPr marL="0" indent="0">
              <a:buNone/>
            </a:pPr>
            <a:r>
              <a:rPr lang="es-AR" sz="1200" dirty="0">
                <a:solidFill>
                  <a:schemeClr val="dk1"/>
                </a:solidFill>
              </a:rPr>
              <a:t>-Artritis reumatoidea (AR). </a:t>
            </a:r>
          </a:p>
          <a:p>
            <a:pPr marL="0" indent="0">
              <a:buNone/>
            </a:pPr>
            <a:r>
              <a:rPr lang="es-AR" sz="1200" dirty="0">
                <a:solidFill>
                  <a:schemeClr val="dk1"/>
                </a:solidFill>
              </a:rPr>
              <a:t>-Fiebre reumática. </a:t>
            </a:r>
          </a:p>
          <a:p>
            <a:pPr marL="0" indent="0">
              <a:buNone/>
            </a:pPr>
            <a:r>
              <a:rPr lang="es-AR" sz="1200" dirty="0">
                <a:solidFill>
                  <a:schemeClr val="dk1"/>
                </a:solidFill>
              </a:rPr>
              <a:t>-Lupus eritematoso sistémico (LES). </a:t>
            </a:r>
          </a:p>
          <a:p>
            <a:pPr marL="0" indent="0">
              <a:buNone/>
            </a:pPr>
            <a:r>
              <a:rPr lang="es-AR" sz="1200" dirty="0">
                <a:solidFill>
                  <a:schemeClr val="dk1"/>
                </a:solidFill>
              </a:rPr>
              <a:t>-</a:t>
            </a:r>
            <a:r>
              <a:rPr lang="es-AR" sz="1200" dirty="0" err="1">
                <a:solidFill>
                  <a:schemeClr val="dk1"/>
                </a:solidFill>
              </a:rPr>
              <a:t>Sindromes</a:t>
            </a:r>
            <a:r>
              <a:rPr lang="es-AR" sz="1200" dirty="0">
                <a:solidFill>
                  <a:schemeClr val="dk1"/>
                </a:solidFill>
              </a:rPr>
              <a:t> de superposición. </a:t>
            </a:r>
          </a:p>
          <a:p>
            <a:pPr marL="0" indent="0">
              <a:buNone/>
            </a:pPr>
            <a:r>
              <a:rPr lang="es-AR" sz="1200" dirty="0">
                <a:solidFill>
                  <a:schemeClr val="dk1"/>
                </a:solidFill>
              </a:rPr>
              <a:t>-Esclerodermia / Dermatomiositis / Síndrome de Sjögren (SS). </a:t>
            </a:r>
          </a:p>
          <a:p>
            <a:pPr marL="0" indent="0">
              <a:buNone/>
            </a:pPr>
            <a:r>
              <a:rPr lang="es-AR" sz="1200" dirty="0">
                <a:solidFill>
                  <a:schemeClr val="dk1"/>
                </a:solidFill>
              </a:rPr>
              <a:t>-Enfermedad de </a:t>
            </a:r>
            <a:r>
              <a:rPr lang="es-AR" sz="1200" dirty="0" err="1">
                <a:solidFill>
                  <a:schemeClr val="dk1"/>
                </a:solidFill>
              </a:rPr>
              <a:t>Still</a:t>
            </a:r>
            <a:r>
              <a:rPr lang="es-AR" sz="1200" dirty="0">
                <a:solidFill>
                  <a:schemeClr val="dk1"/>
                </a:solidFill>
              </a:rPr>
              <a:t>.. </a:t>
            </a:r>
          </a:p>
          <a:p>
            <a:pPr marL="0" indent="0">
              <a:buNone/>
            </a:pPr>
            <a:r>
              <a:rPr lang="es-AR" sz="1200" dirty="0">
                <a:solidFill>
                  <a:schemeClr val="dk1"/>
                </a:solidFill>
              </a:rPr>
              <a:t>-Vasculitis sistémicas. </a:t>
            </a:r>
          </a:p>
          <a:p>
            <a:pPr marL="0" indent="0">
              <a:buNone/>
            </a:pPr>
            <a:r>
              <a:rPr lang="es-AR" sz="1200" b="1" dirty="0" err="1">
                <a:solidFill>
                  <a:schemeClr val="dk1"/>
                </a:solidFill>
              </a:rPr>
              <a:t>Espondiloartropatías</a:t>
            </a:r>
            <a:r>
              <a:rPr lang="es-AR" sz="1200" b="1" dirty="0">
                <a:solidFill>
                  <a:schemeClr val="dk1"/>
                </a:solidFill>
              </a:rPr>
              <a:t> </a:t>
            </a:r>
            <a:r>
              <a:rPr lang="es-AR" sz="1200" b="1" dirty="0" err="1">
                <a:solidFill>
                  <a:schemeClr val="dk1"/>
                </a:solidFill>
              </a:rPr>
              <a:t>seronegarivas</a:t>
            </a:r>
            <a:r>
              <a:rPr lang="es-AR" sz="1200" b="1" dirty="0">
                <a:solidFill>
                  <a:schemeClr val="dk1"/>
                </a:solidFill>
              </a:rPr>
              <a:t> (EASN): </a:t>
            </a:r>
          </a:p>
          <a:p>
            <a:pPr marL="0" indent="0">
              <a:buNone/>
            </a:pPr>
            <a:r>
              <a:rPr lang="es-AR" sz="1200" dirty="0">
                <a:solidFill>
                  <a:schemeClr val="dk1"/>
                </a:solidFill>
              </a:rPr>
              <a:t>-Espondilitis anquilosante (EA). </a:t>
            </a:r>
          </a:p>
          <a:p>
            <a:pPr marL="0" indent="0">
              <a:buNone/>
            </a:pPr>
            <a:r>
              <a:rPr lang="es-AR" sz="1200" dirty="0">
                <a:solidFill>
                  <a:schemeClr val="dk1"/>
                </a:solidFill>
              </a:rPr>
              <a:t>-Artritis psoriásica (AP). Síndrome de Reiter. </a:t>
            </a:r>
          </a:p>
          <a:p>
            <a:pPr marL="0" indent="0">
              <a:buNone/>
            </a:pPr>
            <a:r>
              <a:rPr lang="es-AR" sz="1200" dirty="0">
                <a:solidFill>
                  <a:schemeClr val="dk1"/>
                </a:solidFill>
              </a:rPr>
              <a:t>-Artritis reactivas </a:t>
            </a:r>
            <a:r>
              <a:rPr lang="es-AR" sz="1200" dirty="0" err="1">
                <a:solidFill>
                  <a:schemeClr val="dk1"/>
                </a:solidFill>
              </a:rPr>
              <a:t>posdisentéricas</a:t>
            </a:r>
            <a:r>
              <a:rPr lang="es-AR" sz="1200" dirty="0">
                <a:solidFill>
                  <a:schemeClr val="dk1"/>
                </a:solidFill>
              </a:rPr>
              <a:t>. </a:t>
            </a:r>
          </a:p>
          <a:p>
            <a:pPr marL="0" indent="0">
              <a:buNone/>
            </a:pPr>
            <a:r>
              <a:rPr lang="es-AR" sz="1200" dirty="0">
                <a:solidFill>
                  <a:schemeClr val="dk1"/>
                </a:solidFill>
              </a:rPr>
              <a:t>-Artritis de las enfermedades intestinales inflamatorias crónicas. </a:t>
            </a:r>
          </a:p>
          <a:p>
            <a:pPr marL="0" indent="0">
              <a:buNone/>
            </a:pPr>
            <a:r>
              <a:rPr lang="es-AR" sz="1200" b="1" dirty="0">
                <a:solidFill>
                  <a:schemeClr val="dk1"/>
                </a:solidFill>
              </a:rPr>
              <a:t>Enfermedades infecciosas</a:t>
            </a:r>
            <a:r>
              <a:rPr lang="es-AR" sz="1200" dirty="0">
                <a:solidFill>
                  <a:schemeClr val="dk1"/>
                </a:solidFill>
              </a:rPr>
              <a:t>: </a:t>
            </a:r>
          </a:p>
          <a:p>
            <a:pPr marL="0" indent="0">
              <a:buNone/>
            </a:pPr>
            <a:r>
              <a:rPr lang="es-AR" sz="1200" dirty="0">
                <a:solidFill>
                  <a:schemeClr val="dk1"/>
                </a:solidFill>
              </a:rPr>
              <a:t>-Artritis virales (hepatitis, rubéola, parvovirus B19. VIH). </a:t>
            </a:r>
          </a:p>
          <a:p>
            <a:pPr marL="0" indent="0">
              <a:buNone/>
            </a:pPr>
            <a:r>
              <a:rPr lang="es-AR" sz="1200" dirty="0">
                <a:solidFill>
                  <a:schemeClr val="dk1"/>
                </a:solidFill>
              </a:rPr>
              <a:t>-Artritis bacterianas. </a:t>
            </a:r>
          </a:p>
          <a:p>
            <a:pPr marL="0" indent="0">
              <a:buNone/>
            </a:pPr>
            <a:r>
              <a:rPr lang="es-AR" sz="1200" dirty="0">
                <a:solidFill>
                  <a:schemeClr val="dk1"/>
                </a:solidFill>
              </a:rPr>
              <a:t>-Endocarditis bacteriana subaguda. </a:t>
            </a:r>
          </a:p>
          <a:p>
            <a:pPr marL="0" indent="0">
              <a:buNone/>
            </a:pPr>
            <a:endParaRPr lang="es-AR" sz="800" dirty="0">
              <a:solidFill>
                <a:schemeClr val="dk1"/>
              </a:solidFill>
            </a:endParaRPr>
          </a:p>
        </p:txBody>
      </p:sp>
      <p:sp>
        <p:nvSpPr>
          <p:cNvPr id="2" name="Google Shape;13603;p38">
            <a:extLst>
              <a:ext uri="{FF2B5EF4-FFF2-40B4-BE49-F238E27FC236}">
                <a16:creationId xmlns:a16="http://schemas.microsoft.com/office/drawing/2014/main" id="{4B1CA921-D880-1413-C1DE-0618A0CF94FE}"/>
              </a:ext>
            </a:extLst>
          </p:cNvPr>
          <p:cNvSpPr txBox="1">
            <a:spLocks/>
          </p:cNvSpPr>
          <p:nvPr/>
        </p:nvSpPr>
        <p:spPr>
          <a:xfrm>
            <a:off x="4841714" y="2477965"/>
            <a:ext cx="4459237" cy="211533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0" indent="0">
              <a:buNone/>
            </a:pPr>
            <a:r>
              <a:rPr lang="es-AR" sz="1200" b="1" dirty="0">
                <a:solidFill>
                  <a:schemeClr val="dk1"/>
                </a:solidFill>
              </a:rPr>
              <a:t>Sinovitis cristalinas</a:t>
            </a:r>
            <a:r>
              <a:rPr lang="es-AR" sz="1200" dirty="0">
                <a:solidFill>
                  <a:schemeClr val="dk1"/>
                </a:solidFill>
              </a:rPr>
              <a:t>: </a:t>
            </a:r>
          </a:p>
          <a:p>
            <a:pPr marL="0" indent="0">
              <a:buNone/>
            </a:pPr>
            <a:r>
              <a:rPr lang="es-AR" sz="1200" dirty="0">
                <a:solidFill>
                  <a:schemeClr val="dk1"/>
                </a:solidFill>
              </a:rPr>
              <a:t>-Gota (urato de sodio). </a:t>
            </a:r>
          </a:p>
          <a:p>
            <a:pPr marL="0" indent="0">
              <a:buNone/>
            </a:pPr>
            <a:r>
              <a:rPr lang="es-AR" sz="1200" dirty="0">
                <a:solidFill>
                  <a:schemeClr val="dk1"/>
                </a:solidFill>
              </a:rPr>
              <a:t>-</a:t>
            </a:r>
            <a:r>
              <a:rPr lang="es-AR" sz="1200" dirty="0" err="1">
                <a:solidFill>
                  <a:schemeClr val="dk1"/>
                </a:solidFill>
              </a:rPr>
              <a:t>Pseudogota</a:t>
            </a:r>
            <a:r>
              <a:rPr lang="es-AR" sz="1200" dirty="0">
                <a:solidFill>
                  <a:schemeClr val="dk1"/>
                </a:solidFill>
              </a:rPr>
              <a:t> (pirofosfato de calcio, </a:t>
            </a:r>
          </a:p>
          <a:p>
            <a:pPr marL="0" indent="0">
              <a:buNone/>
            </a:pPr>
            <a:r>
              <a:rPr lang="es-AR" sz="1200" dirty="0">
                <a:solidFill>
                  <a:schemeClr val="dk1"/>
                </a:solidFill>
              </a:rPr>
              <a:t>otras sales cálcicas). </a:t>
            </a:r>
          </a:p>
          <a:p>
            <a:pPr marL="0" indent="0">
              <a:buFont typeface="Work Sans"/>
              <a:buNone/>
            </a:pPr>
            <a:r>
              <a:rPr lang="es-AR" sz="1200" b="1" dirty="0">
                <a:solidFill>
                  <a:schemeClr val="dk1"/>
                </a:solidFill>
              </a:rPr>
              <a:t>Enfermedades hematológicas: </a:t>
            </a:r>
          </a:p>
          <a:p>
            <a:pPr marL="0" indent="0">
              <a:buFont typeface="Work Sans"/>
              <a:buNone/>
            </a:pPr>
            <a:r>
              <a:rPr lang="es-AR" sz="1200" dirty="0">
                <a:solidFill>
                  <a:schemeClr val="dk1"/>
                </a:solidFill>
              </a:rPr>
              <a:t>-Mieloma múltiple. </a:t>
            </a:r>
          </a:p>
          <a:p>
            <a:pPr marL="0" indent="0">
              <a:buFont typeface="Work Sans"/>
              <a:buNone/>
            </a:pPr>
            <a:r>
              <a:rPr lang="es-AR" sz="1200" dirty="0">
                <a:solidFill>
                  <a:schemeClr val="dk1"/>
                </a:solidFill>
              </a:rPr>
              <a:t>-Leucemias. </a:t>
            </a:r>
          </a:p>
          <a:p>
            <a:pPr marL="0" indent="0">
              <a:buFont typeface="Work Sans"/>
              <a:buNone/>
            </a:pPr>
            <a:r>
              <a:rPr lang="es-AR" sz="1200" dirty="0">
                <a:solidFill>
                  <a:schemeClr val="dk1"/>
                </a:solidFill>
              </a:rPr>
              <a:t>-Linfomas. </a:t>
            </a:r>
          </a:p>
          <a:p>
            <a:pPr marL="0" indent="0">
              <a:buFont typeface="Work Sans"/>
              <a:buNone/>
            </a:pPr>
            <a:r>
              <a:rPr lang="es-AR" sz="1200" dirty="0">
                <a:solidFill>
                  <a:schemeClr val="dk1"/>
                </a:solidFill>
              </a:rPr>
              <a:t>-Anemia a células falciformes. </a:t>
            </a:r>
          </a:p>
          <a:p>
            <a:pPr marL="0" indent="0">
              <a:buFont typeface="Work Sans"/>
              <a:buNone/>
            </a:pPr>
            <a:r>
              <a:rPr lang="es-AR" sz="1200" dirty="0">
                <a:solidFill>
                  <a:schemeClr val="dk1"/>
                </a:solidFill>
              </a:rPr>
              <a:t>-Amiloidosis. </a:t>
            </a:r>
          </a:p>
          <a:p>
            <a:pPr marL="0" indent="0">
              <a:buFont typeface="Work Sans"/>
              <a:buNone/>
            </a:pPr>
            <a:r>
              <a:rPr lang="es-AR" sz="1200" b="1" dirty="0">
                <a:solidFill>
                  <a:schemeClr val="dk1"/>
                </a:solidFill>
              </a:rPr>
              <a:t>Misceláneas: </a:t>
            </a:r>
          </a:p>
          <a:p>
            <a:pPr marL="0" indent="0">
              <a:buFont typeface="Work Sans"/>
              <a:buNone/>
            </a:pPr>
            <a:r>
              <a:rPr lang="es-AR" sz="1200" dirty="0">
                <a:solidFill>
                  <a:schemeClr val="dk1"/>
                </a:solidFill>
              </a:rPr>
              <a:t>-Osteoartritis primaria generalizada. </a:t>
            </a:r>
          </a:p>
          <a:p>
            <a:pPr marL="0" indent="0">
              <a:buFont typeface="Work Sans"/>
              <a:buNone/>
            </a:pPr>
            <a:r>
              <a:rPr lang="es-AR" sz="1200" dirty="0">
                <a:solidFill>
                  <a:schemeClr val="dk1"/>
                </a:solidFill>
              </a:rPr>
              <a:t>-Polimialgia reumática. </a:t>
            </a:r>
          </a:p>
          <a:p>
            <a:pPr marL="0" indent="0">
              <a:buFont typeface="Work Sans"/>
              <a:buNone/>
            </a:pPr>
            <a:r>
              <a:rPr lang="es-AR" sz="1200" dirty="0">
                <a:solidFill>
                  <a:schemeClr val="dk1"/>
                </a:solidFill>
              </a:rPr>
              <a:t>-Síndromes </a:t>
            </a:r>
            <a:r>
              <a:rPr lang="es-AR" sz="1200" dirty="0" err="1">
                <a:solidFill>
                  <a:schemeClr val="dk1"/>
                </a:solidFill>
              </a:rPr>
              <a:t>paraneoplásicos</a:t>
            </a:r>
            <a:r>
              <a:rPr lang="es-AR" sz="1200" dirty="0">
                <a:solidFill>
                  <a:schemeClr val="dk1"/>
                </a:solidFill>
              </a:rPr>
              <a:t>. </a:t>
            </a:r>
          </a:p>
          <a:p>
            <a:pPr marL="0" indent="0">
              <a:buFont typeface="Work Sans"/>
              <a:buNone/>
            </a:pPr>
            <a:r>
              <a:rPr lang="es-AR" sz="1200" dirty="0">
                <a:solidFill>
                  <a:schemeClr val="dk1"/>
                </a:solidFill>
              </a:rPr>
              <a:t>-Osteoartropatía hipertrófica. </a:t>
            </a:r>
          </a:p>
          <a:p>
            <a:pPr marL="0" indent="0">
              <a:buFont typeface="Work Sans"/>
              <a:buNone/>
            </a:pPr>
            <a:r>
              <a:rPr lang="es-AR" sz="1200" dirty="0">
                <a:solidFill>
                  <a:schemeClr val="dk1"/>
                </a:solidFill>
              </a:rPr>
              <a:t>-Hemocromatosis. </a:t>
            </a:r>
          </a:p>
          <a:p>
            <a:pPr marL="0" indent="0">
              <a:buFont typeface="Work Sans"/>
              <a:buNone/>
            </a:pPr>
            <a:r>
              <a:rPr lang="es-AR" sz="1200" dirty="0">
                <a:solidFill>
                  <a:schemeClr val="dk1"/>
                </a:solidFill>
              </a:rPr>
              <a:t>-Acromegalia.</a:t>
            </a:r>
          </a:p>
        </p:txBody>
      </p:sp>
      <p:cxnSp>
        <p:nvCxnSpPr>
          <p:cNvPr id="3" name="Conector recto 2">
            <a:extLst>
              <a:ext uri="{FF2B5EF4-FFF2-40B4-BE49-F238E27FC236}">
                <a16:creationId xmlns:a16="http://schemas.microsoft.com/office/drawing/2014/main" id="{4AA5AC5C-AF3B-DB25-F40E-339D08296103}"/>
              </a:ext>
            </a:extLst>
          </p:cNvPr>
          <p:cNvCxnSpPr/>
          <p:nvPr/>
        </p:nvCxnSpPr>
        <p:spPr>
          <a:xfrm>
            <a:off x="4853437" y="1381074"/>
            <a:ext cx="0" cy="3294185"/>
          </a:xfrm>
          <a:prstGeom prst="line">
            <a:avLst/>
          </a:prstGeom>
          <a:ln>
            <a:solidFill>
              <a:schemeClr val="tx1">
                <a:lumMod val="90000"/>
                <a:lumOff val="10000"/>
              </a:schemeClr>
            </a:solidFill>
          </a:ln>
        </p:spPr>
        <p:style>
          <a:lnRef idx="1">
            <a:schemeClr val="dk1"/>
          </a:lnRef>
          <a:fillRef idx="0">
            <a:schemeClr val="dk1"/>
          </a:fillRef>
          <a:effectRef idx="0">
            <a:schemeClr val="dk1"/>
          </a:effectRef>
          <a:fontRef idx="minor">
            <a:schemeClr val="tx1"/>
          </a:fontRef>
        </p:style>
      </p:cxnSp>
      <p:grpSp>
        <p:nvGrpSpPr>
          <p:cNvPr id="4" name="Google Shape;14990;p66">
            <a:extLst>
              <a:ext uri="{FF2B5EF4-FFF2-40B4-BE49-F238E27FC236}">
                <a16:creationId xmlns:a16="http://schemas.microsoft.com/office/drawing/2014/main" id="{12EFDBF3-7548-12DA-9F1C-5CDC2EB7DF19}"/>
              </a:ext>
            </a:extLst>
          </p:cNvPr>
          <p:cNvGrpSpPr/>
          <p:nvPr/>
        </p:nvGrpSpPr>
        <p:grpSpPr>
          <a:xfrm>
            <a:off x="5500007" y="80995"/>
            <a:ext cx="2286818" cy="930568"/>
            <a:chOff x="2509150" y="3998325"/>
            <a:chExt cx="1303550" cy="530450"/>
          </a:xfrm>
        </p:grpSpPr>
        <p:sp>
          <p:nvSpPr>
            <p:cNvPr id="5" name="Google Shape;14991;p66">
              <a:extLst>
                <a:ext uri="{FF2B5EF4-FFF2-40B4-BE49-F238E27FC236}">
                  <a16:creationId xmlns:a16="http://schemas.microsoft.com/office/drawing/2014/main" id="{1A664429-F075-1D32-41E1-C852BFE077D6}"/>
                </a:ext>
              </a:extLst>
            </p:cNvPr>
            <p:cNvSpPr/>
            <p:nvPr/>
          </p:nvSpPr>
          <p:spPr>
            <a:xfrm>
              <a:off x="2509150" y="3998325"/>
              <a:ext cx="1303550" cy="530450"/>
            </a:xfrm>
            <a:custGeom>
              <a:avLst/>
              <a:gdLst/>
              <a:ahLst/>
              <a:cxnLst/>
              <a:rect l="l" t="t" r="r" b="b"/>
              <a:pathLst>
                <a:path w="52142" h="21218" extrusionOk="0">
                  <a:moveTo>
                    <a:pt x="40545" y="1"/>
                  </a:moveTo>
                  <a:lnTo>
                    <a:pt x="40287" y="87"/>
                  </a:lnTo>
                  <a:lnTo>
                    <a:pt x="38312" y="731"/>
                  </a:lnTo>
                  <a:lnTo>
                    <a:pt x="35219" y="1719"/>
                  </a:lnTo>
                  <a:lnTo>
                    <a:pt x="31998" y="2792"/>
                  </a:lnTo>
                  <a:lnTo>
                    <a:pt x="30624" y="3222"/>
                  </a:lnTo>
                  <a:lnTo>
                    <a:pt x="29550" y="3480"/>
                  </a:lnTo>
                  <a:lnTo>
                    <a:pt x="28562" y="3780"/>
                  </a:lnTo>
                  <a:lnTo>
                    <a:pt x="27445" y="4124"/>
                  </a:lnTo>
                  <a:lnTo>
                    <a:pt x="24911" y="4897"/>
                  </a:lnTo>
                  <a:lnTo>
                    <a:pt x="23623" y="5283"/>
                  </a:lnTo>
                  <a:lnTo>
                    <a:pt x="22377" y="5627"/>
                  </a:lnTo>
                  <a:lnTo>
                    <a:pt x="21261" y="5885"/>
                  </a:lnTo>
                  <a:lnTo>
                    <a:pt x="20788" y="5971"/>
                  </a:lnTo>
                  <a:lnTo>
                    <a:pt x="20316" y="6014"/>
                  </a:lnTo>
                  <a:lnTo>
                    <a:pt x="19500" y="6057"/>
                  </a:lnTo>
                  <a:lnTo>
                    <a:pt x="18770" y="6100"/>
                  </a:lnTo>
                  <a:lnTo>
                    <a:pt x="17352" y="6142"/>
                  </a:lnTo>
                  <a:lnTo>
                    <a:pt x="16665" y="6185"/>
                  </a:lnTo>
                  <a:lnTo>
                    <a:pt x="15978" y="6314"/>
                  </a:lnTo>
                  <a:lnTo>
                    <a:pt x="15291" y="6529"/>
                  </a:lnTo>
                  <a:lnTo>
                    <a:pt x="14561" y="6873"/>
                  </a:lnTo>
                  <a:lnTo>
                    <a:pt x="14045" y="7044"/>
                  </a:lnTo>
                  <a:lnTo>
                    <a:pt x="13358" y="7216"/>
                  </a:lnTo>
                  <a:lnTo>
                    <a:pt x="12456" y="7388"/>
                  </a:lnTo>
                  <a:lnTo>
                    <a:pt x="11425" y="7560"/>
                  </a:lnTo>
                  <a:lnTo>
                    <a:pt x="9063" y="7860"/>
                  </a:lnTo>
                  <a:lnTo>
                    <a:pt x="6486" y="8118"/>
                  </a:lnTo>
                  <a:lnTo>
                    <a:pt x="4038" y="8333"/>
                  </a:lnTo>
                  <a:lnTo>
                    <a:pt x="1977" y="8505"/>
                  </a:lnTo>
                  <a:lnTo>
                    <a:pt x="1" y="8634"/>
                  </a:lnTo>
                  <a:lnTo>
                    <a:pt x="903" y="20831"/>
                  </a:lnTo>
                  <a:lnTo>
                    <a:pt x="3050" y="20702"/>
                  </a:lnTo>
                  <a:lnTo>
                    <a:pt x="5327" y="20616"/>
                  </a:lnTo>
                  <a:lnTo>
                    <a:pt x="8032" y="20531"/>
                  </a:lnTo>
                  <a:lnTo>
                    <a:pt x="10867" y="20488"/>
                  </a:lnTo>
                  <a:lnTo>
                    <a:pt x="13659" y="20488"/>
                  </a:lnTo>
                  <a:lnTo>
                    <a:pt x="14904" y="20531"/>
                  </a:lnTo>
                  <a:lnTo>
                    <a:pt x="16021" y="20573"/>
                  </a:lnTo>
                  <a:lnTo>
                    <a:pt x="16966" y="20659"/>
                  </a:lnTo>
                  <a:lnTo>
                    <a:pt x="17739" y="20788"/>
                  </a:lnTo>
                  <a:lnTo>
                    <a:pt x="18942" y="21046"/>
                  </a:lnTo>
                  <a:lnTo>
                    <a:pt x="20058" y="21175"/>
                  </a:lnTo>
                  <a:lnTo>
                    <a:pt x="21132" y="21218"/>
                  </a:lnTo>
                  <a:lnTo>
                    <a:pt x="22077" y="21175"/>
                  </a:lnTo>
                  <a:lnTo>
                    <a:pt x="23022" y="21046"/>
                  </a:lnTo>
                  <a:lnTo>
                    <a:pt x="23967" y="20874"/>
                  </a:lnTo>
                  <a:lnTo>
                    <a:pt x="24954" y="20659"/>
                  </a:lnTo>
                  <a:lnTo>
                    <a:pt x="25985" y="20402"/>
                  </a:lnTo>
                  <a:lnTo>
                    <a:pt x="27016" y="20144"/>
                  </a:lnTo>
                  <a:lnTo>
                    <a:pt x="28004" y="19972"/>
                  </a:lnTo>
                  <a:lnTo>
                    <a:pt x="28949" y="19843"/>
                  </a:lnTo>
                  <a:lnTo>
                    <a:pt x="29894" y="19800"/>
                  </a:lnTo>
                  <a:lnTo>
                    <a:pt x="30796" y="19843"/>
                  </a:lnTo>
                  <a:lnTo>
                    <a:pt x="31697" y="19929"/>
                  </a:lnTo>
                  <a:lnTo>
                    <a:pt x="32556" y="20058"/>
                  </a:lnTo>
                  <a:lnTo>
                    <a:pt x="33415" y="20316"/>
                  </a:lnTo>
                  <a:lnTo>
                    <a:pt x="33888" y="20402"/>
                  </a:lnTo>
                  <a:lnTo>
                    <a:pt x="34403" y="20531"/>
                  </a:lnTo>
                  <a:lnTo>
                    <a:pt x="35606" y="20702"/>
                  </a:lnTo>
                  <a:lnTo>
                    <a:pt x="36894" y="20788"/>
                  </a:lnTo>
                  <a:lnTo>
                    <a:pt x="38226" y="20831"/>
                  </a:lnTo>
                  <a:lnTo>
                    <a:pt x="39514" y="20788"/>
                  </a:lnTo>
                  <a:lnTo>
                    <a:pt x="40631" y="20702"/>
                  </a:lnTo>
                  <a:lnTo>
                    <a:pt x="41146" y="20616"/>
                  </a:lnTo>
                  <a:lnTo>
                    <a:pt x="41533" y="20531"/>
                  </a:lnTo>
                  <a:lnTo>
                    <a:pt x="41876" y="20402"/>
                  </a:lnTo>
                  <a:lnTo>
                    <a:pt x="42134" y="20273"/>
                  </a:lnTo>
                  <a:lnTo>
                    <a:pt x="42435" y="20187"/>
                  </a:lnTo>
                  <a:lnTo>
                    <a:pt x="42821" y="20058"/>
                  </a:lnTo>
                  <a:lnTo>
                    <a:pt x="43938" y="19843"/>
                  </a:lnTo>
                  <a:lnTo>
                    <a:pt x="45355" y="19672"/>
                  </a:lnTo>
                  <a:lnTo>
                    <a:pt x="46945" y="19414"/>
                  </a:lnTo>
                  <a:lnTo>
                    <a:pt x="47718" y="19285"/>
                  </a:lnTo>
                  <a:lnTo>
                    <a:pt x="48491" y="19156"/>
                  </a:lnTo>
                  <a:lnTo>
                    <a:pt x="49221" y="18941"/>
                  </a:lnTo>
                  <a:lnTo>
                    <a:pt x="49908" y="18770"/>
                  </a:lnTo>
                  <a:lnTo>
                    <a:pt x="50466" y="18512"/>
                  </a:lnTo>
                  <a:lnTo>
                    <a:pt x="50982" y="18211"/>
                  </a:lnTo>
                  <a:lnTo>
                    <a:pt x="51196" y="18082"/>
                  </a:lnTo>
                  <a:lnTo>
                    <a:pt x="51368" y="17911"/>
                  </a:lnTo>
                  <a:lnTo>
                    <a:pt x="51540" y="17739"/>
                  </a:lnTo>
                  <a:lnTo>
                    <a:pt x="51626" y="17567"/>
                  </a:lnTo>
                  <a:lnTo>
                    <a:pt x="51798" y="17138"/>
                  </a:lnTo>
                  <a:lnTo>
                    <a:pt x="51970" y="16751"/>
                  </a:lnTo>
                  <a:lnTo>
                    <a:pt x="52055" y="16321"/>
                  </a:lnTo>
                  <a:lnTo>
                    <a:pt x="52098" y="15935"/>
                  </a:lnTo>
                  <a:lnTo>
                    <a:pt x="52141" y="15505"/>
                  </a:lnTo>
                  <a:lnTo>
                    <a:pt x="52098" y="15119"/>
                  </a:lnTo>
                  <a:lnTo>
                    <a:pt x="52013" y="14732"/>
                  </a:lnTo>
                  <a:lnTo>
                    <a:pt x="51927" y="14346"/>
                  </a:lnTo>
                  <a:lnTo>
                    <a:pt x="51755" y="14002"/>
                  </a:lnTo>
                  <a:lnTo>
                    <a:pt x="51540" y="13616"/>
                  </a:lnTo>
                  <a:lnTo>
                    <a:pt x="51239" y="13315"/>
                  </a:lnTo>
                  <a:lnTo>
                    <a:pt x="50896" y="13014"/>
                  </a:lnTo>
                  <a:lnTo>
                    <a:pt x="50509" y="12757"/>
                  </a:lnTo>
                  <a:lnTo>
                    <a:pt x="50080" y="12499"/>
                  </a:lnTo>
                  <a:lnTo>
                    <a:pt x="49564" y="12327"/>
                  </a:lnTo>
                  <a:lnTo>
                    <a:pt x="48963" y="12155"/>
                  </a:lnTo>
                  <a:lnTo>
                    <a:pt x="49650" y="11339"/>
                  </a:lnTo>
                  <a:lnTo>
                    <a:pt x="49908" y="10996"/>
                  </a:lnTo>
                  <a:lnTo>
                    <a:pt x="50123" y="10652"/>
                  </a:lnTo>
                  <a:lnTo>
                    <a:pt x="50295" y="10309"/>
                  </a:lnTo>
                  <a:lnTo>
                    <a:pt x="50423" y="10008"/>
                  </a:lnTo>
                  <a:lnTo>
                    <a:pt x="50466" y="9707"/>
                  </a:lnTo>
                  <a:lnTo>
                    <a:pt x="50466" y="9450"/>
                  </a:lnTo>
                  <a:lnTo>
                    <a:pt x="50466" y="9192"/>
                  </a:lnTo>
                  <a:lnTo>
                    <a:pt x="50380" y="8977"/>
                  </a:lnTo>
                  <a:lnTo>
                    <a:pt x="50209" y="8762"/>
                  </a:lnTo>
                  <a:lnTo>
                    <a:pt x="50037" y="8591"/>
                  </a:lnTo>
                  <a:lnTo>
                    <a:pt x="49779" y="8462"/>
                  </a:lnTo>
                  <a:lnTo>
                    <a:pt x="49479" y="8333"/>
                  </a:lnTo>
                  <a:lnTo>
                    <a:pt x="49092" y="8204"/>
                  </a:lnTo>
                  <a:lnTo>
                    <a:pt x="48662" y="8118"/>
                  </a:lnTo>
                  <a:lnTo>
                    <a:pt x="48620" y="7431"/>
                  </a:lnTo>
                  <a:lnTo>
                    <a:pt x="48577" y="7130"/>
                  </a:lnTo>
                  <a:lnTo>
                    <a:pt x="48491" y="6873"/>
                  </a:lnTo>
                  <a:lnTo>
                    <a:pt x="48405" y="6615"/>
                  </a:lnTo>
                  <a:lnTo>
                    <a:pt x="48276" y="6357"/>
                  </a:lnTo>
                  <a:lnTo>
                    <a:pt x="48104" y="6142"/>
                  </a:lnTo>
                  <a:lnTo>
                    <a:pt x="47975" y="5971"/>
                  </a:lnTo>
                  <a:lnTo>
                    <a:pt x="47761" y="5799"/>
                  </a:lnTo>
                  <a:lnTo>
                    <a:pt x="47546" y="5627"/>
                  </a:lnTo>
                  <a:lnTo>
                    <a:pt x="47331" y="5498"/>
                  </a:lnTo>
                  <a:lnTo>
                    <a:pt x="47073" y="5412"/>
                  </a:lnTo>
                  <a:lnTo>
                    <a:pt x="46515" y="5241"/>
                  </a:lnTo>
                  <a:lnTo>
                    <a:pt x="45828" y="5155"/>
                  </a:lnTo>
                  <a:lnTo>
                    <a:pt x="45785" y="4510"/>
                  </a:lnTo>
                  <a:lnTo>
                    <a:pt x="45656" y="3909"/>
                  </a:lnTo>
                  <a:lnTo>
                    <a:pt x="45570" y="3651"/>
                  </a:lnTo>
                  <a:lnTo>
                    <a:pt x="45484" y="3394"/>
                  </a:lnTo>
                  <a:lnTo>
                    <a:pt x="45355" y="3179"/>
                  </a:lnTo>
                  <a:lnTo>
                    <a:pt x="45184" y="3007"/>
                  </a:lnTo>
                  <a:lnTo>
                    <a:pt x="45012" y="2835"/>
                  </a:lnTo>
                  <a:lnTo>
                    <a:pt x="44797" y="2664"/>
                  </a:lnTo>
                  <a:lnTo>
                    <a:pt x="44582" y="2578"/>
                  </a:lnTo>
                  <a:lnTo>
                    <a:pt x="44282" y="2492"/>
                  </a:lnTo>
                  <a:lnTo>
                    <a:pt x="43981" y="2449"/>
                  </a:lnTo>
                  <a:lnTo>
                    <a:pt x="43637" y="2406"/>
                  </a:lnTo>
                  <a:lnTo>
                    <a:pt x="43294" y="2449"/>
                  </a:lnTo>
                  <a:lnTo>
                    <a:pt x="42864" y="2492"/>
                  </a:lnTo>
                  <a:lnTo>
                    <a:pt x="42735" y="1805"/>
                  </a:lnTo>
                  <a:lnTo>
                    <a:pt x="42564" y="1246"/>
                  </a:lnTo>
                  <a:lnTo>
                    <a:pt x="42478" y="989"/>
                  </a:lnTo>
                  <a:lnTo>
                    <a:pt x="42349" y="774"/>
                  </a:lnTo>
                  <a:lnTo>
                    <a:pt x="42177" y="559"/>
                  </a:lnTo>
                  <a:lnTo>
                    <a:pt x="42048" y="387"/>
                  </a:lnTo>
                  <a:lnTo>
                    <a:pt x="41876" y="258"/>
                  </a:lnTo>
                  <a:lnTo>
                    <a:pt x="41662" y="130"/>
                  </a:lnTo>
                  <a:lnTo>
                    <a:pt x="41490" y="44"/>
                  </a:lnTo>
                  <a:lnTo>
                    <a:pt x="4127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4992;p66">
              <a:extLst>
                <a:ext uri="{FF2B5EF4-FFF2-40B4-BE49-F238E27FC236}">
                  <a16:creationId xmlns:a16="http://schemas.microsoft.com/office/drawing/2014/main" id="{D267933F-4893-872A-4EF0-6BB4964819DB}"/>
                </a:ext>
              </a:extLst>
            </p:cNvPr>
            <p:cNvSpPr/>
            <p:nvPr/>
          </p:nvSpPr>
          <p:spPr>
            <a:xfrm>
              <a:off x="2517750" y="4254950"/>
              <a:ext cx="507900" cy="209400"/>
            </a:xfrm>
            <a:custGeom>
              <a:avLst/>
              <a:gdLst/>
              <a:ahLst/>
              <a:cxnLst/>
              <a:rect l="l" t="t" r="r" b="b"/>
              <a:pathLst>
                <a:path w="20316" h="8376" extrusionOk="0">
                  <a:moveTo>
                    <a:pt x="18168" y="1"/>
                  </a:moveTo>
                  <a:lnTo>
                    <a:pt x="17824" y="44"/>
                  </a:lnTo>
                  <a:lnTo>
                    <a:pt x="17481" y="129"/>
                  </a:lnTo>
                  <a:lnTo>
                    <a:pt x="17094" y="258"/>
                  </a:lnTo>
                  <a:lnTo>
                    <a:pt x="16665" y="473"/>
                  </a:lnTo>
                  <a:lnTo>
                    <a:pt x="16192" y="774"/>
                  </a:lnTo>
                  <a:lnTo>
                    <a:pt x="15763" y="1031"/>
                  </a:lnTo>
                  <a:lnTo>
                    <a:pt x="15247" y="1289"/>
                  </a:lnTo>
                  <a:lnTo>
                    <a:pt x="14646" y="1504"/>
                  </a:lnTo>
                  <a:lnTo>
                    <a:pt x="13959" y="1719"/>
                  </a:lnTo>
                  <a:lnTo>
                    <a:pt x="13186" y="1890"/>
                  </a:lnTo>
                  <a:lnTo>
                    <a:pt x="12413" y="2019"/>
                  </a:lnTo>
                  <a:lnTo>
                    <a:pt x="11640" y="2148"/>
                  </a:lnTo>
                  <a:lnTo>
                    <a:pt x="10867" y="2234"/>
                  </a:lnTo>
                  <a:lnTo>
                    <a:pt x="0" y="3050"/>
                  </a:lnTo>
                  <a:lnTo>
                    <a:pt x="215" y="6185"/>
                  </a:lnTo>
                  <a:lnTo>
                    <a:pt x="14174" y="5155"/>
                  </a:lnTo>
                  <a:lnTo>
                    <a:pt x="14560" y="5240"/>
                  </a:lnTo>
                  <a:lnTo>
                    <a:pt x="14947" y="5369"/>
                  </a:lnTo>
                  <a:lnTo>
                    <a:pt x="15462" y="5541"/>
                  </a:lnTo>
                  <a:lnTo>
                    <a:pt x="15978" y="5756"/>
                  </a:lnTo>
                  <a:lnTo>
                    <a:pt x="16450" y="6056"/>
                  </a:lnTo>
                  <a:lnTo>
                    <a:pt x="16880" y="6357"/>
                  </a:lnTo>
                  <a:lnTo>
                    <a:pt x="17051" y="6572"/>
                  </a:lnTo>
                  <a:lnTo>
                    <a:pt x="17223" y="6744"/>
                  </a:lnTo>
                  <a:lnTo>
                    <a:pt x="17696" y="7517"/>
                  </a:lnTo>
                  <a:lnTo>
                    <a:pt x="17910" y="7817"/>
                  </a:lnTo>
                  <a:lnTo>
                    <a:pt x="18168" y="8075"/>
                  </a:lnTo>
                  <a:lnTo>
                    <a:pt x="18469" y="8247"/>
                  </a:lnTo>
                  <a:lnTo>
                    <a:pt x="18726" y="8333"/>
                  </a:lnTo>
                  <a:lnTo>
                    <a:pt x="18898" y="8376"/>
                  </a:lnTo>
                  <a:lnTo>
                    <a:pt x="19070" y="8333"/>
                  </a:lnTo>
                  <a:lnTo>
                    <a:pt x="19414" y="8204"/>
                  </a:lnTo>
                  <a:lnTo>
                    <a:pt x="19757" y="8075"/>
                  </a:lnTo>
                  <a:lnTo>
                    <a:pt x="20015" y="7860"/>
                  </a:lnTo>
                  <a:lnTo>
                    <a:pt x="20187" y="7689"/>
                  </a:lnTo>
                  <a:lnTo>
                    <a:pt x="20273" y="7431"/>
                  </a:lnTo>
                  <a:lnTo>
                    <a:pt x="20316" y="7130"/>
                  </a:lnTo>
                  <a:lnTo>
                    <a:pt x="20316" y="6701"/>
                  </a:lnTo>
                  <a:lnTo>
                    <a:pt x="20187" y="5584"/>
                  </a:lnTo>
                  <a:lnTo>
                    <a:pt x="20144" y="4854"/>
                  </a:lnTo>
                  <a:lnTo>
                    <a:pt x="20101" y="4210"/>
                  </a:lnTo>
                  <a:lnTo>
                    <a:pt x="20101" y="3093"/>
                  </a:lnTo>
                  <a:lnTo>
                    <a:pt x="20101" y="2621"/>
                  </a:lnTo>
                  <a:lnTo>
                    <a:pt x="20101" y="2148"/>
                  </a:lnTo>
                  <a:lnTo>
                    <a:pt x="20058" y="1762"/>
                  </a:lnTo>
                  <a:lnTo>
                    <a:pt x="19929" y="1418"/>
                  </a:lnTo>
                  <a:lnTo>
                    <a:pt x="19757" y="1117"/>
                  </a:lnTo>
                  <a:lnTo>
                    <a:pt x="19542" y="731"/>
                  </a:lnTo>
                  <a:lnTo>
                    <a:pt x="19285" y="430"/>
                  </a:lnTo>
                  <a:lnTo>
                    <a:pt x="19113" y="258"/>
                  </a:lnTo>
                  <a:lnTo>
                    <a:pt x="18898" y="172"/>
                  </a:lnTo>
                  <a:lnTo>
                    <a:pt x="18683" y="87"/>
                  </a:lnTo>
                  <a:lnTo>
                    <a:pt x="18426" y="44"/>
                  </a:lnTo>
                  <a:lnTo>
                    <a:pt x="18168"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4993;p66">
              <a:extLst>
                <a:ext uri="{FF2B5EF4-FFF2-40B4-BE49-F238E27FC236}">
                  <a16:creationId xmlns:a16="http://schemas.microsoft.com/office/drawing/2014/main" id="{B78ECA22-4D90-4C34-B020-D580B1CC366E}"/>
                </a:ext>
              </a:extLst>
            </p:cNvPr>
            <p:cNvSpPr/>
            <p:nvPr/>
          </p:nvSpPr>
          <p:spPr>
            <a:xfrm>
              <a:off x="3029925" y="4234550"/>
              <a:ext cx="110625" cy="212625"/>
            </a:xfrm>
            <a:custGeom>
              <a:avLst/>
              <a:gdLst/>
              <a:ahLst/>
              <a:cxnLst/>
              <a:rect l="l" t="t" r="r" b="b"/>
              <a:pathLst>
                <a:path w="4425" h="8505" extrusionOk="0">
                  <a:moveTo>
                    <a:pt x="2663" y="1"/>
                  </a:moveTo>
                  <a:lnTo>
                    <a:pt x="2448" y="44"/>
                  </a:lnTo>
                  <a:lnTo>
                    <a:pt x="2019" y="172"/>
                  </a:lnTo>
                  <a:lnTo>
                    <a:pt x="1589" y="387"/>
                  </a:lnTo>
                  <a:lnTo>
                    <a:pt x="1203" y="645"/>
                  </a:lnTo>
                  <a:lnTo>
                    <a:pt x="902" y="903"/>
                  </a:lnTo>
                  <a:lnTo>
                    <a:pt x="387" y="1461"/>
                  </a:lnTo>
                  <a:lnTo>
                    <a:pt x="215" y="1633"/>
                  </a:lnTo>
                  <a:lnTo>
                    <a:pt x="86" y="1847"/>
                  </a:lnTo>
                  <a:lnTo>
                    <a:pt x="0" y="2062"/>
                  </a:lnTo>
                  <a:lnTo>
                    <a:pt x="0" y="2277"/>
                  </a:lnTo>
                  <a:lnTo>
                    <a:pt x="43" y="2492"/>
                  </a:lnTo>
                  <a:lnTo>
                    <a:pt x="129" y="2792"/>
                  </a:lnTo>
                  <a:lnTo>
                    <a:pt x="215" y="3093"/>
                  </a:lnTo>
                  <a:lnTo>
                    <a:pt x="301" y="3394"/>
                  </a:lnTo>
                  <a:lnTo>
                    <a:pt x="344" y="4124"/>
                  </a:lnTo>
                  <a:lnTo>
                    <a:pt x="387" y="6271"/>
                  </a:lnTo>
                  <a:lnTo>
                    <a:pt x="473" y="7302"/>
                  </a:lnTo>
                  <a:lnTo>
                    <a:pt x="516" y="7603"/>
                  </a:lnTo>
                  <a:lnTo>
                    <a:pt x="602" y="7817"/>
                  </a:lnTo>
                  <a:lnTo>
                    <a:pt x="687" y="7946"/>
                  </a:lnTo>
                  <a:lnTo>
                    <a:pt x="859" y="8075"/>
                  </a:lnTo>
                  <a:lnTo>
                    <a:pt x="1246" y="8333"/>
                  </a:lnTo>
                  <a:lnTo>
                    <a:pt x="1375" y="8419"/>
                  </a:lnTo>
                  <a:lnTo>
                    <a:pt x="1504" y="8462"/>
                  </a:lnTo>
                  <a:lnTo>
                    <a:pt x="1804" y="8505"/>
                  </a:lnTo>
                  <a:lnTo>
                    <a:pt x="2105" y="8505"/>
                  </a:lnTo>
                  <a:lnTo>
                    <a:pt x="2405" y="8462"/>
                  </a:lnTo>
                  <a:lnTo>
                    <a:pt x="2878" y="8290"/>
                  </a:lnTo>
                  <a:lnTo>
                    <a:pt x="3093" y="8204"/>
                  </a:lnTo>
                  <a:lnTo>
                    <a:pt x="3264" y="7989"/>
                  </a:lnTo>
                  <a:lnTo>
                    <a:pt x="3307" y="7817"/>
                  </a:lnTo>
                  <a:lnTo>
                    <a:pt x="3350" y="7646"/>
                  </a:lnTo>
                  <a:lnTo>
                    <a:pt x="3307" y="7474"/>
                  </a:lnTo>
                  <a:lnTo>
                    <a:pt x="3179" y="7259"/>
                  </a:lnTo>
                  <a:lnTo>
                    <a:pt x="3007" y="7001"/>
                  </a:lnTo>
                  <a:lnTo>
                    <a:pt x="2534" y="6314"/>
                  </a:lnTo>
                  <a:lnTo>
                    <a:pt x="2320" y="5885"/>
                  </a:lnTo>
                  <a:lnTo>
                    <a:pt x="2191" y="5541"/>
                  </a:lnTo>
                  <a:lnTo>
                    <a:pt x="2191" y="5197"/>
                  </a:lnTo>
                  <a:lnTo>
                    <a:pt x="2277" y="4940"/>
                  </a:lnTo>
                  <a:lnTo>
                    <a:pt x="2448" y="4639"/>
                  </a:lnTo>
                  <a:lnTo>
                    <a:pt x="2663" y="4338"/>
                  </a:lnTo>
                  <a:lnTo>
                    <a:pt x="3307" y="3694"/>
                  </a:lnTo>
                  <a:lnTo>
                    <a:pt x="3651" y="3351"/>
                  </a:lnTo>
                  <a:lnTo>
                    <a:pt x="3952" y="2964"/>
                  </a:lnTo>
                  <a:lnTo>
                    <a:pt x="4166" y="2620"/>
                  </a:lnTo>
                  <a:lnTo>
                    <a:pt x="4338" y="2277"/>
                  </a:lnTo>
                  <a:lnTo>
                    <a:pt x="4424" y="1933"/>
                  </a:lnTo>
                  <a:lnTo>
                    <a:pt x="4424" y="1719"/>
                  </a:lnTo>
                  <a:lnTo>
                    <a:pt x="4424" y="1547"/>
                  </a:lnTo>
                  <a:lnTo>
                    <a:pt x="4381" y="1332"/>
                  </a:lnTo>
                  <a:lnTo>
                    <a:pt x="4295" y="1117"/>
                  </a:lnTo>
                  <a:lnTo>
                    <a:pt x="4038" y="688"/>
                  </a:lnTo>
                  <a:lnTo>
                    <a:pt x="3866" y="473"/>
                  </a:lnTo>
                  <a:lnTo>
                    <a:pt x="3694" y="301"/>
                  </a:lnTo>
                  <a:lnTo>
                    <a:pt x="3479" y="172"/>
                  </a:lnTo>
                  <a:lnTo>
                    <a:pt x="3307" y="86"/>
                  </a:lnTo>
                  <a:lnTo>
                    <a:pt x="3093" y="44"/>
                  </a:lnTo>
                  <a:lnTo>
                    <a:pt x="2878"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994;p66">
              <a:extLst>
                <a:ext uri="{FF2B5EF4-FFF2-40B4-BE49-F238E27FC236}">
                  <a16:creationId xmlns:a16="http://schemas.microsoft.com/office/drawing/2014/main" id="{A3CAC5E9-A31A-9BD9-2103-7A476E263B3F}"/>
                </a:ext>
              </a:extLst>
            </p:cNvPr>
            <p:cNvSpPr/>
            <p:nvPr/>
          </p:nvSpPr>
          <p:spPr>
            <a:xfrm>
              <a:off x="3076100" y="4170125"/>
              <a:ext cx="99875" cy="109550"/>
            </a:xfrm>
            <a:custGeom>
              <a:avLst/>
              <a:gdLst/>
              <a:ahLst/>
              <a:cxnLst/>
              <a:rect l="l" t="t" r="r" b="b"/>
              <a:pathLst>
                <a:path w="3995" h="4382" extrusionOk="0">
                  <a:moveTo>
                    <a:pt x="2878" y="1"/>
                  </a:moveTo>
                  <a:lnTo>
                    <a:pt x="2706" y="87"/>
                  </a:lnTo>
                  <a:lnTo>
                    <a:pt x="2276" y="301"/>
                  </a:lnTo>
                  <a:lnTo>
                    <a:pt x="2062" y="387"/>
                  </a:lnTo>
                  <a:lnTo>
                    <a:pt x="1804" y="473"/>
                  </a:lnTo>
                  <a:lnTo>
                    <a:pt x="1203" y="688"/>
                  </a:lnTo>
                  <a:lnTo>
                    <a:pt x="902" y="774"/>
                  </a:lnTo>
                  <a:lnTo>
                    <a:pt x="601" y="946"/>
                  </a:lnTo>
                  <a:lnTo>
                    <a:pt x="344" y="1117"/>
                  </a:lnTo>
                  <a:lnTo>
                    <a:pt x="129" y="1332"/>
                  </a:lnTo>
                  <a:lnTo>
                    <a:pt x="0" y="1590"/>
                  </a:lnTo>
                  <a:lnTo>
                    <a:pt x="0" y="1676"/>
                  </a:lnTo>
                  <a:lnTo>
                    <a:pt x="43" y="1762"/>
                  </a:lnTo>
                  <a:lnTo>
                    <a:pt x="172" y="1847"/>
                  </a:lnTo>
                  <a:lnTo>
                    <a:pt x="387" y="1976"/>
                  </a:lnTo>
                  <a:lnTo>
                    <a:pt x="1074" y="2148"/>
                  </a:lnTo>
                  <a:lnTo>
                    <a:pt x="1460" y="2277"/>
                  </a:lnTo>
                  <a:lnTo>
                    <a:pt x="1933" y="2492"/>
                  </a:lnTo>
                  <a:lnTo>
                    <a:pt x="2362" y="2749"/>
                  </a:lnTo>
                  <a:lnTo>
                    <a:pt x="2663" y="3050"/>
                  </a:lnTo>
                  <a:lnTo>
                    <a:pt x="2921" y="3308"/>
                  </a:lnTo>
                  <a:lnTo>
                    <a:pt x="3135" y="3565"/>
                  </a:lnTo>
                  <a:lnTo>
                    <a:pt x="3264" y="3823"/>
                  </a:lnTo>
                  <a:lnTo>
                    <a:pt x="3350" y="4038"/>
                  </a:lnTo>
                  <a:lnTo>
                    <a:pt x="3436" y="4210"/>
                  </a:lnTo>
                  <a:lnTo>
                    <a:pt x="3522" y="4296"/>
                  </a:lnTo>
                  <a:lnTo>
                    <a:pt x="3565" y="4381"/>
                  </a:lnTo>
                  <a:lnTo>
                    <a:pt x="3651" y="4381"/>
                  </a:lnTo>
                  <a:lnTo>
                    <a:pt x="3737" y="4296"/>
                  </a:lnTo>
                  <a:lnTo>
                    <a:pt x="3823" y="4081"/>
                  </a:lnTo>
                  <a:lnTo>
                    <a:pt x="3909" y="3694"/>
                  </a:lnTo>
                  <a:lnTo>
                    <a:pt x="3994" y="3179"/>
                  </a:lnTo>
                  <a:lnTo>
                    <a:pt x="3951" y="2578"/>
                  </a:lnTo>
                  <a:lnTo>
                    <a:pt x="3909" y="1933"/>
                  </a:lnTo>
                  <a:lnTo>
                    <a:pt x="3780" y="1289"/>
                  </a:lnTo>
                  <a:lnTo>
                    <a:pt x="3608" y="731"/>
                  </a:lnTo>
                  <a:lnTo>
                    <a:pt x="3393" y="344"/>
                  </a:lnTo>
                  <a:lnTo>
                    <a:pt x="3221" y="129"/>
                  </a:lnTo>
                  <a:lnTo>
                    <a:pt x="3050"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995;p66">
              <a:extLst>
                <a:ext uri="{FF2B5EF4-FFF2-40B4-BE49-F238E27FC236}">
                  <a16:creationId xmlns:a16="http://schemas.microsoft.com/office/drawing/2014/main" id="{AA3FADB5-2534-0D2C-9B89-6DF3D453C3EE}"/>
                </a:ext>
              </a:extLst>
            </p:cNvPr>
            <p:cNvSpPr/>
            <p:nvPr/>
          </p:nvSpPr>
          <p:spPr>
            <a:xfrm>
              <a:off x="3111525" y="4308650"/>
              <a:ext cx="71975" cy="149275"/>
            </a:xfrm>
            <a:custGeom>
              <a:avLst/>
              <a:gdLst/>
              <a:ahLst/>
              <a:cxnLst/>
              <a:rect l="l" t="t" r="r" b="b"/>
              <a:pathLst>
                <a:path w="2879" h="5971" extrusionOk="0">
                  <a:moveTo>
                    <a:pt x="1504" y="0"/>
                  </a:moveTo>
                  <a:lnTo>
                    <a:pt x="1418" y="43"/>
                  </a:lnTo>
                  <a:lnTo>
                    <a:pt x="1203" y="172"/>
                  </a:lnTo>
                  <a:lnTo>
                    <a:pt x="988" y="387"/>
                  </a:lnTo>
                  <a:lnTo>
                    <a:pt x="774" y="644"/>
                  </a:lnTo>
                  <a:lnTo>
                    <a:pt x="559" y="945"/>
                  </a:lnTo>
                  <a:lnTo>
                    <a:pt x="344" y="1203"/>
                  </a:lnTo>
                  <a:lnTo>
                    <a:pt x="172" y="1417"/>
                  </a:lnTo>
                  <a:lnTo>
                    <a:pt x="43" y="1675"/>
                  </a:lnTo>
                  <a:lnTo>
                    <a:pt x="0" y="1933"/>
                  </a:lnTo>
                  <a:lnTo>
                    <a:pt x="43" y="2191"/>
                  </a:lnTo>
                  <a:lnTo>
                    <a:pt x="86" y="2534"/>
                  </a:lnTo>
                  <a:lnTo>
                    <a:pt x="215" y="2878"/>
                  </a:lnTo>
                  <a:lnTo>
                    <a:pt x="559" y="3780"/>
                  </a:lnTo>
                  <a:lnTo>
                    <a:pt x="688" y="4252"/>
                  </a:lnTo>
                  <a:lnTo>
                    <a:pt x="774" y="4639"/>
                  </a:lnTo>
                  <a:lnTo>
                    <a:pt x="816" y="4939"/>
                  </a:lnTo>
                  <a:lnTo>
                    <a:pt x="816" y="5154"/>
                  </a:lnTo>
                  <a:lnTo>
                    <a:pt x="774" y="5283"/>
                  </a:lnTo>
                  <a:lnTo>
                    <a:pt x="731" y="5369"/>
                  </a:lnTo>
                  <a:lnTo>
                    <a:pt x="688" y="5412"/>
                  </a:lnTo>
                  <a:lnTo>
                    <a:pt x="816" y="5626"/>
                  </a:lnTo>
                  <a:lnTo>
                    <a:pt x="1031" y="5798"/>
                  </a:lnTo>
                  <a:lnTo>
                    <a:pt x="1246" y="5884"/>
                  </a:lnTo>
                  <a:lnTo>
                    <a:pt x="1461" y="5970"/>
                  </a:lnTo>
                  <a:lnTo>
                    <a:pt x="1890" y="5970"/>
                  </a:lnTo>
                  <a:lnTo>
                    <a:pt x="2105" y="5927"/>
                  </a:lnTo>
                  <a:lnTo>
                    <a:pt x="2320" y="5841"/>
                  </a:lnTo>
                  <a:lnTo>
                    <a:pt x="2492" y="5712"/>
                  </a:lnTo>
                  <a:lnTo>
                    <a:pt x="2663" y="5541"/>
                  </a:lnTo>
                  <a:lnTo>
                    <a:pt x="2749" y="5369"/>
                  </a:lnTo>
                  <a:lnTo>
                    <a:pt x="2835" y="5197"/>
                  </a:lnTo>
                  <a:lnTo>
                    <a:pt x="2878" y="4982"/>
                  </a:lnTo>
                  <a:lnTo>
                    <a:pt x="2878" y="4767"/>
                  </a:lnTo>
                  <a:lnTo>
                    <a:pt x="2792" y="4510"/>
                  </a:lnTo>
                  <a:lnTo>
                    <a:pt x="2663" y="4252"/>
                  </a:lnTo>
                  <a:lnTo>
                    <a:pt x="2492" y="3994"/>
                  </a:lnTo>
                  <a:lnTo>
                    <a:pt x="2363" y="3780"/>
                  </a:lnTo>
                  <a:lnTo>
                    <a:pt x="2277" y="3522"/>
                  </a:lnTo>
                  <a:lnTo>
                    <a:pt x="2234" y="3307"/>
                  </a:lnTo>
                  <a:lnTo>
                    <a:pt x="2191" y="2835"/>
                  </a:lnTo>
                  <a:lnTo>
                    <a:pt x="2191" y="2405"/>
                  </a:lnTo>
                  <a:lnTo>
                    <a:pt x="2191" y="1976"/>
                  </a:lnTo>
                  <a:lnTo>
                    <a:pt x="2191" y="1546"/>
                  </a:lnTo>
                  <a:lnTo>
                    <a:pt x="2148" y="1074"/>
                  </a:lnTo>
                  <a:lnTo>
                    <a:pt x="2019" y="558"/>
                  </a:lnTo>
                  <a:lnTo>
                    <a:pt x="1933" y="344"/>
                  </a:lnTo>
                  <a:lnTo>
                    <a:pt x="1847" y="172"/>
                  </a:lnTo>
                  <a:lnTo>
                    <a:pt x="1718" y="86"/>
                  </a:lnTo>
                  <a:lnTo>
                    <a:pt x="1633"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4996;p66">
              <a:extLst>
                <a:ext uri="{FF2B5EF4-FFF2-40B4-BE49-F238E27FC236}">
                  <a16:creationId xmlns:a16="http://schemas.microsoft.com/office/drawing/2014/main" id="{538A5694-ECF1-25A4-18A8-9AD2EA948F28}"/>
                </a:ext>
              </a:extLst>
            </p:cNvPr>
            <p:cNvSpPr/>
            <p:nvPr/>
          </p:nvSpPr>
          <p:spPr>
            <a:xfrm>
              <a:off x="2513450" y="4201275"/>
              <a:ext cx="540125" cy="105250"/>
            </a:xfrm>
            <a:custGeom>
              <a:avLst/>
              <a:gdLst/>
              <a:ahLst/>
              <a:cxnLst/>
              <a:rect l="l" t="t" r="r" b="b"/>
              <a:pathLst>
                <a:path w="21605" h="4210" extrusionOk="0">
                  <a:moveTo>
                    <a:pt x="20573" y="0"/>
                  </a:moveTo>
                  <a:lnTo>
                    <a:pt x="20273" y="43"/>
                  </a:lnTo>
                  <a:lnTo>
                    <a:pt x="19886" y="172"/>
                  </a:lnTo>
                  <a:lnTo>
                    <a:pt x="19457" y="344"/>
                  </a:lnTo>
                  <a:lnTo>
                    <a:pt x="18555" y="816"/>
                  </a:lnTo>
                  <a:lnTo>
                    <a:pt x="17567" y="1203"/>
                  </a:lnTo>
                  <a:lnTo>
                    <a:pt x="17009" y="1375"/>
                  </a:lnTo>
                  <a:lnTo>
                    <a:pt x="16450" y="1503"/>
                  </a:lnTo>
                  <a:lnTo>
                    <a:pt x="15892" y="1632"/>
                  </a:lnTo>
                  <a:lnTo>
                    <a:pt x="15291" y="1718"/>
                  </a:lnTo>
                  <a:lnTo>
                    <a:pt x="14217" y="1847"/>
                  </a:lnTo>
                  <a:lnTo>
                    <a:pt x="12241" y="2019"/>
                  </a:lnTo>
                  <a:lnTo>
                    <a:pt x="7044" y="2405"/>
                  </a:lnTo>
                  <a:lnTo>
                    <a:pt x="1" y="2878"/>
                  </a:lnTo>
                  <a:lnTo>
                    <a:pt x="87" y="4209"/>
                  </a:lnTo>
                  <a:lnTo>
                    <a:pt x="15462" y="3050"/>
                  </a:lnTo>
                  <a:lnTo>
                    <a:pt x="16021" y="2663"/>
                  </a:lnTo>
                  <a:lnTo>
                    <a:pt x="16622" y="2319"/>
                  </a:lnTo>
                  <a:lnTo>
                    <a:pt x="16966" y="2148"/>
                  </a:lnTo>
                  <a:lnTo>
                    <a:pt x="17309" y="1976"/>
                  </a:lnTo>
                  <a:lnTo>
                    <a:pt x="17696" y="1847"/>
                  </a:lnTo>
                  <a:lnTo>
                    <a:pt x="18082" y="1761"/>
                  </a:lnTo>
                  <a:lnTo>
                    <a:pt x="18469" y="1718"/>
                  </a:lnTo>
                  <a:lnTo>
                    <a:pt x="18855" y="1761"/>
                  </a:lnTo>
                  <a:lnTo>
                    <a:pt x="19242" y="1847"/>
                  </a:lnTo>
                  <a:lnTo>
                    <a:pt x="19586" y="2019"/>
                  </a:lnTo>
                  <a:lnTo>
                    <a:pt x="19886" y="2319"/>
                  </a:lnTo>
                  <a:lnTo>
                    <a:pt x="20144" y="2706"/>
                  </a:lnTo>
                  <a:lnTo>
                    <a:pt x="20917" y="1933"/>
                  </a:lnTo>
                  <a:lnTo>
                    <a:pt x="21175" y="1632"/>
                  </a:lnTo>
                  <a:lnTo>
                    <a:pt x="21389" y="1332"/>
                  </a:lnTo>
                  <a:lnTo>
                    <a:pt x="21518" y="1117"/>
                  </a:lnTo>
                  <a:lnTo>
                    <a:pt x="21561" y="902"/>
                  </a:lnTo>
                  <a:lnTo>
                    <a:pt x="21604" y="687"/>
                  </a:lnTo>
                  <a:lnTo>
                    <a:pt x="21561" y="516"/>
                  </a:lnTo>
                  <a:lnTo>
                    <a:pt x="21475" y="387"/>
                  </a:lnTo>
                  <a:lnTo>
                    <a:pt x="21304" y="258"/>
                  </a:lnTo>
                  <a:lnTo>
                    <a:pt x="21132" y="129"/>
                  </a:lnTo>
                  <a:lnTo>
                    <a:pt x="20874" y="43"/>
                  </a:lnTo>
                  <a:lnTo>
                    <a:pt x="20573"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4997;p66">
              <a:extLst>
                <a:ext uri="{FF2B5EF4-FFF2-40B4-BE49-F238E27FC236}">
                  <a16:creationId xmlns:a16="http://schemas.microsoft.com/office/drawing/2014/main" id="{F89A13E1-BD1D-152E-F0E0-B3AEAF944D5C}"/>
                </a:ext>
              </a:extLst>
            </p:cNvPr>
            <p:cNvSpPr/>
            <p:nvPr/>
          </p:nvSpPr>
          <p:spPr>
            <a:xfrm>
              <a:off x="3168425" y="4067050"/>
              <a:ext cx="241625" cy="140675"/>
            </a:xfrm>
            <a:custGeom>
              <a:avLst/>
              <a:gdLst/>
              <a:ahLst/>
              <a:cxnLst/>
              <a:rect l="l" t="t" r="r" b="b"/>
              <a:pathLst>
                <a:path w="9665" h="5627" extrusionOk="0">
                  <a:moveTo>
                    <a:pt x="8118" y="0"/>
                  </a:moveTo>
                  <a:lnTo>
                    <a:pt x="7861" y="43"/>
                  </a:lnTo>
                  <a:lnTo>
                    <a:pt x="7603" y="86"/>
                  </a:lnTo>
                  <a:lnTo>
                    <a:pt x="7345" y="172"/>
                  </a:lnTo>
                  <a:lnTo>
                    <a:pt x="7044" y="301"/>
                  </a:lnTo>
                  <a:lnTo>
                    <a:pt x="6701" y="473"/>
                  </a:lnTo>
                  <a:lnTo>
                    <a:pt x="6014" y="945"/>
                  </a:lnTo>
                  <a:lnTo>
                    <a:pt x="5541" y="1246"/>
                  </a:lnTo>
                  <a:lnTo>
                    <a:pt x="5026" y="1547"/>
                  </a:lnTo>
                  <a:lnTo>
                    <a:pt x="4382" y="1847"/>
                  </a:lnTo>
                  <a:lnTo>
                    <a:pt x="3737" y="2105"/>
                  </a:lnTo>
                  <a:lnTo>
                    <a:pt x="3093" y="2363"/>
                  </a:lnTo>
                  <a:lnTo>
                    <a:pt x="2492" y="2534"/>
                  </a:lnTo>
                  <a:lnTo>
                    <a:pt x="1933" y="2706"/>
                  </a:lnTo>
                  <a:lnTo>
                    <a:pt x="1461" y="2749"/>
                  </a:lnTo>
                  <a:lnTo>
                    <a:pt x="731" y="2792"/>
                  </a:lnTo>
                  <a:lnTo>
                    <a:pt x="473" y="2835"/>
                  </a:lnTo>
                  <a:lnTo>
                    <a:pt x="258" y="2964"/>
                  </a:lnTo>
                  <a:lnTo>
                    <a:pt x="87" y="3093"/>
                  </a:lnTo>
                  <a:lnTo>
                    <a:pt x="44" y="3308"/>
                  </a:lnTo>
                  <a:lnTo>
                    <a:pt x="1" y="3608"/>
                  </a:lnTo>
                  <a:lnTo>
                    <a:pt x="87" y="4038"/>
                  </a:lnTo>
                  <a:lnTo>
                    <a:pt x="216" y="4510"/>
                  </a:lnTo>
                  <a:lnTo>
                    <a:pt x="344" y="4854"/>
                  </a:lnTo>
                  <a:lnTo>
                    <a:pt x="516" y="5111"/>
                  </a:lnTo>
                  <a:lnTo>
                    <a:pt x="731" y="5326"/>
                  </a:lnTo>
                  <a:lnTo>
                    <a:pt x="860" y="5455"/>
                  </a:lnTo>
                  <a:lnTo>
                    <a:pt x="1032" y="5541"/>
                  </a:lnTo>
                  <a:lnTo>
                    <a:pt x="1160" y="5584"/>
                  </a:lnTo>
                  <a:lnTo>
                    <a:pt x="1289" y="5627"/>
                  </a:lnTo>
                  <a:lnTo>
                    <a:pt x="1375" y="5584"/>
                  </a:lnTo>
                  <a:lnTo>
                    <a:pt x="1461" y="5455"/>
                  </a:lnTo>
                  <a:lnTo>
                    <a:pt x="1590" y="5283"/>
                  </a:lnTo>
                  <a:lnTo>
                    <a:pt x="1719" y="5069"/>
                  </a:lnTo>
                  <a:lnTo>
                    <a:pt x="1891" y="4811"/>
                  </a:lnTo>
                  <a:lnTo>
                    <a:pt x="2105" y="4596"/>
                  </a:lnTo>
                  <a:lnTo>
                    <a:pt x="2406" y="4338"/>
                  </a:lnTo>
                  <a:lnTo>
                    <a:pt x="2835" y="4081"/>
                  </a:lnTo>
                  <a:lnTo>
                    <a:pt x="3351" y="3823"/>
                  </a:lnTo>
                  <a:lnTo>
                    <a:pt x="3952" y="3565"/>
                  </a:lnTo>
                  <a:lnTo>
                    <a:pt x="4639" y="3308"/>
                  </a:lnTo>
                  <a:lnTo>
                    <a:pt x="5369" y="3050"/>
                  </a:lnTo>
                  <a:lnTo>
                    <a:pt x="6100" y="2835"/>
                  </a:lnTo>
                  <a:lnTo>
                    <a:pt x="6787" y="2706"/>
                  </a:lnTo>
                  <a:lnTo>
                    <a:pt x="7431" y="2577"/>
                  </a:lnTo>
                  <a:lnTo>
                    <a:pt x="7989" y="2492"/>
                  </a:lnTo>
                  <a:lnTo>
                    <a:pt x="8376" y="2363"/>
                  </a:lnTo>
                  <a:lnTo>
                    <a:pt x="8677" y="2191"/>
                  </a:lnTo>
                  <a:lnTo>
                    <a:pt x="8891" y="2019"/>
                  </a:lnTo>
                  <a:lnTo>
                    <a:pt x="9063" y="1804"/>
                  </a:lnTo>
                  <a:lnTo>
                    <a:pt x="9192" y="1590"/>
                  </a:lnTo>
                  <a:lnTo>
                    <a:pt x="9321" y="1332"/>
                  </a:lnTo>
                  <a:lnTo>
                    <a:pt x="9536" y="1117"/>
                  </a:lnTo>
                  <a:lnTo>
                    <a:pt x="9621" y="988"/>
                  </a:lnTo>
                  <a:lnTo>
                    <a:pt x="9664" y="902"/>
                  </a:lnTo>
                  <a:lnTo>
                    <a:pt x="9664" y="817"/>
                  </a:lnTo>
                  <a:lnTo>
                    <a:pt x="9664" y="688"/>
                  </a:lnTo>
                  <a:lnTo>
                    <a:pt x="9578" y="516"/>
                  </a:lnTo>
                  <a:lnTo>
                    <a:pt x="9407" y="387"/>
                  </a:lnTo>
                  <a:lnTo>
                    <a:pt x="9149" y="258"/>
                  </a:lnTo>
                  <a:lnTo>
                    <a:pt x="8891" y="172"/>
                  </a:lnTo>
                  <a:lnTo>
                    <a:pt x="8333" y="43"/>
                  </a:lnTo>
                  <a:lnTo>
                    <a:pt x="8118"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4998;p66">
              <a:extLst>
                <a:ext uri="{FF2B5EF4-FFF2-40B4-BE49-F238E27FC236}">
                  <a16:creationId xmlns:a16="http://schemas.microsoft.com/office/drawing/2014/main" id="{ADA1EFE3-6185-F29F-A632-3BA6C309C3AA}"/>
                </a:ext>
              </a:extLst>
            </p:cNvPr>
            <p:cNvSpPr/>
            <p:nvPr/>
          </p:nvSpPr>
          <p:spPr>
            <a:xfrm>
              <a:off x="3401425" y="4044500"/>
              <a:ext cx="87000" cy="50500"/>
            </a:xfrm>
            <a:custGeom>
              <a:avLst/>
              <a:gdLst/>
              <a:ahLst/>
              <a:cxnLst/>
              <a:rect l="l" t="t" r="r" b="b"/>
              <a:pathLst>
                <a:path w="3480" h="2020" extrusionOk="0">
                  <a:moveTo>
                    <a:pt x="3136" y="1"/>
                  </a:moveTo>
                  <a:lnTo>
                    <a:pt x="2664" y="86"/>
                  </a:lnTo>
                  <a:lnTo>
                    <a:pt x="2148" y="172"/>
                  </a:lnTo>
                  <a:lnTo>
                    <a:pt x="1547" y="344"/>
                  </a:lnTo>
                  <a:lnTo>
                    <a:pt x="473" y="688"/>
                  </a:lnTo>
                  <a:lnTo>
                    <a:pt x="1" y="817"/>
                  </a:lnTo>
                  <a:lnTo>
                    <a:pt x="130" y="860"/>
                  </a:lnTo>
                  <a:lnTo>
                    <a:pt x="430" y="1031"/>
                  </a:lnTo>
                  <a:lnTo>
                    <a:pt x="602" y="1160"/>
                  </a:lnTo>
                  <a:lnTo>
                    <a:pt x="774" y="1332"/>
                  </a:lnTo>
                  <a:lnTo>
                    <a:pt x="903" y="1504"/>
                  </a:lnTo>
                  <a:lnTo>
                    <a:pt x="946" y="1676"/>
                  </a:lnTo>
                  <a:lnTo>
                    <a:pt x="989" y="1847"/>
                  </a:lnTo>
                  <a:lnTo>
                    <a:pt x="1117" y="1976"/>
                  </a:lnTo>
                  <a:lnTo>
                    <a:pt x="1246" y="2019"/>
                  </a:lnTo>
                  <a:lnTo>
                    <a:pt x="1461" y="2019"/>
                  </a:lnTo>
                  <a:lnTo>
                    <a:pt x="1719" y="1933"/>
                  </a:lnTo>
                  <a:lnTo>
                    <a:pt x="1976" y="1847"/>
                  </a:lnTo>
                  <a:lnTo>
                    <a:pt x="2234" y="1719"/>
                  </a:lnTo>
                  <a:lnTo>
                    <a:pt x="2535" y="1547"/>
                  </a:lnTo>
                  <a:lnTo>
                    <a:pt x="2792" y="1375"/>
                  </a:lnTo>
                  <a:lnTo>
                    <a:pt x="3007" y="1160"/>
                  </a:lnTo>
                  <a:lnTo>
                    <a:pt x="3179" y="945"/>
                  </a:lnTo>
                  <a:lnTo>
                    <a:pt x="3351" y="731"/>
                  </a:lnTo>
                  <a:lnTo>
                    <a:pt x="3437" y="516"/>
                  </a:lnTo>
                  <a:lnTo>
                    <a:pt x="3480" y="344"/>
                  </a:lnTo>
                  <a:lnTo>
                    <a:pt x="3480" y="172"/>
                  </a:lnTo>
                  <a:lnTo>
                    <a:pt x="3351" y="43"/>
                  </a:lnTo>
                  <a:lnTo>
                    <a:pt x="3265" y="43"/>
                  </a:lnTo>
                  <a:lnTo>
                    <a:pt x="3136"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4999;p66">
              <a:extLst>
                <a:ext uri="{FF2B5EF4-FFF2-40B4-BE49-F238E27FC236}">
                  <a16:creationId xmlns:a16="http://schemas.microsoft.com/office/drawing/2014/main" id="{249E496C-159E-EA0D-B236-ED4F17CEB730}"/>
                </a:ext>
              </a:extLst>
            </p:cNvPr>
            <p:cNvSpPr/>
            <p:nvPr/>
          </p:nvSpPr>
          <p:spPr>
            <a:xfrm>
              <a:off x="3489475" y="4023025"/>
              <a:ext cx="60150" cy="44050"/>
            </a:xfrm>
            <a:custGeom>
              <a:avLst/>
              <a:gdLst/>
              <a:ahLst/>
              <a:cxnLst/>
              <a:rect l="l" t="t" r="r" b="b"/>
              <a:pathLst>
                <a:path w="2406" h="1762" extrusionOk="0">
                  <a:moveTo>
                    <a:pt x="1676" y="1"/>
                  </a:moveTo>
                  <a:lnTo>
                    <a:pt x="1332" y="86"/>
                  </a:lnTo>
                  <a:lnTo>
                    <a:pt x="946" y="215"/>
                  </a:lnTo>
                  <a:lnTo>
                    <a:pt x="430" y="387"/>
                  </a:lnTo>
                  <a:lnTo>
                    <a:pt x="473" y="688"/>
                  </a:lnTo>
                  <a:lnTo>
                    <a:pt x="473" y="945"/>
                  </a:lnTo>
                  <a:lnTo>
                    <a:pt x="430" y="1203"/>
                  </a:lnTo>
                  <a:lnTo>
                    <a:pt x="301" y="1375"/>
                  </a:lnTo>
                  <a:lnTo>
                    <a:pt x="129" y="1676"/>
                  </a:lnTo>
                  <a:lnTo>
                    <a:pt x="1" y="1761"/>
                  </a:lnTo>
                  <a:lnTo>
                    <a:pt x="559" y="1504"/>
                  </a:lnTo>
                  <a:lnTo>
                    <a:pt x="1418" y="1074"/>
                  </a:lnTo>
                  <a:lnTo>
                    <a:pt x="1804" y="817"/>
                  </a:lnTo>
                  <a:lnTo>
                    <a:pt x="2148" y="559"/>
                  </a:lnTo>
                  <a:lnTo>
                    <a:pt x="2363" y="387"/>
                  </a:lnTo>
                  <a:lnTo>
                    <a:pt x="2406" y="301"/>
                  </a:lnTo>
                  <a:lnTo>
                    <a:pt x="2406" y="258"/>
                  </a:lnTo>
                  <a:lnTo>
                    <a:pt x="2363" y="129"/>
                  </a:lnTo>
                  <a:lnTo>
                    <a:pt x="2277" y="86"/>
                  </a:lnTo>
                  <a:lnTo>
                    <a:pt x="2105"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5000;p66">
              <a:extLst>
                <a:ext uri="{FF2B5EF4-FFF2-40B4-BE49-F238E27FC236}">
                  <a16:creationId xmlns:a16="http://schemas.microsoft.com/office/drawing/2014/main" id="{C33DBEDC-2B5C-D0B5-9733-24EB4BF74F65}"/>
                </a:ext>
              </a:extLst>
            </p:cNvPr>
            <p:cNvSpPr/>
            <p:nvPr/>
          </p:nvSpPr>
          <p:spPr>
            <a:xfrm>
              <a:off x="3198500" y="4117525"/>
              <a:ext cx="279200" cy="129925"/>
            </a:xfrm>
            <a:custGeom>
              <a:avLst/>
              <a:gdLst/>
              <a:ahLst/>
              <a:cxnLst/>
              <a:rect l="l" t="t" r="r" b="b"/>
              <a:pathLst>
                <a:path w="11168" h="5197" extrusionOk="0">
                  <a:moveTo>
                    <a:pt x="9234" y="0"/>
                  </a:moveTo>
                  <a:lnTo>
                    <a:pt x="9063" y="43"/>
                  </a:lnTo>
                  <a:lnTo>
                    <a:pt x="8891" y="172"/>
                  </a:lnTo>
                  <a:lnTo>
                    <a:pt x="8590" y="430"/>
                  </a:lnTo>
                  <a:lnTo>
                    <a:pt x="8290" y="687"/>
                  </a:lnTo>
                  <a:lnTo>
                    <a:pt x="7989" y="902"/>
                  </a:lnTo>
                  <a:lnTo>
                    <a:pt x="7602" y="1074"/>
                  </a:lnTo>
                  <a:lnTo>
                    <a:pt x="7173" y="1246"/>
                  </a:lnTo>
                  <a:lnTo>
                    <a:pt x="6142" y="1632"/>
                  </a:lnTo>
                  <a:lnTo>
                    <a:pt x="4639" y="2191"/>
                  </a:lnTo>
                  <a:lnTo>
                    <a:pt x="3780" y="2534"/>
                  </a:lnTo>
                  <a:lnTo>
                    <a:pt x="2921" y="2792"/>
                  </a:lnTo>
                  <a:lnTo>
                    <a:pt x="1418" y="3307"/>
                  </a:lnTo>
                  <a:lnTo>
                    <a:pt x="816" y="3522"/>
                  </a:lnTo>
                  <a:lnTo>
                    <a:pt x="344" y="3694"/>
                  </a:lnTo>
                  <a:lnTo>
                    <a:pt x="215" y="3823"/>
                  </a:lnTo>
                  <a:lnTo>
                    <a:pt x="86" y="3951"/>
                  </a:lnTo>
                  <a:lnTo>
                    <a:pt x="0" y="4037"/>
                  </a:lnTo>
                  <a:lnTo>
                    <a:pt x="0" y="4166"/>
                  </a:lnTo>
                  <a:lnTo>
                    <a:pt x="43" y="4810"/>
                  </a:lnTo>
                  <a:lnTo>
                    <a:pt x="86" y="4939"/>
                  </a:lnTo>
                  <a:lnTo>
                    <a:pt x="172" y="5068"/>
                  </a:lnTo>
                  <a:lnTo>
                    <a:pt x="344" y="5154"/>
                  </a:lnTo>
                  <a:lnTo>
                    <a:pt x="559" y="5197"/>
                  </a:lnTo>
                  <a:lnTo>
                    <a:pt x="945" y="5154"/>
                  </a:lnTo>
                  <a:lnTo>
                    <a:pt x="1418" y="4982"/>
                  </a:lnTo>
                  <a:lnTo>
                    <a:pt x="2062" y="4682"/>
                  </a:lnTo>
                  <a:lnTo>
                    <a:pt x="2878" y="4295"/>
                  </a:lnTo>
                  <a:lnTo>
                    <a:pt x="3780" y="3908"/>
                  </a:lnTo>
                  <a:lnTo>
                    <a:pt x="4811" y="3565"/>
                  </a:lnTo>
                  <a:lnTo>
                    <a:pt x="5799" y="3264"/>
                  </a:lnTo>
                  <a:lnTo>
                    <a:pt x="7602" y="2792"/>
                  </a:lnTo>
                  <a:lnTo>
                    <a:pt x="8762" y="2577"/>
                  </a:lnTo>
                  <a:lnTo>
                    <a:pt x="9535" y="2405"/>
                  </a:lnTo>
                  <a:lnTo>
                    <a:pt x="9965" y="2276"/>
                  </a:lnTo>
                  <a:lnTo>
                    <a:pt x="10351" y="2105"/>
                  </a:lnTo>
                  <a:lnTo>
                    <a:pt x="10695" y="1890"/>
                  </a:lnTo>
                  <a:lnTo>
                    <a:pt x="10952" y="1675"/>
                  </a:lnTo>
                  <a:lnTo>
                    <a:pt x="11081" y="1546"/>
                  </a:lnTo>
                  <a:lnTo>
                    <a:pt x="11124" y="1417"/>
                  </a:lnTo>
                  <a:lnTo>
                    <a:pt x="11167" y="1246"/>
                  </a:lnTo>
                  <a:lnTo>
                    <a:pt x="11167" y="1117"/>
                  </a:lnTo>
                  <a:lnTo>
                    <a:pt x="11124" y="816"/>
                  </a:lnTo>
                  <a:lnTo>
                    <a:pt x="11038" y="558"/>
                  </a:lnTo>
                  <a:lnTo>
                    <a:pt x="10909" y="344"/>
                  </a:lnTo>
                  <a:lnTo>
                    <a:pt x="10781" y="215"/>
                  </a:lnTo>
                  <a:lnTo>
                    <a:pt x="10652" y="86"/>
                  </a:lnTo>
                  <a:lnTo>
                    <a:pt x="10480" y="43"/>
                  </a:lnTo>
                  <a:lnTo>
                    <a:pt x="10265" y="43"/>
                  </a:lnTo>
                  <a:lnTo>
                    <a:pt x="10051" y="86"/>
                  </a:lnTo>
                  <a:lnTo>
                    <a:pt x="9664" y="86"/>
                  </a:lnTo>
                  <a:lnTo>
                    <a:pt x="9363"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001;p66">
              <a:extLst>
                <a:ext uri="{FF2B5EF4-FFF2-40B4-BE49-F238E27FC236}">
                  <a16:creationId xmlns:a16="http://schemas.microsoft.com/office/drawing/2014/main" id="{48135C20-C508-D799-0DE8-F6FAD4E6C5A0}"/>
                </a:ext>
              </a:extLst>
            </p:cNvPr>
            <p:cNvSpPr/>
            <p:nvPr/>
          </p:nvSpPr>
          <p:spPr>
            <a:xfrm>
              <a:off x="3479825" y="4105700"/>
              <a:ext cx="91275" cy="63375"/>
            </a:xfrm>
            <a:custGeom>
              <a:avLst/>
              <a:gdLst/>
              <a:ahLst/>
              <a:cxnLst/>
              <a:rect l="l" t="t" r="r" b="b"/>
              <a:pathLst>
                <a:path w="3651" h="2535" extrusionOk="0">
                  <a:moveTo>
                    <a:pt x="3135" y="1"/>
                  </a:moveTo>
                  <a:lnTo>
                    <a:pt x="3007" y="44"/>
                  </a:lnTo>
                  <a:lnTo>
                    <a:pt x="2792" y="172"/>
                  </a:lnTo>
                  <a:lnTo>
                    <a:pt x="2577" y="258"/>
                  </a:lnTo>
                  <a:lnTo>
                    <a:pt x="2276" y="344"/>
                  </a:lnTo>
                  <a:lnTo>
                    <a:pt x="2019" y="387"/>
                  </a:lnTo>
                  <a:lnTo>
                    <a:pt x="1460" y="387"/>
                  </a:lnTo>
                  <a:lnTo>
                    <a:pt x="1203" y="344"/>
                  </a:lnTo>
                  <a:lnTo>
                    <a:pt x="988" y="258"/>
                  </a:lnTo>
                  <a:lnTo>
                    <a:pt x="773" y="215"/>
                  </a:lnTo>
                  <a:lnTo>
                    <a:pt x="558" y="258"/>
                  </a:lnTo>
                  <a:lnTo>
                    <a:pt x="344" y="344"/>
                  </a:lnTo>
                  <a:lnTo>
                    <a:pt x="172" y="473"/>
                  </a:lnTo>
                  <a:lnTo>
                    <a:pt x="43" y="645"/>
                  </a:lnTo>
                  <a:lnTo>
                    <a:pt x="0" y="817"/>
                  </a:lnTo>
                  <a:lnTo>
                    <a:pt x="43" y="988"/>
                  </a:lnTo>
                  <a:lnTo>
                    <a:pt x="129" y="1074"/>
                  </a:lnTo>
                  <a:lnTo>
                    <a:pt x="215" y="1117"/>
                  </a:lnTo>
                  <a:lnTo>
                    <a:pt x="301" y="1203"/>
                  </a:lnTo>
                  <a:lnTo>
                    <a:pt x="387" y="1289"/>
                  </a:lnTo>
                  <a:lnTo>
                    <a:pt x="473" y="1461"/>
                  </a:lnTo>
                  <a:lnTo>
                    <a:pt x="515" y="1676"/>
                  </a:lnTo>
                  <a:lnTo>
                    <a:pt x="473" y="1890"/>
                  </a:lnTo>
                  <a:lnTo>
                    <a:pt x="387" y="2277"/>
                  </a:lnTo>
                  <a:lnTo>
                    <a:pt x="301" y="2449"/>
                  </a:lnTo>
                  <a:lnTo>
                    <a:pt x="301" y="2535"/>
                  </a:lnTo>
                  <a:lnTo>
                    <a:pt x="387" y="2535"/>
                  </a:lnTo>
                  <a:lnTo>
                    <a:pt x="558" y="2492"/>
                  </a:lnTo>
                  <a:lnTo>
                    <a:pt x="773" y="2320"/>
                  </a:lnTo>
                  <a:lnTo>
                    <a:pt x="1332" y="1933"/>
                  </a:lnTo>
                  <a:lnTo>
                    <a:pt x="1890" y="1418"/>
                  </a:lnTo>
                  <a:lnTo>
                    <a:pt x="2148" y="1246"/>
                  </a:lnTo>
                  <a:lnTo>
                    <a:pt x="2362" y="1160"/>
                  </a:lnTo>
                  <a:lnTo>
                    <a:pt x="2620" y="1160"/>
                  </a:lnTo>
                  <a:lnTo>
                    <a:pt x="2835" y="1203"/>
                  </a:lnTo>
                  <a:lnTo>
                    <a:pt x="3221" y="1246"/>
                  </a:lnTo>
                  <a:lnTo>
                    <a:pt x="3393" y="1203"/>
                  </a:lnTo>
                  <a:lnTo>
                    <a:pt x="3522" y="1117"/>
                  </a:lnTo>
                  <a:lnTo>
                    <a:pt x="3608" y="946"/>
                  </a:lnTo>
                  <a:lnTo>
                    <a:pt x="3651" y="731"/>
                  </a:lnTo>
                  <a:lnTo>
                    <a:pt x="3651" y="516"/>
                  </a:lnTo>
                  <a:lnTo>
                    <a:pt x="3608" y="301"/>
                  </a:lnTo>
                  <a:lnTo>
                    <a:pt x="3479" y="130"/>
                  </a:lnTo>
                  <a:lnTo>
                    <a:pt x="3350"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5002;p66">
              <a:extLst>
                <a:ext uri="{FF2B5EF4-FFF2-40B4-BE49-F238E27FC236}">
                  <a16:creationId xmlns:a16="http://schemas.microsoft.com/office/drawing/2014/main" id="{323E40C5-B156-95E5-EDFA-75A4CB86297D}"/>
                </a:ext>
              </a:extLst>
            </p:cNvPr>
            <p:cNvSpPr/>
            <p:nvPr/>
          </p:nvSpPr>
          <p:spPr>
            <a:xfrm>
              <a:off x="3577525" y="4096050"/>
              <a:ext cx="56925" cy="37600"/>
            </a:xfrm>
            <a:custGeom>
              <a:avLst/>
              <a:gdLst/>
              <a:ahLst/>
              <a:cxnLst/>
              <a:rect l="l" t="t" r="r" b="b"/>
              <a:pathLst>
                <a:path w="2277" h="1504" extrusionOk="0">
                  <a:moveTo>
                    <a:pt x="1976" y="0"/>
                  </a:moveTo>
                  <a:lnTo>
                    <a:pt x="1804" y="43"/>
                  </a:lnTo>
                  <a:lnTo>
                    <a:pt x="1461" y="129"/>
                  </a:lnTo>
                  <a:lnTo>
                    <a:pt x="1117" y="215"/>
                  </a:lnTo>
                  <a:lnTo>
                    <a:pt x="945" y="258"/>
                  </a:lnTo>
                  <a:lnTo>
                    <a:pt x="172" y="258"/>
                  </a:lnTo>
                  <a:lnTo>
                    <a:pt x="86" y="301"/>
                  </a:lnTo>
                  <a:lnTo>
                    <a:pt x="0" y="430"/>
                  </a:lnTo>
                  <a:lnTo>
                    <a:pt x="0" y="601"/>
                  </a:lnTo>
                  <a:lnTo>
                    <a:pt x="0" y="773"/>
                  </a:lnTo>
                  <a:lnTo>
                    <a:pt x="0" y="1117"/>
                  </a:lnTo>
                  <a:lnTo>
                    <a:pt x="86" y="1503"/>
                  </a:lnTo>
                  <a:lnTo>
                    <a:pt x="473" y="1417"/>
                  </a:lnTo>
                  <a:lnTo>
                    <a:pt x="817" y="1332"/>
                  </a:lnTo>
                  <a:lnTo>
                    <a:pt x="1160" y="1160"/>
                  </a:lnTo>
                  <a:lnTo>
                    <a:pt x="1547" y="902"/>
                  </a:lnTo>
                  <a:lnTo>
                    <a:pt x="1933" y="644"/>
                  </a:lnTo>
                  <a:lnTo>
                    <a:pt x="2105" y="516"/>
                  </a:lnTo>
                  <a:lnTo>
                    <a:pt x="2191" y="387"/>
                  </a:lnTo>
                  <a:lnTo>
                    <a:pt x="2277" y="258"/>
                  </a:lnTo>
                  <a:lnTo>
                    <a:pt x="2277" y="129"/>
                  </a:lnTo>
                  <a:lnTo>
                    <a:pt x="2191" y="43"/>
                  </a:lnTo>
                  <a:lnTo>
                    <a:pt x="2105"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5003;p66">
              <a:extLst>
                <a:ext uri="{FF2B5EF4-FFF2-40B4-BE49-F238E27FC236}">
                  <a16:creationId xmlns:a16="http://schemas.microsoft.com/office/drawing/2014/main" id="{AB49A25C-90C9-18D1-DBCD-DC763E3BDB02}"/>
                </a:ext>
              </a:extLst>
            </p:cNvPr>
            <p:cNvSpPr/>
            <p:nvPr/>
          </p:nvSpPr>
          <p:spPr>
            <a:xfrm>
              <a:off x="3186675" y="4249575"/>
              <a:ext cx="75200" cy="44050"/>
            </a:xfrm>
            <a:custGeom>
              <a:avLst/>
              <a:gdLst/>
              <a:ahLst/>
              <a:cxnLst/>
              <a:rect l="l" t="t" r="r" b="b"/>
              <a:pathLst>
                <a:path w="3008" h="1762" extrusionOk="0">
                  <a:moveTo>
                    <a:pt x="2406" y="1"/>
                  </a:moveTo>
                  <a:lnTo>
                    <a:pt x="2234" y="44"/>
                  </a:lnTo>
                  <a:lnTo>
                    <a:pt x="2062" y="87"/>
                  </a:lnTo>
                  <a:lnTo>
                    <a:pt x="1805" y="216"/>
                  </a:lnTo>
                  <a:lnTo>
                    <a:pt x="1504" y="259"/>
                  </a:lnTo>
                  <a:lnTo>
                    <a:pt x="903" y="302"/>
                  </a:lnTo>
                  <a:lnTo>
                    <a:pt x="387" y="259"/>
                  </a:lnTo>
                  <a:lnTo>
                    <a:pt x="173" y="259"/>
                  </a:lnTo>
                  <a:lnTo>
                    <a:pt x="87" y="516"/>
                  </a:lnTo>
                  <a:lnTo>
                    <a:pt x="44" y="774"/>
                  </a:lnTo>
                  <a:lnTo>
                    <a:pt x="1" y="1032"/>
                  </a:lnTo>
                  <a:lnTo>
                    <a:pt x="44" y="1246"/>
                  </a:lnTo>
                  <a:lnTo>
                    <a:pt x="44" y="1461"/>
                  </a:lnTo>
                  <a:lnTo>
                    <a:pt x="130" y="1590"/>
                  </a:lnTo>
                  <a:lnTo>
                    <a:pt x="216" y="1719"/>
                  </a:lnTo>
                  <a:lnTo>
                    <a:pt x="302" y="1762"/>
                  </a:lnTo>
                  <a:lnTo>
                    <a:pt x="860" y="1719"/>
                  </a:lnTo>
                  <a:lnTo>
                    <a:pt x="1289" y="1676"/>
                  </a:lnTo>
                  <a:lnTo>
                    <a:pt x="1805" y="1590"/>
                  </a:lnTo>
                  <a:lnTo>
                    <a:pt x="2277" y="1461"/>
                  </a:lnTo>
                  <a:lnTo>
                    <a:pt x="2664" y="1332"/>
                  </a:lnTo>
                  <a:lnTo>
                    <a:pt x="2836" y="1203"/>
                  </a:lnTo>
                  <a:lnTo>
                    <a:pt x="2921" y="1118"/>
                  </a:lnTo>
                  <a:lnTo>
                    <a:pt x="3007" y="1032"/>
                  </a:lnTo>
                  <a:lnTo>
                    <a:pt x="3007" y="903"/>
                  </a:lnTo>
                  <a:lnTo>
                    <a:pt x="2879" y="473"/>
                  </a:lnTo>
                  <a:lnTo>
                    <a:pt x="2793" y="302"/>
                  </a:lnTo>
                  <a:lnTo>
                    <a:pt x="2707" y="130"/>
                  </a:lnTo>
                  <a:lnTo>
                    <a:pt x="2578" y="44"/>
                  </a:lnTo>
                  <a:lnTo>
                    <a:pt x="2406"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5004;p66">
              <a:extLst>
                <a:ext uri="{FF2B5EF4-FFF2-40B4-BE49-F238E27FC236}">
                  <a16:creationId xmlns:a16="http://schemas.microsoft.com/office/drawing/2014/main" id="{5ED889E0-2151-910F-DF20-199700099AAE}"/>
                </a:ext>
              </a:extLst>
            </p:cNvPr>
            <p:cNvSpPr/>
            <p:nvPr/>
          </p:nvSpPr>
          <p:spPr>
            <a:xfrm>
              <a:off x="3268300" y="4181950"/>
              <a:ext cx="263075" cy="86975"/>
            </a:xfrm>
            <a:custGeom>
              <a:avLst/>
              <a:gdLst/>
              <a:ahLst/>
              <a:cxnLst/>
              <a:rect l="l" t="t" r="r" b="b"/>
              <a:pathLst>
                <a:path w="10523" h="3479" extrusionOk="0">
                  <a:moveTo>
                    <a:pt x="9234" y="0"/>
                  </a:moveTo>
                  <a:lnTo>
                    <a:pt x="8976" y="43"/>
                  </a:lnTo>
                  <a:lnTo>
                    <a:pt x="8719" y="129"/>
                  </a:lnTo>
                  <a:lnTo>
                    <a:pt x="8504" y="215"/>
                  </a:lnTo>
                  <a:lnTo>
                    <a:pt x="8246" y="387"/>
                  </a:lnTo>
                  <a:lnTo>
                    <a:pt x="8032" y="558"/>
                  </a:lnTo>
                  <a:lnTo>
                    <a:pt x="7860" y="773"/>
                  </a:lnTo>
                  <a:lnTo>
                    <a:pt x="7731" y="902"/>
                  </a:lnTo>
                  <a:lnTo>
                    <a:pt x="7516" y="988"/>
                  </a:lnTo>
                  <a:lnTo>
                    <a:pt x="6958" y="1160"/>
                  </a:lnTo>
                  <a:lnTo>
                    <a:pt x="6228" y="1331"/>
                  </a:lnTo>
                  <a:lnTo>
                    <a:pt x="5369" y="1460"/>
                  </a:lnTo>
                  <a:lnTo>
                    <a:pt x="3608" y="1675"/>
                  </a:lnTo>
                  <a:lnTo>
                    <a:pt x="2878" y="1761"/>
                  </a:lnTo>
                  <a:lnTo>
                    <a:pt x="2276" y="1847"/>
                  </a:lnTo>
                  <a:lnTo>
                    <a:pt x="1847" y="1933"/>
                  </a:lnTo>
                  <a:lnTo>
                    <a:pt x="1417" y="1976"/>
                  </a:lnTo>
                  <a:lnTo>
                    <a:pt x="687" y="2062"/>
                  </a:lnTo>
                  <a:lnTo>
                    <a:pt x="387" y="2105"/>
                  </a:lnTo>
                  <a:lnTo>
                    <a:pt x="172" y="2233"/>
                  </a:lnTo>
                  <a:lnTo>
                    <a:pt x="86" y="2319"/>
                  </a:lnTo>
                  <a:lnTo>
                    <a:pt x="43" y="2405"/>
                  </a:lnTo>
                  <a:lnTo>
                    <a:pt x="0" y="2534"/>
                  </a:lnTo>
                  <a:lnTo>
                    <a:pt x="0" y="2706"/>
                  </a:lnTo>
                  <a:lnTo>
                    <a:pt x="43" y="2878"/>
                  </a:lnTo>
                  <a:lnTo>
                    <a:pt x="86" y="3049"/>
                  </a:lnTo>
                  <a:lnTo>
                    <a:pt x="172" y="3135"/>
                  </a:lnTo>
                  <a:lnTo>
                    <a:pt x="258" y="3264"/>
                  </a:lnTo>
                  <a:lnTo>
                    <a:pt x="515" y="3393"/>
                  </a:lnTo>
                  <a:lnTo>
                    <a:pt x="816" y="3479"/>
                  </a:lnTo>
                  <a:lnTo>
                    <a:pt x="1589" y="3479"/>
                  </a:lnTo>
                  <a:lnTo>
                    <a:pt x="1847" y="3436"/>
                  </a:lnTo>
                  <a:lnTo>
                    <a:pt x="2190" y="3393"/>
                  </a:lnTo>
                  <a:lnTo>
                    <a:pt x="3007" y="3135"/>
                  </a:lnTo>
                  <a:lnTo>
                    <a:pt x="4080" y="2921"/>
                  </a:lnTo>
                  <a:lnTo>
                    <a:pt x="4682" y="2792"/>
                  </a:lnTo>
                  <a:lnTo>
                    <a:pt x="5326" y="2749"/>
                  </a:lnTo>
                  <a:lnTo>
                    <a:pt x="6485" y="2620"/>
                  </a:lnTo>
                  <a:lnTo>
                    <a:pt x="7344" y="2534"/>
                  </a:lnTo>
                  <a:lnTo>
                    <a:pt x="8075" y="2448"/>
                  </a:lnTo>
                  <a:lnTo>
                    <a:pt x="9234" y="2448"/>
                  </a:lnTo>
                  <a:lnTo>
                    <a:pt x="9578" y="2362"/>
                  </a:lnTo>
                  <a:lnTo>
                    <a:pt x="9921" y="2233"/>
                  </a:lnTo>
                  <a:lnTo>
                    <a:pt x="10179" y="2019"/>
                  </a:lnTo>
                  <a:lnTo>
                    <a:pt x="10351" y="1761"/>
                  </a:lnTo>
                  <a:lnTo>
                    <a:pt x="10480" y="1460"/>
                  </a:lnTo>
                  <a:lnTo>
                    <a:pt x="10523" y="1160"/>
                  </a:lnTo>
                  <a:lnTo>
                    <a:pt x="10523" y="773"/>
                  </a:lnTo>
                  <a:lnTo>
                    <a:pt x="10437" y="473"/>
                  </a:lnTo>
                  <a:lnTo>
                    <a:pt x="10394" y="301"/>
                  </a:lnTo>
                  <a:lnTo>
                    <a:pt x="10308" y="215"/>
                  </a:lnTo>
                  <a:lnTo>
                    <a:pt x="10222" y="172"/>
                  </a:lnTo>
                  <a:lnTo>
                    <a:pt x="9835" y="172"/>
                  </a:lnTo>
                  <a:lnTo>
                    <a:pt x="9664" y="129"/>
                  </a:lnTo>
                  <a:lnTo>
                    <a:pt x="9449" y="43"/>
                  </a:lnTo>
                  <a:lnTo>
                    <a:pt x="9234"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5005;p66">
              <a:extLst>
                <a:ext uri="{FF2B5EF4-FFF2-40B4-BE49-F238E27FC236}">
                  <a16:creationId xmlns:a16="http://schemas.microsoft.com/office/drawing/2014/main" id="{A0FD90F9-35CD-B00C-EA19-D94358AA0E79}"/>
                </a:ext>
              </a:extLst>
            </p:cNvPr>
            <p:cNvSpPr/>
            <p:nvPr/>
          </p:nvSpPr>
          <p:spPr>
            <a:xfrm>
              <a:off x="3537800" y="4162600"/>
              <a:ext cx="105250" cy="67675"/>
            </a:xfrm>
            <a:custGeom>
              <a:avLst/>
              <a:gdLst/>
              <a:ahLst/>
              <a:cxnLst/>
              <a:rect l="l" t="t" r="r" b="b"/>
              <a:pathLst>
                <a:path w="4210" h="2707" extrusionOk="0">
                  <a:moveTo>
                    <a:pt x="3007" y="1"/>
                  </a:moveTo>
                  <a:lnTo>
                    <a:pt x="2749" y="87"/>
                  </a:lnTo>
                  <a:lnTo>
                    <a:pt x="2148" y="302"/>
                  </a:lnTo>
                  <a:lnTo>
                    <a:pt x="1504" y="559"/>
                  </a:lnTo>
                  <a:lnTo>
                    <a:pt x="1203" y="645"/>
                  </a:lnTo>
                  <a:lnTo>
                    <a:pt x="988" y="645"/>
                  </a:lnTo>
                  <a:lnTo>
                    <a:pt x="816" y="602"/>
                  </a:lnTo>
                  <a:lnTo>
                    <a:pt x="688" y="559"/>
                  </a:lnTo>
                  <a:lnTo>
                    <a:pt x="559" y="516"/>
                  </a:lnTo>
                  <a:lnTo>
                    <a:pt x="430" y="473"/>
                  </a:lnTo>
                  <a:lnTo>
                    <a:pt x="258" y="516"/>
                  </a:lnTo>
                  <a:lnTo>
                    <a:pt x="0" y="688"/>
                  </a:lnTo>
                  <a:lnTo>
                    <a:pt x="129" y="1032"/>
                  </a:lnTo>
                  <a:lnTo>
                    <a:pt x="215" y="1375"/>
                  </a:lnTo>
                  <a:lnTo>
                    <a:pt x="258" y="1719"/>
                  </a:lnTo>
                  <a:lnTo>
                    <a:pt x="258" y="2020"/>
                  </a:lnTo>
                  <a:lnTo>
                    <a:pt x="215" y="2449"/>
                  </a:lnTo>
                  <a:lnTo>
                    <a:pt x="172" y="2578"/>
                  </a:lnTo>
                  <a:lnTo>
                    <a:pt x="172" y="2707"/>
                  </a:lnTo>
                  <a:lnTo>
                    <a:pt x="215" y="2707"/>
                  </a:lnTo>
                  <a:lnTo>
                    <a:pt x="344" y="2664"/>
                  </a:lnTo>
                  <a:lnTo>
                    <a:pt x="473" y="2578"/>
                  </a:lnTo>
                  <a:lnTo>
                    <a:pt x="730" y="2320"/>
                  </a:lnTo>
                  <a:lnTo>
                    <a:pt x="1031" y="2020"/>
                  </a:lnTo>
                  <a:lnTo>
                    <a:pt x="1160" y="1934"/>
                  </a:lnTo>
                  <a:lnTo>
                    <a:pt x="1375" y="1891"/>
                  </a:lnTo>
                  <a:lnTo>
                    <a:pt x="3179" y="1891"/>
                  </a:lnTo>
                  <a:lnTo>
                    <a:pt x="3651" y="1848"/>
                  </a:lnTo>
                  <a:lnTo>
                    <a:pt x="3823" y="1805"/>
                  </a:lnTo>
                  <a:lnTo>
                    <a:pt x="3995" y="1762"/>
                  </a:lnTo>
                  <a:lnTo>
                    <a:pt x="4081" y="1676"/>
                  </a:lnTo>
                  <a:lnTo>
                    <a:pt x="4166" y="1590"/>
                  </a:lnTo>
                  <a:lnTo>
                    <a:pt x="4209" y="1504"/>
                  </a:lnTo>
                  <a:lnTo>
                    <a:pt x="4209" y="1418"/>
                  </a:lnTo>
                  <a:lnTo>
                    <a:pt x="4123" y="1204"/>
                  </a:lnTo>
                  <a:lnTo>
                    <a:pt x="3995" y="946"/>
                  </a:lnTo>
                  <a:lnTo>
                    <a:pt x="3823" y="731"/>
                  </a:lnTo>
                  <a:lnTo>
                    <a:pt x="3651" y="473"/>
                  </a:lnTo>
                  <a:lnTo>
                    <a:pt x="3522" y="259"/>
                  </a:lnTo>
                  <a:lnTo>
                    <a:pt x="3393" y="87"/>
                  </a:lnTo>
                  <a:lnTo>
                    <a:pt x="3222"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5006;p66">
              <a:extLst>
                <a:ext uri="{FF2B5EF4-FFF2-40B4-BE49-F238E27FC236}">
                  <a16:creationId xmlns:a16="http://schemas.microsoft.com/office/drawing/2014/main" id="{C2FC5D8E-2559-8CB8-FCBA-D3D597B9B03E}"/>
                </a:ext>
              </a:extLst>
            </p:cNvPr>
            <p:cNvSpPr/>
            <p:nvPr/>
          </p:nvSpPr>
          <p:spPr>
            <a:xfrm>
              <a:off x="3640875" y="4162600"/>
              <a:ext cx="64450" cy="30100"/>
            </a:xfrm>
            <a:custGeom>
              <a:avLst/>
              <a:gdLst/>
              <a:ahLst/>
              <a:cxnLst/>
              <a:rect l="l" t="t" r="r" b="b"/>
              <a:pathLst>
                <a:path w="2578" h="1204" extrusionOk="0">
                  <a:moveTo>
                    <a:pt x="2363" y="1"/>
                  </a:moveTo>
                  <a:lnTo>
                    <a:pt x="2019" y="130"/>
                  </a:lnTo>
                  <a:lnTo>
                    <a:pt x="1847" y="216"/>
                  </a:lnTo>
                  <a:lnTo>
                    <a:pt x="1590" y="259"/>
                  </a:lnTo>
                  <a:lnTo>
                    <a:pt x="0" y="345"/>
                  </a:lnTo>
                  <a:lnTo>
                    <a:pt x="0" y="516"/>
                  </a:lnTo>
                  <a:lnTo>
                    <a:pt x="86" y="774"/>
                  </a:lnTo>
                  <a:lnTo>
                    <a:pt x="129" y="946"/>
                  </a:lnTo>
                  <a:lnTo>
                    <a:pt x="258" y="1075"/>
                  </a:lnTo>
                  <a:lnTo>
                    <a:pt x="387" y="1161"/>
                  </a:lnTo>
                  <a:lnTo>
                    <a:pt x="559" y="1204"/>
                  </a:lnTo>
                  <a:lnTo>
                    <a:pt x="1117" y="1118"/>
                  </a:lnTo>
                  <a:lnTo>
                    <a:pt x="1418" y="1075"/>
                  </a:lnTo>
                  <a:lnTo>
                    <a:pt x="1761" y="989"/>
                  </a:lnTo>
                  <a:lnTo>
                    <a:pt x="2062" y="860"/>
                  </a:lnTo>
                  <a:lnTo>
                    <a:pt x="2320" y="688"/>
                  </a:lnTo>
                  <a:lnTo>
                    <a:pt x="2492" y="516"/>
                  </a:lnTo>
                  <a:lnTo>
                    <a:pt x="2534" y="430"/>
                  </a:lnTo>
                  <a:lnTo>
                    <a:pt x="2577" y="302"/>
                  </a:lnTo>
                  <a:lnTo>
                    <a:pt x="2577" y="130"/>
                  </a:lnTo>
                  <a:lnTo>
                    <a:pt x="2534"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5007;p66">
              <a:extLst>
                <a:ext uri="{FF2B5EF4-FFF2-40B4-BE49-F238E27FC236}">
                  <a16:creationId xmlns:a16="http://schemas.microsoft.com/office/drawing/2014/main" id="{159045FA-10A6-93BF-4EB2-22E630AA3B18}"/>
                </a:ext>
              </a:extLst>
            </p:cNvPr>
            <p:cNvSpPr/>
            <p:nvPr/>
          </p:nvSpPr>
          <p:spPr>
            <a:xfrm>
              <a:off x="3182400" y="4301125"/>
              <a:ext cx="85925" cy="78400"/>
            </a:xfrm>
            <a:custGeom>
              <a:avLst/>
              <a:gdLst/>
              <a:ahLst/>
              <a:cxnLst/>
              <a:rect l="l" t="t" r="r" b="b"/>
              <a:pathLst>
                <a:path w="3437" h="3136" extrusionOk="0">
                  <a:moveTo>
                    <a:pt x="2534" y="0"/>
                  </a:moveTo>
                  <a:lnTo>
                    <a:pt x="2148" y="43"/>
                  </a:lnTo>
                  <a:lnTo>
                    <a:pt x="1374" y="215"/>
                  </a:lnTo>
                  <a:lnTo>
                    <a:pt x="988" y="344"/>
                  </a:lnTo>
                  <a:lnTo>
                    <a:pt x="687" y="516"/>
                  </a:lnTo>
                  <a:lnTo>
                    <a:pt x="387" y="731"/>
                  </a:lnTo>
                  <a:lnTo>
                    <a:pt x="172" y="988"/>
                  </a:lnTo>
                  <a:lnTo>
                    <a:pt x="86" y="1160"/>
                  </a:lnTo>
                  <a:lnTo>
                    <a:pt x="43" y="1332"/>
                  </a:lnTo>
                  <a:lnTo>
                    <a:pt x="0" y="1504"/>
                  </a:lnTo>
                  <a:lnTo>
                    <a:pt x="0" y="1718"/>
                  </a:lnTo>
                  <a:lnTo>
                    <a:pt x="86" y="2148"/>
                  </a:lnTo>
                  <a:lnTo>
                    <a:pt x="129" y="2449"/>
                  </a:lnTo>
                  <a:lnTo>
                    <a:pt x="215" y="2706"/>
                  </a:lnTo>
                  <a:lnTo>
                    <a:pt x="344" y="2878"/>
                  </a:lnTo>
                  <a:lnTo>
                    <a:pt x="515" y="3007"/>
                  </a:lnTo>
                  <a:lnTo>
                    <a:pt x="687" y="3093"/>
                  </a:lnTo>
                  <a:lnTo>
                    <a:pt x="859" y="3136"/>
                  </a:lnTo>
                  <a:lnTo>
                    <a:pt x="1117" y="3136"/>
                  </a:lnTo>
                  <a:lnTo>
                    <a:pt x="1374" y="3050"/>
                  </a:lnTo>
                  <a:lnTo>
                    <a:pt x="1675" y="2921"/>
                  </a:lnTo>
                  <a:lnTo>
                    <a:pt x="2062" y="2792"/>
                  </a:lnTo>
                  <a:lnTo>
                    <a:pt x="2405" y="2577"/>
                  </a:lnTo>
                  <a:lnTo>
                    <a:pt x="2706" y="2320"/>
                  </a:lnTo>
                  <a:lnTo>
                    <a:pt x="3007" y="2062"/>
                  </a:lnTo>
                  <a:lnTo>
                    <a:pt x="3221" y="1804"/>
                  </a:lnTo>
                  <a:lnTo>
                    <a:pt x="3350" y="1461"/>
                  </a:lnTo>
                  <a:lnTo>
                    <a:pt x="3436" y="1160"/>
                  </a:lnTo>
                  <a:lnTo>
                    <a:pt x="3436" y="859"/>
                  </a:lnTo>
                  <a:lnTo>
                    <a:pt x="3350" y="602"/>
                  </a:lnTo>
                  <a:lnTo>
                    <a:pt x="3264" y="344"/>
                  </a:lnTo>
                  <a:lnTo>
                    <a:pt x="3092" y="172"/>
                  </a:lnTo>
                  <a:lnTo>
                    <a:pt x="2835" y="43"/>
                  </a:lnTo>
                  <a:lnTo>
                    <a:pt x="2534"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5008;p66">
              <a:extLst>
                <a:ext uri="{FF2B5EF4-FFF2-40B4-BE49-F238E27FC236}">
                  <a16:creationId xmlns:a16="http://schemas.microsoft.com/office/drawing/2014/main" id="{E246FA08-8206-3128-C2CC-E6A4AE32CA3E}"/>
                </a:ext>
              </a:extLst>
            </p:cNvPr>
            <p:cNvSpPr/>
            <p:nvPr/>
          </p:nvSpPr>
          <p:spPr>
            <a:xfrm>
              <a:off x="3268300" y="4254950"/>
              <a:ext cx="282400" cy="93450"/>
            </a:xfrm>
            <a:custGeom>
              <a:avLst/>
              <a:gdLst/>
              <a:ahLst/>
              <a:cxnLst/>
              <a:rect l="l" t="t" r="r" b="b"/>
              <a:pathLst>
                <a:path w="11296" h="3738" extrusionOk="0">
                  <a:moveTo>
                    <a:pt x="9921" y="1"/>
                  </a:moveTo>
                  <a:lnTo>
                    <a:pt x="9363" y="44"/>
                  </a:lnTo>
                  <a:lnTo>
                    <a:pt x="8676" y="172"/>
                  </a:lnTo>
                  <a:lnTo>
                    <a:pt x="7344" y="516"/>
                  </a:lnTo>
                  <a:lnTo>
                    <a:pt x="6271" y="860"/>
                  </a:lnTo>
                  <a:lnTo>
                    <a:pt x="5755" y="946"/>
                  </a:lnTo>
                  <a:lnTo>
                    <a:pt x="5111" y="1031"/>
                  </a:lnTo>
                  <a:lnTo>
                    <a:pt x="3565" y="1203"/>
                  </a:lnTo>
                  <a:lnTo>
                    <a:pt x="1976" y="1246"/>
                  </a:lnTo>
                  <a:lnTo>
                    <a:pt x="730" y="1289"/>
                  </a:lnTo>
                  <a:lnTo>
                    <a:pt x="387" y="1289"/>
                  </a:lnTo>
                  <a:lnTo>
                    <a:pt x="129" y="1332"/>
                  </a:lnTo>
                  <a:lnTo>
                    <a:pt x="43" y="1375"/>
                  </a:lnTo>
                  <a:lnTo>
                    <a:pt x="43" y="1461"/>
                  </a:lnTo>
                  <a:lnTo>
                    <a:pt x="0" y="1590"/>
                  </a:lnTo>
                  <a:lnTo>
                    <a:pt x="86" y="1719"/>
                  </a:lnTo>
                  <a:lnTo>
                    <a:pt x="258" y="1933"/>
                  </a:lnTo>
                  <a:lnTo>
                    <a:pt x="601" y="2363"/>
                  </a:lnTo>
                  <a:lnTo>
                    <a:pt x="773" y="2578"/>
                  </a:lnTo>
                  <a:lnTo>
                    <a:pt x="859" y="2749"/>
                  </a:lnTo>
                  <a:lnTo>
                    <a:pt x="859" y="2921"/>
                  </a:lnTo>
                  <a:lnTo>
                    <a:pt x="859" y="3050"/>
                  </a:lnTo>
                  <a:lnTo>
                    <a:pt x="816" y="3136"/>
                  </a:lnTo>
                  <a:lnTo>
                    <a:pt x="730" y="3222"/>
                  </a:lnTo>
                  <a:lnTo>
                    <a:pt x="687" y="3265"/>
                  </a:lnTo>
                  <a:lnTo>
                    <a:pt x="687" y="3437"/>
                  </a:lnTo>
                  <a:lnTo>
                    <a:pt x="773" y="3522"/>
                  </a:lnTo>
                  <a:lnTo>
                    <a:pt x="816" y="3651"/>
                  </a:lnTo>
                  <a:lnTo>
                    <a:pt x="902" y="3694"/>
                  </a:lnTo>
                  <a:lnTo>
                    <a:pt x="988" y="3737"/>
                  </a:lnTo>
                  <a:lnTo>
                    <a:pt x="1117" y="3737"/>
                  </a:lnTo>
                  <a:lnTo>
                    <a:pt x="1331" y="3694"/>
                  </a:lnTo>
                  <a:lnTo>
                    <a:pt x="1632" y="3608"/>
                  </a:lnTo>
                  <a:lnTo>
                    <a:pt x="1890" y="3480"/>
                  </a:lnTo>
                  <a:lnTo>
                    <a:pt x="2405" y="3093"/>
                  </a:lnTo>
                  <a:lnTo>
                    <a:pt x="2534" y="3007"/>
                  </a:lnTo>
                  <a:lnTo>
                    <a:pt x="2706" y="2964"/>
                  </a:lnTo>
                  <a:lnTo>
                    <a:pt x="3135" y="2835"/>
                  </a:lnTo>
                  <a:lnTo>
                    <a:pt x="3651" y="2749"/>
                  </a:lnTo>
                  <a:lnTo>
                    <a:pt x="4252" y="2663"/>
                  </a:lnTo>
                  <a:lnTo>
                    <a:pt x="5669" y="2535"/>
                  </a:lnTo>
                  <a:lnTo>
                    <a:pt x="7087" y="2363"/>
                  </a:lnTo>
                  <a:lnTo>
                    <a:pt x="7688" y="2277"/>
                  </a:lnTo>
                  <a:lnTo>
                    <a:pt x="8375" y="2277"/>
                  </a:lnTo>
                  <a:lnTo>
                    <a:pt x="8633" y="2320"/>
                  </a:lnTo>
                  <a:lnTo>
                    <a:pt x="8976" y="2406"/>
                  </a:lnTo>
                  <a:lnTo>
                    <a:pt x="9234" y="2492"/>
                  </a:lnTo>
                  <a:lnTo>
                    <a:pt x="9621" y="2578"/>
                  </a:lnTo>
                  <a:lnTo>
                    <a:pt x="10007" y="2621"/>
                  </a:lnTo>
                  <a:lnTo>
                    <a:pt x="10308" y="2621"/>
                  </a:lnTo>
                  <a:lnTo>
                    <a:pt x="10780" y="2578"/>
                  </a:lnTo>
                  <a:lnTo>
                    <a:pt x="11038" y="2492"/>
                  </a:lnTo>
                  <a:lnTo>
                    <a:pt x="11210" y="2449"/>
                  </a:lnTo>
                  <a:lnTo>
                    <a:pt x="11253" y="2363"/>
                  </a:lnTo>
                  <a:lnTo>
                    <a:pt x="11296" y="2148"/>
                  </a:lnTo>
                  <a:lnTo>
                    <a:pt x="11253" y="1847"/>
                  </a:lnTo>
                  <a:lnTo>
                    <a:pt x="11210" y="1504"/>
                  </a:lnTo>
                  <a:lnTo>
                    <a:pt x="11167" y="1117"/>
                  </a:lnTo>
                  <a:lnTo>
                    <a:pt x="11038" y="774"/>
                  </a:lnTo>
                  <a:lnTo>
                    <a:pt x="10866" y="430"/>
                  </a:lnTo>
                  <a:lnTo>
                    <a:pt x="10694" y="172"/>
                  </a:lnTo>
                  <a:lnTo>
                    <a:pt x="10566" y="87"/>
                  </a:lnTo>
                  <a:lnTo>
                    <a:pt x="10394"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5009;p66">
              <a:extLst>
                <a:ext uri="{FF2B5EF4-FFF2-40B4-BE49-F238E27FC236}">
                  <a16:creationId xmlns:a16="http://schemas.microsoft.com/office/drawing/2014/main" id="{69E8A2F4-9FEA-D7F2-87E8-65913F3B5367}"/>
                </a:ext>
              </a:extLst>
            </p:cNvPr>
            <p:cNvSpPr/>
            <p:nvPr/>
          </p:nvSpPr>
          <p:spPr>
            <a:xfrm>
              <a:off x="3554975" y="4235625"/>
              <a:ext cx="125650" cy="78400"/>
            </a:xfrm>
            <a:custGeom>
              <a:avLst/>
              <a:gdLst/>
              <a:ahLst/>
              <a:cxnLst/>
              <a:rect l="l" t="t" r="r" b="b"/>
              <a:pathLst>
                <a:path w="5026" h="3136" extrusionOk="0">
                  <a:moveTo>
                    <a:pt x="3651" y="1"/>
                  </a:moveTo>
                  <a:lnTo>
                    <a:pt x="3308" y="43"/>
                  </a:lnTo>
                  <a:lnTo>
                    <a:pt x="2921" y="129"/>
                  </a:lnTo>
                  <a:lnTo>
                    <a:pt x="2191" y="387"/>
                  </a:lnTo>
                  <a:lnTo>
                    <a:pt x="1847" y="473"/>
                  </a:lnTo>
                  <a:lnTo>
                    <a:pt x="1590" y="473"/>
                  </a:lnTo>
                  <a:lnTo>
                    <a:pt x="1203" y="387"/>
                  </a:lnTo>
                  <a:lnTo>
                    <a:pt x="902" y="301"/>
                  </a:lnTo>
                  <a:lnTo>
                    <a:pt x="731" y="344"/>
                  </a:lnTo>
                  <a:lnTo>
                    <a:pt x="559" y="387"/>
                  </a:lnTo>
                  <a:lnTo>
                    <a:pt x="344" y="473"/>
                  </a:lnTo>
                  <a:lnTo>
                    <a:pt x="129" y="645"/>
                  </a:lnTo>
                  <a:lnTo>
                    <a:pt x="43" y="945"/>
                  </a:lnTo>
                  <a:lnTo>
                    <a:pt x="1" y="1203"/>
                  </a:lnTo>
                  <a:lnTo>
                    <a:pt x="1" y="1719"/>
                  </a:lnTo>
                  <a:lnTo>
                    <a:pt x="86" y="2148"/>
                  </a:lnTo>
                  <a:lnTo>
                    <a:pt x="215" y="2492"/>
                  </a:lnTo>
                  <a:lnTo>
                    <a:pt x="344" y="2792"/>
                  </a:lnTo>
                  <a:lnTo>
                    <a:pt x="516" y="2964"/>
                  </a:lnTo>
                  <a:lnTo>
                    <a:pt x="645" y="3136"/>
                  </a:lnTo>
                  <a:lnTo>
                    <a:pt x="945" y="3050"/>
                  </a:lnTo>
                  <a:lnTo>
                    <a:pt x="1203" y="2921"/>
                  </a:lnTo>
                  <a:lnTo>
                    <a:pt x="1461" y="2706"/>
                  </a:lnTo>
                  <a:lnTo>
                    <a:pt x="1633" y="2577"/>
                  </a:lnTo>
                  <a:lnTo>
                    <a:pt x="1847" y="2449"/>
                  </a:lnTo>
                  <a:lnTo>
                    <a:pt x="2148" y="2320"/>
                  </a:lnTo>
                  <a:lnTo>
                    <a:pt x="2535" y="2191"/>
                  </a:lnTo>
                  <a:lnTo>
                    <a:pt x="3394" y="1976"/>
                  </a:lnTo>
                  <a:lnTo>
                    <a:pt x="4338" y="1847"/>
                  </a:lnTo>
                  <a:lnTo>
                    <a:pt x="4725" y="1804"/>
                  </a:lnTo>
                  <a:lnTo>
                    <a:pt x="4854" y="1761"/>
                  </a:lnTo>
                  <a:lnTo>
                    <a:pt x="4940" y="1676"/>
                  </a:lnTo>
                  <a:lnTo>
                    <a:pt x="4983" y="1590"/>
                  </a:lnTo>
                  <a:lnTo>
                    <a:pt x="5026" y="1504"/>
                  </a:lnTo>
                  <a:lnTo>
                    <a:pt x="4983" y="1289"/>
                  </a:lnTo>
                  <a:lnTo>
                    <a:pt x="4854" y="1074"/>
                  </a:lnTo>
                  <a:lnTo>
                    <a:pt x="4639" y="817"/>
                  </a:lnTo>
                  <a:lnTo>
                    <a:pt x="4210" y="258"/>
                  </a:lnTo>
                  <a:lnTo>
                    <a:pt x="4124" y="129"/>
                  </a:lnTo>
                  <a:lnTo>
                    <a:pt x="3995" y="86"/>
                  </a:lnTo>
                  <a:lnTo>
                    <a:pt x="3823"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5010;p66">
              <a:extLst>
                <a:ext uri="{FF2B5EF4-FFF2-40B4-BE49-F238E27FC236}">
                  <a16:creationId xmlns:a16="http://schemas.microsoft.com/office/drawing/2014/main" id="{E3AB8393-FBE7-CF3E-BE5B-D61366B2C449}"/>
                </a:ext>
              </a:extLst>
            </p:cNvPr>
            <p:cNvSpPr/>
            <p:nvPr/>
          </p:nvSpPr>
          <p:spPr>
            <a:xfrm>
              <a:off x="3678450" y="4228100"/>
              <a:ext cx="67675" cy="39750"/>
            </a:xfrm>
            <a:custGeom>
              <a:avLst/>
              <a:gdLst/>
              <a:ahLst/>
              <a:cxnLst/>
              <a:rect l="l" t="t" r="r" b="b"/>
              <a:pathLst>
                <a:path w="2707" h="1590" extrusionOk="0">
                  <a:moveTo>
                    <a:pt x="2277" y="1"/>
                  </a:moveTo>
                  <a:lnTo>
                    <a:pt x="1719" y="44"/>
                  </a:lnTo>
                  <a:lnTo>
                    <a:pt x="1246" y="87"/>
                  </a:lnTo>
                  <a:lnTo>
                    <a:pt x="817" y="130"/>
                  </a:lnTo>
                  <a:lnTo>
                    <a:pt x="387" y="130"/>
                  </a:lnTo>
                  <a:lnTo>
                    <a:pt x="215" y="173"/>
                  </a:lnTo>
                  <a:lnTo>
                    <a:pt x="87" y="259"/>
                  </a:lnTo>
                  <a:lnTo>
                    <a:pt x="1" y="387"/>
                  </a:lnTo>
                  <a:lnTo>
                    <a:pt x="1" y="559"/>
                  </a:lnTo>
                  <a:lnTo>
                    <a:pt x="44" y="774"/>
                  </a:lnTo>
                  <a:lnTo>
                    <a:pt x="87" y="989"/>
                  </a:lnTo>
                  <a:lnTo>
                    <a:pt x="258" y="1289"/>
                  </a:lnTo>
                  <a:lnTo>
                    <a:pt x="473" y="1504"/>
                  </a:lnTo>
                  <a:lnTo>
                    <a:pt x="516" y="1590"/>
                  </a:lnTo>
                  <a:lnTo>
                    <a:pt x="1074" y="1547"/>
                  </a:lnTo>
                  <a:lnTo>
                    <a:pt x="1289" y="1504"/>
                  </a:lnTo>
                  <a:lnTo>
                    <a:pt x="1504" y="1418"/>
                  </a:lnTo>
                  <a:lnTo>
                    <a:pt x="1719" y="1289"/>
                  </a:lnTo>
                  <a:lnTo>
                    <a:pt x="1933" y="1161"/>
                  </a:lnTo>
                  <a:lnTo>
                    <a:pt x="2148" y="989"/>
                  </a:lnTo>
                  <a:lnTo>
                    <a:pt x="2363" y="817"/>
                  </a:lnTo>
                  <a:lnTo>
                    <a:pt x="2492" y="602"/>
                  </a:lnTo>
                  <a:lnTo>
                    <a:pt x="2621" y="387"/>
                  </a:lnTo>
                  <a:lnTo>
                    <a:pt x="2664" y="259"/>
                  </a:lnTo>
                  <a:lnTo>
                    <a:pt x="2707" y="173"/>
                  </a:lnTo>
                  <a:lnTo>
                    <a:pt x="2664" y="130"/>
                  </a:lnTo>
                  <a:lnTo>
                    <a:pt x="2621" y="44"/>
                  </a:lnTo>
                  <a:lnTo>
                    <a:pt x="2492"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5011;p66">
              <a:extLst>
                <a:ext uri="{FF2B5EF4-FFF2-40B4-BE49-F238E27FC236}">
                  <a16:creationId xmlns:a16="http://schemas.microsoft.com/office/drawing/2014/main" id="{FAE7FC06-2F18-5DDD-A2A3-FCD71C9B1831}"/>
                </a:ext>
              </a:extLst>
            </p:cNvPr>
            <p:cNvSpPr/>
            <p:nvPr/>
          </p:nvSpPr>
          <p:spPr>
            <a:xfrm>
              <a:off x="3192050" y="4361250"/>
              <a:ext cx="102025" cy="87000"/>
            </a:xfrm>
            <a:custGeom>
              <a:avLst/>
              <a:gdLst/>
              <a:ahLst/>
              <a:cxnLst/>
              <a:rect l="l" t="t" r="r" b="b"/>
              <a:pathLst>
                <a:path w="4081" h="3480" extrusionOk="0">
                  <a:moveTo>
                    <a:pt x="3565" y="1"/>
                  </a:moveTo>
                  <a:lnTo>
                    <a:pt x="3437" y="44"/>
                  </a:lnTo>
                  <a:lnTo>
                    <a:pt x="3093" y="172"/>
                  </a:lnTo>
                  <a:lnTo>
                    <a:pt x="2706" y="387"/>
                  </a:lnTo>
                  <a:lnTo>
                    <a:pt x="2320" y="645"/>
                  </a:lnTo>
                  <a:lnTo>
                    <a:pt x="1633" y="1160"/>
                  </a:lnTo>
                  <a:lnTo>
                    <a:pt x="1375" y="1332"/>
                  </a:lnTo>
                  <a:lnTo>
                    <a:pt x="1074" y="1418"/>
                  </a:lnTo>
                  <a:lnTo>
                    <a:pt x="602" y="1418"/>
                  </a:lnTo>
                  <a:lnTo>
                    <a:pt x="258" y="1332"/>
                  </a:lnTo>
                  <a:lnTo>
                    <a:pt x="129" y="1289"/>
                  </a:lnTo>
                  <a:lnTo>
                    <a:pt x="44" y="1289"/>
                  </a:lnTo>
                  <a:lnTo>
                    <a:pt x="1" y="1418"/>
                  </a:lnTo>
                  <a:lnTo>
                    <a:pt x="1" y="1676"/>
                  </a:lnTo>
                  <a:lnTo>
                    <a:pt x="87" y="1933"/>
                  </a:lnTo>
                  <a:lnTo>
                    <a:pt x="215" y="2234"/>
                  </a:lnTo>
                  <a:lnTo>
                    <a:pt x="387" y="2578"/>
                  </a:lnTo>
                  <a:lnTo>
                    <a:pt x="645" y="2835"/>
                  </a:lnTo>
                  <a:lnTo>
                    <a:pt x="903" y="3050"/>
                  </a:lnTo>
                  <a:lnTo>
                    <a:pt x="1203" y="3179"/>
                  </a:lnTo>
                  <a:lnTo>
                    <a:pt x="1504" y="3308"/>
                  </a:lnTo>
                  <a:lnTo>
                    <a:pt x="1847" y="3394"/>
                  </a:lnTo>
                  <a:lnTo>
                    <a:pt x="2191" y="3437"/>
                  </a:lnTo>
                  <a:lnTo>
                    <a:pt x="2921" y="3480"/>
                  </a:lnTo>
                  <a:lnTo>
                    <a:pt x="3823" y="3480"/>
                  </a:lnTo>
                  <a:lnTo>
                    <a:pt x="3952" y="3394"/>
                  </a:lnTo>
                  <a:lnTo>
                    <a:pt x="3995" y="3308"/>
                  </a:lnTo>
                  <a:lnTo>
                    <a:pt x="4081" y="3179"/>
                  </a:lnTo>
                  <a:lnTo>
                    <a:pt x="4081" y="3007"/>
                  </a:lnTo>
                  <a:lnTo>
                    <a:pt x="4081" y="2835"/>
                  </a:lnTo>
                  <a:lnTo>
                    <a:pt x="4038" y="2406"/>
                  </a:lnTo>
                  <a:lnTo>
                    <a:pt x="3866" y="1418"/>
                  </a:lnTo>
                  <a:lnTo>
                    <a:pt x="3823" y="945"/>
                  </a:lnTo>
                  <a:lnTo>
                    <a:pt x="3823" y="473"/>
                  </a:lnTo>
                  <a:lnTo>
                    <a:pt x="3866" y="301"/>
                  </a:lnTo>
                  <a:lnTo>
                    <a:pt x="3823" y="172"/>
                  </a:lnTo>
                  <a:lnTo>
                    <a:pt x="3780" y="87"/>
                  </a:lnTo>
                  <a:lnTo>
                    <a:pt x="3694" y="44"/>
                  </a:lnTo>
                  <a:lnTo>
                    <a:pt x="3565"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5012;p66">
              <a:extLst>
                <a:ext uri="{FF2B5EF4-FFF2-40B4-BE49-F238E27FC236}">
                  <a16:creationId xmlns:a16="http://schemas.microsoft.com/office/drawing/2014/main" id="{81905A9E-6859-BAB1-8B85-9D932730575C}"/>
                </a:ext>
              </a:extLst>
            </p:cNvPr>
            <p:cNvSpPr/>
            <p:nvPr/>
          </p:nvSpPr>
          <p:spPr>
            <a:xfrm>
              <a:off x="3304800" y="4374125"/>
              <a:ext cx="245900" cy="100975"/>
            </a:xfrm>
            <a:custGeom>
              <a:avLst/>
              <a:gdLst/>
              <a:ahLst/>
              <a:cxnLst/>
              <a:rect l="l" t="t" r="r" b="b"/>
              <a:pathLst>
                <a:path w="9836" h="4039" extrusionOk="0">
                  <a:moveTo>
                    <a:pt x="1246" y="1"/>
                  </a:moveTo>
                  <a:lnTo>
                    <a:pt x="1117" y="44"/>
                  </a:lnTo>
                  <a:lnTo>
                    <a:pt x="988" y="87"/>
                  </a:lnTo>
                  <a:lnTo>
                    <a:pt x="859" y="173"/>
                  </a:lnTo>
                  <a:lnTo>
                    <a:pt x="730" y="259"/>
                  </a:lnTo>
                  <a:lnTo>
                    <a:pt x="602" y="430"/>
                  </a:lnTo>
                  <a:lnTo>
                    <a:pt x="473" y="602"/>
                  </a:lnTo>
                  <a:lnTo>
                    <a:pt x="258" y="1161"/>
                  </a:lnTo>
                  <a:lnTo>
                    <a:pt x="86" y="1719"/>
                  </a:lnTo>
                  <a:lnTo>
                    <a:pt x="0" y="2191"/>
                  </a:lnTo>
                  <a:lnTo>
                    <a:pt x="0" y="2578"/>
                  </a:lnTo>
                  <a:lnTo>
                    <a:pt x="86" y="2836"/>
                  </a:lnTo>
                  <a:lnTo>
                    <a:pt x="172" y="3050"/>
                  </a:lnTo>
                  <a:lnTo>
                    <a:pt x="301" y="3179"/>
                  </a:lnTo>
                  <a:lnTo>
                    <a:pt x="387" y="3308"/>
                  </a:lnTo>
                  <a:lnTo>
                    <a:pt x="902" y="3652"/>
                  </a:lnTo>
                  <a:lnTo>
                    <a:pt x="1117" y="3738"/>
                  </a:lnTo>
                  <a:lnTo>
                    <a:pt x="1289" y="3738"/>
                  </a:lnTo>
                  <a:lnTo>
                    <a:pt x="1461" y="3695"/>
                  </a:lnTo>
                  <a:lnTo>
                    <a:pt x="1675" y="3609"/>
                  </a:lnTo>
                  <a:lnTo>
                    <a:pt x="1976" y="3480"/>
                  </a:lnTo>
                  <a:lnTo>
                    <a:pt x="2406" y="3394"/>
                  </a:lnTo>
                  <a:lnTo>
                    <a:pt x="2921" y="3351"/>
                  </a:lnTo>
                  <a:lnTo>
                    <a:pt x="3608" y="3394"/>
                  </a:lnTo>
                  <a:lnTo>
                    <a:pt x="5111" y="3566"/>
                  </a:lnTo>
                  <a:lnTo>
                    <a:pt x="6572" y="3781"/>
                  </a:lnTo>
                  <a:lnTo>
                    <a:pt x="7903" y="3952"/>
                  </a:lnTo>
                  <a:lnTo>
                    <a:pt x="8547" y="3995"/>
                  </a:lnTo>
                  <a:lnTo>
                    <a:pt x="9063" y="4038"/>
                  </a:lnTo>
                  <a:lnTo>
                    <a:pt x="9320" y="3995"/>
                  </a:lnTo>
                  <a:lnTo>
                    <a:pt x="9492" y="3909"/>
                  </a:lnTo>
                  <a:lnTo>
                    <a:pt x="9621" y="3823"/>
                  </a:lnTo>
                  <a:lnTo>
                    <a:pt x="9750" y="3652"/>
                  </a:lnTo>
                  <a:lnTo>
                    <a:pt x="9793" y="3480"/>
                  </a:lnTo>
                  <a:lnTo>
                    <a:pt x="9836" y="3308"/>
                  </a:lnTo>
                  <a:lnTo>
                    <a:pt x="9836" y="2879"/>
                  </a:lnTo>
                  <a:lnTo>
                    <a:pt x="9750" y="2363"/>
                  </a:lnTo>
                  <a:lnTo>
                    <a:pt x="9621" y="1891"/>
                  </a:lnTo>
                  <a:lnTo>
                    <a:pt x="9320" y="1032"/>
                  </a:lnTo>
                  <a:lnTo>
                    <a:pt x="9277" y="860"/>
                  </a:lnTo>
                  <a:lnTo>
                    <a:pt x="9149" y="731"/>
                  </a:lnTo>
                  <a:lnTo>
                    <a:pt x="8977" y="645"/>
                  </a:lnTo>
                  <a:lnTo>
                    <a:pt x="8805" y="602"/>
                  </a:lnTo>
                  <a:lnTo>
                    <a:pt x="8375" y="602"/>
                  </a:lnTo>
                  <a:lnTo>
                    <a:pt x="7817" y="731"/>
                  </a:lnTo>
                  <a:lnTo>
                    <a:pt x="6529" y="1032"/>
                  </a:lnTo>
                  <a:lnTo>
                    <a:pt x="5841" y="1204"/>
                  </a:lnTo>
                  <a:lnTo>
                    <a:pt x="5197" y="1332"/>
                  </a:lnTo>
                  <a:lnTo>
                    <a:pt x="4596" y="1375"/>
                  </a:lnTo>
                  <a:lnTo>
                    <a:pt x="4123" y="1375"/>
                  </a:lnTo>
                  <a:lnTo>
                    <a:pt x="3694" y="1289"/>
                  </a:lnTo>
                  <a:lnTo>
                    <a:pt x="3307" y="1161"/>
                  </a:lnTo>
                  <a:lnTo>
                    <a:pt x="3007" y="989"/>
                  </a:lnTo>
                  <a:lnTo>
                    <a:pt x="2749" y="817"/>
                  </a:lnTo>
                  <a:lnTo>
                    <a:pt x="2277" y="473"/>
                  </a:lnTo>
                  <a:lnTo>
                    <a:pt x="1761" y="173"/>
                  </a:lnTo>
                  <a:lnTo>
                    <a:pt x="1504" y="44"/>
                  </a:lnTo>
                  <a:lnTo>
                    <a:pt x="1246"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5013;p66">
              <a:extLst>
                <a:ext uri="{FF2B5EF4-FFF2-40B4-BE49-F238E27FC236}">
                  <a16:creationId xmlns:a16="http://schemas.microsoft.com/office/drawing/2014/main" id="{CC3D5191-124A-77CE-A804-D077A44DCF09}"/>
                </a:ext>
              </a:extLst>
            </p:cNvPr>
            <p:cNvSpPr/>
            <p:nvPr/>
          </p:nvSpPr>
          <p:spPr>
            <a:xfrm>
              <a:off x="3554975" y="4374125"/>
              <a:ext cx="121350" cy="103125"/>
            </a:xfrm>
            <a:custGeom>
              <a:avLst/>
              <a:gdLst/>
              <a:ahLst/>
              <a:cxnLst/>
              <a:rect l="l" t="t" r="r" b="b"/>
              <a:pathLst>
                <a:path w="4854" h="4125" extrusionOk="0">
                  <a:moveTo>
                    <a:pt x="3651" y="1"/>
                  </a:moveTo>
                  <a:lnTo>
                    <a:pt x="3436" y="44"/>
                  </a:lnTo>
                  <a:lnTo>
                    <a:pt x="3179" y="173"/>
                  </a:lnTo>
                  <a:lnTo>
                    <a:pt x="2921" y="302"/>
                  </a:lnTo>
                  <a:lnTo>
                    <a:pt x="2663" y="430"/>
                  </a:lnTo>
                  <a:lnTo>
                    <a:pt x="2406" y="473"/>
                  </a:lnTo>
                  <a:lnTo>
                    <a:pt x="2105" y="559"/>
                  </a:lnTo>
                  <a:lnTo>
                    <a:pt x="1804" y="559"/>
                  </a:lnTo>
                  <a:lnTo>
                    <a:pt x="1504" y="516"/>
                  </a:lnTo>
                  <a:lnTo>
                    <a:pt x="1203" y="473"/>
                  </a:lnTo>
                  <a:lnTo>
                    <a:pt x="860" y="345"/>
                  </a:lnTo>
                  <a:lnTo>
                    <a:pt x="559" y="259"/>
                  </a:lnTo>
                  <a:lnTo>
                    <a:pt x="301" y="259"/>
                  </a:lnTo>
                  <a:lnTo>
                    <a:pt x="129" y="302"/>
                  </a:lnTo>
                  <a:lnTo>
                    <a:pt x="43" y="430"/>
                  </a:lnTo>
                  <a:lnTo>
                    <a:pt x="1" y="602"/>
                  </a:lnTo>
                  <a:lnTo>
                    <a:pt x="1" y="860"/>
                  </a:lnTo>
                  <a:lnTo>
                    <a:pt x="43" y="1161"/>
                  </a:lnTo>
                  <a:lnTo>
                    <a:pt x="129" y="1504"/>
                  </a:lnTo>
                  <a:lnTo>
                    <a:pt x="215" y="1891"/>
                  </a:lnTo>
                  <a:lnTo>
                    <a:pt x="258" y="2277"/>
                  </a:lnTo>
                  <a:lnTo>
                    <a:pt x="301" y="2707"/>
                  </a:lnTo>
                  <a:lnTo>
                    <a:pt x="301" y="3093"/>
                  </a:lnTo>
                  <a:lnTo>
                    <a:pt x="258" y="3695"/>
                  </a:lnTo>
                  <a:lnTo>
                    <a:pt x="215" y="3952"/>
                  </a:lnTo>
                  <a:lnTo>
                    <a:pt x="301" y="4038"/>
                  </a:lnTo>
                  <a:lnTo>
                    <a:pt x="387" y="4081"/>
                  </a:lnTo>
                  <a:lnTo>
                    <a:pt x="473" y="4124"/>
                  </a:lnTo>
                  <a:lnTo>
                    <a:pt x="559" y="4124"/>
                  </a:lnTo>
                  <a:lnTo>
                    <a:pt x="817" y="4038"/>
                  </a:lnTo>
                  <a:lnTo>
                    <a:pt x="1031" y="3909"/>
                  </a:lnTo>
                  <a:lnTo>
                    <a:pt x="1590" y="3523"/>
                  </a:lnTo>
                  <a:lnTo>
                    <a:pt x="2191" y="3093"/>
                  </a:lnTo>
                  <a:lnTo>
                    <a:pt x="2492" y="2922"/>
                  </a:lnTo>
                  <a:lnTo>
                    <a:pt x="2749" y="2836"/>
                  </a:lnTo>
                  <a:lnTo>
                    <a:pt x="3222" y="2836"/>
                  </a:lnTo>
                  <a:lnTo>
                    <a:pt x="3694" y="2922"/>
                  </a:lnTo>
                  <a:lnTo>
                    <a:pt x="3952" y="2922"/>
                  </a:lnTo>
                  <a:lnTo>
                    <a:pt x="4210" y="2879"/>
                  </a:lnTo>
                  <a:lnTo>
                    <a:pt x="4467" y="2750"/>
                  </a:lnTo>
                  <a:lnTo>
                    <a:pt x="4682" y="2578"/>
                  </a:lnTo>
                  <a:lnTo>
                    <a:pt x="4811" y="2363"/>
                  </a:lnTo>
                  <a:lnTo>
                    <a:pt x="4854" y="2106"/>
                  </a:lnTo>
                  <a:lnTo>
                    <a:pt x="4854" y="1805"/>
                  </a:lnTo>
                  <a:lnTo>
                    <a:pt x="4854" y="1504"/>
                  </a:lnTo>
                  <a:lnTo>
                    <a:pt x="4768" y="1161"/>
                  </a:lnTo>
                  <a:lnTo>
                    <a:pt x="4682" y="860"/>
                  </a:lnTo>
                  <a:lnTo>
                    <a:pt x="4553" y="559"/>
                  </a:lnTo>
                  <a:lnTo>
                    <a:pt x="4424" y="302"/>
                  </a:lnTo>
                  <a:lnTo>
                    <a:pt x="4253" y="130"/>
                  </a:lnTo>
                  <a:lnTo>
                    <a:pt x="4081" y="44"/>
                  </a:lnTo>
                  <a:lnTo>
                    <a:pt x="3866" y="1"/>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5014;p66">
              <a:extLst>
                <a:ext uri="{FF2B5EF4-FFF2-40B4-BE49-F238E27FC236}">
                  <a16:creationId xmlns:a16="http://schemas.microsoft.com/office/drawing/2014/main" id="{96E684D7-B5E1-0D8A-406B-6530F235C929}"/>
                </a:ext>
              </a:extLst>
            </p:cNvPr>
            <p:cNvSpPr/>
            <p:nvPr/>
          </p:nvSpPr>
          <p:spPr>
            <a:xfrm>
              <a:off x="3672025" y="4349450"/>
              <a:ext cx="108450" cy="95575"/>
            </a:xfrm>
            <a:custGeom>
              <a:avLst/>
              <a:gdLst/>
              <a:ahLst/>
              <a:cxnLst/>
              <a:rect l="l" t="t" r="r" b="b"/>
              <a:pathLst>
                <a:path w="4338" h="3823" extrusionOk="0">
                  <a:moveTo>
                    <a:pt x="3565" y="0"/>
                  </a:moveTo>
                  <a:lnTo>
                    <a:pt x="3436" y="43"/>
                  </a:lnTo>
                  <a:lnTo>
                    <a:pt x="3307" y="86"/>
                  </a:lnTo>
                  <a:lnTo>
                    <a:pt x="3049" y="258"/>
                  </a:lnTo>
                  <a:lnTo>
                    <a:pt x="2749" y="387"/>
                  </a:lnTo>
                  <a:lnTo>
                    <a:pt x="2491" y="473"/>
                  </a:lnTo>
                  <a:lnTo>
                    <a:pt x="2190" y="516"/>
                  </a:lnTo>
                  <a:lnTo>
                    <a:pt x="1890" y="516"/>
                  </a:lnTo>
                  <a:lnTo>
                    <a:pt x="1632" y="473"/>
                  </a:lnTo>
                  <a:lnTo>
                    <a:pt x="1374" y="430"/>
                  </a:lnTo>
                  <a:lnTo>
                    <a:pt x="1117" y="344"/>
                  </a:lnTo>
                  <a:lnTo>
                    <a:pt x="902" y="301"/>
                  </a:lnTo>
                  <a:lnTo>
                    <a:pt x="687" y="301"/>
                  </a:lnTo>
                  <a:lnTo>
                    <a:pt x="472" y="344"/>
                  </a:lnTo>
                  <a:lnTo>
                    <a:pt x="301" y="430"/>
                  </a:lnTo>
                  <a:lnTo>
                    <a:pt x="129" y="559"/>
                  </a:lnTo>
                  <a:lnTo>
                    <a:pt x="43" y="687"/>
                  </a:lnTo>
                  <a:lnTo>
                    <a:pt x="0" y="859"/>
                  </a:lnTo>
                  <a:lnTo>
                    <a:pt x="43" y="1031"/>
                  </a:lnTo>
                  <a:lnTo>
                    <a:pt x="258" y="1246"/>
                  </a:lnTo>
                  <a:lnTo>
                    <a:pt x="387" y="1417"/>
                  </a:lnTo>
                  <a:lnTo>
                    <a:pt x="644" y="1804"/>
                  </a:lnTo>
                  <a:lnTo>
                    <a:pt x="773" y="2234"/>
                  </a:lnTo>
                  <a:lnTo>
                    <a:pt x="859" y="2620"/>
                  </a:lnTo>
                  <a:lnTo>
                    <a:pt x="859" y="2964"/>
                  </a:lnTo>
                  <a:lnTo>
                    <a:pt x="859" y="3221"/>
                  </a:lnTo>
                  <a:lnTo>
                    <a:pt x="816" y="3479"/>
                  </a:lnTo>
                  <a:lnTo>
                    <a:pt x="859" y="3651"/>
                  </a:lnTo>
                  <a:lnTo>
                    <a:pt x="902" y="3737"/>
                  </a:lnTo>
                  <a:lnTo>
                    <a:pt x="945" y="3780"/>
                  </a:lnTo>
                  <a:lnTo>
                    <a:pt x="1031" y="3823"/>
                  </a:lnTo>
                  <a:lnTo>
                    <a:pt x="1160" y="3780"/>
                  </a:lnTo>
                  <a:lnTo>
                    <a:pt x="1246" y="3737"/>
                  </a:lnTo>
                  <a:lnTo>
                    <a:pt x="1546" y="3522"/>
                  </a:lnTo>
                  <a:lnTo>
                    <a:pt x="1890" y="3264"/>
                  </a:lnTo>
                  <a:lnTo>
                    <a:pt x="2233" y="2921"/>
                  </a:lnTo>
                  <a:lnTo>
                    <a:pt x="2878" y="2319"/>
                  </a:lnTo>
                  <a:lnTo>
                    <a:pt x="3135" y="2105"/>
                  </a:lnTo>
                  <a:lnTo>
                    <a:pt x="3350" y="1976"/>
                  </a:lnTo>
                  <a:lnTo>
                    <a:pt x="3565" y="1933"/>
                  </a:lnTo>
                  <a:lnTo>
                    <a:pt x="3865" y="1933"/>
                  </a:lnTo>
                  <a:lnTo>
                    <a:pt x="4037" y="1890"/>
                  </a:lnTo>
                  <a:lnTo>
                    <a:pt x="4123" y="1804"/>
                  </a:lnTo>
                  <a:lnTo>
                    <a:pt x="4252" y="1632"/>
                  </a:lnTo>
                  <a:lnTo>
                    <a:pt x="4338" y="1375"/>
                  </a:lnTo>
                  <a:lnTo>
                    <a:pt x="4338" y="1031"/>
                  </a:lnTo>
                  <a:lnTo>
                    <a:pt x="4252" y="730"/>
                  </a:lnTo>
                  <a:lnTo>
                    <a:pt x="4123" y="430"/>
                  </a:lnTo>
                  <a:lnTo>
                    <a:pt x="3951" y="172"/>
                  </a:lnTo>
                  <a:lnTo>
                    <a:pt x="3780" y="43"/>
                  </a:lnTo>
                  <a:lnTo>
                    <a:pt x="3651" y="0"/>
                  </a:lnTo>
                  <a:close/>
                </a:path>
              </a:pathLst>
            </a:custGeom>
            <a:solidFill>
              <a:srgbClr val="FCF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5015;p66">
              <a:extLst>
                <a:ext uri="{FF2B5EF4-FFF2-40B4-BE49-F238E27FC236}">
                  <a16:creationId xmlns:a16="http://schemas.microsoft.com/office/drawing/2014/main" id="{A0806299-2333-253A-0115-FA988FBAF0F1}"/>
                </a:ext>
              </a:extLst>
            </p:cNvPr>
            <p:cNvSpPr/>
            <p:nvPr/>
          </p:nvSpPr>
          <p:spPr>
            <a:xfrm>
              <a:off x="2537075" y="4395600"/>
              <a:ext cx="16125" cy="17225"/>
            </a:xfrm>
            <a:custGeom>
              <a:avLst/>
              <a:gdLst/>
              <a:ahLst/>
              <a:cxnLst/>
              <a:rect l="l" t="t" r="r" b="b"/>
              <a:pathLst>
                <a:path w="645" h="689" extrusionOk="0">
                  <a:moveTo>
                    <a:pt x="301" y="1"/>
                  </a:moveTo>
                  <a:lnTo>
                    <a:pt x="172" y="44"/>
                  </a:lnTo>
                  <a:lnTo>
                    <a:pt x="86" y="87"/>
                  </a:lnTo>
                  <a:lnTo>
                    <a:pt x="1" y="216"/>
                  </a:lnTo>
                  <a:lnTo>
                    <a:pt x="1" y="345"/>
                  </a:lnTo>
                  <a:lnTo>
                    <a:pt x="43" y="473"/>
                  </a:lnTo>
                  <a:lnTo>
                    <a:pt x="86" y="559"/>
                  </a:lnTo>
                  <a:lnTo>
                    <a:pt x="215" y="645"/>
                  </a:lnTo>
                  <a:lnTo>
                    <a:pt x="344" y="688"/>
                  </a:lnTo>
                  <a:lnTo>
                    <a:pt x="473" y="645"/>
                  </a:lnTo>
                  <a:lnTo>
                    <a:pt x="559" y="559"/>
                  </a:lnTo>
                  <a:lnTo>
                    <a:pt x="645" y="430"/>
                  </a:lnTo>
                  <a:lnTo>
                    <a:pt x="645" y="302"/>
                  </a:lnTo>
                  <a:lnTo>
                    <a:pt x="645" y="173"/>
                  </a:lnTo>
                  <a:lnTo>
                    <a:pt x="559" y="87"/>
                  </a:lnTo>
                  <a:lnTo>
                    <a:pt x="43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5016;p66">
              <a:extLst>
                <a:ext uri="{FF2B5EF4-FFF2-40B4-BE49-F238E27FC236}">
                  <a16:creationId xmlns:a16="http://schemas.microsoft.com/office/drawing/2014/main" id="{6171E4EE-1068-6382-5254-3E94A86E5900}"/>
                </a:ext>
              </a:extLst>
            </p:cNvPr>
            <p:cNvSpPr/>
            <p:nvPr/>
          </p:nvSpPr>
          <p:spPr>
            <a:xfrm>
              <a:off x="2522050" y="4363400"/>
              <a:ext cx="16125" cy="17200"/>
            </a:xfrm>
            <a:custGeom>
              <a:avLst/>
              <a:gdLst/>
              <a:ahLst/>
              <a:cxnLst/>
              <a:rect l="l" t="t" r="r" b="b"/>
              <a:pathLst>
                <a:path w="645" h="688" extrusionOk="0">
                  <a:moveTo>
                    <a:pt x="301" y="1"/>
                  </a:moveTo>
                  <a:lnTo>
                    <a:pt x="172" y="43"/>
                  </a:lnTo>
                  <a:lnTo>
                    <a:pt x="86" y="129"/>
                  </a:lnTo>
                  <a:lnTo>
                    <a:pt x="0" y="215"/>
                  </a:lnTo>
                  <a:lnTo>
                    <a:pt x="0" y="344"/>
                  </a:lnTo>
                  <a:lnTo>
                    <a:pt x="43" y="473"/>
                  </a:lnTo>
                  <a:lnTo>
                    <a:pt x="86" y="602"/>
                  </a:lnTo>
                  <a:lnTo>
                    <a:pt x="215" y="645"/>
                  </a:lnTo>
                  <a:lnTo>
                    <a:pt x="344" y="688"/>
                  </a:lnTo>
                  <a:lnTo>
                    <a:pt x="473" y="645"/>
                  </a:lnTo>
                  <a:lnTo>
                    <a:pt x="559" y="559"/>
                  </a:lnTo>
                  <a:lnTo>
                    <a:pt x="644" y="473"/>
                  </a:lnTo>
                  <a:lnTo>
                    <a:pt x="644" y="344"/>
                  </a:lnTo>
                  <a:lnTo>
                    <a:pt x="644" y="215"/>
                  </a:lnTo>
                  <a:lnTo>
                    <a:pt x="559" y="86"/>
                  </a:lnTo>
                  <a:lnTo>
                    <a:pt x="430" y="43"/>
                  </a:lnTo>
                  <a:lnTo>
                    <a:pt x="3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5017;p66">
              <a:extLst>
                <a:ext uri="{FF2B5EF4-FFF2-40B4-BE49-F238E27FC236}">
                  <a16:creationId xmlns:a16="http://schemas.microsoft.com/office/drawing/2014/main" id="{829326CC-5C17-1DEE-52C6-C73846E704CE}"/>
                </a:ext>
              </a:extLst>
            </p:cNvPr>
            <p:cNvSpPr/>
            <p:nvPr/>
          </p:nvSpPr>
          <p:spPr>
            <a:xfrm>
              <a:off x="2526350" y="4327975"/>
              <a:ext cx="16125" cy="16125"/>
            </a:xfrm>
            <a:custGeom>
              <a:avLst/>
              <a:gdLst/>
              <a:ahLst/>
              <a:cxnLst/>
              <a:rect l="l" t="t" r="r" b="b"/>
              <a:pathLst>
                <a:path w="645" h="645" extrusionOk="0">
                  <a:moveTo>
                    <a:pt x="172" y="0"/>
                  </a:moveTo>
                  <a:lnTo>
                    <a:pt x="86" y="86"/>
                  </a:lnTo>
                  <a:lnTo>
                    <a:pt x="0" y="215"/>
                  </a:lnTo>
                  <a:lnTo>
                    <a:pt x="0" y="344"/>
                  </a:lnTo>
                  <a:lnTo>
                    <a:pt x="0" y="473"/>
                  </a:lnTo>
                  <a:lnTo>
                    <a:pt x="86" y="559"/>
                  </a:lnTo>
                  <a:lnTo>
                    <a:pt x="215" y="644"/>
                  </a:lnTo>
                  <a:lnTo>
                    <a:pt x="344" y="644"/>
                  </a:lnTo>
                  <a:lnTo>
                    <a:pt x="472" y="601"/>
                  </a:lnTo>
                  <a:lnTo>
                    <a:pt x="558" y="559"/>
                  </a:lnTo>
                  <a:lnTo>
                    <a:pt x="644" y="430"/>
                  </a:lnTo>
                  <a:lnTo>
                    <a:pt x="644" y="301"/>
                  </a:lnTo>
                  <a:lnTo>
                    <a:pt x="601" y="172"/>
                  </a:lnTo>
                  <a:lnTo>
                    <a:pt x="558" y="86"/>
                  </a:lnTo>
                  <a:lnTo>
                    <a:pt x="430"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018;p66">
              <a:extLst>
                <a:ext uri="{FF2B5EF4-FFF2-40B4-BE49-F238E27FC236}">
                  <a16:creationId xmlns:a16="http://schemas.microsoft.com/office/drawing/2014/main" id="{B374D2E2-9DE7-FFFD-E6E2-3DFA56ADA153}"/>
                </a:ext>
              </a:extLst>
            </p:cNvPr>
            <p:cNvSpPr/>
            <p:nvPr/>
          </p:nvSpPr>
          <p:spPr>
            <a:xfrm>
              <a:off x="2552100" y="4327975"/>
              <a:ext cx="17225" cy="17200"/>
            </a:xfrm>
            <a:custGeom>
              <a:avLst/>
              <a:gdLst/>
              <a:ahLst/>
              <a:cxnLst/>
              <a:rect l="l" t="t" r="r" b="b"/>
              <a:pathLst>
                <a:path w="689" h="688" extrusionOk="0">
                  <a:moveTo>
                    <a:pt x="301" y="0"/>
                  </a:moveTo>
                  <a:lnTo>
                    <a:pt x="216" y="43"/>
                  </a:lnTo>
                  <a:lnTo>
                    <a:pt x="87" y="129"/>
                  </a:lnTo>
                  <a:lnTo>
                    <a:pt x="44" y="215"/>
                  </a:lnTo>
                  <a:lnTo>
                    <a:pt x="1" y="344"/>
                  </a:lnTo>
                  <a:lnTo>
                    <a:pt x="44" y="473"/>
                  </a:lnTo>
                  <a:lnTo>
                    <a:pt x="130" y="601"/>
                  </a:lnTo>
                  <a:lnTo>
                    <a:pt x="216" y="644"/>
                  </a:lnTo>
                  <a:lnTo>
                    <a:pt x="344" y="687"/>
                  </a:lnTo>
                  <a:lnTo>
                    <a:pt x="473" y="644"/>
                  </a:lnTo>
                  <a:lnTo>
                    <a:pt x="602" y="559"/>
                  </a:lnTo>
                  <a:lnTo>
                    <a:pt x="645" y="473"/>
                  </a:lnTo>
                  <a:lnTo>
                    <a:pt x="688" y="301"/>
                  </a:lnTo>
                  <a:lnTo>
                    <a:pt x="645" y="215"/>
                  </a:lnTo>
                  <a:lnTo>
                    <a:pt x="559" y="86"/>
                  </a:lnTo>
                  <a:lnTo>
                    <a:pt x="473" y="43"/>
                  </a:lnTo>
                  <a:lnTo>
                    <a:pt x="3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019;p66">
              <a:extLst>
                <a:ext uri="{FF2B5EF4-FFF2-40B4-BE49-F238E27FC236}">
                  <a16:creationId xmlns:a16="http://schemas.microsoft.com/office/drawing/2014/main" id="{74022710-B5B3-4226-01AD-FD4991CD957F}"/>
                </a:ext>
              </a:extLst>
            </p:cNvPr>
            <p:cNvSpPr/>
            <p:nvPr/>
          </p:nvSpPr>
          <p:spPr>
            <a:xfrm>
              <a:off x="2555325" y="4369850"/>
              <a:ext cx="16125" cy="16125"/>
            </a:xfrm>
            <a:custGeom>
              <a:avLst/>
              <a:gdLst/>
              <a:ahLst/>
              <a:cxnLst/>
              <a:rect l="l" t="t" r="r" b="b"/>
              <a:pathLst>
                <a:path w="645" h="645" extrusionOk="0">
                  <a:moveTo>
                    <a:pt x="172" y="0"/>
                  </a:moveTo>
                  <a:lnTo>
                    <a:pt x="87" y="86"/>
                  </a:lnTo>
                  <a:lnTo>
                    <a:pt x="1" y="215"/>
                  </a:lnTo>
                  <a:lnTo>
                    <a:pt x="1" y="344"/>
                  </a:lnTo>
                  <a:lnTo>
                    <a:pt x="1" y="473"/>
                  </a:lnTo>
                  <a:lnTo>
                    <a:pt x="87" y="559"/>
                  </a:lnTo>
                  <a:lnTo>
                    <a:pt x="215" y="644"/>
                  </a:lnTo>
                  <a:lnTo>
                    <a:pt x="344" y="644"/>
                  </a:lnTo>
                  <a:lnTo>
                    <a:pt x="473" y="601"/>
                  </a:lnTo>
                  <a:lnTo>
                    <a:pt x="559" y="559"/>
                  </a:lnTo>
                  <a:lnTo>
                    <a:pt x="645" y="430"/>
                  </a:lnTo>
                  <a:lnTo>
                    <a:pt x="645" y="301"/>
                  </a:lnTo>
                  <a:lnTo>
                    <a:pt x="645" y="172"/>
                  </a:lnTo>
                  <a:lnTo>
                    <a:pt x="559" y="86"/>
                  </a:lnTo>
                  <a:lnTo>
                    <a:pt x="430"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020;p66">
              <a:extLst>
                <a:ext uri="{FF2B5EF4-FFF2-40B4-BE49-F238E27FC236}">
                  <a16:creationId xmlns:a16="http://schemas.microsoft.com/office/drawing/2014/main" id="{4A14F391-D22E-DC5B-1E4A-FF0BD6CE899D}"/>
                </a:ext>
              </a:extLst>
            </p:cNvPr>
            <p:cNvSpPr/>
            <p:nvPr/>
          </p:nvSpPr>
          <p:spPr>
            <a:xfrm>
              <a:off x="2589700" y="4323675"/>
              <a:ext cx="17200" cy="17200"/>
            </a:xfrm>
            <a:custGeom>
              <a:avLst/>
              <a:gdLst/>
              <a:ahLst/>
              <a:cxnLst/>
              <a:rect l="l" t="t" r="r" b="b"/>
              <a:pathLst>
                <a:path w="688" h="688" extrusionOk="0">
                  <a:moveTo>
                    <a:pt x="344" y="0"/>
                  </a:moveTo>
                  <a:lnTo>
                    <a:pt x="215" y="43"/>
                  </a:lnTo>
                  <a:lnTo>
                    <a:pt x="86" y="129"/>
                  </a:lnTo>
                  <a:lnTo>
                    <a:pt x="43" y="215"/>
                  </a:lnTo>
                  <a:lnTo>
                    <a:pt x="0" y="344"/>
                  </a:lnTo>
                  <a:lnTo>
                    <a:pt x="43" y="473"/>
                  </a:lnTo>
                  <a:lnTo>
                    <a:pt x="129" y="602"/>
                  </a:lnTo>
                  <a:lnTo>
                    <a:pt x="258" y="645"/>
                  </a:lnTo>
                  <a:lnTo>
                    <a:pt x="387" y="688"/>
                  </a:lnTo>
                  <a:lnTo>
                    <a:pt x="515" y="645"/>
                  </a:lnTo>
                  <a:lnTo>
                    <a:pt x="601" y="559"/>
                  </a:lnTo>
                  <a:lnTo>
                    <a:pt x="687" y="430"/>
                  </a:lnTo>
                  <a:lnTo>
                    <a:pt x="687" y="301"/>
                  </a:lnTo>
                  <a:lnTo>
                    <a:pt x="644" y="215"/>
                  </a:lnTo>
                  <a:lnTo>
                    <a:pt x="558" y="86"/>
                  </a:lnTo>
                  <a:lnTo>
                    <a:pt x="473" y="43"/>
                  </a:lnTo>
                  <a:lnTo>
                    <a:pt x="34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021;p66">
              <a:extLst>
                <a:ext uri="{FF2B5EF4-FFF2-40B4-BE49-F238E27FC236}">
                  <a16:creationId xmlns:a16="http://schemas.microsoft.com/office/drawing/2014/main" id="{5FB89471-9655-5D8E-2471-5F19BA588439}"/>
                </a:ext>
              </a:extLst>
            </p:cNvPr>
            <p:cNvSpPr/>
            <p:nvPr/>
          </p:nvSpPr>
          <p:spPr>
            <a:xfrm>
              <a:off x="2578950" y="4354800"/>
              <a:ext cx="17200" cy="17225"/>
            </a:xfrm>
            <a:custGeom>
              <a:avLst/>
              <a:gdLst/>
              <a:ahLst/>
              <a:cxnLst/>
              <a:rect l="l" t="t" r="r" b="b"/>
              <a:pathLst>
                <a:path w="688" h="689" extrusionOk="0">
                  <a:moveTo>
                    <a:pt x="301" y="1"/>
                  </a:moveTo>
                  <a:lnTo>
                    <a:pt x="215" y="44"/>
                  </a:lnTo>
                  <a:lnTo>
                    <a:pt x="86" y="87"/>
                  </a:lnTo>
                  <a:lnTo>
                    <a:pt x="44" y="216"/>
                  </a:lnTo>
                  <a:lnTo>
                    <a:pt x="1" y="345"/>
                  </a:lnTo>
                  <a:lnTo>
                    <a:pt x="44" y="473"/>
                  </a:lnTo>
                  <a:lnTo>
                    <a:pt x="129" y="559"/>
                  </a:lnTo>
                  <a:lnTo>
                    <a:pt x="215" y="645"/>
                  </a:lnTo>
                  <a:lnTo>
                    <a:pt x="344" y="688"/>
                  </a:lnTo>
                  <a:lnTo>
                    <a:pt x="473" y="645"/>
                  </a:lnTo>
                  <a:lnTo>
                    <a:pt x="602" y="559"/>
                  </a:lnTo>
                  <a:lnTo>
                    <a:pt x="645" y="430"/>
                  </a:lnTo>
                  <a:lnTo>
                    <a:pt x="688" y="302"/>
                  </a:lnTo>
                  <a:lnTo>
                    <a:pt x="645" y="173"/>
                  </a:lnTo>
                  <a:lnTo>
                    <a:pt x="559" y="87"/>
                  </a:lnTo>
                  <a:lnTo>
                    <a:pt x="4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5022;p66">
              <a:extLst>
                <a:ext uri="{FF2B5EF4-FFF2-40B4-BE49-F238E27FC236}">
                  <a16:creationId xmlns:a16="http://schemas.microsoft.com/office/drawing/2014/main" id="{625631BB-1213-C60D-B5CF-2DB55885A64D}"/>
                </a:ext>
              </a:extLst>
            </p:cNvPr>
            <p:cNvSpPr/>
            <p:nvPr/>
          </p:nvSpPr>
          <p:spPr>
            <a:xfrm>
              <a:off x="2767925" y="4365550"/>
              <a:ext cx="17200" cy="17200"/>
            </a:xfrm>
            <a:custGeom>
              <a:avLst/>
              <a:gdLst/>
              <a:ahLst/>
              <a:cxnLst/>
              <a:rect l="l" t="t" r="r" b="b"/>
              <a:pathLst>
                <a:path w="688" h="688" extrusionOk="0">
                  <a:moveTo>
                    <a:pt x="344" y="0"/>
                  </a:moveTo>
                  <a:lnTo>
                    <a:pt x="215" y="43"/>
                  </a:lnTo>
                  <a:lnTo>
                    <a:pt x="87" y="129"/>
                  </a:lnTo>
                  <a:lnTo>
                    <a:pt x="44" y="215"/>
                  </a:lnTo>
                  <a:lnTo>
                    <a:pt x="1" y="344"/>
                  </a:lnTo>
                  <a:lnTo>
                    <a:pt x="44" y="473"/>
                  </a:lnTo>
                  <a:lnTo>
                    <a:pt x="130" y="602"/>
                  </a:lnTo>
                  <a:lnTo>
                    <a:pt x="215" y="645"/>
                  </a:lnTo>
                  <a:lnTo>
                    <a:pt x="344" y="688"/>
                  </a:lnTo>
                  <a:lnTo>
                    <a:pt x="473" y="645"/>
                  </a:lnTo>
                  <a:lnTo>
                    <a:pt x="602" y="559"/>
                  </a:lnTo>
                  <a:lnTo>
                    <a:pt x="645" y="473"/>
                  </a:lnTo>
                  <a:lnTo>
                    <a:pt x="688" y="344"/>
                  </a:lnTo>
                  <a:lnTo>
                    <a:pt x="645" y="215"/>
                  </a:lnTo>
                  <a:lnTo>
                    <a:pt x="559" y="86"/>
                  </a:lnTo>
                  <a:lnTo>
                    <a:pt x="473" y="43"/>
                  </a:lnTo>
                  <a:lnTo>
                    <a:pt x="34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5023;p66">
              <a:extLst>
                <a:ext uri="{FF2B5EF4-FFF2-40B4-BE49-F238E27FC236}">
                  <a16:creationId xmlns:a16="http://schemas.microsoft.com/office/drawing/2014/main" id="{2A371524-57A8-D8AA-3FD6-AD3EB47F4EE2}"/>
                </a:ext>
              </a:extLst>
            </p:cNvPr>
            <p:cNvSpPr/>
            <p:nvPr/>
          </p:nvSpPr>
          <p:spPr>
            <a:xfrm>
              <a:off x="2752900" y="4334400"/>
              <a:ext cx="17200" cy="16150"/>
            </a:xfrm>
            <a:custGeom>
              <a:avLst/>
              <a:gdLst/>
              <a:ahLst/>
              <a:cxnLst/>
              <a:rect l="l" t="t" r="r" b="b"/>
              <a:pathLst>
                <a:path w="688" h="646" extrusionOk="0">
                  <a:moveTo>
                    <a:pt x="215" y="1"/>
                  </a:moveTo>
                  <a:lnTo>
                    <a:pt x="86" y="87"/>
                  </a:lnTo>
                  <a:lnTo>
                    <a:pt x="43" y="216"/>
                  </a:lnTo>
                  <a:lnTo>
                    <a:pt x="0" y="344"/>
                  </a:lnTo>
                  <a:lnTo>
                    <a:pt x="43" y="473"/>
                  </a:lnTo>
                  <a:lnTo>
                    <a:pt x="129" y="559"/>
                  </a:lnTo>
                  <a:lnTo>
                    <a:pt x="215" y="645"/>
                  </a:lnTo>
                  <a:lnTo>
                    <a:pt x="344" y="645"/>
                  </a:lnTo>
                  <a:lnTo>
                    <a:pt x="473" y="602"/>
                  </a:lnTo>
                  <a:lnTo>
                    <a:pt x="602" y="559"/>
                  </a:lnTo>
                  <a:lnTo>
                    <a:pt x="645" y="430"/>
                  </a:lnTo>
                  <a:lnTo>
                    <a:pt x="688" y="302"/>
                  </a:lnTo>
                  <a:lnTo>
                    <a:pt x="645" y="173"/>
                  </a:lnTo>
                  <a:lnTo>
                    <a:pt x="559" y="87"/>
                  </a:lnTo>
                  <a:lnTo>
                    <a:pt x="43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5024;p66">
              <a:extLst>
                <a:ext uri="{FF2B5EF4-FFF2-40B4-BE49-F238E27FC236}">
                  <a16:creationId xmlns:a16="http://schemas.microsoft.com/office/drawing/2014/main" id="{2B4B0A5B-EB47-8913-968D-2B630B6C213E}"/>
                </a:ext>
              </a:extLst>
            </p:cNvPr>
            <p:cNvSpPr/>
            <p:nvPr/>
          </p:nvSpPr>
          <p:spPr>
            <a:xfrm>
              <a:off x="2734650" y="4309725"/>
              <a:ext cx="17200" cy="17200"/>
            </a:xfrm>
            <a:custGeom>
              <a:avLst/>
              <a:gdLst/>
              <a:ahLst/>
              <a:cxnLst/>
              <a:rect l="l" t="t" r="r" b="b"/>
              <a:pathLst>
                <a:path w="688" h="688" extrusionOk="0">
                  <a:moveTo>
                    <a:pt x="344" y="0"/>
                  </a:moveTo>
                  <a:lnTo>
                    <a:pt x="215" y="43"/>
                  </a:lnTo>
                  <a:lnTo>
                    <a:pt x="86" y="129"/>
                  </a:lnTo>
                  <a:lnTo>
                    <a:pt x="43" y="215"/>
                  </a:lnTo>
                  <a:lnTo>
                    <a:pt x="0" y="344"/>
                  </a:lnTo>
                  <a:lnTo>
                    <a:pt x="43" y="472"/>
                  </a:lnTo>
                  <a:lnTo>
                    <a:pt x="129" y="601"/>
                  </a:lnTo>
                  <a:lnTo>
                    <a:pt x="258" y="644"/>
                  </a:lnTo>
                  <a:lnTo>
                    <a:pt x="387" y="687"/>
                  </a:lnTo>
                  <a:lnTo>
                    <a:pt x="473" y="644"/>
                  </a:lnTo>
                  <a:lnTo>
                    <a:pt x="602" y="558"/>
                  </a:lnTo>
                  <a:lnTo>
                    <a:pt x="644" y="430"/>
                  </a:lnTo>
                  <a:lnTo>
                    <a:pt x="687" y="301"/>
                  </a:lnTo>
                  <a:lnTo>
                    <a:pt x="644" y="172"/>
                  </a:lnTo>
                  <a:lnTo>
                    <a:pt x="559" y="86"/>
                  </a:lnTo>
                  <a:lnTo>
                    <a:pt x="47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5025;p66">
              <a:extLst>
                <a:ext uri="{FF2B5EF4-FFF2-40B4-BE49-F238E27FC236}">
                  <a16:creationId xmlns:a16="http://schemas.microsoft.com/office/drawing/2014/main" id="{1D39779B-0FDF-7189-9B70-F2E79C70669C}"/>
                </a:ext>
              </a:extLst>
            </p:cNvPr>
            <p:cNvSpPr/>
            <p:nvPr/>
          </p:nvSpPr>
          <p:spPr>
            <a:xfrm>
              <a:off x="2786175" y="4339775"/>
              <a:ext cx="16150" cy="16125"/>
            </a:xfrm>
            <a:custGeom>
              <a:avLst/>
              <a:gdLst/>
              <a:ahLst/>
              <a:cxnLst/>
              <a:rect l="l" t="t" r="r" b="b"/>
              <a:pathLst>
                <a:path w="646" h="645" extrusionOk="0">
                  <a:moveTo>
                    <a:pt x="301" y="1"/>
                  </a:moveTo>
                  <a:lnTo>
                    <a:pt x="173" y="44"/>
                  </a:lnTo>
                  <a:lnTo>
                    <a:pt x="87" y="87"/>
                  </a:lnTo>
                  <a:lnTo>
                    <a:pt x="1" y="215"/>
                  </a:lnTo>
                  <a:lnTo>
                    <a:pt x="1" y="344"/>
                  </a:lnTo>
                  <a:lnTo>
                    <a:pt x="44" y="473"/>
                  </a:lnTo>
                  <a:lnTo>
                    <a:pt x="87" y="559"/>
                  </a:lnTo>
                  <a:lnTo>
                    <a:pt x="216" y="645"/>
                  </a:lnTo>
                  <a:lnTo>
                    <a:pt x="473" y="645"/>
                  </a:lnTo>
                  <a:lnTo>
                    <a:pt x="559" y="559"/>
                  </a:lnTo>
                  <a:lnTo>
                    <a:pt x="645" y="430"/>
                  </a:lnTo>
                  <a:lnTo>
                    <a:pt x="645" y="301"/>
                  </a:lnTo>
                  <a:lnTo>
                    <a:pt x="645" y="172"/>
                  </a:lnTo>
                  <a:lnTo>
                    <a:pt x="559" y="87"/>
                  </a:lnTo>
                  <a:lnTo>
                    <a:pt x="43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5026;p66">
              <a:extLst>
                <a:ext uri="{FF2B5EF4-FFF2-40B4-BE49-F238E27FC236}">
                  <a16:creationId xmlns:a16="http://schemas.microsoft.com/office/drawing/2014/main" id="{E5B778C3-0F35-C57E-AB25-D6A7EE93303C}"/>
                </a:ext>
              </a:extLst>
            </p:cNvPr>
            <p:cNvSpPr/>
            <p:nvPr/>
          </p:nvSpPr>
          <p:spPr>
            <a:xfrm>
              <a:off x="2805500" y="4372000"/>
              <a:ext cx="16150" cy="16125"/>
            </a:xfrm>
            <a:custGeom>
              <a:avLst/>
              <a:gdLst/>
              <a:ahLst/>
              <a:cxnLst/>
              <a:rect l="l" t="t" r="r" b="b"/>
              <a:pathLst>
                <a:path w="646" h="645" extrusionOk="0">
                  <a:moveTo>
                    <a:pt x="302" y="0"/>
                  </a:moveTo>
                  <a:lnTo>
                    <a:pt x="173" y="43"/>
                  </a:lnTo>
                  <a:lnTo>
                    <a:pt x="87" y="86"/>
                  </a:lnTo>
                  <a:lnTo>
                    <a:pt x="1" y="215"/>
                  </a:lnTo>
                  <a:lnTo>
                    <a:pt x="1" y="344"/>
                  </a:lnTo>
                  <a:lnTo>
                    <a:pt x="1" y="473"/>
                  </a:lnTo>
                  <a:lnTo>
                    <a:pt x="87" y="558"/>
                  </a:lnTo>
                  <a:lnTo>
                    <a:pt x="216" y="644"/>
                  </a:lnTo>
                  <a:lnTo>
                    <a:pt x="473" y="644"/>
                  </a:lnTo>
                  <a:lnTo>
                    <a:pt x="559" y="558"/>
                  </a:lnTo>
                  <a:lnTo>
                    <a:pt x="645" y="430"/>
                  </a:lnTo>
                  <a:lnTo>
                    <a:pt x="645" y="301"/>
                  </a:lnTo>
                  <a:lnTo>
                    <a:pt x="602" y="172"/>
                  </a:lnTo>
                  <a:lnTo>
                    <a:pt x="559" y="86"/>
                  </a:lnTo>
                  <a:lnTo>
                    <a:pt x="430"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5027;p66">
              <a:extLst>
                <a:ext uri="{FF2B5EF4-FFF2-40B4-BE49-F238E27FC236}">
                  <a16:creationId xmlns:a16="http://schemas.microsoft.com/office/drawing/2014/main" id="{080BEE02-3752-3C69-2E98-5C9170BD3105}"/>
                </a:ext>
              </a:extLst>
            </p:cNvPr>
            <p:cNvSpPr/>
            <p:nvPr/>
          </p:nvSpPr>
          <p:spPr>
            <a:xfrm>
              <a:off x="2682025" y="4335475"/>
              <a:ext cx="16125" cy="16150"/>
            </a:xfrm>
            <a:custGeom>
              <a:avLst/>
              <a:gdLst/>
              <a:ahLst/>
              <a:cxnLst/>
              <a:rect l="l" t="t" r="r" b="b"/>
              <a:pathLst>
                <a:path w="645" h="646" extrusionOk="0">
                  <a:moveTo>
                    <a:pt x="173" y="1"/>
                  </a:moveTo>
                  <a:lnTo>
                    <a:pt x="87" y="87"/>
                  </a:lnTo>
                  <a:lnTo>
                    <a:pt x="1" y="216"/>
                  </a:lnTo>
                  <a:lnTo>
                    <a:pt x="1" y="344"/>
                  </a:lnTo>
                  <a:lnTo>
                    <a:pt x="1" y="473"/>
                  </a:lnTo>
                  <a:lnTo>
                    <a:pt x="87" y="559"/>
                  </a:lnTo>
                  <a:lnTo>
                    <a:pt x="215" y="645"/>
                  </a:lnTo>
                  <a:lnTo>
                    <a:pt x="344" y="645"/>
                  </a:lnTo>
                  <a:lnTo>
                    <a:pt x="473" y="602"/>
                  </a:lnTo>
                  <a:lnTo>
                    <a:pt x="559" y="559"/>
                  </a:lnTo>
                  <a:lnTo>
                    <a:pt x="645" y="430"/>
                  </a:lnTo>
                  <a:lnTo>
                    <a:pt x="645" y="301"/>
                  </a:lnTo>
                  <a:lnTo>
                    <a:pt x="645" y="173"/>
                  </a:lnTo>
                  <a:lnTo>
                    <a:pt x="559" y="87"/>
                  </a:lnTo>
                  <a:lnTo>
                    <a:pt x="43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5028;p66">
              <a:extLst>
                <a:ext uri="{FF2B5EF4-FFF2-40B4-BE49-F238E27FC236}">
                  <a16:creationId xmlns:a16="http://schemas.microsoft.com/office/drawing/2014/main" id="{EF8CDDA5-CA0B-3F5E-0E4C-B194ED6A89F0}"/>
                </a:ext>
              </a:extLst>
            </p:cNvPr>
            <p:cNvSpPr/>
            <p:nvPr/>
          </p:nvSpPr>
          <p:spPr>
            <a:xfrm>
              <a:off x="2809800" y="4324750"/>
              <a:ext cx="17200" cy="17200"/>
            </a:xfrm>
            <a:custGeom>
              <a:avLst/>
              <a:gdLst/>
              <a:ahLst/>
              <a:cxnLst/>
              <a:rect l="l" t="t" r="r" b="b"/>
              <a:pathLst>
                <a:path w="688" h="688" extrusionOk="0">
                  <a:moveTo>
                    <a:pt x="344" y="0"/>
                  </a:moveTo>
                  <a:lnTo>
                    <a:pt x="215" y="43"/>
                  </a:lnTo>
                  <a:lnTo>
                    <a:pt x="87" y="129"/>
                  </a:lnTo>
                  <a:lnTo>
                    <a:pt x="44" y="215"/>
                  </a:lnTo>
                  <a:lnTo>
                    <a:pt x="1" y="344"/>
                  </a:lnTo>
                  <a:lnTo>
                    <a:pt x="44" y="473"/>
                  </a:lnTo>
                  <a:lnTo>
                    <a:pt x="130" y="602"/>
                  </a:lnTo>
                  <a:lnTo>
                    <a:pt x="258" y="645"/>
                  </a:lnTo>
                  <a:lnTo>
                    <a:pt x="387" y="688"/>
                  </a:lnTo>
                  <a:lnTo>
                    <a:pt x="516" y="645"/>
                  </a:lnTo>
                  <a:lnTo>
                    <a:pt x="602" y="559"/>
                  </a:lnTo>
                  <a:lnTo>
                    <a:pt x="688" y="473"/>
                  </a:lnTo>
                  <a:lnTo>
                    <a:pt x="688" y="344"/>
                  </a:lnTo>
                  <a:lnTo>
                    <a:pt x="645" y="215"/>
                  </a:lnTo>
                  <a:lnTo>
                    <a:pt x="559" y="86"/>
                  </a:lnTo>
                  <a:lnTo>
                    <a:pt x="473" y="43"/>
                  </a:lnTo>
                  <a:lnTo>
                    <a:pt x="34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5029;p66">
              <a:extLst>
                <a:ext uri="{FF2B5EF4-FFF2-40B4-BE49-F238E27FC236}">
                  <a16:creationId xmlns:a16="http://schemas.microsoft.com/office/drawing/2014/main" id="{D52F6170-B202-B408-E665-21204A4E9DEA}"/>
                </a:ext>
              </a:extLst>
            </p:cNvPr>
            <p:cNvSpPr/>
            <p:nvPr/>
          </p:nvSpPr>
          <p:spPr>
            <a:xfrm>
              <a:off x="2731425" y="4369850"/>
              <a:ext cx="16125" cy="17200"/>
            </a:xfrm>
            <a:custGeom>
              <a:avLst/>
              <a:gdLst/>
              <a:ahLst/>
              <a:cxnLst/>
              <a:rect l="l" t="t" r="r" b="b"/>
              <a:pathLst>
                <a:path w="645" h="688" extrusionOk="0">
                  <a:moveTo>
                    <a:pt x="301" y="0"/>
                  </a:moveTo>
                  <a:lnTo>
                    <a:pt x="172" y="43"/>
                  </a:lnTo>
                  <a:lnTo>
                    <a:pt x="86" y="129"/>
                  </a:lnTo>
                  <a:lnTo>
                    <a:pt x="0" y="258"/>
                  </a:lnTo>
                  <a:lnTo>
                    <a:pt x="0" y="387"/>
                  </a:lnTo>
                  <a:lnTo>
                    <a:pt x="0" y="516"/>
                  </a:lnTo>
                  <a:lnTo>
                    <a:pt x="86" y="601"/>
                  </a:lnTo>
                  <a:lnTo>
                    <a:pt x="215" y="687"/>
                  </a:lnTo>
                  <a:lnTo>
                    <a:pt x="344" y="687"/>
                  </a:lnTo>
                  <a:lnTo>
                    <a:pt x="473" y="644"/>
                  </a:lnTo>
                  <a:lnTo>
                    <a:pt x="559" y="559"/>
                  </a:lnTo>
                  <a:lnTo>
                    <a:pt x="645" y="473"/>
                  </a:lnTo>
                  <a:lnTo>
                    <a:pt x="645" y="344"/>
                  </a:lnTo>
                  <a:lnTo>
                    <a:pt x="645" y="215"/>
                  </a:lnTo>
                  <a:lnTo>
                    <a:pt x="559" y="129"/>
                  </a:lnTo>
                  <a:lnTo>
                    <a:pt x="430" y="43"/>
                  </a:lnTo>
                  <a:lnTo>
                    <a:pt x="3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5030;p66">
              <a:extLst>
                <a:ext uri="{FF2B5EF4-FFF2-40B4-BE49-F238E27FC236}">
                  <a16:creationId xmlns:a16="http://schemas.microsoft.com/office/drawing/2014/main" id="{B3470F53-BC1E-3FC6-1608-71F9AA718CC9}"/>
                </a:ext>
              </a:extLst>
            </p:cNvPr>
            <p:cNvSpPr/>
            <p:nvPr/>
          </p:nvSpPr>
          <p:spPr>
            <a:xfrm>
              <a:off x="2705650" y="4374125"/>
              <a:ext cx="16125" cy="16150"/>
            </a:xfrm>
            <a:custGeom>
              <a:avLst/>
              <a:gdLst/>
              <a:ahLst/>
              <a:cxnLst/>
              <a:rect l="l" t="t" r="r" b="b"/>
              <a:pathLst>
                <a:path w="645" h="646" extrusionOk="0">
                  <a:moveTo>
                    <a:pt x="301" y="1"/>
                  </a:moveTo>
                  <a:lnTo>
                    <a:pt x="172" y="44"/>
                  </a:lnTo>
                  <a:lnTo>
                    <a:pt x="86" y="87"/>
                  </a:lnTo>
                  <a:lnTo>
                    <a:pt x="1" y="216"/>
                  </a:lnTo>
                  <a:lnTo>
                    <a:pt x="1" y="345"/>
                  </a:lnTo>
                  <a:lnTo>
                    <a:pt x="1" y="473"/>
                  </a:lnTo>
                  <a:lnTo>
                    <a:pt x="86" y="559"/>
                  </a:lnTo>
                  <a:lnTo>
                    <a:pt x="215" y="645"/>
                  </a:lnTo>
                  <a:lnTo>
                    <a:pt x="473" y="645"/>
                  </a:lnTo>
                  <a:lnTo>
                    <a:pt x="559" y="559"/>
                  </a:lnTo>
                  <a:lnTo>
                    <a:pt x="645" y="430"/>
                  </a:lnTo>
                  <a:lnTo>
                    <a:pt x="645" y="302"/>
                  </a:lnTo>
                  <a:lnTo>
                    <a:pt x="602" y="173"/>
                  </a:lnTo>
                  <a:lnTo>
                    <a:pt x="559" y="87"/>
                  </a:lnTo>
                  <a:lnTo>
                    <a:pt x="43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5031;p66">
              <a:extLst>
                <a:ext uri="{FF2B5EF4-FFF2-40B4-BE49-F238E27FC236}">
                  <a16:creationId xmlns:a16="http://schemas.microsoft.com/office/drawing/2014/main" id="{3E46F874-72B2-DAFE-5C23-F23A183CAA94}"/>
                </a:ext>
              </a:extLst>
            </p:cNvPr>
            <p:cNvSpPr/>
            <p:nvPr/>
          </p:nvSpPr>
          <p:spPr>
            <a:xfrm>
              <a:off x="2678800" y="4366625"/>
              <a:ext cx="17225" cy="17200"/>
            </a:xfrm>
            <a:custGeom>
              <a:avLst/>
              <a:gdLst/>
              <a:ahLst/>
              <a:cxnLst/>
              <a:rect l="l" t="t" r="r" b="b"/>
              <a:pathLst>
                <a:path w="689" h="688" extrusionOk="0">
                  <a:moveTo>
                    <a:pt x="344" y="0"/>
                  </a:moveTo>
                  <a:lnTo>
                    <a:pt x="216" y="43"/>
                  </a:lnTo>
                  <a:lnTo>
                    <a:pt x="87" y="129"/>
                  </a:lnTo>
                  <a:lnTo>
                    <a:pt x="44" y="258"/>
                  </a:lnTo>
                  <a:lnTo>
                    <a:pt x="1" y="387"/>
                  </a:lnTo>
                  <a:lnTo>
                    <a:pt x="44" y="516"/>
                  </a:lnTo>
                  <a:lnTo>
                    <a:pt x="130" y="602"/>
                  </a:lnTo>
                  <a:lnTo>
                    <a:pt x="216" y="645"/>
                  </a:lnTo>
                  <a:lnTo>
                    <a:pt x="387" y="688"/>
                  </a:lnTo>
                  <a:lnTo>
                    <a:pt x="473" y="645"/>
                  </a:lnTo>
                  <a:lnTo>
                    <a:pt x="602" y="559"/>
                  </a:lnTo>
                  <a:lnTo>
                    <a:pt x="645" y="473"/>
                  </a:lnTo>
                  <a:lnTo>
                    <a:pt x="688" y="344"/>
                  </a:lnTo>
                  <a:lnTo>
                    <a:pt x="645" y="215"/>
                  </a:lnTo>
                  <a:lnTo>
                    <a:pt x="559" y="86"/>
                  </a:lnTo>
                  <a:lnTo>
                    <a:pt x="473" y="43"/>
                  </a:lnTo>
                  <a:lnTo>
                    <a:pt x="34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5032;p66">
              <a:extLst>
                <a:ext uri="{FF2B5EF4-FFF2-40B4-BE49-F238E27FC236}">
                  <a16:creationId xmlns:a16="http://schemas.microsoft.com/office/drawing/2014/main" id="{0F6CE1F8-2F20-F60D-4C67-25FB9623F5FC}"/>
                </a:ext>
              </a:extLst>
            </p:cNvPr>
            <p:cNvSpPr/>
            <p:nvPr/>
          </p:nvSpPr>
          <p:spPr>
            <a:xfrm>
              <a:off x="2648750" y="4377350"/>
              <a:ext cx="17200" cy="17225"/>
            </a:xfrm>
            <a:custGeom>
              <a:avLst/>
              <a:gdLst/>
              <a:ahLst/>
              <a:cxnLst/>
              <a:rect l="l" t="t" r="r" b="b"/>
              <a:pathLst>
                <a:path w="688" h="689" extrusionOk="0">
                  <a:moveTo>
                    <a:pt x="301" y="1"/>
                  </a:moveTo>
                  <a:lnTo>
                    <a:pt x="172" y="44"/>
                  </a:lnTo>
                  <a:lnTo>
                    <a:pt x="86" y="130"/>
                  </a:lnTo>
                  <a:lnTo>
                    <a:pt x="0" y="259"/>
                  </a:lnTo>
                  <a:lnTo>
                    <a:pt x="0" y="387"/>
                  </a:lnTo>
                  <a:lnTo>
                    <a:pt x="43" y="473"/>
                  </a:lnTo>
                  <a:lnTo>
                    <a:pt x="129" y="602"/>
                  </a:lnTo>
                  <a:lnTo>
                    <a:pt x="215" y="645"/>
                  </a:lnTo>
                  <a:lnTo>
                    <a:pt x="344" y="688"/>
                  </a:lnTo>
                  <a:lnTo>
                    <a:pt x="473" y="645"/>
                  </a:lnTo>
                  <a:lnTo>
                    <a:pt x="602" y="559"/>
                  </a:lnTo>
                  <a:lnTo>
                    <a:pt x="645" y="473"/>
                  </a:lnTo>
                  <a:lnTo>
                    <a:pt x="687" y="344"/>
                  </a:lnTo>
                  <a:lnTo>
                    <a:pt x="645" y="216"/>
                  </a:lnTo>
                  <a:lnTo>
                    <a:pt x="559" y="87"/>
                  </a:lnTo>
                  <a:lnTo>
                    <a:pt x="430" y="44"/>
                  </a:lnTo>
                  <a:lnTo>
                    <a:pt x="3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5033;p66">
              <a:extLst>
                <a:ext uri="{FF2B5EF4-FFF2-40B4-BE49-F238E27FC236}">
                  <a16:creationId xmlns:a16="http://schemas.microsoft.com/office/drawing/2014/main" id="{58EF0F90-7BD1-4029-7144-1910246CCC24}"/>
                </a:ext>
              </a:extLst>
            </p:cNvPr>
            <p:cNvSpPr/>
            <p:nvPr/>
          </p:nvSpPr>
          <p:spPr>
            <a:xfrm>
              <a:off x="2610100" y="4360175"/>
              <a:ext cx="17200" cy="16125"/>
            </a:xfrm>
            <a:custGeom>
              <a:avLst/>
              <a:gdLst/>
              <a:ahLst/>
              <a:cxnLst/>
              <a:rect l="l" t="t" r="r" b="b"/>
              <a:pathLst>
                <a:path w="688" h="645" extrusionOk="0">
                  <a:moveTo>
                    <a:pt x="215" y="1"/>
                  </a:moveTo>
                  <a:lnTo>
                    <a:pt x="86" y="87"/>
                  </a:lnTo>
                  <a:lnTo>
                    <a:pt x="43" y="215"/>
                  </a:lnTo>
                  <a:lnTo>
                    <a:pt x="0" y="344"/>
                  </a:lnTo>
                  <a:lnTo>
                    <a:pt x="43" y="473"/>
                  </a:lnTo>
                  <a:lnTo>
                    <a:pt x="129" y="559"/>
                  </a:lnTo>
                  <a:lnTo>
                    <a:pt x="215" y="645"/>
                  </a:lnTo>
                  <a:lnTo>
                    <a:pt x="344" y="645"/>
                  </a:lnTo>
                  <a:lnTo>
                    <a:pt x="473" y="602"/>
                  </a:lnTo>
                  <a:lnTo>
                    <a:pt x="601" y="559"/>
                  </a:lnTo>
                  <a:lnTo>
                    <a:pt x="644" y="430"/>
                  </a:lnTo>
                  <a:lnTo>
                    <a:pt x="687" y="301"/>
                  </a:lnTo>
                  <a:lnTo>
                    <a:pt x="644" y="172"/>
                  </a:lnTo>
                  <a:lnTo>
                    <a:pt x="558" y="87"/>
                  </a:lnTo>
                  <a:lnTo>
                    <a:pt x="4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5034;p66">
              <a:extLst>
                <a:ext uri="{FF2B5EF4-FFF2-40B4-BE49-F238E27FC236}">
                  <a16:creationId xmlns:a16="http://schemas.microsoft.com/office/drawing/2014/main" id="{7C723208-1211-8C7A-8AC3-004D294D0450}"/>
                </a:ext>
              </a:extLst>
            </p:cNvPr>
            <p:cNvSpPr/>
            <p:nvPr/>
          </p:nvSpPr>
          <p:spPr>
            <a:xfrm>
              <a:off x="2638000" y="4344075"/>
              <a:ext cx="17200" cy="17200"/>
            </a:xfrm>
            <a:custGeom>
              <a:avLst/>
              <a:gdLst/>
              <a:ahLst/>
              <a:cxnLst/>
              <a:rect l="l" t="t" r="r" b="b"/>
              <a:pathLst>
                <a:path w="688" h="688" extrusionOk="0">
                  <a:moveTo>
                    <a:pt x="301" y="0"/>
                  </a:moveTo>
                  <a:lnTo>
                    <a:pt x="216" y="43"/>
                  </a:lnTo>
                  <a:lnTo>
                    <a:pt x="87" y="129"/>
                  </a:lnTo>
                  <a:lnTo>
                    <a:pt x="44" y="215"/>
                  </a:lnTo>
                  <a:lnTo>
                    <a:pt x="1" y="344"/>
                  </a:lnTo>
                  <a:lnTo>
                    <a:pt x="44" y="473"/>
                  </a:lnTo>
                  <a:lnTo>
                    <a:pt x="130" y="602"/>
                  </a:lnTo>
                  <a:lnTo>
                    <a:pt x="216" y="645"/>
                  </a:lnTo>
                  <a:lnTo>
                    <a:pt x="344" y="688"/>
                  </a:lnTo>
                  <a:lnTo>
                    <a:pt x="473" y="645"/>
                  </a:lnTo>
                  <a:lnTo>
                    <a:pt x="602" y="559"/>
                  </a:lnTo>
                  <a:lnTo>
                    <a:pt x="645" y="430"/>
                  </a:lnTo>
                  <a:lnTo>
                    <a:pt x="688" y="301"/>
                  </a:lnTo>
                  <a:lnTo>
                    <a:pt x="645" y="172"/>
                  </a:lnTo>
                  <a:lnTo>
                    <a:pt x="559" y="86"/>
                  </a:lnTo>
                  <a:lnTo>
                    <a:pt x="47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035;p66">
              <a:extLst>
                <a:ext uri="{FF2B5EF4-FFF2-40B4-BE49-F238E27FC236}">
                  <a16:creationId xmlns:a16="http://schemas.microsoft.com/office/drawing/2014/main" id="{6CA6545D-3CCA-D1D3-B5A7-82210DC6DE51}"/>
                </a:ext>
              </a:extLst>
            </p:cNvPr>
            <p:cNvSpPr/>
            <p:nvPr/>
          </p:nvSpPr>
          <p:spPr>
            <a:xfrm>
              <a:off x="2713175" y="4346225"/>
              <a:ext cx="17200" cy="17200"/>
            </a:xfrm>
            <a:custGeom>
              <a:avLst/>
              <a:gdLst/>
              <a:ahLst/>
              <a:cxnLst/>
              <a:rect l="l" t="t" r="r" b="b"/>
              <a:pathLst>
                <a:path w="688" h="688" extrusionOk="0">
                  <a:moveTo>
                    <a:pt x="301" y="0"/>
                  </a:moveTo>
                  <a:lnTo>
                    <a:pt x="172" y="43"/>
                  </a:lnTo>
                  <a:lnTo>
                    <a:pt x="86" y="129"/>
                  </a:lnTo>
                  <a:lnTo>
                    <a:pt x="0" y="215"/>
                  </a:lnTo>
                  <a:lnTo>
                    <a:pt x="0" y="344"/>
                  </a:lnTo>
                  <a:lnTo>
                    <a:pt x="43" y="473"/>
                  </a:lnTo>
                  <a:lnTo>
                    <a:pt x="129" y="559"/>
                  </a:lnTo>
                  <a:lnTo>
                    <a:pt x="215" y="645"/>
                  </a:lnTo>
                  <a:lnTo>
                    <a:pt x="344" y="688"/>
                  </a:lnTo>
                  <a:lnTo>
                    <a:pt x="473" y="645"/>
                  </a:lnTo>
                  <a:lnTo>
                    <a:pt x="559" y="559"/>
                  </a:lnTo>
                  <a:lnTo>
                    <a:pt x="644" y="430"/>
                  </a:lnTo>
                  <a:lnTo>
                    <a:pt x="687" y="301"/>
                  </a:lnTo>
                  <a:lnTo>
                    <a:pt x="644" y="172"/>
                  </a:lnTo>
                  <a:lnTo>
                    <a:pt x="559" y="86"/>
                  </a:lnTo>
                  <a:lnTo>
                    <a:pt x="430"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036;p66">
              <a:extLst>
                <a:ext uri="{FF2B5EF4-FFF2-40B4-BE49-F238E27FC236}">
                  <a16:creationId xmlns:a16="http://schemas.microsoft.com/office/drawing/2014/main" id="{64BA4036-EBD7-DC4F-9A26-4CB1ABC3CC39}"/>
                </a:ext>
              </a:extLst>
            </p:cNvPr>
            <p:cNvSpPr/>
            <p:nvPr/>
          </p:nvSpPr>
          <p:spPr>
            <a:xfrm>
              <a:off x="2847375" y="4314000"/>
              <a:ext cx="17225" cy="17225"/>
            </a:xfrm>
            <a:custGeom>
              <a:avLst/>
              <a:gdLst/>
              <a:ahLst/>
              <a:cxnLst/>
              <a:rect l="l" t="t" r="r" b="b"/>
              <a:pathLst>
                <a:path w="689" h="689" extrusionOk="0">
                  <a:moveTo>
                    <a:pt x="345" y="1"/>
                  </a:moveTo>
                  <a:lnTo>
                    <a:pt x="216" y="44"/>
                  </a:lnTo>
                  <a:lnTo>
                    <a:pt x="87" y="130"/>
                  </a:lnTo>
                  <a:lnTo>
                    <a:pt x="44" y="216"/>
                  </a:lnTo>
                  <a:lnTo>
                    <a:pt x="1" y="344"/>
                  </a:lnTo>
                  <a:lnTo>
                    <a:pt x="44" y="473"/>
                  </a:lnTo>
                  <a:lnTo>
                    <a:pt x="130" y="602"/>
                  </a:lnTo>
                  <a:lnTo>
                    <a:pt x="259" y="645"/>
                  </a:lnTo>
                  <a:lnTo>
                    <a:pt x="387" y="688"/>
                  </a:lnTo>
                  <a:lnTo>
                    <a:pt x="516" y="645"/>
                  </a:lnTo>
                  <a:lnTo>
                    <a:pt x="602" y="559"/>
                  </a:lnTo>
                  <a:lnTo>
                    <a:pt x="688" y="473"/>
                  </a:lnTo>
                  <a:lnTo>
                    <a:pt x="688" y="344"/>
                  </a:lnTo>
                  <a:lnTo>
                    <a:pt x="645" y="216"/>
                  </a:lnTo>
                  <a:lnTo>
                    <a:pt x="559" y="87"/>
                  </a:lnTo>
                  <a:lnTo>
                    <a:pt x="473" y="44"/>
                  </a:lnTo>
                  <a:lnTo>
                    <a:pt x="3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037;p66">
              <a:extLst>
                <a:ext uri="{FF2B5EF4-FFF2-40B4-BE49-F238E27FC236}">
                  <a16:creationId xmlns:a16="http://schemas.microsoft.com/office/drawing/2014/main" id="{B0EA2876-74E7-7C5C-255D-F38C447C747F}"/>
                </a:ext>
              </a:extLst>
            </p:cNvPr>
            <p:cNvSpPr/>
            <p:nvPr/>
          </p:nvSpPr>
          <p:spPr>
            <a:xfrm>
              <a:off x="2999850" y="4372000"/>
              <a:ext cx="16125" cy="17200"/>
            </a:xfrm>
            <a:custGeom>
              <a:avLst/>
              <a:gdLst/>
              <a:ahLst/>
              <a:cxnLst/>
              <a:rect l="l" t="t" r="r" b="b"/>
              <a:pathLst>
                <a:path w="645" h="688" extrusionOk="0">
                  <a:moveTo>
                    <a:pt x="301" y="0"/>
                  </a:moveTo>
                  <a:lnTo>
                    <a:pt x="173" y="43"/>
                  </a:lnTo>
                  <a:lnTo>
                    <a:pt x="87" y="129"/>
                  </a:lnTo>
                  <a:lnTo>
                    <a:pt x="1" y="215"/>
                  </a:lnTo>
                  <a:lnTo>
                    <a:pt x="1" y="387"/>
                  </a:lnTo>
                  <a:lnTo>
                    <a:pt x="44" y="473"/>
                  </a:lnTo>
                  <a:lnTo>
                    <a:pt x="87" y="601"/>
                  </a:lnTo>
                  <a:lnTo>
                    <a:pt x="215" y="644"/>
                  </a:lnTo>
                  <a:lnTo>
                    <a:pt x="344" y="687"/>
                  </a:lnTo>
                  <a:lnTo>
                    <a:pt x="473" y="644"/>
                  </a:lnTo>
                  <a:lnTo>
                    <a:pt x="559" y="558"/>
                  </a:lnTo>
                  <a:lnTo>
                    <a:pt x="645" y="473"/>
                  </a:lnTo>
                  <a:lnTo>
                    <a:pt x="645" y="344"/>
                  </a:lnTo>
                  <a:lnTo>
                    <a:pt x="645" y="215"/>
                  </a:lnTo>
                  <a:lnTo>
                    <a:pt x="559" y="86"/>
                  </a:lnTo>
                  <a:lnTo>
                    <a:pt x="430" y="43"/>
                  </a:lnTo>
                  <a:lnTo>
                    <a:pt x="3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038;p66">
              <a:extLst>
                <a:ext uri="{FF2B5EF4-FFF2-40B4-BE49-F238E27FC236}">
                  <a16:creationId xmlns:a16="http://schemas.microsoft.com/office/drawing/2014/main" id="{5D440404-BBA3-1E20-DCBD-6421B4787FF4}"/>
                </a:ext>
              </a:extLst>
            </p:cNvPr>
            <p:cNvSpPr/>
            <p:nvPr/>
          </p:nvSpPr>
          <p:spPr>
            <a:xfrm>
              <a:off x="2984825" y="4340850"/>
              <a:ext cx="16125" cy="16125"/>
            </a:xfrm>
            <a:custGeom>
              <a:avLst/>
              <a:gdLst/>
              <a:ahLst/>
              <a:cxnLst/>
              <a:rect l="l" t="t" r="r" b="b"/>
              <a:pathLst>
                <a:path w="645" h="645" extrusionOk="0">
                  <a:moveTo>
                    <a:pt x="172" y="1"/>
                  </a:moveTo>
                  <a:lnTo>
                    <a:pt x="86" y="86"/>
                  </a:lnTo>
                  <a:lnTo>
                    <a:pt x="0" y="215"/>
                  </a:lnTo>
                  <a:lnTo>
                    <a:pt x="0" y="344"/>
                  </a:lnTo>
                  <a:lnTo>
                    <a:pt x="43" y="473"/>
                  </a:lnTo>
                  <a:lnTo>
                    <a:pt x="86" y="559"/>
                  </a:lnTo>
                  <a:lnTo>
                    <a:pt x="215" y="645"/>
                  </a:lnTo>
                  <a:lnTo>
                    <a:pt x="344" y="645"/>
                  </a:lnTo>
                  <a:lnTo>
                    <a:pt x="473" y="602"/>
                  </a:lnTo>
                  <a:lnTo>
                    <a:pt x="559" y="559"/>
                  </a:lnTo>
                  <a:lnTo>
                    <a:pt x="645" y="430"/>
                  </a:lnTo>
                  <a:lnTo>
                    <a:pt x="645" y="301"/>
                  </a:lnTo>
                  <a:lnTo>
                    <a:pt x="645" y="172"/>
                  </a:lnTo>
                  <a:lnTo>
                    <a:pt x="559" y="86"/>
                  </a:lnTo>
                  <a:lnTo>
                    <a:pt x="43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039;p66">
              <a:extLst>
                <a:ext uri="{FF2B5EF4-FFF2-40B4-BE49-F238E27FC236}">
                  <a16:creationId xmlns:a16="http://schemas.microsoft.com/office/drawing/2014/main" id="{F75349DD-D50D-C0FD-8308-204E2C11156B}"/>
                </a:ext>
              </a:extLst>
            </p:cNvPr>
            <p:cNvSpPr/>
            <p:nvPr/>
          </p:nvSpPr>
          <p:spPr>
            <a:xfrm>
              <a:off x="2989125" y="4304350"/>
              <a:ext cx="16125" cy="16125"/>
            </a:xfrm>
            <a:custGeom>
              <a:avLst/>
              <a:gdLst/>
              <a:ahLst/>
              <a:cxnLst/>
              <a:rect l="l" t="t" r="r" b="b"/>
              <a:pathLst>
                <a:path w="645" h="645" extrusionOk="0">
                  <a:moveTo>
                    <a:pt x="301" y="0"/>
                  </a:moveTo>
                  <a:lnTo>
                    <a:pt x="172" y="43"/>
                  </a:lnTo>
                  <a:lnTo>
                    <a:pt x="86" y="86"/>
                  </a:lnTo>
                  <a:lnTo>
                    <a:pt x="0" y="215"/>
                  </a:lnTo>
                  <a:lnTo>
                    <a:pt x="0" y="344"/>
                  </a:lnTo>
                  <a:lnTo>
                    <a:pt x="0" y="473"/>
                  </a:lnTo>
                  <a:lnTo>
                    <a:pt x="86" y="559"/>
                  </a:lnTo>
                  <a:lnTo>
                    <a:pt x="215" y="645"/>
                  </a:lnTo>
                  <a:lnTo>
                    <a:pt x="473" y="645"/>
                  </a:lnTo>
                  <a:lnTo>
                    <a:pt x="559" y="559"/>
                  </a:lnTo>
                  <a:lnTo>
                    <a:pt x="644" y="430"/>
                  </a:lnTo>
                  <a:lnTo>
                    <a:pt x="644" y="301"/>
                  </a:lnTo>
                  <a:lnTo>
                    <a:pt x="602" y="172"/>
                  </a:lnTo>
                  <a:lnTo>
                    <a:pt x="559" y="86"/>
                  </a:lnTo>
                  <a:lnTo>
                    <a:pt x="430"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040;p66">
              <a:extLst>
                <a:ext uri="{FF2B5EF4-FFF2-40B4-BE49-F238E27FC236}">
                  <a16:creationId xmlns:a16="http://schemas.microsoft.com/office/drawing/2014/main" id="{8C3D0BC6-3AE5-7A8F-66CC-F4F47DC27A33}"/>
                </a:ext>
              </a:extLst>
            </p:cNvPr>
            <p:cNvSpPr/>
            <p:nvPr/>
          </p:nvSpPr>
          <p:spPr>
            <a:xfrm>
              <a:off x="2966575" y="4316150"/>
              <a:ext cx="17200" cy="17200"/>
            </a:xfrm>
            <a:custGeom>
              <a:avLst/>
              <a:gdLst/>
              <a:ahLst/>
              <a:cxnLst/>
              <a:rect l="l" t="t" r="r" b="b"/>
              <a:pathLst>
                <a:path w="688" h="688" extrusionOk="0">
                  <a:moveTo>
                    <a:pt x="301" y="1"/>
                  </a:moveTo>
                  <a:lnTo>
                    <a:pt x="215" y="44"/>
                  </a:lnTo>
                  <a:lnTo>
                    <a:pt x="86" y="130"/>
                  </a:lnTo>
                  <a:lnTo>
                    <a:pt x="43" y="215"/>
                  </a:lnTo>
                  <a:lnTo>
                    <a:pt x="0" y="344"/>
                  </a:lnTo>
                  <a:lnTo>
                    <a:pt x="43" y="473"/>
                  </a:lnTo>
                  <a:lnTo>
                    <a:pt x="129" y="602"/>
                  </a:lnTo>
                  <a:lnTo>
                    <a:pt x="215" y="645"/>
                  </a:lnTo>
                  <a:lnTo>
                    <a:pt x="344" y="688"/>
                  </a:lnTo>
                  <a:lnTo>
                    <a:pt x="473" y="645"/>
                  </a:lnTo>
                  <a:lnTo>
                    <a:pt x="602" y="559"/>
                  </a:lnTo>
                  <a:lnTo>
                    <a:pt x="645" y="430"/>
                  </a:lnTo>
                  <a:lnTo>
                    <a:pt x="687" y="301"/>
                  </a:lnTo>
                  <a:lnTo>
                    <a:pt x="645" y="215"/>
                  </a:lnTo>
                  <a:lnTo>
                    <a:pt x="559" y="87"/>
                  </a:lnTo>
                  <a:lnTo>
                    <a:pt x="430" y="44"/>
                  </a:lnTo>
                  <a:lnTo>
                    <a:pt x="3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041;p66">
              <a:extLst>
                <a:ext uri="{FF2B5EF4-FFF2-40B4-BE49-F238E27FC236}">
                  <a16:creationId xmlns:a16="http://schemas.microsoft.com/office/drawing/2014/main" id="{5DA3F0A2-DCE2-221C-1A9B-97C4AACB0CB4}"/>
                </a:ext>
              </a:extLst>
            </p:cNvPr>
            <p:cNvSpPr/>
            <p:nvPr/>
          </p:nvSpPr>
          <p:spPr>
            <a:xfrm>
              <a:off x="2912875" y="4341925"/>
              <a:ext cx="17225" cy="16125"/>
            </a:xfrm>
            <a:custGeom>
              <a:avLst/>
              <a:gdLst/>
              <a:ahLst/>
              <a:cxnLst/>
              <a:rect l="l" t="t" r="r" b="b"/>
              <a:pathLst>
                <a:path w="689" h="645" extrusionOk="0">
                  <a:moveTo>
                    <a:pt x="216" y="1"/>
                  </a:moveTo>
                  <a:lnTo>
                    <a:pt x="130" y="86"/>
                  </a:lnTo>
                  <a:lnTo>
                    <a:pt x="44" y="215"/>
                  </a:lnTo>
                  <a:lnTo>
                    <a:pt x="1" y="344"/>
                  </a:lnTo>
                  <a:lnTo>
                    <a:pt x="44" y="473"/>
                  </a:lnTo>
                  <a:lnTo>
                    <a:pt x="130" y="559"/>
                  </a:lnTo>
                  <a:lnTo>
                    <a:pt x="259" y="645"/>
                  </a:lnTo>
                  <a:lnTo>
                    <a:pt x="387" y="645"/>
                  </a:lnTo>
                  <a:lnTo>
                    <a:pt x="516" y="602"/>
                  </a:lnTo>
                  <a:lnTo>
                    <a:pt x="602" y="559"/>
                  </a:lnTo>
                  <a:lnTo>
                    <a:pt x="688" y="430"/>
                  </a:lnTo>
                  <a:lnTo>
                    <a:pt x="688" y="301"/>
                  </a:lnTo>
                  <a:lnTo>
                    <a:pt x="645" y="172"/>
                  </a:lnTo>
                  <a:lnTo>
                    <a:pt x="559" y="86"/>
                  </a:lnTo>
                  <a:lnTo>
                    <a:pt x="4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042;p66">
              <a:extLst>
                <a:ext uri="{FF2B5EF4-FFF2-40B4-BE49-F238E27FC236}">
                  <a16:creationId xmlns:a16="http://schemas.microsoft.com/office/drawing/2014/main" id="{7F5BD839-7246-B403-D319-052EFC1B0DF7}"/>
                </a:ext>
              </a:extLst>
            </p:cNvPr>
            <p:cNvSpPr/>
            <p:nvPr/>
          </p:nvSpPr>
          <p:spPr>
            <a:xfrm>
              <a:off x="2912875" y="4283950"/>
              <a:ext cx="17225" cy="16125"/>
            </a:xfrm>
            <a:custGeom>
              <a:avLst/>
              <a:gdLst/>
              <a:ahLst/>
              <a:cxnLst/>
              <a:rect l="l" t="t" r="r" b="b"/>
              <a:pathLst>
                <a:path w="689" h="645" extrusionOk="0">
                  <a:moveTo>
                    <a:pt x="344" y="0"/>
                  </a:moveTo>
                  <a:lnTo>
                    <a:pt x="216" y="43"/>
                  </a:lnTo>
                  <a:lnTo>
                    <a:pt x="87" y="86"/>
                  </a:lnTo>
                  <a:lnTo>
                    <a:pt x="44" y="215"/>
                  </a:lnTo>
                  <a:lnTo>
                    <a:pt x="1" y="344"/>
                  </a:lnTo>
                  <a:lnTo>
                    <a:pt x="44" y="473"/>
                  </a:lnTo>
                  <a:lnTo>
                    <a:pt x="130" y="559"/>
                  </a:lnTo>
                  <a:lnTo>
                    <a:pt x="216" y="644"/>
                  </a:lnTo>
                  <a:lnTo>
                    <a:pt x="473" y="644"/>
                  </a:lnTo>
                  <a:lnTo>
                    <a:pt x="602" y="559"/>
                  </a:lnTo>
                  <a:lnTo>
                    <a:pt x="645" y="430"/>
                  </a:lnTo>
                  <a:lnTo>
                    <a:pt x="688" y="301"/>
                  </a:lnTo>
                  <a:lnTo>
                    <a:pt x="645" y="172"/>
                  </a:lnTo>
                  <a:lnTo>
                    <a:pt x="559" y="86"/>
                  </a:lnTo>
                  <a:lnTo>
                    <a:pt x="47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043;p66">
              <a:extLst>
                <a:ext uri="{FF2B5EF4-FFF2-40B4-BE49-F238E27FC236}">
                  <a16:creationId xmlns:a16="http://schemas.microsoft.com/office/drawing/2014/main" id="{619CA5D5-F8F5-39C4-7531-A75313BA51DB}"/>
                </a:ext>
              </a:extLst>
            </p:cNvPr>
            <p:cNvSpPr/>
            <p:nvPr/>
          </p:nvSpPr>
          <p:spPr>
            <a:xfrm>
              <a:off x="2962275" y="4377350"/>
              <a:ext cx="17200" cy="16150"/>
            </a:xfrm>
            <a:custGeom>
              <a:avLst/>
              <a:gdLst/>
              <a:ahLst/>
              <a:cxnLst/>
              <a:rect l="l" t="t" r="r" b="b"/>
              <a:pathLst>
                <a:path w="688" h="646" extrusionOk="0">
                  <a:moveTo>
                    <a:pt x="215" y="1"/>
                  </a:moveTo>
                  <a:lnTo>
                    <a:pt x="86" y="87"/>
                  </a:lnTo>
                  <a:lnTo>
                    <a:pt x="43" y="216"/>
                  </a:lnTo>
                  <a:lnTo>
                    <a:pt x="0" y="344"/>
                  </a:lnTo>
                  <a:lnTo>
                    <a:pt x="43" y="473"/>
                  </a:lnTo>
                  <a:lnTo>
                    <a:pt x="129" y="559"/>
                  </a:lnTo>
                  <a:lnTo>
                    <a:pt x="258" y="645"/>
                  </a:lnTo>
                  <a:lnTo>
                    <a:pt x="387" y="645"/>
                  </a:lnTo>
                  <a:lnTo>
                    <a:pt x="516" y="602"/>
                  </a:lnTo>
                  <a:lnTo>
                    <a:pt x="602" y="559"/>
                  </a:lnTo>
                  <a:lnTo>
                    <a:pt x="688" y="430"/>
                  </a:lnTo>
                  <a:lnTo>
                    <a:pt x="688" y="301"/>
                  </a:lnTo>
                  <a:lnTo>
                    <a:pt x="645" y="173"/>
                  </a:lnTo>
                  <a:lnTo>
                    <a:pt x="559" y="87"/>
                  </a:lnTo>
                  <a:lnTo>
                    <a:pt x="4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044;p66">
              <a:extLst>
                <a:ext uri="{FF2B5EF4-FFF2-40B4-BE49-F238E27FC236}">
                  <a16:creationId xmlns:a16="http://schemas.microsoft.com/office/drawing/2014/main" id="{7FDE9D39-B6E4-AFF8-4000-CBDD68A69B36}"/>
                </a:ext>
              </a:extLst>
            </p:cNvPr>
            <p:cNvSpPr/>
            <p:nvPr/>
          </p:nvSpPr>
          <p:spPr>
            <a:xfrm>
              <a:off x="2936500" y="4380575"/>
              <a:ext cx="17200" cy="16125"/>
            </a:xfrm>
            <a:custGeom>
              <a:avLst/>
              <a:gdLst/>
              <a:ahLst/>
              <a:cxnLst/>
              <a:rect l="l" t="t" r="r" b="b"/>
              <a:pathLst>
                <a:path w="688" h="645" extrusionOk="0">
                  <a:moveTo>
                    <a:pt x="344" y="1"/>
                  </a:moveTo>
                  <a:lnTo>
                    <a:pt x="215" y="44"/>
                  </a:lnTo>
                  <a:lnTo>
                    <a:pt x="87" y="87"/>
                  </a:lnTo>
                  <a:lnTo>
                    <a:pt x="44" y="215"/>
                  </a:lnTo>
                  <a:lnTo>
                    <a:pt x="1" y="344"/>
                  </a:lnTo>
                  <a:lnTo>
                    <a:pt x="44" y="473"/>
                  </a:lnTo>
                  <a:lnTo>
                    <a:pt x="130" y="559"/>
                  </a:lnTo>
                  <a:lnTo>
                    <a:pt x="258" y="645"/>
                  </a:lnTo>
                  <a:lnTo>
                    <a:pt x="516" y="645"/>
                  </a:lnTo>
                  <a:lnTo>
                    <a:pt x="602" y="559"/>
                  </a:lnTo>
                  <a:lnTo>
                    <a:pt x="688" y="430"/>
                  </a:lnTo>
                  <a:lnTo>
                    <a:pt x="688" y="301"/>
                  </a:lnTo>
                  <a:lnTo>
                    <a:pt x="645" y="172"/>
                  </a:lnTo>
                  <a:lnTo>
                    <a:pt x="559" y="87"/>
                  </a:lnTo>
                  <a:lnTo>
                    <a:pt x="4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5045;p66">
              <a:extLst>
                <a:ext uri="{FF2B5EF4-FFF2-40B4-BE49-F238E27FC236}">
                  <a16:creationId xmlns:a16="http://schemas.microsoft.com/office/drawing/2014/main" id="{3DEABA52-433B-67FC-B056-435DEBAD5BD8}"/>
                </a:ext>
              </a:extLst>
            </p:cNvPr>
            <p:cNvSpPr/>
            <p:nvPr/>
          </p:nvSpPr>
          <p:spPr>
            <a:xfrm>
              <a:off x="2910725" y="4373075"/>
              <a:ext cx="17225" cy="17200"/>
            </a:xfrm>
            <a:custGeom>
              <a:avLst/>
              <a:gdLst/>
              <a:ahLst/>
              <a:cxnLst/>
              <a:rect l="l" t="t" r="r" b="b"/>
              <a:pathLst>
                <a:path w="689" h="688" extrusionOk="0">
                  <a:moveTo>
                    <a:pt x="302" y="0"/>
                  </a:moveTo>
                  <a:lnTo>
                    <a:pt x="173" y="43"/>
                  </a:lnTo>
                  <a:lnTo>
                    <a:pt x="87" y="129"/>
                  </a:lnTo>
                  <a:lnTo>
                    <a:pt x="44" y="258"/>
                  </a:lnTo>
                  <a:lnTo>
                    <a:pt x="1" y="387"/>
                  </a:lnTo>
                  <a:lnTo>
                    <a:pt x="44" y="515"/>
                  </a:lnTo>
                  <a:lnTo>
                    <a:pt x="130" y="601"/>
                  </a:lnTo>
                  <a:lnTo>
                    <a:pt x="216" y="687"/>
                  </a:lnTo>
                  <a:lnTo>
                    <a:pt x="345" y="687"/>
                  </a:lnTo>
                  <a:lnTo>
                    <a:pt x="473" y="644"/>
                  </a:lnTo>
                  <a:lnTo>
                    <a:pt x="602" y="558"/>
                  </a:lnTo>
                  <a:lnTo>
                    <a:pt x="645" y="472"/>
                  </a:lnTo>
                  <a:lnTo>
                    <a:pt x="688" y="344"/>
                  </a:lnTo>
                  <a:lnTo>
                    <a:pt x="645" y="215"/>
                  </a:lnTo>
                  <a:lnTo>
                    <a:pt x="559" y="86"/>
                  </a:lnTo>
                  <a:lnTo>
                    <a:pt x="430" y="43"/>
                  </a:lnTo>
                  <a:lnTo>
                    <a:pt x="3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5046;p66">
              <a:extLst>
                <a:ext uri="{FF2B5EF4-FFF2-40B4-BE49-F238E27FC236}">
                  <a16:creationId xmlns:a16="http://schemas.microsoft.com/office/drawing/2014/main" id="{A830B4BA-53D3-DF6C-BBBA-504E76272C0B}"/>
                </a:ext>
              </a:extLst>
            </p:cNvPr>
            <p:cNvSpPr/>
            <p:nvPr/>
          </p:nvSpPr>
          <p:spPr>
            <a:xfrm>
              <a:off x="2957975" y="4269975"/>
              <a:ext cx="17200" cy="16150"/>
            </a:xfrm>
            <a:custGeom>
              <a:avLst/>
              <a:gdLst/>
              <a:ahLst/>
              <a:cxnLst/>
              <a:rect l="l" t="t" r="r" b="b"/>
              <a:pathLst>
                <a:path w="688" h="646" extrusionOk="0">
                  <a:moveTo>
                    <a:pt x="344" y="1"/>
                  </a:moveTo>
                  <a:lnTo>
                    <a:pt x="215" y="44"/>
                  </a:lnTo>
                  <a:lnTo>
                    <a:pt x="87" y="87"/>
                  </a:lnTo>
                  <a:lnTo>
                    <a:pt x="44" y="216"/>
                  </a:lnTo>
                  <a:lnTo>
                    <a:pt x="1" y="345"/>
                  </a:lnTo>
                  <a:lnTo>
                    <a:pt x="44" y="473"/>
                  </a:lnTo>
                  <a:lnTo>
                    <a:pt x="130" y="559"/>
                  </a:lnTo>
                  <a:lnTo>
                    <a:pt x="258" y="645"/>
                  </a:lnTo>
                  <a:lnTo>
                    <a:pt x="516" y="645"/>
                  </a:lnTo>
                  <a:lnTo>
                    <a:pt x="602" y="559"/>
                  </a:lnTo>
                  <a:lnTo>
                    <a:pt x="645" y="430"/>
                  </a:lnTo>
                  <a:lnTo>
                    <a:pt x="688" y="302"/>
                  </a:lnTo>
                  <a:lnTo>
                    <a:pt x="645" y="173"/>
                  </a:lnTo>
                  <a:lnTo>
                    <a:pt x="559" y="87"/>
                  </a:lnTo>
                  <a:lnTo>
                    <a:pt x="4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5047;p66">
              <a:extLst>
                <a:ext uri="{FF2B5EF4-FFF2-40B4-BE49-F238E27FC236}">
                  <a16:creationId xmlns:a16="http://schemas.microsoft.com/office/drawing/2014/main" id="{93E53930-8E50-3025-1D8A-2E094E25822F}"/>
                </a:ext>
              </a:extLst>
            </p:cNvPr>
            <p:cNvSpPr/>
            <p:nvPr/>
          </p:nvSpPr>
          <p:spPr>
            <a:xfrm>
              <a:off x="2994475" y="4411725"/>
              <a:ext cx="16150" cy="17200"/>
            </a:xfrm>
            <a:custGeom>
              <a:avLst/>
              <a:gdLst/>
              <a:ahLst/>
              <a:cxnLst/>
              <a:rect l="l" t="t" r="r" b="b"/>
              <a:pathLst>
                <a:path w="646" h="688" extrusionOk="0">
                  <a:moveTo>
                    <a:pt x="302" y="0"/>
                  </a:moveTo>
                  <a:lnTo>
                    <a:pt x="173" y="43"/>
                  </a:lnTo>
                  <a:lnTo>
                    <a:pt x="87" y="129"/>
                  </a:lnTo>
                  <a:lnTo>
                    <a:pt x="1" y="215"/>
                  </a:lnTo>
                  <a:lnTo>
                    <a:pt x="1" y="344"/>
                  </a:lnTo>
                  <a:lnTo>
                    <a:pt x="1" y="473"/>
                  </a:lnTo>
                  <a:lnTo>
                    <a:pt x="87" y="602"/>
                  </a:lnTo>
                  <a:lnTo>
                    <a:pt x="216" y="644"/>
                  </a:lnTo>
                  <a:lnTo>
                    <a:pt x="345" y="687"/>
                  </a:lnTo>
                  <a:lnTo>
                    <a:pt x="473" y="644"/>
                  </a:lnTo>
                  <a:lnTo>
                    <a:pt x="559" y="559"/>
                  </a:lnTo>
                  <a:lnTo>
                    <a:pt x="645" y="473"/>
                  </a:lnTo>
                  <a:lnTo>
                    <a:pt x="645" y="301"/>
                  </a:lnTo>
                  <a:lnTo>
                    <a:pt x="602" y="215"/>
                  </a:lnTo>
                  <a:lnTo>
                    <a:pt x="559" y="86"/>
                  </a:lnTo>
                  <a:lnTo>
                    <a:pt x="430" y="43"/>
                  </a:lnTo>
                  <a:lnTo>
                    <a:pt x="3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5048;p66">
              <a:extLst>
                <a:ext uri="{FF2B5EF4-FFF2-40B4-BE49-F238E27FC236}">
                  <a16:creationId xmlns:a16="http://schemas.microsoft.com/office/drawing/2014/main" id="{6C62DFFB-6389-3ED1-111B-36BC09699FC7}"/>
                </a:ext>
              </a:extLst>
            </p:cNvPr>
            <p:cNvSpPr/>
            <p:nvPr/>
          </p:nvSpPr>
          <p:spPr>
            <a:xfrm>
              <a:off x="2968725" y="4416025"/>
              <a:ext cx="16125" cy="16125"/>
            </a:xfrm>
            <a:custGeom>
              <a:avLst/>
              <a:gdLst/>
              <a:ahLst/>
              <a:cxnLst/>
              <a:rect l="l" t="t" r="r" b="b"/>
              <a:pathLst>
                <a:path w="645" h="645" extrusionOk="0">
                  <a:moveTo>
                    <a:pt x="172" y="0"/>
                  </a:moveTo>
                  <a:lnTo>
                    <a:pt x="86" y="86"/>
                  </a:lnTo>
                  <a:lnTo>
                    <a:pt x="0" y="215"/>
                  </a:lnTo>
                  <a:lnTo>
                    <a:pt x="0" y="344"/>
                  </a:lnTo>
                  <a:lnTo>
                    <a:pt x="0" y="472"/>
                  </a:lnTo>
                  <a:lnTo>
                    <a:pt x="86" y="558"/>
                  </a:lnTo>
                  <a:lnTo>
                    <a:pt x="215" y="644"/>
                  </a:lnTo>
                  <a:lnTo>
                    <a:pt x="344" y="644"/>
                  </a:lnTo>
                  <a:lnTo>
                    <a:pt x="473" y="601"/>
                  </a:lnTo>
                  <a:lnTo>
                    <a:pt x="559" y="558"/>
                  </a:lnTo>
                  <a:lnTo>
                    <a:pt x="644" y="430"/>
                  </a:lnTo>
                  <a:lnTo>
                    <a:pt x="644" y="301"/>
                  </a:lnTo>
                  <a:lnTo>
                    <a:pt x="601" y="172"/>
                  </a:lnTo>
                  <a:lnTo>
                    <a:pt x="559" y="86"/>
                  </a:lnTo>
                  <a:lnTo>
                    <a:pt x="430"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5049;p66">
              <a:extLst>
                <a:ext uri="{FF2B5EF4-FFF2-40B4-BE49-F238E27FC236}">
                  <a16:creationId xmlns:a16="http://schemas.microsoft.com/office/drawing/2014/main" id="{6BD748F5-5BDB-AA25-B69C-F04F2D0AE143}"/>
                </a:ext>
              </a:extLst>
            </p:cNvPr>
            <p:cNvSpPr/>
            <p:nvPr/>
          </p:nvSpPr>
          <p:spPr>
            <a:xfrm>
              <a:off x="2941875" y="4408500"/>
              <a:ext cx="17200" cy="17200"/>
            </a:xfrm>
            <a:custGeom>
              <a:avLst/>
              <a:gdLst/>
              <a:ahLst/>
              <a:cxnLst/>
              <a:rect l="l" t="t" r="r" b="b"/>
              <a:pathLst>
                <a:path w="688" h="688" extrusionOk="0">
                  <a:moveTo>
                    <a:pt x="301" y="0"/>
                  </a:moveTo>
                  <a:lnTo>
                    <a:pt x="215" y="43"/>
                  </a:lnTo>
                  <a:lnTo>
                    <a:pt x="86" y="129"/>
                  </a:lnTo>
                  <a:lnTo>
                    <a:pt x="43" y="215"/>
                  </a:lnTo>
                  <a:lnTo>
                    <a:pt x="0" y="344"/>
                  </a:lnTo>
                  <a:lnTo>
                    <a:pt x="43" y="473"/>
                  </a:lnTo>
                  <a:lnTo>
                    <a:pt x="129" y="602"/>
                  </a:lnTo>
                  <a:lnTo>
                    <a:pt x="215" y="645"/>
                  </a:lnTo>
                  <a:lnTo>
                    <a:pt x="344" y="688"/>
                  </a:lnTo>
                  <a:lnTo>
                    <a:pt x="473" y="645"/>
                  </a:lnTo>
                  <a:lnTo>
                    <a:pt x="602" y="559"/>
                  </a:lnTo>
                  <a:lnTo>
                    <a:pt x="645" y="430"/>
                  </a:lnTo>
                  <a:lnTo>
                    <a:pt x="688" y="301"/>
                  </a:lnTo>
                  <a:lnTo>
                    <a:pt x="645" y="215"/>
                  </a:lnTo>
                  <a:lnTo>
                    <a:pt x="559" y="86"/>
                  </a:lnTo>
                  <a:lnTo>
                    <a:pt x="430" y="43"/>
                  </a:lnTo>
                  <a:lnTo>
                    <a:pt x="3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8" name="Google Shape;15050;p66">
              <a:extLst>
                <a:ext uri="{FF2B5EF4-FFF2-40B4-BE49-F238E27FC236}">
                  <a16:creationId xmlns:a16="http://schemas.microsoft.com/office/drawing/2014/main" id="{2317228F-59F3-C19B-E8D8-1A1581D4F6BE}"/>
                </a:ext>
              </a:extLst>
            </p:cNvPr>
            <p:cNvSpPr/>
            <p:nvPr/>
          </p:nvSpPr>
          <p:spPr>
            <a:xfrm>
              <a:off x="2842025" y="4366625"/>
              <a:ext cx="16125" cy="16125"/>
            </a:xfrm>
            <a:custGeom>
              <a:avLst/>
              <a:gdLst/>
              <a:ahLst/>
              <a:cxnLst/>
              <a:rect l="l" t="t" r="r" b="b"/>
              <a:pathLst>
                <a:path w="645" h="645" extrusionOk="0">
                  <a:moveTo>
                    <a:pt x="172" y="0"/>
                  </a:moveTo>
                  <a:lnTo>
                    <a:pt x="86" y="86"/>
                  </a:lnTo>
                  <a:lnTo>
                    <a:pt x="0" y="215"/>
                  </a:lnTo>
                  <a:lnTo>
                    <a:pt x="0" y="344"/>
                  </a:lnTo>
                  <a:lnTo>
                    <a:pt x="43" y="473"/>
                  </a:lnTo>
                  <a:lnTo>
                    <a:pt x="86" y="559"/>
                  </a:lnTo>
                  <a:lnTo>
                    <a:pt x="215" y="645"/>
                  </a:lnTo>
                  <a:lnTo>
                    <a:pt x="473" y="645"/>
                  </a:lnTo>
                  <a:lnTo>
                    <a:pt x="559" y="559"/>
                  </a:lnTo>
                  <a:lnTo>
                    <a:pt x="644" y="430"/>
                  </a:lnTo>
                  <a:lnTo>
                    <a:pt x="644" y="301"/>
                  </a:lnTo>
                  <a:lnTo>
                    <a:pt x="644" y="172"/>
                  </a:lnTo>
                  <a:lnTo>
                    <a:pt x="559" y="86"/>
                  </a:lnTo>
                  <a:lnTo>
                    <a:pt x="430"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9" name="Google Shape;15051;p66">
              <a:extLst>
                <a:ext uri="{FF2B5EF4-FFF2-40B4-BE49-F238E27FC236}">
                  <a16:creationId xmlns:a16="http://schemas.microsoft.com/office/drawing/2014/main" id="{8F9FA75E-413E-F1B4-DCA1-880D2948DE2D}"/>
                </a:ext>
              </a:extLst>
            </p:cNvPr>
            <p:cNvSpPr/>
            <p:nvPr/>
          </p:nvSpPr>
          <p:spPr>
            <a:xfrm>
              <a:off x="2869925" y="4350525"/>
              <a:ext cx="16150" cy="17200"/>
            </a:xfrm>
            <a:custGeom>
              <a:avLst/>
              <a:gdLst/>
              <a:ahLst/>
              <a:cxnLst/>
              <a:rect l="l" t="t" r="r" b="b"/>
              <a:pathLst>
                <a:path w="646" h="688" extrusionOk="0">
                  <a:moveTo>
                    <a:pt x="301" y="0"/>
                  </a:moveTo>
                  <a:lnTo>
                    <a:pt x="173" y="43"/>
                  </a:lnTo>
                  <a:lnTo>
                    <a:pt x="87" y="129"/>
                  </a:lnTo>
                  <a:lnTo>
                    <a:pt x="1" y="215"/>
                  </a:lnTo>
                  <a:lnTo>
                    <a:pt x="1" y="344"/>
                  </a:lnTo>
                  <a:lnTo>
                    <a:pt x="44" y="473"/>
                  </a:lnTo>
                  <a:lnTo>
                    <a:pt x="87" y="601"/>
                  </a:lnTo>
                  <a:lnTo>
                    <a:pt x="216" y="644"/>
                  </a:lnTo>
                  <a:lnTo>
                    <a:pt x="344" y="687"/>
                  </a:lnTo>
                  <a:lnTo>
                    <a:pt x="473" y="644"/>
                  </a:lnTo>
                  <a:lnTo>
                    <a:pt x="559" y="558"/>
                  </a:lnTo>
                  <a:lnTo>
                    <a:pt x="645" y="430"/>
                  </a:lnTo>
                  <a:lnTo>
                    <a:pt x="645" y="301"/>
                  </a:lnTo>
                  <a:lnTo>
                    <a:pt x="645" y="172"/>
                  </a:lnTo>
                  <a:lnTo>
                    <a:pt x="559" y="86"/>
                  </a:lnTo>
                  <a:lnTo>
                    <a:pt x="430" y="43"/>
                  </a:lnTo>
                  <a:lnTo>
                    <a:pt x="3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0" name="Google Shape;15052;p66">
              <a:extLst>
                <a:ext uri="{FF2B5EF4-FFF2-40B4-BE49-F238E27FC236}">
                  <a16:creationId xmlns:a16="http://schemas.microsoft.com/office/drawing/2014/main" id="{CB37913B-72E8-8975-D907-49D3BF5B14E6}"/>
                </a:ext>
              </a:extLst>
            </p:cNvPr>
            <p:cNvSpPr/>
            <p:nvPr/>
          </p:nvSpPr>
          <p:spPr>
            <a:xfrm>
              <a:off x="2945100" y="4352675"/>
              <a:ext cx="16125" cy="17200"/>
            </a:xfrm>
            <a:custGeom>
              <a:avLst/>
              <a:gdLst/>
              <a:ahLst/>
              <a:cxnLst/>
              <a:rect l="l" t="t" r="r" b="b"/>
              <a:pathLst>
                <a:path w="645" h="688" extrusionOk="0">
                  <a:moveTo>
                    <a:pt x="301" y="0"/>
                  </a:moveTo>
                  <a:lnTo>
                    <a:pt x="172" y="43"/>
                  </a:lnTo>
                  <a:lnTo>
                    <a:pt x="86" y="129"/>
                  </a:lnTo>
                  <a:lnTo>
                    <a:pt x="0" y="215"/>
                  </a:lnTo>
                  <a:lnTo>
                    <a:pt x="0" y="344"/>
                  </a:lnTo>
                  <a:lnTo>
                    <a:pt x="0" y="472"/>
                  </a:lnTo>
                  <a:lnTo>
                    <a:pt x="86" y="601"/>
                  </a:lnTo>
                  <a:lnTo>
                    <a:pt x="215" y="644"/>
                  </a:lnTo>
                  <a:lnTo>
                    <a:pt x="344" y="687"/>
                  </a:lnTo>
                  <a:lnTo>
                    <a:pt x="473" y="644"/>
                  </a:lnTo>
                  <a:lnTo>
                    <a:pt x="559" y="558"/>
                  </a:lnTo>
                  <a:lnTo>
                    <a:pt x="645" y="430"/>
                  </a:lnTo>
                  <a:lnTo>
                    <a:pt x="645" y="301"/>
                  </a:lnTo>
                  <a:lnTo>
                    <a:pt x="645" y="172"/>
                  </a:lnTo>
                  <a:lnTo>
                    <a:pt x="559" y="86"/>
                  </a:lnTo>
                  <a:lnTo>
                    <a:pt x="430"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1" name="Google Shape;15053;p66">
              <a:extLst>
                <a:ext uri="{FF2B5EF4-FFF2-40B4-BE49-F238E27FC236}">
                  <a16:creationId xmlns:a16="http://schemas.microsoft.com/office/drawing/2014/main" id="{A1C3F371-271A-10C4-45C6-38DD1765C81B}"/>
                </a:ext>
              </a:extLst>
            </p:cNvPr>
            <p:cNvSpPr/>
            <p:nvPr/>
          </p:nvSpPr>
          <p:spPr>
            <a:xfrm>
              <a:off x="2886050" y="4315075"/>
              <a:ext cx="16125" cy="17200"/>
            </a:xfrm>
            <a:custGeom>
              <a:avLst/>
              <a:gdLst/>
              <a:ahLst/>
              <a:cxnLst/>
              <a:rect l="l" t="t" r="r" b="b"/>
              <a:pathLst>
                <a:path w="645" h="688" extrusionOk="0">
                  <a:moveTo>
                    <a:pt x="301" y="1"/>
                  </a:moveTo>
                  <a:lnTo>
                    <a:pt x="172" y="44"/>
                  </a:lnTo>
                  <a:lnTo>
                    <a:pt x="86" y="130"/>
                  </a:lnTo>
                  <a:lnTo>
                    <a:pt x="0" y="216"/>
                  </a:lnTo>
                  <a:lnTo>
                    <a:pt x="0" y="344"/>
                  </a:lnTo>
                  <a:lnTo>
                    <a:pt x="43" y="473"/>
                  </a:lnTo>
                  <a:lnTo>
                    <a:pt x="86" y="602"/>
                  </a:lnTo>
                  <a:lnTo>
                    <a:pt x="215" y="645"/>
                  </a:lnTo>
                  <a:lnTo>
                    <a:pt x="344" y="688"/>
                  </a:lnTo>
                  <a:lnTo>
                    <a:pt x="473" y="645"/>
                  </a:lnTo>
                  <a:lnTo>
                    <a:pt x="558" y="559"/>
                  </a:lnTo>
                  <a:lnTo>
                    <a:pt x="644" y="473"/>
                  </a:lnTo>
                  <a:lnTo>
                    <a:pt x="644" y="344"/>
                  </a:lnTo>
                  <a:lnTo>
                    <a:pt x="644" y="216"/>
                  </a:lnTo>
                  <a:lnTo>
                    <a:pt x="558" y="87"/>
                  </a:lnTo>
                  <a:lnTo>
                    <a:pt x="430" y="44"/>
                  </a:lnTo>
                  <a:lnTo>
                    <a:pt x="3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2" name="Google Shape;15054;p66">
              <a:extLst>
                <a:ext uri="{FF2B5EF4-FFF2-40B4-BE49-F238E27FC236}">
                  <a16:creationId xmlns:a16="http://schemas.microsoft.com/office/drawing/2014/main" id="{7892476E-5C72-9B80-DD53-0B3B252348A8}"/>
                </a:ext>
              </a:extLst>
            </p:cNvPr>
            <p:cNvSpPr/>
            <p:nvPr/>
          </p:nvSpPr>
          <p:spPr>
            <a:xfrm>
              <a:off x="2932200" y="4312925"/>
              <a:ext cx="17225" cy="16150"/>
            </a:xfrm>
            <a:custGeom>
              <a:avLst/>
              <a:gdLst/>
              <a:ahLst/>
              <a:cxnLst/>
              <a:rect l="l" t="t" r="r" b="b"/>
              <a:pathLst>
                <a:path w="689" h="646" extrusionOk="0">
                  <a:moveTo>
                    <a:pt x="345" y="1"/>
                  </a:moveTo>
                  <a:lnTo>
                    <a:pt x="216" y="44"/>
                  </a:lnTo>
                  <a:lnTo>
                    <a:pt x="87" y="87"/>
                  </a:lnTo>
                  <a:lnTo>
                    <a:pt x="44" y="216"/>
                  </a:lnTo>
                  <a:lnTo>
                    <a:pt x="1" y="344"/>
                  </a:lnTo>
                  <a:lnTo>
                    <a:pt x="44" y="473"/>
                  </a:lnTo>
                  <a:lnTo>
                    <a:pt x="130" y="559"/>
                  </a:lnTo>
                  <a:lnTo>
                    <a:pt x="216" y="645"/>
                  </a:lnTo>
                  <a:lnTo>
                    <a:pt x="473" y="645"/>
                  </a:lnTo>
                  <a:lnTo>
                    <a:pt x="602" y="559"/>
                  </a:lnTo>
                  <a:lnTo>
                    <a:pt x="645" y="430"/>
                  </a:lnTo>
                  <a:lnTo>
                    <a:pt x="688" y="302"/>
                  </a:lnTo>
                  <a:lnTo>
                    <a:pt x="645" y="173"/>
                  </a:lnTo>
                  <a:lnTo>
                    <a:pt x="559" y="87"/>
                  </a:lnTo>
                  <a:lnTo>
                    <a:pt x="4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47141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808125"/>
            <a:ext cx="7704000" cy="572700"/>
          </a:xfrm>
          <a:prstGeom prst="rect">
            <a:avLst/>
          </a:prstGeom>
        </p:spPr>
        <p:txBody>
          <a:bodyPr spcFirstLastPara="1" wrap="square" lIns="91425" tIns="91425" rIns="91425" bIns="91425" anchor="t" anchorCtr="0">
            <a:noAutofit/>
          </a:bodyPr>
          <a:lstStyle/>
          <a:p>
            <a:pPr indent="-457200"/>
            <a:r>
              <a:rPr lang="es-AR" dirty="0"/>
              <a:t>Características del compromiso articular</a:t>
            </a:r>
            <a:r>
              <a:rPr lang="en" dirty="0"/>
              <a:t> </a:t>
            </a:r>
            <a:endParaRPr lang="en" sz="3200" dirty="0">
              <a:solidFill>
                <a:schemeClr val="dk1"/>
              </a:solidFill>
            </a:endParaRPr>
          </a:p>
        </p:txBody>
      </p:sp>
      <p:sp>
        <p:nvSpPr>
          <p:cNvPr id="13603" name="Google Shape;13603;p38"/>
          <p:cNvSpPr txBox="1">
            <a:spLocks noGrp="1"/>
          </p:cNvSpPr>
          <p:nvPr>
            <p:ph type="body" idx="1"/>
          </p:nvPr>
        </p:nvSpPr>
        <p:spPr>
          <a:xfrm>
            <a:off x="382477" y="2571750"/>
            <a:ext cx="9527991" cy="2180192"/>
          </a:xfrm>
          <a:prstGeom prst="rect">
            <a:avLst/>
          </a:prstGeom>
        </p:spPr>
        <p:txBody>
          <a:bodyPr spcFirstLastPara="1" wrap="square" lIns="91425" tIns="91425" rIns="91425" bIns="91425" anchor="b" anchorCtr="0">
            <a:noAutofit/>
          </a:bodyPr>
          <a:lstStyle/>
          <a:p>
            <a:pPr marL="0" indent="0">
              <a:buNone/>
            </a:pPr>
            <a:r>
              <a:rPr lang="es-AR" sz="1400" b="1" dirty="0">
                <a:solidFill>
                  <a:schemeClr val="dk1"/>
                </a:solidFill>
              </a:rPr>
              <a:t>Tipo de articulaciones comprometidas:</a:t>
            </a:r>
          </a:p>
          <a:p>
            <a:pPr marL="0" indent="0">
              <a:buNone/>
            </a:pPr>
            <a:r>
              <a:rPr lang="es-AR" sz="1400" dirty="0">
                <a:solidFill>
                  <a:schemeClr val="dk1"/>
                </a:solidFill>
              </a:rPr>
              <a:t>- Periféricos. </a:t>
            </a:r>
          </a:p>
          <a:p>
            <a:pPr marL="0" indent="0">
              <a:buNone/>
            </a:pPr>
            <a:r>
              <a:rPr lang="es-AR" sz="1400" dirty="0">
                <a:solidFill>
                  <a:schemeClr val="dk1"/>
                </a:solidFill>
              </a:rPr>
              <a:t>- Axiales. </a:t>
            </a:r>
          </a:p>
          <a:p>
            <a:pPr marL="0" indent="0">
              <a:buNone/>
            </a:pPr>
            <a:r>
              <a:rPr lang="es-AR" sz="1400" dirty="0">
                <a:solidFill>
                  <a:schemeClr val="dk1"/>
                </a:solidFill>
              </a:rPr>
              <a:t>- Pequeñas. </a:t>
            </a:r>
          </a:p>
          <a:p>
            <a:pPr marL="0" indent="0">
              <a:buNone/>
            </a:pPr>
            <a:r>
              <a:rPr lang="es-AR" sz="1400" dirty="0">
                <a:solidFill>
                  <a:schemeClr val="dk1"/>
                </a:solidFill>
              </a:rPr>
              <a:t>- Grandes. </a:t>
            </a:r>
          </a:p>
          <a:p>
            <a:pPr marL="0" indent="0">
              <a:buNone/>
            </a:pPr>
            <a:r>
              <a:rPr lang="es-AR" sz="1400" dirty="0">
                <a:solidFill>
                  <a:schemeClr val="dk1"/>
                </a:solidFill>
              </a:rPr>
              <a:t>- Miembros superiores / inferiores. </a:t>
            </a:r>
          </a:p>
          <a:p>
            <a:pPr marL="0" indent="0">
              <a:buNone/>
            </a:pPr>
            <a:r>
              <a:rPr lang="es-AR" sz="1400" b="1" dirty="0">
                <a:solidFill>
                  <a:schemeClr val="dk1"/>
                </a:solidFill>
              </a:rPr>
              <a:t>Localización articular predominante: </a:t>
            </a:r>
          </a:p>
          <a:p>
            <a:pPr marL="0" indent="0">
              <a:buNone/>
            </a:pPr>
            <a:r>
              <a:rPr lang="es-AR" sz="1400" dirty="0">
                <a:solidFill>
                  <a:schemeClr val="dk1"/>
                </a:solidFill>
              </a:rPr>
              <a:t>- Metacarpofalángicas. </a:t>
            </a:r>
          </a:p>
          <a:p>
            <a:pPr marL="0" indent="0">
              <a:buNone/>
            </a:pPr>
            <a:r>
              <a:rPr lang="es-AR" sz="1400" dirty="0">
                <a:solidFill>
                  <a:schemeClr val="dk1"/>
                </a:solidFill>
              </a:rPr>
              <a:t>- Interfalángicas proximales. </a:t>
            </a:r>
          </a:p>
          <a:p>
            <a:pPr marL="0" indent="0">
              <a:buNone/>
            </a:pPr>
            <a:r>
              <a:rPr lang="es-AR" sz="1400" dirty="0">
                <a:solidFill>
                  <a:schemeClr val="dk1"/>
                </a:solidFill>
              </a:rPr>
              <a:t>- Interfalángicas distales. </a:t>
            </a:r>
          </a:p>
          <a:p>
            <a:pPr marL="0" indent="0">
              <a:buNone/>
            </a:pPr>
            <a:r>
              <a:rPr lang="es-AR" sz="1400" dirty="0">
                <a:solidFill>
                  <a:schemeClr val="dk1"/>
                </a:solidFill>
              </a:rPr>
              <a:t>- Interfalángica dedo mayor del pie. </a:t>
            </a:r>
          </a:p>
          <a:p>
            <a:pPr marL="0" indent="0">
              <a:buNone/>
            </a:pPr>
            <a:r>
              <a:rPr lang="es-AR" sz="1400" dirty="0">
                <a:solidFill>
                  <a:schemeClr val="dk1"/>
                </a:solidFill>
              </a:rPr>
              <a:t>- Tenosinovitis. </a:t>
            </a:r>
          </a:p>
          <a:p>
            <a:pPr marL="0" indent="0">
              <a:buNone/>
            </a:pPr>
            <a:r>
              <a:rPr lang="es-AR" sz="1400" dirty="0">
                <a:solidFill>
                  <a:schemeClr val="dk1"/>
                </a:solidFill>
              </a:rPr>
              <a:t>- Entesitis. </a:t>
            </a:r>
          </a:p>
        </p:txBody>
      </p:sp>
      <p:sp>
        <p:nvSpPr>
          <p:cNvPr id="2" name="Google Shape;13603;p38">
            <a:extLst>
              <a:ext uri="{FF2B5EF4-FFF2-40B4-BE49-F238E27FC236}">
                <a16:creationId xmlns:a16="http://schemas.microsoft.com/office/drawing/2014/main" id="{B8FEC322-E5F7-B640-5BF0-8D5EE9306169}"/>
              </a:ext>
            </a:extLst>
          </p:cNvPr>
          <p:cNvSpPr txBox="1">
            <a:spLocks/>
          </p:cNvSpPr>
          <p:nvPr/>
        </p:nvSpPr>
        <p:spPr>
          <a:xfrm>
            <a:off x="3997527" y="2114550"/>
            <a:ext cx="9527991" cy="218019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0" indent="0">
              <a:buNone/>
            </a:pPr>
            <a:r>
              <a:rPr lang="es-AR" sz="1400" b="1" dirty="0">
                <a:solidFill>
                  <a:schemeClr val="dk1"/>
                </a:solidFill>
              </a:rPr>
              <a:t>Distribución del compromiso articular: </a:t>
            </a:r>
          </a:p>
          <a:p>
            <a:pPr marL="0" indent="0">
              <a:buNone/>
            </a:pPr>
            <a:r>
              <a:rPr lang="es-AR" sz="1400" dirty="0">
                <a:solidFill>
                  <a:schemeClr val="dk1"/>
                </a:solidFill>
              </a:rPr>
              <a:t>- Simétrico. </a:t>
            </a:r>
          </a:p>
          <a:p>
            <a:pPr marL="0" indent="0">
              <a:buNone/>
            </a:pPr>
            <a:r>
              <a:rPr lang="es-AR" sz="1400" dirty="0">
                <a:solidFill>
                  <a:schemeClr val="dk1"/>
                </a:solidFill>
              </a:rPr>
              <a:t>- Asimétrico. </a:t>
            </a:r>
          </a:p>
          <a:p>
            <a:pPr marL="0" indent="0">
              <a:buNone/>
            </a:pPr>
            <a:r>
              <a:rPr lang="es-AR" sz="1400" b="1" dirty="0">
                <a:solidFill>
                  <a:schemeClr val="dk1"/>
                </a:solidFill>
              </a:rPr>
              <a:t>Patrón del compromiso articular: </a:t>
            </a:r>
          </a:p>
          <a:p>
            <a:pPr marL="0" indent="0">
              <a:buNone/>
            </a:pPr>
            <a:r>
              <a:rPr lang="es-AR" sz="1400" dirty="0">
                <a:solidFill>
                  <a:schemeClr val="dk1"/>
                </a:solidFill>
              </a:rPr>
              <a:t>- Migratorio. </a:t>
            </a:r>
          </a:p>
          <a:p>
            <a:pPr marL="0" indent="0">
              <a:buNone/>
            </a:pPr>
            <a:r>
              <a:rPr lang="es-AR" sz="1400" dirty="0">
                <a:solidFill>
                  <a:schemeClr val="dk1"/>
                </a:solidFill>
              </a:rPr>
              <a:t>- Aditivo. </a:t>
            </a:r>
          </a:p>
          <a:p>
            <a:pPr marL="0" indent="0">
              <a:buNone/>
            </a:pPr>
            <a:r>
              <a:rPr lang="es-AR" sz="1400" dirty="0">
                <a:solidFill>
                  <a:schemeClr val="dk1"/>
                </a:solidFill>
              </a:rPr>
              <a:t>- Intermitente. </a:t>
            </a:r>
          </a:p>
          <a:p>
            <a:pPr marL="0" indent="0">
              <a:buNone/>
            </a:pPr>
            <a:r>
              <a:rPr lang="es-AR" sz="1400" b="1" dirty="0">
                <a:solidFill>
                  <a:schemeClr val="dk1"/>
                </a:solidFill>
              </a:rPr>
              <a:t>Curso evolutivo: </a:t>
            </a:r>
          </a:p>
          <a:p>
            <a:pPr marL="0" indent="0">
              <a:buNone/>
            </a:pPr>
            <a:r>
              <a:rPr lang="es-AR" sz="1400" dirty="0">
                <a:solidFill>
                  <a:schemeClr val="dk1"/>
                </a:solidFill>
              </a:rPr>
              <a:t>- Autolimitado. </a:t>
            </a:r>
          </a:p>
          <a:p>
            <a:pPr marL="0" indent="0">
              <a:buNone/>
            </a:pPr>
            <a:r>
              <a:rPr lang="es-AR" sz="1400" dirty="0">
                <a:solidFill>
                  <a:schemeClr val="dk1"/>
                </a:solidFill>
              </a:rPr>
              <a:t>- Episódico. </a:t>
            </a:r>
          </a:p>
          <a:p>
            <a:pPr marL="0" indent="0">
              <a:buNone/>
            </a:pPr>
            <a:r>
              <a:rPr lang="es-AR" sz="1400" dirty="0">
                <a:solidFill>
                  <a:schemeClr val="dk1"/>
                </a:solidFill>
              </a:rPr>
              <a:t>- Persistente: Sostenido – Fluctuante - Progresivo</a:t>
            </a:r>
            <a:r>
              <a:rPr lang="es-AR" sz="800" dirty="0">
                <a:solidFill>
                  <a:schemeClr val="dk1"/>
                </a:solidFill>
              </a:rPr>
              <a:t>.</a:t>
            </a:r>
          </a:p>
        </p:txBody>
      </p:sp>
      <p:cxnSp>
        <p:nvCxnSpPr>
          <p:cNvPr id="3" name="Conector recto 2">
            <a:extLst>
              <a:ext uri="{FF2B5EF4-FFF2-40B4-BE49-F238E27FC236}">
                <a16:creationId xmlns:a16="http://schemas.microsoft.com/office/drawing/2014/main" id="{B1DF795D-CCAF-1E3C-A7FF-335425A4B49D}"/>
              </a:ext>
            </a:extLst>
          </p:cNvPr>
          <p:cNvCxnSpPr>
            <a:cxnSpLocks/>
          </p:cNvCxnSpPr>
          <p:nvPr/>
        </p:nvCxnSpPr>
        <p:spPr>
          <a:xfrm>
            <a:off x="3997527" y="1805353"/>
            <a:ext cx="0" cy="2647167"/>
          </a:xfrm>
          <a:prstGeom prst="line">
            <a:avLst/>
          </a:prstGeom>
          <a:ln>
            <a:solidFill>
              <a:schemeClr val="tx1">
                <a:lumMod val="90000"/>
                <a:lumOff val="10000"/>
              </a:schemeClr>
            </a:solidFill>
          </a:ln>
        </p:spPr>
        <p:style>
          <a:lnRef idx="1">
            <a:schemeClr val="dk1"/>
          </a:lnRef>
          <a:fillRef idx="0">
            <a:schemeClr val="dk1"/>
          </a:fillRef>
          <a:effectRef idx="0">
            <a:schemeClr val="dk1"/>
          </a:effectRef>
          <a:fontRef idx="minor">
            <a:schemeClr val="tx1"/>
          </a:fontRef>
        </p:style>
      </p:cxnSp>
      <p:grpSp>
        <p:nvGrpSpPr>
          <p:cNvPr id="19" name="Google Shape;13484;p37">
            <a:extLst>
              <a:ext uri="{FF2B5EF4-FFF2-40B4-BE49-F238E27FC236}">
                <a16:creationId xmlns:a16="http://schemas.microsoft.com/office/drawing/2014/main" id="{D5AAF946-FEAC-7047-0D29-9C37C13BDF08}"/>
              </a:ext>
            </a:extLst>
          </p:cNvPr>
          <p:cNvGrpSpPr/>
          <p:nvPr/>
        </p:nvGrpSpPr>
        <p:grpSpPr>
          <a:xfrm rot="-813593">
            <a:off x="7761429" y="1297254"/>
            <a:ext cx="731886" cy="2411077"/>
            <a:chOff x="1512725" y="1813275"/>
            <a:chExt cx="423075" cy="1393750"/>
          </a:xfrm>
        </p:grpSpPr>
        <p:sp>
          <p:nvSpPr>
            <p:cNvPr id="20" name="Google Shape;13485;p37">
              <a:extLst>
                <a:ext uri="{FF2B5EF4-FFF2-40B4-BE49-F238E27FC236}">
                  <a16:creationId xmlns:a16="http://schemas.microsoft.com/office/drawing/2014/main" id="{DEFAE88B-8C67-114A-A15E-EBC4C195078C}"/>
                </a:ext>
              </a:extLst>
            </p:cNvPr>
            <p:cNvSpPr/>
            <p:nvPr/>
          </p:nvSpPr>
          <p:spPr>
            <a:xfrm>
              <a:off x="1512725" y="2360875"/>
              <a:ext cx="404825" cy="126725"/>
            </a:xfrm>
            <a:custGeom>
              <a:avLst/>
              <a:gdLst/>
              <a:ahLst/>
              <a:cxnLst/>
              <a:rect l="l" t="t" r="r" b="b"/>
              <a:pathLst>
                <a:path w="16193" h="5069" extrusionOk="0">
                  <a:moveTo>
                    <a:pt x="9020" y="1"/>
                  </a:moveTo>
                  <a:lnTo>
                    <a:pt x="7689" y="44"/>
                  </a:lnTo>
                  <a:lnTo>
                    <a:pt x="6400" y="130"/>
                  </a:lnTo>
                  <a:lnTo>
                    <a:pt x="5155" y="216"/>
                  </a:lnTo>
                  <a:lnTo>
                    <a:pt x="3995" y="345"/>
                  </a:lnTo>
                  <a:lnTo>
                    <a:pt x="2019" y="602"/>
                  </a:lnTo>
                  <a:lnTo>
                    <a:pt x="645" y="774"/>
                  </a:lnTo>
                  <a:lnTo>
                    <a:pt x="130" y="860"/>
                  </a:lnTo>
                  <a:lnTo>
                    <a:pt x="44" y="1461"/>
                  </a:lnTo>
                  <a:lnTo>
                    <a:pt x="1" y="2062"/>
                  </a:lnTo>
                  <a:lnTo>
                    <a:pt x="44" y="2750"/>
                  </a:lnTo>
                  <a:lnTo>
                    <a:pt x="87" y="3136"/>
                  </a:lnTo>
                  <a:lnTo>
                    <a:pt x="130" y="3480"/>
                  </a:lnTo>
                  <a:lnTo>
                    <a:pt x="259" y="3823"/>
                  </a:lnTo>
                  <a:lnTo>
                    <a:pt x="387" y="4167"/>
                  </a:lnTo>
                  <a:lnTo>
                    <a:pt x="602" y="4425"/>
                  </a:lnTo>
                  <a:lnTo>
                    <a:pt x="860" y="4682"/>
                  </a:lnTo>
                  <a:lnTo>
                    <a:pt x="1160" y="4854"/>
                  </a:lnTo>
                  <a:lnTo>
                    <a:pt x="1504" y="4983"/>
                  </a:lnTo>
                  <a:lnTo>
                    <a:pt x="1891" y="5026"/>
                  </a:lnTo>
                  <a:lnTo>
                    <a:pt x="2234" y="5069"/>
                  </a:lnTo>
                  <a:lnTo>
                    <a:pt x="2535" y="5069"/>
                  </a:lnTo>
                  <a:lnTo>
                    <a:pt x="2878" y="5026"/>
                  </a:lnTo>
                  <a:lnTo>
                    <a:pt x="3437" y="4940"/>
                  </a:lnTo>
                  <a:lnTo>
                    <a:pt x="3952" y="4768"/>
                  </a:lnTo>
                  <a:lnTo>
                    <a:pt x="5069" y="4339"/>
                  </a:lnTo>
                  <a:lnTo>
                    <a:pt x="5756" y="4167"/>
                  </a:lnTo>
                  <a:lnTo>
                    <a:pt x="6529" y="4038"/>
                  </a:lnTo>
                  <a:lnTo>
                    <a:pt x="7302" y="3952"/>
                  </a:lnTo>
                  <a:lnTo>
                    <a:pt x="7946" y="3952"/>
                  </a:lnTo>
                  <a:lnTo>
                    <a:pt x="8505" y="3995"/>
                  </a:lnTo>
                  <a:lnTo>
                    <a:pt x="8977" y="4124"/>
                  </a:lnTo>
                  <a:lnTo>
                    <a:pt x="9450" y="4253"/>
                  </a:lnTo>
                  <a:lnTo>
                    <a:pt x="9965" y="4425"/>
                  </a:lnTo>
                  <a:lnTo>
                    <a:pt x="11254" y="4811"/>
                  </a:lnTo>
                  <a:lnTo>
                    <a:pt x="11640" y="4940"/>
                  </a:lnTo>
                  <a:lnTo>
                    <a:pt x="12113" y="4983"/>
                  </a:lnTo>
                  <a:lnTo>
                    <a:pt x="12585" y="5026"/>
                  </a:lnTo>
                  <a:lnTo>
                    <a:pt x="13057" y="4983"/>
                  </a:lnTo>
                  <a:lnTo>
                    <a:pt x="13573" y="4940"/>
                  </a:lnTo>
                  <a:lnTo>
                    <a:pt x="14045" y="4854"/>
                  </a:lnTo>
                  <a:lnTo>
                    <a:pt x="14518" y="4725"/>
                  </a:lnTo>
                  <a:lnTo>
                    <a:pt x="14947" y="4554"/>
                  </a:lnTo>
                  <a:lnTo>
                    <a:pt x="15377" y="4296"/>
                  </a:lnTo>
                  <a:lnTo>
                    <a:pt x="15677" y="4038"/>
                  </a:lnTo>
                  <a:lnTo>
                    <a:pt x="15935" y="3695"/>
                  </a:lnTo>
                  <a:lnTo>
                    <a:pt x="16064" y="3480"/>
                  </a:lnTo>
                  <a:lnTo>
                    <a:pt x="16107" y="3308"/>
                  </a:lnTo>
                  <a:lnTo>
                    <a:pt x="16193" y="3093"/>
                  </a:lnTo>
                  <a:lnTo>
                    <a:pt x="16193" y="2836"/>
                  </a:lnTo>
                  <a:lnTo>
                    <a:pt x="16193" y="2578"/>
                  </a:lnTo>
                  <a:lnTo>
                    <a:pt x="16150" y="2320"/>
                  </a:lnTo>
                  <a:lnTo>
                    <a:pt x="16107" y="2062"/>
                  </a:lnTo>
                  <a:lnTo>
                    <a:pt x="16021" y="1762"/>
                  </a:lnTo>
                  <a:lnTo>
                    <a:pt x="15892" y="1418"/>
                  </a:lnTo>
                  <a:lnTo>
                    <a:pt x="15720" y="1118"/>
                  </a:lnTo>
                  <a:lnTo>
                    <a:pt x="15334" y="903"/>
                  </a:lnTo>
                  <a:lnTo>
                    <a:pt x="14861" y="731"/>
                  </a:lnTo>
                  <a:lnTo>
                    <a:pt x="14389" y="559"/>
                  </a:lnTo>
                  <a:lnTo>
                    <a:pt x="13874" y="430"/>
                  </a:lnTo>
                  <a:lnTo>
                    <a:pt x="12800" y="216"/>
                  </a:lnTo>
                  <a:lnTo>
                    <a:pt x="11597" y="87"/>
                  </a:lnTo>
                  <a:lnTo>
                    <a:pt x="10309" y="44"/>
                  </a:lnTo>
                  <a:lnTo>
                    <a:pt x="90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486;p37">
              <a:extLst>
                <a:ext uri="{FF2B5EF4-FFF2-40B4-BE49-F238E27FC236}">
                  <a16:creationId xmlns:a16="http://schemas.microsoft.com/office/drawing/2014/main" id="{EF5E695B-599B-62F9-1DE9-5201E5DEE95D}"/>
                </a:ext>
              </a:extLst>
            </p:cNvPr>
            <p:cNvSpPr/>
            <p:nvPr/>
          </p:nvSpPr>
          <p:spPr>
            <a:xfrm>
              <a:off x="1512725" y="2413500"/>
              <a:ext cx="404825" cy="74100"/>
            </a:xfrm>
            <a:custGeom>
              <a:avLst/>
              <a:gdLst/>
              <a:ahLst/>
              <a:cxnLst/>
              <a:rect l="l" t="t" r="r" b="b"/>
              <a:pathLst>
                <a:path w="16193" h="2964" extrusionOk="0">
                  <a:moveTo>
                    <a:pt x="1" y="0"/>
                  </a:moveTo>
                  <a:lnTo>
                    <a:pt x="1" y="430"/>
                  </a:lnTo>
                  <a:lnTo>
                    <a:pt x="44" y="859"/>
                  </a:lnTo>
                  <a:lnTo>
                    <a:pt x="130" y="1332"/>
                  </a:lnTo>
                  <a:lnTo>
                    <a:pt x="259" y="1761"/>
                  </a:lnTo>
                  <a:lnTo>
                    <a:pt x="473" y="2148"/>
                  </a:lnTo>
                  <a:lnTo>
                    <a:pt x="559" y="2320"/>
                  </a:lnTo>
                  <a:lnTo>
                    <a:pt x="731" y="2449"/>
                  </a:lnTo>
                  <a:lnTo>
                    <a:pt x="860" y="2577"/>
                  </a:lnTo>
                  <a:lnTo>
                    <a:pt x="1075" y="2706"/>
                  </a:lnTo>
                  <a:lnTo>
                    <a:pt x="1289" y="2792"/>
                  </a:lnTo>
                  <a:lnTo>
                    <a:pt x="1504" y="2878"/>
                  </a:lnTo>
                  <a:lnTo>
                    <a:pt x="1891" y="2921"/>
                  </a:lnTo>
                  <a:lnTo>
                    <a:pt x="2234" y="2964"/>
                  </a:lnTo>
                  <a:lnTo>
                    <a:pt x="2535" y="2964"/>
                  </a:lnTo>
                  <a:lnTo>
                    <a:pt x="2878" y="2921"/>
                  </a:lnTo>
                  <a:lnTo>
                    <a:pt x="3437" y="2835"/>
                  </a:lnTo>
                  <a:lnTo>
                    <a:pt x="3952" y="2663"/>
                  </a:lnTo>
                  <a:lnTo>
                    <a:pt x="5069" y="2234"/>
                  </a:lnTo>
                  <a:lnTo>
                    <a:pt x="5756" y="2062"/>
                  </a:lnTo>
                  <a:lnTo>
                    <a:pt x="6529" y="1933"/>
                  </a:lnTo>
                  <a:lnTo>
                    <a:pt x="7302" y="1847"/>
                  </a:lnTo>
                  <a:lnTo>
                    <a:pt x="7946" y="1847"/>
                  </a:lnTo>
                  <a:lnTo>
                    <a:pt x="8505" y="1890"/>
                  </a:lnTo>
                  <a:lnTo>
                    <a:pt x="8977" y="2019"/>
                  </a:lnTo>
                  <a:lnTo>
                    <a:pt x="9450" y="2148"/>
                  </a:lnTo>
                  <a:lnTo>
                    <a:pt x="9965" y="2320"/>
                  </a:lnTo>
                  <a:lnTo>
                    <a:pt x="11254" y="2706"/>
                  </a:lnTo>
                  <a:lnTo>
                    <a:pt x="11597" y="2792"/>
                  </a:lnTo>
                  <a:lnTo>
                    <a:pt x="11984" y="2878"/>
                  </a:lnTo>
                  <a:lnTo>
                    <a:pt x="12370" y="2921"/>
                  </a:lnTo>
                  <a:lnTo>
                    <a:pt x="12800" y="2921"/>
                  </a:lnTo>
                  <a:lnTo>
                    <a:pt x="13229" y="2878"/>
                  </a:lnTo>
                  <a:lnTo>
                    <a:pt x="13659" y="2835"/>
                  </a:lnTo>
                  <a:lnTo>
                    <a:pt x="14088" y="2749"/>
                  </a:lnTo>
                  <a:lnTo>
                    <a:pt x="14475" y="2620"/>
                  </a:lnTo>
                  <a:lnTo>
                    <a:pt x="14861" y="2492"/>
                  </a:lnTo>
                  <a:lnTo>
                    <a:pt x="15205" y="2277"/>
                  </a:lnTo>
                  <a:lnTo>
                    <a:pt x="15549" y="2062"/>
                  </a:lnTo>
                  <a:lnTo>
                    <a:pt x="15806" y="1804"/>
                  </a:lnTo>
                  <a:lnTo>
                    <a:pt x="15978" y="1504"/>
                  </a:lnTo>
                  <a:lnTo>
                    <a:pt x="16150" y="1160"/>
                  </a:lnTo>
                  <a:lnTo>
                    <a:pt x="16193" y="774"/>
                  </a:lnTo>
                  <a:lnTo>
                    <a:pt x="16193" y="301"/>
                  </a:lnTo>
                  <a:lnTo>
                    <a:pt x="16107" y="688"/>
                  </a:lnTo>
                  <a:lnTo>
                    <a:pt x="15978" y="988"/>
                  </a:lnTo>
                  <a:lnTo>
                    <a:pt x="15763" y="1246"/>
                  </a:lnTo>
                  <a:lnTo>
                    <a:pt x="15549" y="1504"/>
                  </a:lnTo>
                  <a:lnTo>
                    <a:pt x="15248" y="1718"/>
                  </a:lnTo>
                  <a:lnTo>
                    <a:pt x="14947" y="1890"/>
                  </a:lnTo>
                  <a:lnTo>
                    <a:pt x="14604" y="2062"/>
                  </a:lnTo>
                  <a:lnTo>
                    <a:pt x="14217" y="2148"/>
                  </a:lnTo>
                  <a:lnTo>
                    <a:pt x="13831" y="2277"/>
                  </a:lnTo>
                  <a:lnTo>
                    <a:pt x="13444" y="2320"/>
                  </a:lnTo>
                  <a:lnTo>
                    <a:pt x="12671" y="2363"/>
                  </a:lnTo>
                  <a:lnTo>
                    <a:pt x="11898" y="2320"/>
                  </a:lnTo>
                  <a:lnTo>
                    <a:pt x="11254" y="2191"/>
                  </a:lnTo>
                  <a:lnTo>
                    <a:pt x="9965" y="1761"/>
                  </a:lnTo>
                  <a:lnTo>
                    <a:pt x="9450" y="1590"/>
                  </a:lnTo>
                  <a:lnTo>
                    <a:pt x="8977" y="1461"/>
                  </a:lnTo>
                  <a:lnTo>
                    <a:pt x="8462" y="1375"/>
                  </a:lnTo>
                  <a:lnTo>
                    <a:pt x="7946" y="1332"/>
                  </a:lnTo>
                  <a:lnTo>
                    <a:pt x="7302" y="1332"/>
                  </a:lnTo>
                  <a:lnTo>
                    <a:pt x="6529" y="1375"/>
                  </a:lnTo>
                  <a:lnTo>
                    <a:pt x="5756" y="1547"/>
                  </a:lnTo>
                  <a:lnTo>
                    <a:pt x="5069" y="1718"/>
                  </a:lnTo>
                  <a:lnTo>
                    <a:pt x="3952" y="2105"/>
                  </a:lnTo>
                  <a:lnTo>
                    <a:pt x="3394" y="2277"/>
                  </a:lnTo>
                  <a:lnTo>
                    <a:pt x="2836" y="2406"/>
                  </a:lnTo>
                  <a:lnTo>
                    <a:pt x="2234" y="2406"/>
                  </a:lnTo>
                  <a:lnTo>
                    <a:pt x="1891" y="2363"/>
                  </a:lnTo>
                  <a:lnTo>
                    <a:pt x="1504" y="2320"/>
                  </a:lnTo>
                  <a:lnTo>
                    <a:pt x="1118" y="2191"/>
                  </a:lnTo>
                  <a:lnTo>
                    <a:pt x="817" y="2019"/>
                  </a:lnTo>
                  <a:lnTo>
                    <a:pt x="559" y="1761"/>
                  </a:lnTo>
                  <a:lnTo>
                    <a:pt x="387" y="1461"/>
                  </a:lnTo>
                  <a:lnTo>
                    <a:pt x="216" y="1117"/>
                  </a:lnTo>
                  <a:lnTo>
                    <a:pt x="130" y="731"/>
                  </a:lnTo>
                  <a:lnTo>
                    <a:pt x="44" y="34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487;p37">
              <a:extLst>
                <a:ext uri="{FF2B5EF4-FFF2-40B4-BE49-F238E27FC236}">
                  <a16:creationId xmlns:a16="http://schemas.microsoft.com/office/drawing/2014/main" id="{CC6AB3D6-B2E1-FF67-C48D-8B2BBA111CDB}"/>
                </a:ext>
              </a:extLst>
            </p:cNvPr>
            <p:cNvSpPr/>
            <p:nvPr/>
          </p:nvSpPr>
          <p:spPr>
            <a:xfrm>
              <a:off x="1513800" y="2482225"/>
              <a:ext cx="422000" cy="139600"/>
            </a:xfrm>
            <a:custGeom>
              <a:avLst/>
              <a:gdLst/>
              <a:ahLst/>
              <a:cxnLst/>
              <a:rect l="l" t="t" r="r" b="b"/>
              <a:pathLst>
                <a:path w="16880" h="5584" extrusionOk="0">
                  <a:moveTo>
                    <a:pt x="8419" y="0"/>
                  </a:moveTo>
                  <a:lnTo>
                    <a:pt x="8075" y="43"/>
                  </a:lnTo>
                  <a:lnTo>
                    <a:pt x="7775" y="86"/>
                  </a:lnTo>
                  <a:lnTo>
                    <a:pt x="7431" y="129"/>
                  </a:lnTo>
                  <a:lnTo>
                    <a:pt x="6830" y="301"/>
                  </a:lnTo>
                  <a:lnTo>
                    <a:pt x="6228" y="559"/>
                  </a:lnTo>
                  <a:lnTo>
                    <a:pt x="5670" y="902"/>
                  </a:lnTo>
                  <a:lnTo>
                    <a:pt x="5155" y="1203"/>
                  </a:lnTo>
                  <a:lnTo>
                    <a:pt x="4897" y="1375"/>
                  </a:lnTo>
                  <a:lnTo>
                    <a:pt x="4682" y="1460"/>
                  </a:lnTo>
                  <a:lnTo>
                    <a:pt x="4468" y="1503"/>
                  </a:lnTo>
                  <a:lnTo>
                    <a:pt x="4253" y="1503"/>
                  </a:lnTo>
                  <a:lnTo>
                    <a:pt x="3780" y="1460"/>
                  </a:lnTo>
                  <a:lnTo>
                    <a:pt x="3351" y="1332"/>
                  </a:lnTo>
                  <a:lnTo>
                    <a:pt x="2878" y="1203"/>
                  </a:lnTo>
                  <a:lnTo>
                    <a:pt x="2406" y="1074"/>
                  </a:lnTo>
                  <a:lnTo>
                    <a:pt x="2105" y="1074"/>
                  </a:lnTo>
                  <a:lnTo>
                    <a:pt x="1848" y="1117"/>
                  </a:lnTo>
                  <a:lnTo>
                    <a:pt x="1547" y="1160"/>
                  </a:lnTo>
                  <a:lnTo>
                    <a:pt x="1246" y="1289"/>
                  </a:lnTo>
                  <a:lnTo>
                    <a:pt x="946" y="1418"/>
                  </a:lnTo>
                  <a:lnTo>
                    <a:pt x="731" y="1632"/>
                  </a:lnTo>
                  <a:lnTo>
                    <a:pt x="516" y="1847"/>
                  </a:lnTo>
                  <a:lnTo>
                    <a:pt x="344" y="2105"/>
                  </a:lnTo>
                  <a:lnTo>
                    <a:pt x="216" y="2405"/>
                  </a:lnTo>
                  <a:lnTo>
                    <a:pt x="130" y="2663"/>
                  </a:lnTo>
                  <a:lnTo>
                    <a:pt x="44" y="3264"/>
                  </a:lnTo>
                  <a:lnTo>
                    <a:pt x="1" y="3823"/>
                  </a:lnTo>
                  <a:lnTo>
                    <a:pt x="44" y="4252"/>
                  </a:lnTo>
                  <a:lnTo>
                    <a:pt x="87" y="4682"/>
                  </a:lnTo>
                  <a:lnTo>
                    <a:pt x="344" y="4768"/>
                  </a:lnTo>
                  <a:lnTo>
                    <a:pt x="1117" y="4896"/>
                  </a:lnTo>
                  <a:lnTo>
                    <a:pt x="2363" y="5111"/>
                  </a:lnTo>
                  <a:lnTo>
                    <a:pt x="4124" y="5326"/>
                  </a:lnTo>
                  <a:lnTo>
                    <a:pt x="6400" y="5498"/>
                  </a:lnTo>
                  <a:lnTo>
                    <a:pt x="7732" y="5541"/>
                  </a:lnTo>
                  <a:lnTo>
                    <a:pt x="9192" y="5584"/>
                  </a:lnTo>
                  <a:lnTo>
                    <a:pt x="10781" y="5584"/>
                  </a:lnTo>
                  <a:lnTo>
                    <a:pt x="12499" y="5541"/>
                  </a:lnTo>
                  <a:lnTo>
                    <a:pt x="14346" y="5498"/>
                  </a:lnTo>
                  <a:lnTo>
                    <a:pt x="16279" y="5369"/>
                  </a:lnTo>
                  <a:lnTo>
                    <a:pt x="16536" y="4939"/>
                  </a:lnTo>
                  <a:lnTo>
                    <a:pt x="16665" y="4510"/>
                  </a:lnTo>
                  <a:lnTo>
                    <a:pt x="16794" y="4123"/>
                  </a:lnTo>
                  <a:lnTo>
                    <a:pt x="16837" y="3737"/>
                  </a:lnTo>
                  <a:lnTo>
                    <a:pt x="16880" y="3350"/>
                  </a:lnTo>
                  <a:lnTo>
                    <a:pt x="16837" y="3007"/>
                  </a:lnTo>
                  <a:lnTo>
                    <a:pt x="16751" y="2663"/>
                  </a:lnTo>
                  <a:lnTo>
                    <a:pt x="16665" y="2362"/>
                  </a:lnTo>
                  <a:lnTo>
                    <a:pt x="16536" y="2105"/>
                  </a:lnTo>
                  <a:lnTo>
                    <a:pt x="16407" y="1847"/>
                  </a:lnTo>
                  <a:lnTo>
                    <a:pt x="16236" y="1632"/>
                  </a:lnTo>
                  <a:lnTo>
                    <a:pt x="16064" y="1460"/>
                  </a:lnTo>
                  <a:lnTo>
                    <a:pt x="15892" y="1332"/>
                  </a:lnTo>
                  <a:lnTo>
                    <a:pt x="15720" y="1246"/>
                  </a:lnTo>
                  <a:lnTo>
                    <a:pt x="15548" y="1203"/>
                  </a:lnTo>
                  <a:lnTo>
                    <a:pt x="15377" y="1203"/>
                  </a:lnTo>
                  <a:lnTo>
                    <a:pt x="14389" y="1246"/>
                  </a:lnTo>
                  <a:lnTo>
                    <a:pt x="13014" y="1246"/>
                  </a:lnTo>
                  <a:lnTo>
                    <a:pt x="12241" y="1160"/>
                  </a:lnTo>
                  <a:lnTo>
                    <a:pt x="11468" y="988"/>
                  </a:lnTo>
                  <a:lnTo>
                    <a:pt x="10738" y="773"/>
                  </a:lnTo>
                  <a:lnTo>
                    <a:pt x="10395" y="644"/>
                  </a:lnTo>
                  <a:lnTo>
                    <a:pt x="10051" y="473"/>
                  </a:lnTo>
                  <a:lnTo>
                    <a:pt x="9750" y="301"/>
                  </a:lnTo>
                  <a:lnTo>
                    <a:pt x="9407" y="172"/>
                  </a:lnTo>
                  <a:lnTo>
                    <a:pt x="9063" y="86"/>
                  </a:lnTo>
                  <a:lnTo>
                    <a:pt x="8762" y="43"/>
                  </a:lnTo>
                  <a:lnTo>
                    <a:pt x="84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488;p37">
              <a:extLst>
                <a:ext uri="{FF2B5EF4-FFF2-40B4-BE49-F238E27FC236}">
                  <a16:creationId xmlns:a16="http://schemas.microsoft.com/office/drawing/2014/main" id="{25A73206-D14E-29BE-5A35-1BA1658E2439}"/>
                </a:ext>
              </a:extLst>
            </p:cNvPr>
            <p:cNvSpPr/>
            <p:nvPr/>
          </p:nvSpPr>
          <p:spPr>
            <a:xfrm>
              <a:off x="1513800" y="2482225"/>
              <a:ext cx="420925" cy="107400"/>
            </a:xfrm>
            <a:custGeom>
              <a:avLst/>
              <a:gdLst/>
              <a:ahLst/>
              <a:cxnLst/>
              <a:rect l="l" t="t" r="r" b="b"/>
              <a:pathLst>
                <a:path w="16837" h="4296" extrusionOk="0">
                  <a:moveTo>
                    <a:pt x="8419" y="0"/>
                  </a:moveTo>
                  <a:lnTo>
                    <a:pt x="8075" y="43"/>
                  </a:lnTo>
                  <a:lnTo>
                    <a:pt x="7775" y="86"/>
                  </a:lnTo>
                  <a:lnTo>
                    <a:pt x="7431" y="129"/>
                  </a:lnTo>
                  <a:lnTo>
                    <a:pt x="6830" y="301"/>
                  </a:lnTo>
                  <a:lnTo>
                    <a:pt x="6228" y="559"/>
                  </a:lnTo>
                  <a:lnTo>
                    <a:pt x="5670" y="902"/>
                  </a:lnTo>
                  <a:lnTo>
                    <a:pt x="5155" y="1203"/>
                  </a:lnTo>
                  <a:lnTo>
                    <a:pt x="4897" y="1375"/>
                  </a:lnTo>
                  <a:lnTo>
                    <a:pt x="4682" y="1460"/>
                  </a:lnTo>
                  <a:lnTo>
                    <a:pt x="4468" y="1503"/>
                  </a:lnTo>
                  <a:lnTo>
                    <a:pt x="4253" y="1503"/>
                  </a:lnTo>
                  <a:lnTo>
                    <a:pt x="3780" y="1460"/>
                  </a:lnTo>
                  <a:lnTo>
                    <a:pt x="3351" y="1332"/>
                  </a:lnTo>
                  <a:lnTo>
                    <a:pt x="2878" y="1203"/>
                  </a:lnTo>
                  <a:lnTo>
                    <a:pt x="2406" y="1074"/>
                  </a:lnTo>
                  <a:lnTo>
                    <a:pt x="2105" y="1074"/>
                  </a:lnTo>
                  <a:lnTo>
                    <a:pt x="1848" y="1117"/>
                  </a:lnTo>
                  <a:lnTo>
                    <a:pt x="1547" y="1160"/>
                  </a:lnTo>
                  <a:lnTo>
                    <a:pt x="1246" y="1289"/>
                  </a:lnTo>
                  <a:lnTo>
                    <a:pt x="1032" y="1375"/>
                  </a:lnTo>
                  <a:lnTo>
                    <a:pt x="817" y="1546"/>
                  </a:lnTo>
                  <a:lnTo>
                    <a:pt x="645" y="1675"/>
                  </a:lnTo>
                  <a:lnTo>
                    <a:pt x="516" y="1890"/>
                  </a:lnTo>
                  <a:lnTo>
                    <a:pt x="259" y="2277"/>
                  </a:lnTo>
                  <a:lnTo>
                    <a:pt x="130" y="2706"/>
                  </a:lnTo>
                  <a:lnTo>
                    <a:pt x="44" y="3178"/>
                  </a:lnTo>
                  <a:lnTo>
                    <a:pt x="1" y="3608"/>
                  </a:lnTo>
                  <a:lnTo>
                    <a:pt x="1" y="3994"/>
                  </a:lnTo>
                  <a:lnTo>
                    <a:pt x="44" y="4295"/>
                  </a:lnTo>
                  <a:lnTo>
                    <a:pt x="130" y="3694"/>
                  </a:lnTo>
                  <a:lnTo>
                    <a:pt x="216" y="3393"/>
                  </a:lnTo>
                  <a:lnTo>
                    <a:pt x="344" y="3093"/>
                  </a:lnTo>
                  <a:lnTo>
                    <a:pt x="516" y="2835"/>
                  </a:lnTo>
                  <a:lnTo>
                    <a:pt x="688" y="2577"/>
                  </a:lnTo>
                  <a:lnTo>
                    <a:pt x="946" y="2362"/>
                  </a:lnTo>
                  <a:lnTo>
                    <a:pt x="1246" y="2234"/>
                  </a:lnTo>
                  <a:lnTo>
                    <a:pt x="1590" y="2105"/>
                  </a:lnTo>
                  <a:lnTo>
                    <a:pt x="1848" y="2062"/>
                  </a:lnTo>
                  <a:lnTo>
                    <a:pt x="2148" y="2019"/>
                  </a:lnTo>
                  <a:lnTo>
                    <a:pt x="2406" y="2019"/>
                  </a:lnTo>
                  <a:lnTo>
                    <a:pt x="2921" y="2105"/>
                  </a:lnTo>
                  <a:lnTo>
                    <a:pt x="3351" y="2277"/>
                  </a:lnTo>
                  <a:lnTo>
                    <a:pt x="3823" y="2405"/>
                  </a:lnTo>
                  <a:lnTo>
                    <a:pt x="4253" y="2448"/>
                  </a:lnTo>
                  <a:lnTo>
                    <a:pt x="4468" y="2448"/>
                  </a:lnTo>
                  <a:lnTo>
                    <a:pt x="4682" y="2405"/>
                  </a:lnTo>
                  <a:lnTo>
                    <a:pt x="4940" y="2319"/>
                  </a:lnTo>
                  <a:lnTo>
                    <a:pt x="5155" y="2148"/>
                  </a:lnTo>
                  <a:lnTo>
                    <a:pt x="5670" y="1847"/>
                  </a:lnTo>
                  <a:lnTo>
                    <a:pt x="6228" y="1503"/>
                  </a:lnTo>
                  <a:lnTo>
                    <a:pt x="6830" y="1246"/>
                  </a:lnTo>
                  <a:lnTo>
                    <a:pt x="7474" y="1074"/>
                  </a:lnTo>
                  <a:lnTo>
                    <a:pt x="7775" y="988"/>
                  </a:lnTo>
                  <a:lnTo>
                    <a:pt x="8118" y="988"/>
                  </a:lnTo>
                  <a:lnTo>
                    <a:pt x="8419" y="945"/>
                  </a:lnTo>
                  <a:lnTo>
                    <a:pt x="8762" y="988"/>
                  </a:lnTo>
                  <a:lnTo>
                    <a:pt x="9106" y="1031"/>
                  </a:lnTo>
                  <a:lnTo>
                    <a:pt x="9407" y="1117"/>
                  </a:lnTo>
                  <a:lnTo>
                    <a:pt x="9750" y="1246"/>
                  </a:lnTo>
                  <a:lnTo>
                    <a:pt x="10051" y="1418"/>
                  </a:lnTo>
                  <a:lnTo>
                    <a:pt x="10395" y="1546"/>
                  </a:lnTo>
                  <a:lnTo>
                    <a:pt x="10738" y="1718"/>
                  </a:lnTo>
                  <a:lnTo>
                    <a:pt x="11511" y="1933"/>
                  </a:lnTo>
                  <a:lnTo>
                    <a:pt x="12241" y="2105"/>
                  </a:lnTo>
                  <a:lnTo>
                    <a:pt x="13014" y="2191"/>
                  </a:lnTo>
                  <a:lnTo>
                    <a:pt x="14389" y="2191"/>
                  </a:lnTo>
                  <a:lnTo>
                    <a:pt x="15377" y="2105"/>
                  </a:lnTo>
                  <a:lnTo>
                    <a:pt x="15591" y="2148"/>
                  </a:lnTo>
                  <a:lnTo>
                    <a:pt x="15806" y="2234"/>
                  </a:lnTo>
                  <a:lnTo>
                    <a:pt x="16021" y="2362"/>
                  </a:lnTo>
                  <a:lnTo>
                    <a:pt x="16236" y="2534"/>
                  </a:lnTo>
                  <a:lnTo>
                    <a:pt x="16450" y="2792"/>
                  </a:lnTo>
                  <a:lnTo>
                    <a:pt x="16622" y="3136"/>
                  </a:lnTo>
                  <a:lnTo>
                    <a:pt x="16751" y="3479"/>
                  </a:lnTo>
                  <a:lnTo>
                    <a:pt x="16837" y="3866"/>
                  </a:lnTo>
                  <a:lnTo>
                    <a:pt x="16837" y="3264"/>
                  </a:lnTo>
                  <a:lnTo>
                    <a:pt x="16794" y="2749"/>
                  </a:lnTo>
                  <a:lnTo>
                    <a:pt x="16622" y="2277"/>
                  </a:lnTo>
                  <a:lnTo>
                    <a:pt x="16450" y="1890"/>
                  </a:lnTo>
                  <a:lnTo>
                    <a:pt x="16193" y="1589"/>
                  </a:lnTo>
                  <a:lnTo>
                    <a:pt x="15935" y="1332"/>
                  </a:lnTo>
                  <a:lnTo>
                    <a:pt x="15634" y="1203"/>
                  </a:lnTo>
                  <a:lnTo>
                    <a:pt x="15377" y="1203"/>
                  </a:lnTo>
                  <a:lnTo>
                    <a:pt x="14389" y="1246"/>
                  </a:lnTo>
                  <a:lnTo>
                    <a:pt x="13014" y="1246"/>
                  </a:lnTo>
                  <a:lnTo>
                    <a:pt x="12241" y="1160"/>
                  </a:lnTo>
                  <a:lnTo>
                    <a:pt x="11468" y="988"/>
                  </a:lnTo>
                  <a:lnTo>
                    <a:pt x="10738" y="773"/>
                  </a:lnTo>
                  <a:lnTo>
                    <a:pt x="10395" y="644"/>
                  </a:lnTo>
                  <a:lnTo>
                    <a:pt x="10051" y="473"/>
                  </a:lnTo>
                  <a:lnTo>
                    <a:pt x="9750" y="301"/>
                  </a:lnTo>
                  <a:lnTo>
                    <a:pt x="9407" y="172"/>
                  </a:lnTo>
                  <a:lnTo>
                    <a:pt x="9063" y="86"/>
                  </a:lnTo>
                  <a:lnTo>
                    <a:pt x="8762" y="43"/>
                  </a:lnTo>
                  <a:lnTo>
                    <a:pt x="84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489;p37">
              <a:extLst>
                <a:ext uri="{FF2B5EF4-FFF2-40B4-BE49-F238E27FC236}">
                  <a16:creationId xmlns:a16="http://schemas.microsoft.com/office/drawing/2014/main" id="{6FFAF59F-13A0-B753-4B9E-C34A9C9F92E7}"/>
                </a:ext>
              </a:extLst>
            </p:cNvPr>
            <p:cNvSpPr/>
            <p:nvPr/>
          </p:nvSpPr>
          <p:spPr>
            <a:xfrm>
              <a:off x="1515950" y="2545575"/>
              <a:ext cx="404825" cy="661450"/>
            </a:xfrm>
            <a:custGeom>
              <a:avLst/>
              <a:gdLst/>
              <a:ahLst/>
              <a:cxnLst/>
              <a:rect l="l" t="t" r="r" b="b"/>
              <a:pathLst>
                <a:path w="16193" h="26458" extrusionOk="0">
                  <a:moveTo>
                    <a:pt x="7431" y="0"/>
                  </a:moveTo>
                  <a:lnTo>
                    <a:pt x="7001" y="86"/>
                  </a:lnTo>
                  <a:lnTo>
                    <a:pt x="6615" y="215"/>
                  </a:lnTo>
                  <a:lnTo>
                    <a:pt x="6271" y="344"/>
                  </a:lnTo>
                  <a:lnTo>
                    <a:pt x="5498" y="687"/>
                  </a:lnTo>
                  <a:lnTo>
                    <a:pt x="5283" y="730"/>
                  </a:lnTo>
                  <a:lnTo>
                    <a:pt x="5026" y="773"/>
                  </a:lnTo>
                  <a:lnTo>
                    <a:pt x="4467" y="730"/>
                  </a:lnTo>
                  <a:lnTo>
                    <a:pt x="3866" y="602"/>
                  </a:lnTo>
                  <a:lnTo>
                    <a:pt x="3222" y="473"/>
                  </a:lnTo>
                  <a:lnTo>
                    <a:pt x="2535" y="387"/>
                  </a:lnTo>
                  <a:lnTo>
                    <a:pt x="1590" y="387"/>
                  </a:lnTo>
                  <a:lnTo>
                    <a:pt x="1332" y="473"/>
                  </a:lnTo>
                  <a:lnTo>
                    <a:pt x="1031" y="602"/>
                  </a:lnTo>
                  <a:lnTo>
                    <a:pt x="774" y="730"/>
                  </a:lnTo>
                  <a:lnTo>
                    <a:pt x="559" y="945"/>
                  </a:lnTo>
                  <a:lnTo>
                    <a:pt x="387" y="1160"/>
                  </a:lnTo>
                  <a:lnTo>
                    <a:pt x="258" y="1375"/>
                  </a:lnTo>
                  <a:lnTo>
                    <a:pt x="130" y="1632"/>
                  </a:lnTo>
                  <a:lnTo>
                    <a:pt x="87" y="1890"/>
                  </a:lnTo>
                  <a:lnTo>
                    <a:pt x="44" y="2148"/>
                  </a:lnTo>
                  <a:lnTo>
                    <a:pt x="1" y="2405"/>
                  </a:lnTo>
                  <a:lnTo>
                    <a:pt x="44" y="2663"/>
                  </a:lnTo>
                  <a:lnTo>
                    <a:pt x="130" y="3221"/>
                  </a:lnTo>
                  <a:lnTo>
                    <a:pt x="301" y="3823"/>
                  </a:lnTo>
                  <a:lnTo>
                    <a:pt x="559" y="4381"/>
                  </a:lnTo>
                  <a:lnTo>
                    <a:pt x="860" y="4939"/>
                  </a:lnTo>
                  <a:lnTo>
                    <a:pt x="1117" y="5584"/>
                  </a:lnTo>
                  <a:lnTo>
                    <a:pt x="1375" y="6314"/>
                  </a:lnTo>
                  <a:lnTo>
                    <a:pt x="1590" y="7087"/>
                  </a:lnTo>
                  <a:lnTo>
                    <a:pt x="1719" y="7860"/>
                  </a:lnTo>
                  <a:lnTo>
                    <a:pt x="1933" y="9105"/>
                  </a:lnTo>
                  <a:lnTo>
                    <a:pt x="2019" y="9621"/>
                  </a:lnTo>
                  <a:lnTo>
                    <a:pt x="2234" y="26457"/>
                  </a:lnTo>
                  <a:lnTo>
                    <a:pt x="15076" y="26285"/>
                  </a:lnTo>
                  <a:lnTo>
                    <a:pt x="14818" y="9449"/>
                  </a:lnTo>
                  <a:lnTo>
                    <a:pt x="14818" y="8590"/>
                  </a:lnTo>
                  <a:lnTo>
                    <a:pt x="14861" y="7817"/>
                  </a:lnTo>
                  <a:lnTo>
                    <a:pt x="14947" y="7044"/>
                  </a:lnTo>
                  <a:lnTo>
                    <a:pt x="15076" y="6314"/>
                  </a:lnTo>
                  <a:lnTo>
                    <a:pt x="15248" y="5584"/>
                  </a:lnTo>
                  <a:lnTo>
                    <a:pt x="15462" y="4853"/>
                  </a:lnTo>
                  <a:lnTo>
                    <a:pt x="16064" y="3264"/>
                  </a:lnTo>
                  <a:lnTo>
                    <a:pt x="16150" y="2835"/>
                  </a:lnTo>
                  <a:lnTo>
                    <a:pt x="16193" y="2448"/>
                  </a:lnTo>
                  <a:lnTo>
                    <a:pt x="16193" y="2105"/>
                  </a:lnTo>
                  <a:lnTo>
                    <a:pt x="16107" y="1804"/>
                  </a:lnTo>
                  <a:lnTo>
                    <a:pt x="15935" y="1546"/>
                  </a:lnTo>
                  <a:lnTo>
                    <a:pt x="15763" y="1289"/>
                  </a:lnTo>
                  <a:lnTo>
                    <a:pt x="15548" y="1074"/>
                  </a:lnTo>
                  <a:lnTo>
                    <a:pt x="15291" y="902"/>
                  </a:lnTo>
                  <a:lnTo>
                    <a:pt x="14990" y="773"/>
                  </a:lnTo>
                  <a:lnTo>
                    <a:pt x="14689" y="644"/>
                  </a:lnTo>
                  <a:lnTo>
                    <a:pt x="14131" y="516"/>
                  </a:lnTo>
                  <a:lnTo>
                    <a:pt x="13573" y="430"/>
                  </a:lnTo>
                  <a:lnTo>
                    <a:pt x="13143" y="473"/>
                  </a:lnTo>
                  <a:lnTo>
                    <a:pt x="12370" y="644"/>
                  </a:lnTo>
                  <a:lnTo>
                    <a:pt x="11984" y="687"/>
                  </a:lnTo>
                  <a:lnTo>
                    <a:pt x="11082" y="687"/>
                  </a:lnTo>
                  <a:lnTo>
                    <a:pt x="10523" y="602"/>
                  </a:lnTo>
                  <a:lnTo>
                    <a:pt x="9879" y="473"/>
                  </a:lnTo>
                  <a:lnTo>
                    <a:pt x="9192" y="258"/>
                  </a:lnTo>
                  <a:lnTo>
                    <a:pt x="8505" y="86"/>
                  </a:lnTo>
                  <a:lnTo>
                    <a:pt x="79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490;p37">
              <a:extLst>
                <a:ext uri="{FF2B5EF4-FFF2-40B4-BE49-F238E27FC236}">
                  <a16:creationId xmlns:a16="http://schemas.microsoft.com/office/drawing/2014/main" id="{F8BD6936-EEFF-B8F9-2788-35AEC1116DC2}"/>
                </a:ext>
              </a:extLst>
            </p:cNvPr>
            <p:cNvSpPr/>
            <p:nvPr/>
          </p:nvSpPr>
          <p:spPr>
            <a:xfrm>
              <a:off x="1653400" y="2545575"/>
              <a:ext cx="267375" cy="658225"/>
            </a:xfrm>
            <a:custGeom>
              <a:avLst/>
              <a:gdLst/>
              <a:ahLst/>
              <a:cxnLst/>
              <a:rect l="l" t="t" r="r" b="b"/>
              <a:pathLst>
                <a:path w="10695" h="26329" extrusionOk="0">
                  <a:moveTo>
                    <a:pt x="1933" y="0"/>
                  </a:moveTo>
                  <a:lnTo>
                    <a:pt x="1503" y="86"/>
                  </a:lnTo>
                  <a:lnTo>
                    <a:pt x="1117" y="215"/>
                  </a:lnTo>
                  <a:lnTo>
                    <a:pt x="773" y="344"/>
                  </a:lnTo>
                  <a:lnTo>
                    <a:pt x="0" y="687"/>
                  </a:lnTo>
                  <a:lnTo>
                    <a:pt x="730" y="687"/>
                  </a:lnTo>
                  <a:lnTo>
                    <a:pt x="1203" y="730"/>
                  </a:lnTo>
                  <a:lnTo>
                    <a:pt x="1804" y="816"/>
                  </a:lnTo>
                  <a:lnTo>
                    <a:pt x="2448" y="945"/>
                  </a:lnTo>
                  <a:lnTo>
                    <a:pt x="3136" y="1160"/>
                  </a:lnTo>
                  <a:lnTo>
                    <a:pt x="3823" y="1418"/>
                  </a:lnTo>
                  <a:lnTo>
                    <a:pt x="4166" y="1589"/>
                  </a:lnTo>
                  <a:lnTo>
                    <a:pt x="4510" y="1675"/>
                  </a:lnTo>
                  <a:lnTo>
                    <a:pt x="5197" y="1847"/>
                  </a:lnTo>
                  <a:lnTo>
                    <a:pt x="5841" y="1933"/>
                  </a:lnTo>
                  <a:lnTo>
                    <a:pt x="6443" y="1976"/>
                  </a:lnTo>
                  <a:lnTo>
                    <a:pt x="7001" y="2019"/>
                  </a:lnTo>
                  <a:lnTo>
                    <a:pt x="7516" y="2105"/>
                  </a:lnTo>
                  <a:lnTo>
                    <a:pt x="7688" y="2191"/>
                  </a:lnTo>
                  <a:lnTo>
                    <a:pt x="7860" y="2277"/>
                  </a:lnTo>
                  <a:lnTo>
                    <a:pt x="8032" y="2405"/>
                  </a:lnTo>
                  <a:lnTo>
                    <a:pt x="8118" y="2577"/>
                  </a:lnTo>
                  <a:lnTo>
                    <a:pt x="8289" y="2964"/>
                  </a:lnTo>
                  <a:lnTo>
                    <a:pt x="8375" y="3393"/>
                  </a:lnTo>
                  <a:lnTo>
                    <a:pt x="8375" y="3823"/>
                  </a:lnTo>
                  <a:lnTo>
                    <a:pt x="8289" y="4338"/>
                  </a:lnTo>
                  <a:lnTo>
                    <a:pt x="8118" y="4896"/>
                  </a:lnTo>
                  <a:lnTo>
                    <a:pt x="7860" y="5455"/>
                  </a:lnTo>
                  <a:lnTo>
                    <a:pt x="7473" y="6099"/>
                  </a:lnTo>
                  <a:lnTo>
                    <a:pt x="7001" y="6786"/>
                  </a:lnTo>
                  <a:lnTo>
                    <a:pt x="6743" y="7216"/>
                  </a:lnTo>
                  <a:lnTo>
                    <a:pt x="6486" y="7688"/>
                  </a:lnTo>
                  <a:lnTo>
                    <a:pt x="6314" y="8246"/>
                  </a:lnTo>
                  <a:lnTo>
                    <a:pt x="6142" y="8848"/>
                  </a:lnTo>
                  <a:lnTo>
                    <a:pt x="5970" y="9535"/>
                  </a:lnTo>
                  <a:lnTo>
                    <a:pt x="5884" y="10222"/>
                  </a:lnTo>
                  <a:lnTo>
                    <a:pt x="5712" y="11682"/>
                  </a:lnTo>
                  <a:lnTo>
                    <a:pt x="5584" y="13143"/>
                  </a:lnTo>
                  <a:lnTo>
                    <a:pt x="5541" y="14517"/>
                  </a:lnTo>
                  <a:lnTo>
                    <a:pt x="5541" y="16622"/>
                  </a:lnTo>
                  <a:lnTo>
                    <a:pt x="5755" y="26328"/>
                  </a:lnTo>
                  <a:lnTo>
                    <a:pt x="9578" y="26285"/>
                  </a:lnTo>
                  <a:lnTo>
                    <a:pt x="9320" y="9449"/>
                  </a:lnTo>
                  <a:lnTo>
                    <a:pt x="9320" y="8590"/>
                  </a:lnTo>
                  <a:lnTo>
                    <a:pt x="9363" y="7817"/>
                  </a:lnTo>
                  <a:lnTo>
                    <a:pt x="9449" y="7044"/>
                  </a:lnTo>
                  <a:lnTo>
                    <a:pt x="9578" y="6314"/>
                  </a:lnTo>
                  <a:lnTo>
                    <a:pt x="9750" y="5584"/>
                  </a:lnTo>
                  <a:lnTo>
                    <a:pt x="9964" y="4853"/>
                  </a:lnTo>
                  <a:lnTo>
                    <a:pt x="10566" y="3264"/>
                  </a:lnTo>
                  <a:lnTo>
                    <a:pt x="10652" y="2835"/>
                  </a:lnTo>
                  <a:lnTo>
                    <a:pt x="10695" y="2448"/>
                  </a:lnTo>
                  <a:lnTo>
                    <a:pt x="10695" y="2105"/>
                  </a:lnTo>
                  <a:lnTo>
                    <a:pt x="10609" y="1804"/>
                  </a:lnTo>
                  <a:lnTo>
                    <a:pt x="10437" y="1546"/>
                  </a:lnTo>
                  <a:lnTo>
                    <a:pt x="10265" y="1289"/>
                  </a:lnTo>
                  <a:lnTo>
                    <a:pt x="10050" y="1074"/>
                  </a:lnTo>
                  <a:lnTo>
                    <a:pt x="9793" y="902"/>
                  </a:lnTo>
                  <a:lnTo>
                    <a:pt x="9492" y="773"/>
                  </a:lnTo>
                  <a:lnTo>
                    <a:pt x="9191" y="644"/>
                  </a:lnTo>
                  <a:lnTo>
                    <a:pt x="8633" y="516"/>
                  </a:lnTo>
                  <a:lnTo>
                    <a:pt x="8075" y="430"/>
                  </a:lnTo>
                  <a:lnTo>
                    <a:pt x="7645" y="473"/>
                  </a:lnTo>
                  <a:lnTo>
                    <a:pt x="6872" y="644"/>
                  </a:lnTo>
                  <a:lnTo>
                    <a:pt x="6486" y="687"/>
                  </a:lnTo>
                  <a:lnTo>
                    <a:pt x="5584" y="687"/>
                  </a:lnTo>
                  <a:lnTo>
                    <a:pt x="5025" y="602"/>
                  </a:lnTo>
                  <a:lnTo>
                    <a:pt x="4381" y="473"/>
                  </a:lnTo>
                  <a:lnTo>
                    <a:pt x="3694" y="258"/>
                  </a:lnTo>
                  <a:lnTo>
                    <a:pt x="3007" y="86"/>
                  </a:lnTo>
                  <a:lnTo>
                    <a:pt x="2405"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491;p37">
              <a:extLst>
                <a:ext uri="{FF2B5EF4-FFF2-40B4-BE49-F238E27FC236}">
                  <a16:creationId xmlns:a16="http://schemas.microsoft.com/office/drawing/2014/main" id="{668E6F93-2FD7-E9B1-1E37-5A3B2C8D5EC7}"/>
                </a:ext>
              </a:extLst>
            </p:cNvPr>
            <p:cNvSpPr/>
            <p:nvPr/>
          </p:nvSpPr>
          <p:spPr>
            <a:xfrm>
              <a:off x="1729625" y="2618575"/>
              <a:ext cx="75200" cy="95600"/>
            </a:xfrm>
            <a:custGeom>
              <a:avLst/>
              <a:gdLst/>
              <a:ahLst/>
              <a:cxnLst/>
              <a:rect l="l" t="t" r="r" b="b"/>
              <a:pathLst>
                <a:path w="3008" h="3824" extrusionOk="0">
                  <a:moveTo>
                    <a:pt x="988" y="1"/>
                  </a:moveTo>
                  <a:lnTo>
                    <a:pt x="817" y="130"/>
                  </a:lnTo>
                  <a:lnTo>
                    <a:pt x="473" y="430"/>
                  </a:lnTo>
                  <a:lnTo>
                    <a:pt x="301" y="688"/>
                  </a:lnTo>
                  <a:lnTo>
                    <a:pt x="172" y="946"/>
                  </a:lnTo>
                  <a:lnTo>
                    <a:pt x="44" y="1246"/>
                  </a:lnTo>
                  <a:lnTo>
                    <a:pt x="1" y="1633"/>
                  </a:lnTo>
                  <a:lnTo>
                    <a:pt x="44" y="2019"/>
                  </a:lnTo>
                  <a:lnTo>
                    <a:pt x="129" y="2535"/>
                  </a:lnTo>
                  <a:lnTo>
                    <a:pt x="215" y="3007"/>
                  </a:lnTo>
                  <a:lnTo>
                    <a:pt x="387" y="3437"/>
                  </a:lnTo>
                  <a:lnTo>
                    <a:pt x="473" y="3609"/>
                  </a:lnTo>
                  <a:lnTo>
                    <a:pt x="602" y="3694"/>
                  </a:lnTo>
                  <a:lnTo>
                    <a:pt x="731" y="3780"/>
                  </a:lnTo>
                  <a:lnTo>
                    <a:pt x="817" y="3823"/>
                  </a:lnTo>
                  <a:lnTo>
                    <a:pt x="988" y="3780"/>
                  </a:lnTo>
                  <a:lnTo>
                    <a:pt x="1117" y="3651"/>
                  </a:lnTo>
                  <a:lnTo>
                    <a:pt x="1246" y="3480"/>
                  </a:lnTo>
                  <a:lnTo>
                    <a:pt x="1418" y="3179"/>
                  </a:lnTo>
                  <a:lnTo>
                    <a:pt x="1590" y="2878"/>
                  </a:lnTo>
                  <a:lnTo>
                    <a:pt x="1762" y="2664"/>
                  </a:lnTo>
                  <a:lnTo>
                    <a:pt x="2062" y="2277"/>
                  </a:lnTo>
                  <a:lnTo>
                    <a:pt x="2320" y="2062"/>
                  </a:lnTo>
                  <a:lnTo>
                    <a:pt x="2578" y="1933"/>
                  </a:lnTo>
                  <a:lnTo>
                    <a:pt x="2792" y="1805"/>
                  </a:lnTo>
                  <a:lnTo>
                    <a:pt x="2921" y="1676"/>
                  </a:lnTo>
                  <a:lnTo>
                    <a:pt x="2964" y="1590"/>
                  </a:lnTo>
                  <a:lnTo>
                    <a:pt x="3007" y="1461"/>
                  </a:lnTo>
                  <a:lnTo>
                    <a:pt x="3007" y="1075"/>
                  </a:lnTo>
                  <a:lnTo>
                    <a:pt x="2964" y="860"/>
                  </a:lnTo>
                  <a:lnTo>
                    <a:pt x="2878" y="688"/>
                  </a:lnTo>
                  <a:lnTo>
                    <a:pt x="2792" y="559"/>
                  </a:lnTo>
                  <a:lnTo>
                    <a:pt x="2621" y="430"/>
                  </a:lnTo>
                  <a:lnTo>
                    <a:pt x="2492" y="301"/>
                  </a:lnTo>
                  <a:lnTo>
                    <a:pt x="2320" y="216"/>
                  </a:lnTo>
                  <a:lnTo>
                    <a:pt x="1933" y="87"/>
                  </a:lnTo>
                  <a:lnTo>
                    <a:pt x="1590" y="44"/>
                  </a:lnTo>
                  <a:lnTo>
                    <a:pt x="128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492;p37">
              <a:extLst>
                <a:ext uri="{FF2B5EF4-FFF2-40B4-BE49-F238E27FC236}">
                  <a16:creationId xmlns:a16="http://schemas.microsoft.com/office/drawing/2014/main" id="{DE99F8D7-12D0-E7DA-5CFC-3A8A47852342}"/>
                </a:ext>
              </a:extLst>
            </p:cNvPr>
            <p:cNvSpPr/>
            <p:nvPr/>
          </p:nvSpPr>
          <p:spPr>
            <a:xfrm>
              <a:off x="1515950" y="1813275"/>
              <a:ext cx="389800" cy="638900"/>
            </a:xfrm>
            <a:custGeom>
              <a:avLst/>
              <a:gdLst/>
              <a:ahLst/>
              <a:cxnLst/>
              <a:rect l="l" t="t" r="r" b="b"/>
              <a:pathLst>
                <a:path w="15592" h="25556" extrusionOk="0">
                  <a:moveTo>
                    <a:pt x="14002" y="1"/>
                  </a:moveTo>
                  <a:lnTo>
                    <a:pt x="1976" y="173"/>
                  </a:lnTo>
                  <a:lnTo>
                    <a:pt x="2148" y="12198"/>
                  </a:lnTo>
                  <a:lnTo>
                    <a:pt x="2148" y="13315"/>
                  </a:lnTo>
                  <a:lnTo>
                    <a:pt x="2062" y="14432"/>
                  </a:lnTo>
                  <a:lnTo>
                    <a:pt x="1933" y="15548"/>
                  </a:lnTo>
                  <a:lnTo>
                    <a:pt x="1719" y="16665"/>
                  </a:lnTo>
                  <a:lnTo>
                    <a:pt x="1461" y="17782"/>
                  </a:lnTo>
                  <a:lnTo>
                    <a:pt x="1203" y="18856"/>
                  </a:lnTo>
                  <a:lnTo>
                    <a:pt x="860" y="19886"/>
                  </a:lnTo>
                  <a:lnTo>
                    <a:pt x="473" y="20917"/>
                  </a:lnTo>
                  <a:lnTo>
                    <a:pt x="301" y="21432"/>
                  </a:lnTo>
                  <a:lnTo>
                    <a:pt x="173" y="21905"/>
                  </a:lnTo>
                  <a:lnTo>
                    <a:pt x="87" y="22334"/>
                  </a:lnTo>
                  <a:lnTo>
                    <a:pt x="1" y="22764"/>
                  </a:lnTo>
                  <a:lnTo>
                    <a:pt x="1" y="23150"/>
                  </a:lnTo>
                  <a:lnTo>
                    <a:pt x="44" y="23537"/>
                  </a:lnTo>
                  <a:lnTo>
                    <a:pt x="87" y="23881"/>
                  </a:lnTo>
                  <a:lnTo>
                    <a:pt x="173" y="24181"/>
                  </a:lnTo>
                  <a:lnTo>
                    <a:pt x="301" y="24482"/>
                  </a:lnTo>
                  <a:lnTo>
                    <a:pt x="430" y="24697"/>
                  </a:lnTo>
                  <a:lnTo>
                    <a:pt x="602" y="24954"/>
                  </a:lnTo>
                  <a:lnTo>
                    <a:pt x="817" y="25126"/>
                  </a:lnTo>
                  <a:lnTo>
                    <a:pt x="1031" y="25298"/>
                  </a:lnTo>
                  <a:lnTo>
                    <a:pt x="1289" y="25427"/>
                  </a:lnTo>
                  <a:lnTo>
                    <a:pt x="1504" y="25513"/>
                  </a:lnTo>
                  <a:lnTo>
                    <a:pt x="1805" y="25556"/>
                  </a:lnTo>
                  <a:lnTo>
                    <a:pt x="2363" y="25556"/>
                  </a:lnTo>
                  <a:lnTo>
                    <a:pt x="2664" y="25513"/>
                  </a:lnTo>
                  <a:lnTo>
                    <a:pt x="2964" y="25427"/>
                  </a:lnTo>
                  <a:lnTo>
                    <a:pt x="3608" y="25212"/>
                  </a:lnTo>
                  <a:lnTo>
                    <a:pt x="4296" y="24911"/>
                  </a:lnTo>
                  <a:lnTo>
                    <a:pt x="5026" y="24654"/>
                  </a:lnTo>
                  <a:lnTo>
                    <a:pt x="5799" y="24353"/>
                  </a:lnTo>
                  <a:lnTo>
                    <a:pt x="6701" y="24138"/>
                  </a:lnTo>
                  <a:lnTo>
                    <a:pt x="7130" y="24095"/>
                  </a:lnTo>
                  <a:lnTo>
                    <a:pt x="7603" y="24052"/>
                  </a:lnTo>
                  <a:lnTo>
                    <a:pt x="8505" y="24052"/>
                  </a:lnTo>
                  <a:lnTo>
                    <a:pt x="8891" y="24138"/>
                  </a:lnTo>
                  <a:lnTo>
                    <a:pt x="9235" y="24224"/>
                  </a:lnTo>
                  <a:lnTo>
                    <a:pt x="9836" y="24482"/>
                  </a:lnTo>
                  <a:lnTo>
                    <a:pt x="10394" y="24783"/>
                  </a:lnTo>
                  <a:lnTo>
                    <a:pt x="10953" y="25040"/>
                  </a:lnTo>
                  <a:lnTo>
                    <a:pt x="11253" y="25169"/>
                  </a:lnTo>
                  <a:lnTo>
                    <a:pt x="11554" y="25298"/>
                  </a:lnTo>
                  <a:lnTo>
                    <a:pt x="11898" y="25341"/>
                  </a:lnTo>
                  <a:lnTo>
                    <a:pt x="12241" y="25384"/>
                  </a:lnTo>
                  <a:lnTo>
                    <a:pt x="12628" y="25427"/>
                  </a:lnTo>
                  <a:lnTo>
                    <a:pt x="13057" y="25384"/>
                  </a:lnTo>
                  <a:lnTo>
                    <a:pt x="13487" y="25298"/>
                  </a:lnTo>
                  <a:lnTo>
                    <a:pt x="13873" y="25212"/>
                  </a:lnTo>
                  <a:lnTo>
                    <a:pt x="14217" y="25083"/>
                  </a:lnTo>
                  <a:lnTo>
                    <a:pt x="14518" y="24911"/>
                  </a:lnTo>
                  <a:lnTo>
                    <a:pt x="14775" y="24783"/>
                  </a:lnTo>
                  <a:lnTo>
                    <a:pt x="14990" y="24611"/>
                  </a:lnTo>
                  <a:lnTo>
                    <a:pt x="15205" y="24396"/>
                  </a:lnTo>
                  <a:lnTo>
                    <a:pt x="15334" y="24224"/>
                  </a:lnTo>
                  <a:lnTo>
                    <a:pt x="15462" y="24009"/>
                  </a:lnTo>
                  <a:lnTo>
                    <a:pt x="15548" y="23795"/>
                  </a:lnTo>
                  <a:lnTo>
                    <a:pt x="15591" y="23580"/>
                  </a:lnTo>
                  <a:lnTo>
                    <a:pt x="15591" y="23408"/>
                  </a:lnTo>
                  <a:lnTo>
                    <a:pt x="15591" y="23193"/>
                  </a:lnTo>
                  <a:lnTo>
                    <a:pt x="15548" y="22979"/>
                  </a:lnTo>
                  <a:lnTo>
                    <a:pt x="15505" y="22807"/>
                  </a:lnTo>
                  <a:lnTo>
                    <a:pt x="15420" y="22635"/>
                  </a:lnTo>
                  <a:lnTo>
                    <a:pt x="15205" y="22249"/>
                  </a:lnTo>
                  <a:lnTo>
                    <a:pt x="15033" y="21776"/>
                  </a:lnTo>
                  <a:lnTo>
                    <a:pt x="14646" y="20788"/>
                  </a:lnTo>
                  <a:lnTo>
                    <a:pt x="14260" y="19629"/>
                  </a:lnTo>
                  <a:lnTo>
                    <a:pt x="140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493;p37">
              <a:extLst>
                <a:ext uri="{FF2B5EF4-FFF2-40B4-BE49-F238E27FC236}">
                  <a16:creationId xmlns:a16="http://schemas.microsoft.com/office/drawing/2014/main" id="{C8809D4E-D95A-9DB0-4AD8-0AD22F93B6AB}"/>
                </a:ext>
              </a:extLst>
            </p:cNvPr>
            <p:cNvSpPr/>
            <p:nvPr/>
          </p:nvSpPr>
          <p:spPr>
            <a:xfrm>
              <a:off x="1726400" y="1813275"/>
              <a:ext cx="179350" cy="635675"/>
            </a:xfrm>
            <a:custGeom>
              <a:avLst/>
              <a:gdLst/>
              <a:ahLst/>
              <a:cxnLst/>
              <a:rect l="l" t="t" r="r" b="b"/>
              <a:pathLst>
                <a:path w="7174" h="25427" extrusionOk="0">
                  <a:moveTo>
                    <a:pt x="5584" y="1"/>
                  </a:moveTo>
                  <a:lnTo>
                    <a:pt x="3480" y="44"/>
                  </a:lnTo>
                  <a:lnTo>
                    <a:pt x="3737" y="18641"/>
                  </a:lnTo>
                  <a:lnTo>
                    <a:pt x="3780" y="19242"/>
                  </a:lnTo>
                  <a:lnTo>
                    <a:pt x="3866" y="19843"/>
                  </a:lnTo>
                  <a:lnTo>
                    <a:pt x="4038" y="20359"/>
                  </a:lnTo>
                  <a:lnTo>
                    <a:pt x="4210" y="20917"/>
                  </a:lnTo>
                  <a:lnTo>
                    <a:pt x="4682" y="21905"/>
                  </a:lnTo>
                  <a:lnTo>
                    <a:pt x="5069" y="22764"/>
                  </a:lnTo>
                  <a:lnTo>
                    <a:pt x="5155" y="22936"/>
                  </a:lnTo>
                  <a:lnTo>
                    <a:pt x="5155" y="23150"/>
                  </a:lnTo>
                  <a:lnTo>
                    <a:pt x="5112" y="23279"/>
                  </a:lnTo>
                  <a:lnTo>
                    <a:pt x="4983" y="23451"/>
                  </a:lnTo>
                  <a:lnTo>
                    <a:pt x="4854" y="23580"/>
                  </a:lnTo>
                  <a:lnTo>
                    <a:pt x="4639" y="23666"/>
                  </a:lnTo>
                  <a:lnTo>
                    <a:pt x="4382" y="23752"/>
                  </a:lnTo>
                  <a:lnTo>
                    <a:pt x="4038" y="23838"/>
                  </a:lnTo>
                  <a:lnTo>
                    <a:pt x="3265" y="23966"/>
                  </a:lnTo>
                  <a:lnTo>
                    <a:pt x="2363" y="24052"/>
                  </a:lnTo>
                  <a:lnTo>
                    <a:pt x="1246" y="24095"/>
                  </a:lnTo>
                  <a:lnTo>
                    <a:pt x="1" y="24052"/>
                  </a:lnTo>
                  <a:lnTo>
                    <a:pt x="1" y="24052"/>
                  </a:lnTo>
                  <a:lnTo>
                    <a:pt x="344" y="24138"/>
                  </a:lnTo>
                  <a:lnTo>
                    <a:pt x="645" y="24181"/>
                  </a:lnTo>
                  <a:lnTo>
                    <a:pt x="1246" y="24396"/>
                  </a:lnTo>
                  <a:lnTo>
                    <a:pt x="1762" y="24654"/>
                  </a:lnTo>
                  <a:lnTo>
                    <a:pt x="2234" y="24911"/>
                  </a:lnTo>
                  <a:lnTo>
                    <a:pt x="2750" y="25126"/>
                  </a:lnTo>
                  <a:lnTo>
                    <a:pt x="3265" y="25341"/>
                  </a:lnTo>
                  <a:lnTo>
                    <a:pt x="3566" y="25384"/>
                  </a:lnTo>
                  <a:lnTo>
                    <a:pt x="3909" y="25427"/>
                  </a:lnTo>
                  <a:lnTo>
                    <a:pt x="4253" y="25384"/>
                  </a:lnTo>
                  <a:lnTo>
                    <a:pt x="4639" y="25384"/>
                  </a:lnTo>
                  <a:lnTo>
                    <a:pt x="5069" y="25298"/>
                  </a:lnTo>
                  <a:lnTo>
                    <a:pt x="5455" y="25212"/>
                  </a:lnTo>
                  <a:lnTo>
                    <a:pt x="5799" y="25083"/>
                  </a:lnTo>
                  <a:lnTo>
                    <a:pt x="6100" y="24911"/>
                  </a:lnTo>
                  <a:lnTo>
                    <a:pt x="6357" y="24783"/>
                  </a:lnTo>
                  <a:lnTo>
                    <a:pt x="6572" y="24611"/>
                  </a:lnTo>
                  <a:lnTo>
                    <a:pt x="6787" y="24396"/>
                  </a:lnTo>
                  <a:lnTo>
                    <a:pt x="6916" y="24224"/>
                  </a:lnTo>
                  <a:lnTo>
                    <a:pt x="7044" y="24009"/>
                  </a:lnTo>
                  <a:lnTo>
                    <a:pt x="7130" y="23795"/>
                  </a:lnTo>
                  <a:lnTo>
                    <a:pt x="7173" y="23580"/>
                  </a:lnTo>
                  <a:lnTo>
                    <a:pt x="7173" y="23408"/>
                  </a:lnTo>
                  <a:lnTo>
                    <a:pt x="7173" y="23193"/>
                  </a:lnTo>
                  <a:lnTo>
                    <a:pt x="7130" y="22979"/>
                  </a:lnTo>
                  <a:lnTo>
                    <a:pt x="7087" y="22807"/>
                  </a:lnTo>
                  <a:lnTo>
                    <a:pt x="7002" y="22635"/>
                  </a:lnTo>
                  <a:lnTo>
                    <a:pt x="6787" y="22249"/>
                  </a:lnTo>
                  <a:lnTo>
                    <a:pt x="6615" y="21776"/>
                  </a:lnTo>
                  <a:lnTo>
                    <a:pt x="6228" y="20788"/>
                  </a:lnTo>
                  <a:lnTo>
                    <a:pt x="5842" y="19629"/>
                  </a:lnTo>
                  <a:lnTo>
                    <a:pt x="5584"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494;p37">
              <a:extLst>
                <a:ext uri="{FF2B5EF4-FFF2-40B4-BE49-F238E27FC236}">
                  <a16:creationId xmlns:a16="http://schemas.microsoft.com/office/drawing/2014/main" id="{DD30CB7F-3A79-62CB-A8F2-A9303F54836A}"/>
                </a:ext>
              </a:extLst>
            </p:cNvPr>
            <p:cNvSpPr/>
            <p:nvPr/>
          </p:nvSpPr>
          <p:spPr>
            <a:xfrm>
              <a:off x="1715675" y="2760325"/>
              <a:ext cx="38675" cy="444550"/>
            </a:xfrm>
            <a:custGeom>
              <a:avLst/>
              <a:gdLst/>
              <a:ahLst/>
              <a:cxnLst/>
              <a:rect l="l" t="t" r="r" b="b"/>
              <a:pathLst>
                <a:path w="1547" h="17782" extrusionOk="0">
                  <a:moveTo>
                    <a:pt x="516" y="0"/>
                  </a:moveTo>
                  <a:lnTo>
                    <a:pt x="387" y="43"/>
                  </a:lnTo>
                  <a:lnTo>
                    <a:pt x="172" y="172"/>
                  </a:lnTo>
                  <a:lnTo>
                    <a:pt x="43" y="387"/>
                  </a:lnTo>
                  <a:lnTo>
                    <a:pt x="0" y="515"/>
                  </a:lnTo>
                  <a:lnTo>
                    <a:pt x="0" y="644"/>
                  </a:lnTo>
                  <a:lnTo>
                    <a:pt x="258" y="17781"/>
                  </a:lnTo>
                  <a:lnTo>
                    <a:pt x="1546" y="17781"/>
                  </a:lnTo>
                  <a:lnTo>
                    <a:pt x="1332" y="644"/>
                  </a:lnTo>
                  <a:lnTo>
                    <a:pt x="1289" y="515"/>
                  </a:lnTo>
                  <a:lnTo>
                    <a:pt x="1289" y="387"/>
                  </a:lnTo>
                  <a:lnTo>
                    <a:pt x="1117" y="172"/>
                  </a:lnTo>
                  <a:lnTo>
                    <a:pt x="902" y="43"/>
                  </a:lnTo>
                  <a:lnTo>
                    <a:pt x="773"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495;p37">
              <a:extLst>
                <a:ext uri="{FF2B5EF4-FFF2-40B4-BE49-F238E27FC236}">
                  <a16:creationId xmlns:a16="http://schemas.microsoft.com/office/drawing/2014/main" id="{219FBC92-1AF7-A495-B37A-6AA9F008FFB2}"/>
                </a:ext>
              </a:extLst>
            </p:cNvPr>
            <p:cNvSpPr/>
            <p:nvPr/>
          </p:nvSpPr>
          <p:spPr>
            <a:xfrm>
              <a:off x="1755400" y="1814350"/>
              <a:ext cx="45125" cy="534750"/>
            </a:xfrm>
            <a:custGeom>
              <a:avLst/>
              <a:gdLst/>
              <a:ahLst/>
              <a:cxnLst/>
              <a:rect l="l" t="t" r="r" b="b"/>
              <a:pathLst>
                <a:path w="1805" h="21390" extrusionOk="0">
                  <a:moveTo>
                    <a:pt x="1504" y="1"/>
                  </a:moveTo>
                  <a:lnTo>
                    <a:pt x="0" y="44"/>
                  </a:lnTo>
                  <a:lnTo>
                    <a:pt x="301" y="20659"/>
                  </a:lnTo>
                  <a:lnTo>
                    <a:pt x="301" y="20788"/>
                  </a:lnTo>
                  <a:lnTo>
                    <a:pt x="344" y="20917"/>
                  </a:lnTo>
                  <a:lnTo>
                    <a:pt x="430" y="21046"/>
                  </a:lnTo>
                  <a:lnTo>
                    <a:pt x="516" y="21175"/>
                  </a:lnTo>
                  <a:lnTo>
                    <a:pt x="645" y="21261"/>
                  </a:lnTo>
                  <a:lnTo>
                    <a:pt x="774" y="21304"/>
                  </a:lnTo>
                  <a:lnTo>
                    <a:pt x="902" y="21347"/>
                  </a:lnTo>
                  <a:lnTo>
                    <a:pt x="1074" y="21389"/>
                  </a:lnTo>
                  <a:lnTo>
                    <a:pt x="1203" y="21347"/>
                  </a:lnTo>
                  <a:lnTo>
                    <a:pt x="1375" y="21304"/>
                  </a:lnTo>
                  <a:lnTo>
                    <a:pt x="1504" y="21261"/>
                  </a:lnTo>
                  <a:lnTo>
                    <a:pt x="1590" y="21132"/>
                  </a:lnTo>
                  <a:lnTo>
                    <a:pt x="1675" y="21046"/>
                  </a:lnTo>
                  <a:lnTo>
                    <a:pt x="1761" y="20917"/>
                  </a:lnTo>
                  <a:lnTo>
                    <a:pt x="1804" y="20788"/>
                  </a:lnTo>
                  <a:lnTo>
                    <a:pt x="1804" y="20616"/>
                  </a:lnTo>
                  <a:lnTo>
                    <a:pt x="1504"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496;p37">
              <a:extLst>
                <a:ext uri="{FF2B5EF4-FFF2-40B4-BE49-F238E27FC236}">
                  <a16:creationId xmlns:a16="http://schemas.microsoft.com/office/drawing/2014/main" id="{FBFF6080-463B-8F78-0690-03909D946CC4}"/>
                </a:ext>
              </a:extLst>
            </p:cNvPr>
            <p:cNvSpPr/>
            <p:nvPr/>
          </p:nvSpPr>
          <p:spPr>
            <a:xfrm>
              <a:off x="1725325" y="2360875"/>
              <a:ext cx="39750" cy="39775"/>
            </a:xfrm>
            <a:custGeom>
              <a:avLst/>
              <a:gdLst/>
              <a:ahLst/>
              <a:cxnLst/>
              <a:rect l="l" t="t" r="r" b="b"/>
              <a:pathLst>
                <a:path w="1590" h="1591" extrusionOk="0">
                  <a:moveTo>
                    <a:pt x="817" y="1"/>
                  </a:moveTo>
                  <a:lnTo>
                    <a:pt x="645" y="44"/>
                  </a:lnTo>
                  <a:lnTo>
                    <a:pt x="473" y="87"/>
                  </a:lnTo>
                  <a:lnTo>
                    <a:pt x="344" y="173"/>
                  </a:lnTo>
                  <a:lnTo>
                    <a:pt x="259" y="259"/>
                  </a:lnTo>
                  <a:lnTo>
                    <a:pt x="130" y="387"/>
                  </a:lnTo>
                  <a:lnTo>
                    <a:pt x="87" y="516"/>
                  </a:lnTo>
                  <a:lnTo>
                    <a:pt x="44" y="645"/>
                  </a:lnTo>
                  <a:lnTo>
                    <a:pt x="1" y="817"/>
                  </a:lnTo>
                  <a:lnTo>
                    <a:pt x="44" y="989"/>
                  </a:lnTo>
                  <a:lnTo>
                    <a:pt x="87" y="1118"/>
                  </a:lnTo>
                  <a:lnTo>
                    <a:pt x="173" y="1246"/>
                  </a:lnTo>
                  <a:lnTo>
                    <a:pt x="259" y="1375"/>
                  </a:lnTo>
                  <a:lnTo>
                    <a:pt x="387" y="1461"/>
                  </a:lnTo>
                  <a:lnTo>
                    <a:pt x="516" y="1547"/>
                  </a:lnTo>
                  <a:lnTo>
                    <a:pt x="645" y="1590"/>
                  </a:lnTo>
                  <a:lnTo>
                    <a:pt x="817" y="1590"/>
                  </a:lnTo>
                  <a:lnTo>
                    <a:pt x="989" y="1547"/>
                  </a:lnTo>
                  <a:lnTo>
                    <a:pt x="1118" y="1504"/>
                  </a:lnTo>
                  <a:lnTo>
                    <a:pt x="1246" y="1461"/>
                  </a:lnTo>
                  <a:lnTo>
                    <a:pt x="1375" y="1332"/>
                  </a:lnTo>
                  <a:lnTo>
                    <a:pt x="1461" y="1246"/>
                  </a:lnTo>
                  <a:lnTo>
                    <a:pt x="1547" y="1075"/>
                  </a:lnTo>
                  <a:lnTo>
                    <a:pt x="1590" y="946"/>
                  </a:lnTo>
                  <a:lnTo>
                    <a:pt x="1590" y="774"/>
                  </a:lnTo>
                  <a:lnTo>
                    <a:pt x="1590" y="645"/>
                  </a:lnTo>
                  <a:lnTo>
                    <a:pt x="1547" y="473"/>
                  </a:lnTo>
                  <a:lnTo>
                    <a:pt x="1461" y="345"/>
                  </a:lnTo>
                  <a:lnTo>
                    <a:pt x="1375" y="216"/>
                  </a:lnTo>
                  <a:lnTo>
                    <a:pt x="1246" y="130"/>
                  </a:lnTo>
                  <a:lnTo>
                    <a:pt x="1118" y="87"/>
                  </a:lnTo>
                  <a:lnTo>
                    <a:pt x="946" y="44"/>
                  </a:lnTo>
                  <a:lnTo>
                    <a:pt x="817"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497;p37">
              <a:extLst>
                <a:ext uri="{FF2B5EF4-FFF2-40B4-BE49-F238E27FC236}">
                  <a16:creationId xmlns:a16="http://schemas.microsoft.com/office/drawing/2014/main" id="{C39977EF-E285-B118-CB0B-CD0276062BE0}"/>
                </a:ext>
              </a:extLst>
            </p:cNvPr>
            <p:cNvSpPr/>
            <p:nvPr/>
          </p:nvSpPr>
          <p:spPr>
            <a:xfrm>
              <a:off x="1688825" y="2327600"/>
              <a:ext cx="27950" cy="29025"/>
            </a:xfrm>
            <a:custGeom>
              <a:avLst/>
              <a:gdLst/>
              <a:ahLst/>
              <a:cxnLst/>
              <a:rect l="l" t="t" r="r" b="b"/>
              <a:pathLst>
                <a:path w="1118" h="1161" extrusionOk="0">
                  <a:moveTo>
                    <a:pt x="559" y="0"/>
                  </a:moveTo>
                  <a:lnTo>
                    <a:pt x="344" y="43"/>
                  </a:lnTo>
                  <a:lnTo>
                    <a:pt x="172" y="172"/>
                  </a:lnTo>
                  <a:lnTo>
                    <a:pt x="44" y="344"/>
                  </a:lnTo>
                  <a:lnTo>
                    <a:pt x="1" y="602"/>
                  </a:lnTo>
                  <a:lnTo>
                    <a:pt x="44" y="817"/>
                  </a:lnTo>
                  <a:lnTo>
                    <a:pt x="172" y="988"/>
                  </a:lnTo>
                  <a:lnTo>
                    <a:pt x="344" y="1117"/>
                  </a:lnTo>
                  <a:lnTo>
                    <a:pt x="559" y="1160"/>
                  </a:lnTo>
                  <a:lnTo>
                    <a:pt x="817" y="1117"/>
                  </a:lnTo>
                  <a:lnTo>
                    <a:pt x="988" y="988"/>
                  </a:lnTo>
                  <a:lnTo>
                    <a:pt x="1074" y="774"/>
                  </a:lnTo>
                  <a:lnTo>
                    <a:pt x="1117" y="559"/>
                  </a:lnTo>
                  <a:lnTo>
                    <a:pt x="1074" y="344"/>
                  </a:lnTo>
                  <a:lnTo>
                    <a:pt x="945" y="172"/>
                  </a:lnTo>
                  <a:lnTo>
                    <a:pt x="774" y="43"/>
                  </a:lnTo>
                  <a:lnTo>
                    <a:pt x="559"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3498;p37">
              <a:extLst>
                <a:ext uri="{FF2B5EF4-FFF2-40B4-BE49-F238E27FC236}">
                  <a16:creationId xmlns:a16="http://schemas.microsoft.com/office/drawing/2014/main" id="{B22362AF-9DFB-39E2-6414-7A82879EBEB6}"/>
                </a:ext>
              </a:extLst>
            </p:cNvPr>
            <p:cNvSpPr/>
            <p:nvPr/>
          </p:nvSpPr>
          <p:spPr>
            <a:xfrm>
              <a:off x="1637275" y="2388800"/>
              <a:ext cx="20450" cy="21500"/>
            </a:xfrm>
            <a:custGeom>
              <a:avLst/>
              <a:gdLst/>
              <a:ahLst/>
              <a:cxnLst/>
              <a:rect l="l" t="t" r="r" b="b"/>
              <a:pathLst>
                <a:path w="818" h="860" extrusionOk="0">
                  <a:moveTo>
                    <a:pt x="388" y="1"/>
                  </a:moveTo>
                  <a:lnTo>
                    <a:pt x="259" y="44"/>
                  </a:lnTo>
                  <a:lnTo>
                    <a:pt x="87" y="129"/>
                  </a:lnTo>
                  <a:lnTo>
                    <a:pt x="1" y="301"/>
                  </a:lnTo>
                  <a:lnTo>
                    <a:pt x="1" y="473"/>
                  </a:lnTo>
                  <a:lnTo>
                    <a:pt x="1" y="602"/>
                  </a:lnTo>
                  <a:lnTo>
                    <a:pt x="130" y="774"/>
                  </a:lnTo>
                  <a:lnTo>
                    <a:pt x="259" y="860"/>
                  </a:lnTo>
                  <a:lnTo>
                    <a:pt x="602" y="860"/>
                  </a:lnTo>
                  <a:lnTo>
                    <a:pt x="731" y="731"/>
                  </a:lnTo>
                  <a:lnTo>
                    <a:pt x="817" y="602"/>
                  </a:lnTo>
                  <a:lnTo>
                    <a:pt x="817" y="430"/>
                  </a:lnTo>
                  <a:lnTo>
                    <a:pt x="817" y="258"/>
                  </a:lnTo>
                  <a:lnTo>
                    <a:pt x="688" y="129"/>
                  </a:lnTo>
                  <a:lnTo>
                    <a:pt x="559" y="44"/>
                  </a:lnTo>
                  <a:lnTo>
                    <a:pt x="388"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3499;p37">
              <a:extLst>
                <a:ext uri="{FF2B5EF4-FFF2-40B4-BE49-F238E27FC236}">
                  <a16:creationId xmlns:a16="http://schemas.microsoft.com/office/drawing/2014/main" id="{6E047935-6D01-6D09-29FB-2EC5080D07B8}"/>
                </a:ext>
              </a:extLst>
            </p:cNvPr>
            <p:cNvSpPr/>
            <p:nvPr/>
          </p:nvSpPr>
          <p:spPr>
            <a:xfrm>
              <a:off x="1552450" y="2578850"/>
              <a:ext cx="20450" cy="21500"/>
            </a:xfrm>
            <a:custGeom>
              <a:avLst/>
              <a:gdLst/>
              <a:ahLst/>
              <a:cxnLst/>
              <a:rect l="l" t="t" r="r" b="b"/>
              <a:pathLst>
                <a:path w="818" h="860" extrusionOk="0">
                  <a:moveTo>
                    <a:pt x="388" y="1"/>
                  </a:moveTo>
                  <a:lnTo>
                    <a:pt x="216" y="44"/>
                  </a:lnTo>
                  <a:lnTo>
                    <a:pt x="87" y="129"/>
                  </a:lnTo>
                  <a:lnTo>
                    <a:pt x="1" y="258"/>
                  </a:lnTo>
                  <a:lnTo>
                    <a:pt x="1" y="430"/>
                  </a:lnTo>
                  <a:lnTo>
                    <a:pt x="1" y="602"/>
                  </a:lnTo>
                  <a:lnTo>
                    <a:pt x="130" y="731"/>
                  </a:lnTo>
                  <a:lnTo>
                    <a:pt x="259" y="817"/>
                  </a:lnTo>
                  <a:lnTo>
                    <a:pt x="430" y="860"/>
                  </a:lnTo>
                  <a:lnTo>
                    <a:pt x="559" y="817"/>
                  </a:lnTo>
                  <a:lnTo>
                    <a:pt x="731" y="731"/>
                  </a:lnTo>
                  <a:lnTo>
                    <a:pt x="817" y="559"/>
                  </a:lnTo>
                  <a:lnTo>
                    <a:pt x="817" y="430"/>
                  </a:lnTo>
                  <a:lnTo>
                    <a:pt x="817" y="258"/>
                  </a:lnTo>
                  <a:lnTo>
                    <a:pt x="688" y="129"/>
                  </a:lnTo>
                  <a:lnTo>
                    <a:pt x="559" y="44"/>
                  </a:lnTo>
                  <a:lnTo>
                    <a:pt x="388"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3500;p37">
              <a:extLst>
                <a:ext uri="{FF2B5EF4-FFF2-40B4-BE49-F238E27FC236}">
                  <a16:creationId xmlns:a16="http://schemas.microsoft.com/office/drawing/2014/main" id="{F22FE7A9-DE7C-C072-89B5-C8F511FC24C1}"/>
                </a:ext>
              </a:extLst>
            </p:cNvPr>
            <p:cNvSpPr/>
            <p:nvPr/>
          </p:nvSpPr>
          <p:spPr>
            <a:xfrm>
              <a:off x="1670575" y="2598175"/>
              <a:ext cx="37600" cy="37600"/>
            </a:xfrm>
            <a:custGeom>
              <a:avLst/>
              <a:gdLst/>
              <a:ahLst/>
              <a:cxnLst/>
              <a:rect l="l" t="t" r="r" b="b"/>
              <a:pathLst>
                <a:path w="1504" h="1504" extrusionOk="0">
                  <a:moveTo>
                    <a:pt x="774" y="1"/>
                  </a:moveTo>
                  <a:lnTo>
                    <a:pt x="602" y="44"/>
                  </a:lnTo>
                  <a:lnTo>
                    <a:pt x="473" y="87"/>
                  </a:lnTo>
                  <a:lnTo>
                    <a:pt x="344" y="130"/>
                  </a:lnTo>
                  <a:lnTo>
                    <a:pt x="215" y="215"/>
                  </a:lnTo>
                  <a:lnTo>
                    <a:pt x="129" y="344"/>
                  </a:lnTo>
                  <a:lnTo>
                    <a:pt x="86" y="473"/>
                  </a:lnTo>
                  <a:lnTo>
                    <a:pt x="43" y="602"/>
                  </a:lnTo>
                  <a:lnTo>
                    <a:pt x="0" y="774"/>
                  </a:lnTo>
                  <a:lnTo>
                    <a:pt x="43" y="903"/>
                  </a:lnTo>
                  <a:lnTo>
                    <a:pt x="86" y="1074"/>
                  </a:lnTo>
                  <a:lnTo>
                    <a:pt x="172" y="1203"/>
                  </a:lnTo>
                  <a:lnTo>
                    <a:pt x="258" y="1289"/>
                  </a:lnTo>
                  <a:lnTo>
                    <a:pt x="344" y="1375"/>
                  </a:lnTo>
                  <a:lnTo>
                    <a:pt x="473" y="1461"/>
                  </a:lnTo>
                  <a:lnTo>
                    <a:pt x="645" y="1504"/>
                  </a:lnTo>
                  <a:lnTo>
                    <a:pt x="945" y="1504"/>
                  </a:lnTo>
                  <a:lnTo>
                    <a:pt x="1074" y="1461"/>
                  </a:lnTo>
                  <a:lnTo>
                    <a:pt x="1203" y="1375"/>
                  </a:lnTo>
                  <a:lnTo>
                    <a:pt x="1289" y="1289"/>
                  </a:lnTo>
                  <a:lnTo>
                    <a:pt x="1375" y="1160"/>
                  </a:lnTo>
                  <a:lnTo>
                    <a:pt x="1461" y="1032"/>
                  </a:lnTo>
                  <a:lnTo>
                    <a:pt x="1504" y="903"/>
                  </a:lnTo>
                  <a:lnTo>
                    <a:pt x="1504" y="731"/>
                  </a:lnTo>
                  <a:lnTo>
                    <a:pt x="1504" y="602"/>
                  </a:lnTo>
                  <a:lnTo>
                    <a:pt x="1461" y="473"/>
                  </a:lnTo>
                  <a:lnTo>
                    <a:pt x="1375" y="344"/>
                  </a:lnTo>
                  <a:lnTo>
                    <a:pt x="1289" y="215"/>
                  </a:lnTo>
                  <a:lnTo>
                    <a:pt x="1160" y="130"/>
                  </a:lnTo>
                  <a:lnTo>
                    <a:pt x="1031" y="44"/>
                  </a:lnTo>
                  <a:lnTo>
                    <a:pt x="902"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3501;p37">
              <a:extLst>
                <a:ext uri="{FF2B5EF4-FFF2-40B4-BE49-F238E27FC236}">
                  <a16:creationId xmlns:a16="http://schemas.microsoft.com/office/drawing/2014/main" id="{4EE78E02-E0A8-99E5-67C2-97AFA5A5D05D}"/>
                </a:ext>
              </a:extLst>
            </p:cNvPr>
            <p:cNvSpPr/>
            <p:nvPr/>
          </p:nvSpPr>
          <p:spPr>
            <a:xfrm>
              <a:off x="1609375" y="2584225"/>
              <a:ext cx="30075" cy="30075"/>
            </a:xfrm>
            <a:custGeom>
              <a:avLst/>
              <a:gdLst/>
              <a:ahLst/>
              <a:cxnLst/>
              <a:rect l="l" t="t" r="r" b="b"/>
              <a:pathLst>
                <a:path w="1203" h="1203" extrusionOk="0">
                  <a:moveTo>
                    <a:pt x="602" y="0"/>
                  </a:moveTo>
                  <a:lnTo>
                    <a:pt x="344" y="43"/>
                  </a:lnTo>
                  <a:lnTo>
                    <a:pt x="172" y="172"/>
                  </a:lnTo>
                  <a:lnTo>
                    <a:pt x="43" y="387"/>
                  </a:lnTo>
                  <a:lnTo>
                    <a:pt x="0" y="602"/>
                  </a:lnTo>
                  <a:lnTo>
                    <a:pt x="43" y="859"/>
                  </a:lnTo>
                  <a:lnTo>
                    <a:pt x="172" y="1031"/>
                  </a:lnTo>
                  <a:lnTo>
                    <a:pt x="387" y="1160"/>
                  </a:lnTo>
                  <a:lnTo>
                    <a:pt x="602" y="1203"/>
                  </a:lnTo>
                  <a:lnTo>
                    <a:pt x="859" y="1160"/>
                  </a:lnTo>
                  <a:lnTo>
                    <a:pt x="1031" y="1031"/>
                  </a:lnTo>
                  <a:lnTo>
                    <a:pt x="1160" y="816"/>
                  </a:lnTo>
                  <a:lnTo>
                    <a:pt x="1203" y="602"/>
                  </a:lnTo>
                  <a:lnTo>
                    <a:pt x="1160" y="344"/>
                  </a:lnTo>
                  <a:lnTo>
                    <a:pt x="1031" y="172"/>
                  </a:lnTo>
                  <a:lnTo>
                    <a:pt x="816" y="43"/>
                  </a:lnTo>
                  <a:lnTo>
                    <a:pt x="602"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3502;p37">
              <a:extLst>
                <a:ext uri="{FF2B5EF4-FFF2-40B4-BE49-F238E27FC236}">
                  <a16:creationId xmlns:a16="http://schemas.microsoft.com/office/drawing/2014/main" id="{0729D6DD-7DB6-5572-97B4-F1986FBC4544}"/>
                </a:ext>
              </a:extLst>
            </p:cNvPr>
            <p:cNvSpPr/>
            <p:nvPr/>
          </p:nvSpPr>
          <p:spPr>
            <a:xfrm>
              <a:off x="1624400" y="2636825"/>
              <a:ext cx="53725" cy="52650"/>
            </a:xfrm>
            <a:custGeom>
              <a:avLst/>
              <a:gdLst/>
              <a:ahLst/>
              <a:cxnLst/>
              <a:rect l="l" t="t" r="r" b="b"/>
              <a:pathLst>
                <a:path w="2149" h="2106" extrusionOk="0">
                  <a:moveTo>
                    <a:pt x="860" y="1"/>
                  </a:moveTo>
                  <a:lnTo>
                    <a:pt x="645" y="87"/>
                  </a:lnTo>
                  <a:lnTo>
                    <a:pt x="473" y="173"/>
                  </a:lnTo>
                  <a:lnTo>
                    <a:pt x="301" y="302"/>
                  </a:lnTo>
                  <a:lnTo>
                    <a:pt x="172" y="473"/>
                  </a:lnTo>
                  <a:lnTo>
                    <a:pt x="86" y="645"/>
                  </a:lnTo>
                  <a:lnTo>
                    <a:pt x="44" y="860"/>
                  </a:lnTo>
                  <a:lnTo>
                    <a:pt x="1" y="1075"/>
                  </a:lnTo>
                  <a:lnTo>
                    <a:pt x="44" y="1289"/>
                  </a:lnTo>
                  <a:lnTo>
                    <a:pt x="86" y="1461"/>
                  </a:lnTo>
                  <a:lnTo>
                    <a:pt x="215" y="1633"/>
                  </a:lnTo>
                  <a:lnTo>
                    <a:pt x="344" y="1805"/>
                  </a:lnTo>
                  <a:lnTo>
                    <a:pt x="473" y="1934"/>
                  </a:lnTo>
                  <a:lnTo>
                    <a:pt x="688" y="2020"/>
                  </a:lnTo>
                  <a:lnTo>
                    <a:pt x="860" y="2105"/>
                  </a:lnTo>
                  <a:lnTo>
                    <a:pt x="1074" y="2105"/>
                  </a:lnTo>
                  <a:lnTo>
                    <a:pt x="1289" y="2062"/>
                  </a:lnTo>
                  <a:lnTo>
                    <a:pt x="1504" y="2020"/>
                  </a:lnTo>
                  <a:lnTo>
                    <a:pt x="1676" y="1934"/>
                  </a:lnTo>
                  <a:lnTo>
                    <a:pt x="1847" y="1762"/>
                  </a:lnTo>
                  <a:lnTo>
                    <a:pt x="1976" y="1633"/>
                  </a:lnTo>
                  <a:lnTo>
                    <a:pt x="2062" y="1461"/>
                  </a:lnTo>
                  <a:lnTo>
                    <a:pt x="2105" y="1246"/>
                  </a:lnTo>
                  <a:lnTo>
                    <a:pt x="2148" y="1032"/>
                  </a:lnTo>
                  <a:lnTo>
                    <a:pt x="2105" y="817"/>
                  </a:lnTo>
                  <a:lnTo>
                    <a:pt x="2019" y="602"/>
                  </a:lnTo>
                  <a:lnTo>
                    <a:pt x="1933" y="430"/>
                  </a:lnTo>
                  <a:lnTo>
                    <a:pt x="1804" y="302"/>
                  </a:lnTo>
                  <a:lnTo>
                    <a:pt x="1633" y="173"/>
                  </a:lnTo>
                  <a:lnTo>
                    <a:pt x="1461" y="44"/>
                  </a:lnTo>
                  <a:lnTo>
                    <a:pt x="128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3503;p37">
              <a:extLst>
                <a:ext uri="{FF2B5EF4-FFF2-40B4-BE49-F238E27FC236}">
                  <a16:creationId xmlns:a16="http://schemas.microsoft.com/office/drawing/2014/main" id="{268297DE-F512-71C4-5C6C-DD616C524AAE}"/>
                </a:ext>
              </a:extLst>
            </p:cNvPr>
            <p:cNvSpPr/>
            <p:nvPr/>
          </p:nvSpPr>
          <p:spPr>
            <a:xfrm>
              <a:off x="1699575" y="3019075"/>
              <a:ext cx="29000" cy="29025"/>
            </a:xfrm>
            <a:custGeom>
              <a:avLst/>
              <a:gdLst/>
              <a:ahLst/>
              <a:cxnLst/>
              <a:rect l="l" t="t" r="r" b="b"/>
              <a:pathLst>
                <a:path w="1160" h="1161" extrusionOk="0">
                  <a:moveTo>
                    <a:pt x="601" y="1"/>
                  </a:moveTo>
                  <a:lnTo>
                    <a:pt x="387" y="44"/>
                  </a:lnTo>
                  <a:lnTo>
                    <a:pt x="172" y="173"/>
                  </a:lnTo>
                  <a:lnTo>
                    <a:pt x="43" y="344"/>
                  </a:lnTo>
                  <a:lnTo>
                    <a:pt x="0" y="602"/>
                  </a:lnTo>
                  <a:lnTo>
                    <a:pt x="43" y="817"/>
                  </a:lnTo>
                  <a:lnTo>
                    <a:pt x="172" y="989"/>
                  </a:lnTo>
                  <a:lnTo>
                    <a:pt x="344" y="1118"/>
                  </a:lnTo>
                  <a:lnTo>
                    <a:pt x="558" y="1161"/>
                  </a:lnTo>
                  <a:lnTo>
                    <a:pt x="816" y="1118"/>
                  </a:lnTo>
                  <a:lnTo>
                    <a:pt x="988" y="989"/>
                  </a:lnTo>
                  <a:lnTo>
                    <a:pt x="1117" y="817"/>
                  </a:lnTo>
                  <a:lnTo>
                    <a:pt x="1160" y="602"/>
                  </a:lnTo>
                  <a:lnTo>
                    <a:pt x="1117" y="387"/>
                  </a:lnTo>
                  <a:lnTo>
                    <a:pt x="988" y="216"/>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3504;p37">
              <a:extLst>
                <a:ext uri="{FF2B5EF4-FFF2-40B4-BE49-F238E27FC236}">
                  <a16:creationId xmlns:a16="http://schemas.microsoft.com/office/drawing/2014/main" id="{EF425A22-9D7F-A094-8EF4-D315C115871C}"/>
                </a:ext>
              </a:extLst>
            </p:cNvPr>
            <p:cNvSpPr/>
            <p:nvPr/>
          </p:nvSpPr>
          <p:spPr>
            <a:xfrm>
              <a:off x="1642650" y="3041625"/>
              <a:ext cx="29025" cy="29025"/>
            </a:xfrm>
            <a:custGeom>
              <a:avLst/>
              <a:gdLst/>
              <a:ahLst/>
              <a:cxnLst/>
              <a:rect l="l" t="t" r="r" b="b"/>
              <a:pathLst>
                <a:path w="1161" h="1161" extrusionOk="0">
                  <a:moveTo>
                    <a:pt x="602" y="1"/>
                  </a:moveTo>
                  <a:lnTo>
                    <a:pt x="387" y="44"/>
                  </a:lnTo>
                  <a:lnTo>
                    <a:pt x="173" y="173"/>
                  </a:lnTo>
                  <a:lnTo>
                    <a:pt x="44" y="344"/>
                  </a:lnTo>
                  <a:lnTo>
                    <a:pt x="1" y="602"/>
                  </a:lnTo>
                  <a:lnTo>
                    <a:pt x="44" y="817"/>
                  </a:lnTo>
                  <a:lnTo>
                    <a:pt x="173" y="989"/>
                  </a:lnTo>
                  <a:lnTo>
                    <a:pt x="344" y="1118"/>
                  </a:lnTo>
                  <a:lnTo>
                    <a:pt x="602" y="1160"/>
                  </a:lnTo>
                  <a:lnTo>
                    <a:pt x="817" y="1118"/>
                  </a:lnTo>
                  <a:lnTo>
                    <a:pt x="989" y="989"/>
                  </a:lnTo>
                  <a:lnTo>
                    <a:pt x="1117" y="817"/>
                  </a:lnTo>
                  <a:lnTo>
                    <a:pt x="1160" y="602"/>
                  </a:lnTo>
                  <a:lnTo>
                    <a:pt x="1117" y="387"/>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3505;p37">
              <a:extLst>
                <a:ext uri="{FF2B5EF4-FFF2-40B4-BE49-F238E27FC236}">
                  <a16:creationId xmlns:a16="http://schemas.microsoft.com/office/drawing/2014/main" id="{263FDFE4-7930-E9C8-D0C6-FE6876566526}"/>
                </a:ext>
              </a:extLst>
            </p:cNvPr>
            <p:cNvSpPr/>
            <p:nvPr/>
          </p:nvSpPr>
          <p:spPr>
            <a:xfrm>
              <a:off x="1581450" y="303090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72" y="988"/>
                  </a:lnTo>
                  <a:lnTo>
                    <a:pt x="344" y="1117"/>
                  </a:lnTo>
                  <a:lnTo>
                    <a:pt x="559" y="1160"/>
                  </a:lnTo>
                  <a:lnTo>
                    <a:pt x="774" y="1117"/>
                  </a:lnTo>
                  <a:lnTo>
                    <a:pt x="988" y="988"/>
                  </a:lnTo>
                  <a:lnTo>
                    <a:pt x="1117" y="816"/>
                  </a:lnTo>
                  <a:lnTo>
                    <a:pt x="1160" y="559"/>
                  </a:lnTo>
                  <a:lnTo>
                    <a:pt x="1117" y="344"/>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3506;p37">
              <a:extLst>
                <a:ext uri="{FF2B5EF4-FFF2-40B4-BE49-F238E27FC236}">
                  <a16:creationId xmlns:a16="http://schemas.microsoft.com/office/drawing/2014/main" id="{2EA582C5-C86C-BD90-B76A-E74A265559B6}"/>
                </a:ext>
              </a:extLst>
            </p:cNvPr>
            <p:cNvSpPr/>
            <p:nvPr/>
          </p:nvSpPr>
          <p:spPr>
            <a:xfrm>
              <a:off x="1585750" y="2985800"/>
              <a:ext cx="27950" cy="29025"/>
            </a:xfrm>
            <a:custGeom>
              <a:avLst/>
              <a:gdLst/>
              <a:ahLst/>
              <a:cxnLst/>
              <a:rect l="l" t="t" r="r" b="b"/>
              <a:pathLst>
                <a:path w="1118" h="1161" extrusionOk="0">
                  <a:moveTo>
                    <a:pt x="559" y="0"/>
                  </a:moveTo>
                  <a:lnTo>
                    <a:pt x="344" y="43"/>
                  </a:lnTo>
                  <a:lnTo>
                    <a:pt x="172" y="129"/>
                  </a:lnTo>
                  <a:lnTo>
                    <a:pt x="43" y="344"/>
                  </a:lnTo>
                  <a:lnTo>
                    <a:pt x="0" y="559"/>
                  </a:lnTo>
                  <a:lnTo>
                    <a:pt x="43" y="774"/>
                  </a:lnTo>
                  <a:lnTo>
                    <a:pt x="129" y="945"/>
                  </a:lnTo>
                  <a:lnTo>
                    <a:pt x="344" y="1074"/>
                  </a:lnTo>
                  <a:lnTo>
                    <a:pt x="559" y="1160"/>
                  </a:lnTo>
                  <a:lnTo>
                    <a:pt x="774" y="1117"/>
                  </a:lnTo>
                  <a:lnTo>
                    <a:pt x="945" y="988"/>
                  </a:lnTo>
                  <a:lnTo>
                    <a:pt x="1074" y="774"/>
                  </a:lnTo>
                  <a:lnTo>
                    <a:pt x="1117" y="559"/>
                  </a:lnTo>
                  <a:lnTo>
                    <a:pt x="1117" y="344"/>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3507;p37">
              <a:extLst>
                <a:ext uri="{FF2B5EF4-FFF2-40B4-BE49-F238E27FC236}">
                  <a16:creationId xmlns:a16="http://schemas.microsoft.com/office/drawing/2014/main" id="{3B5EBA01-DA16-3795-F5F2-7B142B488B51}"/>
                </a:ext>
              </a:extLst>
            </p:cNvPr>
            <p:cNvSpPr/>
            <p:nvPr/>
          </p:nvSpPr>
          <p:spPr>
            <a:xfrm>
              <a:off x="1599700" y="3069550"/>
              <a:ext cx="27950" cy="29025"/>
            </a:xfrm>
            <a:custGeom>
              <a:avLst/>
              <a:gdLst/>
              <a:ahLst/>
              <a:cxnLst/>
              <a:rect l="l" t="t" r="r" b="b"/>
              <a:pathLst>
                <a:path w="1118" h="1161" extrusionOk="0">
                  <a:moveTo>
                    <a:pt x="559" y="1"/>
                  </a:moveTo>
                  <a:lnTo>
                    <a:pt x="344" y="43"/>
                  </a:lnTo>
                  <a:lnTo>
                    <a:pt x="173" y="172"/>
                  </a:lnTo>
                  <a:lnTo>
                    <a:pt x="44" y="387"/>
                  </a:lnTo>
                  <a:lnTo>
                    <a:pt x="1" y="602"/>
                  </a:lnTo>
                  <a:lnTo>
                    <a:pt x="44" y="817"/>
                  </a:lnTo>
                  <a:lnTo>
                    <a:pt x="130" y="988"/>
                  </a:lnTo>
                  <a:lnTo>
                    <a:pt x="344" y="1117"/>
                  </a:lnTo>
                  <a:lnTo>
                    <a:pt x="559" y="1160"/>
                  </a:lnTo>
                  <a:lnTo>
                    <a:pt x="774" y="1117"/>
                  </a:lnTo>
                  <a:lnTo>
                    <a:pt x="946" y="1031"/>
                  </a:lnTo>
                  <a:lnTo>
                    <a:pt x="1074" y="817"/>
                  </a:lnTo>
                  <a:lnTo>
                    <a:pt x="1117" y="602"/>
                  </a:lnTo>
                  <a:lnTo>
                    <a:pt x="1117" y="387"/>
                  </a:lnTo>
                  <a:lnTo>
                    <a:pt x="989" y="215"/>
                  </a:lnTo>
                  <a:lnTo>
                    <a:pt x="774"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3508;p37">
              <a:extLst>
                <a:ext uri="{FF2B5EF4-FFF2-40B4-BE49-F238E27FC236}">
                  <a16:creationId xmlns:a16="http://schemas.microsoft.com/office/drawing/2014/main" id="{CC1DA81F-6D8B-5696-FF1B-5AD3B3700E9C}"/>
                </a:ext>
              </a:extLst>
            </p:cNvPr>
            <p:cNvSpPr/>
            <p:nvPr/>
          </p:nvSpPr>
          <p:spPr>
            <a:xfrm>
              <a:off x="1656625" y="2985800"/>
              <a:ext cx="29000" cy="29025"/>
            </a:xfrm>
            <a:custGeom>
              <a:avLst/>
              <a:gdLst/>
              <a:ahLst/>
              <a:cxnLst/>
              <a:rect l="l" t="t" r="r" b="b"/>
              <a:pathLst>
                <a:path w="1160" h="1161" extrusionOk="0">
                  <a:moveTo>
                    <a:pt x="601" y="0"/>
                  </a:moveTo>
                  <a:lnTo>
                    <a:pt x="387" y="43"/>
                  </a:lnTo>
                  <a:lnTo>
                    <a:pt x="172" y="129"/>
                  </a:lnTo>
                  <a:lnTo>
                    <a:pt x="43" y="344"/>
                  </a:lnTo>
                  <a:lnTo>
                    <a:pt x="0" y="559"/>
                  </a:lnTo>
                  <a:lnTo>
                    <a:pt x="43" y="774"/>
                  </a:lnTo>
                  <a:lnTo>
                    <a:pt x="172" y="945"/>
                  </a:lnTo>
                  <a:lnTo>
                    <a:pt x="344" y="1074"/>
                  </a:lnTo>
                  <a:lnTo>
                    <a:pt x="558" y="1160"/>
                  </a:lnTo>
                  <a:lnTo>
                    <a:pt x="773" y="1117"/>
                  </a:lnTo>
                  <a:lnTo>
                    <a:pt x="988" y="988"/>
                  </a:lnTo>
                  <a:lnTo>
                    <a:pt x="1117" y="774"/>
                  </a:lnTo>
                  <a:lnTo>
                    <a:pt x="1160" y="559"/>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3509;p37">
              <a:extLst>
                <a:ext uri="{FF2B5EF4-FFF2-40B4-BE49-F238E27FC236}">
                  <a16:creationId xmlns:a16="http://schemas.microsoft.com/office/drawing/2014/main" id="{5B5FC338-CF58-6693-CDED-78E7A91FB268}"/>
                </a:ext>
              </a:extLst>
            </p:cNvPr>
            <p:cNvSpPr/>
            <p:nvPr/>
          </p:nvSpPr>
          <p:spPr>
            <a:xfrm>
              <a:off x="1582525" y="2919225"/>
              <a:ext cx="29025" cy="29025"/>
            </a:xfrm>
            <a:custGeom>
              <a:avLst/>
              <a:gdLst/>
              <a:ahLst/>
              <a:cxnLst/>
              <a:rect l="l" t="t" r="r" b="b"/>
              <a:pathLst>
                <a:path w="1161" h="1161" extrusionOk="0">
                  <a:moveTo>
                    <a:pt x="559" y="1"/>
                  </a:moveTo>
                  <a:lnTo>
                    <a:pt x="344" y="44"/>
                  </a:lnTo>
                  <a:lnTo>
                    <a:pt x="172" y="172"/>
                  </a:lnTo>
                  <a:lnTo>
                    <a:pt x="44" y="387"/>
                  </a:lnTo>
                  <a:lnTo>
                    <a:pt x="1" y="602"/>
                  </a:lnTo>
                  <a:lnTo>
                    <a:pt x="44" y="817"/>
                  </a:lnTo>
                  <a:lnTo>
                    <a:pt x="129" y="988"/>
                  </a:lnTo>
                  <a:lnTo>
                    <a:pt x="344" y="1117"/>
                  </a:lnTo>
                  <a:lnTo>
                    <a:pt x="559" y="1160"/>
                  </a:lnTo>
                  <a:lnTo>
                    <a:pt x="774" y="1117"/>
                  </a:lnTo>
                  <a:lnTo>
                    <a:pt x="945" y="1031"/>
                  </a:lnTo>
                  <a:lnTo>
                    <a:pt x="1074" y="817"/>
                  </a:lnTo>
                  <a:lnTo>
                    <a:pt x="1160" y="602"/>
                  </a:lnTo>
                  <a:lnTo>
                    <a:pt x="1117" y="387"/>
                  </a:lnTo>
                  <a:lnTo>
                    <a:pt x="988" y="215"/>
                  </a:lnTo>
                  <a:lnTo>
                    <a:pt x="774"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3510;p37">
              <a:extLst>
                <a:ext uri="{FF2B5EF4-FFF2-40B4-BE49-F238E27FC236}">
                  <a16:creationId xmlns:a16="http://schemas.microsoft.com/office/drawing/2014/main" id="{2B21F1DB-196C-6350-ED75-D5B24A0DB324}"/>
                </a:ext>
              </a:extLst>
            </p:cNvPr>
            <p:cNvSpPr/>
            <p:nvPr/>
          </p:nvSpPr>
          <p:spPr>
            <a:xfrm>
              <a:off x="1714600" y="2956800"/>
              <a:ext cx="27950" cy="29025"/>
            </a:xfrm>
            <a:custGeom>
              <a:avLst/>
              <a:gdLst/>
              <a:ahLst/>
              <a:cxnLst/>
              <a:rect l="l" t="t" r="r" b="b"/>
              <a:pathLst>
                <a:path w="1118" h="1161" extrusionOk="0">
                  <a:moveTo>
                    <a:pt x="559" y="1"/>
                  </a:moveTo>
                  <a:lnTo>
                    <a:pt x="344" y="44"/>
                  </a:lnTo>
                  <a:lnTo>
                    <a:pt x="172" y="173"/>
                  </a:lnTo>
                  <a:lnTo>
                    <a:pt x="43" y="344"/>
                  </a:lnTo>
                  <a:lnTo>
                    <a:pt x="0" y="559"/>
                  </a:lnTo>
                  <a:lnTo>
                    <a:pt x="43" y="774"/>
                  </a:lnTo>
                  <a:lnTo>
                    <a:pt x="129" y="989"/>
                  </a:lnTo>
                  <a:lnTo>
                    <a:pt x="344" y="1118"/>
                  </a:lnTo>
                  <a:lnTo>
                    <a:pt x="559" y="1160"/>
                  </a:lnTo>
                  <a:lnTo>
                    <a:pt x="773" y="1118"/>
                  </a:lnTo>
                  <a:lnTo>
                    <a:pt x="945" y="989"/>
                  </a:lnTo>
                  <a:lnTo>
                    <a:pt x="1074" y="817"/>
                  </a:lnTo>
                  <a:lnTo>
                    <a:pt x="1117" y="559"/>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3511;p37">
              <a:extLst>
                <a:ext uri="{FF2B5EF4-FFF2-40B4-BE49-F238E27FC236}">
                  <a16:creationId xmlns:a16="http://schemas.microsoft.com/office/drawing/2014/main" id="{479143A3-BDEE-E9E8-D6DF-08F899214307}"/>
                </a:ext>
              </a:extLst>
            </p:cNvPr>
            <p:cNvSpPr/>
            <p:nvPr/>
          </p:nvSpPr>
          <p:spPr>
            <a:xfrm>
              <a:off x="1636225" y="3165100"/>
              <a:ext cx="29000" cy="27950"/>
            </a:xfrm>
            <a:custGeom>
              <a:avLst/>
              <a:gdLst/>
              <a:ahLst/>
              <a:cxnLst/>
              <a:rect l="l" t="t" r="r" b="b"/>
              <a:pathLst>
                <a:path w="1160" h="1118" extrusionOk="0">
                  <a:moveTo>
                    <a:pt x="601" y="1"/>
                  </a:moveTo>
                  <a:lnTo>
                    <a:pt x="387" y="44"/>
                  </a:lnTo>
                  <a:lnTo>
                    <a:pt x="215" y="130"/>
                  </a:lnTo>
                  <a:lnTo>
                    <a:pt x="86" y="345"/>
                  </a:lnTo>
                  <a:lnTo>
                    <a:pt x="0" y="559"/>
                  </a:lnTo>
                  <a:lnTo>
                    <a:pt x="43" y="774"/>
                  </a:lnTo>
                  <a:lnTo>
                    <a:pt x="172" y="946"/>
                  </a:lnTo>
                  <a:lnTo>
                    <a:pt x="387" y="1075"/>
                  </a:lnTo>
                  <a:lnTo>
                    <a:pt x="601" y="1118"/>
                  </a:lnTo>
                  <a:lnTo>
                    <a:pt x="816" y="1118"/>
                  </a:lnTo>
                  <a:lnTo>
                    <a:pt x="988" y="989"/>
                  </a:lnTo>
                  <a:lnTo>
                    <a:pt x="1117" y="774"/>
                  </a:lnTo>
                  <a:lnTo>
                    <a:pt x="1160" y="559"/>
                  </a:lnTo>
                  <a:lnTo>
                    <a:pt x="1117" y="345"/>
                  </a:lnTo>
                  <a:lnTo>
                    <a:pt x="1031" y="173"/>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3512;p37">
              <a:extLst>
                <a:ext uri="{FF2B5EF4-FFF2-40B4-BE49-F238E27FC236}">
                  <a16:creationId xmlns:a16="http://schemas.microsoft.com/office/drawing/2014/main" id="{459D5135-46EF-CFA0-9028-F9F9E4A7809F}"/>
                </a:ext>
              </a:extLst>
            </p:cNvPr>
            <p:cNvSpPr/>
            <p:nvPr/>
          </p:nvSpPr>
          <p:spPr>
            <a:xfrm>
              <a:off x="1634075" y="2941775"/>
              <a:ext cx="29000" cy="29025"/>
            </a:xfrm>
            <a:custGeom>
              <a:avLst/>
              <a:gdLst/>
              <a:ahLst/>
              <a:cxnLst/>
              <a:rect l="l" t="t" r="r" b="b"/>
              <a:pathLst>
                <a:path w="1160" h="1161" extrusionOk="0">
                  <a:moveTo>
                    <a:pt x="601" y="1"/>
                  </a:moveTo>
                  <a:lnTo>
                    <a:pt x="387" y="43"/>
                  </a:lnTo>
                  <a:lnTo>
                    <a:pt x="172" y="172"/>
                  </a:lnTo>
                  <a:lnTo>
                    <a:pt x="43" y="387"/>
                  </a:lnTo>
                  <a:lnTo>
                    <a:pt x="0" y="602"/>
                  </a:lnTo>
                  <a:lnTo>
                    <a:pt x="43" y="817"/>
                  </a:lnTo>
                  <a:lnTo>
                    <a:pt x="172" y="988"/>
                  </a:lnTo>
                  <a:lnTo>
                    <a:pt x="344" y="1117"/>
                  </a:lnTo>
                  <a:lnTo>
                    <a:pt x="601" y="1160"/>
                  </a:lnTo>
                  <a:lnTo>
                    <a:pt x="816" y="1117"/>
                  </a:lnTo>
                  <a:lnTo>
                    <a:pt x="988" y="1031"/>
                  </a:lnTo>
                  <a:lnTo>
                    <a:pt x="1117" y="817"/>
                  </a:lnTo>
                  <a:lnTo>
                    <a:pt x="1160" y="602"/>
                  </a:lnTo>
                  <a:lnTo>
                    <a:pt x="1117" y="387"/>
                  </a:lnTo>
                  <a:lnTo>
                    <a:pt x="988" y="215"/>
                  </a:lnTo>
                  <a:lnTo>
                    <a:pt x="816" y="86"/>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3513;p37">
              <a:extLst>
                <a:ext uri="{FF2B5EF4-FFF2-40B4-BE49-F238E27FC236}">
                  <a16:creationId xmlns:a16="http://schemas.microsoft.com/office/drawing/2014/main" id="{58465D4B-422D-A44F-1110-283E296BBBF5}"/>
                </a:ext>
              </a:extLst>
            </p:cNvPr>
            <p:cNvSpPr/>
            <p:nvPr/>
          </p:nvSpPr>
          <p:spPr>
            <a:xfrm>
              <a:off x="1702775" y="3083500"/>
              <a:ext cx="29025" cy="29025"/>
            </a:xfrm>
            <a:custGeom>
              <a:avLst/>
              <a:gdLst/>
              <a:ahLst/>
              <a:cxnLst/>
              <a:rect l="l" t="t" r="r" b="b"/>
              <a:pathLst>
                <a:path w="1161" h="1161" extrusionOk="0">
                  <a:moveTo>
                    <a:pt x="602" y="1"/>
                  </a:moveTo>
                  <a:lnTo>
                    <a:pt x="387" y="44"/>
                  </a:lnTo>
                  <a:lnTo>
                    <a:pt x="216" y="173"/>
                  </a:lnTo>
                  <a:lnTo>
                    <a:pt x="87" y="344"/>
                  </a:lnTo>
                  <a:lnTo>
                    <a:pt x="1" y="602"/>
                  </a:lnTo>
                  <a:lnTo>
                    <a:pt x="44" y="817"/>
                  </a:lnTo>
                  <a:lnTo>
                    <a:pt x="173" y="989"/>
                  </a:lnTo>
                  <a:lnTo>
                    <a:pt x="344" y="1118"/>
                  </a:lnTo>
                  <a:lnTo>
                    <a:pt x="602" y="1160"/>
                  </a:lnTo>
                  <a:lnTo>
                    <a:pt x="817" y="1118"/>
                  </a:lnTo>
                  <a:lnTo>
                    <a:pt x="989" y="989"/>
                  </a:lnTo>
                  <a:lnTo>
                    <a:pt x="1118" y="817"/>
                  </a:lnTo>
                  <a:lnTo>
                    <a:pt x="1161" y="602"/>
                  </a:lnTo>
                  <a:lnTo>
                    <a:pt x="1118" y="387"/>
                  </a:lnTo>
                  <a:lnTo>
                    <a:pt x="1032"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3514;p37">
              <a:extLst>
                <a:ext uri="{FF2B5EF4-FFF2-40B4-BE49-F238E27FC236}">
                  <a16:creationId xmlns:a16="http://schemas.microsoft.com/office/drawing/2014/main" id="{8D17F055-0F38-6EF1-A094-93A0EC5B8FD7}"/>
                </a:ext>
              </a:extLst>
            </p:cNvPr>
            <p:cNvSpPr/>
            <p:nvPr/>
          </p:nvSpPr>
          <p:spPr>
            <a:xfrm>
              <a:off x="1725325" y="314042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88"/>
                  </a:lnTo>
                  <a:lnTo>
                    <a:pt x="344" y="1117"/>
                  </a:lnTo>
                  <a:lnTo>
                    <a:pt x="602" y="1160"/>
                  </a:lnTo>
                  <a:lnTo>
                    <a:pt x="817" y="1117"/>
                  </a:lnTo>
                  <a:lnTo>
                    <a:pt x="989" y="988"/>
                  </a:lnTo>
                  <a:lnTo>
                    <a:pt x="1118" y="816"/>
                  </a:lnTo>
                  <a:lnTo>
                    <a:pt x="1160" y="601"/>
                  </a:lnTo>
                  <a:lnTo>
                    <a:pt x="1118" y="387"/>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3515;p37">
              <a:extLst>
                <a:ext uri="{FF2B5EF4-FFF2-40B4-BE49-F238E27FC236}">
                  <a16:creationId xmlns:a16="http://schemas.microsoft.com/office/drawing/2014/main" id="{C952A74A-29A3-C4C2-0650-44682AAD79F7}"/>
                </a:ext>
              </a:extLst>
            </p:cNvPr>
            <p:cNvSpPr/>
            <p:nvPr/>
          </p:nvSpPr>
          <p:spPr>
            <a:xfrm>
              <a:off x="1692050" y="3172625"/>
              <a:ext cx="27950" cy="29025"/>
            </a:xfrm>
            <a:custGeom>
              <a:avLst/>
              <a:gdLst/>
              <a:ahLst/>
              <a:cxnLst/>
              <a:rect l="l" t="t" r="r" b="b"/>
              <a:pathLst>
                <a:path w="1118" h="1161" extrusionOk="0">
                  <a:moveTo>
                    <a:pt x="559" y="1"/>
                  </a:moveTo>
                  <a:lnTo>
                    <a:pt x="344" y="44"/>
                  </a:lnTo>
                  <a:lnTo>
                    <a:pt x="172" y="172"/>
                  </a:lnTo>
                  <a:lnTo>
                    <a:pt x="43" y="344"/>
                  </a:lnTo>
                  <a:lnTo>
                    <a:pt x="0" y="602"/>
                  </a:lnTo>
                  <a:lnTo>
                    <a:pt x="0" y="817"/>
                  </a:lnTo>
                  <a:lnTo>
                    <a:pt x="129" y="988"/>
                  </a:lnTo>
                  <a:lnTo>
                    <a:pt x="344" y="1117"/>
                  </a:lnTo>
                  <a:lnTo>
                    <a:pt x="559" y="1160"/>
                  </a:lnTo>
                  <a:lnTo>
                    <a:pt x="773" y="1117"/>
                  </a:lnTo>
                  <a:lnTo>
                    <a:pt x="945" y="988"/>
                  </a:lnTo>
                  <a:lnTo>
                    <a:pt x="1074" y="817"/>
                  </a:lnTo>
                  <a:lnTo>
                    <a:pt x="1117" y="602"/>
                  </a:lnTo>
                  <a:lnTo>
                    <a:pt x="1074" y="387"/>
                  </a:lnTo>
                  <a:lnTo>
                    <a:pt x="988" y="172"/>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3516;p37">
              <a:extLst>
                <a:ext uri="{FF2B5EF4-FFF2-40B4-BE49-F238E27FC236}">
                  <a16:creationId xmlns:a16="http://schemas.microsoft.com/office/drawing/2014/main" id="{1B680084-7707-8FE0-4C56-CE0C2E36D213}"/>
                </a:ext>
              </a:extLst>
            </p:cNvPr>
            <p:cNvSpPr/>
            <p:nvPr/>
          </p:nvSpPr>
          <p:spPr>
            <a:xfrm>
              <a:off x="1659825" y="3111425"/>
              <a:ext cx="29025" cy="29025"/>
            </a:xfrm>
            <a:custGeom>
              <a:avLst/>
              <a:gdLst/>
              <a:ahLst/>
              <a:cxnLst/>
              <a:rect l="l" t="t" r="r" b="b"/>
              <a:pathLst>
                <a:path w="1161" h="1161" extrusionOk="0">
                  <a:moveTo>
                    <a:pt x="559" y="1"/>
                  </a:moveTo>
                  <a:lnTo>
                    <a:pt x="345" y="43"/>
                  </a:lnTo>
                  <a:lnTo>
                    <a:pt x="173" y="172"/>
                  </a:lnTo>
                  <a:lnTo>
                    <a:pt x="44" y="387"/>
                  </a:lnTo>
                  <a:lnTo>
                    <a:pt x="1" y="602"/>
                  </a:lnTo>
                  <a:lnTo>
                    <a:pt x="44" y="817"/>
                  </a:lnTo>
                  <a:lnTo>
                    <a:pt x="173" y="988"/>
                  </a:lnTo>
                  <a:lnTo>
                    <a:pt x="345" y="1117"/>
                  </a:lnTo>
                  <a:lnTo>
                    <a:pt x="559" y="1160"/>
                  </a:lnTo>
                  <a:lnTo>
                    <a:pt x="774" y="1117"/>
                  </a:lnTo>
                  <a:lnTo>
                    <a:pt x="946" y="1031"/>
                  </a:lnTo>
                  <a:lnTo>
                    <a:pt x="1118" y="817"/>
                  </a:lnTo>
                  <a:lnTo>
                    <a:pt x="1161" y="602"/>
                  </a:lnTo>
                  <a:lnTo>
                    <a:pt x="1118" y="387"/>
                  </a:lnTo>
                  <a:lnTo>
                    <a:pt x="989" y="215"/>
                  </a:lnTo>
                  <a:lnTo>
                    <a:pt x="817"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3517;p37">
              <a:extLst>
                <a:ext uri="{FF2B5EF4-FFF2-40B4-BE49-F238E27FC236}">
                  <a16:creationId xmlns:a16="http://schemas.microsoft.com/office/drawing/2014/main" id="{8EBE8825-3514-0CB6-18AA-214234386B93}"/>
                </a:ext>
              </a:extLst>
            </p:cNvPr>
            <p:cNvSpPr/>
            <p:nvPr/>
          </p:nvSpPr>
          <p:spPr>
            <a:xfrm>
              <a:off x="1590050" y="3128600"/>
              <a:ext cx="27925" cy="29025"/>
            </a:xfrm>
            <a:custGeom>
              <a:avLst/>
              <a:gdLst/>
              <a:ahLst/>
              <a:cxnLst/>
              <a:rect l="l" t="t" r="r" b="b"/>
              <a:pathLst>
                <a:path w="1117" h="1161" extrusionOk="0">
                  <a:moveTo>
                    <a:pt x="559" y="1"/>
                  </a:moveTo>
                  <a:lnTo>
                    <a:pt x="344" y="44"/>
                  </a:lnTo>
                  <a:lnTo>
                    <a:pt x="172" y="173"/>
                  </a:lnTo>
                  <a:lnTo>
                    <a:pt x="43" y="344"/>
                  </a:lnTo>
                  <a:lnTo>
                    <a:pt x="0" y="559"/>
                  </a:lnTo>
                  <a:lnTo>
                    <a:pt x="43" y="774"/>
                  </a:lnTo>
                  <a:lnTo>
                    <a:pt x="129" y="989"/>
                  </a:lnTo>
                  <a:lnTo>
                    <a:pt x="344" y="1117"/>
                  </a:lnTo>
                  <a:lnTo>
                    <a:pt x="559" y="1160"/>
                  </a:lnTo>
                  <a:lnTo>
                    <a:pt x="773" y="1117"/>
                  </a:lnTo>
                  <a:lnTo>
                    <a:pt x="945" y="989"/>
                  </a:lnTo>
                  <a:lnTo>
                    <a:pt x="1074" y="817"/>
                  </a:lnTo>
                  <a:lnTo>
                    <a:pt x="1117" y="602"/>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3518;p37">
              <a:extLst>
                <a:ext uri="{FF2B5EF4-FFF2-40B4-BE49-F238E27FC236}">
                  <a16:creationId xmlns:a16="http://schemas.microsoft.com/office/drawing/2014/main" id="{18CF785A-74E1-9EA2-9804-18BC41B73304}"/>
                </a:ext>
              </a:extLst>
            </p:cNvPr>
            <p:cNvSpPr/>
            <p:nvPr/>
          </p:nvSpPr>
          <p:spPr>
            <a:xfrm>
              <a:off x="1699575" y="2664750"/>
              <a:ext cx="29000" cy="29025"/>
            </a:xfrm>
            <a:custGeom>
              <a:avLst/>
              <a:gdLst/>
              <a:ahLst/>
              <a:cxnLst/>
              <a:rect l="l" t="t" r="r" b="b"/>
              <a:pathLst>
                <a:path w="1160" h="1161" extrusionOk="0">
                  <a:moveTo>
                    <a:pt x="601" y="1"/>
                  </a:moveTo>
                  <a:lnTo>
                    <a:pt x="387" y="44"/>
                  </a:lnTo>
                  <a:lnTo>
                    <a:pt x="172" y="172"/>
                  </a:lnTo>
                  <a:lnTo>
                    <a:pt x="43" y="344"/>
                  </a:lnTo>
                  <a:lnTo>
                    <a:pt x="0" y="559"/>
                  </a:lnTo>
                  <a:lnTo>
                    <a:pt x="43" y="774"/>
                  </a:lnTo>
                  <a:lnTo>
                    <a:pt x="172" y="988"/>
                  </a:lnTo>
                  <a:lnTo>
                    <a:pt x="344" y="1117"/>
                  </a:lnTo>
                  <a:lnTo>
                    <a:pt x="558" y="1160"/>
                  </a:lnTo>
                  <a:lnTo>
                    <a:pt x="816" y="1117"/>
                  </a:lnTo>
                  <a:lnTo>
                    <a:pt x="988" y="988"/>
                  </a:lnTo>
                  <a:lnTo>
                    <a:pt x="1117" y="817"/>
                  </a:lnTo>
                  <a:lnTo>
                    <a:pt x="1160" y="602"/>
                  </a:lnTo>
                  <a:lnTo>
                    <a:pt x="1117" y="387"/>
                  </a:lnTo>
                  <a:lnTo>
                    <a:pt x="988" y="172"/>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3519;p37">
              <a:extLst>
                <a:ext uri="{FF2B5EF4-FFF2-40B4-BE49-F238E27FC236}">
                  <a16:creationId xmlns:a16="http://schemas.microsoft.com/office/drawing/2014/main" id="{9FF12E44-EA5E-C0E6-F872-BA172D7CE07E}"/>
                </a:ext>
              </a:extLst>
            </p:cNvPr>
            <p:cNvSpPr/>
            <p:nvPr/>
          </p:nvSpPr>
          <p:spPr>
            <a:xfrm>
              <a:off x="1642650" y="2687300"/>
              <a:ext cx="29025" cy="29025"/>
            </a:xfrm>
            <a:custGeom>
              <a:avLst/>
              <a:gdLst/>
              <a:ahLst/>
              <a:cxnLst/>
              <a:rect l="l" t="t" r="r" b="b"/>
              <a:pathLst>
                <a:path w="1161" h="1161" extrusionOk="0">
                  <a:moveTo>
                    <a:pt x="602" y="1"/>
                  </a:moveTo>
                  <a:lnTo>
                    <a:pt x="387" y="43"/>
                  </a:lnTo>
                  <a:lnTo>
                    <a:pt x="173" y="172"/>
                  </a:lnTo>
                  <a:lnTo>
                    <a:pt x="44" y="344"/>
                  </a:lnTo>
                  <a:lnTo>
                    <a:pt x="1" y="559"/>
                  </a:lnTo>
                  <a:lnTo>
                    <a:pt x="44" y="774"/>
                  </a:lnTo>
                  <a:lnTo>
                    <a:pt x="173" y="988"/>
                  </a:lnTo>
                  <a:lnTo>
                    <a:pt x="344" y="1117"/>
                  </a:lnTo>
                  <a:lnTo>
                    <a:pt x="602" y="1160"/>
                  </a:lnTo>
                  <a:lnTo>
                    <a:pt x="817" y="1117"/>
                  </a:lnTo>
                  <a:lnTo>
                    <a:pt x="989" y="988"/>
                  </a:lnTo>
                  <a:lnTo>
                    <a:pt x="1117" y="817"/>
                  </a:lnTo>
                  <a:lnTo>
                    <a:pt x="1160" y="559"/>
                  </a:lnTo>
                  <a:lnTo>
                    <a:pt x="1117" y="344"/>
                  </a:lnTo>
                  <a:lnTo>
                    <a:pt x="989" y="172"/>
                  </a:lnTo>
                  <a:lnTo>
                    <a:pt x="817" y="43"/>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3520;p37">
              <a:extLst>
                <a:ext uri="{FF2B5EF4-FFF2-40B4-BE49-F238E27FC236}">
                  <a16:creationId xmlns:a16="http://schemas.microsoft.com/office/drawing/2014/main" id="{063660AA-19A0-09FE-DD1B-D0F11FDFF2EA}"/>
                </a:ext>
              </a:extLst>
            </p:cNvPr>
            <p:cNvSpPr/>
            <p:nvPr/>
          </p:nvSpPr>
          <p:spPr>
            <a:xfrm>
              <a:off x="1581450" y="2676575"/>
              <a:ext cx="29025" cy="27925"/>
            </a:xfrm>
            <a:custGeom>
              <a:avLst/>
              <a:gdLst/>
              <a:ahLst/>
              <a:cxnLst/>
              <a:rect l="l" t="t" r="r" b="b"/>
              <a:pathLst>
                <a:path w="1161" h="1117" extrusionOk="0">
                  <a:moveTo>
                    <a:pt x="559" y="0"/>
                  </a:moveTo>
                  <a:lnTo>
                    <a:pt x="344" y="43"/>
                  </a:lnTo>
                  <a:lnTo>
                    <a:pt x="172" y="129"/>
                  </a:lnTo>
                  <a:lnTo>
                    <a:pt x="44" y="344"/>
                  </a:lnTo>
                  <a:lnTo>
                    <a:pt x="1" y="558"/>
                  </a:lnTo>
                  <a:lnTo>
                    <a:pt x="44" y="773"/>
                  </a:lnTo>
                  <a:lnTo>
                    <a:pt x="172" y="945"/>
                  </a:lnTo>
                  <a:lnTo>
                    <a:pt x="344" y="1074"/>
                  </a:lnTo>
                  <a:lnTo>
                    <a:pt x="559" y="1117"/>
                  </a:lnTo>
                  <a:lnTo>
                    <a:pt x="774" y="1074"/>
                  </a:lnTo>
                  <a:lnTo>
                    <a:pt x="988" y="988"/>
                  </a:lnTo>
                  <a:lnTo>
                    <a:pt x="1117" y="773"/>
                  </a:lnTo>
                  <a:lnTo>
                    <a:pt x="1160" y="558"/>
                  </a:lnTo>
                  <a:lnTo>
                    <a:pt x="1117" y="344"/>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3521;p37">
              <a:extLst>
                <a:ext uri="{FF2B5EF4-FFF2-40B4-BE49-F238E27FC236}">
                  <a16:creationId xmlns:a16="http://schemas.microsoft.com/office/drawing/2014/main" id="{3A6A7993-6C72-15B8-339C-ACEC1ED0D742}"/>
                </a:ext>
              </a:extLst>
            </p:cNvPr>
            <p:cNvSpPr/>
            <p:nvPr/>
          </p:nvSpPr>
          <p:spPr>
            <a:xfrm>
              <a:off x="1585750" y="2630400"/>
              <a:ext cx="27950" cy="29000"/>
            </a:xfrm>
            <a:custGeom>
              <a:avLst/>
              <a:gdLst/>
              <a:ahLst/>
              <a:cxnLst/>
              <a:rect l="l" t="t" r="r" b="b"/>
              <a:pathLst>
                <a:path w="1118" h="1160" extrusionOk="0">
                  <a:moveTo>
                    <a:pt x="559" y="0"/>
                  </a:moveTo>
                  <a:lnTo>
                    <a:pt x="344" y="43"/>
                  </a:lnTo>
                  <a:lnTo>
                    <a:pt x="172" y="172"/>
                  </a:lnTo>
                  <a:lnTo>
                    <a:pt x="43" y="344"/>
                  </a:lnTo>
                  <a:lnTo>
                    <a:pt x="0" y="602"/>
                  </a:lnTo>
                  <a:lnTo>
                    <a:pt x="43" y="816"/>
                  </a:lnTo>
                  <a:lnTo>
                    <a:pt x="129" y="988"/>
                  </a:lnTo>
                  <a:lnTo>
                    <a:pt x="344" y="1117"/>
                  </a:lnTo>
                  <a:lnTo>
                    <a:pt x="559" y="1160"/>
                  </a:lnTo>
                  <a:lnTo>
                    <a:pt x="774" y="1117"/>
                  </a:lnTo>
                  <a:lnTo>
                    <a:pt x="945" y="988"/>
                  </a:lnTo>
                  <a:lnTo>
                    <a:pt x="1074" y="816"/>
                  </a:lnTo>
                  <a:lnTo>
                    <a:pt x="1117" y="602"/>
                  </a:lnTo>
                  <a:lnTo>
                    <a:pt x="1117" y="387"/>
                  </a:lnTo>
                  <a:lnTo>
                    <a:pt x="988" y="215"/>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3522;p37">
              <a:extLst>
                <a:ext uri="{FF2B5EF4-FFF2-40B4-BE49-F238E27FC236}">
                  <a16:creationId xmlns:a16="http://schemas.microsoft.com/office/drawing/2014/main" id="{99D67278-5B5B-6092-AB44-2A40F2ED6CF1}"/>
                </a:ext>
              </a:extLst>
            </p:cNvPr>
            <p:cNvSpPr/>
            <p:nvPr/>
          </p:nvSpPr>
          <p:spPr>
            <a:xfrm>
              <a:off x="1599700" y="2715225"/>
              <a:ext cx="27950" cy="29000"/>
            </a:xfrm>
            <a:custGeom>
              <a:avLst/>
              <a:gdLst/>
              <a:ahLst/>
              <a:cxnLst/>
              <a:rect l="l" t="t" r="r" b="b"/>
              <a:pathLst>
                <a:path w="1118" h="1160" extrusionOk="0">
                  <a:moveTo>
                    <a:pt x="559" y="0"/>
                  </a:moveTo>
                  <a:lnTo>
                    <a:pt x="344" y="43"/>
                  </a:lnTo>
                  <a:lnTo>
                    <a:pt x="173" y="172"/>
                  </a:lnTo>
                  <a:lnTo>
                    <a:pt x="44" y="344"/>
                  </a:lnTo>
                  <a:lnTo>
                    <a:pt x="1" y="559"/>
                  </a:lnTo>
                  <a:lnTo>
                    <a:pt x="44" y="773"/>
                  </a:lnTo>
                  <a:lnTo>
                    <a:pt x="130" y="988"/>
                  </a:lnTo>
                  <a:lnTo>
                    <a:pt x="344" y="1117"/>
                  </a:lnTo>
                  <a:lnTo>
                    <a:pt x="559" y="1160"/>
                  </a:lnTo>
                  <a:lnTo>
                    <a:pt x="774" y="1117"/>
                  </a:lnTo>
                  <a:lnTo>
                    <a:pt x="946" y="988"/>
                  </a:lnTo>
                  <a:lnTo>
                    <a:pt x="1074" y="816"/>
                  </a:lnTo>
                  <a:lnTo>
                    <a:pt x="1117" y="602"/>
                  </a:lnTo>
                  <a:lnTo>
                    <a:pt x="1117"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3523;p37">
              <a:extLst>
                <a:ext uri="{FF2B5EF4-FFF2-40B4-BE49-F238E27FC236}">
                  <a16:creationId xmlns:a16="http://schemas.microsoft.com/office/drawing/2014/main" id="{03D38780-70FB-78DC-D2D4-00B4FF7A7C08}"/>
                </a:ext>
              </a:extLst>
            </p:cNvPr>
            <p:cNvSpPr/>
            <p:nvPr/>
          </p:nvSpPr>
          <p:spPr>
            <a:xfrm>
              <a:off x="1656625" y="2630400"/>
              <a:ext cx="29000" cy="29000"/>
            </a:xfrm>
            <a:custGeom>
              <a:avLst/>
              <a:gdLst/>
              <a:ahLst/>
              <a:cxnLst/>
              <a:rect l="l" t="t" r="r" b="b"/>
              <a:pathLst>
                <a:path w="1160" h="1160" extrusionOk="0">
                  <a:moveTo>
                    <a:pt x="601" y="0"/>
                  </a:moveTo>
                  <a:lnTo>
                    <a:pt x="387" y="43"/>
                  </a:lnTo>
                  <a:lnTo>
                    <a:pt x="172" y="172"/>
                  </a:lnTo>
                  <a:lnTo>
                    <a:pt x="43" y="344"/>
                  </a:lnTo>
                  <a:lnTo>
                    <a:pt x="0" y="602"/>
                  </a:lnTo>
                  <a:lnTo>
                    <a:pt x="43" y="816"/>
                  </a:lnTo>
                  <a:lnTo>
                    <a:pt x="172" y="988"/>
                  </a:lnTo>
                  <a:lnTo>
                    <a:pt x="344" y="1117"/>
                  </a:lnTo>
                  <a:lnTo>
                    <a:pt x="558" y="1160"/>
                  </a:lnTo>
                  <a:lnTo>
                    <a:pt x="773" y="1117"/>
                  </a:lnTo>
                  <a:lnTo>
                    <a:pt x="988" y="988"/>
                  </a:lnTo>
                  <a:lnTo>
                    <a:pt x="1117" y="816"/>
                  </a:lnTo>
                  <a:lnTo>
                    <a:pt x="1160" y="602"/>
                  </a:lnTo>
                  <a:lnTo>
                    <a:pt x="1117" y="387"/>
                  </a:lnTo>
                  <a:lnTo>
                    <a:pt x="988" y="215"/>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3524;p37">
              <a:extLst>
                <a:ext uri="{FF2B5EF4-FFF2-40B4-BE49-F238E27FC236}">
                  <a16:creationId xmlns:a16="http://schemas.microsoft.com/office/drawing/2014/main" id="{08D635FA-E963-5B27-2783-F87515DBB863}"/>
                </a:ext>
              </a:extLst>
            </p:cNvPr>
            <p:cNvSpPr/>
            <p:nvPr/>
          </p:nvSpPr>
          <p:spPr>
            <a:xfrm>
              <a:off x="1582525" y="256490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29" y="988"/>
                  </a:lnTo>
                  <a:lnTo>
                    <a:pt x="344" y="1117"/>
                  </a:lnTo>
                  <a:lnTo>
                    <a:pt x="559" y="1160"/>
                  </a:lnTo>
                  <a:lnTo>
                    <a:pt x="774" y="1117"/>
                  </a:lnTo>
                  <a:lnTo>
                    <a:pt x="945" y="988"/>
                  </a:lnTo>
                  <a:lnTo>
                    <a:pt x="1074" y="816"/>
                  </a:lnTo>
                  <a:lnTo>
                    <a:pt x="1160" y="602"/>
                  </a:lnTo>
                  <a:lnTo>
                    <a:pt x="1117" y="387"/>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3525;p37">
              <a:extLst>
                <a:ext uri="{FF2B5EF4-FFF2-40B4-BE49-F238E27FC236}">
                  <a16:creationId xmlns:a16="http://schemas.microsoft.com/office/drawing/2014/main" id="{E2BAE264-8333-9467-0B35-842CDC75C3D7}"/>
                </a:ext>
              </a:extLst>
            </p:cNvPr>
            <p:cNvSpPr/>
            <p:nvPr/>
          </p:nvSpPr>
          <p:spPr>
            <a:xfrm>
              <a:off x="1714600" y="2602475"/>
              <a:ext cx="27950" cy="27950"/>
            </a:xfrm>
            <a:custGeom>
              <a:avLst/>
              <a:gdLst/>
              <a:ahLst/>
              <a:cxnLst/>
              <a:rect l="l" t="t" r="r" b="b"/>
              <a:pathLst>
                <a:path w="1118" h="1118" extrusionOk="0">
                  <a:moveTo>
                    <a:pt x="344" y="1"/>
                  </a:moveTo>
                  <a:lnTo>
                    <a:pt x="172" y="129"/>
                  </a:lnTo>
                  <a:lnTo>
                    <a:pt x="43" y="344"/>
                  </a:lnTo>
                  <a:lnTo>
                    <a:pt x="0" y="559"/>
                  </a:lnTo>
                  <a:lnTo>
                    <a:pt x="43" y="774"/>
                  </a:lnTo>
                  <a:lnTo>
                    <a:pt x="129" y="945"/>
                  </a:lnTo>
                  <a:lnTo>
                    <a:pt x="344" y="1074"/>
                  </a:lnTo>
                  <a:lnTo>
                    <a:pt x="559" y="1117"/>
                  </a:lnTo>
                  <a:lnTo>
                    <a:pt x="773" y="1074"/>
                  </a:lnTo>
                  <a:lnTo>
                    <a:pt x="945" y="988"/>
                  </a:lnTo>
                  <a:lnTo>
                    <a:pt x="1074" y="774"/>
                  </a:lnTo>
                  <a:lnTo>
                    <a:pt x="1117" y="559"/>
                  </a:lnTo>
                  <a:lnTo>
                    <a:pt x="1074" y="344"/>
                  </a:lnTo>
                  <a:lnTo>
                    <a:pt x="988" y="172"/>
                  </a:lnTo>
                  <a:lnTo>
                    <a:pt x="773"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3526;p37">
              <a:extLst>
                <a:ext uri="{FF2B5EF4-FFF2-40B4-BE49-F238E27FC236}">
                  <a16:creationId xmlns:a16="http://schemas.microsoft.com/office/drawing/2014/main" id="{FAA05520-D6ED-0049-2202-15B0A9D08427}"/>
                </a:ext>
              </a:extLst>
            </p:cNvPr>
            <p:cNvSpPr/>
            <p:nvPr/>
          </p:nvSpPr>
          <p:spPr>
            <a:xfrm>
              <a:off x="1636225" y="2809700"/>
              <a:ext cx="29000" cy="29025"/>
            </a:xfrm>
            <a:custGeom>
              <a:avLst/>
              <a:gdLst/>
              <a:ahLst/>
              <a:cxnLst/>
              <a:rect l="l" t="t" r="r" b="b"/>
              <a:pathLst>
                <a:path w="1160" h="1161" extrusionOk="0">
                  <a:moveTo>
                    <a:pt x="601" y="1"/>
                  </a:moveTo>
                  <a:lnTo>
                    <a:pt x="387" y="44"/>
                  </a:lnTo>
                  <a:lnTo>
                    <a:pt x="215" y="173"/>
                  </a:lnTo>
                  <a:lnTo>
                    <a:pt x="86" y="344"/>
                  </a:lnTo>
                  <a:lnTo>
                    <a:pt x="0" y="602"/>
                  </a:lnTo>
                  <a:lnTo>
                    <a:pt x="43" y="817"/>
                  </a:lnTo>
                  <a:lnTo>
                    <a:pt x="172" y="989"/>
                  </a:lnTo>
                  <a:lnTo>
                    <a:pt x="387" y="1117"/>
                  </a:lnTo>
                  <a:lnTo>
                    <a:pt x="601" y="1160"/>
                  </a:lnTo>
                  <a:lnTo>
                    <a:pt x="816" y="1117"/>
                  </a:lnTo>
                  <a:lnTo>
                    <a:pt x="988" y="989"/>
                  </a:lnTo>
                  <a:lnTo>
                    <a:pt x="1117" y="817"/>
                  </a:lnTo>
                  <a:lnTo>
                    <a:pt x="1160" y="602"/>
                  </a:lnTo>
                  <a:lnTo>
                    <a:pt x="1117" y="387"/>
                  </a:lnTo>
                  <a:lnTo>
                    <a:pt x="1031" y="173"/>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3527;p37">
              <a:extLst>
                <a:ext uri="{FF2B5EF4-FFF2-40B4-BE49-F238E27FC236}">
                  <a16:creationId xmlns:a16="http://schemas.microsoft.com/office/drawing/2014/main" id="{676D1074-426A-6D86-F90D-7DB632747CDA}"/>
                </a:ext>
              </a:extLst>
            </p:cNvPr>
            <p:cNvSpPr/>
            <p:nvPr/>
          </p:nvSpPr>
          <p:spPr>
            <a:xfrm>
              <a:off x="1634075" y="2587450"/>
              <a:ext cx="29000" cy="29000"/>
            </a:xfrm>
            <a:custGeom>
              <a:avLst/>
              <a:gdLst/>
              <a:ahLst/>
              <a:cxnLst/>
              <a:rect l="l" t="t" r="r" b="b"/>
              <a:pathLst>
                <a:path w="1160" h="1160" extrusionOk="0">
                  <a:moveTo>
                    <a:pt x="601" y="0"/>
                  </a:moveTo>
                  <a:lnTo>
                    <a:pt x="387" y="43"/>
                  </a:lnTo>
                  <a:lnTo>
                    <a:pt x="172" y="172"/>
                  </a:lnTo>
                  <a:lnTo>
                    <a:pt x="43" y="344"/>
                  </a:lnTo>
                  <a:lnTo>
                    <a:pt x="0" y="559"/>
                  </a:lnTo>
                  <a:lnTo>
                    <a:pt x="43" y="773"/>
                  </a:lnTo>
                  <a:lnTo>
                    <a:pt x="172" y="988"/>
                  </a:lnTo>
                  <a:lnTo>
                    <a:pt x="344" y="1117"/>
                  </a:lnTo>
                  <a:lnTo>
                    <a:pt x="601" y="1160"/>
                  </a:lnTo>
                  <a:lnTo>
                    <a:pt x="816" y="1117"/>
                  </a:lnTo>
                  <a:lnTo>
                    <a:pt x="988" y="988"/>
                  </a:lnTo>
                  <a:lnTo>
                    <a:pt x="1117" y="816"/>
                  </a:lnTo>
                  <a:lnTo>
                    <a:pt x="1160" y="602"/>
                  </a:lnTo>
                  <a:lnTo>
                    <a:pt x="1117" y="387"/>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3528;p37">
              <a:extLst>
                <a:ext uri="{FF2B5EF4-FFF2-40B4-BE49-F238E27FC236}">
                  <a16:creationId xmlns:a16="http://schemas.microsoft.com/office/drawing/2014/main" id="{7FF443A2-4A94-5B21-B085-0AAD09A3A85E}"/>
                </a:ext>
              </a:extLst>
            </p:cNvPr>
            <p:cNvSpPr/>
            <p:nvPr/>
          </p:nvSpPr>
          <p:spPr>
            <a:xfrm>
              <a:off x="1702775" y="2729175"/>
              <a:ext cx="29025" cy="29025"/>
            </a:xfrm>
            <a:custGeom>
              <a:avLst/>
              <a:gdLst/>
              <a:ahLst/>
              <a:cxnLst/>
              <a:rect l="l" t="t" r="r" b="b"/>
              <a:pathLst>
                <a:path w="1161" h="1161" extrusionOk="0">
                  <a:moveTo>
                    <a:pt x="602" y="1"/>
                  </a:moveTo>
                  <a:lnTo>
                    <a:pt x="387" y="44"/>
                  </a:lnTo>
                  <a:lnTo>
                    <a:pt x="216" y="172"/>
                  </a:lnTo>
                  <a:lnTo>
                    <a:pt x="87" y="344"/>
                  </a:lnTo>
                  <a:lnTo>
                    <a:pt x="1" y="559"/>
                  </a:lnTo>
                  <a:lnTo>
                    <a:pt x="44" y="774"/>
                  </a:lnTo>
                  <a:lnTo>
                    <a:pt x="173" y="988"/>
                  </a:lnTo>
                  <a:lnTo>
                    <a:pt x="344" y="1117"/>
                  </a:lnTo>
                  <a:lnTo>
                    <a:pt x="602" y="1160"/>
                  </a:lnTo>
                  <a:lnTo>
                    <a:pt x="817" y="1117"/>
                  </a:lnTo>
                  <a:lnTo>
                    <a:pt x="989" y="988"/>
                  </a:lnTo>
                  <a:lnTo>
                    <a:pt x="1118" y="817"/>
                  </a:lnTo>
                  <a:lnTo>
                    <a:pt x="1161" y="559"/>
                  </a:lnTo>
                  <a:lnTo>
                    <a:pt x="1118" y="344"/>
                  </a:lnTo>
                  <a:lnTo>
                    <a:pt x="1032"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8" name="Google Shape;13529;p37">
              <a:extLst>
                <a:ext uri="{FF2B5EF4-FFF2-40B4-BE49-F238E27FC236}">
                  <a16:creationId xmlns:a16="http://schemas.microsoft.com/office/drawing/2014/main" id="{966E4700-BE09-305E-B3D6-F66FE05FF806}"/>
                </a:ext>
              </a:extLst>
            </p:cNvPr>
            <p:cNvSpPr/>
            <p:nvPr/>
          </p:nvSpPr>
          <p:spPr>
            <a:xfrm>
              <a:off x="1706000" y="2774275"/>
              <a:ext cx="29025" cy="27950"/>
            </a:xfrm>
            <a:custGeom>
              <a:avLst/>
              <a:gdLst/>
              <a:ahLst/>
              <a:cxnLst/>
              <a:rect l="l" t="t" r="r" b="b"/>
              <a:pathLst>
                <a:path w="1161" h="1118" extrusionOk="0">
                  <a:moveTo>
                    <a:pt x="602" y="0"/>
                  </a:moveTo>
                  <a:lnTo>
                    <a:pt x="387" y="43"/>
                  </a:lnTo>
                  <a:lnTo>
                    <a:pt x="215" y="129"/>
                  </a:lnTo>
                  <a:lnTo>
                    <a:pt x="87" y="344"/>
                  </a:lnTo>
                  <a:lnTo>
                    <a:pt x="1" y="559"/>
                  </a:lnTo>
                  <a:lnTo>
                    <a:pt x="44" y="774"/>
                  </a:lnTo>
                  <a:lnTo>
                    <a:pt x="173" y="945"/>
                  </a:lnTo>
                  <a:lnTo>
                    <a:pt x="387" y="1074"/>
                  </a:lnTo>
                  <a:lnTo>
                    <a:pt x="602" y="1117"/>
                  </a:lnTo>
                  <a:lnTo>
                    <a:pt x="817" y="1117"/>
                  </a:lnTo>
                  <a:lnTo>
                    <a:pt x="989" y="988"/>
                  </a:lnTo>
                  <a:lnTo>
                    <a:pt x="1117" y="774"/>
                  </a:lnTo>
                  <a:lnTo>
                    <a:pt x="1160" y="559"/>
                  </a:lnTo>
                  <a:lnTo>
                    <a:pt x="1117" y="344"/>
                  </a:lnTo>
                  <a:lnTo>
                    <a:pt x="1032"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9" name="Google Shape;13530;p37">
              <a:extLst>
                <a:ext uri="{FF2B5EF4-FFF2-40B4-BE49-F238E27FC236}">
                  <a16:creationId xmlns:a16="http://schemas.microsoft.com/office/drawing/2014/main" id="{88F2C4CA-1AAD-EC0D-3DA5-42217F5EE4A5}"/>
                </a:ext>
              </a:extLst>
            </p:cNvPr>
            <p:cNvSpPr/>
            <p:nvPr/>
          </p:nvSpPr>
          <p:spPr>
            <a:xfrm>
              <a:off x="1692050" y="2818300"/>
              <a:ext cx="27950" cy="29000"/>
            </a:xfrm>
            <a:custGeom>
              <a:avLst/>
              <a:gdLst/>
              <a:ahLst/>
              <a:cxnLst/>
              <a:rect l="l" t="t" r="r" b="b"/>
              <a:pathLst>
                <a:path w="1118" h="1160" extrusionOk="0">
                  <a:moveTo>
                    <a:pt x="559" y="0"/>
                  </a:moveTo>
                  <a:lnTo>
                    <a:pt x="344" y="43"/>
                  </a:lnTo>
                  <a:lnTo>
                    <a:pt x="172" y="172"/>
                  </a:lnTo>
                  <a:lnTo>
                    <a:pt x="43" y="344"/>
                  </a:lnTo>
                  <a:lnTo>
                    <a:pt x="0" y="559"/>
                  </a:lnTo>
                  <a:lnTo>
                    <a:pt x="0" y="773"/>
                  </a:lnTo>
                  <a:lnTo>
                    <a:pt x="129" y="988"/>
                  </a:lnTo>
                  <a:lnTo>
                    <a:pt x="344" y="1117"/>
                  </a:lnTo>
                  <a:lnTo>
                    <a:pt x="559" y="1160"/>
                  </a:lnTo>
                  <a:lnTo>
                    <a:pt x="773" y="1117"/>
                  </a:lnTo>
                  <a:lnTo>
                    <a:pt x="945" y="988"/>
                  </a:lnTo>
                  <a:lnTo>
                    <a:pt x="1074" y="816"/>
                  </a:lnTo>
                  <a:lnTo>
                    <a:pt x="1117" y="559"/>
                  </a:lnTo>
                  <a:lnTo>
                    <a:pt x="1074"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0" name="Google Shape;13531;p37">
              <a:extLst>
                <a:ext uri="{FF2B5EF4-FFF2-40B4-BE49-F238E27FC236}">
                  <a16:creationId xmlns:a16="http://schemas.microsoft.com/office/drawing/2014/main" id="{F4E7B1E7-DDA6-A710-123E-063F4AF47054}"/>
                </a:ext>
              </a:extLst>
            </p:cNvPr>
            <p:cNvSpPr/>
            <p:nvPr/>
          </p:nvSpPr>
          <p:spPr>
            <a:xfrm>
              <a:off x="1706000" y="2871975"/>
              <a:ext cx="29025" cy="29025"/>
            </a:xfrm>
            <a:custGeom>
              <a:avLst/>
              <a:gdLst/>
              <a:ahLst/>
              <a:cxnLst/>
              <a:rect l="l" t="t" r="r" b="b"/>
              <a:pathLst>
                <a:path w="1161" h="1161" extrusionOk="0">
                  <a:moveTo>
                    <a:pt x="602" y="1"/>
                  </a:moveTo>
                  <a:lnTo>
                    <a:pt x="387" y="44"/>
                  </a:lnTo>
                  <a:lnTo>
                    <a:pt x="215" y="130"/>
                  </a:lnTo>
                  <a:lnTo>
                    <a:pt x="87" y="344"/>
                  </a:lnTo>
                  <a:lnTo>
                    <a:pt x="1" y="559"/>
                  </a:lnTo>
                  <a:lnTo>
                    <a:pt x="44" y="774"/>
                  </a:lnTo>
                  <a:lnTo>
                    <a:pt x="173" y="946"/>
                  </a:lnTo>
                  <a:lnTo>
                    <a:pt x="387" y="1075"/>
                  </a:lnTo>
                  <a:lnTo>
                    <a:pt x="602" y="1160"/>
                  </a:lnTo>
                  <a:lnTo>
                    <a:pt x="817" y="1118"/>
                  </a:lnTo>
                  <a:lnTo>
                    <a:pt x="989" y="989"/>
                  </a:lnTo>
                  <a:lnTo>
                    <a:pt x="1117" y="817"/>
                  </a:lnTo>
                  <a:lnTo>
                    <a:pt x="1160" y="559"/>
                  </a:lnTo>
                  <a:lnTo>
                    <a:pt x="1117" y="344"/>
                  </a:lnTo>
                  <a:lnTo>
                    <a:pt x="1032"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1" name="Google Shape;13532;p37">
              <a:extLst>
                <a:ext uri="{FF2B5EF4-FFF2-40B4-BE49-F238E27FC236}">
                  <a16:creationId xmlns:a16="http://schemas.microsoft.com/office/drawing/2014/main" id="{2C662B90-8CBF-97CA-89BE-6D73C296832A}"/>
                </a:ext>
              </a:extLst>
            </p:cNvPr>
            <p:cNvSpPr/>
            <p:nvPr/>
          </p:nvSpPr>
          <p:spPr>
            <a:xfrm>
              <a:off x="1646950" y="2885950"/>
              <a:ext cx="29025" cy="29000"/>
            </a:xfrm>
            <a:custGeom>
              <a:avLst/>
              <a:gdLst/>
              <a:ahLst/>
              <a:cxnLst/>
              <a:rect l="l" t="t" r="r" b="b"/>
              <a:pathLst>
                <a:path w="1161" h="1160" extrusionOk="0">
                  <a:moveTo>
                    <a:pt x="602" y="0"/>
                  </a:moveTo>
                  <a:lnTo>
                    <a:pt x="387" y="43"/>
                  </a:lnTo>
                  <a:lnTo>
                    <a:pt x="172" y="172"/>
                  </a:lnTo>
                  <a:lnTo>
                    <a:pt x="43" y="344"/>
                  </a:lnTo>
                  <a:lnTo>
                    <a:pt x="1" y="559"/>
                  </a:lnTo>
                  <a:lnTo>
                    <a:pt x="43" y="816"/>
                  </a:lnTo>
                  <a:lnTo>
                    <a:pt x="172" y="988"/>
                  </a:lnTo>
                  <a:lnTo>
                    <a:pt x="344" y="1117"/>
                  </a:lnTo>
                  <a:lnTo>
                    <a:pt x="602" y="1160"/>
                  </a:lnTo>
                  <a:lnTo>
                    <a:pt x="817" y="1117"/>
                  </a:lnTo>
                  <a:lnTo>
                    <a:pt x="988" y="988"/>
                  </a:lnTo>
                  <a:lnTo>
                    <a:pt x="1117" y="816"/>
                  </a:lnTo>
                  <a:lnTo>
                    <a:pt x="1160" y="601"/>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2" name="Google Shape;13533;p37">
              <a:extLst>
                <a:ext uri="{FF2B5EF4-FFF2-40B4-BE49-F238E27FC236}">
                  <a16:creationId xmlns:a16="http://schemas.microsoft.com/office/drawing/2014/main" id="{1DBE8964-F33C-D935-0319-1D612191A7C6}"/>
                </a:ext>
              </a:extLst>
            </p:cNvPr>
            <p:cNvSpPr/>
            <p:nvPr/>
          </p:nvSpPr>
          <p:spPr>
            <a:xfrm>
              <a:off x="1659825" y="2757100"/>
              <a:ext cx="29025" cy="29000"/>
            </a:xfrm>
            <a:custGeom>
              <a:avLst/>
              <a:gdLst/>
              <a:ahLst/>
              <a:cxnLst/>
              <a:rect l="l" t="t" r="r" b="b"/>
              <a:pathLst>
                <a:path w="1161" h="1160" extrusionOk="0">
                  <a:moveTo>
                    <a:pt x="559" y="0"/>
                  </a:moveTo>
                  <a:lnTo>
                    <a:pt x="345" y="43"/>
                  </a:lnTo>
                  <a:lnTo>
                    <a:pt x="173" y="172"/>
                  </a:lnTo>
                  <a:lnTo>
                    <a:pt x="44" y="344"/>
                  </a:lnTo>
                  <a:lnTo>
                    <a:pt x="1" y="559"/>
                  </a:lnTo>
                  <a:lnTo>
                    <a:pt x="44" y="773"/>
                  </a:lnTo>
                  <a:lnTo>
                    <a:pt x="173" y="988"/>
                  </a:lnTo>
                  <a:lnTo>
                    <a:pt x="345" y="1117"/>
                  </a:lnTo>
                  <a:lnTo>
                    <a:pt x="559" y="1160"/>
                  </a:lnTo>
                  <a:lnTo>
                    <a:pt x="774" y="1117"/>
                  </a:lnTo>
                  <a:lnTo>
                    <a:pt x="946" y="988"/>
                  </a:lnTo>
                  <a:lnTo>
                    <a:pt x="1118" y="816"/>
                  </a:lnTo>
                  <a:lnTo>
                    <a:pt x="1161" y="602"/>
                  </a:lnTo>
                  <a:lnTo>
                    <a:pt x="1118" y="387"/>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3" name="Google Shape;13534;p37">
              <a:extLst>
                <a:ext uri="{FF2B5EF4-FFF2-40B4-BE49-F238E27FC236}">
                  <a16:creationId xmlns:a16="http://schemas.microsoft.com/office/drawing/2014/main" id="{21EC1C48-8235-32D3-C964-4DFF04A1B88D}"/>
                </a:ext>
              </a:extLst>
            </p:cNvPr>
            <p:cNvSpPr/>
            <p:nvPr/>
          </p:nvSpPr>
          <p:spPr>
            <a:xfrm>
              <a:off x="1588975" y="2854800"/>
              <a:ext cx="27925" cy="27950"/>
            </a:xfrm>
            <a:custGeom>
              <a:avLst/>
              <a:gdLst/>
              <a:ahLst/>
              <a:cxnLst/>
              <a:rect l="l" t="t" r="r" b="b"/>
              <a:pathLst>
                <a:path w="1117" h="1118" extrusionOk="0">
                  <a:moveTo>
                    <a:pt x="344" y="1"/>
                  </a:moveTo>
                  <a:lnTo>
                    <a:pt x="172" y="129"/>
                  </a:lnTo>
                  <a:lnTo>
                    <a:pt x="43" y="344"/>
                  </a:lnTo>
                  <a:lnTo>
                    <a:pt x="0" y="559"/>
                  </a:lnTo>
                  <a:lnTo>
                    <a:pt x="0" y="774"/>
                  </a:lnTo>
                  <a:lnTo>
                    <a:pt x="129" y="946"/>
                  </a:lnTo>
                  <a:lnTo>
                    <a:pt x="344" y="1074"/>
                  </a:lnTo>
                  <a:lnTo>
                    <a:pt x="559" y="1117"/>
                  </a:lnTo>
                  <a:lnTo>
                    <a:pt x="773" y="1074"/>
                  </a:lnTo>
                  <a:lnTo>
                    <a:pt x="945" y="988"/>
                  </a:lnTo>
                  <a:lnTo>
                    <a:pt x="1074" y="774"/>
                  </a:lnTo>
                  <a:lnTo>
                    <a:pt x="1117" y="559"/>
                  </a:lnTo>
                  <a:lnTo>
                    <a:pt x="1074" y="344"/>
                  </a:lnTo>
                  <a:lnTo>
                    <a:pt x="988" y="172"/>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4" name="Google Shape;13535;p37">
              <a:extLst>
                <a:ext uri="{FF2B5EF4-FFF2-40B4-BE49-F238E27FC236}">
                  <a16:creationId xmlns:a16="http://schemas.microsoft.com/office/drawing/2014/main" id="{6193979F-3F22-1D8D-30B5-21D3EF45BF06}"/>
                </a:ext>
              </a:extLst>
            </p:cNvPr>
            <p:cNvSpPr/>
            <p:nvPr/>
          </p:nvSpPr>
          <p:spPr>
            <a:xfrm>
              <a:off x="1590050" y="2774275"/>
              <a:ext cx="27925" cy="27950"/>
            </a:xfrm>
            <a:custGeom>
              <a:avLst/>
              <a:gdLst/>
              <a:ahLst/>
              <a:cxnLst/>
              <a:rect l="l" t="t" r="r" b="b"/>
              <a:pathLst>
                <a:path w="1117" h="1118" extrusionOk="0">
                  <a:moveTo>
                    <a:pt x="559" y="0"/>
                  </a:moveTo>
                  <a:lnTo>
                    <a:pt x="344" y="43"/>
                  </a:lnTo>
                  <a:lnTo>
                    <a:pt x="172" y="129"/>
                  </a:lnTo>
                  <a:lnTo>
                    <a:pt x="43" y="344"/>
                  </a:lnTo>
                  <a:lnTo>
                    <a:pt x="0" y="559"/>
                  </a:lnTo>
                  <a:lnTo>
                    <a:pt x="43" y="774"/>
                  </a:lnTo>
                  <a:lnTo>
                    <a:pt x="129" y="945"/>
                  </a:lnTo>
                  <a:lnTo>
                    <a:pt x="344" y="1074"/>
                  </a:lnTo>
                  <a:lnTo>
                    <a:pt x="559" y="1117"/>
                  </a:lnTo>
                  <a:lnTo>
                    <a:pt x="773" y="1117"/>
                  </a:lnTo>
                  <a:lnTo>
                    <a:pt x="945" y="988"/>
                  </a:lnTo>
                  <a:lnTo>
                    <a:pt x="1074" y="774"/>
                  </a:lnTo>
                  <a:lnTo>
                    <a:pt x="1117" y="559"/>
                  </a:lnTo>
                  <a:lnTo>
                    <a:pt x="1074"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5" name="Google Shape;13536;p37">
              <a:extLst>
                <a:ext uri="{FF2B5EF4-FFF2-40B4-BE49-F238E27FC236}">
                  <a16:creationId xmlns:a16="http://schemas.microsoft.com/office/drawing/2014/main" id="{60BFE7C7-AEE2-0D88-2493-9D874EE84FCF}"/>
                </a:ext>
              </a:extLst>
            </p:cNvPr>
            <p:cNvSpPr/>
            <p:nvPr/>
          </p:nvSpPr>
          <p:spPr>
            <a:xfrm>
              <a:off x="1823050" y="3041625"/>
              <a:ext cx="29000" cy="29025"/>
            </a:xfrm>
            <a:custGeom>
              <a:avLst/>
              <a:gdLst/>
              <a:ahLst/>
              <a:cxnLst/>
              <a:rect l="l" t="t" r="r" b="b"/>
              <a:pathLst>
                <a:path w="1160" h="1161" extrusionOk="0">
                  <a:moveTo>
                    <a:pt x="559" y="1"/>
                  </a:moveTo>
                  <a:lnTo>
                    <a:pt x="344" y="44"/>
                  </a:lnTo>
                  <a:lnTo>
                    <a:pt x="172" y="173"/>
                  </a:lnTo>
                  <a:lnTo>
                    <a:pt x="43" y="344"/>
                  </a:lnTo>
                  <a:lnTo>
                    <a:pt x="0" y="602"/>
                  </a:lnTo>
                  <a:lnTo>
                    <a:pt x="43" y="817"/>
                  </a:lnTo>
                  <a:lnTo>
                    <a:pt x="129" y="989"/>
                  </a:lnTo>
                  <a:lnTo>
                    <a:pt x="344" y="1118"/>
                  </a:lnTo>
                  <a:lnTo>
                    <a:pt x="559" y="1160"/>
                  </a:lnTo>
                  <a:lnTo>
                    <a:pt x="773" y="1118"/>
                  </a:lnTo>
                  <a:lnTo>
                    <a:pt x="945" y="989"/>
                  </a:lnTo>
                  <a:lnTo>
                    <a:pt x="1074" y="817"/>
                  </a:lnTo>
                  <a:lnTo>
                    <a:pt x="1160" y="602"/>
                  </a:lnTo>
                  <a:lnTo>
                    <a:pt x="1117" y="387"/>
                  </a:lnTo>
                  <a:lnTo>
                    <a:pt x="988" y="173"/>
                  </a:lnTo>
                  <a:lnTo>
                    <a:pt x="816"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6" name="Google Shape;13537;p37">
              <a:extLst>
                <a:ext uri="{FF2B5EF4-FFF2-40B4-BE49-F238E27FC236}">
                  <a16:creationId xmlns:a16="http://schemas.microsoft.com/office/drawing/2014/main" id="{416B87B8-FB7B-55DE-7E12-0C242F0EFD92}"/>
                </a:ext>
              </a:extLst>
            </p:cNvPr>
            <p:cNvSpPr/>
            <p:nvPr/>
          </p:nvSpPr>
          <p:spPr>
            <a:xfrm>
              <a:off x="1760775" y="3030900"/>
              <a:ext cx="29000" cy="29000"/>
            </a:xfrm>
            <a:custGeom>
              <a:avLst/>
              <a:gdLst/>
              <a:ahLst/>
              <a:cxnLst/>
              <a:rect l="l" t="t" r="r" b="b"/>
              <a:pathLst>
                <a:path w="1160" h="1160" extrusionOk="0">
                  <a:moveTo>
                    <a:pt x="601" y="0"/>
                  </a:moveTo>
                  <a:lnTo>
                    <a:pt x="387" y="43"/>
                  </a:lnTo>
                  <a:lnTo>
                    <a:pt x="215" y="172"/>
                  </a:lnTo>
                  <a:lnTo>
                    <a:pt x="86" y="344"/>
                  </a:lnTo>
                  <a:lnTo>
                    <a:pt x="0" y="559"/>
                  </a:lnTo>
                  <a:lnTo>
                    <a:pt x="43" y="773"/>
                  </a:lnTo>
                  <a:lnTo>
                    <a:pt x="172" y="988"/>
                  </a:lnTo>
                  <a:lnTo>
                    <a:pt x="344" y="1117"/>
                  </a:lnTo>
                  <a:lnTo>
                    <a:pt x="601" y="1160"/>
                  </a:lnTo>
                  <a:lnTo>
                    <a:pt x="816" y="1117"/>
                  </a:lnTo>
                  <a:lnTo>
                    <a:pt x="988" y="988"/>
                  </a:lnTo>
                  <a:lnTo>
                    <a:pt x="1117" y="816"/>
                  </a:lnTo>
                  <a:lnTo>
                    <a:pt x="1160" y="559"/>
                  </a:lnTo>
                  <a:lnTo>
                    <a:pt x="1117" y="344"/>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7" name="Google Shape;13538;p37">
              <a:extLst>
                <a:ext uri="{FF2B5EF4-FFF2-40B4-BE49-F238E27FC236}">
                  <a16:creationId xmlns:a16="http://schemas.microsoft.com/office/drawing/2014/main" id="{4833B799-A6B6-CA49-6B18-C980A0147011}"/>
                </a:ext>
              </a:extLst>
            </p:cNvPr>
            <p:cNvSpPr/>
            <p:nvPr/>
          </p:nvSpPr>
          <p:spPr>
            <a:xfrm>
              <a:off x="1765050" y="2985800"/>
              <a:ext cx="29025" cy="29025"/>
            </a:xfrm>
            <a:custGeom>
              <a:avLst/>
              <a:gdLst/>
              <a:ahLst/>
              <a:cxnLst/>
              <a:rect l="l" t="t" r="r" b="b"/>
              <a:pathLst>
                <a:path w="1161" h="1161" extrusionOk="0">
                  <a:moveTo>
                    <a:pt x="602" y="0"/>
                  </a:moveTo>
                  <a:lnTo>
                    <a:pt x="388" y="43"/>
                  </a:lnTo>
                  <a:lnTo>
                    <a:pt x="173" y="129"/>
                  </a:lnTo>
                  <a:lnTo>
                    <a:pt x="44" y="344"/>
                  </a:lnTo>
                  <a:lnTo>
                    <a:pt x="1" y="559"/>
                  </a:lnTo>
                  <a:lnTo>
                    <a:pt x="44" y="774"/>
                  </a:lnTo>
                  <a:lnTo>
                    <a:pt x="173" y="945"/>
                  </a:lnTo>
                  <a:lnTo>
                    <a:pt x="345" y="1074"/>
                  </a:lnTo>
                  <a:lnTo>
                    <a:pt x="559" y="1160"/>
                  </a:lnTo>
                  <a:lnTo>
                    <a:pt x="774" y="1117"/>
                  </a:lnTo>
                  <a:lnTo>
                    <a:pt x="989" y="988"/>
                  </a:lnTo>
                  <a:lnTo>
                    <a:pt x="1118" y="774"/>
                  </a:lnTo>
                  <a:lnTo>
                    <a:pt x="1161" y="559"/>
                  </a:lnTo>
                  <a:lnTo>
                    <a:pt x="1118"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8" name="Google Shape;13539;p37">
              <a:extLst>
                <a:ext uri="{FF2B5EF4-FFF2-40B4-BE49-F238E27FC236}">
                  <a16:creationId xmlns:a16="http://schemas.microsoft.com/office/drawing/2014/main" id="{6FAD4FFE-7B37-B64A-437A-C084E6A37FFB}"/>
                </a:ext>
              </a:extLst>
            </p:cNvPr>
            <p:cNvSpPr/>
            <p:nvPr/>
          </p:nvSpPr>
          <p:spPr>
            <a:xfrm>
              <a:off x="1779025" y="3069550"/>
              <a:ext cx="29000" cy="29025"/>
            </a:xfrm>
            <a:custGeom>
              <a:avLst/>
              <a:gdLst/>
              <a:ahLst/>
              <a:cxnLst/>
              <a:rect l="l" t="t" r="r" b="b"/>
              <a:pathLst>
                <a:path w="1160" h="1161" extrusionOk="0">
                  <a:moveTo>
                    <a:pt x="602" y="1"/>
                  </a:moveTo>
                  <a:lnTo>
                    <a:pt x="387" y="43"/>
                  </a:lnTo>
                  <a:lnTo>
                    <a:pt x="172" y="172"/>
                  </a:lnTo>
                  <a:lnTo>
                    <a:pt x="43" y="387"/>
                  </a:lnTo>
                  <a:lnTo>
                    <a:pt x="0" y="602"/>
                  </a:lnTo>
                  <a:lnTo>
                    <a:pt x="43" y="817"/>
                  </a:lnTo>
                  <a:lnTo>
                    <a:pt x="172" y="988"/>
                  </a:lnTo>
                  <a:lnTo>
                    <a:pt x="344" y="1117"/>
                  </a:lnTo>
                  <a:lnTo>
                    <a:pt x="559" y="1160"/>
                  </a:lnTo>
                  <a:lnTo>
                    <a:pt x="773" y="1117"/>
                  </a:lnTo>
                  <a:lnTo>
                    <a:pt x="988" y="1031"/>
                  </a:lnTo>
                  <a:lnTo>
                    <a:pt x="1117" y="817"/>
                  </a:lnTo>
                  <a:lnTo>
                    <a:pt x="1160" y="602"/>
                  </a:lnTo>
                  <a:lnTo>
                    <a:pt x="1117" y="387"/>
                  </a:lnTo>
                  <a:lnTo>
                    <a:pt x="988" y="215"/>
                  </a:lnTo>
                  <a:lnTo>
                    <a:pt x="816" y="86"/>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9" name="Google Shape;13540;p37">
              <a:extLst>
                <a:ext uri="{FF2B5EF4-FFF2-40B4-BE49-F238E27FC236}">
                  <a16:creationId xmlns:a16="http://schemas.microsoft.com/office/drawing/2014/main" id="{09B91078-B02F-4B97-D275-3891A5ED3D41}"/>
                </a:ext>
              </a:extLst>
            </p:cNvPr>
            <p:cNvSpPr/>
            <p:nvPr/>
          </p:nvSpPr>
          <p:spPr>
            <a:xfrm>
              <a:off x="1837000" y="2985800"/>
              <a:ext cx="27950" cy="29025"/>
            </a:xfrm>
            <a:custGeom>
              <a:avLst/>
              <a:gdLst/>
              <a:ahLst/>
              <a:cxnLst/>
              <a:rect l="l" t="t" r="r" b="b"/>
              <a:pathLst>
                <a:path w="1118" h="1161" extrusionOk="0">
                  <a:moveTo>
                    <a:pt x="559" y="0"/>
                  </a:moveTo>
                  <a:lnTo>
                    <a:pt x="344" y="43"/>
                  </a:lnTo>
                  <a:lnTo>
                    <a:pt x="172" y="129"/>
                  </a:lnTo>
                  <a:lnTo>
                    <a:pt x="44" y="344"/>
                  </a:lnTo>
                  <a:lnTo>
                    <a:pt x="1" y="559"/>
                  </a:lnTo>
                  <a:lnTo>
                    <a:pt x="44" y="774"/>
                  </a:lnTo>
                  <a:lnTo>
                    <a:pt x="129" y="945"/>
                  </a:lnTo>
                  <a:lnTo>
                    <a:pt x="344" y="1074"/>
                  </a:lnTo>
                  <a:lnTo>
                    <a:pt x="559" y="1160"/>
                  </a:lnTo>
                  <a:lnTo>
                    <a:pt x="774" y="1117"/>
                  </a:lnTo>
                  <a:lnTo>
                    <a:pt x="945" y="988"/>
                  </a:lnTo>
                  <a:lnTo>
                    <a:pt x="1074" y="774"/>
                  </a:lnTo>
                  <a:lnTo>
                    <a:pt x="1117" y="559"/>
                  </a:lnTo>
                  <a:lnTo>
                    <a:pt x="1117" y="344"/>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0" name="Google Shape;13541;p37">
              <a:extLst>
                <a:ext uri="{FF2B5EF4-FFF2-40B4-BE49-F238E27FC236}">
                  <a16:creationId xmlns:a16="http://schemas.microsoft.com/office/drawing/2014/main" id="{EFA3A442-B1C8-8F13-DD6C-04FEF66B6C8A}"/>
                </a:ext>
              </a:extLst>
            </p:cNvPr>
            <p:cNvSpPr/>
            <p:nvPr/>
          </p:nvSpPr>
          <p:spPr>
            <a:xfrm>
              <a:off x="1761850" y="2919225"/>
              <a:ext cx="29000" cy="29025"/>
            </a:xfrm>
            <a:custGeom>
              <a:avLst/>
              <a:gdLst/>
              <a:ahLst/>
              <a:cxnLst/>
              <a:rect l="l" t="t" r="r" b="b"/>
              <a:pathLst>
                <a:path w="1160" h="1161" extrusionOk="0">
                  <a:moveTo>
                    <a:pt x="601" y="1"/>
                  </a:moveTo>
                  <a:lnTo>
                    <a:pt x="387" y="44"/>
                  </a:lnTo>
                  <a:lnTo>
                    <a:pt x="172" y="172"/>
                  </a:lnTo>
                  <a:lnTo>
                    <a:pt x="43" y="387"/>
                  </a:lnTo>
                  <a:lnTo>
                    <a:pt x="0" y="602"/>
                  </a:lnTo>
                  <a:lnTo>
                    <a:pt x="43" y="817"/>
                  </a:lnTo>
                  <a:lnTo>
                    <a:pt x="172" y="988"/>
                  </a:lnTo>
                  <a:lnTo>
                    <a:pt x="344" y="1117"/>
                  </a:lnTo>
                  <a:lnTo>
                    <a:pt x="558" y="1160"/>
                  </a:lnTo>
                  <a:lnTo>
                    <a:pt x="816" y="1117"/>
                  </a:lnTo>
                  <a:lnTo>
                    <a:pt x="988" y="1031"/>
                  </a:lnTo>
                  <a:lnTo>
                    <a:pt x="1117" y="817"/>
                  </a:lnTo>
                  <a:lnTo>
                    <a:pt x="1160" y="602"/>
                  </a:lnTo>
                  <a:lnTo>
                    <a:pt x="1117" y="387"/>
                  </a:lnTo>
                  <a:lnTo>
                    <a:pt x="988" y="215"/>
                  </a:lnTo>
                  <a:lnTo>
                    <a:pt x="816" y="86"/>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1" name="Google Shape;13542;p37">
              <a:extLst>
                <a:ext uri="{FF2B5EF4-FFF2-40B4-BE49-F238E27FC236}">
                  <a16:creationId xmlns:a16="http://schemas.microsoft.com/office/drawing/2014/main" id="{0A6184BF-144E-6016-3DD3-C6CB2D8F841F}"/>
                </a:ext>
              </a:extLst>
            </p:cNvPr>
            <p:cNvSpPr/>
            <p:nvPr/>
          </p:nvSpPr>
          <p:spPr>
            <a:xfrm>
              <a:off x="1816600" y="3165100"/>
              <a:ext cx="29025" cy="27950"/>
            </a:xfrm>
            <a:custGeom>
              <a:avLst/>
              <a:gdLst/>
              <a:ahLst/>
              <a:cxnLst/>
              <a:rect l="l" t="t" r="r" b="b"/>
              <a:pathLst>
                <a:path w="1161" h="1118" extrusionOk="0">
                  <a:moveTo>
                    <a:pt x="559" y="1"/>
                  </a:moveTo>
                  <a:lnTo>
                    <a:pt x="344" y="44"/>
                  </a:lnTo>
                  <a:lnTo>
                    <a:pt x="172" y="130"/>
                  </a:lnTo>
                  <a:lnTo>
                    <a:pt x="43" y="345"/>
                  </a:lnTo>
                  <a:lnTo>
                    <a:pt x="1" y="559"/>
                  </a:lnTo>
                  <a:lnTo>
                    <a:pt x="43" y="774"/>
                  </a:lnTo>
                  <a:lnTo>
                    <a:pt x="172" y="946"/>
                  </a:lnTo>
                  <a:lnTo>
                    <a:pt x="344" y="1075"/>
                  </a:lnTo>
                  <a:lnTo>
                    <a:pt x="559" y="1118"/>
                  </a:lnTo>
                  <a:lnTo>
                    <a:pt x="774" y="1118"/>
                  </a:lnTo>
                  <a:lnTo>
                    <a:pt x="988" y="989"/>
                  </a:lnTo>
                  <a:lnTo>
                    <a:pt x="1117" y="774"/>
                  </a:lnTo>
                  <a:lnTo>
                    <a:pt x="1160" y="559"/>
                  </a:lnTo>
                  <a:lnTo>
                    <a:pt x="1117" y="345"/>
                  </a:lnTo>
                  <a:lnTo>
                    <a:pt x="988"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2" name="Google Shape;13543;p37">
              <a:extLst>
                <a:ext uri="{FF2B5EF4-FFF2-40B4-BE49-F238E27FC236}">
                  <a16:creationId xmlns:a16="http://schemas.microsoft.com/office/drawing/2014/main" id="{FB9418DF-0586-141F-10D7-258AC6C50DAA}"/>
                </a:ext>
              </a:extLst>
            </p:cNvPr>
            <p:cNvSpPr/>
            <p:nvPr/>
          </p:nvSpPr>
          <p:spPr>
            <a:xfrm>
              <a:off x="1814450" y="2941775"/>
              <a:ext cx="29025" cy="29025"/>
            </a:xfrm>
            <a:custGeom>
              <a:avLst/>
              <a:gdLst/>
              <a:ahLst/>
              <a:cxnLst/>
              <a:rect l="l" t="t" r="r" b="b"/>
              <a:pathLst>
                <a:path w="1161" h="1161" extrusionOk="0">
                  <a:moveTo>
                    <a:pt x="559" y="1"/>
                  </a:moveTo>
                  <a:lnTo>
                    <a:pt x="344" y="43"/>
                  </a:lnTo>
                  <a:lnTo>
                    <a:pt x="172" y="172"/>
                  </a:lnTo>
                  <a:lnTo>
                    <a:pt x="44" y="387"/>
                  </a:lnTo>
                  <a:lnTo>
                    <a:pt x="1" y="602"/>
                  </a:lnTo>
                  <a:lnTo>
                    <a:pt x="44" y="817"/>
                  </a:lnTo>
                  <a:lnTo>
                    <a:pt x="129" y="988"/>
                  </a:lnTo>
                  <a:lnTo>
                    <a:pt x="344" y="1117"/>
                  </a:lnTo>
                  <a:lnTo>
                    <a:pt x="559" y="1160"/>
                  </a:lnTo>
                  <a:lnTo>
                    <a:pt x="774" y="1117"/>
                  </a:lnTo>
                  <a:lnTo>
                    <a:pt x="946" y="1031"/>
                  </a:lnTo>
                  <a:lnTo>
                    <a:pt x="1117" y="817"/>
                  </a:lnTo>
                  <a:lnTo>
                    <a:pt x="1160" y="602"/>
                  </a:lnTo>
                  <a:lnTo>
                    <a:pt x="1117" y="387"/>
                  </a:lnTo>
                  <a:lnTo>
                    <a:pt x="988" y="215"/>
                  </a:lnTo>
                  <a:lnTo>
                    <a:pt x="817"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3" name="Google Shape;13544;p37">
              <a:extLst>
                <a:ext uri="{FF2B5EF4-FFF2-40B4-BE49-F238E27FC236}">
                  <a16:creationId xmlns:a16="http://schemas.microsoft.com/office/drawing/2014/main" id="{BE331C28-8F6C-6B30-E549-900C9DCE72C3}"/>
                </a:ext>
              </a:extLst>
            </p:cNvPr>
            <p:cNvSpPr/>
            <p:nvPr/>
          </p:nvSpPr>
          <p:spPr>
            <a:xfrm>
              <a:off x="1839150" y="3111425"/>
              <a:ext cx="29025" cy="29025"/>
            </a:xfrm>
            <a:custGeom>
              <a:avLst/>
              <a:gdLst/>
              <a:ahLst/>
              <a:cxnLst/>
              <a:rect l="l" t="t" r="r" b="b"/>
              <a:pathLst>
                <a:path w="1161" h="1161" extrusionOk="0">
                  <a:moveTo>
                    <a:pt x="602" y="1"/>
                  </a:moveTo>
                  <a:lnTo>
                    <a:pt x="387" y="43"/>
                  </a:lnTo>
                  <a:lnTo>
                    <a:pt x="172" y="172"/>
                  </a:lnTo>
                  <a:lnTo>
                    <a:pt x="43" y="387"/>
                  </a:lnTo>
                  <a:lnTo>
                    <a:pt x="0" y="602"/>
                  </a:lnTo>
                  <a:lnTo>
                    <a:pt x="43" y="817"/>
                  </a:lnTo>
                  <a:lnTo>
                    <a:pt x="172" y="988"/>
                  </a:lnTo>
                  <a:lnTo>
                    <a:pt x="344" y="1117"/>
                  </a:lnTo>
                  <a:lnTo>
                    <a:pt x="602" y="1160"/>
                  </a:lnTo>
                  <a:lnTo>
                    <a:pt x="817" y="1117"/>
                  </a:lnTo>
                  <a:lnTo>
                    <a:pt x="988" y="1031"/>
                  </a:lnTo>
                  <a:lnTo>
                    <a:pt x="1117" y="817"/>
                  </a:lnTo>
                  <a:lnTo>
                    <a:pt x="1160" y="602"/>
                  </a:lnTo>
                  <a:lnTo>
                    <a:pt x="1117" y="387"/>
                  </a:lnTo>
                  <a:lnTo>
                    <a:pt x="988" y="215"/>
                  </a:lnTo>
                  <a:lnTo>
                    <a:pt x="817" y="86"/>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4" name="Google Shape;13545;p37">
              <a:extLst>
                <a:ext uri="{FF2B5EF4-FFF2-40B4-BE49-F238E27FC236}">
                  <a16:creationId xmlns:a16="http://schemas.microsoft.com/office/drawing/2014/main" id="{35CD50DD-F71E-0733-F105-88633B06C651}"/>
                </a:ext>
              </a:extLst>
            </p:cNvPr>
            <p:cNvSpPr/>
            <p:nvPr/>
          </p:nvSpPr>
          <p:spPr>
            <a:xfrm>
              <a:off x="1769350" y="3128600"/>
              <a:ext cx="29025" cy="29025"/>
            </a:xfrm>
            <a:custGeom>
              <a:avLst/>
              <a:gdLst/>
              <a:ahLst/>
              <a:cxnLst/>
              <a:rect l="l" t="t" r="r" b="b"/>
              <a:pathLst>
                <a:path w="1161" h="1161" extrusionOk="0">
                  <a:moveTo>
                    <a:pt x="602" y="1"/>
                  </a:moveTo>
                  <a:lnTo>
                    <a:pt x="387" y="44"/>
                  </a:lnTo>
                  <a:lnTo>
                    <a:pt x="173" y="173"/>
                  </a:lnTo>
                  <a:lnTo>
                    <a:pt x="44" y="344"/>
                  </a:lnTo>
                  <a:lnTo>
                    <a:pt x="1" y="559"/>
                  </a:lnTo>
                  <a:lnTo>
                    <a:pt x="44" y="774"/>
                  </a:lnTo>
                  <a:lnTo>
                    <a:pt x="173" y="989"/>
                  </a:lnTo>
                  <a:lnTo>
                    <a:pt x="344" y="1117"/>
                  </a:lnTo>
                  <a:lnTo>
                    <a:pt x="559" y="1160"/>
                  </a:lnTo>
                  <a:lnTo>
                    <a:pt x="774" y="1117"/>
                  </a:lnTo>
                  <a:lnTo>
                    <a:pt x="989" y="989"/>
                  </a:lnTo>
                  <a:lnTo>
                    <a:pt x="1117" y="817"/>
                  </a:lnTo>
                  <a:lnTo>
                    <a:pt x="1160" y="602"/>
                  </a:lnTo>
                  <a:lnTo>
                    <a:pt x="1117"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5" name="Google Shape;13546;p37">
              <a:extLst>
                <a:ext uri="{FF2B5EF4-FFF2-40B4-BE49-F238E27FC236}">
                  <a16:creationId xmlns:a16="http://schemas.microsoft.com/office/drawing/2014/main" id="{4B4FC065-B793-700C-27DE-3CBFAF5AA7A1}"/>
                </a:ext>
              </a:extLst>
            </p:cNvPr>
            <p:cNvSpPr/>
            <p:nvPr/>
          </p:nvSpPr>
          <p:spPr>
            <a:xfrm>
              <a:off x="1823050" y="2687300"/>
              <a:ext cx="29000" cy="29025"/>
            </a:xfrm>
            <a:custGeom>
              <a:avLst/>
              <a:gdLst/>
              <a:ahLst/>
              <a:cxnLst/>
              <a:rect l="l" t="t" r="r" b="b"/>
              <a:pathLst>
                <a:path w="1160" h="1161" extrusionOk="0">
                  <a:moveTo>
                    <a:pt x="559" y="1"/>
                  </a:moveTo>
                  <a:lnTo>
                    <a:pt x="344" y="43"/>
                  </a:lnTo>
                  <a:lnTo>
                    <a:pt x="172" y="172"/>
                  </a:lnTo>
                  <a:lnTo>
                    <a:pt x="43" y="344"/>
                  </a:lnTo>
                  <a:lnTo>
                    <a:pt x="0" y="559"/>
                  </a:lnTo>
                  <a:lnTo>
                    <a:pt x="43" y="774"/>
                  </a:lnTo>
                  <a:lnTo>
                    <a:pt x="129" y="988"/>
                  </a:lnTo>
                  <a:lnTo>
                    <a:pt x="344" y="1117"/>
                  </a:lnTo>
                  <a:lnTo>
                    <a:pt x="559" y="1160"/>
                  </a:lnTo>
                  <a:lnTo>
                    <a:pt x="773" y="1117"/>
                  </a:lnTo>
                  <a:lnTo>
                    <a:pt x="945" y="988"/>
                  </a:lnTo>
                  <a:lnTo>
                    <a:pt x="1074" y="817"/>
                  </a:lnTo>
                  <a:lnTo>
                    <a:pt x="1160" y="559"/>
                  </a:lnTo>
                  <a:lnTo>
                    <a:pt x="1117" y="344"/>
                  </a:lnTo>
                  <a:lnTo>
                    <a:pt x="988" y="172"/>
                  </a:lnTo>
                  <a:lnTo>
                    <a:pt x="816"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6" name="Google Shape;13547;p37">
              <a:extLst>
                <a:ext uri="{FF2B5EF4-FFF2-40B4-BE49-F238E27FC236}">
                  <a16:creationId xmlns:a16="http://schemas.microsoft.com/office/drawing/2014/main" id="{372AB548-7F36-4EAB-3360-A2F6993295CD}"/>
                </a:ext>
              </a:extLst>
            </p:cNvPr>
            <p:cNvSpPr/>
            <p:nvPr/>
          </p:nvSpPr>
          <p:spPr>
            <a:xfrm>
              <a:off x="1760775" y="2676575"/>
              <a:ext cx="29000" cy="27925"/>
            </a:xfrm>
            <a:custGeom>
              <a:avLst/>
              <a:gdLst/>
              <a:ahLst/>
              <a:cxnLst/>
              <a:rect l="l" t="t" r="r" b="b"/>
              <a:pathLst>
                <a:path w="1160" h="1117" extrusionOk="0">
                  <a:moveTo>
                    <a:pt x="601" y="0"/>
                  </a:moveTo>
                  <a:lnTo>
                    <a:pt x="387" y="43"/>
                  </a:lnTo>
                  <a:lnTo>
                    <a:pt x="215" y="129"/>
                  </a:lnTo>
                  <a:lnTo>
                    <a:pt x="86" y="344"/>
                  </a:lnTo>
                  <a:lnTo>
                    <a:pt x="0" y="558"/>
                  </a:lnTo>
                  <a:lnTo>
                    <a:pt x="43" y="773"/>
                  </a:lnTo>
                  <a:lnTo>
                    <a:pt x="172" y="945"/>
                  </a:lnTo>
                  <a:lnTo>
                    <a:pt x="344" y="1074"/>
                  </a:lnTo>
                  <a:lnTo>
                    <a:pt x="601" y="1117"/>
                  </a:lnTo>
                  <a:lnTo>
                    <a:pt x="816" y="1074"/>
                  </a:lnTo>
                  <a:lnTo>
                    <a:pt x="988" y="988"/>
                  </a:lnTo>
                  <a:lnTo>
                    <a:pt x="1117" y="773"/>
                  </a:lnTo>
                  <a:lnTo>
                    <a:pt x="1160" y="558"/>
                  </a:lnTo>
                  <a:lnTo>
                    <a:pt x="1117" y="344"/>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7" name="Google Shape;13548;p37">
              <a:extLst>
                <a:ext uri="{FF2B5EF4-FFF2-40B4-BE49-F238E27FC236}">
                  <a16:creationId xmlns:a16="http://schemas.microsoft.com/office/drawing/2014/main" id="{988CB42E-E6C2-E068-9193-921A488A1C33}"/>
                </a:ext>
              </a:extLst>
            </p:cNvPr>
            <p:cNvSpPr/>
            <p:nvPr/>
          </p:nvSpPr>
          <p:spPr>
            <a:xfrm>
              <a:off x="1765050" y="2630400"/>
              <a:ext cx="29025" cy="29000"/>
            </a:xfrm>
            <a:custGeom>
              <a:avLst/>
              <a:gdLst/>
              <a:ahLst/>
              <a:cxnLst/>
              <a:rect l="l" t="t" r="r" b="b"/>
              <a:pathLst>
                <a:path w="1161" h="1160" extrusionOk="0">
                  <a:moveTo>
                    <a:pt x="602" y="0"/>
                  </a:moveTo>
                  <a:lnTo>
                    <a:pt x="388" y="43"/>
                  </a:lnTo>
                  <a:lnTo>
                    <a:pt x="173" y="172"/>
                  </a:lnTo>
                  <a:lnTo>
                    <a:pt x="44" y="344"/>
                  </a:lnTo>
                  <a:lnTo>
                    <a:pt x="1" y="602"/>
                  </a:lnTo>
                  <a:lnTo>
                    <a:pt x="44" y="816"/>
                  </a:lnTo>
                  <a:lnTo>
                    <a:pt x="173" y="988"/>
                  </a:lnTo>
                  <a:lnTo>
                    <a:pt x="345" y="1117"/>
                  </a:lnTo>
                  <a:lnTo>
                    <a:pt x="559" y="1160"/>
                  </a:lnTo>
                  <a:lnTo>
                    <a:pt x="774" y="1117"/>
                  </a:lnTo>
                  <a:lnTo>
                    <a:pt x="989" y="988"/>
                  </a:lnTo>
                  <a:lnTo>
                    <a:pt x="1118" y="816"/>
                  </a:lnTo>
                  <a:lnTo>
                    <a:pt x="1161" y="602"/>
                  </a:lnTo>
                  <a:lnTo>
                    <a:pt x="1118" y="387"/>
                  </a:lnTo>
                  <a:lnTo>
                    <a:pt x="989" y="215"/>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8" name="Google Shape;13549;p37">
              <a:extLst>
                <a:ext uri="{FF2B5EF4-FFF2-40B4-BE49-F238E27FC236}">
                  <a16:creationId xmlns:a16="http://schemas.microsoft.com/office/drawing/2014/main" id="{9F9BB2CE-B580-8DF2-C588-CD0DFAA609D7}"/>
                </a:ext>
              </a:extLst>
            </p:cNvPr>
            <p:cNvSpPr/>
            <p:nvPr/>
          </p:nvSpPr>
          <p:spPr>
            <a:xfrm>
              <a:off x="1779025" y="2715225"/>
              <a:ext cx="29000" cy="29000"/>
            </a:xfrm>
            <a:custGeom>
              <a:avLst/>
              <a:gdLst/>
              <a:ahLst/>
              <a:cxnLst/>
              <a:rect l="l" t="t" r="r" b="b"/>
              <a:pathLst>
                <a:path w="1160" h="1160" extrusionOk="0">
                  <a:moveTo>
                    <a:pt x="602" y="0"/>
                  </a:moveTo>
                  <a:lnTo>
                    <a:pt x="387" y="43"/>
                  </a:lnTo>
                  <a:lnTo>
                    <a:pt x="172" y="172"/>
                  </a:lnTo>
                  <a:lnTo>
                    <a:pt x="43" y="344"/>
                  </a:lnTo>
                  <a:lnTo>
                    <a:pt x="0" y="559"/>
                  </a:lnTo>
                  <a:lnTo>
                    <a:pt x="43" y="773"/>
                  </a:lnTo>
                  <a:lnTo>
                    <a:pt x="172" y="988"/>
                  </a:lnTo>
                  <a:lnTo>
                    <a:pt x="344" y="1117"/>
                  </a:lnTo>
                  <a:lnTo>
                    <a:pt x="559" y="1160"/>
                  </a:lnTo>
                  <a:lnTo>
                    <a:pt x="773" y="1117"/>
                  </a:lnTo>
                  <a:lnTo>
                    <a:pt x="988" y="988"/>
                  </a:lnTo>
                  <a:lnTo>
                    <a:pt x="1117" y="816"/>
                  </a:lnTo>
                  <a:lnTo>
                    <a:pt x="1160" y="602"/>
                  </a:lnTo>
                  <a:lnTo>
                    <a:pt x="1117" y="387"/>
                  </a:lnTo>
                  <a:lnTo>
                    <a:pt x="988" y="172"/>
                  </a:lnTo>
                  <a:lnTo>
                    <a:pt x="816"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9" name="Google Shape;13550;p37">
              <a:extLst>
                <a:ext uri="{FF2B5EF4-FFF2-40B4-BE49-F238E27FC236}">
                  <a16:creationId xmlns:a16="http://schemas.microsoft.com/office/drawing/2014/main" id="{D13B024B-572A-5A60-8877-6D1E54F0804F}"/>
                </a:ext>
              </a:extLst>
            </p:cNvPr>
            <p:cNvSpPr/>
            <p:nvPr/>
          </p:nvSpPr>
          <p:spPr>
            <a:xfrm>
              <a:off x="1837000" y="2630400"/>
              <a:ext cx="27950" cy="29000"/>
            </a:xfrm>
            <a:custGeom>
              <a:avLst/>
              <a:gdLst/>
              <a:ahLst/>
              <a:cxnLst/>
              <a:rect l="l" t="t" r="r" b="b"/>
              <a:pathLst>
                <a:path w="1118" h="1160" extrusionOk="0">
                  <a:moveTo>
                    <a:pt x="559" y="0"/>
                  </a:moveTo>
                  <a:lnTo>
                    <a:pt x="344" y="43"/>
                  </a:lnTo>
                  <a:lnTo>
                    <a:pt x="172" y="172"/>
                  </a:lnTo>
                  <a:lnTo>
                    <a:pt x="44" y="344"/>
                  </a:lnTo>
                  <a:lnTo>
                    <a:pt x="1" y="602"/>
                  </a:lnTo>
                  <a:lnTo>
                    <a:pt x="44" y="816"/>
                  </a:lnTo>
                  <a:lnTo>
                    <a:pt x="129" y="988"/>
                  </a:lnTo>
                  <a:lnTo>
                    <a:pt x="344" y="1117"/>
                  </a:lnTo>
                  <a:lnTo>
                    <a:pt x="559" y="1160"/>
                  </a:lnTo>
                  <a:lnTo>
                    <a:pt x="774" y="1117"/>
                  </a:lnTo>
                  <a:lnTo>
                    <a:pt x="945" y="988"/>
                  </a:lnTo>
                  <a:lnTo>
                    <a:pt x="1074" y="816"/>
                  </a:lnTo>
                  <a:lnTo>
                    <a:pt x="1117" y="602"/>
                  </a:lnTo>
                  <a:lnTo>
                    <a:pt x="1117" y="387"/>
                  </a:lnTo>
                  <a:lnTo>
                    <a:pt x="988" y="215"/>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0" name="Google Shape;13551;p37">
              <a:extLst>
                <a:ext uri="{FF2B5EF4-FFF2-40B4-BE49-F238E27FC236}">
                  <a16:creationId xmlns:a16="http://schemas.microsoft.com/office/drawing/2014/main" id="{BA90D73F-37FF-4E1D-9393-05CFA136182B}"/>
                </a:ext>
              </a:extLst>
            </p:cNvPr>
            <p:cNvSpPr/>
            <p:nvPr/>
          </p:nvSpPr>
          <p:spPr>
            <a:xfrm>
              <a:off x="1761850" y="2564900"/>
              <a:ext cx="29000" cy="29000"/>
            </a:xfrm>
            <a:custGeom>
              <a:avLst/>
              <a:gdLst/>
              <a:ahLst/>
              <a:cxnLst/>
              <a:rect l="l" t="t" r="r" b="b"/>
              <a:pathLst>
                <a:path w="1160" h="1160" extrusionOk="0">
                  <a:moveTo>
                    <a:pt x="601" y="0"/>
                  </a:moveTo>
                  <a:lnTo>
                    <a:pt x="387" y="43"/>
                  </a:lnTo>
                  <a:lnTo>
                    <a:pt x="172" y="172"/>
                  </a:lnTo>
                  <a:lnTo>
                    <a:pt x="43" y="344"/>
                  </a:lnTo>
                  <a:lnTo>
                    <a:pt x="0" y="559"/>
                  </a:lnTo>
                  <a:lnTo>
                    <a:pt x="43" y="773"/>
                  </a:lnTo>
                  <a:lnTo>
                    <a:pt x="172" y="988"/>
                  </a:lnTo>
                  <a:lnTo>
                    <a:pt x="344" y="1117"/>
                  </a:lnTo>
                  <a:lnTo>
                    <a:pt x="558" y="1160"/>
                  </a:lnTo>
                  <a:lnTo>
                    <a:pt x="816" y="1117"/>
                  </a:lnTo>
                  <a:lnTo>
                    <a:pt x="988" y="988"/>
                  </a:lnTo>
                  <a:lnTo>
                    <a:pt x="1117" y="816"/>
                  </a:lnTo>
                  <a:lnTo>
                    <a:pt x="1160" y="602"/>
                  </a:lnTo>
                  <a:lnTo>
                    <a:pt x="1117" y="387"/>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1" name="Google Shape;13552;p37">
              <a:extLst>
                <a:ext uri="{FF2B5EF4-FFF2-40B4-BE49-F238E27FC236}">
                  <a16:creationId xmlns:a16="http://schemas.microsoft.com/office/drawing/2014/main" id="{8876D496-F7C0-E2EB-EC5C-1DF556DE33C0}"/>
                </a:ext>
              </a:extLst>
            </p:cNvPr>
            <p:cNvSpPr/>
            <p:nvPr/>
          </p:nvSpPr>
          <p:spPr>
            <a:xfrm>
              <a:off x="1816600" y="2809700"/>
              <a:ext cx="29025" cy="29025"/>
            </a:xfrm>
            <a:custGeom>
              <a:avLst/>
              <a:gdLst/>
              <a:ahLst/>
              <a:cxnLst/>
              <a:rect l="l" t="t" r="r" b="b"/>
              <a:pathLst>
                <a:path w="1161" h="1161" extrusionOk="0">
                  <a:moveTo>
                    <a:pt x="559" y="1"/>
                  </a:moveTo>
                  <a:lnTo>
                    <a:pt x="344" y="44"/>
                  </a:lnTo>
                  <a:lnTo>
                    <a:pt x="172" y="173"/>
                  </a:lnTo>
                  <a:lnTo>
                    <a:pt x="43" y="344"/>
                  </a:lnTo>
                  <a:lnTo>
                    <a:pt x="1" y="602"/>
                  </a:lnTo>
                  <a:lnTo>
                    <a:pt x="43" y="817"/>
                  </a:lnTo>
                  <a:lnTo>
                    <a:pt x="172" y="989"/>
                  </a:lnTo>
                  <a:lnTo>
                    <a:pt x="344" y="1117"/>
                  </a:lnTo>
                  <a:lnTo>
                    <a:pt x="559" y="1160"/>
                  </a:lnTo>
                  <a:lnTo>
                    <a:pt x="774" y="1117"/>
                  </a:lnTo>
                  <a:lnTo>
                    <a:pt x="988" y="989"/>
                  </a:lnTo>
                  <a:lnTo>
                    <a:pt x="1117" y="817"/>
                  </a:lnTo>
                  <a:lnTo>
                    <a:pt x="1160" y="602"/>
                  </a:lnTo>
                  <a:lnTo>
                    <a:pt x="1117" y="387"/>
                  </a:lnTo>
                  <a:lnTo>
                    <a:pt x="988"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2" name="Google Shape;13553;p37">
              <a:extLst>
                <a:ext uri="{FF2B5EF4-FFF2-40B4-BE49-F238E27FC236}">
                  <a16:creationId xmlns:a16="http://schemas.microsoft.com/office/drawing/2014/main" id="{A23862C8-5057-500D-8D28-D3258B055428}"/>
                </a:ext>
              </a:extLst>
            </p:cNvPr>
            <p:cNvSpPr/>
            <p:nvPr/>
          </p:nvSpPr>
          <p:spPr>
            <a:xfrm>
              <a:off x="1814450" y="258745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29" y="988"/>
                  </a:lnTo>
                  <a:lnTo>
                    <a:pt x="344" y="1117"/>
                  </a:lnTo>
                  <a:lnTo>
                    <a:pt x="559" y="1160"/>
                  </a:lnTo>
                  <a:lnTo>
                    <a:pt x="774" y="1117"/>
                  </a:lnTo>
                  <a:lnTo>
                    <a:pt x="946" y="988"/>
                  </a:lnTo>
                  <a:lnTo>
                    <a:pt x="1117" y="816"/>
                  </a:lnTo>
                  <a:lnTo>
                    <a:pt x="1160" y="602"/>
                  </a:lnTo>
                  <a:lnTo>
                    <a:pt x="1117" y="387"/>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3" name="Google Shape;13554;p37">
              <a:extLst>
                <a:ext uri="{FF2B5EF4-FFF2-40B4-BE49-F238E27FC236}">
                  <a16:creationId xmlns:a16="http://schemas.microsoft.com/office/drawing/2014/main" id="{5923A3F7-1935-4BBA-9365-09F0BDBFDF73}"/>
                </a:ext>
              </a:extLst>
            </p:cNvPr>
            <p:cNvSpPr/>
            <p:nvPr/>
          </p:nvSpPr>
          <p:spPr>
            <a:xfrm>
              <a:off x="1827350" y="2885950"/>
              <a:ext cx="29000" cy="29000"/>
            </a:xfrm>
            <a:custGeom>
              <a:avLst/>
              <a:gdLst/>
              <a:ahLst/>
              <a:cxnLst/>
              <a:rect l="l" t="t" r="r" b="b"/>
              <a:pathLst>
                <a:path w="1160" h="1160" extrusionOk="0">
                  <a:moveTo>
                    <a:pt x="558" y="0"/>
                  </a:moveTo>
                  <a:lnTo>
                    <a:pt x="344" y="43"/>
                  </a:lnTo>
                  <a:lnTo>
                    <a:pt x="172" y="172"/>
                  </a:lnTo>
                  <a:lnTo>
                    <a:pt x="43" y="344"/>
                  </a:lnTo>
                  <a:lnTo>
                    <a:pt x="0" y="559"/>
                  </a:lnTo>
                  <a:lnTo>
                    <a:pt x="43" y="816"/>
                  </a:lnTo>
                  <a:lnTo>
                    <a:pt x="172" y="988"/>
                  </a:lnTo>
                  <a:lnTo>
                    <a:pt x="344" y="1117"/>
                  </a:lnTo>
                  <a:lnTo>
                    <a:pt x="558" y="1160"/>
                  </a:lnTo>
                  <a:lnTo>
                    <a:pt x="773" y="1117"/>
                  </a:lnTo>
                  <a:lnTo>
                    <a:pt x="945" y="988"/>
                  </a:lnTo>
                  <a:lnTo>
                    <a:pt x="1117" y="816"/>
                  </a:lnTo>
                  <a:lnTo>
                    <a:pt x="1160" y="601"/>
                  </a:lnTo>
                  <a:lnTo>
                    <a:pt x="1117" y="387"/>
                  </a:lnTo>
                  <a:lnTo>
                    <a:pt x="988" y="172"/>
                  </a:lnTo>
                  <a:lnTo>
                    <a:pt x="816" y="43"/>
                  </a:lnTo>
                  <a:lnTo>
                    <a:pt x="55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4" name="Google Shape;13555;p37">
              <a:extLst>
                <a:ext uri="{FF2B5EF4-FFF2-40B4-BE49-F238E27FC236}">
                  <a16:creationId xmlns:a16="http://schemas.microsoft.com/office/drawing/2014/main" id="{6ED02A00-07DC-93CE-1CE4-AB56BFEB2F64}"/>
                </a:ext>
              </a:extLst>
            </p:cNvPr>
            <p:cNvSpPr/>
            <p:nvPr/>
          </p:nvSpPr>
          <p:spPr>
            <a:xfrm>
              <a:off x="1839150" y="2757100"/>
              <a:ext cx="29025" cy="29000"/>
            </a:xfrm>
            <a:custGeom>
              <a:avLst/>
              <a:gdLst/>
              <a:ahLst/>
              <a:cxnLst/>
              <a:rect l="l" t="t" r="r" b="b"/>
              <a:pathLst>
                <a:path w="1161" h="1160" extrusionOk="0">
                  <a:moveTo>
                    <a:pt x="602" y="0"/>
                  </a:moveTo>
                  <a:lnTo>
                    <a:pt x="387" y="43"/>
                  </a:lnTo>
                  <a:lnTo>
                    <a:pt x="172" y="172"/>
                  </a:lnTo>
                  <a:lnTo>
                    <a:pt x="43" y="344"/>
                  </a:lnTo>
                  <a:lnTo>
                    <a:pt x="0" y="559"/>
                  </a:lnTo>
                  <a:lnTo>
                    <a:pt x="43" y="773"/>
                  </a:lnTo>
                  <a:lnTo>
                    <a:pt x="172" y="988"/>
                  </a:lnTo>
                  <a:lnTo>
                    <a:pt x="344" y="1117"/>
                  </a:lnTo>
                  <a:lnTo>
                    <a:pt x="602" y="1160"/>
                  </a:lnTo>
                  <a:lnTo>
                    <a:pt x="817" y="1117"/>
                  </a:lnTo>
                  <a:lnTo>
                    <a:pt x="988" y="988"/>
                  </a:lnTo>
                  <a:lnTo>
                    <a:pt x="1117" y="816"/>
                  </a:lnTo>
                  <a:lnTo>
                    <a:pt x="1160" y="602"/>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5" name="Google Shape;13556;p37">
              <a:extLst>
                <a:ext uri="{FF2B5EF4-FFF2-40B4-BE49-F238E27FC236}">
                  <a16:creationId xmlns:a16="http://schemas.microsoft.com/office/drawing/2014/main" id="{5144032C-DB43-0F4E-CADA-0D54202A2B8A}"/>
                </a:ext>
              </a:extLst>
            </p:cNvPr>
            <p:cNvSpPr/>
            <p:nvPr/>
          </p:nvSpPr>
          <p:spPr>
            <a:xfrm>
              <a:off x="1768275" y="2854800"/>
              <a:ext cx="29025" cy="27950"/>
            </a:xfrm>
            <a:custGeom>
              <a:avLst/>
              <a:gdLst/>
              <a:ahLst/>
              <a:cxnLst/>
              <a:rect l="l" t="t" r="r" b="b"/>
              <a:pathLst>
                <a:path w="1161" h="1118" extrusionOk="0">
                  <a:moveTo>
                    <a:pt x="387" y="1"/>
                  </a:moveTo>
                  <a:lnTo>
                    <a:pt x="173" y="129"/>
                  </a:lnTo>
                  <a:lnTo>
                    <a:pt x="44" y="344"/>
                  </a:lnTo>
                  <a:lnTo>
                    <a:pt x="1" y="559"/>
                  </a:lnTo>
                  <a:lnTo>
                    <a:pt x="44" y="774"/>
                  </a:lnTo>
                  <a:lnTo>
                    <a:pt x="173" y="946"/>
                  </a:lnTo>
                  <a:lnTo>
                    <a:pt x="344" y="1074"/>
                  </a:lnTo>
                  <a:lnTo>
                    <a:pt x="559" y="1117"/>
                  </a:lnTo>
                  <a:lnTo>
                    <a:pt x="774" y="1074"/>
                  </a:lnTo>
                  <a:lnTo>
                    <a:pt x="989" y="988"/>
                  </a:lnTo>
                  <a:lnTo>
                    <a:pt x="1117" y="774"/>
                  </a:lnTo>
                  <a:lnTo>
                    <a:pt x="1160" y="559"/>
                  </a:lnTo>
                  <a:lnTo>
                    <a:pt x="1117" y="344"/>
                  </a:lnTo>
                  <a:lnTo>
                    <a:pt x="989"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6" name="Google Shape;13557;p37">
              <a:extLst>
                <a:ext uri="{FF2B5EF4-FFF2-40B4-BE49-F238E27FC236}">
                  <a16:creationId xmlns:a16="http://schemas.microsoft.com/office/drawing/2014/main" id="{3C1DA8CC-F497-2D1A-6211-62E95D05EFC6}"/>
                </a:ext>
              </a:extLst>
            </p:cNvPr>
            <p:cNvSpPr/>
            <p:nvPr/>
          </p:nvSpPr>
          <p:spPr>
            <a:xfrm>
              <a:off x="1769350" y="2774275"/>
              <a:ext cx="29025" cy="27950"/>
            </a:xfrm>
            <a:custGeom>
              <a:avLst/>
              <a:gdLst/>
              <a:ahLst/>
              <a:cxnLst/>
              <a:rect l="l" t="t" r="r" b="b"/>
              <a:pathLst>
                <a:path w="1161" h="1118" extrusionOk="0">
                  <a:moveTo>
                    <a:pt x="602" y="0"/>
                  </a:moveTo>
                  <a:lnTo>
                    <a:pt x="387" y="43"/>
                  </a:lnTo>
                  <a:lnTo>
                    <a:pt x="173" y="129"/>
                  </a:lnTo>
                  <a:lnTo>
                    <a:pt x="44" y="344"/>
                  </a:lnTo>
                  <a:lnTo>
                    <a:pt x="1" y="559"/>
                  </a:lnTo>
                  <a:lnTo>
                    <a:pt x="44" y="774"/>
                  </a:lnTo>
                  <a:lnTo>
                    <a:pt x="173" y="945"/>
                  </a:lnTo>
                  <a:lnTo>
                    <a:pt x="344" y="1074"/>
                  </a:lnTo>
                  <a:lnTo>
                    <a:pt x="559" y="1117"/>
                  </a:lnTo>
                  <a:lnTo>
                    <a:pt x="774" y="1117"/>
                  </a:lnTo>
                  <a:lnTo>
                    <a:pt x="989" y="988"/>
                  </a:lnTo>
                  <a:lnTo>
                    <a:pt x="1117" y="774"/>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7" name="Google Shape;13558;p37">
              <a:extLst>
                <a:ext uri="{FF2B5EF4-FFF2-40B4-BE49-F238E27FC236}">
                  <a16:creationId xmlns:a16="http://schemas.microsoft.com/office/drawing/2014/main" id="{23E4B2BC-8689-E7F0-1589-7840F1BF8ABE}"/>
                </a:ext>
              </a:extLst>
            </p:cNvPr>
            <p:cNvSpPr/>
            <p:nvPr/>
          </p:nvSpPr>
          <p:spPr>
            <a:xfrm>
              <a:off x="1741450" y="2263175"/>
              <a:ext cx="29000" cy="29025"/>
            </a:xfrm>
            <a:custGeom>
              <a:avLst/>
              <a:gdLst/>
              <a:ahLst/>
              <a:cxnLst/>
              <a:rect l="l" t="t" r="r" b="b"/>
              <a:pathLst>
                <a:path w="1160" h="1161" extrusionOk="0">
                  <a:moveTo>
                    <a:pt x="601" y="1"/>
                  </a:moveTo>
                  <a:lnTo>
                    <a:pt x="387" y="43"/>
                  </a:lnTo>
                  <a:lnTo>
                    <a:pt x="215" y="172"/>
                  </a:lnTo>
                  <a:lnTo>
                    <a:pt x="43" y="344"/>
                  </a:lnTo>
                  <a:lnTo>
                    <a:pt x="0" y="559"/>
                  </a:lnTo>
                  <a:lnTo>
                    <a:pt x="43" y="817"/>
                  </a:lnTo>
                  <a:lnTo>
                    <a:pt x="172" y="988"/>
                  </a:lnTo>
                  <a:lnTo>
                    <a:pt x="344" y="1117"/>
                  </a:lnTo>
                  <a:lnTo>
                    <a:pt x="601" y="1160"/>
                  </a:lnTo>
                  <a:lnTo>
                    <a:pt x="816" y="1117"/>
                  </a:lnTo>
                  <a:lnTo>
                    <a:pt x="988" y="988"/>
                  </a:lnTo>
                  <a:lnTo>
                    <a:pt x="1117" y="817"/>
                  </a:lnTo>
                  <a:lnTo>
                    <a:pt x="1160" y="602"/>
                  </a:lnTo>
                  <a:lnTo>
                    <a:pt x="1117" y="387"/>
                  </a:lnTo>
                  <a:lnTo>
                    <a:pt x="988" y="172"/>
                  </a:lnTo>
                  <a:lnTo>
                    <a:pt x="816" y="43"/>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8" name="Google Shape;13559;p37">
              <a:extLst>
                <a:ext uri="{FF2B5EF4-FFF2-40B4-BE49-F238E27FC236}">
                  <a16:creationId xmlns:a16="http://schemas.microsoft.com/office/drawing/2014/main" id="{CCCDE97A-E140-D102-3F16-A68474204E8E}"/>
                </a:ext>
              </a:extLst>
            </p:cNvPr>
            <p:cNvSpPr/>
            <p:nvPr/>
          </p:nvSpPr>
          <p:spPr>
            <a:xfrm>
              <a:off x="1684525" y="2285725"/>
              <a:ext cx="29025" cy="29025"/>
            </a:xfrm>
            <a:custGeom>
              <a:avLst/>
              <a:gdLst/>
              <a:ahLst/>
              <a:cxnLst/>
              <a:rect l="l" t="t" r="r" b="b"/>
              <a:pathLst>
                <a:path w="1161" h="1161" extrusionOk="0">
                  <a:moveTo>
                    <a:pt x="602" y="0"/>
                  </a:moveTo>
                  <a:lnTo>
                    <a:pt x="387" y="43"/>
                  </a:lnTo>
                  <a:lnTo>
                    <a:pt x="216" y="172"/>
                  </a:lnTo>
                  <a:lnTo>
                    <a:pt x="87" y="344"/>
                  </a:lnTo>
                  <a:lnTo>
                    <a:pt x="1" y="559"/>
                  </a:lnTo>
                  <a:lnTo>
                    <a:pt x="44" y="774"/>
                  </a:lnTo>
                  <a:lnTo>
                    <a:pt x="173" y="988"/>
                  </a:lnTo>
                  <a:lnTo>
                    <a:pt x="387" y="1117"/>
                  </a:lnTo>
                  <a:lnTo>
                    <a:pt x="602" y="1160"/>
                  </a:lnTo>
                  <a:lnTo>
                    <a:pt x="817" y="1117"/>
                  </a:lnTo>
                  <a:lnTo>
                    <a:pt x="989" y="988"/>
                  </a:lnTo>
                  <a:lnTo>
                    <a:pt x="1117" y="816"/>
                  </a:lnTo>
                  <a:lnTo>
                    <a:pt x="1160" y="602"/>
                  </a:lnTo>
                  <a:lnTo>
                    <a:pt x="1117" y="387"/>
                  </a:lnTo>
                  <a:lnTo>
                    <a:pt x="1032"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9" name="Google Shape;13560;p37">
              <a:extLst>
                <a:ext uri="{FF2B5EF4-FFF2-40B4-BE49-F238E27FC236}">
                  <a16:creationId xmlns:a16="http://schemas.microsoft.com/office/drawing/2014/main" id="{CFBBA1BA-C14F-8325-9DA5-7D890345EED7}"/>
                </a:ext>
              </a:extLst>
            </p:cNvPr>
            <p:cNvSpPr/>
            <p:nvPr/>
          </p:nvSpPr>
          <p:spPr>
            <a:xfrm>
              <a:off x="1623325" y="2274975"/>
              <a:ext cx="29025" cy="29025"/>
            </a:xfrm>
            <a:custGeom>
              <a:avLst/>
              <a:gdLst/>
              <a:ahLst/>
              <a:cxnLst/>
              <a:rect l="l" t="t" r="r" b="b"/>
              <a:pathLst>
                <a:path w="1161" h="1161" extrusionOk="0">
                  <a:moveTo>
                    <a:pt x="602" y="1"/>
                  </a:moveTo>
                  <a:lnTo>
                    <a:pt x="387" y="44"/>
                  </a:lnTo>
                  <a:lnTo>
                    <a:pt x="172" y="130"/>
                  </a:lnTo>
                  <a:lnTo>
                    <a:pt x="44" y="345"/>
                  </a:lnTo>
                  <a:lnTo>
                    <a:pt x="1" y="559"/>
                  </a:lnTo>
                  <a:lnTo>
                    <a:pt x="44" y="774"/>
                  </a:lnTo>
                  <a:lnTo>
                    <a:pt x="172" y="946"/>
                  </a:lnTo>
                  <a:lnTo>
                    <a:pt x="344" y="1075"/>
                  </a:lnTo>
                  <a:lnTo>
                    <a:pt x="559" y="1161"/>
                  </a:lnTo>
                  <a:lnTo>
                    <a:pt x="774" y="1118"/>
                  </a:lnTo>
                  <a:lnTo>
                    <a:pt x="988" y="989"/>
                  </a:lnTo>
                  <a:lnTo>
                    <a:pt x="1117" y="774"/>
                  </a:lnTo>
                  <a:lnTo>
                    <a:pt x="1160" y="559"/>
                  </a:lnTo>
                  <a:lnTo>
                    <a:pt x="1117" y="345"/>
                  </a:lnTo>
                  <a:lnTo>
                    <a:pt x="988"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0" name="Google Shape;13561;p37">
              <a:extLst>
                <a:ext uri="{FF2B5EF4-FFF2-40B4-BE49-F238E27FC236}">
                  <a16:creationId xmlns:a16="http://schemas.microsoft.com/office/drawing/2014/main" id="{2AB4AF15-3B6D-71AF-4B36-9AA100EF5696}"/>
                </a:ext>
              </a:extLst>
            </p:cNvPr>
            <p:cNvSpPr/>
            <p:nvPr/>
          </p:nvSpPr>
          <p:spPr>
            <a:xfrm>
              <a:off x="1627625" y="2229900"/>
              <a:ext cx="29025" cy="27925"/>
            </a:xfrm>
            <a:custGeom>
              <a:avLst/>
              <a:gdLst/>
              <a:ahLst/>
              <a:cxnLst/>
              <a:rect l="l" t="t" r="r" b="b"/>
              <a:pathLst>
                <a:path w="1161" h="1117" extrusionOk="0">
                  <a:moveTo>
                    <a:pt x="344" y="0"/>
                  </a:moveTo>
                  <a:lnTo>
                    <a:pt x="172" y="129"/>
                  </a:lnTo>
                  <a:lnTo>
                    <a:pt x="43" y="344"/>
                  </a:lnTo>
                  <a:lnTo>
                    <a:pt x="0" y="558"/>
                  </a:lnTo>
                  <a:lnTo>
                    <a:pt x="43" y="773"/>
                  </a:lnTo>
                  <a:lnTo>
                    <a:pt x="129" y="945"/>
                  </a:lnTo>
                  <a:lnTo>
                    <a:pt x="344" y="1074"/>
                  </a:lnTo>
                  <a:lnTo>
                    <a:pt x="559" y="1117"/>
                  </a:lnTo>
                  <a:lnTo>
                    <a:pt x="774" y="1074"/>
                  </a:lnTo>
                  <a:lnTo>
                    <a:pt x="945" y="988"/>
                  </a:lnTo>
                  <a:lnTo>
                    <a:pt x="1117" y="773"/>
                  </a:lnTo>
                  <a:lnTo>
                    <a:pt x="1160" y="558"/>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1" name="Google Shape;13562;p37">
              <a:extLst>
                <a:ext uri="{FF2B5EF4-FFF2-40B4-BE49-F238E27FC236}">
                  <a16:creationId xmlns:a16="http://schemas.microsoft.com/office/drawing/2014/main" id="{9B1E2A37-557E-A573-54E1-57C8FDEC9862}"/>
                </a:ext>
              </a:extLst>
            </p:cNvPr>
            <p:cNvSpPr/>
            <p:nvPr/>
          </p:nvSpPr>
          <p:spPr>
            <a:xfrm>
              <a:off x="1641575" y="2313650"/>
              <a:ext cx="29025" cy="29000"/>
            </a:xfrm>
            <a:custGeom>
              <a:avLst/>
              <a:gdLst/>
              <a:ahLst/>
              <a:cxnLst/>
              <a:rect l="l" t="t" r="r" b="b"/>
              <a:pathLst>
                <a:path w="1161" h="1160" extrusionOk="0">
                  <a:moveTo>
                    <a:pt x="559" y="0"/>
                  </a:moveTo>
                  <a:lnTo>
                    <a:pt x="344" y="43"/>
                  </a:lnTo>
                  <a:lnTo>
                    <a:pt x="173" y="172"/>
                  </a:lnTo>
                  <a:lnTo>
                    <a:pt x="44" y="344"/>
                  </a:lnTo>
                  <a:lnTo>
                    <a:pt x="1" y="601"/>
                  </a:lnTo>
                  <a:lnTo>
                    <a:pt x="44" y="816"/>
                  </a:lnTo>
                  <a:lnTo>
                    <a:pt x="173" y="988"/>
                  </a:lnTo>
                  <a:lnTo>
                    <a:pt x="344" y="1117"/>
                  </a:lnTo>
                  <a:lnTo>
                    <a:pt x="559" y="1160"/>
                  </a:lnTo>
                  <a:lnTo>
                    <a:pt x="774" y="1117"/>
                  </a:lnTo>
                  <a:lnTo>
                    <a:pt x="946" y="988"/>
                  </a:lnTo>
                  <a:lnTo>
                    <a:pt x="1117" y="816"/>
                  </a:lnTo>
                  <a:lnTo>
                    <a:pt x="1160" y="601"/>
                  </a:lnTo>
                  <a:lnTo>
                    <a:pt x="1117" y="387"/>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4" name="Google Shape;13563;p37">
              <a:extLst>
                <a:ext uri="{FF2B5EF4-FFF2-40B4-BE49-F238E27FC236}">
                  <a16:creationId xmlns:a16="http://schemas.microsoft.com/office/drawing/2014/main" id="{25210677-1E52-B38A-8509-54A281797C60}"/>
                </a:ext>
              </a:extLst>
            </p:cNvPr>
            <p:cNvSpPr/>
            <p:nvPr/>
          </p:nvSpPr>
          <p:spPr>
            <a:xfrm>
              <a:off x="1698500" y="2229900"/>
              <a:ext cx="29000" cy="27925"/>
            </a:xfrm>
            <a:custGeom>
              <a:avLst/>
              <a:gdLst/>
              <a:ahLst/>
              <a:cxnLst/>
              <a:rect l="l" t="t" r="r" b="b"/>
              <a:pathLst>
                <a:path w="1160" h="1117" extrusionOk="0">
                  <a:moveTo>
                    <a:pt x="387" y="0"/>
                  </a:moveTo>
                  <a:lnTo>
                    <a:pt x="172" y="129"/>
                  </a:lnTo>
                  <a:lnTo>
                    <a:pt x="43" y="344"/>
                  </a:lnTo>
                  <a:lnTo>
                    <a:pt x="0" y="558"/>
                  </a:lnTo>
                  <a:lnTo>
                    <a:pt x="43" y="773"/>
                  </a:lnTo>
                  <a:lnTo>
                    <a:pt x="172" y="945"/>
                  </a:lnTo>
                  <a:lnTo>
                    <a:pt x="344" y="1074"/>
                  </a:lnTo>
                  <a:lnTo>
                    <a:pt x="601" y="1117"/>
                  </a:lnTo>
                  <a:lnTo>
                    <a:pt x="816" y="1074"/>
                  </a:lnTo>
                  <a:lnTo>
                    <a:pt x="988" y="988"/>
                  </a:lnTo>
                  <a:lnTo>
                    <a:pt x="1117" y="773"/>
                  </a:lnTo>
                  <a:lnTo>
                    <a:pt x="1160" y="558"/>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5" name="Google Shape;13564;p37">
              <a:extLst>
                <a:ext uri="{FF2B5EF4-FFF2-40B4-BE49-F238E27FC236}">
                  <a16:creationId xmlns:a16="http://schemas.microsoft.com/office/drawing/2014/main" id="{8461AEF3-8E0D-E722-AE49-DF84F60EB059}"/>
                </a:ext>
              </a:extLst>
            </p:cNvPr>
            <p:cNvSpPr/>
            <p:nvPr/>
          </p:nvSpPr>
          <p:spPr>
            <a:xfrm>
              <a:off x="1624400" y="2163325"/>
              <a:ext cx="29025" cy="29000"/>
            </a:xfrm>
            <a:custGeom>
              <a:avLst/>
              <a:gdLst/>
              <a:ahLst/>
              <a:cxnLst/>
              <a:rect l="l" t="t" r="r" b="b"/>
              <a:pathLst>
                <a:path w="1161" h="1160" extrusionOk="0">
                  <a:moveTo>
                    <a:pt x="559" y="0"/>
                  </a:moveTo>
                  <a:lnTo>
                    <a:pt x="344" y="43"/>
                  </a:lnTo>
                  <a:lnTo>
                    <a:pt x="172" y="172"/>
                  </a:lnTo>
                  <a:lnTo>
                    <a:pt x="44" y="344"/>
                  </a:lnTo>
                  <a:lnTo>
                    <a:pt x="1" y="602"/>
                  </a:lnTo>
                  <a:lnTo>
                    <a:pt x="44" y="816"/>
                  </a:lnTo>
                  <a:lnTo>
                    <a:pt x="172" y="988"/>
                  </a:lnTo>
                  <a:lnTo>
                    <a:pt x="344" y="1117"/>
                  </a:lnTo>
                  <a:lnTo>
                    <a:pt x="559" y="1160"/>
                  </a:lnTo>
                  <a:lnTo>
                    <a:pt x="774" y="1117"/>
                  </a:lnTo>
                  <a:lnTo>
                    <a:pt x="988" y="988"/>
                  </a:lnTo>
                  <a:lnTo>
                    <a:pt x="1117" y="816"/>
                  </a:lnTo>
                  <a:lnTo>
                    <a:pt x="1160" y="602"/>
                  </a:lnTo>
                  <a:lnTo>
                    <a:pt x="1117" y="387"/>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6" name="Google Shape;13565;p37">
              <a:extLst>
                <a:ext uri="{FF2B5EF4-FFF2-40B4-BE49-F238E27FC236}">
                  <a16:creationId xmlns:a16="http://schemas.microsoft.com/office/drawing/2014/main" id="{4420C74E-72EB-4CEC-C5A3-31A2286B9D8F}"/>
                </a:ext>
              </a:extLst>
            </p:cNvPr>
            <p:cNvSpPr/>
            <p:nvPr/>
          </p:nvSpPr>
          <p:spPr>
            <a:xfrm>
              <a:off x="1756475" y="2200900"/>
              <a:ext cx="29000" cy="29025"/>
            </a:xfrm>
            <a:custGeom>
              <a:avLst/>
              <a:gdLst/>
              <a:ahLst/>
              <a:cxnLst/>
              <a:rect l="l" t="t" r="r" b="b"/>
              <a:pathLst>
                <a:path w="1160" h="1161" extrusionOk="0">
                  <a:moveTo>
                    <a:pt x="559" y="0"/>
                  </a:moveTo>
                  <a:lnTo>
                    <a:pt x="344" y="43"/>
                  </a:lnTo>
                  <a:lnTo>
                    <a:pt x="172" y="129"/>
                  </a:lnTo>
                  <a:lnTo>
                    <a:pt x="43" y="344"/>
                  </a:lnTo>
                  <a:lnTo>
                    <a:pt x="0" y="559"/>
                  </a:lnTo>
                  <a:lnTo>
                    <a:pt x="43" y="774"/>
                  </a:lnTo>
                  <a:lnTo>
                    <a:pt x="129" y="945"/>
                  </a:lnTo>
                  <a:lnTo>
                    <a:pt x="344" y="1074"/>
                  </a:lnTo>
                  <a:lnTo>
                    <a:pt x="559" y="1160"/>
                  </a:lnTo>
                  <a:lnTo>
                    <a:pt x="773" y="1117"/>
                  </a:lnTo>
                  <a:lnTo>
                    <a:pt x="945" y="988"/>
                  </a:lnTo>
                  <a:lnTo>
                    <a:pt x="1074" y="774"/>
                  </a:lnTo>
                  <a:lnTo>
                    <a:pt x="1160" y="559"/>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7" name="Google Shape;13566;p37">
              <a:extLst>
                <a:ext uri="{FF2B5EF4-FFF2-40B4-BE49-F238E27FC236}">
                  <a16:creationId xmlns:a16="http://schemas.microsoft.com/office/drawing/2014/main" id="{66915811-E601-0049-1B64-A97171014E8D}"/>
                </a:ext>
              </a:extLst>
            </p:cNvPr>
            <p:cNvSpPr/>
            <p:nvPr/>
          </p:nvSpPr>
          <p:spPr>
            <a:xfrm>
              <a:off x="1675950" y="2185875"/>
              <a:ext cx="29000" cy="29000"/>
            </a:xfrm>
            <a:custGeom>
              <a:avLst/>
              <a:gdLst/>
              <a:ahLst/>
              <a:cxnLst/>
              <a:rect l="l" t="t" r="r" b="b"/>
              <a:pathLst>
                <a:path w="1160" h="1160" extrusionOk="0">
                  <a:moveTo>
                    <a:pt x="601" y="0"/>
                  </a:moveTo>
                  <a:lnTo>
                    <a:pt x="387" y="43"/>
                  </a:lnTo>
                  <a:lnTo>
                    <a:pt x="215" y="172"/>
                  </a:lnTo>
                  <a:lnTo>
                    <a:pt x="86" y="344"/>
                  </a:lnTo>
                  <a:lnTo>
                    <a:pt x="0" y="601"/>
                  </a:lnTo>
                  <a:lnTo>
                    <a:pt x="43" y="816"/>
                  </a:lnTo>
                  <a:lnTo>
                    <a:pt x="172" y="988"/>
                  </a:lnTo>
                  <a:lnTo>
                    <a:pt x="387" y="1117"/>
                  </a:lnTo>
                  <a:lnTo>
                    <a:pt x="601" y="1160"/>
                  </a:lnTo>
                  <a:lnTo>
                    <a:pt x="816" y="1117"/>
                  </a:lnTo>
                  <a:lnTo>
                    <a:pt x="988" y="988"/>
                  </a:lnTo>
                  <a:lnTo>
                    <a:pt x="1117" y="816"/>
                  </a:lnTo>
                  <a:lnTo>
                    <a:pt x="1160" y="601"/>
                  </a:lnTo>
                  <a:lnTo>
                    <a:pt x="1117" y="387"/>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8" name="Google Shape;13567;p37">
              <a:extLst>
                <a:ext uri="{FF2B5EF4-FFF2-40B4-BE49-F238E27FC236}">
                  <a16:creationId xmlns:a16="http://schemas.microsoft.com/office/drawing/2014/main" id="{26D7BA64-1E40-96B3-4C43-10913CE2346D}"/>
                </a:ext>
              </a:extLst>
            </p:cNvPr>
            <p:cNvSpPr/>
            <p:nvPr/>
          </p:nvSpPr>
          <p:spPr>
            <a:xfrm>
              <a:off x="1745725" y="2327600"/>
              <a:ext cx="27950" cy="29025"/>
            </a:xfrm>
            <a:custGeom>
              <a:avLst/>
              <a:gdLst/>
              <a:ahLst/>
              <a:cxnLst/>
              <a:rect l="l" t="t" r="r" b="b"/>
              <a:pathLst>
                <a:path w="1118" h="1161" extrusionOk="0">
                  <a:moveTo>
                    <a:pt x="559" y="0"/>
                  </a:moveTo>
                  <a:lnTo>
                    <a:pt x="344" y="43"/>
                  </a:lnTo>
                  <a:lnTo>
                    <a:pt x="173" y="172"/>
                  </a:lnTo>
                  <a:lnTo>
                    <a:pt x="44" y="344"/>
                  </a:lnTo>
                  <a:lnTo>
                    <a:pt x="1" y="559"/>
                  </a:lnTo>
                  <a:lnTo>
                    <a:pt x="44" y="774"/>
                  </a:lnTo>
                  <a:lnTo>
                    <a:pt x="130" y="988"/>
                  </a:lnTo>
                  <a:lnTo>
                    <a:pt x="344" y="1117"/>
                  </a:lnTo>
                  <a:lnTo>
                    <a:pt x="559" y="1160"/>
                  </a:lnTo>
                  <a:lnTo>
                    <a:pt x="774" y="1117"/>
                  </a:lnTo>
                  <a:lnTo>
                    <a:pt x="946" y="988"/>
                  </a:lnTo>
                  <a:lnTo>
                    <a:pt x="1075" y="817"/>
                  </a:lnTo>
                  <a:lnTo>
                    <a:pt x="1118" y="602"/>
                  </a:lnTo>
                  <a:lnTo>
                    <a:pt x="1075"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9" name="Google Shape;13568;p37">
              <a:extLst>
                <a:ext uri="{FF2B5EF4-FFF2-40B4-BE49-F238E27FC236}">
                  <a16:creationId xmlns:a16="http://schemas.microsoft.com/office/drawing/2014/main" id="{715DD2D8-CEC4-8ACB-5994-5956263D729D}"/>
                </a:ext>
              </a:extLst>
            </p:cNvPr>
            <p:cNvSpPr/>
            <p:nvPr/>
          </p:nvSpPr>
          <p:spPr>
            <a:xfrm>
              <a:off x="1748950" y="2372700"/>
              <a:ext cx="27950" cy="29000"/>
            </a:xfrm>
            <a:custGeom>
              <a:avLst/>
              <a:gdLst/>
              <a:ahLst/>
              <a:cxnLst/>
              <a:rect l="l" t="t" r="r" b="b"/>
              <a:pathLst>
                <a:path w="1118" h="1160" extrusionOk="0">
                  <a:moveTo>
                    <a:pt x="559" y="0"/>
                  </a:moveTo>
                  <a:lnTo>
                    <a:pt x="344" y="43"/>
                  </a:lnTo>
                  <a:lnTo>
                    <a:pt x="173" y="129"/>
                  </a:lnTo>
                  <a:lnTo>
                    <a:pt x="44" y="344"/>
                  </a:lnTo>
                  <a:lnTo>
                    <a:pt x="1" y="559"/>
                  </a:lnTo>
                  <a:lnTo>
                    <a:pt x="44" y="773"/>
                  </a:lnTo>
                  <a:lnTo>
                    <a:pt x="130" y="945"/>
                  </a:lnTo>
                  <a:lnTo>
                    <a:pt x="344" y="1074"/>
                  </a:lnTo>
                  <a:lnTo>
                    <a:pt x="559" y="1160"/>
                  </a:lnTo>
                  <a:lnTo>
                    <a:pt x="774" y="1117"/>
                  </a:lnTo>
                  <a:lnTo>
                    <a:pt x="946" y="988"/>
                  </a:lnTo>
                  <a:lnTo>
                    <a:pt x="1074" y="816"/>
                  </a:lnTo>
                  <a:lnTo>
                    <a:pt x="1117" y="559"/>
                  </a:lnTo>
                  <a:lnTo>
                    <a:pt x="1074" y="344"/>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0" name="Google Shape;13569;p37">
              <a:extLst>
                <a:ext uri="{FF2B5EF4-FFF2-40B4-BE49-F238E27FC236}">
                  <a16:creationId xmlns:a16="http://schemas.microsoft.com/office/drawing/2014/main" id="{1E77E8E4-2215-B4F5-1367-B76A261FC7E8}"/>
                </a:ext>
              </a:extLst>
            </p:cNvPr>
            <p:cNvSpPr/>
            <p:nvPr/>
          </p:nvSpPr>
          <p:spPr>
            <a:xfrm>
              <a:off x="1805875" y="2213775"/>
              <a:ext cx="29000" cy="29025"/>
            </a:xfrm>
            <a:custGeom>
              <a:avLst/>
              <a:gdLst/>
              <a:ahLst/>
              <a:cxnLst/>
              <a:rect l="l" t="t" r="r" b="b"/>
              <a:pathLst>
                <a:path w="1160" h="1161" extrusionOk="0">
                  <a:moveTo>
                    <a:pt x="558" y="1"/>
                  </a:moveTo>
                  <a:lnTo>
                    <a:pt x="344" y="44"/>
                  </a:lnTo>
                  <a:lnTo>
                    <a:pt x="172" y="173"/>
                  </a:lnTo>
                  <a:lnTo>
                    <a:pt x="43" y="344"/>
                  </a:lnTo>
                  <a:lnTo>
                    <a:pt x="0" y="559"/>
                  </a:lnTo>
                  <a:lnTo>
                    <a:pt x="43" y="774"/>
                  </a:lnTo>
                  <a:lnTo>
                    <a:pt x="172" y="989"/>
                  </a:lnTo>
                  <a:lnTo>
                    <a:pt x="344" y="1118"/>
                  </a:lnTo>
                  <a:lnTo>
                    <a:pt x="558" y="1160"/>
                  </a:lnTo>
                  <a:lnTo>
                    <a:pt x="773" y="1118"/>
                  </a:lnTo>
                  <a:lnTo>
                    <a:pt x="988" y="989"/>
                  </a:lnTo>
                  <a:lnTo>
                    <a:pt x="1117" y="817"/>
                  </a:lnTo>
                  <a:lnTo>
                    <a:pt x="1160" y="559"/>
                  </a:lnTo>
                  <a:lnTo>
                    <a:pt x="1117" y="344"/>
                  </a:lnTo>
                  <a:lnTo>
                    <a:pt x="988" y="173"/>
                  </a:lnTo>
                  <a:lnTo>
                    <a:pt x="816" y="44"/>
                  </a:lnTo>
                  <a:lnTo>
                    <a:pt x="558"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1" name="Google Shape;13570;p37">
              <a:extLst>
                <a:ext uri="{FF2B5EF4-FFF2-40B4-BE49-F238E27FC236}">
                  <a16:creationId xmlns:a16="http://schemas.microsoft.com/office/drawing/2014/main" id="{2DC5B4C5-95B4-00A2-70A7-3197F391FEF0}"/>
                </a:ext>
              </a:extLst>
            </p:cNvPr>
            <p:cNvSpPr/>
            <p:nvPr/>
          </p:nvSpPr>
          <p:spPr>
            <a:xfrm>
              <a:off x="1819825" y="2150425"/>
              <a:ext cx="29025" cy="29025"/>
            </a:xfrm>
            <a:custGeom>
              <a:avLst/>
              <a:gdLst/>
              <a:ahLst/>
              <a:cxnLst/>
              <a:rect l="l" t="t" r="r" b="b"/>
              <a:pathLst>
                <a:path w="1161" h="1161" extrusionOk="0">
                  <a:moveTo>
                    <a:pt x="602" y="1"/>
                  </a:moveTo>
                  <a:lnTo>
                    <a:pt x="387" y="44"/>
                  </a:lnTo>
                  <a:lnTo>
                    <a:pt x="215" y="173"/>
                  </a:lnTo>
                  <a:lnTo>
                    <a:pt x="43" y="344"/>
                  </a:lnTo>
                  <a:lnTo>
                    <a:pt x="0" y="602"/>
                  </a:lnTo>
                  <a:lnTo>
                    <a:pt x="43" y="817"/>
                  </a:lnTo>
                  <a:lnTo>
                    <a:pt x="172" y="989"/>
                  </a:lnTo>
                  <a:lnTo>
                    <a:pt x="344" y="1118"/>
                  </a:lnTo>
                  <a:lnTo>
                    <a:pt x="602" y="1160"/>
                  </a:lnTo>
                  <a:lnTo>
                    <a:pt x="816" y="1118"/>
                  </a:lnTo>
                  <a:lnTo>
                    <a:pt x="988" y="1032"/>
                  </a:lnTo>
                  <a:lnTo>
                    <a:pt x="1117" y="817"/>
                  </a:lnTo>
                  <a:lnTo>
                    <a:pt x="1160" y="602"/>
                  </a:lnTo>
                  <a:lnTo>
                    <a:pt x="1117" y="387"/>
                  </a:lnTo>
                  <a:lnTo>
                    <a:pt x="988" y="216"/>
                  </a:lnTo>
                  <a:lnTo>
                    <a:pt x="816" y="87"/>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2" name="Google Shape;13571;p37">
              <a:extLst>
                <a:ext uri="{FF2B5EF4-FFF2-40B4-BE49-F238E27FC236}">
                  <a16:creationId xmlns:a16="http://schemas.microsoft.com/office/drawing/2014/main" id="{2D121F65-9E73-1FC3-5194-DE79702FB0FA}"/>
                </a:ext>
              </a:extLst>
            </p:cNvPr>
            <p:cNvSpPr/>
            <p:nvPr/>
          </p:nvSpPr>
          <p:spPr>
            <a:xfrm>
              <a:off x="1809075" y="2278200"/>
              <a:ext cx="29025" cy="29025"/>
            </a:xfrm>
            <a:custGeom>
              <a:avLst/>
              <a:gdLst/>
              <a:ahLst/>
              <a:cxnLst/>
              <a:rect l="l" t="t" r="r" b="b"/>
              <a:pathLst>
                <a:path w="1161" h="1161" extrusionOk="0">
                  <a:moveTo>
                    <a:pt x="602" y="1"/>
                  </a:moveTo>
                  <a:lnTo>
                    <a:pt x="387" y="44"/>
                  </a:lnTo>
                  <a:lnTo>
                    <a:pt x="173" y="130"/>
                  </a:lnTo>
                  <a:lnTo>
                    <a:pt x="44" y="344"/>
                  </a:lnTo>
                  <a:lnTo>
                    <a:pt x="1" y="559"/>
                  </a:lnTo>
                  <a:lnTo>
                    <a:pt x="44" y="774"/>
                  </a:lnTo>
                  <a:lnTo>
                    <a:pt x="173" y="946"/>
                  </a:lnTo>
                  <a:lnTo>
                    <a:pt x="344" y="1117"/>
                  </a:lnTo>
                  <a:lnTo>
                    <a:pt x="559" y="1160"/>
                  </a:lnTo>
                  <a:lnTo>
                    <a:pt x="774"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3" name="Google Shape;13572;p37">
              <a:extLst>
                <a:ext uri="{FF2B5EF4-FFF2-40B4-BE49-F238E27FC236}">
                  <a16:creationId xmlns:a16="http://schemas.microsoft.com/office/drawing/2014/main" id="{C8DEF386-38C3-AAB2-C5D9-FB9790825F59}"/>
                </a:ext>
              </a:extLst>
            </p:cNvPr>
            <p:cNvSpPr/>
            <p:nvPr/>
          </p:nvSpPr>
          <p:spPr>
            <a:xfrm>
              <a:off x="1812300" y="2323300"/>
              <a:ext cx="29025" cy="27950"/>
            </a:xfrm>
            <a:custGeom>
              <a:avLst/>
              <a:gdLst/>
              <a:ahLst/>
              <a:cxnLst/>
              <a:rect l="l" t="t" r="r" b="b"/>
              <a:pathLst>
                <a:path w="1161" h="1118" extrusionOk="0">
                  <a:moveTo>
                    <a:pt x="387" y="1"/>
                  </a:moveTo>
                  <a:lnTo>
                    <a:pt x="173" y="130"/>
                  </a:lnTo>
                  <a:lnTo>
                    <a:pt x="44" y="344"/>
                  </a:lnTo>
                  <a:lnTo>
                    <a:pt x="1" y="559"/>
                  </a:lnTo>
                  <a:lnTo>
                    <a:pt x="44" y="774"/>
                  </a:lnTo>
                  <a:lnTo>
                    <a:pt x="173" y="946"/>
                  </a:lnTo>
                  <a:lnTo>
                    <a:pt x="344" y="1074"/>
                  </a:lnTo>
                  <a:lnTo>
                    <a:pt x="559" y="1117"/>
                  </a:lnTo>
                  <a:lnTo>
                    <a:pt x="817" y="1074"/>
                  </a:lnTo>
                  <a:lnTo>
                    <a:pt x="989" y="989"/>
                  </a:lnTo>
                  <a:lnTo>
                    <a:pt x="1117" y="774"/>
                  </a:lnTo>
                  <a:lnTo>
                    <a:pt x="1160" y="559"/>
                  </a:lnTo>
                  <a:lnTo>
                    <a:pt x="1117" y="344"/>
                  </a:lnTo>
                  <a:lnTo>
                    <a:pt x="989"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4" name="Google Shape;13573;p37">
              <a:extLst>
                <a:ext uri="{FF2B5EF4-FFF2-40B4-BE49-F238E27FC236}">
                  <a16:creationId xmlns:a16="http://schemas.microsoft.com/office/drawing/2014/main" id="{5ABEED72-EBEC-6A09-1FDF-3D93F5A33D24}"/>
                </a:ext>
              </a:extLst>
            </p:cNvPr>
            <p:cNvSpPr/>
            <p:nvPr/>
          </p:nvSpPr>
          <p:spPr>
            <a:xfrm>
              <a:off x="1797275" y="2367325"/>
              <a:ext cx="29025" cy="29025"/>
            </a:xfrm>
            <a:custGeom>
              <a:avLst/>
              <a:gdLst/>
              <a:ahLst/>
              <a:cxnLst/>
              <a:rect l="l" t="t" r="r" b="b"/>
              <a:pathLst>
                <a:path w="1161" h="1161" extrusionOk="0">
                  <a:moveTo>
                    <a:pt x="602" y="1"/>
                  </a:moveTo>
                  <a:lnTo>
                    <a:pt x="387" y="44"/>
                  </a:lnTo>
                  <a:lnTo>
                    <a:pt x="172" y="129"/>
                  </a:lnTo>
                  <a:lnTo>
                    <a:pt x="43" y="344"/>
                  </a:lnTo>
                  <a:lnTo>
                    <a:pt x="0" y="559"/>
                  </a:lnTo>
                  <a:lnTo>
                    <a:pt x="43" y="774"/>
                  </a:lnTo>
                  <a:lnTo>
                    <a:pt x="172" y="946"/>
                  </a:lnTo>
                  <a:lnTo>
                    <a:pt x="344" y="1074"/>
                  </a:lnTo>
                  <a:lnTo>
                    <a:pt x="602" y="1160"/>
                  </a:lnTo>
                  <a:lnTo>
                    <a:pt x="816" y="1117"/>
                  </a:lnTo>
                  <a:lnTo>
                    <a:pt x="988" y="988"/>
                  </a:lnTo>
                  <a:lnTo>
                    <a:pt x="1117" y="817"/>
                  </a:lnTo>
                  <a:lnTo>
                    <a:pt x="1160" y="559"/>
                  </a:lnTo>
                  <a:lnTo>
                    <a:pt x="1117" y="344"/>
                  </a:lnTo>
                  <a:lnTo>
                    <a:pt x="988" y="172"/>
                  </a:lnTo>
                  <a:lnTo>
                    <a:pt x="816"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5" name="Google Shape;13574;p37">
              <a:extLst>
                <a:ext uri="{FF2B5EF4-FFF2-40B4-BE49-F238E27FC236}">
                  <a16:creationId xmlns:a16="http://schemas.microsoft.com/office/drawing/2014/main" id="{B2ADE7BC-63B1-223C-9118-AE212DC3294A}"/>
                </a:ext>
              </a:extLst>
            </p:cNvPr>
            <p:cNvSpPr/>
            <p:nvPr/>
          </p:nvSpPr>
          <p:spPr>
            <a:xfrm>
              <a:off x="1701700" y="2355525"/>
              <a:ext cx="29025" cy="29000"/>
            </a:xfrm>
            <a:custGeom>
              <a:avLst/>
              <a:gdLst/>
              <a:ahLst/>
              <a:cxnLst/>
              <a:rect l="l" t="t" r="r" b="b"/>
              <a:pathLst>
                <a:path w="1161" h="1160" extrusionOk="0">
                  <a:moveTo>
                    <a:pt x="602" y="0"/>
                  </a:moveTo>
                  <a:lnTo>
                    <a:pt x="345" y="43"/>
                  </a:lnTo>
                  <a:lnTo>
                    <a:pt x="173" y="172"/>
                  </a:lnTo>
                  <a:lnTo>
                    <a:pt x="44" y="344"/>
                  </a:lnTo>
                  <a:lnTo>
                    <a:pt x="1" y="601"/>
                  </a:lnTo>
                  <a:lnTo>
                    <a:pt x="44" y="816"/>
                  </a:lnTo>
                  <a:lnTo>
                    <a:pt x="173" y="988"/>
                  </a:lnTo>
                  <a:lnTo>
                    <a:pt x="345" y="1117"/>
                  </a:lnTo>
                  <a:lnTo>
                    <a:pt x="559" y="1160"/>
                  </a:lnTo>
                  <a:lnTo>
                    <a:pt x="774" y="1117"/>
                  </a:lnTo>
                  <a:lnTo>
                    <a:pt x="989" y="988"/>
                  </a:lnTo>
                  <a:lnTo>
                    <a:pt x="1118" y="816"/>
                  </a:lnTo>
                  <a:lnTo>
                    <a:pt x="1161" y="601"/>
                  </a:lnTo>
                  <a:lnTo>
                    <a:pt x="1118" y="387"/>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6" name="Google Shape;13575;p37">
              <a:extLst>
                <a:ext uri="{FF2B5EF4-FFF2-40B4-BE49-F238E27FC236}">
                  <a16:creationId xmlns:a16="http://schemas.microsoft.com/office/drawing/2014/main" id="{5D376FFC-9BED-4264-0717-7FCFAC000C6B}"/>
                </a:ext>
              </a:extLst>
            </p:cNvPr>
            <p:cNvSpPr/>
            <p:nvPr/>
          </p:nvSpPr>
          <p:spPr>
            <a:xfrm>
              <a:off x="1631925" y="2372700"/>
              <a:ext cx="29000" cy="29000"/>
            </a:xfrm>
            <a:custGeom>
              <a:avLst/>
              <a:gdLst/>
              <a:ahLst/>
              <a:cxnLst/>
              <a:rect l="l" t="t" r="r" b="b"/>
              <a:pathLst>
                <a:path w="1160" h="1160" extrusionOk="0">
                  <a:moveTo>
                    <a:pt x="559" y="0"/>
                  </a:moveTo>
                  <a:lnTo>
                    <a:pt x="344" y="43"/>
                  </a:lnTo>
                  <a:lnTo>
                    <a:pt x="172" y="129"/>
                  </a:lnTo>
                  <a:lnTo>
                    <a:pt x="43" y="344"/>
                  </a:lnTo>
                  <a:lnTo>
                    <a:pt x="0" y="559"/>
                  </a:lnTo>
                  <a:lnTo>
                    <a:pt x="43" y="773"/>
                  </a:lnTo>
                  <a:lnTo>
                    <a:pt x="129" y="945"/>
                  </a:lnTo>
                  <a:lnTo>
                    <a:pt x="344" y="1074"/>
                  </a:lnTo>
                  <a:lnTo>
                    <a:pt x="559" y="1160"/>
                  </a:lnTo>
                  <a:lnTo>
                    <a:pt x="773" y="1117"/>
                  </a:lnTo>
                  <a:lnTo>
                    <a:pt x="945" y="988"/>
                  </a:lnTo>
                  <a:lnTo>
                    <a:pt x="1074" y="816"/>
                  </a:lnTo>
                  <a:lnTo>
                    <a:pt x="1160" y="559"/>
                  </a:lnTo>
                  <a:lnTo>
                    <a:pt x="1117"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7" name="Google Shape;13576;p37">
              <a:extLst>
                <a:ext uri="{FF2B5EF4-FFF2-40B4-BE49-F238E27FC236}">
                  <a16:creationId xmlns:a16="http://schemas.microsoft.com/office/drawing/2014/main" id="{4E0D59EC-F01A-F663-3EC6-35787444CF50}"/>
                </a:ext>
              </a:extLst>
            </p:cNvPr>
            <p:cNvSpPr/>
            <p:nvPr/>
          </p:nvSpPr>
          <p:spPr>
            <a:xfrm>
              <a:off x="1661975" y="212037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45"/>
                  </a:lnTo>
                  <a:lnTo>
                    <a:pt x="344" y="1117"/>
                  </a:lnTo>
                  <a:lnTo>
                    <a:pt x="559" y="1160"/>
                  </a:lnTo>
                  <a:lnTo>
                    <a:pt x="774" y="1117"/>
                  </a:lnTo>
                  <a:lnTo>
                    <a:pt x="989" y="988"/>
                  </a:lnTo>
                  <a:lnTo>
                    <a:pt x="1118" y="816"/>
                  </a:lnTo>
                  <a:lnTo>
                    <a:pt x="1160" y="559"/>
                  </a:lnTo>
                  <a:lnTo>
                    <a:pt x="1118"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8" name="Google Shape;13577;p37">
              <a:extLst>
                <a:ext uri="{FF2B5EF4-FFF2-40B4-BE49-F238E27FC236}">
                  <a16:creationId xmlns:a16="http://schemas.microsoft.com/office/drawing/2014/main" id="{90163CA9-1953-4189-7A03-0EE97F68ADBE}"/>
                </a:ext>
              </a:extLst>
            </p:cNvPr>
            <p:cNvSpPr/>
            <p:nvPr/>
          </p:nvSpPr>
          <p:spPr>
            <a:xfrm>
              <a:off x="1780100" y="1864825"/>
              <a:ext cx="27925" cy="29000"/>
            </a:xfrm>
            <a:custGeom>
              <a:avLst/>
              <a:gdLst/>
              <a:ahLst/>
              <a:cxnLst/>
              <a:rect l="l" t="t" r="r" b="b"/>
              <a:pathLst>
                <a:path w="1117" h="1160" extrusionOk="0">
                  <a:moveTo>
                    <a:pt x="559" y="0"/>
                  </a:moveTo>
                  <a:lnTo>
                    <a:pt x="344" y="43"/>
                  </a:lnTo>
                  <a:lnTo>
                    <a:pt x="172" y="172"/>
                  </a:lnTo>
                  <a:lnTo>
                    <a:pt x="43" y="344"/>
                  </a:lnTo>
                  <a:lnTo>
                    <a:pt x="0" y="602"/>
                  </a:lnTo>
                  <a:lnTo>
                    <a:pt x="43" y="816"/>
                  </a:lnTo>
                  <a:lnTo>
                    <a:pt x="129" y="988"/>
                  </a:lnTo>
                  <a:lnTo>
                    <a:pt x="344" y="1117"/>
                  </a:lnTo>
                  <a:lnTo>
                    <a:pt x="559" y="1160"/>
                  </a:lnTo>
                  <a:lnTo>
                    <a:pt x="773" y="1117"/>
                  </a:lnTo>
                  <a:lnTo>
                    <a:pt x="945" y="1031"/>
                  </a:lnTo>
                  <a:lnTo>
                    <a:pt x="1074" y="816"/>
                  </a:lnTo>
                  <a:lnTo>
                    <a:pt x="1117" y="602"/>
                  </a:lnTo>
                  <a:lnTo>
                    <a:pt x="1117" y="387"/>
                  </a:lnTo>
                  <a:lnTo>
                    <a:pt x="988" y="215"/>
                  </a:lnTo>
                  <a:lnTo>
                    <a:pt x="773" y="86"/>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9" name="Google Shape;13578;p37">
              <a:extLst>
                <a:ext uri="{FF2B5EF4-FFF2-40B4-BE49-F238E27FC236}">
                  <a16:creationId xmlns:a16="http://schemas.microsoft.com/office/drawing/2014/main" id="{BC0CBE9E-F774-2F33-21F2-A265AB395479}"/>
                </a:ext>
              </a:extLst>
            </p:cNvPr>
            <p:cNvSpPr/>
            <p:nvPr/>
          </p:nvSpPr>
          <p:spPr>
            <a:xfrm>
              <a:off x="1723175" y="1887375"/>
              <a:ext cx="29025" cy="29000"/>
            </a:xfrm>
            <a:custGeom>
              <a:avLst/>
              <a:gdLst/>
              <a:ahLst/>
              <a:cxnLst/>
              <a:rect l="l" t="t" r="r" b="b"/>
              <a:pathLst>
                <a:path w="1161" h="1160" extrusionOk="0">
                  <a:moveTo>
                    <a:pt x="559" y="0"/>
                  </a:moveTo>
                  <a:lnTo>
                    <a:pt x="345" y="43"/>
                  </a:lnTo>
                  <a:lnTo>
                    <a:pt x="173" y="172"/>
                  </a:lnTo>
                  <a:lnTo>
                    <a:pt x="44" y="344"/>
                  </a:lnTo>
                  <a:lnTo>
                    <a:pt x="1" y="602"/>
                  </a:lnTo>
                  <a:lnTo>
                    <a:pt x="44" y="816"/>
                  </a:lnTo>
                  <a:lnTo>
                    <a:pt x="130" y="988"/>
                  </a:lnTo>
                  <a:lnTo>
                    <a:pt x="345" y="1117"/>
                  </a:lnTo>
                  <a:lnTo>
                    <a:pt x="559" y="1160"/>
                  </a:lnTo>
                  <a:lnTo>
                    <a:pt x="774" y="1117"/>
                  </a:lnTo>
                  <a:lnTo>
                    <a:pt x="946" y="988"/>
                  </a:lnTo>
                  <a:lnTo>
                    <a:pt x="1075" y="816"/>
                  </a:lnTo>
                  <a:lnTo>
                    <a:pt x="1161" y="602"/>
                  </a:lnTo>
                  <a:lnTo>
                    <a:pt x="1118"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0" name="Google Shape;13579;p37">
              <a:extLst>
                <a:ext uri="{FF2B5EF4-FFF2-40B4-BE49-F238E27FC236}">
                  <a16:creationId xmlns:a16="http://schemas.microsoft.com/office/drawing/2014/main" id="{A437FBAC-F929-DFC4-C28E-9FA4B4471B44}"/>
                </a:ext>
              </a:extLst>
            </p:cNvPr>
            <p:cNvSpPr/>
            <p:nvPr/>
          </p:nvSpPr>
          <p:spPr>
            <a:xfrm>
              <a:off x="1660900" y="1876625"/>
              <a:ext cx="29025" cy="29025"/>
            </a:xfrm>
            <a:custGeom>
              <a:avLst/>
              <a:gdLst/>
              <a:ahLst/>
              <a:cxnLst/>
              <a:rect l="l" t="t" r="r" b="b"/>
              <a:pathLst>
                <a:path w="1161" h="1161" extrusionOk="0">
                  <a:moveTo>
                    <a:pt x="602" y="1"/>
                  </a:moveTo>
                  <a:lnTo>
                    <a:pt x="387" y="44"/>
                  </a:lnTo>
                  <a:lnTo>
                    <a:pt x="216" y="173"/>
                  </a:lnTo>
                  <a:lnTo>
                    <a:pt x="44" y="344"/>
                  </a:lnTo>
                  <a:lnTo>
                    <a:pt x="1" y="559"/>
                  </a:lnTo>
                  <a:lnTo>
                    <a:pt x="44" y="774"/>
                  </a:lnTo>
                  <a:lnTo>
                    <a:pt x="173" y="989"/>
                  </a:lnTo>
                  <a:lnTo>
                    <a:pt x="344" y="1117"/>
                  </a:lnTo>
                  <a:lnTo>
                    <a:pt x="602" y="1160"/>
                  </a:lnTo>
                  <a:lnTo>
                    <a:pt x="817"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1" name="Google Shape;13580;p37">
              <a:extLst>
                <a:ext uri="{FF2B5EF4-FFF2-40B4-BE49-F238E27FC236}">
                  <a16:creationId xmlns:a16="http://schemas.microsoft.com/office/drawing/2014/main" id="{85659F78-00E1-008F-58D9-BA52BDA4BC64}"/>
                </a:ext>
              </a:extLst>
            </p:cNvPr>
            <p:cNvSpPr/>
            <p:nvPr/>
          </p:nvSpPr>
          <p:spPr>
            <a:xfrm>
              <a:off x="1665200" y="1831525"/>
              <a:ext cx="29025" cy="29025"/>
            </a:xfrm>
            <a:custGeom>
              <a:avLst/>
              <a:gdLst/>
              <a:ahLst/>
              <a:cxnLst/>
              <a:rect l="l" t="t" r="r" b="b"/>
              <a:pathLst>
                <a:path w="1161" h="1161" extrusionOk="0">
                  <a:moveTo>
                    <a:pt x="602" y="1"/>
                  </a:moveTo>
                  <a:lnTo>
                    <a:pt x="387" y="44"/>
                  </a:lnTo>
                  <a:lnTo>
                    <a:pt x="172" y="130"/>
                  </a:lnTo>
                  <a:lnTo>
                    <a:pt x="44" y="344"/>
                  </a:lnTo>
                  <a:lnTo>
                    <a:pt x="1" y="559"/>
                  </a:lnTo>
                  <a:lnTo>
                    <a:pt x="44" y="774"/>
                  </a:lnTo>
                  <a:lnTo>
                    <a:pt x="172" y="946"/>
                  </a:lnTo>
                  <a:lnTo>
                    <a:pt x="344" y="1075"/>
                  </a:lnTo>
                  <a:lnTo>
                    <a:pt x="559" y="1161"/>
                  </a:lnTo>
                  <a:lnTo>
                    <a:pt x="774" y="1118"/>
                  </a:lnTo>
                  <a:lnTo>
                    <a:pt x="989" y="989"/>
                  </a:lnTo>
                  <a:lnTo>
                    <a:pt x="1117" y="774"/>
                  </a:lnTo>
                  <a:lnTo>
                    <a:pt x="1160" y="559"/>
                  </a:lnTo>
                  <a:lnTo>
                    <a:pt x="1117"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2" name="Google Shape;13581;p37">
              <a:extLst>
                <a:ext uri="{FF2B5EF4-FFF2-40B4-BE49-F238E27FC236}">
                  <a16:creationId xmlns:a16="http://schemas.microsoft.com/office/drawing/2014/main" id="{05C15A5D-A41C-90B7-3D4D-8F1DF3D4674E}"/>
                </a:ext>
              </a:extLst>
            </p:cNvPr>
            <p:cNvSpPr/>
            <p:nvPr/>
          </p:nvSpPr>
          <p:spPr>
            <a:xfrm>
              <a:off x="1679175" y="1915275"/>
              <a:ext cx="29000" cy="29025"/>
            </a:xfrm>
            <a:custGeom>
              <a:avLst/>
              <a:gdLst/>
              <a:ahLst/>
              <a:cxnLst/>
              <a:rect l="l" t="t" r="r" b="b"/>
              <a:pathLst>
                <a:path w="1160" h="1161" extrusionOk="0">
                  <a:moveTo>
                    <a:pt x="601" y="1"/>
                  </a:moveTo>
                  <a:lnTo>
                    <a:pt x="387" y="44"/>
                  </a:lnTo>
                  <a:lnTo>
                    <a:pt x="172" y="173"/>
                  </a:lnTo>
                  <a:lnTo>
                    <a:pt x="43" y="387"/>
                  </a:lnTo>
                  <a:lnTo>
                    <a:pt x="0" y="602"/>
                  </a:lnTo>
                  <a:lnTo>
                    <a:pt x="43" y="817"/>
                  </a:lnTo>
                  <a:lnTo>
                    <a:pt x="172" y="989"/>
                  </a:lnTo>
                  <a:lnTo>
                    <a:pt x="344" y="1118"/>
                  </a:lnTo>
                  <a:lnTo>
                    <a:pt x="558" y="1161"/>
                  </a:lnTo>
                  <a:lnTo>
                    <a:pt x="773" y="1118"/>
                  </a:lnTo>
                  <a:lnTo>
                    <a:pt x="988" y="1032"/>
                  </a:lnTo>
                  <a:lnTo>
                    <a:pt x="1117" y="817"/>
                  </a:lnTo>
                  <a:lnTo>
                    <a:pt x="1160" y="602"/>
                  </a:lnTo>
                  <a:lnTo>
                    <a:pt x="1117" y="387"/>
                  </a:lnTo>
                  <a:lnTo>
                    <a:pt x="988" y="216"/>
                  </a:lnTo>
                  <a:lnTo>
                    <a:pt x="816" y="87"/>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3" name="Google Shape;13582;p37">
              <a:extLst>
                <a:ext uri="{FF2B5EF4-FFF2-40B4-BE49-F238E27FC236}">
                  <a16:creationId xmlns:a16="http://schemas.microsoft.com/office/drawing/2014/main" id="{3D5DAE18-9B11-B8C0-E98D-FED3328759C4}"/>
                </a:ext>
              </a:extLst>
            </p:cNvPr>
            <p:cNvSpPr/>
            <p:nvPr/>
          </p:nvSpPr>
          <p:spPr>
            <a:xfrm>
              <a:off x="1737150" y="1831525"/>
              <a:ext cx="27925" cy="29025"/>
            </a:xfrm>
            <a:custGeom>
              <a:avLst/>
              <a:gdLst/>
              <a:ahLst/>
              <a:cxnLst/>
              <a:rect l="l" t="t" r="r" b="b"/>
              <a:pathLst>
                <a:path w="1117" h="1161" extrusionOk="0">
                  <a:moveTo>
                    <a:pt x="559" y="1"/>
                  </a:moveTo>
                  <a:lnTo>
                    <a:pt x="344" y="44"/>
                  </a:lnTo>
                  <a:lnTo>
                    <a:pt x="172" y="130"/>
                  </a:lnTo>
                  <a:lnTo>
                    <a:pt x="43" y="344"/>
                  </a:lnTo>
                  <a:lnTo>
                    <a:pt x="0" y="559"/>
                  </a:lnTo>
                  <a:lnTo>
                    <a:pt x="43" y="774"/>
                  </a:lnTo>
                  <a:lnTo>
                    <a:pt x="129" y="946"/>
                  </a:lnTo>
                  <a:lnTo>
                    <a:pt x="344" y="1075"/>
                  </a:lnTo>
                  <a:lnTo>
                    <a:pt x="559" y="1161"/>
                  </a:lnTo>
                  <a:lnTo>
                    <a:pt x="773" y="1118"/>
                  </a:lnTo>
                  <a:lnTo>
                    <a:pt x="945" y="989"/>
                  </a:lnTo>
                  <a:lnTo>
                    <a:pt x="1074" y="774"/>
                  </a:lnTo>
                  <a:lnTo>
                    <a:pt x="1117" y="559"/>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4" name="Google Shape;13583;p37">
              <a:extLst>
                <a:ext uri="{FF2B5EF4-FFF2-40B4-BE49-F238E27FC236}">
                  <a16:creationId xmlns:a16="http://schemas.microsoft.com/office/drawing/2014/main" id="{41E7DF0B-FB4C-4E0B-1863-2067877484A3}"/>
                </a:ext>
              </a:extLst>
            </p:cNvPr>
            <p:cNvSpPr/>
            <p:nvPr/>
          </p:nvSpPr>
          <p:spPr>
            <a:xfrm>
              <a:off x="1594350" y="1862675"/>
              <a:ext cx="29000" cy="27950"/>
            </a:xfrm>
            <a:custGeom>
              <a:avLst/>
              <a:gdLst/>
              <a:ahLst/>
              <a:cxnLst/>
              <a:rect l="l" t="t" r="r" b="b"/>
              <a:pathLst>
                <a:path w="1160" h="1118" extrusionOk="0">
                  <a:moveTo>
                    <a:pt x="387" y="0"/>
                  </a:moveTo>
                  <a:lnTo>
                    <a:pt x="172" y="129"/>
                  </a:lnTo>
                  <a:lnTo>
                    <a:pt x="43" y="344"/>
                  </a:lnTo>
                  <a:lnTo>
                    <a:pt x="0" y="559"/>
                  </a:lnTo>
                  <a:lnTo>
                    <a:pt x="43" y="773"/>
                  </a:lnTo>
                  <a:lnTo>
                    <a:pt x="172" y="945"/>
                  </a:lnTo>
                  <a:lnTo>
                    <a:pt x="344" y="1074"/>
                  </a:lnTo>
                  <a:lnTo>
                    <a:pt x="601" y="1117"/>
                  </a:lnTo>
                  <a:lnTo>
                    <a:pt x="816" y="1074"/>
                  </a:lnTo>
                  <a:lnTo>
                    <a:pt x="988" y="988"/>
                  </a:lnTo>
                  <a:lnTo>
                    <a:pt x="1117" y="773"/>
                  </a:lnTo>
                  <a:lnTo>
                    <a:pt x="1160" y="559"/>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5" name="Google Shape;13584;p37">
              <a:extLst>
                <a:ext uri="{FF2B5EF4-FFF2-40B4-BE49-F238E27FC236}">
                  <a16:creationId xmlns:a16="http://schemas.microsoft.com/office/drawing/2014/main" id="{D540560B-EB5F-410E-9607-C83FC820D6FE}"/>
                </a:ext>
              </a:extLst>
            </p:cNvPr>
            <p:cNvSpPr/>
            <p:nvPr/>
          </p:nvSpPr>
          <p:spPr>
            <a:xfrm>
              <a:off x="1612600" y="2072050"/>
              <a:ext cx="29000" cy="29025"/>
            </a:xfrm>
            <a:custGeom>
              <a:avLst/>
              <a:gdLst/>
              <a:ahLst/>
              <a:cxnLst/>
              <a:rect l="l" t="t" r="r" b="b"/>
              <a:pathLst>
                <a:path w="1160" h="1161" extrusionOk="0">
                  <a:moveTo>
                    <a:pt x="601" y="1"/>
                  </a:moveTo>
                  <a:lnTo>
                    <a:pt x="387" y="43"/>
                  </a:lnTo>
                  <a:lnTo>
                    <a:pt x="215" y="172"/>
                  </a:lnTo>
                  <a:lnTo>
                    <a:pt x="43" y="344"/>
                  </a:lnTo>
                  <a:lnTo>
                    <a:pt x="0" y="559"/>
                  </a:lnTo>
                  <a:lnTo>
                    <a:pt x="43" y="774"/>
                  </a:lnTo>
                  <a:lnTo>
                    <a:pt x="172" y="988"/>
                  </a:lnTo>
                  <a:lnTo>
                    <a:pt x="344" y="1117"/>
                  </a:lnTo>
                  <a:lnTo>
                    <a:pt x="601" y="1160"/>
                  </a:lnTo>
                  <a:lnTo>
                    <a:pt x="816" y="1117"/>
                  </a:lnTo>
                  <a:lnTo>
                    <a:pt x="988" y="988"/>
                  </a:lnTo>
                  <a:lnTo>
                    <a:pt x="1117" y="817"/>
                  </a:lnTo>
                  <a:lnTo>
                    <a:pt x="1160" y="602"/>
                  </a:lnTo>
                  <a:lnTo>
                    <a:pt x="1117" y="387"/>
                  </a:lnTo>
                  <a:lnTo>
                    <a:pt x="1031" y="172"/>
                  </a:lnTo>
                  <a:lnTo>
                    <a:pt x="816" y="43"/>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6" name="Google Shape;13585;p37">
              <a:extLst>
                <a:ext uri="{FF2B5EF4-FFF2-40B4-BE49-F238E27FC236}">
                  <a16:creationId xmlns:a16="http://schemas.microsoft.com/office/drawing/2014/main" id="{EA80A7A7-8F82-D900-E054-79242A17090B}"/>
                </a:ext>
              </a:extLst>
            </p:cNvPr>
            <p:cNvSpPr/>
            <p:nvPr/>
          </p:nvSpPr>
          <p:spPr>
            <a:xfrm>
              <a:off x="1716750" y="2010850"/>
              <a:ext cx="29000" cy="27950"/>
            </a:xfrm>
            <a:custGeom>
              <a:avLst/>
              <a:gdLst/>
              <a:ahLst/>
              <a:cxnLst/>
              <a:rect l="l" t="t" r="r" b="b"/>
              <a:pathLst>
                <a:path w="1160" h="1118" extrusionOk="0">
                  <a:moveTo>
                    <a:pt x="559" y="0"/>
                  </a:moveTo>
                  <a:lnTo>
                    <a:pt x="344" y="43"/>
                  </a:lnTo>
                  <a:lnTo>
                    <a:pt x="172" y="129"/>
                  </a:lnTo>
                  <a:lnTo>
                    <a:pt x="43" y="344"/>
                  </a:lnTo>
                  <a:lnTo>
                    <a:pt x="0" y="559"/>
                  </a:lnTo>
                  <a:lnTo>
                    <a:pt x="43" y="774"/>
                  </a:lnTo>
                  <a:lnTo>
                    <a:pt x="172" y="945"/>
                  </a:lnTo>
                  <a:lnTo>
                    <a:pt x="344" y="1074"/>
                  </a:lnTo>
                  <a:lnTo>
                    <a:pt x="559" y="1117"/>
                  </a:lnTo>
                  <a:lnTo>
                    <a:pt x="773" y="1117"/>
                  </a:lnTo>
                  <a:lnTo>
                    <a:pt x="988" y="988"/>
                  </a:lnTo>
                  <a:lnTo>
                    <a:pt x="1117" y="774"/>
                  </a:lnTo>
                  <a:lnTo>
                    <a:pt x="1160" y="559"/>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7" name="Google Shape;13586;p37">
              <a:extLst>
                <a:ext uri="{FF2B5EF4-FFF2-40B4-BE49-F238E27FC236}">
                  <a16:creationId xmlns:a16="http://schemas.microsoft.com/office/drawing/2014/main" id="{9D9A6167-F7EC-363C-9FEF-65743542CCA9}"/>
                </a:ext>
              </a:extLst>
            </p:cNvPr>
            <p:cNvSpPr/>
            <p:nvPr/>
          </p:nvSpPr>
          <p:spPr>
            <a:xfrm>
              <a:off x="1616875" y="2004400"/>
              <a:ext cx="29025" cy="29025"/>
            </a:xfrm>
            <a:custGeom>
              <a:avLst/>
              <a:gdLst/>
              <a:ahLst/>
              <a:cxnLst/>
              <a:rect l="l" t="t" r="r" b="b"/>
              <a:pathLst>
                <a:path w="1161" h="1161" extrusionOk="0">
                  <a:moveTo>
                    <a:pt x="602" y="1"/>
                  </a:moveTo>
                  <a:lnTo>
                    <a:pt x="387" y="44"/>
                  </a:lnTo>
                  <a:lnTo>
                    <a:pt x="173" y="173"/>
                  </a:lnTo>
                  <a:lnTo>
                    <a:pt x="44" y="344"/>
                  </a:lnTo>
                  <a:lnTo>
                    <a:pt x="1" y="559"/>
                  </a:lnTo>
                  <a:lnTo>
                    <a:pt x="44" y="774"/>
                  </a:lnTo>
                  <a:lnTo>
                    <a:pt x="173" y="989"/>
                  </a:lnTo>
                  <a:lnTo>
                    <a:pt x="345" y="1117"/>
                  </a:lnTo>
                  <a:lnTo>
                    <a:pt x="602" y="1160"/>
                  </a:lnTo>
                  <a:lnTo>
                    <a:pt x="817"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8" name="Google Shape;13587;p37">
              <a:extLst>
                <a:ext uri="{FF2B5EF4-FFF2-40B4-BE49-F238E27FC236}">
                  <a16:creationId xmlns:a16="http://schemas.microsoft.com/office/drawing/2014/main" id="{D53DAC1C-EF8B-DE94-D4F6-EA7BA3E50D4D}"/>
                </a:ext>
              </a:extLst>
            </p:cNvPr>
            <p:cNvSpPr/>
            <p:nvPr/>
          </p:nvSpPr>
          <p:spPr>
            <a:xfrm>
              <a:off x="1783325" y="1929250"/>
              <a:ext cx="29000" cy="29000"/>
            </a:xfrm>
            <a:custGeom>
              <a:avLst/>
              <a:gdLst/>
              <a:ahLst/>
              <a:cxnLst/>
              <a:rect l="l" t="t" r="r" b="b"/>
              <a:pathLst>
                <a:path w="1160" h="1160" extrusionOk="0">
                  <a:moveTo>
                    <a:pt x="558" y="0"/>
                  </a:moveTo>
                  <a:lnTo>
                    <a:pt x="344" y="43"/>
                  </a:lnTo>
                  <a:lnTo>
                    <a:pt x="172" y="172"/>
                  </a:lnTo>
                  <a:lnTo>
                    <a:pt x="43" y="344"/>
                  </a:lnTo>
                  <a:lnTo>
                    <a:pt x="0" y="602"/>
                  </a:lnTo>
                  <a:lnTo>
                    <a:pt x="43" y="816"/>
                  </a:lnTo>
                  <a:lnTo>
                    <a:pt x="172" y="988"/>
                  </a:lnTo>
                  <a:lnTo>
                    <a:pt x="344" y="1117"/>
                  </a:lnTo>
                  <a:lnTo>
                    <a:pt x="558" y="1160"/>
                  </a:lnTo>
                  <a:lnTo>
                    <a:pt x="773" y="1117"/>
                  </a:lnTo>
                  <a:lnTo>
                    <a:pt x="988" y="988"/>
                  </a:lnTo>
                  <a:lnTo>
                    <a:pt x="1117" y="816"/>
                  </a:lnTo>
                  <a:lnTo>
                    <a:pt x="1160" y="602"/>
                  </a:lnTo>
                  <a:lnTo>
                    <a:pt x="1117" y="387"/>
                  </a:lnTo>
                  <a:lnTo>
                    <a:pt x="988" y="172"/>
                  </a:lnTo>
                  <a:lnTo>
                    <a:pt x="816" y="43"/>
                  </a:lnTo>
                  <a:lnTo>
                    <a:pt x="55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9" name="Google Shape;13588;p37">
              <a:extLst>
                <a:ext uri="{FF2B5EF4-FFF2-40B4-BE49-F238E27FC236}">
                  <a16:creationId xmlns:a16="http://schemas.microsoft.com/office/drawing/2014/main" id="{F0F60062-DEC7-094A-7BDB-F2FA50CCDF1B}"/>
                </a:ext>
              </a:extLst>
            </p:cNvPr>
            <p:cNvSpPr/>
            <p:nvPr/>
          </p:nvSpPr>
          <p:spPr>
            <a:xfrm>
              <a:off x="1786525" y="1974350"/>
              <a:ext cx="29025" cy="29000"/>
            </a:xfrm>
            <a:custGeom>
              <a:avLst/>
              <a:gdLst/>
              <a:ahLst/>
              <a:cxnLst/>
              <a:rect l="l" t="t" r="r" b="b"/>
              <a:pathLst>
                <a:path w="1161" h="1160" extrusionOk="0">
                  <a:moveTo>
                    <a:pt x="559" y="0"/>
                  </a:moveTo>
                  <a:lnTo>
                    <a:pt x="345" y="43"/>
                  </a:lnTo>
                  <a:lnTo>
                    <a:pt x="173" y="172"/>
                  </a:lnTo>
                  <a:lnTo>
                    <a:pt x="44" y="344"/>
                  </a:lnTo>
                  <a:lnTo>
                    <a:pt x="1" y="558"/>
                  </a:lnTo>
                  <a:lnTo>
                    <a:pt x="44" y="773"/>
                  </a:lnTo>
                  <a:lnTo>
                    <a:pt x="173" y="988"/>
                  </a:lnTo>
                  <a:lnTo>
                    <a:pt x="345" y="1117"/>
                  </a:lnTo>
                  <a:lnTo>
                    <a:pt x="559" y="1160"/>
                  </a:lnTo>
                  <a:lnTo>
                    <a:pt x="774" y="1117"/>
                  </a:lnTo>
                  <a:lnTo>
                    <a:pt x="989" y="988"/>
                  </a:lnTo>
                  <a:lnTo>
                    <a:pt x="1118" y="816"/>
                  </a:lnTo>
                  <a:lnTo>
                    <a:pt x="1161" y="601"/>
                  </a:lnTo>
                  <a:lnTo>
                    <a:pt x="1118" y="344"/>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0" name="Google Shape;13589;p37">
              <a:extLst>
                <a:ext uri="{FF2B5EF4-FFF2-40B4-BE49-F238E27FC236}">
                  <a16:creationId xmlns:a16="http://schemas.microsoft.com/office/drawing/2014/main" id="{BA8FB5E6-5DCA-D4E6-F0A1-5E08FD060630}"/>
                </a:ext>
              </a:extLst>
            </p:cNvPr>
            <p:cNvSpPr/>
            <p:nvPr/>
          </p:nvSpPr>
          <p:spPr>
            <a:xfrm>
              <a:off x="1771500" y="2018375"/>
              <a:ext cx="29025" cy="29000"/>
            </a:xfrm>
            <a:custGeom>
              <a:avLst/>
              <a:gdLst/>
              <a:ahLst/>
              <a:cxnLst/>
              <a:rect l="l" t="t" r="r" b="b"/>
              <a:pathLst>
                <a:path w="1161" h="1160" extrusionOk="0">
                  <a:moveTo>
                    <a:pt x="602" y="0"/>
                  </a:moveTo>
                  <a:lnTo>
                    <a:pt x="344" y="43"/>
                  </a:lnTo>
                  <a:lnTo>
                    <a:pt x="172" y="172"/>
                  </a:lnTo>
                  <a:lnTo>
                    <a:pt x="44" y="344"/>
                  </a:lnTo>
                  <a:lnTo>
                    <a:pt x="1" y="601"/>
                  </a:lnTo>
                  <a:lnTo>
                    <a:pt x="44" y="816"/>
                  </a:lnTo>
                  <a:lnTo>
                    <a:pt x="172" y="988"/>
                  </a:lnTo>
                  <a:lnTo>
                    <a:pt x="344" y="1117"/>
                  </a:lnTo>
                  <a:lnTo>
                    <a:pt x="559" y="1160"/>
                  </a:lnTo>
                  <a:lnTo>
                    <a:pt x="774" y="1117"/>
                  </a:lnTo>
                  <a:lnTo>
                    <a:pt x="988" y="988"/>
                  </a:lnTo>
                  <a:lnTo>
                    <a:pt x="1117" y="816"/>
                  </a:lnTo>
                  <a:lnTo>
                    <a:pt x="1160" y="601"/>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1" name="Google Shape;13590;p37">
              <a:extLst>
                <a:ext uri="{FF2B5EF4-FFF2-40B4-BE49-F238E27FC236}">
                  <a16:creationId xmlns:a16="http://schemas.microsoft.com/office/drawing/2014/main" id="{DBBD087E-7E2B-1731-E5BB-FF9E1E907CD2}"/>
                </a:ext>
              </a:extLst>
            </p:cNvPr>
            <p:cNvSpPr/>
            <p:nvPr/>
          </p:nvSpPr>
          <p:spPr>
            <a:xfrm>
              <a:off x="1786525" y="2072050"/>
              <a:ext cx="29025" cy="29025"/>
            </a:xfrm>
            <a:custGeom>
              <a:avLst/>
              <a:gdLst/>
              <a:ahLst/>
              <a:cxnLst/>
              <a:rect l="l" t="t" r="r" b="b"/>
              <a:pathLst>
                <a:path w="1161" h="1161" extrusionOk="0">
                  <a:moveTo>
                    <a:pt x="559" y="1"/>
                  </a:moveTo>
                  <a:lnTo>
                    <a:pt x="345" y="43"/>
                  </a:lnTo>
                  <a:lnTo>
                    <a:pt x="173" y="172"/>
                  </a:lnTo>
                  <a:lnTo>
                    <a:pt x="44" y="344"/>
                  </a:lnTo>
                  <a:lnTo>
                    <a:pt x="1" y="559"/>
                  </a:lnTo>
                  <a:lnTo>
                    <a:pt x="44" y="774"/>
                  </a:lnTo>
                  <a:lnTo>
                    <a:pt x="173" y="988"/>
                  </a:lnTo>
                  <a:lnTo>
                    <a:pt x="345" y="1117"/>
                  </a:lnTo>
                  <a:lnTo>
                    <a:pt x="559" y="1160"/>
                  </a:lnTo>
                  <a:lnTo>
                    <a:pt x="774" y="1117"/>
                  </a:lnTo>
                  <a:lnTo>
                    <a:pt x="989" y="988"/>
                  </a:lnTo>
                  <a:lnTo>
                    <a:pt x="1118" y="817"/>
                  </a:lnTo>
                  <a:lnTo>
                    <a:pt x="1161" y="602"/>
                  </a:lnTo>
                  <a:lnTo>
                    <a:pt x="1118" y="387"/>
                  </a:lnTo>
                  <a:lnTo>
                    <a:pt x="989" y="172"/>
                  </a:lnTo>
                  <a:lnTo>
                    <a:pt x="817"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2" name="Google Shape;13591;p37">
              <a:extLst>
                <a:ext uri="{FF2B5EF4-FFF2-40B4-BE49-F238E27FC236}">
                  <a16:creationId xmlns:a16="http://schemas.microsoft.com/office/drawing/2014/main" id="{99748590-7802-9D43-D09E-DB4768E8BD73}"/>
                </a:ext>
              </a:extLst>
            </p:cNvPr>
            <p:cNvSpPr/>
            <p:nvPr/>
          </p:nvSpPr>
          <p:spPr>
            <a:xfrm>
              <a:off x="1832700" y="205487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88"/>
                  </a:lnTo>
                  <a:lnTo>
                    <a:pt x="344" y="1117"/>
                  </a:lnTo>
                  <a:lnTo>
                    <a:pt x="559" y="1160"/>
                  </a:lnTo>
                  <a:lnTo>
                    <a:pt x="774" y="1117"/>
                  </a:lnTo>
                  <a:lnTo>
                    <a:pt x="989" y="988"/>
                  </a:lnTo>
                  <a:lnTo>
                    <a:pt x="1117" y="816"/>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3" name="Google Shape;13592;p37">
              <a:extLst>
                <a:ext uri="{FF2B5EF4-FFF2-40B4-BE49-F238E27FC236}">
                  <a16:creationId xmlns:a16="http://schemas.microsoft.com/office/drawing/2014/main" id="{F4E9F2DD-018A-BE1C-B51F-2AA96DCDB033}"/>
                </a:ext>
              </a:extLst>
            </p:cNvPr>
            <p:cNvSpPr/>
            <p:nvPr/>
          </p:nvSpPr>
          <p:spPr>
            <a:xfrm>
              <a:off x="1598625" y="1924950"/>
              <a:ext cx="29025" cy="29025"/>
            </a:xfrm>
            <a:custGeom>
              <a:avLst/>
              <a:gdLst/>
              <a:ahLst/>
              <a:cxnLst/>
              <a:rect l="l" t="t" r="r" b="b"/>
              <a:pathLst>
                <a:path w="1161" h="1161" extrusionOk="0">
                  <a:moveTo>
                    <a:pt x="602" y="0"/>
                  </a:moveTo>
                  <a:lnTo>
                    <a:pt x="344" y="43"/>
                  </a:lnTo>
                  <a:lnTo>
                    <a:pt x="173" y="129"/>
                  </a:lnTo>
                  <a:lnTo>
                    <a:pt x="44" y="344"/>
                  </a:lnTo>
                  <a:lnTo>
                    <a:pt x="1" y="559"/>
                  </a:lnTo>
                  <a:lnTo>
                    <a:pt x="44" y="774"/>
                  </a:lnTo>
                  <a:lnTo>
                    <a:pt x="173" y="945"/>
                  </a:lnTo>
                  <a:lnTo>
                    <a:pt x="344" y="1074"/>
                  </a:lnTo>
                  <a:lnTo>
                    <a:pt x="559" y="1160"/>
                  </a:lnTo>
                  <a:lnTo>
                    <a:pt x="774" y="1117"/>
                  </a:lnTo>
                  <a:lnTo>
                    <a:pt x="989" y="988"/>
                  </a:lnTo>
                  <a:lnTo>
                    <a:pt x="1117" y="774"/>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4" name="Google Shape;13593;p37">
              <a:extLst>
                <a:ext uri="{FF2B5EF4-FFF2-40B4-BE49-F238E27FC236}">
                  <a16:creationId xmlns:a16="http://schemas.microsoft.com/office/drawing/2014/main" id="{9D8CD41B-94BA-A238-BEC4-CD8A2B94A79D}"/>
                </a:ext>
              </a:extLst>
            </p:cNvPr>
            <p:cNvSpPr/>
            <p:nvPr/>
          </p:nvSpPr>
          <p:spPr>
            <a:xfrm>
              <a:off x="1751100" y="2136475"/>
              <a:ext cx="29025" cy="29025"/>
            </a:xfrm>
            <a:custGeom>
              <a:avLst/>
              <a:gdLst/>
              <a:ahLst/>
              <a:cxnLst/>
              <a:rect l="l" t="t" r="r" b="b"/>
              <a:pathLst>
                <a:path w="1161" h="1161" extrusionOk="0">
                  <a:moveTo>
                    <a:pt x="602" y="0"/>
                  </a:moveTo>
                  <a:lnTo>
                    <a:pt x="387" y="43"/>
                  </a:lnTo>
                  <a:lnTo>
                    <a:pt x="172" y="172"/>
                  </a:lnTo>
                  <a:lnTo>
                    <a:pt x="44" y="344"/>
                  </a:lnTo>
                  <a:lnTo>
                    <a:pt x="1" y="559"/>
                  </a:lnTo>
                  <a:lnTo>
                    <a:pt x="44" y="774"/>
                  </a:lnTo>
                  <a:lnTo>
                    <a:pt x="172" y="988"/>
                  </a:lnTo>
                  <a:lnTo>
                    <a:pt x="344" y="1117"/>
                  </a:lnTo>
                  <a:lnTo>
                    <a:pt x="559" y="1160"/>
                  </a:lnTo>
                  <a:lnTo>
                    <a:pt x="774" y="1117"/>
                  </a:lnTo>
                  <a:lnTo>
                    <a:pt x="988" y="988"/>
                  </a:lnTo>
                  <a:lnTo>
                    <a:pt x="1117" y="817"/>
                  </a:lnTo>
                  <a:lnTo>
                    <a:pt x="1160" y="602"/>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5" name="Google Shape;13594;p37">
              <a:extLst>
                <a:ext uri="{FF2B5EF4-FFF2-40B4-BE49-F238E27FC236}">
                  <a16:creationId xmlns:a16="http://schemas.microsoft.com/office/drawing/2014/main" id="{64E21001-177B-16E0-5805-9DEA7E0F592D}"/>
                </a:ext>
              </a:extLst>
            </p:cNvPr>
            <p:cNvSpPr/>
            <p:nvPr/>
          </p:nvSpPr>
          <p:spPr>
            <a:xfrm>
              <a:off x="1727475" y="2087075"/>
              <a:ext cx="29025" cy="27950"/>
            </a:xfrm>
            <a:custGeom>
              <a:avLst/>
              <a:gdLst/>
              <a:ahLst/>
              <a:cxnLst/>
              <a:rect l="l" t="t" r="r" b="b"/>
              <a:pathLst>
                <a:path w="1161" h="1118" extrusionOk="0">
                  <a:moveTo>
                    <a:pt x="344" y="1"/>
                  </a:moveTo>
                  <a:lnTo>
                    <a:pt x="173" y="130"/>
                  </a:lnTo>
                  <a:lnTo>
                    <a:pt x="44" y="344"/>
                  </a:lnTo>
                  <a:lnTo>
                    <a:pt x="1" y="559"/>
                  </a:lnTo>
                  <a:lnTo>
                    <a:pt x="44" y="774"/>
                  </a:lnTo>
                  <a:lnTo>
                    <a:pt x="130" y="946"/>
                  </a:lnTo>
                  <a:lnTo>
                    <a:pt x="344" y="1075"/>
                  </a:lnTo>
                  <a:lnTo>
                    <a:pt x="559" y="1118"/>
                  </a:lnTo>
                  <a:lnTo>
                    <a:pt x="774" y="1075"/>
                  </a:lnTo>
                  <a:lnTo>
                    <a:pt x="946" y="989"/>
                  </a:lnTo>
                  <a:lnTo>
                    <a:pt x="1074" y="774"/>
                  </a:lnTo>
                  <a:lnTo>
                    <a:pt x="1160" y="559"/>
                  </a:lnTo>
                  <a:lnTo>
                    <a:pt x="1117" y="344"/>
                  </a:lnTo>
                  <a:lnTo>
                    <a:pt x="989"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6" name="Google Shape;13595;p37">
              <a:extLst>
                <a:ext uri="{FF2B5EF4-FFF2-40B4-BE49-F238E27FC236}">
                  <a16:creationId xmlns:a16="http://schemas.microsoft.com/office/drawing/2014/main" id="{D2D72186-30ED-B2F2-533D-CC0593BA8EC9}"/>
                </a:ext>
              </a:extLst>
            </p:cNvPr>
            <p:cNvSpPr/>
            <p:nvPr/>
          </p:nvSpPr>
          <p:spPr>
            <a:xfrm>
              <a:off x="1739300" y="1957150"/>
              <a:ext cx="29000" cy="29025"/>
            </a:xfrm>
            <a:custGeom>
              <a:avLst/>
              <a:gdLst/>
              <a:ahLst/>
              <a:cxnLst/>
              <a:rect l="l" t="t" r="r" b="b"/>
              <a:pathLst>
                <a:path w="1160" h="1161" extrusionOk="0">
                  <a:moveTo>
                    <a:pt x="601" y="1"/>
                  </a:moveTo>
                  <a:lnTo>
                    <a:pt x="387" y="44"/>
                  </a:lnTo>
                  <a:lnTo>
                    <a:pt x="172" y="173"/>
                  </a:lnTo>
                  <a:lnTo>
                    <a:pt x="43" y="387"/>
                  </a:lnTo>
                  <a:lnTo>
                    <a:pt x="0" y="602"/>
                  </a:lnTo>
                  <a:lnTo>
                    <a:pt x="43" y="817"/>
                  </a:lnTo>
                  <a:lnTo>
                    <a:pt x="172" y="989"/>
                  </a:lnTo>
                  <a:lnTo>
                    <a:pt x="344" y="1118"/>
                  </a:lnTo>
                  <a:lnTo>
                    <a:pt x="601" y="1161"/>
                  </a:lnTo>
                  <a:lnTo>
                    <a:pt x="816" y="1118"/>
                  </a:lnTo>
                  <a:lnTo>
                    <a:pt x="988" y="1032"/>
                  </a:lnTo>
                  <a:lnTo>
                    <a:pt x="1117" y="817"/>
                  </a:lnTo>
                  <a:lnTo>
                    <a:pt x="1160" y="602"/>
                  </a:lnTo>
                  <a:lnTo>
                    <a:pt x="1117" y="387"/>
                  </a:lnTo>
                  <a:lnTo>
                    <a:pt x="988" y="216"/>
                  </a:lnTo>
                  <a:lnTo>
                    <a:pt x="816" y="87"/>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7" name="Google Shape;13596;p37">
              <a:extLst>
                <a:ext uri="{FF2B5EF4-FFF2-40B4-BE49-F238E27FC236}">
                  <a16:creationId xmlns:a16="http://schemas.microsoft.com/office/drawing/2014/main" id="{13BBA4AD-4D03-9B38-AD75-FF2F2DEF403D}"/>
                </a:ext>
              </a:extLst>
            </p:cNvPr>
            <p:cNvSpPr/>
            <p:nvPr/>
          </p:nvSpPr>
          <p:spPr>
            <a:xfrm>
              <a:off x="1668425" y="2054875"/>
              <a:ext cx="29025" cy="29000"/>
            </a:xfrm>
            <a:custGeom>
              <a:avLst/>
              <a:gdLst/>
              <a:ahLst/>
              <a:cxnLst/>
              <a:rect l="l" t="t" r="r" b="b"/>
              <a:pathLst>
                <a:path w="1161" h="1160" extrusionOk="0">
                  <a:moveTo>
                    <a:pt x="602" y="0"/>
                  </a:moveTo>
                  <a:lnTo>
                    <a:pt x="344" y="43"/>
                  </a:lnTo>
                  <a:lnTo>
                    <a:pt x="172" y="172"/>
                  </a:lnTo>
                  <a:lnTo>
                    <a:pt x="43" y="344"/>
                  </a:lnTo>
                  <a:lnTo>
                    <a:pt x="1" y="559"/>
                  </a:lnTo>
                  <a:lnTo>
                    <a:pt x="43" y="773"/>
                  </a:lnTo>
                  <a:lnTo>
                    <a:pt x="172" y="988"/>
                  </a:lnTo>
                  <a:lnTo>
                    <a:pt x="344" y="1117"/>
                  </a:lnTo>
                  <a:lnTo>
                    <a:pt x="559" y="1160"/>
                  </a:lnTo>
                  <a:lnTo>
                    <a:pt x="774" y="1117"/>
                  </a:lnTo>
                  <a:lnTo>
                    <a:pt x="988" y="988"/>
                  </a:lnTo>
                  <a:lnTo>
                    <a:pt x="1117" y="816"/>
                  </a:lnTo>
                  <a:lnTo>
                    <a:pt x="1160" y="559"/>
                  </a:lnTo>
                  <a:lnTo>
                    <a:pt x="1117" y="344"/>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8" name="Google Shape;13597;p37">
              <a:extLst>
                <a:ext uri="{FF2B5EF4-FFF2-40B4-BE49-F238E27FC236}">
                  <a16:creationId xmlns:a16="http://schemas.microsoft.com/office/drawing/2014/main" id="{5F397CE0-9375-8110-9794-9D6623994711}"/>
                </a:ext>
              </a:extLst>
            </p:cNvPr>
            <p:cNvSpPr/>
            <p:nvPr/>
          </p:nvSpPr>
          <p:spPr>
            <a:xfrm>
              <a:off x="1669500" y="1974350"/>
              <a:ext cx="29025" cy="29000"/>
            </a:xfrm>
            <a:custGeom>
              <a:avLst/>
              <a:gdLst/>
              <a:ahLst/>
              <a:cxnLst/>
              <a:rect l="l" t="t" r="r" b="b"/>
              <a:pathLst>
                <a:path w="1161" h="1160" extrusionOk="0">
                  <a:moveTo>
                    <a:pt x="602" y="0"/>
                  </a:moveTo>
                  <a:lnTo>
                    <a:pt x="387" y="43"/>
                  </a:lnTo>
                  <a:lnTo>
                    <a:pt x="172" y="172"/>
                  </a:lnTo>
                  <a:lnTo>
                    <a:pt x="43" y="344"/>
                  </a:lnTo>
                  <a:lnTo>
                    <a:pt x="0" y="558"/>
                  </a:lnTo>
                  <a:lnTo>
                    <a:pt x="43" y="773"/>
                  </a:lnTo>
                  <a:lnTo>
                    <a:pt x="172" y="988"/>
                  </a:lnTo>
                  <a:lnTo>
                    <a:pt x="344" y="1117"/>
                  </a:lnTo>
                  <a:lnTo>
                    <a:pt x="559" y="1160"/>
                  </a:lnTo>
                  <a:lnTo>
                    <a:pt x="774" y="1117"/>
                  </a:lnTo>
                  <a:lnTo>
                    <a:pt x="988" y="988"/>
                  </a:lnTo>
                  <a:lnTo>
                    <a:pt x="1117" y="816"/>
                  </a:lnTo>
                  <a:lnTo>
                    <a:pt x="1160" y="601"/>
                  </a:lnTo>
                  <a:lnTo>
                    <a:pt x="1117" y="344"/>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6817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382477" y="688214"/>
            <a:ext cx="7704000" cy="572700"/>
          </a:xfrm>
          <a:prstGeom prst="rect">
            <a:avLst/>
          </a:prstGeom>
        </p:spPr>
        <p:txBody>
          <a:bodyPr spcFirstLastPara="1" wrap="square" lIns="91425" tIns="91425" rIns="91425" bIns="91425" anchor="t" anchorCtr="0">
            <a:noAutofit/>
          </a:bodyPr>
          <a:lstStyle/>
          <a:p>
            <a:pPr indent="-457200"/>
            <a:r>
              <a:rPr lang="es-AR" dirty="0"/>
              <a:t>Manifestaciones Extraarticulares</a:t>
            </a:r>
            <a:r>
              <a:rPr lang="en" dirty="0"/>
              <a:t> </a:t>
            </a:r>
            <a:endParaRPr lang="en" sz="3200" dirty="0">
              <a:solidFill>
                <a:schemeClr val="dk1"/>
              </a:solidFill>
            </a:endParaRPr>
          </a:p>
        </p:txBody>
      </p:sp>
      <p:sp>
        <p:nvSpPr>
          <p:cNvPr id="13603" name="Google Shape;13603;p38"/>
          <p:cNvSpPr txBox="1">
            <a:spLocks noGrp="1"/>
          </p:cNvSpPr>
          <p:nvPr>
            <p:ph type="body" idx="1"/>
          </p:nvPr>
        </p:nvSpPr>
        <p:spPr>
          <a:xfrm>
            <a:off x="311671" y="4399613"/>
            <a:ext cx="8172923" cy="572700"/>
          </a:xfrm>
          <a:prstGeom prst="rect">
            <a:avLst/>
          </a:prstGeom>
        </p:spPr>
        <p:txBody>
          <a:bodyPr spcFirstLastPara="1" wrap="square" lIns="91425" tIns="91425" rIns="91425" bIns="91425" anchor="b" anchorCtr="0">
            <a:noAutofit/>
          </a:bodyPr>
          <a:lstStyle/>
          <a:p>
            <a:pPr marL="0" indent="0">
              <a:buNone/>
            </a:pPr>
            <a:endParaRPr lang="es-AR" sz="2000" dirty="0">
              <a:solidFill>
                <a:schemeClr val="dk1"/>
              </a:solidFill>
            </a:endParaRPr>
          </a:p>
          <a:p>
            <a:pPr marL="0" indent="0">
              <a:buNone/>
            </a:pPr>
            <a:endParaRPr lang="es-AR" sz="2000" dirty="0">
              <a:solidFill>
                <a:schemeClr val="dk1"/>
              </a:solidFill>
            </a:endParaRPr>
          </a:p>
          <a:p>
            <a:pPr marL="0" indent="0">
              <a:buNone/>
            </a:pPr>
            <a:endParaRPr lang="es-AR" sz="2000" dirty="0">
              <a:solidFill>
                <a:schemeClr val="dk1"/>
              </a:solidFill>
            </a:endParaRPr>
          </a:p>
          <a:p>
            <a:pPr marL="0" indent="0">
              <a:buNone/>
            </a:pPr>
            <a:r>
              <a:rPr lang="es-AR" sz="1600" b="1" dirty="0">
                <a:solidFill>
                  <a:schemeClr val="dk1"/>
                </a:solidFill>
              </a:rPr>
              <a:t>GENERALES: </a:t>
            </a:r>
            <a:r>
              <a:rPr lang="es-AR" sz="1600" dirty="0">
                <a:solidFill>
                  <a:schemeClr val="dk1"/>
                </a:solidFill>
              </a:rPr>
              <a:t>pérdida de peso, astenia, fiebre, etc.</a:t>
            </a:r>
          </a:p>
          <a:p>
            <a:pPr marL="0" indent="0">
              <a:buNone/>
            </a:pPr>
            <a:r>
              <a:rPr lang="es-AR" sz="1600" b="1" dirty="0">
                <a:solidFill>
                  <a:schemeClr val="dk1"/>
                </a:solidFill>
              </a:rPr>
              <a:t>PIEL Y MUCOSAS: </a:t>
            </a:r>
            <a:r>
              <a:rPr lang="es-AR" sz="1600" dirty="0">
                <a:solidFill>
                  <a:schemeClr val="dk1"/>
                </a:solidFill>
              </a:rPr>
              <a:t>ampollas, aftas, </a:t>
            </a:r>
            <a:r>
              <a:rPr lang="es-AR" sz="1600" dirty="0" err="1">
                <a:solidFill>
                  <a:schemeClr val="dk1"/>
                </a:solidFill>
              </a:rPr>
              <a:t>rash</a:t>
            </a:r>
            <a:r>
              <a:rPr lang="es-AR" sz="1600" dirty="0">
                <a:solidFill>
                  <a:schemeClr val="dk1"/>
                </a:solidFill>
              </a:rPr>
              <a:t> mariposa, vasculitis, ulceras, nódulos subcutáneos, placa </a:t>
            </a:r>
            <a:r>
              <a:rPr lang="es-AR" sz="1600" dirty="0" err="1">
                <a:solidFill>
                  <a:schemeClr val="dk1"/>
                </a:solidFill>
              </a:rPr>
              <a:t>esclerodermica</a:t>
            </a:r>
            <a:r>
              <a:rPr lang="es-AR" sz="1600" dirty="0">
                <a:solidFill>
                  <a:schemeClr val="dk1"/>
                </a:solidFill>
              </a:rPr>
              <a:t>, tofos, pápulas </a:t>
            </a:r>
            <a:r>
              <a:rPr lang="es-AR" sz="1600" dirty="0" err="1">
                <a:solidFill>
                  <a:schemeClr val="dk1"/>
                </a:solidFill>
              </a:rPr>
              <a:t>Gottron</a:t>
            </a:r>
            <a:r>
              <a:rPr lang="es-AR" sz="1600" dirty="0">
                <a:solidFill>
                  <a:schemeClr val="dk1"/>
                </a:solidFill>
              </a:rPr>
              <a:t>, etc.</a:t>
            </a:r>
          </a:p>
          <a:p>
            <a:pPr marL="0" indent="0">
              <a:buNone/>
            </a:pPr>
            <a:r>
              <a:rPr lang="es-AR" sz="1600" b="1" dirty="0">
                <a:solidFill>
                  <a:schemeClr val="dk1"/>
                </a:solidFill>
              </a:rPr>
              <a:t>OJOS: </a:t>
            </a:r>
            <a:r>
              <a:rPr lang="es-AR" sz="1600" dirty="0" err="1">
                <a:solidFill>
                  <a:schemeClr val="dk1"/>
                </a:solidFill>
              </a:rPr>
              <a:t>iridociclitis</a:t>
            </a:r>
            <a:r>
              <a:rPr lang="es-AR" sz="1600" dirty="0">
                <a:solidFill>
                  <a:schemeClr val="dk1"/>
                </a:solidFill>
              </a:rPr>
              <a:t> (Reiter), conjuntivitis, erosiones corneales, xeroftalmía, etc.</a:t>
            </a:r>
          </a:p>
          <a:p>
            <a:pPr marL="0" indent="0">
              <a:buNone/>
            </a:pPr>
            <a:r>
              <a:rPr lang="es-AR" sz="1600" b="1" dirty="0">
                <a:solidFill>
                  <a:schemeClr val="dk1"/>
                </a:solidFill>
              </a:rPr>
              <a:t>MUSCULOS: </a:t>
            </a:r>
            <a:r>
              <a:rPr lang="es-AR" sz="1600" dirty="0">
                <a:solidFill>
                  <a:schemeClr val="dk1"/>
                </a:solidFill>
              </a:rPr>
              <a:t>atrofia, mialgias, etc.</a:t>
            </a:r>
          </a:p>
          <a:p>
            <a:pPr marL="0" indent="0">
              <a:buNone/>
            </a:pPr>
            <a:r>
              <a:rPr lang="es-AR" sz="1600" b="1" dirty="0">
                <a:solidFill>
                  <a:schemeClr val="dk1"/>
                </a:solidFill>
              </a:rPr>
              <a:t>CARDIOPULMONARES: </a:t>
            </a:r>
            <a:r>
              <a:rPr lang="es-AR" sz="1600" dirty="0" err="1">
                <a:solidFill>
                  <a:schemeClr val="dk1"/>
                </a:solidFill>
              </a:rPr>
              <a:t>serositis</a:t>
            </a:r>
            <a:r>
              <a:rPr lang="es-AR" sz="1600" dirty="0">
                <a:solidFill>
                  <a:schemeClr val="dk1"/>
                </a:solidFill>
              </a:rPr>
              <a:t>, pericarditis, enfermedades intersticiales pulmonares, nódulos, Raynaud (vascular), valvulopatía (FR), etc.</a:t>
            </a:r>
          </a:p>
          <a:p>
            <a:pPr marL="0" indent="0">
              <a:buNone/>
            </a:pPr>
            <a:r>
              <a:rPr lang="es-AR" sz="1600" b="1" dirty="0">
                <a:solidFill>
                  <a:schemeClr val="dk1"/>
                </a:solidFill>
              </a:rPr>
              <a:t>DIGESTIVAS: </a:t>
            </a:r>
            <a:r>
              <a:rPr lang="es-AR" sz="1600" dirty="0">
                <a:solidFill>
                  <a:schemeClr val="dk1"/>
                </a:solidFill>
              </a:rPr>
              <a:t>colitis ulcerosa, enfermedad Crohn, artritis enteropatías, disfagia, etc.</a:t>
            </a:r>
          </a:p>
          <a:p>
            <a:pPr marL="0" indent="0">
              <a:buNone/>
            </a:pPr>
            <a:r>
              <a:rPr lang="es-AR" sz="1600" b="1" dirty="0">
                <a:solidFill>
                  <a:schemeClr val="dk1"/>
                </a:solidFill>
              </a:rPr>
              <a:t>RENALES: </a:t>
            </a:r>
            <a:r>
              <a:rPr lang="es-AR" sz="1600" dirty="0">
                <a:solidFill>
                  <a:schemeClr val="dk1"/>
                </a:solidFill>
              </a:rPr>
              <a:t>nefritis </a:t>
            </a:r>
            <a:r>
              <a:rPr lang="es-AR" sz="1600" dirty="0" err="1">
                <a:solidFill>
                  <a:schemeClr val="dk1"/>
                </a:solidFill>
              </a:rPr>
              <a:t>lupica</a:t>
            </a:r>
            <a:r>
              <a:rPr lang="es-AR" sz="1600" dirty="0">
                <a:solidFill>
                  <a:schemeClr val="dk1"/>
                </a:solidFill>
              </a:rPr>
              <a:t>, glomerulonefritis, acidosis tubular, etc.</a:t>
            </a:r>
          </a:p>
          <a:p>
            <a:pPr marL="0" indent="0">
              <a:buNone/>
            </a:pPr>
            <a:endParaRPr lang="es-AR" sz="2000" dirty="0">
              <a:solidFill>
                <a:schemeClr val="dk1"/>
              </a:solidFill>
            </a:endParaRPr>
          </a:p>
          <a:p>
            <a:pPr marL="0" indent="0">
              <a:buNone/>
            </a:pPr>
            <a:r>
              <a:rPr lang="es-AR" sz="2000" dirty="0">
                <a:solidFill>
                  <a:schemeClr val="dk1"/>
                </a:solidFill>
              </a:rPr>
              <a:t> </a:t>
            </a:r>
          </a:p>
        </p:txBody>
      </p:sp>
      <p:grpSp>
        <p:nvGrpSpPr>
          <p:cNvPr id="2" name="Google Shape;23420;p78">
            <a:extLst>
              <a:ext uri="{FF2B5EF4-FFF2-40B4-BE49-F238E27FC236}">
                <a16:creationId xmlns:a16="http://schemas.microsoft.com/office/drawing/2014/main" id="{79771D58-75D9-C32F-68F5-E89AA1977821}"/>
              </a:ext>
            </a:extLst>
          </p:cNvPr>
          <p:cNvGrpSpPr/>
          <p:nvPr/>
        </p:nvGrpSpPr>
        <p:grpSpPr>
          <a:xfrm>
            <a:off x="7425601" y="-62670"/>
            <a:ext cx="1718399" cy="2133600"/>
            <a:chOff x="1002229" y="1542724"/>
            <a:chExt cx="1801525" cy="2849778"/>
          </a:xfrm>
        </p:grpSpPr>
        <p:sp>
          <p:nvSpPr>
            <p:cNvPr id="3" name="Google Shape;23421;p78">
              <a:extLst>
                <a:ext uri="{FF2B5EF4-FFF2-40B4-BE49-F238E27FC236}">
                  <a16:creationId xmlns:a16="http://schemas.microsoft.com/office/drawing/2014/main" id="{316789B4-3658-776D-6F38-C534EEEDEFBE}"/>
                </a:ext>
              </a:extLst>
            </p:cNvPr>
            <p:cNvSpPr/>
            <p:nvPr/>
          </p:nvSpPr>
          <p:spPr>
            <a:xfrm>
              <a:off x="1002229" y="1542724"/>
              <a:ext cx="1801525" cy="2849778"/>
            </a:xfrm>
            <a:custGeom>
              <a:avLst/>
              <a:gdLst/>
              <a:ahLst/>
              <a:cxnLst/>
              <a:rect l="l" t="t" r="r" b="b"/>
              <a:pathLst>
                <a:path w="71284" h="112762" extrusionOk="0">
                  <a:moveTo>
                    <a:pt x="33233" y="0"/>
                  </a:moveTo>
                  <a:cubicBezTo>
                    <a:pt x="24128" y="0"/>
                    <a:pt x="22128" y="6626"/>
                    <a:pt x="21469" y="8958"/>
                  </a:cubicBezTo>
                  <a:cubicBezTo>
                    <a:pt x="20788" y="11339"/>
                    <a:pt x="22134" y="12004"/>
                    <a:pt x="22096" y="14347"/>
                  </a:cubicBezTo>
                  <a:cubicBezTo>
                    <a:pt x="22057" y="16668"/>
                    <a:pt x="19404" y="18238"/>
                    <a:pt x="19567" y="19104"/>
                  </a:cubicBezTo>
                  <a:cubicBezTo>
                    <a:pt x="19709" y="19791"/>
                    <a:pt x="21158" y="19867"/>
                    <a:pt x="21807" y="19867"/>
                  </a:cubicBezTo>
                  <a:cubicBezTo>
                    <a:pt x="21992" y="19867"/>
                    <a:pt x="22112" y="19862"/>
                    <a:pt x="22112" y="19862"/>
                  </a:cubicBezTo>
                  <a:lnTo>
                    <a:pt x="22112" y="19862"/>
                  </a:lnTo>
                  <a:cubicBezTo>
                    <a:pt x="22499" y="20706"/>
                    <a:pt x="21447" y="21333"/>
                    <a:pt x="21431" y="21850"/>
                  </a:cubicBezTo>
                  <a:cubicBezTo>
                    <a:pt x="21414" y="22368"/>
                    <a:pt x="22079" y="22717"/>
                    <a:pt x="22079" y="22717"/>
                  </a:cubicBezTo>
                  <a:cubicBezTo>
                    <a:pt x="22079" y="22717"/>
                    <a:pt x="21431" y="23011"/>
                    <a:pt x="22079" y="23768"/>
                  </a:cubicBezTo>
                  <a:cubicBezTo>
                    <a:pt x="22722" y="24542"/>
                    <a:pt x="22112" y="24711"/>
                    <a:pt x="22079" y="26073"/>
                  </a:cubicBezTo>
                  <a:cubicBezTo>
                    <a:pt x="22047" y="27196"/>
                    <a:pt x="23447" y="27430"/>
                    <a:pt x="24973" y="27430"/>
                  </a:cubicBezTo>
                  <a:cubicBezTo>
                    <a:pt x="25327" y="27430"/>
                    <a:pt x="25692" y="27419"/>
                    <a:pt x="26041" y="27403"/>
                  </a:cubicBezTo>
                  <a:cubicBezTo>
                    <a:pt x="26144" y="27397"/>
                    <a:pt x="26242" y="27397"/>
                    <a:pt x="26340" y="27397"/>
                  </a:cubicBezTo>
                  <a:cubicBezTo>
                    <a:pt x="28030" y="27397"/>
                    <a:pt x="28929" y="28171"/>
                    <a:pt x="29343" y="30024"/>
                  </a:cubicBezTo>
                  <a:cubicBezTo>
                    <a:pt x="29806" y="31975"/>
                    <a:pt x="28329" y="32787"/>
                    <a:pt x="28329" y="32787"/>
                  </a:cubicBezTo>
                  <a:cubicBezTo>
                    <a:pt x="28329" y="32787"/>
                    <a:pt x="24809" y="33620"/>
                    <a:pt x="22243" y="34890"/>
                  </a:cubicBezTo>
                  <a:cubicBezTo>
                    <a:pt x="19682" y="36187"/>
                    <a:pt x="18646" y="36824"/>
                    <a:pt x="13813" y="37789"/>
                  </a:cubicBezTo>
                  <a:cubicBezTo>
                    <a:pt x="8964" y="38742"/>
                    <a:pt x="5994" y="46049"/>
                    <a:pt x="5923" y="53612"/>
                  </a:cubicBezTo>
                  <a:cubicBezTo>
                    <a:pt x="5863" y="61170"/>
                    <a:pt x="5351" y="63034"/>
                    <a:pt x="5182" y="67295"/>
                  </a:cubicBezTo>
                  <a:cubicBezTo>
                    <a:pt x="5019" y="71572"/>
                    <a:pt x="6179" y="74357"/>
                    <a:pt x="4277" y="79027"/>
                  </a:cubicBezTo>
                  <a:cubicBezTo>
                    <a:pt x="2398" y="83707"/>
                    <a:pt x="1014" y="95183"/>
                    <a:pt x="1351" y="100179"/>
                  </a:cubicBezTo>
                  <a:cubicBezTo>
                    <a:pt x="1662" y="105198"/>
                    <a:pt x="185" y="112298"/>
                    <a:pt x="0" y="112756"/>
                  </a:cubicBezTo>
                  <a:lnTo>
                    <a:pt x="6729" y="112756"/>
                  </a:lnTo>
                  <a:cubicBezTo>
                    <a:pt x="6729" y="112756"/>
                    <a:pt x="9923" y="103460"/>
                    <a:pt x="11138" y="101155"/>
                  </a:cubicBezTo>
                  <a:cubicBezTo>
                    <a:pt x="12358" y="98834"/>
                    <a:pt x="14091" y="88045"/>
                    <a:pt x="14037" y="86018"/>
                  </a:cubicBezTo>
                  <a:cubicBezTo>
                    <a:pt x="13960" y="84007"/>
                    <a:pt x="14587" y="75207"/>
                    <a:pt x="14941" y="74264"/>
                  </a:cubicBezTo>
                  <a:cubicBezTo>
                    <a:pt x="15181" y="73637"/>
                    <a:pt x="15955" y="59476"/>
                    <a:pt x="15955" y="59476"/>
                  </a:cubicBezTo>
                  <a:cubicBezTo>
                    <a:pt x="15955" y="59476"/>
                    <a:pt x="18554" y="72112"/>
                    <a:pt x="18592" y="77239"/>
                  </a:cubicBezTo>
                  <a:cubicBezTo>
                    <a:pt x="18608" y="82367"/>
                    <a:pt x="18298" y="86628"/>
                    <a:pt x="18074" y="89434"/>
                  </a:cubicBezTo>
                  <a:cubicBezTo>
                    <a:pt x="17851" y="92219"/>
                    <a:pt x="17006" y="96698"/>
                    <a:pt x="16914" y="98970"/>
                  </a:cubicBezTo>
                  <a:cubicBezTo>
                    <a:pt x="16821" y="101253"/>
                    <a:pt x="14609" y="105198"/>
                    <a:pt x="15693" y="112761"/>
                  </a:cubicBezTo>
                  <a:lnTo>
                    <a:pt x="55569" y="112761"/>
                  </a:lnTo>
                  <a:cubicBezTo>
                    <a:pt x="56659" y="105203"/>
                    <a:pt x="54446" y="101253"/>
                    <a:pt x="54354" y="98970"/>
                  </a:cubicBezTo>
                  <a:cubicBezTo>
                    <a:pt x="54261" y="96698"/>
                    <a:pt x="53433" y="92219"/>
                    <a:pt x="53193" y="89434"/>
                  </a:cubicBezTo>
                  <a:cubicBezTo>
                    <a:pt x="52970" y="86628"/>
                    <a:pt x="52654" y="82367"/>
                    <a:pt x="52692" y="77239"/>
                  </a:cubicBezTo>
                  <a:cubicBezTo>
                    <a:pt x="52713" y="72112"/>
                    <a:pt x="55313" y="59481"/>
                    <a:pt x="55313" y="59481"/>
                  </a:cubicBezTo>
                  <a:cubicBezTo>
                    <a:pt x="55313" y="59481"/>
                    <a:pt x="56086" y="73648"/>
                    <a:pt x="56326" y="74270"/>
                  </a:cubicBezTo>
                  <a:cubicBezTo>
                    <a:pt x="56675" y="75212"/>
                    <a:pt x="57301" y="84012"/>
                    <a:pt x="57231" y="86018"/>
                  </a:cubicBezTo>
                  <a:cubicBezTo>
                    <a:pt x="57176" y="88045"/>
                    <a:pt x="58909" y="98839"/>
                    <a:pt x="60124" y="101160"/>
                  </a:cubicBezTo>
                  <a:cubicBezTo>
                    <a:pt x="61345" y="103465"/>
                    <a:pt x="64554" y="112761"/>
                    <a:pt x="64554" y="112761"/>
                  </a:cubicBezTo>
                  <a:lnTo>
                    <a:pt x="71284" y="112761"/>
                  </a:lnTo>
                  <a:cubicBezTo>
                    <a:pt x="71082" y="112298"/>
                    <a:pt x="69605" y="105203"/>
                    <a:pt x="69938" y="100185"/>
                  </a:cubicBezTo>
                  <a:cubicBezTo>
                    <a:pt x="70248" y="95183"/>
                    <a:pt x="68870" y="83713"/>
                    <a:pt x="66984" y="79027"/>
                  </a:cubicBezTo>
                  <a:cubicBezTo>
                    <a:pt x="65088" y="74362"/>
                    <a:pt x="66249" y="71578"/>
                    <a:pt x="66085" y="67300"/>
                  </a:cubicBezTo>
                  <a:cubicBezTo>
                    <a:pt x="65916" y="63039"/>
                    <a:pt x="65638" y="59683"/>
                    <a:pt x="65568" y="52119"/>
                  </a:cubicBezTo>
                  <a:cubicBezTo>
                    <a:pt x="65513" y="44534"/>
                    <a:pt x="62336" y="37696"/>
                    <a:pt x="57487" y="36715"/>
                  </a:cubicBezTo>
                  <a:cubicBezTo>
                    <a:pt x="52654" y="35762"/>
                    <a:pt x="52049" y="34541"/>
                    <a:pt x="49482" y="33266"/>
                  </a:cubicBezTo>
                  <a:cubicBezTo>
                    <a:pt x="47842" y="32432"/>
                    <a:pt x="46262" y="31490"/>
                    <a:pt x="44742" y="30449"/>
                  </a:cubicBezTo>
                  <a:cubicBezTo>
                    <a:pt x="42251" y="29670"/>
                    <a:pt x="43156" y="27032"/>
                    <a:pt x="43156" y="24139"/>
                  </a:cubicBezTo>
                  <a:cubicBezTo>
                    <a:pt x="43156" y="21262"/>
                    <a:pt x="47363" y="19622"/>
                    <a:pt x="47858" y="12762"/>
                  </a:cubicBezTo>
                  <a:cubicBezTo>
                    <a:pt x="48360" y="5879"/>
                    <a:pt x="43712" y="365"/>
                    <a:pt x="33974" y="16"/>
                  </a:cubicBezTo>
                  <a:cubicBezTo>
                    <a:pt x="33718" y="5"/>
                    <a:pt x="33473" y="0"/>
                    <a:pt x="3323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3422;p78">
              <a:extLst>
                <a:ext uri="{FF2B5EF4-FFF2-40B4-BE49-F238E27FC236}">
                  <a16:creationId xmlns:a16="http://schemas.microsoft.com/office/drawing/2014/main" id="{F95B301A-3870-488A-6FFE-0FA498AB9260}"/>
                </a:ext>
              </a:extLst>
            </p:cNvPr>
            <p:cNvSpPr/>
            <p:nvPr/>
          </p:nvSpPr>
          <p:spPr>
            <a:xfrm>
              <a:off x="1586934" y="1597666"/>
              <a:ext cx="592312" cy="519173"/>
            </a:xfrm>
            <a:custGeom>
              <a:avLst/>
              <a:gdLst/>
              <a:ahLst/>
              <a:cxnLst/>
              <a:rect l="l" t="t" r="r" b="b"/>
              <a:pathLst>
                <a:path w="23437" h="20543" extrusionOk="0">
                  <a:moveTo>
                    <a:pt x="11144" y="0"/>
                  </a:moveTo>
                  <a:cubicBezTo>
                    <a:pt x="4392" y="0"/>
                    <a:pt x="605" y="2681"/>
                    <a:pt x="306" y="6621"/>
                  </a:cubicBezTo>
                  <a:cubicBezTo>
                    <a:pt x="0" y="10620"/>
                    <a:pt x="1815" y="11912"/>
                    <a:pt x="4376" y="11912"/>
                  </a:cubicBezTo>
                  <a:cubicBezTo>
                    <a:pt x="4621" y="11912"/>
                    <a:pt x="4877" y="11901"/>
                    <a:pt x="5139" y="11873"/>
                  </a:cubicBezTo>
                  <a:cubicBezTo>
                    <a:pt x="5139" y="11873"/>
                    <a:pt x="5362" y="11857"/>
                    <a:pt x="5656" y="11857"/>
                  </a:cubicBezTo>
                  <a:cubicBezTo>
                    <a:pt x="6234" y="11857"/>
                    <a:pt x="7073" y="11928"/>
                    <a:pt x="7073" y="12298"/>
                  </a:cubicBezTo>
                  <a:cubicBezTo>
                    <a:pt x="7073" y="12854"/>
                    <a:pt x="6888" y="14364"/>
                    <a:pt x="8125" y="14402"/>
                  </a:cubicBezTo>
                  <a:cubicBezTo>
                    <a:pt x="8539" y="14418"/>
                    <a:pt x="8926" y="14429"/>
                    <a:pt x="9258" y="14429"/>
                  </a:cubicBezTo>
                  <a:cubicBezTo>
                    <a:pt x="9923" y="14429"/>
                    <a:pt x="10375" y="14402"/>
                    <a:pt x="10375" y="14402"/>
                  </a:cubicBezTo>
                  <a:cubicBezTo>
                    <a:pt x="10375" y="14402"/>
                    <a:pt x="10724" y="16096"/>
                    <a:pt x="11465" y="16451"/>
                  </a:cubicBezTo>
                  <a:cubicBezTo>
                    <a:pt x="12201" y="16821"/>
                    <a:pt x="11906" y="17480"/>
                    <a:pt x="12130" y="17867"/>
                  </a:cubicBezTo>
                  <a:cubicBezTo>
                    <a:pt x="12348" y="18238"/>
                    <a:pt x="13236" y="18663"/>
                    <a:pt x="13585" y="19230"/>
                  </a:cubicBezTo>
                  <a:cubicBezTo>
                    <a:pt x="13939" y="19785"/>
                    <a:pt x="14086" y="20521"/>
                    <a:pt x="14674" y="20543"/>
                  </a:cubicBezTo>
                  <a:lnTo>
                    <a:pt x="14707" y="20543"/>
                  </a:lnTo>
                  <a:cubicBezTo>
                    <a:pt x="15301" y="20543"/>
                    <a:pt x="15759" y="20047"/>
                    <a:pt x="15377" y="19268"/>
                  </a:cubicBezTo>
                  <a:cubicBezTo>
                    <a:pt x="14969" y="18456"/>
                    <a:pt x="14582" y="17737"/>
                    <a:pt x="14843" y="17666"/>
                  </a:cubicBezTo>
                  <a:cubicBezTo>
                    <a:pt x="14854" y="17660"/>
                    <a:pt x="14860" y="17660"/>
                    <a:pt x="14871" y="17666"/>
                  </a:cubicBezTo>
                  <a:cubicBezTo>
                    <a:pt x="15099" y="17666"/>
                    <a:pt x="16009" y="17971"/>
                    <a:pt x="16985" y="17971"/>
                  </a:cubicBezTo>
                  <a:cubicBezTo>
                    <a:pt x="17562" y="17971"/>
                    <a:pt x="18162" y="17862"/>
                    <a:pt x="18663" y="17519"/>
                  </a:cubicBezTo>
                  <a:cubicBezTo>
                    <a:pt x="20064" y="16560"/>
                    <a:pt x="21998" y="15361"/>
                    <a:pt x="21077" y="12576"/>
                  </a:cubicBezTo>
                  <a:lnTo>
                    <a:pt x="21132" y="12576"/>
                  </a:lnTo>
                  <a:cubicBezTo>
                    <a:pt x="21437" y="12576"/>
                    <a:pt x="22984" y="12457"/>
                    <a:pt x="23197" y="10048"/>
                  </a:cubicBezTo>
                  <a:cubicBezTo>
                    <a:pt x="23436" y="7373"/>
                    <a:pt x="21851" y="807"/>
                    <a:pt x="13568" y="104"/>
                  </a:cubicBezTo>
                  <a:cubicBezTo>
                    <a:pt x="12724" y="33"/>
                    <a:pt x="11912" y="0"/>
                    <a:pt x="1114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3423;p78">
              <a:extLst>
                <a:ext uri="{FF2B5EF4-FFF2-40B4-BE49-F238E27FC236}">
                  <a16:creationId xmlns:a16="http://schemas.microsoft.com/office/drawing/2014/main" id="{2588BB62-A645-8B16-4F25-243222175D3C}"/>
                </a:ext>
              </a:extLst>
            </p:cNvPr>
            <p:cNvSpPr/>
            <p:nvPr/>
          </p:nvSpPr>
          <p:spPr>
            <a:xfrm>
              <a:off x="1915375" y="2556935"/>
              <a:ext cx="398547" cy="598251"/>
            </a:xfrm>
            <a:custGeom>
              <a:avLst/>
              <a:gdLst/>
              <a:ahLst/>
              <a:cxnLst/>
              <a:rect l="l" t="t" r="r" b="b"/>
              <a:pathLst>
                <a:path w="15770" h="23672" extrusionOk="0">
                  <a:moveTo>
                    <a:pt x="4833" y="6"/>
                  </a:moveTo>
                  <a:cubicBezTo>
                    <a:pt x="4131" y="6"/>
                    <a:pt x="2730" y="235"/>
                    <a:pt x="2267" y="1968"/>
                  </a:cubicBezTo>
                  <a:cubicBezTo>
                    <a:pt x="1657" y="4311"/>
                    <a:pt x="126" y="7226"/>
                    <a:pt x="905" y="10583"/>
                  </a:cubicBezTo>
                  <a:cubicBezTo>
                    <a:pt x="1662" y="13939"/>
                    <a:pt x="0" y="16871"/>
                    <a:pt x="1733" y="18718"/>
                  </a:cubicBezTo>
                  <a:cubicBezTo>
                    <a:pt x="3411" y="20516"/>
                    <a:pt x="7405" y="23671"/>
                    <a:pt x="11312" y="23671"/>
                  </a:cubicBezTo>
                  <a:cubicBezTo>
                    <a:pt x="11454" y="23671"/>
                    <a:pt x="11590" y="23666"/>
                    <a:pt x="11732" y="23660"/>
                  </a:cubicBezTo>
                  <a:cubicBezTo>
                    <a:pt x="15770" y="23420"/>
                    <a:pt x="15677" y="19879"/>
                    <a:pt x="14990" y="18533"/>
                  </a:cubicBezTo>
                  <a:cubicBezTo>
                    <a:pt x="14331" y="17187"/>
                    <a:pt x="12800" y="14310"/>
                    <a:pt x="12669" y="12631"/>
                  </a:cubicBezTo>
                  <a:cubicBezTo>
                    <a:pt x="12538" y="10970"/>
                    <a:pt x="10588" y="1733"/>
                    <a:pt x="5253" y="33"/>
                  </a:cubicBezTo>
                  <a:cubicBezTo>
                    <a:pt x="5117" y="12"/>
                    <a:pt x="4975" y="1"/>
                    <a:pt x="4833" y="6"/>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3424;p78">
              <a:extLst>
                <a:ext uri="{FF2B5EF4-FFF2-40B4-BE49-F238E27FC236}">
                  <a16:creationId xmlns:a16="http://schemas.microsoft.com/office/drawing/2014/main" id="{02551A54-73E3-B0AB-D5BE-69F05A29F090}"/>
                </a:ext>
              </a:extLst>
            </p:cNvPr>
            <p:cNvSpPr/>
            <p:nvPr/>
          </p:nvSpPr>
          <p:spPr>
            <a:xfrm>
              <a:off x="1457614" y="2541114"/>
              <a:ext cx="398977" cy="598225"/>
            </a:xfrm>
            <a:custGeom>
              <a:avLst/>
              <a:gdLst/>
              <a:ahLst/>
              <a:cxnLst/>
              <a:rect l="l" t="t" r="r" b="b"/>
              <a:pathLst>
                <a:path w="15787" h="23671" extrusionOk="0">
                  <a:moveTo>
                    <a:pt x="10970" y="0"/>
                  </a:moveTo>
                  <a:cubicBezTo>
                    <a:pt x="10822" y="0"/>
                    <a:pt x="10675" y="11"/>
                    <a:pt x="10534" y="33"/>
                  </a:cubicBezTo>
                  <a:cubicBezTo>
                    <a:pt x="5183" y="1733"/>
                    <a:pt x="3243" y="10953"/>
                    <a:pt x="3118" y="12631"/>
                  </a:cubicBezTo>
                  <a:cubicBezTo>
                    <a:pt x="2987" y="14293"/>
                    <a:pt x="1456" y="17186"/>
                    <a:pt x="775" y="18532"/>
                  </a:cubicBezTo>
                  <a:cubicBezTo>
                    <a:pt x="110" y="19862"/>
                    <a:pt x="1" y="23420"/>
                    <a:pt x="4038" y="23660"/>
                  </a:cubicBezTo>
                  <a:cubicBezTo>
                    <a:pt x="4175" y="23665"/>
                    <a:pt x="4316" y="23670"/>
                    <a:pt x="4458" y="23670"/>
                  </a:cubicBezTo>
                  <a:cubicBezTo>
                    <a:pt x="8370" y="23670"/>
                    <a:pt x="12381" y="20515"/>
                    <a:pt x="14054" y="18717"/>
                  </a:cubicBezTo>
                  <a:cubicBezTo>
                    <a:pt x="15786" y="16854"/>
                    <a:pt x="14108" y="13922"/>
                    <a:pt x="14882" y="10582"/>
                  </a:cubicBezTo>
                  <a:cubicBezTo>
                    <a:pt x="15661" y="7225"/>
                    <a:pt x="14130" y="4310"/>
                    <a:pt x="13498" y="1951"/>
                  </a:cubicBezTo>
                  <a:cubicBezTo>
                    <a:pt x="13046" y="234"/>
                    <a:pt x="11683" y="0"/>
                    <a:pt x="1097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425;p78">
              <a:extLst>
                <a:ext uri="{FF2B5EF4-FFF2-40B4-BE49-F238E27FC236}">
                  <a16:creationId xmlns:a16="http://schemas.microsoft.com/office/drawing/2014/main" id="{B35E2E12-090C-BF00-9733-E28FAE4B0773}"/>
                </a:ext>
              </a:extLst>
            </p:cNvPr>
            <p:cNvSpPr/>
            <p:nvPr/>
          </p:nvSpPr>
          <p:spPr>
            <a:xfrm>
              <a:off x="1836045" y="2217070"/>
              <a:ext cx="115698" cy="519198"/>
            </a:xfrm>
            <a:custGeom>
              <a:avLst/>
              <a:gdLst/>
              <a:ahLst/>
              <a:cxnLst/>
              <a:rect l="l" t="t" r="r" b="b"/>
              <a:pathLst>
                <a:path w="4578" h="20544" extrusionOk="0">
                  <a:moveTo>
                    <a:pt x="3210" y="1"/>
                  </a:moveTo>
                  <a:cubicBezTo>
                    <a:pt x="3210" y="1"/>
                    <a:pt x="2104" y="611"/>
                    <a:pt x="774" y="682"/>
                  </a:cubicBezTo>
                  <a:cubicBezTo>
                    <a:pt x="774" y="682"/>
                    <a:pt x="1663" y="9700"/>
                    <a:pt x="1237" y="13225"/>
                  </a:cubicBezTo>
                  <a:cubicBezTo>
                    <a:pt x="796" y="16767"/>
                    <a:pt x="1" y="18053"/>
                    <a:pt x="1" y="18053"/>
                  </a:cubicBezTo>
                  <a:cubicBezTo>
                    <a:pt x="17" y="18385"/>
                    <a:pt x="142" y="18484"/>
                    <a:pt x="289" y="18484"/>
                  </a:cubicBezTo>
                  <a:cubicBezTo>
                    <a:pt x="507" y="18484"/>
                    <a:pt x="774" y="18255"/>
                    <a:pt x="774" y="18255"/>
                  </a:cubicBezTo>
                  <a:lnTo>
                    <a:pt x="1368" y="17132"/>
                  </a:lnTo>
                  <a:cubicBezTo>
                    <a:pt x="1417" y="17132"/>
                    <a:pt x="1461" y="17127"/>
                    <a:pt x="1504" y="17127"/>
                  </a:cubicBezTo>
                  <a:cubicBezTo>
                    <a:pt x="2349" y="17127"/>
                    <a:pt x="2382" y="17612"/>
                    <a:pt x="2382" y="17612"/>
                  </a:cubicBezTo>
                  <a:lnTo>
                    <a:pt x="2197" y="18091"/>
                  </a:lnTo>
                  <a:lnTo>
                    <a:pt x="3946" y="20543"/>
                  </a:lnTo>
                  <a:lnTo>
                    <a:pt x="4578" y="18048"/>
                  </a:lnTo>
                  <a:cubicBezTo>
                    <a:pt x="4578" y="18048"/>
                    <a:pt x="2970" y="16375"/>
                    <a:pt x="3248" y="11874"/>
                  </a:cubicBezTo>
                  <a:cubicBezTo>
                    <a:pt x="3542" y="7395"/>
                    <a:pt x="3210" y="1"/>
                    <a:pt x="3210"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426;p78">
              <a:extLst>
                <a:ext uri="{FF2B5EF4-FFF2-40B4-BE49-F238E27FC236}">
                  <a16:creationId xmlns:a16="http://schemas.microsoft.com/office/drawing/2014/main" id="{BF72E2A4-521B-DEC1-9C50-237FAF9A7571}"/>
                </a:ext>
              </a:extLst>
            </p:cNvPr>
            <p:cNvSpPr/>
            <p:nvPr/>
          </p:nvSpPr>
          <p:spPr>
            <a:xfrm>
              <a:off x="1625348" y="3061652"/>
              <a:ext cx="645055" cy="415076"/>
            </a:xfrm>
            <a:custGeom>
              <a:avLst/>
              <a:gdLst/>
              <a:ahLst/>
              <a:cxnLst/>
              <a:rect l="l" t="t" r="r" b="b"/>
              <a:pathLst>
                <a:path w="25524" h="16424" extrusionOk="0">
                  <a:moveTo>
                    <a:pt x="18331" y="0"/>
                  </a:moveTo>
                  <a:cubicBezTo>
                    <a:pt x="15552" y="0"/>
                    <a:pt x="12511" y="1003"/>
                    <a:pt x="10975" y="1493"/>
                  </a:cubicBezTo>
                  <a:cubicBezTo>
                    <a:pt x="9411" y="1989"/>
                    <a:pt x="6736" y="1826"/>
                    <a:pt x="3989" y="2065"/>
                  </a:cubicBezTo>
                  <a:cubicBezTo>
                    <a:pt x="1238" y="2305"/>
                    <a:pt x="1" y="4060"/>
                    <a:pt x="633" y="4812"/>
                  </a:cubicBezTo>
                  <a:cubicBezTo>
                    <a:pt x="1259" y="5553"/>
                    <a:pt x="4098" y="4648"/>
                    <a:pt x="5482" y="6310"/>
                  </a:cubicBezTo>
                  <a:cubicBezTo>
                    <a:pt x="6883" y="7967"/>
                    <a:pt x="8746" y="8871"/>
                    <a:pt x="9814" y="9389"/>
                  </a:cubicBezTo>
                  <a:cubicBezTo>
                    <a:pt x="10147" y="9536"/>
                    <a:pt x="10702" y="9776"/>
                    <a:pt x="11329" y="10086"/>
                  </a:cubicBezTo>
                  <a:cubicBezTo>
                    <a:pt x="11694" y="10255"/>
                    <a:pt x="12081" y="10440"/>
                    <a:pt x="12490" y="10642"/>
                  </a:cubicBezTo>
                  <a:cubicBezTo>
                    <a:pt x="13579" y="11231"/>
                    <a:pt x="14702" y="11917"/>
                    <a:pt x="15290" y="12598"/>
                  </a:cubicBezTo>
                  <a:cubicBezTo>
                    <a:pt x="16435" y="13982"/>
                    <a:pt x="20402" y="15677"/>
                    <a:pt x="21933" y="16249"/>
                  </a:cubicBezTo>
                  <a:cubicBezTo>
                    <a:pt x="22200" y="16358"/>
                    <a:pt x="22489" y="16418"/>
                    <a:pt x="22783" y="16423"/>
                  </a:cubicBezTo>
                  <a:cubicBezTo>
                    <a:pt x="23824" y="16423"/>
                    <a:pt x="24527" y="15519"/>
                    <a:pt x="24810" y="13944"/>
                  </a:cubicBezTo>
                  <a:cubicBezTo>
                    <a:pt x="25175" y="11966"/>
                    <a:pt x="25050" y="8392"/>
                    <a:pt x="25284" y="5106"/>
                  </a:cubicBezTo>
                  <a:cubicBezTo>
                    <a:pt x="25524" y="1809"/>
                    <a:pt x="22739" y="387"/>
                    <a:pt x="22739" y="387"/>
                  </a:cubicBezTo>
                  <a:cubicBezTo>
                    <a:pt x="22739" y="387"/>
                    <a:pt x="21230" y="38"/>
                    <a:pt x="1840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427;p78">
              <a:extLst>
                <a:ext uri="{FF2B5EF4-FFF2-40B4-BE49-F238E27FC236}">
                  <a16:creationId xmlns:a16="http://schemas.microsoft.com/office/drawing/2014/main" id="{8F5A716E-F3CB-69D9-A863-7E338339230A}"/>
                </a:ext>
              </a:extLst>
            </p:cNvPr>
            <p:cNvSpPr/>
            <p:nvPr/>
          </p:nvSpPr>
          <p:spPr>
            <a:xfrm>
              <a:off x="1523727" y="3044441"/>
              <a:ext cx="358465" cy="579776"/>
            </a:xfrm>
            <a:custGeom>
              <a:avLst/>
              <a:gdLst/>
              <a:ahLst/>
              <a:cxnLst/>
              <a:rect l="l" t="t" r="r" b="b"/>
              <a:pathLst>
                <a:path w="14184" h="22941" extrusionOk="0">
                  <a:moveTo>
                    <a:pt x="10163" y="0"/>
                  </a:moveTo>
                  <a:lnTo>
                    <a:pt x="8190" y="1493"/>
                  </a:lnTo>
                  <a:cubicBezTo>
                    <a:pt x="7302" y="1199"/>
                    <a:pt x="6528" y="1074"/>
                    <a:pt x="5842" y="1074"/>
                  </a:cubicBezTo>
                  <a:cubicBezTo>
                    <a:pt x="4016" y="1074"/>
                    <a:pt x="2790" y="1984"/>
                    <a:pt x="1624" y="3133"/>
                  </a:cubicBezTo>
                  <a:cubicBezTo>
                    <a:pt x="0" y="4719"/>
                    <a:pt x="60" y="9569"/>
                    <a:pt x="2049" y="12260"/>
                  </a:cubicBezTo>
                  <a:cubicBezTo>
                    <a:pt x="4038" y="14952"/>
                    <a:pt x="8354" y="15748"/>
                    <a:pt x="10310" y="16118"/>
                  </a:cubicBezTo>
                  <a:cubicBezTo>
                    <a:pt x="12288" y="16483"/>
                    <a:pt x="11803" y="17442"/>
                    <a:pt x="11770" y="18238"/>
                  </a:cubicBezTo>
                  <a:cubicBezTo>
                    <a:pt x="11710" y="19028"/>
                    <a:pt x="8724" y="21131"/>
                    <a:pt x="8833" y="22074"/>
                  </a:cubicBezTo>
                  <a:cubicBezTo>
                    <a:pt x="8915" y="22886"/>
                    <a:pt x="9999" y="22940"/>
                    <a:pt x="10293" y="22940"/>
                  </a:cubicBezTo>
                  <a:lnTo>
                    <a:pt x="10364" y="22940"/>
                  </a:lnTo>
                  <a:cubicBezTo>
                    <a:pt x="10364" y="22940"/>
                    <a:pt x="10773" y="21889"/>
                    <a:pt x="11863" y="20695"/>
                  </a:cubicBezTo>
                  <a:cubicBezTo>
                    <a:pt x="12953" y="19475"/>
                    <a:pt x="14108" y="18630"/>
                    <a:pt x="14021" y="16837"/>
                  </a:cubicBezTo>
                  <a:cubicBezTo>
                    <a:pt x="13928" y="15067"/>
                    <a:pt x="12468" y="14533"/>
                    <a:pt x="12468" y="14533"/>
                  </a:cubicBezTo>
                  <a:cubicBezTo>
                    <a:pt x="12468" y="14533"/>
                    <a:pt x="14184" y="13922"/>
                    <a:pt x="13388" y="11786"/>
                  </a:cubicBezTo>
                  <a:cubicBezTo>
                    <a:pt x="12598" y="9645"/>
                    <a:pt x="8691" y="10958"/>
                    <a:pt x="8724" y="8893"/>
                  </a:cubicBezTo>
                  <a:cubicBezTo>
                    <a:pt x="8779" y="6844"/>
                    <a:pt x="7934" y="5329"/>
                    <a:pt x="9165" y="3744"/>
                  </a:cubicBezTo>
                  <a:cubicBezTo>
                    <a:pt x="10386" y="2180"/>
                    <a:pt x="11291" y="202"/>
                    <a:pt x="11291" y="202"/>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23428;p78">
              <a:extLst>
                <a:ext uri="{FF2B5EF4-FFF2-40B4-BE49-F238E27FC236}">
                  <a16:creationId xmlns:a16="http://schemas.microsoft.com/office/drawing/2014/main" id="{E17EDED3-77F7-A1E8-D999-6D7A4150CC09}"/>
                </a:ext>
              </a:extLst>
            </p:cNvPr>
            <p:cNvGrpSpPr/>
            <p:nvPr/>
          </p:nvGrpSpPr>
          <p:grpSpPr>
            <a:xfrm>
              <a:off x="1675337" y="3316550"/>
              <a:ext cx="437113" cy="383257"/>
              <a:chOff x="1675337" y="3316550"/>
              <a:chExt cx="437113" cy="383257"/>
            </a:xfrm>
          </p:grpSpPr>
          <p:sp>
            <p:nvSpPr>
              <p:cNvPr id="13" name="Google Shape;23429;p78">
                <a:extLst>
                  <a:ext uri="{FF2B5EF4-FFF2-40B4-BE49-F238E27FC236}">
                    <a16:creationId xmlns:a16="http://schemas.microsoft.com/office/drawing/2014/main" id="{8DBCCB8E-7019-9170-92AB-32D1FA51EE08}"/>
                  </a:ext>
                </a:extLst>
              </p:cNvPr>
              <p:cNvSpPr/>
              <p:nvPr/>
            </p:nvSpPr>
            <p:spPr>
              <a:xfrm>
                <a:off x="1948836" y="3389941"/>
                <a:ext cx="163614" cy="233998"/>
              </a:xfrm>
              <a:custGeom>
                <a:avLst/>
                <a:gdLst/>
                <a:ahLst/>
                <a:cxnLst/>
                <a:rect l="l" t="t" r="r" b="b"/>
                <a:pathLst>
                  <a:path w="6474" h="9259" extrusionOk="0">
                    <a:moveTo>
                      <a:pt x="3286" y="1"/>
                    </a:moveTo>
                    <a:cubicBezTo>
                      <a:pt x="2316" y="1"/>
                      <a:pt x="1052" y="273"/>
                      <a:pt x="594" y="1505"/>
                    </a:cubicBezTo>
                    <a:cubicBezTo>
                      <a:pt x="0" y="3096"/>
                      <a:pt x="1717" y="3940"/>
                      <a:pt x="1717" y="3940"/>
                    </a:cubicBezTo>
                    <a:cubicBezTo>
                      <a:pt x="1493" y="4496"/>
                      <a:pt x="1771" y="4845"/>
                      <a:pt x="1771" y="4845"/>
                    </a:cubicBezTo>
                    <a:cubicBezTo>
                      <a:pt x="1477" y="5401"/>
                      <a:pt x="1717" y="5673"/>
                      <a:pt x="1717" y="5673"/>
                    </a:cubicBezTo>
                    <a:cubicBezTo>
                      <a:pt x="1205" y="6109"/>
                      <a:pt x="916" y="6752"/>
                      <a:pt x="921" y="7428"/>
                    </a:cubicBezTo>
                    <a:cubicBezTo>
                      <a:pt x="921" y="8338"/>
                      <a:pt x="2049" y="9258"/>
                      <a:pt x="3428" y="9258"/>
                    </a:cubicBezTo>
                    <a:cubicBezTo>
                      <a:pt x="3836" y="9258"/>
                      <a:pt x="4234" y="9182"/>
                      <a:pt x="4610" y="9030"/>
                    </a:cubicBezTo>
                    <a:cubicBezTo>
                      <a:pt x="6474" y="8294"/>
                      <a:pt x="6179" y="6360"/>
                      <a:pt x="6141" y="3444"/>
                    </a:cubicBezTo>
                    <a:cubicBezTo>
                      <a:pt x="6109" y="513"/>
                      <a:pt x="4022" y="55"/>
                      <a:pt x="4022" y="55"/>
                    </a:cubicBezTo>
                    <a:cubicBezTo>
                      <a:pt x="3776" y="17"/>
                      <a:pt x="3531" y="1"/>
                      <a:pt x="32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430;p78">
                <a:extLst>
                  <a:ext uri="{FF2B5EF4-FFF2-40B4-BE49-F238E27FC236}">
                    <a16:creationId xmlns:a16="http://schemas.microsoft.com/office/drawing/2014/main" id="{001E217A-7303-27BD-93B8-87F31B911A03}"/>
                  </a:ext>
                </a:extLst>
              </p:cNvPr>
              <p:cNvSpPr/>
              <p:nvPr/>
            </p:nvSpPr>
            <p:spPr>
              <a:xfrm>
                <a:off x="1675337" y="3384988"/>
                <a:ext cx="163639" cy="234124"/>
              </a:xfrm>
              <a:custGeom>
                <a:avLst/>
                <a:gdLst/>
                <a:ahLst/>
                <a:cxnLst/>
                <a:rect l="l" t="t" r="r" b="b"/>
                <a:pathLst>
                  <a:path w="6475" h="9264" extrusionOk="0">
                    <a:moveTo>
                      <a:pt x="3139" y="0"/>
                    </a:moveTo>
                    <a:cubicBezTo>
                      <a:pt x="2910" y="0"/>
                      <a:pt x="2676" y="17"/>
                      <a:pt x="2453" y="44"/>
                    </a:cubicBezTo>
                    <a:cubicBezTo>
                      <a:pt x="2453" y="44"/>
                      <a:pt x="366" y="502"/>
                      <a:pt x="328" y="3433"/>
                    </a:cubicBezTo>
                    <a:cubicBezTo>
                      <a:pt x="295" y="6370"/>
                      <a:pt x="1" y="8305"/>
                      <a:pt x="1859" y="9046"/>
                    </a:cubicBezTo>
                    <a:cubicBezTo>
                      <a:pt x="2229" y="9187"/>
                      <a:pt x="2627" y="9264"/>
                      <a:pt x="3025" y="9264"/>
                    </a:cubicBezTo>
                    <a:cubicBezTo>
                      <a:pt x="4414" y="9264"/>
                      <a:pt x="5548" y="8337"/>
                      <a:pt x="5548" y="7422"/>
                    </a:cubicBezTo>
                    <a:cubicBezTo>
                      <a:pt x="5559" y="6752"/>
                      <a:pt x="5270" y="6109"/>
                      <a:pt x="4758" y="5673"/>
                    </a:cubicBezTo>
                    <a:cubicBezTo>
                      <a:pt x="4758" y="5673"/>
                      <a:pt x="4997" y="5411"/>
                      <a:pt x="4703" y="4861"/>
                    </a:cubicBezTo>
                    <a:cubicBezTo>
                      <a:pt x="4703" y="4861"/>
                      <a:pt x="4976" y="4507"/>
                      <a:pt x="4758" y="3940"/>
                    </a:cubicBezTo>
                    <a:cubicBezTo>
                      <a:pt x="4758" y="3940"/>
                      <a:pt x="6474" y="3106"/>
                      <a:pt x="5880" y="1521"/>
                    </a:cubicBezTo>
                    <a:cubicBezTo>
                      <a:pt x="5417" y="262"/>
                      <a:pt x="4115" y="0"/>
                      <a:pt x="3139"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431;p78">
                <a:extLst>
                  <a:ext uri="{FF2B5EF4-FFF2-40B4-BE49-F238E27FC236}">
                    <a16:creationId xmlns:a16="http://schemas.microsoft.com/office/drawing/2014/main" id="{B95F0DB3-3D9F-6967-8F12-204B27261B5D}"/>
                  </a:ext>
                </a:extLst>
              </p:cNvPr>
              <p:cNvSpPr/>
              <p:nvPr/>
            </p:nvSpPr>
            <p:spPr>
              <a:xfrm>
                <a:off x="1794193" y="3316550"/>
                <a:ext cx="199552" cy="383257"/>
              </a:xfrm>
              <a:custGeom>
                <a:avLst/>
                <a:gdLst/>
                <a:ahLst/>
                <a:cxnLst/>
                <a:rect l="l" t="t" r="r" b="b"/>
                <a:pathLst>
                  <a:path w="7896" h="15165" extrusionOk="0">
                    <a:moveTo>
                      <a:pt x="4648" y="0"/>
                    </a:moveTo>
                    <a:lnTo>
                      <a:pt x="4648" y="4191"/>
                    </a:lnTo>
                    <a:cubicBezTo>
                      <a:pt x="4648" y="4191"/>
                      <a:pt x="1733" y="6812"/>
                      <a:pt x="125" y="6959"/>
                    </a:cubicBezTo>
                    <a:lnTo>
                      <a:pt x="0" y="7563"/>
                    </a:lnTo>
                    <a:cubicBezTo>
                      <a:pt x="0" y="7563"/>
                      <a:pt x="2839" y="6719"/>
                      <a:pt x="4239" y="5558"/>
                    </a:cubicBezTo>
                    <a:lnTo>
                      <a:pt x="4239" y="5558"/>
                    </a:lnTo>
                    <a:cubicBezTo>
                      <a:pt x="4054" y="5722"/>
                      <a:pt x="1139" y="8283"/>
                      <a:pt x="55" y="8375"/>
                    </a:cubicBezTo>
                    <a:lnTo>
                      <a:pt x="550" y="8969"/>
                    </a:lnTo>
                    <a:cubicBezTo>
                      <a:pt x="550" y="8969"/>
                      <a:pt x="4169" y="7068"/>
                      <a:pt x="4299" y="6294"/>
                    </a:cubicBezTo>
                    <a:lnTo>
                      <a:pt x="4299" y="15165"/>
                    </a:lnTo>
                    <a:lnTo>
                      <a:pt x="5754" y="15165"/>
                    </a:lnTo>
                    <a:lnTo>
                      <a:pt x="5754" y="8081"/>
                    </a:lnTo>
                    <a:cubicBezTo>
                      <a:pt x="6283" y="8931"/>
                      <a:pt x="7187" y="8986"/>
                      <a:pt x="7416" y="8986"/>
                    </a:cubicBezTo>
                    <a:lnTo>
                      <a:pt x="7471" y="8986"/>
                    </a:lnTo>
                    <a:lnTo>
                      <a:pt x="7841" y="8577"/>
                    </a:lnTo>
                    <a:cubicBezTo>
                      <a:pt x="6713" y="8468"/>
                      <a:pt x="6217" y="7340"/>
                      <a:pt x="6217" y="7340"/>
                    </a:cubicBezTo>
                    <a:lnTo>
                      <a:pt x="6217" y="7340"/>
                    </a:lnTo>
                    <a:cubicBezTo>
                      <a:pt x="6768" y="7705"/>
                      <a:pt x="7405" y="7754"/>
                      <a:pt x="7716" y="7754"/>
                    </a:cubicBezTo>
                    <a:cubicBezTo>
                      <a:pt x="7825" y="7754"/>
                      <a:pt x="7896" y="7749"/>
                      <a:pt x="7896" y="7749"/>
                    </a:cubicBezTo>
                    <a:lnTo>
                      <a:pt x="7765" y="7155"/>
                    </a:lnTo>
                    <a:cubicBezTo>
                      <a:pt x="7667" y="7166"/>
                      <a:pt x="7569" y="7171"/>
                      <a:pt x="7471" y="7171"/>
                    </a:cubicBezTo>
                    <a:cubicBezTo>
                      <a:pt x="6081" y="7171"/>
                      <a:pt x="5792" y="5978"/>
                      <a:pt x="5792" y="5978"/>
                    </a:cubicBezTo>
                    <a:lnTo>
                      <a:pt x="5792" y="556"/>
                    </a:lnTo>
                    <a:cubicBezTo>
                      <a:pt x="5400" y="354"/>
                      <a:pt x="5013" y="175"/>
                      <a:pt x="4648"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Google Shape;23432;p78">
              <a:extLst>
                <a:ext uri="{FF2B5EF4-FFF2-40B4-BE49-F238E27FC236}">
                  <a16:creationId xmlns:a16="http://schemas.microsoft.com/office/drawing/2014/main" id="{5F88C68C-5498-53AE-DCB9-C4F3BE4740BF}"/>
                </a:ext>
              </a:extLst>
            </p:cNvPr>
            <p:cNvSpPr/>
            <p:nvPr/>
          </p:nvSpPr>
          <p:spPr>
            <a:xfrm>
              <a:off x="1512152" y="3450115"/>
              <a:ext cx="732650" cy="863056"/>
            </a:xfrm>
            <a:custGeom>
              <a:avLst/>
              <a:gdLst/>
              <a:ahLst/>
              <a:cxnLst/>
              <a:rect l="l" t="t" r="r" b="b"/>
              <a:pathLst>
                <a:path w="28990" h="34150" extrusionOk="0">
                  <a:moveTo>
                    <a:pt x="2235" y="1"/>
                  </a:moveTo>
                  <a:cubicBezTo>
                    <a:pt x="1968" y="6"/>
                    <a:pt x="1695" y="44"/>
                    <a:pt x="1439" y="121"/>
                  </a:cubicBezTo>
                  <a:cubicBezTo>
                    <a:pt x="1" y="508"/>
                    <a:pt x="1014" y="2061"/>
                    <a:pt x="1090" y="2796"/>
                  </a:cubicBezTo>
                  <a:cubicBezTo>
                    <a:pt x="1145" y="3515"/>
                    <a:pt x="1586" y="4698"/>
                    <a:pt x="1586" y="4698"/>
                  </a:cubicBezTo>
                  <a:cubicBezTo>
                    <a:pt x="1363" y="5657"/>
                    <a:pt x="2305" y="6981"/>
                    <a:pt x="2305" y="6981"/>
                  </a:cubicBezTo>
                  <a:cubicBezTo>
                    <a:pt x="1842" y="8180"/>
                    <a:pt x="2398" y="8736"/>
                    <a:pt x="2398" y="8736"/>
                  </a:cubicBezTo>
                  <a:cubicBezTo>
                    <a:pt x="1919" y="9509"/>
                    <a:pt x="2414" y="10915"/>
                    <a:pt x="2414" y="10915"/>
                  </a:cubicBezTo>
                  <a:cubicBezTo>
                    <a:pt x="1510" y="12686"/>
                    <a:pt x="2289" y="13830"/>
                    <a:pt x="2289" y="13830"/>
                  </a:cubicBezTo>
                  <a:cubicBezTo>
                    <a:pt x="1641" y="14713"/>
                    <a:pt x="1973" y="16282"/>
                    <a:pt x="1973" y="16282"/>
                  </a:cubicBezTo>
                  <a:cubicBezTo>
                    <a:pt x="938" y="17917"/>
                    <a:pt x="1826" y="19781"/>
                    <a:pt x="1826" y="19781"/>
                  </a:cubicBezTo>
                  <a:cubicBezTo>
                    <a:pt x="1494" y="21077"/>
                    <a:pt x="1733" y="22380"/>
                    <a:pt x="1733" y="22380"/>
                  </a:cubicBezTo>
                  <a:cubicBezTo>
                    <a:pt x="1401" y="24298"/>
                    <a:pt x="2213" y="24963"/>
                    <a:pt x="2213" y="24963"/>
                  </a:cubicBezTo>
                  <a:cubicBezTo>
                    <a:pt x="2360" y="27584"/>
                    <a:pt x="4937" y="27954"/>
                    <a:pt x="4937" y="27954"/>
                  </a:cubicBezTo>
                  <a:cubicBezTo>
                    <a:pt x="5395" y="28880"/>
                    <a:pt x="6125" y="29158"/>
                    <a:pt x="6839" y="29158"/>
                  </a:cubicBezTo>
                  <a:cubicBezTo>
                    <a:pt x="7907" y="29158"/>
                    <a:pt x="8942" y="28526"/>
                    <a:pt x="8942" y="28526"/>
                  </a:cubicBezTo>
                  <a:cubicBezTo>
                    <a:pt x="9286" y="28641"/>
                    <a:pt x="9645" y="28706"/>
                    <a:pt x="10010" y="28717"/>
                  </a:cubicBezTo>
                  <a:cubicBezTo>
                    <a:pt x="10893" y="28717"/>
                    <a:pt x="11138" y="28177"/>
                    <a:pt x="11710" y="27954"/>
                  </a:cubicBezTo>
                  <a:cubicBezTo>
                    <a:pt x="11923" y="27861"/>
                    <a:pt x="12152" y="27812"/>
                    <a:pt x="12386" y="27801"/>
                  </a:cubicBezTo>
                  <a:cubicBezTo>
                    <a:pt x="12811" y="27801"/>
                    <a:pt x="13127" y="28030"/>
                    <a:pt x="13274" y="28581"/>
                  </a:cubicBezTo>
                  <a:cubicBezTo>
                    <a:pt x="13498" y="29393"/>
                    <a:pt x="13111" y="30646"/>
                    <a:pt x="12942" y="31899"/>
                  </a:cubicBezTo>
                  <a:cubicBezTo>
                    <a:pt x="12778" y="33136"/>
                    <a:pt x="13574" y="34150"/>
                    <a:pt x="13574" y="34150"/>
                  </a:cubicBezTo>
                  <a:lnTo>
                    <a:pt x="15454" y="34150"/>
                  </a:lnTo>
                  <a:cubicBezTo>
                    <a:pt x="15416" y="34150"/>
                    <a:pt x="15269" y="34111"/>
                    <a:pt x="15912" y="33005"/>
                  </a:cubicBezTo>
                  <a:cubicBezTo>
                    <a:pt x="16615" y="31823"/>
                    <a:pt x="15655" y="30679"/>
                    <a:pt x="16560" y="29240"/>
                  </a:cubicBezTo>
                  <a:cubicBezTo>
                    <a:pt x="17465" y="27801"/>
                    <a:pt x="17410" y="25976"/>
                    <a:pt x="17410" y="25976"/>
                  </a:cubicBezTo>
                  <a:cubicBezTo>
                    <a:pt x="17851" y="23540"/>
                    <a:pt x="16707" y="23470"/>
                    <a:pt x="15786" y="22434"/>
                  </a:cubicBezTo>
                  <a:cubicBezTo>
                    <a:pt x="15388" y="22009"/>
                    <a:pt x="14773" y="21884"/>
                    <a:pt x="14184" y="21884"/>
                  </a:cubicBezTo>
                  <a:cubicBezTo>
                    <a:pt x="13661" y="21895"/>
                    <a:pt x="13138" y="21971"/>
                    <a:pt x="12631" y="22124"/>
                  </a:cubicBezTo>
                  <a:cubicBezTo>
                    <a:pt x="12419" y="22042"/>
                    <a:pt x="12201" y="21998"/>
                    <a:pt x="11977" y="21993"/>
                  </a:cubicBezTo>
                  <a:cubicBezTo>
                    <a:pt x="11525" y="21977"/>
                    <a:pt x="11122" y="22254"/>
                    <a:pt x="10969" y="22674"/>
                  </a:cubicBezTo>
                  <a:cubicBezTo>
                    <a:pt x="10828" y="22625"/>
                    <a:pt x="10681" y="22598"/>
                    <a:pt x="10533" y="22598"/>
                  </a:cubicBezTo>
                  <a:cubicBezTo>
                    <a:pt x="9781" y="22598"/>
                    <a:pt x="9144" y="23213"/>
                    <a:pt x="9144" y="23213"/>
                  </a:cubicBezTo>
                  <a:cubicBezTo>
                    <a:pt x="9089" y="22837"/>
                    <a:pt x="8779" y="22734"/>
                    <a:pt x="8452" y="22734"/>
                  </a:cubicBezTo>
                  <a:cubicBezTo>
                    <a:pt x="8158" y="22745"/>
                    <a:pt x="7869" y="22805"/>
                    <a:pt x="7596" y="22903"/>
                  </a:cubicBezTo>
                  <a:cubicBezTo>
                    <a:pt x="7667" y="22036"/>
                    <a:pt x="6877" y="21720"/>
                    <a:pt x="6877" y="21720"/>
                  </a:cubicBezTo>
                  <a:cubicBezTo>
                    <a:pt x="7542" y="20467"/>
                    <a:pt x="6599" y="19639"/>
                    <a:pt x="6599" y="19639"/>
                  </a:cubicBezTo>
                  <a:cubicBezTo>
                    <a:pt x="7689" y="18070"/>
                    <a:pt x="7024" y="16266"/>
                    <a:pt x="7024" y="16266"/>
                  </a:cubicBezTo>
                  <a:cubicBezTo>
                    <a:pt x="7487" y="14402"/>
                    <a:pt x="6452" y="13367"/>
                    <a:pt x="6452" y="13367"/>
                  </a:cubicBezTo>
                  <a:cubicBezTo>
                    <a:pt x="7558" y="11890"/>
                    <a:pt x="6251" y="10528"/>
                    <a:pt x="6251" y="10528"/>
                  </a:cubicBezTo>
                  <a:cubicBezTo>
                    <a:pt x="6670" y="10120"/>
                    <a:pt x="6523" y="9231"/>
                    <a:pt x="6490" y="9013"/>
                  </a:cubicBezTo>
                  <a:lnTo>
                    <a:pt x="6490" y="9013"/>
                  </a:lnTo>
                  <a:cubicBezTo>
                    <a:pt x="6665" y="9983"/>
                    <a:pt x="7733" y="10049"/>
                    <a:pt x="8032" y="10049"/>
                  </a:cubicBezTo>
                  <a:lnTo>
                    <a:pt x="8109" y="10049"/>
                  </a:lnTo>
                  <a:cubicBezTo>
                    <a:pt x="8196" y="10899"/>
                    <a:pt x="9280" y="11002"/>
                    <a:pt x="9814" y="11002"/>
                  </a:cubicBezTo>
                  <a:cubicBezTo>
                    <a:pt x="9989" y="11002"/>
                    <a:pt x="10103" y="10991"/>
                    <a:pt x="10103" y="10991"/>
                  </a:cubicBezTo>
                  <a:cubicBezTo>
                    <a:pt x="10272" y="11743"/>
                    <a:pt x="10735" y="11934"/>
                    <a:pt x="11166" y="11934"/>
                  </a:cubicBezTo>
                  <a:cubicBezTo>
                    <a:pt x="11476" y="11923"/>
                    <a:pt x="11781" y="11847"/>
                    <a:pt x="12059" y="11711"/>
                  </a:cubicBezTo>
                  <a:cubicBezTo>
                    <a:pt x="12479" y="12119"/>
                    <a:pt x="13013" y="12245"/>
                    <a:pt x="13525" y="12245"/>
                  </a:cubicBezTo>
                  <a:cubicBezTo>
                    <a:pt x="14413" y="12245"/>
                    <a:pt x="15230" y="11858"/>
                    <a:pt x="15230" y="11858"/>
                  </a:cubicBezTo>
                  <a:cubicBezTo>
                    <a:pt x="15454" y="12076"/>
                    <a:pt x="15759" y="12196"/>
                    <a:pt x="16070" y="12179"/>
                  </a:cubicBezTo>
                  <a:cubicBezTo>
                    <a:pt x="16963" y="12179"/>
                    <a:pt x="17977" y="11471"/>
                    <a:pt x="17977" y="11471"/>
                  </a:cubicBezTo>
                  <a:cubicBezTo>
                    <a:pt x="18173" y="11536"/>
                    <a:pt x="18369" y="11569"/>
                    <a:pt x="18571" y="11569"/>
                  </a:cubicBezTo>
                  <a:cubicBezTo>
                    <a:pt x="19699" y="11569"/>
                    <a:pt x="19987" y="10387"/>
                    <a:pt x="19987" y="10387"/>
                  </a:cubicBezTo>
                  <a:lnTo>
                    <a:pt x="20031" y="10387"/>
                  </a:lnTo>
                  <a:cubicBezTo>
                    <a:pt x="21617" y="10387"/>
                    <a:pt x="21927" y="9297"/>
                    <a:pt x="21927" y="9297"/>
                  </a:cubicBezTo>
                  <a:cubicBezTo>
                    <a:pt x="22123" y="9362"/>
                    <a:pt x="22331" y="9400"/>
                    <a:pt x="22538" y="9406"/>
                  </a:cubicBezTo>
                  <a:cubicBezTo>
                    <a:pt x="22946" y="9406"/>
                    <a:pt x="23066" y="9188"/>
                    <a:pt x="23110" y="9052"/>
                  </a:cubicBezTo>
                  <a:lnTo>
                    <a:pt x="23110" y="9052"/>
                  </a:lnTo>
                  <a:cubicBezTo>
                    <a:pt x="22924" y="10365"/>
                    <a:pt x="23753" y="10583"/>
                    <a:pt x="23753" y="10583"/>
                  </a:cubicBezTo>
                  <a:cubicBezTo>
                    <a:pt x="23382" y="11945"/>
                    <a:pt x="23458" y="13018"/>
                    <a:pt x="23458" y="13018"/>
                  </a:cubicBezTo>
                  <a:cubicBezTo>
                    <a:pt x="22554" y="15307"/>
                    <a:pt x="24031" y="16212"/>
                    <a:pt x="24031" y="16212"/>
                  </a:cubicBezTo>
                  <a:cubicBezTo>
                    <a:pt x="22941" y="17574"/>
                    <a:pt x="23753" y="18903"/>
                    <a:pt x="23753" y="18903"/>
                  </a:cubicBezTo>
                  <a:cubicBezTo>
                    <a:pt x="23344" y="19514"/>
                    <a:pt x="23529" y="21377"/>
                    <a:pt x="23529" y="21377"/>
                  </a:cubicBezTo>
                  <a:cubicBezTo>
                    <a:pt x="22995" y="21982"/>
                    <a:pt x="22723" y="23257"/>
                    <a:pt x="22723" y="23257"/>
                  </a:cubicBezTo>
                  <a:cubicBezTo>
                    <a:pt x="20892" y="24031"/>
                    <a:pt x="20985" y="25655"/>
                    <a:pt x="20985" y="25655"/>
                  </a:cubicBezTo>
                  <a:cubicBezTo>
                    <a:pt x="21099" y="25704"/>
                    <a:pt x="21197" y="25785"/>
                    <a:pt x="21263" y="25894"/>
                  </a:cubicBezTo>
                  <a:cubicBezTo>
                    <a:pt x="21524" y="26281"/>
                    <a:pt x="22167" y="26706"/>
                    <a:pt x="22167" y="26706"/>
                  </a:cubicBezTo>
                  <a:cubicBezTo>
                    <a:pt x="21448" y="27039"/>
                    <a:pt x="20805" y="29398"/>
                    <a:pt x="20598" y="29970"/>
                  </a:cubicBezTo>
                  <a:cubicBezTo>
                    <a:pt x="20543" y="30134"/>
                    <a:pt x="20609" y="30210"/>
                    <a:pt x="20734" y="30210"/>
                  </a:cubicBezTo>
                  <a:cubicBezTo>
                    <a:pt x="21061" y="30210"/>
                    <a:pt x="21824" y="29692"/>
                    <a:pt x="22020" y="28864"/>
                  </a:cubicBezTo>
                  <a:cubicBezTo>
                    <a:pt x="22314" y="27736"/>
                    <a:pt x="23126" y="27333"/>
                    <a:pt x="23126" y="27333"/>
                  </a:cubicBezTo>
                  <a:cubicBezTo>
                    <a:pt x="23513" y="28194"/>
                    <a:pt x="24140" y="28466"/>
                    <a:pt x="24793" y="28466"/>
                  </a:cubicBezTo>
                  <a:cubicBezTo>
                    <a:pt x="25507" y="28466"/>
                    <a:pt x="26248" y="28145"/>
                    <a:pt x="26744" y="27921"/>
                  </a:cubicBezTo>
                  <a:cubicBezTo>
                    <a:pt x="27681" y="27496"/>
                    <a:pt x="27589" y="25355"/>
                    <a:pt x="27589" y="25355"/>
                  </a:cubicBezTo>
                  <a:cubicBezTo>
                    <a:pt x="27589" y="25355"/>
                    <a:pt x="27905" y="25230"/>
                    <a:pt x="28439" y="23731"/>
                  </a:cubicBezTo>
                  <a:cubicBezTo>
                    <a:pt x="28989" y="22260"/>
                    <a:pt x="28215" y="21154"/>
                    <a:pt x="28215" y="21154"/>
                  </a:cubicBezTo>
                  <a:cubicBezTo>
                    <a:pt x="28864" y="19159"/>
                    <a:pt x="27790" y="17999"/>
                    <a:pt x="27790" y="17999"/>
                  </a:cubicBezTo>
                  <a:cubicBezTo>
                    <a:pt x="28733" y="16429"/>
                    <a:pt x="27774" y="15045"/>
                    <a:pt x="27774" y="15045"/>
                  </a:cubicBezTo>
                  <a:cubicBezTo>
                    <a:pt x="28570" y="13700"/>
                    <a:pt x="27698" y="12408"/>
                    <a:pt x="27698" y="12408"/>
                  </a:cubicBezTo>
                  <a:cubicBezTo>
                    <a:pt x="28493" y="11264"/>
                    <a:pt x="27921" y="9771"/>
                    <a:pt x="27921" y="9771"/>
                  </a:cubicBezTo>
                  <a:cubicBezTo>
                    <a:pt x="28935" y="8294"/>
                    <a:pt x="27976" y="7335"/>
                    <a:pt x="27976" y="7335"/>
                  </a:cubicBezTo>
                  <a:cubicBezTo>
                    <a:pt x="27976" y="7335"/>
                    <a:pt x="28602" y="7155"/>
                    <a:pt x="28531" y="5145"/>
                  </a:cubicBezTo>
                  <a:cubicBezTo>
                    <a:pt x="28482" y="3417"/>
                    <a:pt x="26913" y="3297"/>
                    <a:pt x="26472" y="3297"/>
                  </a:cubicBezTo>
                  <a:cubicBezTo>
                    <a:pt x="26395" y="3297"/>
                    <a:pt x="26352" y="3297"/>
                    <a:pt x="26352" y="3297"/>
                  </a:cubicBezTo>
                  <a:cubicBezTo>
                    <a:pt x="25976" y="2894"/>
                    <a:pt x="25611" y="2753"/>
                    <a:pt x="25289" y="2753"/>
                  </a:cubicBezTo>
                  <a:cubicBezTo>
                    <a:pt x="24532" y="2753"/>
                    <a:pt x="23998" y="3537"/>
                    <a:pt x="23998" y="3537"/>
                  </a:cubicBezTo>
                  <a:cubicBezTo>
                    <a:pt x="23894" y="3510"/>
                    <a:pt x="23796" y="3494"/>
                    <a:pt x="23693" y="3494"/>
                  </a:cubicBezTo>
                  <a:cubicBezTo>
                    <a:pt x="22614" y="3494"/>
                    <a:pt x="21764" y="5014"/>
                    <a:pt x="21764" y="5014"/>
                  </a:cubicBezTo>
                  <a:lnTo>
                    <a:pt x="21688" y="5014"/>
                  </a:lnTo>
                  <a:cubicBezTo>
                    <a:pt x="20527" y="5014"/>
                    <a:pt x="20603" y="5826"/>
                    <a:pt x="20603" y="5826"/>
                  </a:cubicBezTo>
                  <a:cubicBezTo>
                    <a:pt x="20402" y="5771"/>
                    <a:pt x="20189" y="5744"/>
                    <a:pt x="19982" y="5744"/>
                  </a:cubicBezTo>
                  <a:cubicBezTo>
                    <a:pt x="19306" y="5733"/>
                    <a:pt x="18680" y="6098"/>
                    <a:pt x="18353" y="6692"/>
                  </a:cubicBezTo>
                  <a:cubicBezTo>
                    <a:pt x="18113" y="6567"/>
                    <a:pt x="17846" y="6501"/>
                    <a:pt x="17579" y="6501"/>
                  </a:cubicBezTo>
                  <a:cubicBezTo>
                    <a:pt x="16669" y="6501"/>
                    <a:pt x="16102" y="7302"/>
                    <a:pt x="16102" y="7302"/>
                  </a:cubicBezTo>
                  <a:cubicBezTo>
                    <a:pt x="15868" y="7237"/>
                    <a:pt x="15628" y="7204"/>
                    <a:pt x="15383" y="7204"/>
                  </a:cubicBezTo>
                  <a:cubicBezTo>
                    <a:pt x="14364" y="7204"/>
                    <a:pt x="13819" y="7815"/>
                    <a:pt x="13819" y="7815"/>
                  </a:cubicBezTo>
                  <a:cubicBezTo>
                    <a:pt x="13312" y="7155"/>
                    <a:pt x="12718" y="6965"/>
                    <a:pt x="12206" y="6965"/>
                  </a:cubicBezTo>
                  <a:cubicBezTo>
                    <a:pt x="11770" y="6970"/>
                    <a:pt x="11334" y="7095"/>
                    <a:pt x="10958" y="7319"/>
                  </a:cubicBezTo>
                  <a:cubicBezTo>
                    <a:pt x="10920" y="6382"/>
                    <a:pt x="10179" y="6234"/>
                    <a:pt x="9722" y="6234"/>
                  </a:cubicBezTo>
                  <a:cubicBezTo>
                    <a:pt x="9596" y="6234"/>
                    <a:pt x="9476" y="6245"/>
                    <a:pt x="9351" y="6267"/>
                  </a:cubicBezTo>
                  <a:cubicBezTo>
                    <a:pt x="9188" y="5215"/>
                    <a:pt x="7580" y="5030"/>
                    <a:pt x="7580" y="5030"/>
                  </a:cubicBezTo>
                  <a:cubicBezTo>
                    <a:pt x="8098" y="3761"/>
                    <a:pt x="6681" y="3319"/>
                    <a:pt x="6681" y="3319"/>
                  </a:cubicBezTo>
                  <a:cubicBezTo>
                    <a:pt x="6736" y="2175"/>
                    <a:pt x="5591" y="1804"/>
                    <a:pt x="5591" y="1804"/>
                  </a:cubicBezTo>
                  <a:cubicBezTo>
                    <a:pt x="5417" y="578"/>
                    <a:pt x="4768" y="300"/>
                    <a:pt x="4229" y="300"/>
                  </a:cubicBezTo>
                  <a:cubicBezTo>
                    <a:pt x="3951" y="306"/>
                    <a:pt x="3679" y="366"/>
                    <a:pt x="3428" y="475"/>
                  </a:cubicBezTo>
                  <a:cubicBezTo>
                    <a:pt x="3428" y="475"/>
                    <a:pt x="3085" y="1"/>
                    <a:pt x="22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433;p78">
              <a:extLst>
                <a:ext uri="{FF2B5EF4-FFF2-40B4-BE49-F238E27FC236}">
                  <a16:creationId xmlns:a16="http://schemas.microsoft.com/office/drawing/2014/main" id="{3EECB577-3E1E-1DD5-2589-A28EF54E822A}"/>
                </a:ext>
              </a:extLst>
            </p:cNvPr>
            <p:cNvSpPr/>
            <p:nvPr/>
          </p:nvSpPr>
          <p:spPr>
            <a:xfrm>
              <a:off x="1727524" y="2620015"/>
              <a:ext cx="283861" cy="436153"/>
            </a:xfrm>
            <a:custGeom>
              <a:avLst/>
              <a:gdLst/>
              <a:ahLst/>
              <a:cxnLst/>
              <a:rect l="l" t="t" r="r" b="b"/>
              <a:pathLst>
                <a:path w="11232" h="17258" extrusionOk="0">
                  <a:moveTo>
                    <a:pt x="6136" y="0"/>
                  </a:moveTo>
                  <a:cubicBezTo>
                    <a:pt x="6125" y="0"/>
                    <a:pt x="6115" y="0"/>
                    <a:pt x="6109" y="6"/>
                  </a:cubicBezTo>
                  <a:cubicBezTo>
                    <a:pt x="6033" y="60"/>
                    <a:pt x="5564" y="872"/>
                    <a:pt x="5504" y="1172"/>
                  </a:cubicBezTo>
                  <a:cubicBezTo>
                    <a:pt x="5472" y="1357"/>
                    <a:pt x="5292" y="1412"/>
                    <a:pt x="5117" y="1412"/>
                  </a:cubicBezTo>
                  <a:cubicBezTo>
                    <a:pt x="5008" y="1412"/>
                    <a:pt x="4905" y="1395"/>
                    <a:pt x="4807" y="1363"/>
                  </a:cubicBezTo>
                  <a:cubicBezTo>
                    <a:pt x="4676" y="1324"/>
                    <a:pt x="4676" y="98"/>
                    <a:pt x="4676" y="98"/>
                  </a:cubicBezTo>
                  <a:cubicBezTo>
                    <a:pt x="4109" y="98"/>
                    <a:pt x="3543" y="551"/>
                    <a:pt x="3543" y="551"/>
                  </a:cubicBezTo>
                  <a:lnTo>
                    <a:pt x="3733" y="1608"/>
                  </a:lnTo>
                  <a:cubicBezTo>
                    <a:pt x="3205" y="2060"/>
                    <a:pt x="3412" y="2491"/>
                    <a:pt x="3412" y="2491"/>
                  </a:cubicBezTo>
                  <a:cubicBezTo>
                    <a:pt x="2676" y="3035"/>
                    <a:pt x="2791" y="4223"/>
                    <a:pt x="2355" y="4223"/>
                  </a:cubicBezTo>
                  <a:cubicBezTo>
                    <a:pt x="1968" y="4207"/>
                    <a:pt x="1973" y="4027"/>
                    <a:pt x="1843" y="4027"/>
                  </a:cubicBezTo>
                  <a:cubicBezTo>
                    <a:pt x="1826" y="4027"/>
                    <a:pt x="1810" y="4033"/>
                    <a:pt x="1788" y="4038"/>
                  </a:cubicBezTo>
                  <a:cubicBezTo>
                    <a:pt x="1619" y="4114"/>
                    <a:pt x="1374" y="4360"/>
                    <a:pt x="1586" y="4507"/>
                  </a:cubicBezTo>
                  <a:cubicBezTo>
                    <a:pt x="1772" y="4676"/>
                    <a:pt x="1603" y="4676"/>
                    <a:pt x="1379" y="4959"/>
                  </a:cubicBezTo>
                  <a:cubicBezTo>
                    <a:pt x="1134" y="5242"/>
                    <a:pt x="1646" y="5809"/>
                    <a:pt x="1832" y="5885"/>
                  </a:cubicBezTo>
                  <a:cubicBezTo>
                    <a:pt x="1848" y="5885"/>
                    <a:pt x="1859" y="5891"/>
                    <a:pt x="1870" y="5885"/>
                  </a:cubicBezTo>
                  <a:cubicBezTo>
                    <a:pt x="2120" y="5885"/>
                    <a:pt x="2965" y="5449"/>
                    <a:pt x="2965" y="5449"/>
                  </a:cubicBezTo>
                  <a:lnTo>
                    <a:pt x="2965" y="5449"/>
                  </a:lnTo>
                  <a:cubicBezTo>
                    <a:pt x="2731" y="5940"/>
                    <a:pt x="2769" y="6621"/>
                    <a:pt x="2769" y="6621"/>
                  </a:cubicBezTo>
                  <a:cubicBezTo>
                    <a:pt x="2769" y="6621"/>
                    <a:pt x="2622" y="6212"/>
                    <a:pt x="2268" y="6212"/>
                  </a:cubicBezTo>
                  <a:cubicBezTo>
                    <a:pt x="2186" y="6212"/>
                    <a:pt x="2104" y="6229"/>
                    <a:pt x="2033" y="6261"/>
                  </a:cubicBezTo>
                  <a:cubicBezTo>
                    <a:pt x="1505" y="6468"/>
                    <a:pt x="1488" y="6866"/>
                    <a:pt x="1488" y="6866"/>
                  </a:cubicBezTo>
                  <a:cubicBezTo>
                    <a:pt x="1864" y="6882"/>
                    <a:pt x="2017" y="7258"/>
                    <a:pt x="2017" y="7258"/>
                  </a:cubicBezTo>
                  <a:cubicBezTo>
                    <a:pt x="1" y="10631"/>
                    <a:pt x="1" y="15890"/>
                    <a:pt x="682" y="16647"/>
                  </a:cubicBezTo>
                  <a:cubicBezTo>
                    <a:pt x="1069" y="17056"/>
                    <a:pt x="1565" y="17257"/>
                    <a:pt x="2295" y="17257"/>
                  </a:cubicBezTo>
                  <a:cubicBezTo>
                    <a:pt x="2867" y="17257"/>
                    <a:pt x="3586" y="17126"/>
                    <a:pt x="4507" y="16870"/>
                  </a:cubicBezTo>
                  <a:cubicBezTo>
                    <a:pt x="6599" y="16266"/>
                    <a:pt x="10043" y="13835"/>
                    <a:pt x="10632" y="11329"/>
                  </a:cubicBezTo>
                  <a:cubicBezTo>
                    <a:pt x="11231" y="8822"/>
                    <a:pt x="9161" y="7389"/>
                    <a:pt x="9161" y="7389"/>
                  </a:cubicBezTo>
                  <a:cubicBezTo>
                    <a:pt x="9161" y="7389"/>
                    <a:pt x="9237" y="6654"/>
                    <a:pt x="9161" y="5166"/>
                  </a:cubicBezTo>
                  <a:cubicBezTo>
                    <a:pt x="9111" y="3847"/>
                    <a:pt x="8169" y="3771"/>
                    <a:pt x="7956" y="3771"/>
                  </a:cubicBezTo>
                  <a:lnTo>
                    <a:pt x="7918" y="3771"/>
                  </a:lnTo>
                  <a:cubicBezTo>
                    <a:pt x="8027" y="2338"/>
                    <a:pt x="6654" y="1924"/>
                    <a:pt x="6654" y="1733"/>
                  </a:cubicBezTo>
                  <a:cubicBezTo>
                    <a:pt x="6670" y="1532"/>
                    <a:pt x="7068" y="829"/>
                    <a:pt x="7144" y="507"/>
                  </a:cubicBezTo>
                  <a:cubicBezTo>
                    <a:pt x="7232" y="218"/>
                    <a:pt x="6332" y="0"/>
                    <a:pt x="613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74815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62E19D-A35B-28F4-3918-9806C5101D25}"/>
              </a:ext>
            </a:extLst>
          </p:cNvPr>
          <p:cNvSpPr>
            <a:spLocks noGrp="1"/>
          </p:cNvSpPr>
          <p:nvPr>
            <p:ph type="title"/>
          </p:nvPr>
        </p:nvSpPr>
        <p:spPr/>
        <p:txBody>
          <a:bodyPr/>
          <a:lstStyle/>
          <a:p>
            <a:r>
              <a:rPr lang="es-AR" dirty="0"/>
              <a:t>LABORATORIO</a:t>
            </a:r>
          </a:p>
        </p:txBody>
      </p:sp>
      <p:sp>
        <p:nvSpPr>
          <p:cNvPr id="3" name="Marcador de texto 2">
            <a:extLst>
              <a:ext uri="{FF2B5EF4-FFF2-40B4-BE49-F238E27FC236}">
                <a16:creationId xmlns:a16="http://schemas.microsoft.com/office/drawing/2014/main" id="{B2761433-0C6B-B6A2-DFBB-6675F10BB4A4}"/>
              </a:ext>
            </a:extLst>
          </p:cNvPr>
          <p:cNvSpPr>
            <a:spLocks noGrp="1"/>
          </p:cNvSpPr>
          <p:nvPr>
            <p:ph type="body" idx="1"/>
          </p:nvPr>
        </p:nvSpPr>
        <p:spPr>
          <a:xfrm>
            <a:off x="438646" y="3645876"/>
            <a:ext cx="4285754" cy="1314521"/>
          </a:xfrm>
        </p:spPr>
        <p:txBody>
          <a:bodyPr/>
          <a:lstStyle/>
          <a:p>
            <a:pPr marL="152400" indent="0">
              <a:buNone/>
            </a:pPr>
            <a:r>
              <a:rPr lang="es-AR" sz="2000" b="1" dirty="0">
                <a:solidFill>
                  <a:schemeClr val="tx1"/>
                </a:solidFill>
              </a:rPr>
              <a:t>RUTINA:</a:t>
            </a:r>
          </a:p>
          <a:p>
            <a:pPr marL="152400" indent="0">
              <a:buNone/>
            </a:pPr>
            <a:r>
              <a:rPr lang="es-AR" sz="2000" dirty="0">
                <a:solidFill>
                  <a:schemeClr val="tx1"/>
                </a:solidFill>
              </a:rPr>
              <a:t>.-HEMOGRAMA CON PLAQUETAS</a:t>
            </a:r>
          </a:p>
          <a:p>
            <a:pPr marL="152400" indent="0">
              <a:buNone/>
            </a:pPr>
            <a:r>
              <a:rPr lang="es-AR" sz="2000" dirty="0">
                <a:solidFill>
                  <a:schemeClr val="tx1"/>
                </a:solidFill>
              </a:rPr>
              <a:t>.- GLUCEMIA</a:t>
            </a:r>
          </a:p>
          <a:p>
            <a:pPr marL="152400" indent="0">
              <a:buNone/>
            </a:pPr>
            <a:r>
              <a:rPr lang="es-AR" sz="2000" dirty="0">
                <a:solidFill>
                  <a:schemeClr val="tx1"/>
                </a:solidFill>
              </a:rPr>
              <a:t>.- CREATININA Y URERA</a:t>
            </a:r>
          </a:p>
          <a:p>
            <a:pPr marL="152400" indent="0">
              <a:buNone/>
            </a:pPr>
            <a:r>
              <a:rPr lang="es-AR" sz="2000" dirty="0">
                <a:solidFill>
                  <a:schemeClr val="tx1"/>
                </a:solidFill>
              </a:rPr>
              <a:t>.- ERS Y PCR</a:t>
            </a:r>
          </a:p>
          <a:p>
            <a:pPr marL="152400" indent="0">
              <a:buNone/>
            </a:pPr>
            <a:r>
              <a:rPr lang="es-AR" sz="2000" dirty="0">
                <a:solidFill>
                  <a:schemeClr val="tx1"/>
                </a:solidFill>
              </a:rPr>
              <a:t>.- FAN título y patrón</a:t>
            </a:r>
          </a:p>
          <a:p>
            <a:pPr marL="152400" indent="0">
              <a:buNone/>
            </a:pPr>
            <a:r>
              <a:rPr lang="es-AR" sz="2000" dirty="0">
                <a:solidFill>
                  <a:schemeClr val="tx1"/>
                </a:solidFill>
              </a:rPr>
              <a:t>.- Hepatograma </a:t>
            </a:r>
          </a:p>
          <a:p>
            <a:pPr marL="152400" indent="0">
              <a:buNone/>
            </a:pPr>
            <a:r>
              <a:rPr lang="es-AR" sz="2000" dirty="0">
                <a:solidFill>
                  <a:schemeClr val="tx1"/>
                </a:solidFill>
              </a:rPr>
              <a:t>.- FR y </a:t>
            </a:r>
            <a:r>
              <a:rPr lang="es-AR" sz="2000" dirty="0" err="1">
                <a:solidFill>
                  <a:schemeClr val="tx1"/>
                </a:solidFill>
              </a:rPr>
              <a:t>antiCCP</a:t>
            </a:r>
            <a:r>
              <a:rPr lang="es-AR" sz="2000" dirty="0">
                <a:solidFill>
                  <a:schemeClr val="tx1"/>
                </a:solidFill>
              </a:rPr>
              <a:t> </a:t>
            </a:r>
          </a:p>
          <a:p>
            <a:pPr marL="152400" indent="0">
              <a:buNone/>
            </a:pPr>
            <a:r>
              <a:rPr lang="es-AR" sz="2000" dirty="0">
                <a:solidFill>
                  <a:schemeClr val="tx1"/>
                </a:solidFill>
              </a:rPr>
              <a:t>.- C3 Y C4</a:t>
            </a:r>
          </a:p>
          <a:p>
            <a:pPr marL="152400" indent="0">
              <a:buNone/>
            </a:pPr>
            <a:r>
              <a:rPr lang="es-AR" sz="2000" dirty="0">
                <a:solidFill>
                  <a:schemeClr val="tx1"/>
                </a:solidFill>
              </a:rPr>
              <a:t>.- Ácido Úrico</a:t>
            </a:r>
          </a:p>
          <a:p>
            <a:pPr marL="152400" indent="0">
              <a:buNone/>
            </a:pPr>
            <a:r>
              <a:rPr lang="es-AR" sz="2000" dirty="0">
                <a:solidFill>
                  <a:schemeClr val="tx1"/>
                </a:solidFill>
              </a:rPr>
              <a:t>.- Orina completa</a:t>
            </a:r>
            <a:r>
              <a:rPr lang="es-AR" dirty="0">
                <a:solidFill>
                  <a:schemeClr val="tx1"/>
                </a:solidFill>
              </a:rPr>
              <a:t> </a:t>
            </a:r>
          </a:p>
        </p:txBody>
      </p:sp>
      <p:sp>
        <p:nvSpPr>
          <p:cNvPr id="4" name="Marcador de texto 2">
            <a:extLst>
              <a:ext uri="{FF2B5EF4-FFF2-40B4-BE49-F238E27FC236}">
                <a16:creationId xmlns:a16="http://schemas.microsoft.com/office/drawing/2014/main" id="{5055AF67-5259-10B1-E93B-AC49E1AD3C10}"/>
              </a:ext>
            </a:extLst>
          </p:cNvPr>
          <p:cNvSpPr txBox="1">
            <a:spLocks/>
          </p:cNvSpPr>
          <p:nvPr/>
        </p:nvSpPr>
        <p:spPr>
          <a:xfrm>
            <a:off x="4138246" y="3383953"/>
            <a:ext cx="4285754" cy="131452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152400" indent="0">
              <a:buFont typeface="Work Sans"/>
              <a:buNone/>
            </a:pPr>
            <a:r>
              <a:rPr lang="es-AR" sz="2000" b="1" dirty="0">
                <a:solidFill>
                  <a:schemeClr val="tx1"/>
                </a:solidFill>
              </a:rPr>
              <a:t>ADICIONALES:</a:t>
            </a:r>
          </a:p>
          <a:p>
            <a:pPr marL="152400" indent="0">
              <a:buFont typeface="Work Sans"/>
              <a:buNone/>
            </a:pPr>
            <a:r>
              <a:rPr lang="es-AR" sz="2000" dirty="0">
                <a:solidFill>
                  <a:schemeClr val="tx1"/>
                </a:solidFill>
              </a:rPr>
              <a:t>.- TSH</a:t>
            </a:r>
          </a:p>
          <a:p>
            <a:pPr marL="152400" indent="0">
              <a:buFont typeface="Work Sans"/>
              <a:buNone/>
            </a:pPr>
            <a:r>
              <a:rPr lang="es-AR" sz="2000" dirty="0">
                <a:solidFill>
                  <a:schemeClr val="tx1"/>
                </a:solidFill>
              </a:rPr>
              <a:t>.- ENZIMAS MUSCULARES</a:t>
            </a:r>
          </a:p>
          <a:p>
            <a:pPr marL="152400" indent="0">
              <a:buFont typeface="Work Sans"/>
              <a:buNone/>
            </a:pPr>
            <a:r>
              <a:rPr lang="es-AR" sz="2000" dirty="0">
                <a:solidFill>
                  <a:schemeClr val="tx1"/>
                </a:solidFill>
              </a:rPr>
              <a:t>.- AUTOANTICUERPOS ESPECIFICOS</a:t>
            </a:r>
          </a:p>
          <a:p>
            <a:pPr marL="152400" indent="0">
              <a:buFont typeface="Work Sans"/>
              <a:buNone/>
            </a:pPr>
            <a:r>
              <a:rPr lang="es-AR" sz="2000" dirty="0">
                <a:solidFill>
                  <a:schemeClr val="tx1"/>
                </a:solidFill>
              </a:rPr>
              <a:t>.- ANALISIS DE LIQUIDO SINOVIAL</a:t>
            </a:r>
          </a:p>
          <a:p>
            <a:pPr marL="152400" indent="0">
              <a:buFont typeface="Work Sans"/>
              <a:buNone/>
            </a:pPr>
            <a:r>
              <a:rPr lang="es-AR" sz="2000" dirty="0">
                <a:solidFill>
                  <a:schemeClr val="tx1"/>
                </a:solidFill>
              </a:rPr>
              <a:t>.- PROTEINOGRAMA ELECTROFORETICO</a:t>
            </a:r>
          </a:p>
          <a:p>
            <a:pPr marL="152400" indent="0">
              <a:buFont typeface="Work Sans"/>
              <a:buNone/>
            </a:pPr>
            <a:r>
              <a:rPr lang="es-AR" sz="2000" dirty="0">
                <a:solidFill>
                  <a:schemeClr val="tx1"/>
                </a:solidFill>
              </a:rPr>
              <a:t>.-AELO</a:t>
            </a:r>
          </a:p>
          <a:p>
            <a:pPr marL="152400" indent="0">
              <a:buFont typeface="Work Sans"/>
              <a:buNone/>
            </a:pPr>
            <a:r>
              <a:rPr lang="es-AR" sz="2000" dirty="0">
                <a:solidFill>
                  <a:schemeClr val="tx1"/>
                </a:solidFill>
              </a:rPr>
              <a:t>.-SEROLOGIAS INFECCIOSAS</a:t>
            </a:r>
          </a:p>
        </p:txBody>
      </p:sp>
      <p:grpSp>
        <p:nvGrpSpPr>
          <p:cNvPr id="5" name="Google Shape;15132;p66">
            <a:extLst>
              <a:ext uri="{FF2B5EF4-FFF2-40B4-BE49-F238E27FC236}">
                <a16:creationId xmlns:a16="http://schemas.microsoft.com/office/drawing/2014/main" id="{755BEAD4-CD19-9A0A-32BA-3873BBD781D3}"/>
              </a:ext>
            </a:extLst>
          </p:cNvPr>
          <p:cNvGrpSpPr/>
          <p:nvPr/>
        </p:nvGrpSpPr>
        <p:grpSpPr>
          <a:xfrm>
            <a:off x="6730987" y="445025"/>
            <a:ext cx="1482471" cy="904210"/>
            <a:chOff x="3516325" y="3391675"/>
            <a:chExt cx="845050" cy="515425"/>
          </a:xfrm>
        </p:grpSpPr>
        <p:sp>
          <p:nvSpPr>
            <p:cNvPr id="6" name="Google Shape;15133;p66">
              <a:extLst>
                <a:ext uri="{FF2B5EF4-FFF2-40B4-BE49-F238E27FC236}">
                  <a16:creationId xmlns:a16="http://schemas.microsoft.com/office/drawing/2014/main" id="{2AEA6248-5FE0-9FE9-528A-E5F2156AE41A}"/>
                </a:ext>
              </a:extLst>
            </p:cNvPr>
            <p:cNvSpPr/>
            <p:nvPr/>
          </p:nvSpPr>
          <p:spPr>
            <a:xfrm>
              <a:off x="3639800" y="3514075"/>
              <a:ext cx="489650" cy="366175"/>
            </a:xfrm>
            <a:custGeom>
              <a:avLst/>
              <a:gdLst/>
              <a:ahLst/>
              <a:cxnLst/>
              <a:rect l="l" t="t" r="r" b="b"/>
              <a:pathLst>
                <a:path w="19586" h="14647" extrusionOk="0">
                  <a:moveTo>
                    <a:pt x="16579" y="1"/>
                  </a:moveTo>
                  <a:lnTo>
                    <a:pt x="344" y="9278"/>
                  </a:lnTo>
                  <a:lnTo>
                    <a:pt x="301" y="9321"/>
                  </a:lnTo>
                  <a:lnTo>
                    <a:pt x="215" y="9406"/>
                  </a:lnTo>
                  <a:lnTo>
                    <a:pt x="129" y="9492"/>
                  </a:lnTo>
                  <a:lnTo>
                    <a:pt x="1" y="9707"/>
                  </a:lnTo>
                  <a:lnTo>
                    <a:pt x="1" y="9965"/>
                  </a:lnTo>
                  <a:lnTo>
                    <a:pt x="1" y="10094"/>
                  </a:lnTo>
                  <a:lnTo>
                    <a:pt x="86" y="10223"/>
                  </a:lnTo>
                  <a:lnTo>
                    <a:pt x="2234" y="14045"/>
                  </a:lnTo>
                  <a:lnTo>
                    <a:pt x="2406" y="14346"/>
                  </a:lnTo>
                  <a:lnTo>
                    <a:pt x="2492" y="14432"/>
                  </a:lnTo>
                  <a:lnTo>
                    <a:pt x="2620" y="14517"/>
                  </a:lnTo>
                  <a:lnTo>
                    <a:pt x="2835" y="14646"/>
                  </a:lnTo>
                  <a:lnTo>
                    <a:pt x="3222" y="14646"/>
                  </a:lnTo>
                  <a:lnTo>
                    <a:pt x="3351" y="14560"/>
                  </a:lnTo>
                  <a:lnTo>
                    <a:pt x="19585" y="5283"/>
                  </a:lnTo>
                  <a:lnTo>
                    <a:pt x="16837" y="430"/>
                  </a:lnTo>
                  <a:lnTo>
                    <a:pt x="165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5134;p66">
              <a:extLst>
                <a:ext uri="{FF2B5EF4-FFF2-40B4-BE49-F238E27FC236}">
                  <a16:creationId xmlns:a16="http://schemas.microsoft.com/office/drawing/2014/main" id="{9952CE07-C0EC-200D-26E9-E402EC9DAB05}"/>
                </a:ext>
              </a:extLst>
            </p:cNvPr>
            <p:cNvSpPr/>
            <p:nvPr/>
          </p:nvSpPr>
          <p:spPr>
            <a:xfrm>
              <a:off x="3639800" y="3514075"/>
              <a:ext cx="489650" cy="366175"/>
            </a:xfrm>
            <a:custGeom>
              <a:avLst/>
              <a:gdLst/>
              <a:ahLst/>
              <a:cxnLst/>
              <a:rect l="l" t="t" r="r" b="b"/>
              <a:pathLst>
                <a:path w="19586" h="14647" fill="none" extrusionOk="0">
                  <a:moveTo>
                    <a:pt x="16579" y="1"/>
                  </a:moveTo>
                  <a:lnTo>
                    <a:pt x="16837" y="430"/>
                  </a:lnTo>
                  <a:lnTo>
                    <a:pt x="19585" y="5283"/>
                  </a:lnTo>
                  <a:lnTo>
                    <a:pt x="3351" y="14560"/>
                  </a:lnTo>
                  <a:lnTo>
                    <a:pt x="3351" y="14560"/>
                  </a:lnTo>
                  <a:lnTo>
                    <a:pt x="3222" y="14646"/>
                  </a:lnTo>
                  <a:lnTo>
                    <a:pt x="3093" y="14646"/>
                  </a:lnTo>
                  <a:lnTo>
                    <a:pt x="2835" y="14646"/>
                  </a:lnTo>
                  <a:lnTo>
                    <a:pt x="2620" y="14517"/>
                  </a:lnTo>
                  <a:lnTo>
                    <a:pt x="2492" y="14432"/>
                  </a:lnTo>
                  <a:lnTo>
                    <a:pt x="2406" y="14346"/>
                  </a:lnTo>
                  <a:lnTo>
                    <a:pt x="2234" y="14045"/>
                  </a:lnTo>
                  <a:lnTo>
                    <a:pt x="86" y="10223"/>
                  </a:lnTo>
                  <a:lnTo>
                    <a:pt x="86" y="10223"/>
                  </a:lnTo>
                  <a:lnTo>
                    <a:pt x="1" y="10094"/>
                  </a:lnTo>
                  <a:lnTo>
                    <a:pt x="1" y="9965"/>
                  </a:lnTo>
                  <a:lnTo>
                    <a:pt x="1" y="9707"/>
                  </a:lnTo>
                  <a:lnTo>
                    <a:pt x="129" y="9492"/>
                  </a:lnTo>
                  <a:lnTo>
                    <a:pt x="215" y="9406"/>
                  </a:lnTo>
                  <a:lnTo>
                    <a:pt x="301" y="9321"/>
                  </a:lnTo>
                  <a:lnTo>
                    <a:pt x="344" y="9278"/>
                  </a:lnTo>
                  <a:lnTo>
                    <a:pt x="1657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5135;p66">
              <a:extLst>
                <a:ext uri="{FF2B5EF4-FFF2-40B4-BE49-F238E27FC236}">
                  <a16:creationId xmlns:a16="http://schemas.microsoft.com/office/drawing/2014/main" id="{BD39FCE4-7AF0-4868-CFE7-E92E211565F3}"/>
                </a:ext>
              </a:extLst>
            </p:cNvPr>
            <p:cNvSpPr/>
            <p:nvPr/>
          </p:nvSpPr>
          <p:spPr>
            <a:xfrm>
              <a:off x="3851098" y="3429253"/>
              <a:ext cx="474851" cy="307104"/>
            </a:xfrm>
            <a:custGeom>
              <a:avLst/>
              <a:gdLst/>
              <a:ahLst/>
              <a:cxnLst/>
              <a:rect l="l" t="t" r="r" b="b"/>
              <a:pathLst>
                <a:path w="16580" h="10824" extrusionOk="0">
                  <a:moveTo>
                    <a:pt x="15420" y="1"/>
                  </a:moveTo>
                  <a:lnTo>
                    <a:pt x="1" y="8848"/>
                  </a:lnTo>
                  <a:lnTo>
                    <a:pt x="1117" y="10824"/>
                  </a:lnTo>
                  <a:lnTo>
                    <a:pt x="16579" y="2019"/>
                  </a:lnTo>
                  <a:lnTo>
                    <a:pt x="15420"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5136;p66">
              <a:extLst>
                <a:ext uri="{FF2B5EF4-FFF2-40B4-BE49-F238E27FC236}">
                  <a16:creationId xmlns:a16="http://schemas.microsoft.com/office/drawing/2014/main" id="{8D7028E2-D36F-AAFB-159D-7C7A3F4237B3}"/>
                </a:ext>
              </a:extLst>
            </p:cNvPr>
            <p:cNvSpPr/>
            <p:nvPr/>
          </p:nvSpPr>
          <p:spPr>
            <a:xfrm>
              <a:off x="3920050" y="3445350"/>
              <a:ext cx="396225" cy="238400"/>
            </a:xfrm>
            <a:custGeom>
              <a:avLst/>
              <a:gdLst/>
              <a:ahLst/>
              <a:cxnLst/>
              <a:rect l="l" t="t" r="r" b="b"/>
              <a:pathLst>
                <a:path w="15849" h="9536" extrusionOk="0">
                  <a:moveTo>
                    <a:pt x="15419" y="1"/>
                  </a:moveTo>
                  <a:lnTo>
                    <a:pt x="0" y="8848"/>
                  </a:lnTo>
                  <a:lnTo>
                    <a:pt x="430" y="9536"/>
                  </a:lnTo>
                  <a:lnTo>
                    <a:pt x="15849" y="688"/>
                  </a:lnTo>
                  <a:lnTo>
                    <a:pt x="154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5137;p66">
              <a:extLst>
                <a:ext uri="{FF2B5EF4-FFF2-40B4-BE49-F238E27FC236}">
                  <a16:creationId xmlns:a16="http://schemas.microsoft.com/office/drawing/2014/main" id="{CB2EFCC9-F9FF-2A18-3AB1-B515F58857D7}"/>
                </a:ext>
              </a:extLst>
            </p:cNvPr>
            <p:cNvSpPr/>
            <p:nvPr/>
          </p:nvSpPr>
          <p:spPr>
            <a:xfrm>
              <a:off x="4049975" y="3478650"/>
              <a:ext cx="132075" cy="187925"/>
            </a:xfrm>
            <a:custGeom>
              <a:avLst/>
              <a:gdLst/>
              <a:ahLst/>
              <a:cxnLst/>
              <a:rect l="l" t="t" r="r" b="b"/>
              <a:pathLst>
                <a:path w="5283" h="7517" extrusionOk="0">
                  <a:moveTo>
                    <a:pt x="1332" y="0"/>
                  </a:moveTo>
                  <a:lnTo>
                    <a:pt x="1160" y="43"/>
                  </a:lnTo>
                  <a:lnTo>
                    <a:pt x="215" y="602"/>
                  </a:lnTo>
                  <a:lnTo>
                    <a:pt x="86" y="730"/>
                  </a:lnTo>
                  <a:lnTo>
                    <a:pt x="0" y="859"/>
                  </a:lnTo>
                  <a:lnTo>
                    <a:pt x="0" y="1031"/>
                  </a:lnTo>
                  <a:lnTo>
                    <a:pt x="43" y="1203"/>
                  </a:lnTo>
                  <a:lnTo>
                    <a:pt x="3522" y="7302"/>
                  </a:lnTo>
                  <a:lnTo>
                    <a:pt x="3651" y="7430"/>
                  </a:lnTo>
                  <a:lnTo>
                    <a:pt x="3823" y="7516"/>
                  </a:lnTo>
                  <a:lnTo>
                    <a:pt x="3952" y="7516"/>
                  </a:lnTo>
                  <a:lnTo>
                    <a:pt x="4123" y="7473"/>
                  </a:lnTo>
                  <a:lnTo>
                    <a:pt x="5068" y="6915"/>
                  </a:lnTo>
                  <a:lnTo>
                    <a:pt x="5197" y="6786"/>
                  </a:lnTo>
                  <a:lnTo>
                    <a:pt x="5283" y="6657"/>
                  </a:lnTo>
                  <a:lnTo>
                    <a:pt x="5283" y="6486"/>
                  </a:lnTo>
                  <a:lnTo>
                    <a:pt x="5240" y="6314"/>
                  </a:lnTo>
                  <a:lnTo>
                    <a:pt x="1761" y="215"/>
                  </a:lnTo>
                  <a:lnTo>
                    <a:pt x="1632" y="86"/>
                  </a:lnTo>
                  <a:lnTo>
                    <a:pt x="150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5138;p66">
              <a:extLst>
                <a:ext uri="{FF2B5EF4-FFF2-40B4-BE49-F238E27FC236}">
                  <a16:creationId xmlns:a16="http://schemas.microsoft.com/office/drawing/2014/main" id="{9207AE3E-1D70-46D2-7630-DF8B917031EB}"/>
                </a:ext>
              </a:extLst>
            </p:cNvPr>
            <p:cNvSpPr/>
            <p:nvPr/>
          </p:nvSpPr>
          <p:spPr>
            <a:xfrm>
              <a:off x="4284050" y="3391675"/>
              <a:ext cx="77325" cy="111700"/>
            </a:xfrm>
            <a:custGeom>
              <a:avLst/>
              <a:gdLst/>
              <a:ahLst/>
              <a:cxnLst/>
              <a:rect l="l" t="t" r="r" b="b"/>
              <a:pathLst>
                <a:path w="3093" h="4468" extrusionOk="0">
                  <a:moveTo>
                    <a:pt x="687" y="0"/>
                  </a:moveTo>
                  <a:lnTo>
                    <a:pt x="601" y="43"/>
                  </a:lnTo>
                  <a:lnTo>
                    <a:pt x="129" y="301"/>
                  </a:lnTo>
                  <a:lnTo>
                    <a:pt x="43" y="387"/>
                  </a:lnTo>
                  <a:lnTo>
                    <a:pt x="0" y="473"/>
                  </a:lnTo>
                  <a:lnTo>
                    <a:pt x="0" y="602"/>
                  </a:lnTo>
                  <a:lnTo>
                    <a:pt x="43" y="688"/>
                  </a:lnTo>
                  <a:lnTo>
                    <a:pt x="2105" y="4295"/>
                  </a:lnTo>
                  <a:lnTo>
                    <a:pt x="2191" y="4381"/>
                  </a:lnTo>
                  <a:lnTo>
                    <a:pt x="2276" y="4424"/>
                  </a:lnTo>
                  <a:lnTo>
                    <a:pt x="2405" y="4467"/>
                  </a:lnTo>
                  <a:lnTo>
                    <a:pt x="2491" y="4424"/>
                  </a:lnTo>
                  <a:lnTo>
                    <a:pt x="2964" y="4166"/>
                  </a:lnTo>
                  <a:lnTo>
                    <a:pt x="3050" y="4081"/>
                  </a:lnTo>
                  <a:lnTo>
                    <a:pt x="3093" y="3995"/>
                  </a:lnTo>
                  <a:lnTo>
                    <a:pt x="3093" y="3866"/>
                  </a:lnTo>
                  <a:lnTo>
                    <a:pt x="3050" y="3780"/>
                  </a:lnTo>
                  <a:lnTo>
                    <a:pt x="988" y="172"/>
                  </a:lnTo>
                  <a:lnTo>
                    <a:pt x="902" y="86"/>
                  </a:lnTo>
                  <a:lnTo>
                    <a:pt x="816"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5139;p66">
              <a:extLst>
                <a:ext uri="{FF2B5EF4-FFF2-40B4-BE49-F238E27FC236}">
                  <a16:creationId xmlns:a16="http://schemas.microsoft.com/office/drawing/2014/main" id="{C3248EBF-71B1-FD37-7252-580B37F2BFE9}"/>
                </a:ext>
              </a:extLst>
            </p:cNvPr>
            <p:cNvSpPr/>
            <p:nvPr/>
          </p:nvSpPr>
          <p:spPr>
            <a:xfrm>
              <a:off x="3653750" y="3637550"/>
              <a:ext cx="267400" cy="230875"/>
            </a:xfrm>
            <a:custGeom>
              <a:avLst/>
              <a:gdLst/>
              <a:ahLst/>
              <a:cxnLst/>
              <a:rect l="l" t="t" r="r" b="b"/>
              <a:pathLst>
                <a:path w="10696" h="9235" extrusionOk="0">
                  <a:moveTo>
                    <a:pt x="7989" y="1"/>
                  </a:moveTo>
                  <a:lnTo>
                    <a:pt x="344" y="4382"/>
                  </a:lnTo>
                  <a:lnTo>
                    <a:pt x="216" y="4467"/>
                  </a:lnTo>
                  <a:lnTo>
                    <a:pt x="130" y="4553"/>
                  </a:lnTo>
                  <a:lnTo>
                    <a:pt x="44" y="4682"/>
                  </a:lnTo>
                  <a:lnTo>
                    <a:pt x="1" y="4811"/>
                  </a:lnTo>
                  <a:lnTo>
                    <a:pt x="1" y="4940"/>
                  </a:lnTo>
                  <a:lnTo>
                    <a:pt x="1" y="5069"/>
                  </a:lnTo>
                  <a:lnTo>
                    <a:pt x="1" y="5241"/>
                  </a:lnTo>
                  <a:lnTo>
                    <a:pt x="87" y="5369"/>
                  </a:lnTo>
                  <a:lnTo>
                    <a:pt x="2105" y="8891"/>
                  </a:lnTo>
                  <a:lnTo>
                    <a:pt x="2191" y="9020"/>
                  </a:lnTo>
                  <a:lnTo>
                    <a:pt x="2277" y="9106"/>
                  </a:lnTo>
                  <a:lnTo>
                    <a:pt x="2406" y="9192"/>
                  </a:lnTo>
                  <a:lnTo>
                    <a:pt x="2535" y="9235"/>
                  </a:lnTo>
                  <a:lnTo>
                    <a:pt x="2793" y="9235"/>
                  </a:lnTo>
                  <a:lnTo>
                    <a:pt x="2921" y="9192"/>
                  </a:lnTo>
                  <a:lnTo>
                    <a:pt x="3050" y="9149"/>
                  </a:lnTo>
                  <a:lnTo>
                    <a:pt x="10695" y="4768"/>
                  </a:lnTo>
                  <a:lnTo>
                    <a:pt x="79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5140;p66">
              <a:extLst>
                <a:ext uri="{FF2B5EF4-FFF2-40B4-BE49-F238E27FC236}">
                  <a16:creationId xmlns:a16="http://schemas.microsoft.com/office/drawing/2014/main" id="{6FDE4D26-A6CF-8487-AAA6-4C2E3119B93B}"/>
                </a:ext>
              </a:extLst>
            </p:cNvPr>
            <p:cNvSpPr/>
            <p:nvPr/>
          </p:nvSpPr>
          <p:spPr>
            <a:xfrm>
              <a:off x="3653750" y="3637550"/>
              <a:ext cx="267400" cy="230875"/>
            </a:xfrm>
            <a:custGeom>
              <a:avLst/>
              <a:gdLst/>
              <a:ahLst/>
              <a:cxnLst/>
              <a:rect l="l" t="t" r="r" b="b"/>
              <a:pathLst>
                <a:path w="10696" h="9235" fill="none" extrusionOk="0">
                  <a:moveTo>
                    <a:pt x="2105" y="8891"/>
                  </a:moveTo>
                  <a:lnTo>
                    <a:pt x="87" y="5369"/>
                  </a:lnTo>
                  <a:lnTo>
                    <a:pt x="87" y="5369"/>
                  </a:lnTo>
                  <a:lnTo>
                    <a:pt x="1" y="5241"/>
                  </a:lnTo>
                  <a:lnTo>
                    <a:pt x="1" y="5069"/>
                  </a:lnTo>
                  <a:lnTo>
                    <a:pt x="1" y="4940"/>
                  </a:lnTo>
                  <a:lnTo>
                    <a:pt x="1" y="4811"/>
                  </a:lnTo>
                  <a:lnTo>
                    <a:pt x="44" y="4682"/>
                  </a:lnTo>
                  <a:lnTo>
                    <a:pt x="130" y="4553"/>
                  </a:lnTo>
                  <a:lnTo>
                    <a:pt x="216" y="4467"/>
                  </a:lnTo>
                  <a:lnTo>
                    <a:pt x="344" y="4382"/>
                  </a:lnTo>
                  <a:lnTo>
                    <a:pt x="7989" y="1"/>
                  </a:lnTo>
                  <a:lnTo>
                    <a:pt x="10695" y="4768"/>
                  </a:lnTo>
                  <a:lnTo>
                    <a:pt x="3050" y="9149"/>
                  </a:lnTo>
                  <a:lnTo>
                    <a:pt x="3050" y="9149"/>
                  </a:lnTo>
                  <a:lnTo>
                    <a:pt x="2921" y="9192"/>
                  </a:lnTo>
                  <a:lnTo>
                    <a:pt x="2793" y="9235"/>
                  </a:lnTo>
                  <a:lnTo>
                    <a:pt x="2664" y="9235"/>
                  </a:lnTo>
                  <a:lnTo>
                    <a:pt x="2535" y="9235"/>
                  </a:lnTo>
                  <a:lnTo>
                    <a:pt x="2406" y="9192"/>
                  </a:lnTo>
                  <a:lnTo>
                    <a:pt x="2277" y="9106"/>
                  </a:lnTo>
                  <a:lnTo>
                    <a:pt x="2191" y="9020"/>
                  </a:lnTo>
                  <a:lnTo>
                    <a:pt x="2105" y="8891"/>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5141;p66">
              <a:extLst>
                <a:ext uri="{FF2B5EF4-FFF2-40B4-BE49-F238E27FC236}">
                  <a16:creationId xmlns:a16="http://schemas.microsoft.com/office/drawing/2014/main" id="{19C71C88-8FAD-1292-6720-88DEFF271F02}"/>
                </a:ext>
              </a:extLst>
            </p:cNvPr>
            <p:cNvSpPr/>
            <p:nvPr/>
          </p:nvSpPr>
          <p:spPr>
            <a:xfrm>
              <a:off x="3746100" y="3783575"/>
              <a:ext cx="30100" cy="30100"/>
            </a:xfrm>
            <a:custGeom>
              <a:avLst/>
              <a:gdLst/>
              <a:ahLst/>
              <a:cxnLst/>
              <a:rect l="l" t="t" r="r" b="b"/>
              <a:pathLst>
                <a:path w="1204" h="1204" extrusionOk="0">
                  <a:moveTo>
                    <a:pt x="516" y="1"/>
                  </a:moveTo>
                  <a:lnTo>
                    <a:pt x="301" y="87"/>
                  </a:lnTo>
                  <a:lnTo>
                    <a:pt x="129" y="259"/>
                  </a:lnTo>
                  <a:lnTo>
                    <a:pt x="43" y="473"/>
                  </a:lnTo>
                  <a:lnTo>
                    <a:pt x="1" y="688"/>
                  </a:lnTo>
                  <a:lnTo>
                    <a:pt x="86" y="903"/>
                  </a:lnTo>
                  <a:lnTo>
                    <a:pt x="258" y="1075"/>
                  </a:lnTo>
                  <a:lnTo>
                    <a:pt x="473" y="1160"/>
                  </a:lnTo>
                  <a:lnTo>
                    <a:pt x="688" y="1203"/>
                  </a:lnTo>
                  <a:lnTo>
                    <a:pt x="902" y="1118"/>
                  </a:lnTo>
                  <a:lnTo>
                    <a:pt x="1074" y="946"/>
                  </a:lnTo>
                  <a:lnTo>
                    <a:pt x="1160" y="774"/>
                  </a:lnTo>
                  <a:lnTo>
                    <a:pt x="1203" y="516"/>
                  </a:lnTo>
                  <a:lnTo>
                    <a:pt x="1117" y="301"/>
                  </a:lnTo>
                  <a:lnTo>
                    <a:pt x="945" y="130"/>
                  </a:lnTo>
                  <a:lnTo>
                    <a:pt x="774" y="44"/>
                  </a:lnTo>
                  <a:lnTo>
                    <a:pt x="5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142;p66">
              <a:extLst>
                <a:ext uri="{FF2B5EF4-FFF2-40B4-BE49-F238E27FC236}">
                  <a16:creationId xmlns:a16="http://schemas.microsoft.com/office/drawing/2014/main" id="{45F55D92-D6AC-D202-7919-AF14B69175EE}"/>
                </a:ext>
              </a:extLst>
            </p:cNvPr>
            <p:cNvSpPr/>
            <p:nvPr/>
          </p:nvSpPr>
          <p:spPr>
            <a:xfrm>
              <a:off x="3516325" y="3856600"/>
              <a:ext cx="92350" cy="50500"/>
            </a:xfrm>
            <a:custGeom>
              <a:avLst/>
              <a:gdLst/>
              <a:ahLst/>
              <a:cxnLst/>
              <a:rect l="l" t="t" r="r" b="b"/>
              <a:pathLst>
                <a:path w="3694" h="2020" extrusionOk="0">
                  <a:moveTo>
                    <a:pt x="3479" y="0"/>
                  </a:moveTo>
                  <a:lnTo>
                    <a:pt x="0" y="2019"/>
                  </a:lnTo>
                  <a:lnTo>
                    <a:pt x="473" y="1933"/>
                  </a:lnTo>
                  <a:lnTo>
                    <a:pt x="688" y="1890"/>
                  </a:lnTo>
                  <a:lnTo>
                    <a:pt x="902" y="1847"/>
                  </a:lnTo>
                  <a:lnTo>
                    <a:pt x="1074" y="1761"/>
                  </a:lnTo>
                  <a:lnTo>
                    <a:pt x="3694" y="301"/>
                  </a:lnTo>
                  <a:lnTo>
                    <a:pt x="3608" y="215"/>
                  </a:lnTo>
                  <a:lnTo>
                    <a:pt x="3565" y="172"/>
                  </a:lnTo>
                  <a:lnTo>
                    <a:pt x="3522" y="86"/>
                  </a:lnTo>
                  <a:lnTo>
                    <a:pt x="3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5143;p66">
              <a:extLst>
                <a:ext uri="{FF2B5EF4-FFF2-40B4-BE49-F238E27FC236}">
                  <a16:creationId xmlns:a16="http://schemas.microsoft.com/office/drawing/2014/main" id="{4DFCB4D0-673F-90F1-8968-A325479A38BD}"/>
                </a:ext>
              </a:extLst>
            </p:cNvPr>
            <p:cNvSpPr/>
            <p:nvPr/>
          </p:nvSpPr>
          <p:spPr>
            <a:xfrm>
              <a:off x="3601150" y="3815800"/>
              <a:ext cx="53700" cy="55850"/>
            </a:xfrm>
            <a:custGeom>
              <a:avLst/>
              <a:gdLst/>
              <a:ahLst/>
              <a:cxnLst/>
              <a:rect l="l" t="t" r="r" b="b"/>
              <a:pathLst>
                <a:path w="2148" h="2234" extrusionOk="0">
                  <a:moveTo>
                    <a:pt x="1117" y="0"/>
                  </a:moveTo>
                  <a:lnTo>
                    <a:pt x="516" y="344"/>
                  </a:lnTo>
                  <a:lnTo>
                    <a:pt x="344" y="430"/>
                  </a:lnTo>
                  <a:lnTo>
                    <a:pt x="215" y="602"/>
                  </a:lnTo>
                  <a:lnTo>
                    <a:pt x="129" y="773"/>
                  </a:lnTo>
                  <a:lnTo>
                    <a:pt x="43" y="945"/>
                  </a:lnTo>
                  <a:lnTo>
                    <a:pt x="0" y="1117"/>
                  </a:lnTo>
                  <a:lnTo>
                    <a:pt x="0" y="1289"/>
                  </a:lnTo>
                  <a:lnTo>
                    <a:pt x="43" y="1461"/>
                  </a:lnTo>
                  <a:lnTo>
                    <a:pt x="86" y="1632"/>
                  </a:lnTo>
                  <a:lnTo>
                    <a:pt x="129" y="1718"/>
                  </a:lnTo>
                  <a:lnTo>
                    <a:pt x="172" y="1804"/>
                  </a:lnTo>
                  <a:lnTo>
                    <a:pt x="215" y="1847"/>
                  </a:lnTo>
                  <a:lnTo>
                    <a:pt x="301" y="1933"/>
                  </a:lnTo>
                  <a:lnTo>
                    <a:pt x="387" y="2019"/>
                  </a:lnTo>
                  <a:lnTo>
                    <a:pt x="559" y="2105"/>
                  </a:lnTo>
                  <a:lnTo>
                    <a:pt x="688" y="2191"/>
                  </a:lnTo>
                  <a:lnTo>
                    <a:pt x="859" y="2234"/>
                  </a:lnTo>
                  <a:lnTo>
                    <a:pt x="1203" y="2234"/>
                  </a:lnTo>
                  <a:lnTo>
                    <a:pt x="1375" y="2191"/>
                  </a:lnTo>
                  <a:lnTo>
                    <a:pt x="1547" y="2105"/>
                  </a:lnTo>
                  <a:lnTo>
                    <a:pt x="2148" y="1761"/>
                  </a:lnTo>
                  <a:lnTo>
                    <a:pt x="11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5144;p66">
              <a:extLst>
                <a:ext uri="{FF2B5EF4-FFF2-40B4-BE49-F238E27FC236}">
                  <a16:creationId xmlns:a16="http://schemas.microsoft.com/office/drawing/2014/main" id="{8E0D8BD3-86FD-CDE4-CF51-F90B019B9B95}"/>
                </a:ext>
              </a:extLst>
            </p:cNvPr>
            <p:cNvSpPr/>
            <p:nvPr/>
          </p:nvSpPr>
          <p:spPr>
            <a:xfrm>
              <a:off x="3601150" y="3815800"/>
              <a:ext cx="31150" cy="46200"/>
            </a:xfrm>
            <a:custGeom>
              <a:avLst/>
              <a:gdLst/>
              <a:ahLst/>
              <a:cxnLst/>
              <a:rect l="l" t="t" r="r" b="b"/>
              <a:pathLst>
                <a:path w="1246" h="1848" extrusionOk="0">
                  <a:moveTo>
                    <a:pt x="1117" y="0"/>
                  </a:moveTo>
                  <a:lnTo>
                    <a:pt x="516" y="344"/>
                  </a:lnTo>
                  <a:lnTo>
                    <a:pt x="344" y="430"/>
                  </a:lnTo>
                  <a:lnTo>
                    <a:pt x="215" y="602"/>
                  </a:lnTo>
                  <a:lnTo>
                    <a:pt x="129" y="773"/>
                  </a:lnTo>
                  <a:lnTo>
                    <a:pt x="43" y="945"/>
                  </a:lnTo>
                  <a:lnTo>
                    <a:pt x="0" y="1160"/>
                  </a:lnTo>
                  <a:lnTo>
                    <a:pt x="0" y="1332"/>
                  </a:lnTo>
                  <a:lnTo>
                    <a:pt x="43" y="1547"/>
                  </a:lnTo>
                  <a:lnTo>
                    <a:pt x="129" y="1718"/>
                  </a:lnTo>
                  <a:lnTo>
                    <a:pt x="215" y="1847"/>
                  </a:lnTo>
                  <a:lnTo>
                    <a:pt x="172" y="1632"/>
                  </a:lnTo>
                  <a:lnTo>
                    <a:pt x="129" y="1461"/>
                  </a:lnTo>
                  <a:lnTo>
                    <a:pt x="172" y="1289"/>
                  </a:lnTo>
                  <a:lnTo>
                    <a:pt x="215" y="1117"/>
                  </a:lnTo>
                  <a:lnTo>
                    <a:pt x="344" y="859"/>
                  </a:lnTo>
                  <a:lnTo>
                    <a:pt x="559" y="602"/>
                  </a:lnTo>
                  <a:lnTo>
                    <a:pt x="816" y="430"/>
                  </a:lnTo>
                  <a:lnTo>
                    <a:pt x="1031" y="301"/>
                  </a:lnTo>
                  <a:lnTo>
                    <a:pt x="1246" y="172"/>
                  </a:lnTo>
                  <a:lnTo>
                    <a:pt x="111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5145;p66">
              <a:extLst>
                <a:ext uri="{FF2B5EF4-FFF2-40B4-BE49-F238E27FC236}">
                  <a16:creationId xmlns:a16="http://schemas.microsoft.com/office/drawing/2014/main" id="{41742BD1-0932-8F85-55B3-BE4DFAB6C6E0}"/>
                </a:ext>
              </a:extLst>
            </p:cNvPr>
            <p:cNvSpPr/>
            <p:nvPr/>
          </p:nvSpPr>
          <p:spPr>
            <a:xfrm>
              <a:off x="3623700" y="3779300"/>
              <a:ext cx="70875" cy="92350"/>
            </a:xfrm>
            <a:custGeom>
              <a:avLst/>
              <a:gdLst/>
              <a:ahLst/>
              <a:cxnLst/>
              <a:rect l="l" t="t" r="r" b="b"/>
              <a:pathLst>
                <a:path w="2835" h="3694" extrusionOk="0">
                  <a:moveTo>
                    <a:pt x="945" y="0"/>
                  </a:moveTo>
                  <a:lnTo>
                    <a:pt x="645" y="172"/>
                  </a:lnTo>
                  <a:lnTo>
                    <a:pt x="430" y="301"/>
                  </a:lnTo>
                  <a:lnTo>
                    <a:pt x="258" y="472"/>
                  </a:lnTo>
                  <a:lnTo>
                    <a:pt x="129" y="687"/>
                  </a:lnTo>
                  <a:lnTo>
                    <a:pt x="43" y="902"/>
                  </a:lnTo>
                  <a:lnTo>
                    <a:pt x="0" y="1117"/>
                  </a:lnTo>
                  <a:lnTo>
                    <a:pt x="43" y="1374"/>
                  </a:lnTo>
                  <a:lnTo>
                    <a:pt x="86" y="1589"/>
                  </a:lnTo>
                  <a:lnTo>
                    <a:pt x="172" y="1847"/>
                  </a:lnTo>
                  <a:lnTo>
                    <a:pt x="902" y="3049"/>
                  </a:lnTo>
                  <a:lnTo>
                    <a:pt x="1031" y="3264"/>
                  </a:lnTo>
                  <a:lnTo>
                    <a:pt x="1203" y="3436"/>
                  </a:lnTo>
                  <a:lnTo>
                    <a:pt x="1418" y="3565"/>
                  </a:lnTo>
                  <a:lnTo>
                    <a:pt x="1632" y="3651"/>
                  </a:lnTo>
                  <a:lnTo>
                    <a:pt x="1847" y="3694"/>
                  </a:lnTo>
                  <a:lnTo>
                    <a:pt x="2105" y="3651"/>
                  </a:lnTo>
                  <a:lnTo>
                    <a:pt x="2320" y="3608"/>
                  </a:lnTo>
                  <a:lnTo>
                    <a:pt x="2577" y="3522"/>
                  </a:lnTo>
                  <a:lnTo>
                    <a:pt x="2835" y="3350"/>
                  </a:lnTo>
                  <a:lnTo>
                    <a:pt x="9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5146;p66">
              <a:extLst>
                <a:ext uri="{FF2B5EF4-FFF2-40B4-BE49-F238E27FC236}">
                  <a16:creationId xmlns:a16="http://schemas.microsoft.com/office/drawing/2014/main" id="{0E3A0892-5C86-A386-24DD-463A5D04D311}"/>
                </a:ext>
              </a:extLst>
            </p:cNvPr>
            <p:cNvSpPr/>
            <p:nvPr/>
          </p:nvSpPr>
          <p:spPr>
            <a:xfrm>
              <a:off x="3980175" y="3546300"/>
              <a:ext cx="49425" cy="69800"/>
            </a:xfrm>
            <a:custGeom>
              <a:avLst/>
              <a:gdLst/>
              <a:ahLst/>
              <a:cxnLst/>
              <a:rect l="l" t="t" r="r" b="b"/>
              <a:pathLst>
                <a:path w="1977" h="2792" extrusionOk="0">
                  <a:moveTo>
                    <a:pt x="645" y="0"/>
                  </a:moveTo>
                  <a:lnTo>
                    <a:pt x="0" y="387"/>
                  </a:lnTo>
                  <a:lnTo>
                    <a:pt x="1289" y="2620"/>
                  </a:lnTo>
                  <a:lnTo>
                    <a:pt x="1375" y="2749"/>
                  </a:lnTo>
                  <a:lnTo>
                    <a:pt x="1504" y="2792"/>
                  </a:lnTo>
                  <a:lnTo>
                    <a:pt x="1633" y="2792"/>
                  </a:lnTo>
                  <a:lnTo>
                    <a:pt x="1804" y="2749"/>
                  </a:lnTo>
                  <a:lnTo>
                    <a:pt x="1890" y="2663"/>
                  </a:lnTo>
                  <a:lnTo>
                    <a:pt x="1976" y="2534"/>
                  </a:lnTo>
                  <a:lnTo>
                    <a:pt x="1976" y="2405"/>
                  </a:lnTo>
                  <a:lnTo>
                    <a:pt x="1933" y="2233"/>
                  </a:lnTo>
                  <a:lnTo>
                    <a:pt x="6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5147;p66">
              <a:extLst>
                <a:ext uri="{FF2B5EF4-FFF2-40B4-BE49-F238E27FC236}">
                  <a16:creationId xmlns:a16="http://schemas.microsoft.com/office/drawing/2014/main" id="{0FC49D5D-EE76-4EB6-39D8-D7FC1441D2DE}"/>
                </a:ext>
              </a:extLst>
            </p:cNvPr>
            <p:cNvSpPr/>
            <p:nvPr/>
          </p:nvSpPr>
          <p:spPr>
            <a:xfrm>
              <a:off x="3910375" y="3586025"/>
              <a:ext cx="49425" cy="69800"/>
            </a:xfrm>
            <a:custGeom>
              <a:avLst/>
              <a:gdLst/>
              <a:ahLst/>
              <a:cxnLst/>
              <a:rect l="l" t="t" r="r" b="b"/>
              <a:pathLst>
                <a:path w="1977" h="2792" extrusionOk="0">
                  <a:moveTo>
                    <a:pt x="688" y="0"/>
                  </a:moveTo>
                  <a:lnTo>
                    <a:pt x="1" y="387"/>
                  </a:lnTo>
                  <a:lnTo>
                    <a:pt x="1289" y="2620"/>
                  </a:lnTo>
                  <a:lnTo>
                    <a:pt x="1418" y="2749"/>
                  </a:lnTo>
                  <a:lnTo>
                    <a:pt x="1547" y="2792"/>
                  </a:lnTo>
                  <a:lnTo>
                    <a:pt x="1676" y="2792"/>
                  </a:lnTo>
                  <a:lnTo>
                    <a:pt x="1805" y="2749"/>
                  </a:lnTo>
                  <a:lnTo>
                    <a:pt x="1933" y="2663"/>
                  </a:lnTo>
                  <a:lnTo>
                    <a:pt x="1976" y="2534"/>
                  </a:lnTo>
                  <a:lnTo>
                    <a:pt x="1976" y="2405"/>
                  </a:lnTo>
                  <a:lnTo>
                    <a:pt x="1933" y="2234"/>
                  </a:lnTo>
                  <a:lnTo>
                    <a:pt x="68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5148;p66">
              <a:extLst>
                <a:ext uri="{FF2B5EF4-FFF2-40B4-BE49-F238E27FC236}">
                  <a16:creationId xmlns:a16="http://schemas.microsoft.com/office/drawing/2014/main" id="{66E86717-2EB5-0457-319B-34B69FA03BA8}"/>
                </a:ext>
              </a:extLst>
            </p:cNvPr>
            <p:cNvSpPr/>
            <p:nvPr/>
          </p:nvSpPr>
          <p:spPr>
            <a:xfrm>
              <a:off x="3841675" y="3625750"/>
              <a:ext cx="49400" cy="69800"/>
            </a:xfrm>
            <a:custGeom>
              <a:avLst/>
              <a:gdLst/>
              <a:ahLst/>
              <a:cxnLst/>
              <a:rect l="l" t="t" r="r" b="b"/>
              <a:pathLst>
                <a:path w="1976" h="2792" extrusionOk="0">
                  <a:moveTo>
                    <a:pt x="644" y="0"/>
                  </a:moveTo>
                  <a:lnTo>
                    <a:pt x="0" y="387"/>
                  </a:lnTo>
                  <a:lnTo>
                    <a:pt x="1288" y="2620"/>
                  </a:lnTo>
                  <a:lnTo>
                    <a:pt x="1374" y="2749"/>
                  </a:lnTo>
                  <a:lnTo>
                    <a:pt x="1503" y="2792"/>
                  </a:lnTo>
                  <a:lnTo>
                    <a:pt x="1632" y="2792"/>
                  </a:lnTo>
                  <a:lnTo>
                    <a:pt x="1761" y="2749"/>
                  </a:lnTo>
                  <a:lnTo>
                    <a:pt x="1890" y="2663"/>
                  </a:lnTo>
                  <a:lnTo>
                    <a:pt x="1976" y="2534"/>
                  </a:lnTo>
                  <a:lnTo>
                    <a:pt x="1976" y="2405"/>
                  </a:lnTo>
                  <a:lnTo>
                    <a:pt x="1933" y="2277"/>
                  </a:lnTo>
                  <a:lnTo>
                    <a:pt x="64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5149;p66">
              <a:extLst>
                <a:ext uri="{FF2B5EF4-FFF2-40B4-BE49-F238E27FC236}">
                  <a16:creationId xmlns:a16="http://schemas.microsoft.com/office/drawing/2014/main" id="{ADAA247B-1C46-4E8C-2728-87C0BFA18DF3}"/>
                </a:ext>
              </a:extLst>
            </p:cNvPr>
            <p:cNvSpPr/>
            <p:nvPr/>
          </p:nvSpPr>
          <p:spPr>
            <a:xfrm>
              <a:off x="3771875" y="3666550"/>
              <a:ext cx="49400" cy="69825"/>
            </a:xfrm>
            <a:custGeom>
              <a:avLst/>
              <a:gdLst/>
              <a:ahLst/>
              <a:cxnLst/>
              <a:rect l="l" t="t" r="r" b="b"/>
              <a:pathLst>
                <a:path w="1976" h="2793" extrusionOk="0">
                  <a:moveTo>
                    <a:pt x="645" y="0"/>
                  </a:moveTo>
                  <a:lnTo>
                    <a:pt x="0" y="344"/>
                  </a:lnTo>
                  <a:lnTo>
                    <a:pt x="1289" y="2577"/>
                  </a:lnTo>
                  <a:lnTo>
                    <a:pt x="1375" y="2706"/>
                  </a:lnTo>
                  <a:lnTo>
                    <a:pt x="1504" y="2749"/>
                  </a:lnTo>
                  <a:lnTo>
                    <a:pt x="1675" y="2792"/>
                  </a:lnTo>
                  <a:lnTo>
                    <a:pt x="1804" y="2706"/>
                  </a:lnTo>
                  <a:lnTo>
                    <a:pt x="1890" y="2620"/>
                  </a:lnTo>
                  <a:lnTo>
                    <a:pt x="1976" y="2491"/>
                  </a:lnTo>
                  <a:lnTo>
                    <a:pt x="1976" y="2363"/>
                  </a:lnTo>
                  <a:lnTo>
                    <a:pt x="1933" y="2234"/>
                  </a:lnTo>
                  <a:lnTo>
                    <a:pt x="6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5150;p66">
              <a:extLst>
                <a:ext uri="{FF2B5EF4-FFF2-40B4-BE49-F238E27FC236}">
                  <a16:creationId xmlns:a16="http://schemas.microsoft.com/office/drawing/2014/main" id="{4C5A1029-1D87-956E-3F21-69B0758FB831}"/>
                </a:ext>
              </a:extLst>
            </p:cNvPr>
            <p:cNvSpPr/>
            <p:nvPr/>
          </p:nvSpPr>
          <p:spPr>
            <a:xfrm>
              <a:off x="3702075" y="3706275"/>
              <a:ext cx="49425" cy="69825"/>
            </a:xfrm>
            <a:custGeom>
              <a:avLst/>
              <a:gdLst/>
              <a:ahLst/>
              <a:cxnLst/>
              <a:rect l="l" t="t" r="r" b="b"/>
              <a:pathLst>
                <a:path w="1977" h="2793" extrusionOk="0">
                  <a:moveTo>
                    <a:pt x="688" y="0"/>
                  </a:moveTo>
                  <a:lnTo>
                    <a:pt x="1" y="344"/>
                  </a:lnTo>
                  <a:lnTo>
                    <a:pt x="1289" y="2577"/>
                  </a:lnTo>
                  <a:lnTo>
                    <a:pt x="1418" y="2706"/>
                  </a:lnTo>
                  <a:lnTo>
                    <a:pt x="1547" y="2749"/>
                  </a:lnTo>
                  <a:lnTo>
                    <a:pt x="1676" y="2792"/>
                  </a:lnTo>
                  <a:lnTo>
                    <a:pt x="1804" y="2706"/>
                  </a:lnTo>
                  <a:lnTo>
                    <a:pt x="1933" y="2620"/>
                  </a:lnTo>
                  <a:lnTo>
                    <a:pt x="1976" y="2492"/>
                  </a:lnTo>
                  <a:lnTo>
                    <a:pt x="1976" y="2363"/>
                  </a:lnTo>
                  <a:lnTo>
                    <a:pt x="1933" y="2234"/>
                  </a:lnTo>
                  <a:lnTo>
                    <a:pt x="68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5151;p66">
              <a:extLst>
                <a:ext uri="{FF2B5EF4-FFF2-40B4-BE49-F238E27FC236}">
                  <a16:creationId xmlns:a16="http://schemas.microsoft.com/office/drawing/2014/main" id="{7BD484B6-D914-3B0E-223B-6D166D8E452F}"/>
                </a:ext>
              </a:extLst>
            </p:cNvPr>
            <p:cNvSpPr/>
            <p:nvPr/>
          </p:nvSpPr>
          <p:spPr>
            <a:xfrm>
              <a:off x="4049975" y="3478650"/>
              <a:ext cx="44050" cy="38675"/>
            </a:xfrm>
            <a:custGeom>
              <a:avLst/>
              <a:gdLst/>
              <a:ahLst/>
              <a:cxnLst/>
              <a:rect l="l" t="t" r="r" b="b"/>
              <a:pathLst>
                <a:path w="1762" h="1547" extrusionOk="0">
                  <a:moveTo>
                    <a:pt x="1332" y="0"/>
                  </a:moveTo>
                  <a:lnTo>
                    <a:pt x="1160" y="43"/>
                  </a:lnTo>
                  <a:lnTo>
                    <a:pt x="215" y="602"/>
                  </a:lnTo>
                  <a:lnTo>
                    <a:pt x="86" y="730"/>
                  </a:lnTo>
                  <a:lnTo>
                    <a:pt x="0" y="859"/>
                  </a:lnTo>
                  <a:lnTo>
                    <a:pt x="0" y="1031"/>
                  </a:lnTo>
                  <a:lnTo>
                    <a:pt x="43" y="1203"/>
                  </a:lnTo>
                  <a:lnTo>
                    <a:pt x="215" y="1546"/>
                  </a:lnTo>
                  <a:lnTo>
                    <a:pt x="344" y="1375"/>
                  </a:lnTo>
                  <a:lnTo>
                    <a:pt x="687" y="988"/>
                  </a:lnTo>
                  <a:lnTo>
                    <a:pt x="945" y="773"/>
                  </a:lnTo>
                  <a:lnTo>
                    <a:pt x="1203" y="559"/>
                  </a:lnTo>
                  <a:lnTo>
                    <a:pt x="1460" y="344"/>
                  </a:lnTo>
                  <a:lnTo>
                    <a:pt x="1761" y="215"/>
                  </a:lnTo>
                  <a:lnTo>
                    <a:pt x="1632" y="86"/>
                  </a:lnTo>
                  <a:lnTo>
                    <a:pt x="150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5152;p66">
              <a:extLst>
                <a:ext uri="{FF2B5EF4-FFF2-40B4-BE49-F238E27FC236}">
                  <a16:creationId xmlns:a16="http://schemas.microsoft.com/office/drawing/2014/main" id="{79655951-6486-88B5-BB29-D0C96A95F7FC}"/>
                </a:ext>
              </a:extLst>
            </p:cNvPr>
            <p:cNvSpPr/>
            <p:nvPr/>
          </p:nvSpPr>
          <p:spPr>
            <a:xfrm>
              <a:off x="4284050" y="3391675"/>
              <a:ext cx="20425" cy="37600"/>
            </a:xfrm>
            <a:custGeom>
              <a:avLst/>
              <a:gdLst/>
              <a:ahLst/>
              <a:cxnLst/>
              <a:rect l="l" t="t" r="r" b="b"/>
              <a:pathLst>
                <a:path w="817" h="1504" extrusionOk="0">
                  <a:moveTo>
                    <a:pt x="687" y="0"/>
                  </a:moveTo>
                  <a:lnTo>
                    <a:pt x="601" y="43"/>
                  </a:lnTo>
                  <a:lnTo>
                    <a:pt x="129" y="301"/>
                  </a:lnTo>
                  <a:lnTo>
                    <a:pt x="43" y="387"/>
                  </a:lnTo>
                  <a:lnTo>
                    <a:pt x="0" y="473"/>
                  </a:lnTo>
                  <a:lnTo>
                    <a:pt x="0" y="602"/>
                  </a:lnTo>
                  <a:lnTo>
                    <a:pt x="43" y="688"/>
                  </a:lnTo>
                  <a:lnTo>
                    <a:pt x="516" y="1504"/>
                  </a:lnTo>
                  <a:lnTo>
                    <a:pt x="473" y="1332"/>
                  </a:lnTo>
                  <a:lnTo>
                    <a:pt x="473" y="988"/>
                  </a:lnTo>
                  <a:lnTo>
                    <a:pt x="516" y="773"/>
                  </a:lnTo>
                  <a:lnTo>
                    <a:pt x="558" y="516"/>
                  </a:lnTo>
                  <a:lnTo>
                    <a:pt x="687" y="258"/>
                  </a:lnTo>
                  <a:lnTo>
                    <a:pt x="816"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08910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347308" y="153670"/>
            <a:ext cx="7704000" cy="572700"/>
          </a:xfrm>
          <a:prstGeom prst="rect">
            <a:avLst/>
          </a:prstGeom>
        </p:spPr>
        <p:txBody>
          <a:bodyPr spcFirstLastPara="1" wrap="square" lIns="91425" tIns="91425" rIns="91425" bIns="91425" anchor="t" anchorCtr="0">
            <a:noAutofit/>
          </a:bodyPr>
          <a:lstStyle/>
          <a:p>
            <a:pPr indent="-457200"/>
            <a:r>
              <a:rPr lang="es-AR" dirty="0"/>
              <a:t>FR en el LABORATORIO</a:t>
            </a:r>
            <a:r>
              <a:rPr lang="en" dirty="0"/>
              <a:t> </a:t>
            </a:r>
            <a:endParaRPr lang="en" sz="3200" dirty="0">
              <a:solidFill>
                <a:schemeClr val="dk1"/>
              </a:solidFill>
            </a:endParaRPr>
          </a:p>
        </p:txBody>
      </p:sp>
      <p:graphicFrame>
        <p:nvGraphicFramePr>
          <p:cNvPr id="2" name="Tabla 1">
            <a:extLst>
              <a:ext uri="{FF2B5EF4-FFF2-40B4-BE49-F238E27FC236}">
                <a16:creationId xmlns:a16="http://schemas.microsoft.com/office/drawing/2014/main" id="{CC6EF155-F9E1-31AE-6275-236012B42B63}"/>
              </a:ext>
            </a:extLst>
          </p:cNvPr>
          <p:cNvGraphicFramePr>
            <a:graphicFrameLocks noGrp="1"/>
          </p:cNvGraphicFramePr>
          <p:nvPr>
            <p:extLst>
              <p:ext uri="{D42A27DB-BD31-4B8C-83A1-F6EECF244321}">
                <p14:modId xmlns:p14="http://schemas.microsoft.com/office/powerpoint/2010/main" val="1145595565"/>
              </p:ext>
            </p:extLst>
          </p:nvPr>
        </p:nvGraphicFramePr>
        <p:xfrm>
          <a:off x="1524000" y="726370"/>
          <a:ext cx="5404338" cy="4263456"/>
        </p:xfrm>
        <a:graphic>
          <a:graphicData uri="http://schemas.openxmlformats.org/drawingml/2006/table">
            <a:tbl>
              <a:tblPr firstRow="1" bandRow="1">
                <a:tableStyleId>{775DCB02-9BB8-47FD-8907-85C794F793BA}</a:tableStyleId>
              </a:tblPr>
              <a:tblGrid>
                <a:gridCol w="2702169">
                  <a:extLst>
                    <a:ext uri="{9D8B030D-6E8A-4147-A177-3AD203B41FA5}">
                      <a16:colId xmlns:a16="http://schemas.microsoft.com/office/drawing/2014/main" val="1816256134"/>
                    </a:ext>
                  </a:extLst>
                </a:gridCol>
                <a:gridCol w="2702169">
                  <a:extLst>
                    <a:ext uri="{9D8B030D-6E8A-4147-A177-3AD203B41FA5}">
                      <a16:colId xmlns:a16="http://schemas.microsoft.com/office/drawing/2014/main" val="3117988856"/>
                    </a:ext>
                  </a:extLst>
                </a:gridCol>
              </a:tblGrid>
              <a:tr h="355288">
                <a:tc>
                  <a:txBody>
                    <a:bodyPr/>
                    <a:lstStyle/>
                    <a:p>
                      <a:r>
                        <a:rPr lang="es-AR" dirty="0"/>
                        <a:t>ENFERMEDAD</a:t>
                      </a:r>
                    </a:p>
                  </a:txBody>
                  <a:tcPr/>
                </a:tc>
                <a:tc>
                  <a:txBody>
                    <a:bodyPr/>
                    <a:lstStyle/>
                    <a:p>
                      <a:r>
                        <a:rPr lang="es-AR" dirty="0"/>
                        <a:t>PORCENTAJE</a:t>
                      </a:r>
                    </a:p>
                  </a:txBody>
                  <a:tcPr/>
                </a:tc>
                <a:extLst>
                  <a:ext uri="{0D108BD9-81ED-4DB2-BD59-A6C34878D82A}">
                    <a16:rowId xmlns:a16="http://schemas.microsoft.com/office/drawing/2014/main" val="1302063762"/>
                  </a:ext>
                </a:extLst>
              </a:tr>
              <a:tr h="355288">
                <a:tc>
                  <a:txBody>
                    <a:bodyPr/>
                    <a:lstStyle/>
                    <a:p>
                      <a:r>
                        <a:rPr lang="es-AR" dirty="0"/>
                        <a:t>AR</a:t>
                      </a:r>
                    </a:p>
                  </a:txBody>
                  <a:tcPr/>
                </a:tc>
                <a:tc>
                  <a:txBody>
                    <a:bodyPr/>
                    <a:lstStyle/>
                    <a:p>
                      <a:r>
                        <a:rPr lang="es-AR" dirty="0"/>
                        <a:t>80</a:t>
                      </a:r>
                    </a:p>
                  </a:txBody>
                  <a:tcPr/>
                </a:tc>
                <a:extLst>
                  <a:ext uri="{0D108BD9-81ED-4DB2-BD59-A6C34878D82A}">
                    <a16:rowId xmlns:a16="http://schemas.microsoft.com/office/drawing/2014/main" val="534598222"/>
                  </a:ext>
                </a:extLst>
              </a:tr>
              <a:tr h="355288">
                <a:tc>
                  <a:txBody>
                    <a:bodyPr/>
                    <a:lstStyle/>
                    <a:p>
                      <a:r>
                        <a:rPr lang="es-AR" dirty="0"/>
                        <a:t>SJOGREN</a:t>
                      </a:r>
                    </a:p>
                  </a:txBody>
                  <a:tcPr/>
                </a:tc>
                <a:tc>
                  <a:txBody>
                    <a:bodyPr/>
                    <a:lstStyle/>
                    <a:p>
                      <a:r>
                        <a:rPr lang="es-AR" dirty="0"/>
                        <a:t>80</a:t>
                      </a:r>
                    </a:p>
                  </a:txBody>
                  <a:tcPr/>
                </a:tc>
                <a:extLst>
                  <a:ext uri="{0D108BD9-81ED-4DB2-BD59-A6C34878D82A}">
                    <a16:rowId xmlns:a16="http://schemas.microsoft.com/office/drawing/2014/main" val="1782146904"/>
                  </a:ext>
                </a:extLst>
              </a:tr>
              <a:tr h="355288">
                <a:tc>
                  <a:txBody>
                    <a:bodyPr/>
                    <a:lstStyle/>
                    <a:p>
                      <a:r>
                        <a:rPr lang="es-AR" dirty="0"/>
                        <a:t>Crioglobulinemia</a:t>
                      </a:r>
                    </a:p>
                  </a:txBody>
                  <a:tcPr/>
                </a:tc>
                <a:tc>
                  <a:txBody>
                    <a:bodyPr/>
                    <a:lstStyle/>
                    <a:p>
                      <a:r>
                        <a:rPr lang="es-AR" dirty="0"/>
                        <a:t>80</a:t>
                      </a:r>
                    </a:p>
                  </a:txBody>
                  <a:tcPr/>
                </a:tc>
                <a:extLst>
                  <a:ext uri="{0D108BD9-81ED-4DB2-BD59-A6C34878D82A}">
                    <a16:rowId xmlns:a16="http://schemas.microsoft.com/office/drawing/2014/main" val="656324840"/>
                  </a:ext>
                </a:extLst>
              </a:tr>
              <a:tr h="355288">
                <a:tc>
                  <a:txBody>
                    <a:bodyPr/>
                    <a:lstStyle/>
                    <a:p>
                      <a:r>
                        <a:rPr lang="es-AR" dirty="0"/>
                        <a:t>Endocarditis Bacteriana </a:t>
                      </a:r>
                    </a:p>
                  </a:txBody>
                  <a:tcPr/>
                </a:tc>
                <a:tc>
                  <a:txBody>
                    <a:bodyPr/>
                    <a:lstStyle/>
                    <a:p>
                      <a:r>
                        <a:rPr lang="es-AR" dirty="0"/>
                        <a:t>40</a:t>
                      </a:r>
                    </a:p>
                  </a:txBody>
                  <a:tcPr/>
                </a:tc>
                <a:extLst>
                  <a:ext uri="{0D108BD9-81ED-4DB2-BD59-A6C34878D82A}">
                    <a16:rowId xmlns:a16="http://schemas.microsoft.com/office/drawing/2014/main" val="194571533"/>
                  </a:ext>
                </a:extLst>
              </a:tr>
              <a:tr h="355288">
                <a:tc>
                  <a:txBody>
                    <a:bodyPr/>
                    <a:lstStyle/>
                    <a:p>
                      <a:r>
                        <a:rPr lang="es-AR" dirty="0"/>
                        <a:t>Fibrosis Pulmonar </a:t>
                      </a:r>
                    </a:p>
                  </a:txBody>
                  <a:tcPr/>
                </a:tc>
                <a:tc>
                  <a:txBody>
                    <a:bodyPr/>
                    <a:lstStyle/>
                    <a:p>
                      <a:r>
                        <a:rPr lang="es-AR" dirty="0"/>
                        <a:t>30-50</a:t>
                      </a:r>
                    </a:p>
                  </a:txBody>
                  <a:tcPr/>
                </a:tc>
                <a:extLst>
                  <a:ext uri="{0D108BD9-81ED-4DB2-BD59-A6C34878D82A}">
                    <a16:rowId xmlns:a16="http://schemas.microsoft.com/office/drawing/2014/main" val="481070491"/>
                  </a:ext>
                </a:extLst>
              </a:tr>
              <a:tr h="355288">
                <a:tc>
                  <a:txBody>
                    <a:bodyPr/>
                    <a:lstStyle/>
                    <a:p>
                      <a:r>
                        <a:rPr lang="es-AR" dirty="0"/>
                        <a:t>Hepatitis</a:t>
                      </a:r>
                    </a:p>
                  </a:txBody>
                  <a:tcPr/>
                </a:tc>
                <a:tc>
                  <a:txBody>
                    <a:bodyPr/>
                    <a:lstStyle/>
                    <a:p>
                      <a:r>
                        <a:rPr lang="es-AR" dirty="0"/>
                        <a:t>25</a:t>
                      </a:r>
                    </a:p>
                  </a:txBody>
                  <a:tcPr/>
                </a:tc>
                <a:extLst>
                  <a:ext uri="{0D108BD9-81ED-4DB2-BD59-A6C34878D82A}">
                    <a16:rowId xmlns:a16="http://schemas.microsoft.com/office/drawing/2014/main" val="956845477"/>
                  </a:ext>
                </a:extLst>
              </a:tr>
              <a:tr h="355288">
                <a:tc>
                  <a:txBody>
                    <a:bodyPr/>
                    <a:lstStyle/>
                    <a:p>
                      <a:r>
                        <a:rPr lang="es-AR" dirty="0"/>
                        <a:t>Lepra</a:t>
                      </a:r>
                    </a:p>
                  </a:txBody>
                  <a:tcPr/>
                </a:tc>
                <a:tc>
                  <a:txBody>
                    <a:bodyPr/>
                    <a:lstStyle/>
                    <a:p>
                      <a:r>
                        <a:rPr lang="es-AR" dirty="0"/>
                        <a:t>25</a:t>
                      </a:r>
                    </a:p>
                  </a:txBody>
                  <a:tcPr/>
                </a:tc>
                <a:extLst>
                  <a:ext uri="{0D108BD9-81ED-4DB2-BD59-A6C34878D82A}">
                    <a16:rowId xmlns:a16="http://schemas.microsoft.com/office/drawing/2014/main" val="3589890601"/>
                  </a:ext>
                </a:extLst>
              </a:tr>
              <a:tr h="355288">
                <a:tc>
                  <a:txBody>
                    <a:bodyPr/>
                    <a:lstStyle/>
                    <a:p>
                      <a:r>
                        <a:rPr lang="es-AR" dirty="0"/>
                        <a:t>TBC</a:t>
                      </a:r>
                    </a:p>
                  </a:txBody>
                  <a:tcPr/>
                </a:tc>
                <a:tc>
                  <a:txBody>
                    <a:bodyPr/>
                    <a:lstStyle/>
                    <a:p>
                      <a:r>
                        <a:rPr lang="es-AR" dirty="0"/>
                        <a:t>25</a:t>
                      </a:r>
                    </a:p>
                  </a:txBody>
                  <a:tcPr/>
                </a:tc>
                <a:extLst>
                  <a:ext uri="{0D108BD9-81ED-4DB2-BD59-A6C34878D82A}">
                    <a16:rowId xmlns:a16="http://schemas.microsoft.com/office/drawing/2014/main" val="1971771295"/>
                  </a:ext>
                </a:extLst>
              </a:tr>
              <a:tr h="355288">
                <a:tc>
                  <a:txBody>
                    <a:bodyPr/>
                    <a:lstStyle/>
                    <a:p>
                      <a:r>
                        <a:rPr lang="es-AR" dirty="0"/>
                        <a:t>Cirrosis</a:t>
                      </a:r>
                    </a:p>
                  </a:txBody>
                  <a:tcPr/>
                </a:tc>
                <a:tc>
                  <a:txBody>
                    <a:bodyPr/>
                    <a:lstStyle/>
                    <a:p>
                      <a:r>
                        <a:rPr lang="es-AR" dirty="0"/>
                        <a:t>25 </a:t>
                      </a:r>
                    </a:p>
                  </a:txBody>
                  <a:tcPr/>
                </a:tc>
                <a:extLst>
                  <a:ext uri="{0D108BD9-81ED-4DB2-BD59-A6C34878D82A}">
                    <a16:rowId xmlns:a16="http://schemas.microsoft.com/office/drawing/2014/main" val="2024301442"/>
                  </a:ext>
                </a:extLst>
              </a:tr>
              <a:tr h="355288">
                <a:tc>
                  <a:txBody>
                    <a:bodyPr/>
                    <a:lstStyle/>
                    <a:p>
                      <a:r>
                        <a:rPr lang="es-AR" dirty="0"/>
                        <a:t>Otras EC</a:t>
                      </a:r>
                    </a:p>
                  </a:txBody>
                  <a:tcPr/>
                </a:tc>
                <a:tc>
                  <a:txBody>
                    <a:bodyPr/>
                    <a:lstStyle/>
                    <a:p>
                      <a:r>
                        <a:rPr lang="es-AR" dirty="0"/>
                        <a:t>25</a:t>
                      </a:r>
                    </a:p>
                  </a:txBody>
                  <a:tcPr/>
                </a:tc>
                <a:extLst>
                  <a:ext uri="{0D108BD9-81ED-4DB2-BD59-A6C34878D82A}">
                    <a16:rowId xmlns:a16="http://schemas.microsoft.com/office/drawing/2014/main" val="2697350385"/>
                  </a:ext>
                </a:extLst>
              </a:tr>
              <a:tr h="355288">
                <a:tc>
                  <a:txBody>
                    <a:bodyPr/>
                    <a:lstStyle/>
                    <a:p>
                      <a:r>
                        <a:rPr lang="es-AR" dirty="0"/>
                        <a:t>Personas edad avanzada</a:t>
                      </a:r>
                    </a:p>
                  </a:txBody>
                  <a:tcPr/>
                </a:tc>
                <a:tc>
                  <a:txBody>
                    <a:bodyPr/>
                    <a:lstStyle/>
                    <a:p>
                      <a:r>
                        <a:rPr lang="es-AR" dirty="0"/>
                        <a:t>15-50</a:t>
                      </a:r>
                    </a:p>
                  </a:txBody>
                  <a:tcPr/>
                </a:tc>
                <a:extLst>
                  <a:ext uri="{0D108BD9-81ED-4DB2-BD59-A6C34878D82A}">
                    <a16:rowId xmlns:a16="http://schemas.microsoft.com/office/drawing/2014/main" val="1543145353"/>
                  </a:ext>
                </a:extLst>
              </a:tr>
            </a:tbl>
          </a:graphicData>
        </a:graphic>
      </p:graphicFrame>
    </p:spTree>
    <p:extLst>
      <p:ext uri="{BB962C8B-B14F-4D97-AF65-F5344CB8AC3E}">
        <p14:creationId xmlns:p14="http://schemas.microsoft.com/office/powerpoint/2010/main" val="549628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382477" y="688214"/>
            <a:ext cx="7704000" cy="572700"/>
          </a:xfrm>
          <a:prstGeom prst="rect">
            <a:avLst/>
          </a:prstGeom>
        </p:spPr>
        <p:txBody>
          <a:bodyPr spcFirstLastPara="1" wrap="square" lIns="91425" tIns="91425" rIns="91425" bIns="91425" anchor="t" anchorCtr="0">
            <a:noAutofit/>
          </a:bodyPr>
          <a:lstStyle/>
          <a:p>
            <a:pPr indent="-457200"/>
            <a:r>
              <a:rPr lang="es-AR" dirty="0"/>
              <a:t>Imágenes: </a:t>
            </a:r>
            <a:endParaRPr lang="en" sz="3200" dirty="0">
              <a:solidFill>
                <a:schemeClr val="dk1"/>
              </a:solidFill>
            </a:endParaRPr>
          </a:p>
        </p:txBody>
      </p:sp>
      <p:sp>
        <p:nvSpPr>
          <p:cNvPr id="13603" name="Google Shape;13603;p38"/>
          <p:cNvSpPr txBox="1">
            <a:spLocks noGrp="1"/>
          </p:cNvSpPr>
          <p:nvPr>
            <p:ph type="body" idx="1"/>
          </p:nvPr>
        </p:nvSpPr>
        <p:spPr>
          <a:xfrm>
            <a:off x="382477" y="1475193"/>
            <a:ext cx="9527991" cy="2180192"/>
          </a:xfrm>
          <a:prstGeom prst="rect">
            <a:avLst/>
          </a:prstGeom>
        </p:spPr>
        <p:txBody>
          <a:bodyPr spcFirstLastPara="1" wrap="square" lIns="91425" tIns="91425" rIns="91425" bIns="91425" anchor="b" anchorCtr="0">
            <a:noAutofit/>
          </a:bodyPr>
          <a:lstStyle/>
          <a:p>
            <a:pPr marL="342900" indent="-342900">
              <a:buFont typeface="Arial" panose="020B0604020202020204" pitchFamily="34" charset="0"/>
              <a:buChar char="•"/>
            </a:pPr>
            <a:endParaRPr lang="es-AR" sz="2400" dirty="0">
              <a:solidFill>
                <a:schemeClr val="dk1"/>
              </a:solidFill>
            </a:endParaRPr>
          </a:p>
          <a:p>
            <a:pPr marL="342900" indent="-342900">
              <a:buFont typeface="Arial" panose="020B0604020202020204" pitchFamily="34" charset="0"/>
              <a:buChar char="•"/>
            </a:pPr>
            <a:r>
              <a:rPr lang="es-AR" sz="2400" dirty="0">
                <a:solidFill>
                  <a:schemeClr val="dk1"/>
                </a:solidFill>
              </a:rPr>
              <a:t>RADIOGRAFÍAS</a:t>
            </a:r>
          </a:p>
          <a:p>
            <a:pPr marL="342900" indent="-342900">
              <a:buFont typeface="Arial" panose="020B0604020202020204" pitchFamily="34" charset="0"/>
              <a:buChar char="•"/>
            </a:pPr>
            <a:r>
              <a:rPr lang="es-AR" sz="2400" dirty="0">
                <a:solidFill>
                  <a:schemeClr val="dk1"/>
                </a:solidFill>
              </a:rPr>
              <a:t>ECOGRAFÍA MUSCULOESQUELETICA</a:t>
            </a:r>
          </a:p>
          <a:p>
            <a:pPr marL="342900" indent="-342900">
              <a:buFont typeface="Arial" panose="020B0604020202020204" pitchFamily="34" charset="0"/>
              <a:buChar char="•"/>
            </a:pPr>
            <a:r>
              <a:rPr lang="es-AR" sz="2400" dirty="0">
                <a:solidFill>
                  <a:schemeClr val="dk1"/>
                </a:solidFill>
              </a:rPr>
              <a:t>RMN </a:t>
            </a:r>
          </a:p>
        </p:txBody>
      </p:sp>
      <p:grpSp>
        <p:nvGrpSpPr>
          <p:cNvPr id="2" name="Google Shape;14044;p46">
            <a:extLst>
              <a:ext uri="{FF2B5EF4-FFF2-40B4-BE49-F238E27FC236}">
                <a16:creationId xmlns:a16="http://schemas.microsoft.com/office/drawing/2014/main" id="{F72F849A-E7B4-E3B4-31F8-F78D481E6A4D}"/>
              </a:ext>
            </a:extLst>
          </p:cNvPr>
          <p:cNvGrpSpPr/>
          <p:nvPr/>
        </p:nvGrpSpPr>
        <p:grpSpPr>
          <a:xfrm>
            <a:off x="6412853" y="684466"/>
            <a:ext cx="1359212" cy="3213924"/>
            <a:chOff x="3892392" y="1424610"/>
            <a:chExt cx="1359212" cy="3213924"/>
          </a:xfrm>
        </p:grpSpPr>
        <p:grpSp>
          <p:nvGrpSpPr>
            <p:cNvPr id="3" name="Google Shape;14045;p46">
              <a:extLst>
                <a:ext uri="{FF2B5EF4-FFF2-40B4-BE49-F238E27FC236}">
                  <a16:creationId xmlns:a16="http://schemas.microsoft.com/office/drawing/2014/main" id="{2C3A8BF9-371B-E629-0BCD-59B3D75C6C9A}"/>
                </a:ext>
              </a:extLst>
            </p:cNvPr>
            <p:cNvGrpSpPr/>
            <p:nvPr/>
          </p:nvGrpSpPr>
          <p:grpSpPr>
            <a:xfrm>
              <a:off x="3892392" y="1424610"/>
              <a:ext cx="1359212" cy="3213924"/>
              <a:chOff x="3892392" y="1424610"/>
              <a:chExt cx="1359212" cy="3213924"/>
            </a:xfrm>
          </p:grpSpPr>
          <p:grpSp>
            <p:nvGrpSpPr>
              <p:cNvPr id="19" name="Google Shape;14046;p46">
                <a:extLst>
                  <a:ext uri="{FF2B5EF4-FFF2-40B4-BE49-F238E27FC236}">
                    <a16:creationId xmlns:a16="http://schemas.microsoft.com/office/drawing/2014/main" id="{89036C82-CF6E-A1B1-8A2E-1CCDED472569}"/>
                  </a:ext>
                </a:extLst>
              </p:cNvPr>
              <p:cNvGrpSpPr/>
              <p:nvPr/>
            </p:nvGrpSpPr>
            <p:grpSpPr>
              <a:xfrm>
                <a:off x="3892392" y="1424610"/>
                <a:ext cx="1359212" cy="3213924"/>
                <a:chOff x="6797170" y="3050537"/>
                <a:chExt cx="550623" cy="1301975"/>
              </a:xfrm>
            </p:grpSpPr>
            <p:sp>
              <p:nvSpPr>
                <p:cNvPr id="13623" name="Google Shape;14047;p46">
                  <a:extLst>
                    <a:ext uri="{FF2B5EF4-FFF2-40B4-BE49-F238E27FC236}">
                      <a16:creationId xmlns:a16="http://schemas.microsoft.com/office/drawing/2014/main" id="{8BCDA59E-9BF8-E068-4569-EB23088D3539}"/>
                    </a:ext>
                  </a:extLst>
                </p:cNvPr>
                <p:cNvSpPr/>
                <p:nvPr/>
              </p:nvSpPr>
              <p:spPr>
                <a:xfrm>
                  <a:off x="6846049" y="4303456"/>
                  <a:ext cx="453041" cy="49056"/>
                </a:xfrm>
                <a:custGeom>
                  <a:avLst/>
                  <a:gdLst/>
                  <a:ahLst/>
                  <a:cxnLst/>
                  <a:rect l="l" t="t" r="r" b="b"/>
                  <a:pathLst>
                    <a:path w="17944" h="1943" extrusionOk="0">
                      <a:moveTo>
                        <a:pt x="8968" y="0"/>
                      </a:moveTo>
                      <a:cubicBezTo>
                        <a:pt x="4015" y="0"/>
                        <a:pt x="0" y="437"/>
                        <a:pt x="0" y="972"/>
                      </a:cubicBezTo>
                      <a:cubicBezTo>
                        <a:pt x="0" y="1506"/>
                        <a:pt x="4015" y="1943"/>
                        <a:pt x="8968" y="1943"/>
                      </a:cubicBezTo>
                      <a:cubicBezTo>
                        <a:pt x="13922" y="1943"/>
                        <a:pt x="17943" y="1506"/>
                        <a:pt x="17943" y="972"/>
                      </a:cubicBezTo>
                      <a:cubicBezTo>
                        <a:pt x="17943" y="437"/>
                        <a:pt x="13922" y="0"/>
                        <a:pt x="89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24" name="Google Shape;14048;p46">
                  <a:extLst>
                    <a:ext uri="{FF2B5EF4-FFF2-40B4-BE49-F238E27FC236}">
                      <a16:creationId xmlns:a16="http://schemas.microsoft.com/office/drawing/2014/main" id="{AB96F346-9329-9633-9DEE-3C20BE0CC357}"/>
                    </a:ext>
                  </a:extLst>
                </p:cNvPr>
                <p:cNvGrpSpPr/>
                <p:nvPr/>
              </p:nvGrpSpPr>
              <p:grpSpPr>
                <a:xfrm>
                  <a:off x="6797170" y="3050537"/>
                  <a:ext cx="550623" cy="1278079"/>
                  <a:chOff x="6797170" y="3050537"/>
                  <a:chExt cx="550623" cy="1278079"/>
                </a:xfrm>
              </p:grpSpPr>
              <p:sp>
                <p:nvSpPr>
                  <p:cNvPr id="13625" name="Google Shape;14049;p46">
                    <a:extLst>
                      <a:ext uri="{FF2B5EF4-FFF2-40B4-BE49-F238E27FC236}">
                        <a16:creationId xmlns:a16="http://schemas.microsoft.com/office/drawing/2014/main" id="{0375DC0D-41DA-B3C4-0D3D-DBD1408281AB}"/>
                      </a:ext>
                    </a:extLst>
                  </p:cNvPr>
                  <p:cNvSpPr/>
                  <p:nvPr/>
                </p:nvSpPr>
                <p:spPr>
                  <a:xfrm>
                    <a:off x="6797170" y="3050537"/>
                    <a:ext cx="550623" cy="1278079"/>
                  </a:xfrm>
                  <a:custGeom>
                    <a:avLst/>
                    <a:gdLst/>
                    <a:ahLst/>
                    <a:cxnLst/>
                    <a:rect l="l" t="t" r="r" b="b"/>
                    <a:pathLst>
                      <a:path w="21809" h="50622" extrusionOk="0">
                        <a:moveTo>
                          <a:pt x="3774" y="7802"/>
                        </a:moveTo>
                        <a:lnTo>
                          <a:pt x="3774" y="7834"/>
                        </a:lnTo>
                        <a:lnTo>
                          <a:pt x="3755" y="7834"/>
                        </a:lnTo>
                        <a:lnTo>
                          <a:pt x="3774" y="7802"/>
                        </a:lnTo>
                        <a:close/>
                        <a:moveTo>
                          <a:pt x="10696" y="0"/>
                        </a:moveTo>
                        <a:cubicBezTo>
                          <a:pt x="6753" y="0"/>
                          <a:pt x="3559" y="3187"/>
                          <a:pt x="3559" y="7130"/>
                        </a:cubicBezTo>
                        <a:cubicBezTo>
                          <a:pt x="3559" y="7365"/>
                          <a:pt x="3579" y="7600"/>
                          <a:pt x="3605" y="7834"/>
                        </a:cubicBezTo>
                        <a:cubicBezTo>
                          <a:pt x="2973" y="7906"/>
                          <a:pt x="2549" y="8512"/>
                          <a:pt x="2699" y="9131"/>
                        </a:cubicBezTo>
                        <a:cubicBezTo>
                          <a:pt x="2821" y="9609"/>
                          <a:pt x="3251" y="9920"/>
                          <a:pt x="3713" y="9920"/>
                        </a:cubicBezTo>
                        <a:cubicBezTo>
                          <a:pt x="3844" y="9920"/>
                          <a:pt x="3977" y="9895"/>
                          <a:pt x="4107" y="9842"/>
                        </a:cubicBezTo>
                        <a:cubicBezTo>
                          <a:pt x="4837" y="12044"/>
                          <a:pt x="6681" y="13804"/>
                          <a:pt x="8754" y="14560"/>
                        </a:cubicBezTo>
                        <a:lnTo>
                          <a:pt x="8891" y="14606"/>
                        </a:lnTo>
                        <a:lnTo>
                          <a:pt x="8891" y="16620"/>
                        </a:lnTo>
                        <a:lnTo>
                          <a:pt x="5651" y="16620"/>
                        </a:lnTo>
                        <a:cubicBezTo>
                          <a:pt x="5651" y="16620"/>
                          <a:pt x="5645" y="16685"/>
                          <a:pt x="5625" y="16698"/>
                        </a:cubicBezTo>
                        <a:cubicBezTo>
                          <a:pt x="5045" y="16705"/>
                          <a:pt x="4537" y="17076"/>
                          <a:pt x="4361" y="17623"/>
                        </a:cubicBezTo>
                        <a:lnTo>
                          <a:pt x="216" y="33239"/>
                        </a:lnTo>
                        <a:cubicBezTo>
                          <a:pt x="1" y="33872"/>
                          <a:pt x="294" y="34563"/>
                          <a:pt x="893" y="34849"/>
                        </a:cubicBezTo>
                        <a:cubicBezTo>
                          <a:pt x="1077" y="34936"/>
                          <a:pt x="1270" y="34977"/>
                          <a:pt x="1461" y="34977"/>
                        </a:cubicBezTo>
                        <a:cubicBezTo>
                          <a:pt x="1903" y="34977"/>
                          <a:pt x="2329" y="34756"/>
                          <a:pt x="2575" y="34360"/>
                        </a:cubicBezTo>
                        <a:cubicBezTo>
                          <a:pt x="2647" y="34407"/>
                          <a:pt x="2726" y="34429"/>
                          <a:pt x="2803" y="34429"/>
                        </a:cubicBezTo>
                        <a:cubicBezTo>
                          <a:pt x="2984" y="34429"/>
                          <a:pt x="3155" y="34309"/>
                          <a:pt x="3201" y="34113"/>
                        </a:cubicBezTo>
                        <a:lnTo>
                          <a:pt x="3559" y="32536"/>
                        </a:lnTo>
                        <a:cubicBezTo>
                          <a:pt x="3605" y="32340"/>
                          <a:pt x="3481" y="32040"/>
                          <a:pt x="3298" y="31942"/>
                        </a:cubicBezTo>
                        <a:lnTo>
                          <a:pt x="6329" y="20954"/>
                        </a:lnTo>
                        <a:cubicBezTo>
                          <a:pt x="6329" y="22844"/>
                          <a:pt x="6381" y="26507"/>
                          <a:pt x="6453" y="30567"/>
                        </a:cubicBezTo>
                        <a:lnTo>
                          <a:pt x="6401" y="30567"/>
                        </a:lnTo>
                        <a:lnTo>
                          <a:pt x="6466" y="32360"/>
                        </a:lnTo>
                        <a:lnTo>
                          <a:pt x="6479" y="32360"/>
                        </a:lnTo>
                        <a:cubicBezTo>
                          <a:pt x="6622" y="40187"/>
                          <a:pt x="6798" y="48725"/>
                          <a:pt x="6798" y="48725"/>
                        </a:cubicBezTo>
                        <a:cubicBezTo>
                          <a:pt x="6798" y="48725"/>
                          <a:pt x="4517" y="49090"/>
                          <a:pt x="4517" y="50622"/>
                        </a:cubicBezTo>
                        <a:lnTo>
                          <a:pt x="8936" y="50622"/>
                        </a:lnTo>
                        <a:lnTo>
                          <a:pt x="10631" y="33428"/>
                        </a:lnTo>
                        <a:lnTo>
                          <a:pt x="10663" y="33455"/>
                        </a:lnTo>
                        <a:lnTo>
                          <a:pt x="11028" y="33455"/>
                        </a:lnTo>
                        <a:lnTo>
                          <a:pt x="11035" y="33448"/>
                        </a:lnTo>
                        <a:lnTo>
                          <a:pt x="12892" y="50622"/>
                        </a:lnTo>
                        <a:lnTo>
                          <a:pt x="17305" y="50622"/>
                        </a:lnTo>
                        <a:cubicBezTo>
                          <a:pt x="17305" y="49097"/>
                          <a:pt x="15024" y="48732"/>
                          <a:pt x="15024" y="48732"/>
                        </a:cubicBezTo>
                        <a:cubicBezTo>
                          <a:pt x="15024" y="48732"/>
                          <a:pt x="15193" y="40096"/>
                          <a:pt x="15317" y="32216"/>
                        </a:cubicBezTo>
                        <a:cubicBezTo>
                          <a:pt x="15323" y="31897"/>
                          <a:pt x="15356" y="30567"/>
                          <a:pt x="15356" y="30567"/>
                        </a:cubicBezTo>
                        <a:lnTo>
                          <a:pt x="15343" y="30567"/>
                        </a:lnTo>
                        <a:cubicBezTo>
                          <a:pt x="15402" y="26481"/>
                          <a:pt x="15454" y="22779"/>
                          <a:pt x="15454" y="20863"/>
                        </a:cubicBezTo>
                        <a:lnTo>
                          <a:pt x="18510" y="31923"/>
                        </a:lnTo>
                        <a:cubicBezTo>
                          <a:pt x="18302" y="31995"/>
                          <a:pt x="18152" y="32334"/>
                          <a:pt x="18204" y="32542"/>
                        </a:cubicBezTo>
                        <a:lnTo>
                          <a:pt x="18556" y="34119"/>
                        </a:lnTo>
                        <a:cubicBezTo>
                          <a:pt x="18601" y="34303"/>
                          <a:pt x="18765" y="34430"/>
                          <a:pt x="18950" y="34430"/>
                        </a:cubicBezTo>
                        <a:cubicBezTo>
                          <a:pt x="18981" y="34430"/>
                          <a:pt x="19013" y="34427"/>
                          <a:pt x="19045" y="34419"/>
                        </a:cubicBezTo>
                        <a:cubicBezTo>
                          <a:pt x="19110" y="34406"/>
                          <a:pt x="19169" y="34374"/>
                          <a:pt x="19221" y="34328"/>
                        </a:cubicBezTo>
                        <a:cubicBezTo>
                          <a:pt x="19463" y="34743"/>
                          <a:pt x="19902" y="34978"/>
                          <a:pt x="20357" y="34978"/>
                        </a:cubicBezTo>
                        <a:cubicBezTo>
                          <a:pt x="20538" y="34978"/>
                          <a:pt x="20721" y="34940"/>
                          <a:pt x="20896" y="34862"/>
                        </a:cubicBezTo>
                        <a:cubicBezTo>
                          <a:pt x="21509" y="34582"/>
                          <a:pt x="21808" y="33891"/>
                          <a:pt x="21600" y="33252"/>
                        </a:cubicBezTo>
                        <a:lnTo>
                          <a:pt x="21600" y="33246"/>
                        </a:lnTo>
                        <a:lnTo>
                          <a:pt x="17292" y="17663"/>
                        </a:lnTo>
                        <a:cubicBezTo>
                          <a:pt x="17116" y="17141"/>
                          <a:pt x="16653" y="16744"/>
                          <a:pt x="16138" y="16705"/>
                        </a:cubicBezTo>
                        <a:cubicBezTo>
                          <a:pt x="16125" y="16691"/>
                          <a:pt x="16112" y="16626"/>
                          <a:pt x="16112" y="16626"/>
                        </a:cubicBezTo>
                        <a:lnTo>
                          <a:pt x="12632" y="16626"/>
                        </a:lnTo>
                        <a:lnTo>
                          <a:pt x="12632" y="14704"/>
                        </a:lnTo>
                        <a:lnTo>
                          <a:pt x="12658" y="14691"/>
                        </a:lnTo>
                        <a:lnTo>
                          <a:pt x="12703" y="14678"/>
                        </a:lnTo>
                        <a:cubicBezTo>
                          <a:pt x="14900" y="14013"/>
                          <a:pt x="16914" y="12194"/>
                          <a:pt x="17696" y="9887"/>
                        </a:cubicBezTo>
                        <a:cubicBezTo>
                          <a:pt x="17774" y="9907"/>
                          <a:pt x="17859" y="9920"/>
                          <a:pt x="17943" y="9920"/>
                        </a:cubicBezTo>
                        <a:cubicBezTo>
                          <a:pt x="17948" y="9920"/>
                          <a:pt x="17952" y="9920"/>
                          <a:pt x="17956" y="9920"/>
                        </a:cubicBezTo>
                        <a:cubicBezTo>
                          <a:pt x="18511" y="9920"/>
                          <a:pt x="18973" y="9486"/>
                          <a:pt x="18999" y="8936"/>
                        </a:cubicBezTo>
                        <a:cubicBezTo>
                          <a:pt x="19032" y="8375"/>
                          <a:pt x="18621" y="7893"/>
                          <a:pt x="18067" y="7834"/>
                        </a:cubicBezTo>
                        <a:lnTo>
                          <a:pt x="18067" y="7828"/>
                        </a:lnTo>
                        <a:cubicBezTo>
                          <a:pt x="18067" y="7815"/>
                          <a:pt x="18054" y="7802"/>
                          <a:pt x="18054" y="7789"/>
                        </a:cubicBezTo>
                        <a:cubicBezTo>
                          <a:pt x="18041" y="6061"/>
                          <a:pt x="17637" y="4295"/>
                          <a:pt x="16692" y="2992"/>
                        </a:cubicBezTo>
                        <a:cubicBezTo>
                          <a:pt x="17657" y="2464"/>
                          <a:pt x="17774" y="1786"/>
                          <a:pt x="18159" y="1147"/>
                        </a:cubicBezTo>
                        <a:lnTo>
                          <a:pt x="18159" y="1147"/>
                        </a:lnTo>
                        <a:cubicBezTo>
                          <a:pt x="17949" y="1170"/>
                          <a:pt x="17739" y="1181"/>
                          <a:pt x="17527" y="1181"/>
                        </a:cubicBezTo>
                        <a:cubicBezTo>
                          <a:pt x="15283" y="1181"/>
                          <a:pt x="12905" y="0"/>
                          <a:pt x="106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26" name="Google Shape;14050;p46">
                    <a:extLst>
                      <a:ext uri="{FF2B5EF4-FFF2-40B4-BE49-F238E27FC236}">
                        <a16:creationId xmlns:a16="http://schemas.microsoft.com/office/drawing/2014/main" id="{3D78EF6D-6531-646A-005D-A012E604D1AB}"/>
                      </a:ext>
                    </a:extLst>
                  </p:cNvPr>
                  <p:cNvGrpSpPr/>
                  <p:nvPr/>
                </p:nvGrpSpPr>
                <p:grpSpPr>
                  <a:xfrm>
                    <a:off x="6810728" y="3444626"/>
                    <a:ext cx="524340" cy="876265"/>
                    <a:chOff x="6810728" y="3444626"/>
                    <a:chExt cx="524340" cy="876265"/>
                  </a:xfrm>
                </p:grpSpPr>
                <p:sp>
                  <p:nvSpPr>
                    <p:cNvPr id="13631" name="Google Shape;14051;p46">
                      <a:extLst>
                        <a:ext uri="{FF2B5EF4-FFF2-40B4-BE49-F238E27FC236}">
                          <a16:creationId xmlns:a16="http://schemas.microsoft.com/office/drawing/2014/main" id="{9C75DC5F-440E-904B-2399-FAEBD6D80A61}"/>
                        </a:ext>
                      </a:extLst>
                    </p:cNvPr>
                    <p:cNvSpPr/>
                    <p:nvPr/>
                  </p:nvSpPr>
                  <p:spPr>
                    <a:xfrm>
                      <a:off x="6952997" y="3487572"/>
                      <a:ext cx="235988" cy="25702"/>
                    </a:xfrm>
                    <a:custGeom>
                      <a:avLst/>
                      <a:gdLst/>
                      <a:ahLst/>
                      <a:cxnLst/>
                      <a:rect l="l" t="t" r="r" b="b"/>
                      <a:pathLst>
                        <a:path w="9347" h="1018" extrusionOk="0">
                          <a:moveTo>
                            <a:pt x="463" y="1"/>
                          </a:moveTo>
                          <a:cubicBezTo>
                            <a:pt x="209" y="1"/>
                            <a:pt x="1" y="209"/>
                            <a:pt x="1" y="463"/>
                          </a:cubicBezTo>
                          <a:lnTo>
                            <a:pt x="1" y="548"/>
                          </a:lnTo>
                          <a:cubicBezTo>
                            <a:pt x="1" y="809"/>
                            <a:pt x="209" y="1017"/>
                            <a:pt x="463" y="1017"/>
                          </a:cubicBezTo>
                          <a:lnTo>
                            <a:pt x="8878" y="1017"/>
                          </a:lnTo>
                          <a:cubicBezTo>
                            <a:pt x="9138" y="1017"/>
                            <a:pt x="9347" y="809"/>
                            <a:pt x="9347" y="548"/>
                          </a:cubicBezTo>
                          <a:lnTo>
                            <a:pt x="9347" y="463"/>
                          </a:lnTo>
                          <a:cubicBezTo>
                            <a:pt x="9347" y="209"/>
                            <a:pt x="9138" y="1"/>
                            <a:pt x="88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2" name="Google Shape;14052;p46">
                      <a:extLst>
                        <a:ext uri="{FF2B5EF4-FFF2-40B4-BE49-F238E27FC236}">
                          <a16:creationId xmlns:a16="http://schemas.microsoft.com/office/drawing/2014/main" id="{2C1AA6CD-6D51-2D33-F96C-73AD886DA6D6}"/>
                        </a:ext>
                      </a:extLst>
                    </p:cNvPr>
                    <p:cNvSpPr/>
                    <p:nvPr/>
                  </p:nvSpPr>
                  <p:spPr>
                    <a:xfrm>
                      <a:off x="7038738" y="3444626"/>
                      <a:ext cx="64356" cy="25702"/>
                    </a:xfrm>
                    <a:custGeom>
                      <a:avLst/>
                      <a:gdLst/>
                      <a:ahLst/>
                      <a:cxnLst/>
                      <a:rect l="l" t="t" r="r" b="b"/>
                      <a:pathLst>
                        <a:path w="2549" h="1018" extrusionOk="0">
                          <a:moveTo>
                            <a:pt x="470" y="1"/>
                          </a:moveTo>
                          <a:cubicBezTo>
                            <a:pt x="209" y="1"/>
                            <a:pt x="0" y="209"/>
                            <a:pt x="0" y="470"/>
                          </a:cubicBezTo>
                          <a:lnTo>
                            <a:pt x="0" y="555"/>
                          </a:lnTo>
                          <a:cubicBezTo>
                            <a:pt x="0" y="809"/>
                            <a:pt x="209" y="1017"/>
                            <a:pt x="470" y="1017"/>
                          </a:cubicBezTo>
                          <a:lnTo>
                            <a:pt x="2086" y="1017"/>
                          </a:lnTo>
                          <a:cubicBezTo>
                            <a:pt x="2340" y="1017"/>
                            <a:pt x="2549" y="809"/>
                            <a:pt x="2549" y="555"/>
                          </a:cubicBezTo>
                          <a:lnTo>
                            <a:pt x="2549" y="470"/>
                          </a:lnTo>
                          <a:cubicBezTo>
                            <a:pt x="2549" y="209"/>
                            <a:pt x="2340" y="1"/>
                            <a:pt x="20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3" name="Google Shape;14053;p46">
                      <a:extLst>
                        <a:ext uri="{FF2B5EF4-FFF2-40B4-BE49-F238E27FC236}">
                          <a16:creationId xmlns:a16="http://schemas.microsoft.com/office/drawing/2014/main" id="{49A2CD7D-70F8-602A-9692-39BED7B0E28C}"/>
                        </a:ext>
                      </a:extLst>
                    </p:cNvPr>
                    <p:cNvSpPr/>
                    <p:nvPr/>
                  </p:nvSpPr>
                  <p:spPr>
                    <a:xfrm>
                      <a:off x="7038738" y="3787891"/>
                      <a:ext cx="64356" cy="25853"/>
                    </a:xfrm>
                    <a:custGeom>
                      <a:avLst/>
                      <a:gdLst/>
                      <a:ahLst/>
                      <a:cxnLst/>
                      <a:rect l="l" t="t" r="r" b="b"/>
                      <a:pathLst>
                        <a:path w="2549" h="1024" extrusionOk="0">
                          <a:moveTo>
                            <a:pt x="470" y="0"/>
                          </a:moveTo>
                          <a:cubicBezTo>
                            <a:pt x="209" y="0"/>
                            <a:pt x="0" y="209"/>
                            <a:pt x="0" y="469"/>
                          </a:cubicBezTo>
                          <a:lnTo>
                            <a:pt x="0" y="554"/>
                          </a:lnTo>
                          <a:cubicBezTo>
                            <a:pt x="0" y="808"/>
                            <a:pt x="209" y="1023"/>
                            <a:pt x="470" y="1023"/>
                          </a:cubicBezTo>
                          <a:lnTo>
                            <a:pt x="2086" y="1023"/>
                          </a:lnTo>
                          <a:cubicBezTo>
                            <a:pt x="2340" y="1023"/>
                            <a:pt x="2549" y="808"/>
                            <a:pt x="2549" y="554"/>
                          </a:cubicBezTo>
                          <a:lnTo>
                            <a:pt x="2549" y="469"/>
                          </a:lnTo>
                          <a:cubicBezTo>
                            <a:pt x="2549" y="209"/>
                            <a:pt x="2340" y="0"/>
                            <a:pt x="20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4" name="Google Shape;14054;p46">
                      <a:extLst>
                        <a:ext uri="{FF2B5EF4-FFF2-40B4-BE49-F238E27FC236}">
                          <a16:creationId xmlns:a16="http://schemas.microsoft.com/office/drawing/2014/main" id="{955D2E80-D763-CAAB-5EF3-48DAB271F0DE}"/>
                        </a:ext>
                      </a:extLst>
                    </p:cNvPr>
                    <p:cNvSpPr/>
                    <p:nvPr/>
                  </p:nvSpPr>
                  <p:spPr>
                    <a:xfrm>
                      <a:off x="7038738" y="3744945"/>
                      <a:ext cx="64356" cy="25853"/>
                    </a:xfrm>
                    <a:custGeom>
                      <a:avLst/>
                      <a:gdLst/>
                      <a:ahLst/>
                      <a:cxnLst/>
                      <a:rect l="l" t="t" r="r" b="b"/>
                      <a:pathLst>
                        <a:path w="2549" h="1024" extrusionOk="0">
                          <a:moveTo>
                            <a:pt x="470" y="0"/>
                          </a:moveTo>
                          <a:cubicBezTo>
                            <a:pt x="209" y="0"/>
                            <a:pt x="0" y="209"/>
                            <a:pt x="0" y="469"/>
                          </a:cubicBezTo>
                          <a:lnTo>
                            <a:pt x="0" y="554"/>
                          </a:lnTo>
                          <a:cubicBezTo>
                            <a:pt x="0" y="815"/>
                            <a:pt x="209" y="1023"/>
                            <a:pt x="470" y="1023"/>
                          </a:cubicBezTo>
                          <a:lnTo>
                            <a:pt x="2086" y="1023"/>
                          </a:lnTo>
                          <a:cubicBezTo>
                            <a:pt x="2340" y="1023"/>
                            <a:pt x="2549" y="815"/>
                            <a:pt x="2549" y="554"/>
                          </a:cubicBezTo>
                          <a:lnTo>
                            <a:pt x="2549" y="469"/>
                          </a:lnTo>
                          <a:cubicBezTo>
                            <a:pt x="2549" y="209"/>
                            <a:pt x="2340" y="0"/>
                            <a:pt x="20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5" name="Google Shape;14055;p46">
                      <a:extLst>
                        <a:ext uri="{FF2B5EF4-FFF2-40B4-BE49-F238E27FC236}">
                          <a16:creationId xmlns:a16="http://schemas.microsoft.com/office/drawing/2014/main" id="{3E7C087B-92DB-20C2-393B-50F986ECB3AA}"/>
                        </a:ext>
                      </a:extLst>
                    </p:cNvPr>
                    <p:cNvSpPr/>
                    <p:nvPr/>
                  </p:nvSpPr>
                  <p:spPr>
                    <a:xfrm>
                      <a:off x="7038738" y="3706417"/>
                      <a:ext cx="64356" cy="25702"/>
                    </a:xfrm>
                    <a:custGeom>
                      <a:avLst/>
                      <a:gdLst/>
                      <a:ahLst/>
                      <a:cxnLst/>
                      <a:rect l="l" t="t" r="r" b="b"/>
                      <a:pathLst>
                        <a:path w="2549" h="1018" extrusionOk="0">
                          <a:moveTo>
                            <a:pt x="470" y="1"/>
                          </a:moveTo>
                          <a:cubicBezTo>
                            <a:pt x="209" y="1"/>
                            <a:pt x="0" y="209"/>
                            <a:pt x="0" y="464"/>
                          </a:cubicBezTo>
                          <a:lnTo>
                            <a:pt x="0" y="548"/>
                          </a:lnTo>
                          <a:cubicBezTo>
                            <a:pt x="0" y="809"/>
                            <a:pt x="209" y="1018"/>
                            <a:pt x="470" y="1018"/>
                          </a:cubicBezTo>
                          <a:lnTo>
                            <a:pt x="2086" y="1018"/>
                          </a:lnTo>
                          <a:cubicBezTo>
                            <a:pt x="2340" y="1018"/>
                            <a:pt x="2549" y="809"/>
                            <a:pt x="2549" y="548"/>
                          </a:cubicBezTo>
                          <a:lnTo>
                            <a:pt x="2549" y="464"/>
                          </a:lnTo>
                          <a:cubicBezTo>
                            <a:pt x="2549" y="209"/>
                            <a:pt x="2340" y="1"/>
                            <a:pt x="20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6" name="Google Shape;14056;p46">
                      <a:extLst>
                        <a:ext uri="{FF2B5EF4-FFF2-40B4-BE49-F238E27FC236}">
                          <a16:creationId xmlns:a16="http://schemas.microsoft.com/office/drawing/2014/main" id="{95B1356C-03AE-A8B6-E79C-FA90AF04125B}"/>
                        </a:ext>
                      </a:extLst>
                    </p:cNvPr>
                    <p:cNvSpPr/>
                    <p:nvPr/>
                  </p:nvSpPr>
                  <p:spPr>
                    <a:xfrm>
                      <a:off x="7051563" y="3491864"/>
                      <a:ext cx="34412" cy="193042"/>
                    </a:xfrm>
                    <a:custGeom>
                      <a:avLst/>
                      <a:gdLst/>
                      <a:ahLst/>
                      <a:cxnLst/>
                      <a:rect l="l" t="t" r="r" b="b"/>
                      <a:pathLst>
                        <a:path w="1363" h="7646" extrusionOk="0">
                          <a:moveTo>
                            <a:pt x="685" y="0"/>
                          </a:moveTo>
                          <a:cubicBezTo>
                            <a:pt x="307" y="0"/>
                            <a:pt x="1" y="300"/>
                            <a:pt x="1" y="678"/>
                          </a:cubicBezTo>
                          <a:lnTo>
                            <a:pt x="1" y="6967"/>
                          </a:lnTo>
                          <a:cubicBezTo>
                            <a:pt x="1" y="7339"/>
                            <a:pt x="307" y="7645"/>
                            <a:pt x="685" y="7645"/>
                          </a:cubicBezTo>
                          <a:cubicBezTo>
                            <a:pt x="1057" y="7645"/>
                            <a:pt x="1363" y="7339"/>
                            <a:pt x="1363" y="6967"/>
                          </a:cubicBezTo>
                          <a:lnTo>
                            <a:pt x="1363" y="678"/>
                          </a:lnTo>
                          <a:cubicBezTo>
                            <a:pt x="1363" y="300"/>
                            <a:pt x="1057" y="0"/>
                            <a:pt x="6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7" name="Google Shape;14057;p46">
                      <a:extLst>
                        <a:ext uri="{FF2B5EF4-FFF2-40B4-BE49-F238E27FC236}">
                          <a16:creationId xmlns:a16="http://schemas.microsoft.com/office/drawing/2014/main" id="{68414466-81D1-6625-0266-98AB95B031DD}"/>
                        </a:ext>
                      </a:extLst>
                    </p:cNvPr>
                    <p:cNvSpPr/>
                    <p:nvPr/>
                  </p:nvSpPr>
                  <p:spPr>
                    <a:xfrm>
                      <a:off x="7055351" y="3540945"/>
                      <a:ext cx="106166" cy="44915"/>
                    </a:xfrm>
                    <a:custGeom>
                      <a:avLst/>
                      <a:gdLst/>
                      <a:ahLst/>
                      <a:cxnLst/>
                      <a:rect l="l" t="t" r="r" b="b"/>
                      <a:pathLst>
                        <a:path w="4205" h="1779" extrusionOk="0">
                          <a:moveTo>
                            <a:pt x="783" y="0"/>
                          </a:moveTo>
                          <a:cubicBezTo>
                            <a:pt x="518" y="0"/>
                            <a:pt x="262" y="154"/>
                            <a:pt x="151" y="415"/>
                          </a:cubicBezTo>
                          <a:cubicBezTo>
                            <a:pt x="1" y="767"/>
                            <a:pt x="164" y="1171"/>
                            <a:pt x="516" y="1321"/>
                          </a:cubicBezTo>
                          <a:cubicBezTo>
                            <a:pt x="1219" y="1628"/>
                            <a:pt x="1904" y="1778"/>
                            <a:pt x="2536" y="1778"/>
                          </a:cubicBezTo>
                          <a:cubicBezTo>
                            <a:pt x="2555" y="1778"/>
                            <a:pt x="2574" y="1778"/>
                            <a:pt x="2593" y="1778"/>
                          </a:cubicBezTo>
                          <a:cubicBezTo>
                            <a:pt x="2952" y="1778"/>
                            <a:pt x="3310" y="1719"/>
                            <a:pt x="3657" y="1602"/>
                          </a:cubicBezTo>
                          <a:cubicBezTo>
                            <a:pt x="4015" y="1478"/>
                            <a:pt x="4204" y="1080"/>
                            <a:pt x="4081" y="722"/>
                          </a:cubicBezTo>
                          <a:cubicBezTo>
                            <a:pt x="3983" y="438"/>
                            <a:pt x="3713" y="260"/>
                            <a:pt x="3427" y="260"/>
                          </a:cubicBezTo>
                          <a:cubicBezTo>
                            <a:pt x="3351" y="260"/>
                            <a:pt x="3275" y="272"/>
                            <a:pt x="3201" y="298"/>
                          </a:cubicBezTo>
                          <a:cubicBezTo>
                            <a:pt x="2986" y="372"/>
                            <a:pt x="2761" y="402"/>
                            <a:pt x="2536" y="402"/>
                          </a:cubicBezTo>
                          <a:cubicBezTo>
                            <a:pt x="2001" y="402"/>
                            <a:pt x="1464" y="231"/>
                            <a:pt x="1057" y="57"/>
                          </a:cubicBezTo>
                          <a:cubicBezTo>
                            <a:pt x="968" y="19"/>
                            <a:pt x="875" y="0"/>
                            <a:pt x="7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8" name="Google Shape;14058;p46">
                      <a:extLst>
                        <a:ext uri="{FF2B5EF4-FFF2-40B4-BE49-F238E27FC236}">
                          <a16:creationId xmlns:a16="http://schemas.microsoft.com/office/drawing/2014/main" id="{1409C5FE-8D5E-F089-073D-3C3551C91F29}"/>
                        </a:ext>
                      </a:extLst>
                    </p:cNvPr>
                    <p:cNvSpPr/>
                    <p:nvPr/>
                  </p:nvSpPr>
                  <p:spPr>
                    <a:xfrm>
                      <a:off x="7046792" y="3596717"/>
                      <a:ext cx="118335" cy="44739"/>
                    </a:xfrm>
                    <a:custGeom>
                      <a:avLst/>
                      <a:gdLst/>
                      <a:ahLst/>
                      <a:cxnLst/>
                      <a:rect l="l" t="t" r="r" b="b"/>
                      <a:pathLst>
                        <a:path w="4687" h="1772" extrusionOk="0">
                          <a:moveTo>
                            <a:pt x="781" y="1"/>
                          </a:moveTo>
                          <a:cubicBezTo>
                            <a:pt x="514" y="1"/>
                            <a:pt x="262" y="154"/>
                            <a:pt x="151" y="416"/>
                          </a:cubicBezTo>
                          <a:cubicBezTo>
                            <a:pt x="1" y="768"/>
                            <a:pt x="164" y="1172"/>
                            <a:pt x="516" y="1322"/>
                          </a:cubicBezTo>
                          <a:cubicBezTo>
                            <a:pt x="1141" y="1609"/>
                            <a:pt x="1819" y="1758"/>
                            <a:pt x="2510" y="1772"/>
                          </a:cubicBezTo>
                          <a:cubicBezTo>
                            <a:pt x="3110" y="1772"/>
                            <a:pt x="3709" y="1622"/>
                            <a:pt x="4244" y="1335"/>
                          </a:cubicBezTo>
                          <a:cubicBezTo>
                            <a:pt x="4570" y="1152"/>
                            <a:pt x="4687" y="735"/>
                            <a:pt x="4504" y="409"/>
                          </a:cubicBezTo>
                          <a:cubicBezTo>
                            <a:pt x="4382" y="177"/>
                            <a:pt x="4144" y="47"/>
                            <a:pt x="3899" y="47"/>
                          </a:cubicBezTo>
                          <a:cubicBezTo>
                            <a:pt x="3793" y="47"/>
                            <a:pt x="3686" y="71"/>
                            <a:pt x="3585" y="123"/>
                          </a:cubicBezTo>
                          <a:cubicBezTo>
                            <a:pt x="3235" y="312"/>
                            <a:pt x="2865" y="385"/>
                            <a:pt x="2503" y="385"/>
                          </a:cubicBezTo>
                          <a:cubicBezTo>
                            <a:pt x="1972" y="385"/>
                            <a:pt x="1460" y="228"/>
                            <a:pt x="1057" y="57"/>
                          </a:cubicBezTo>
                          <a:cubicBezTo>
                            <a:pt x="966" y="19"/>
                            <a:pt x="873" y="1"/>
                            <a:pt x="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9" name="Google Shape;14059;p46">
                      <a:extLst>
                        <a:ext uri="{FF2B5EF4-FFF2-40B4-BE49-F238E27FC236}">
                          <a16:creationId xmlns:a16="http://schemas.microsoft.com/office/drawing/2014/main" id="{7517F6C9-2149-F741-F084-45EC5298C836}"/>
                        </a:ext>
                      </a:extLst>
                    </p:cNvPr>
                    <p:cNvSpPr/>
                    <p:nvPr/>
                  </p:nvSpPr>
                  <p:spPr>
                    <a:xfrm>
                      <a:off x="6983118" y="3540768"/>
                      <a:ext cx="99576" cy="44739"/>
                    </a:xfrm>
                    <a:custGeom>
                      <a:avLst/>
                      <a:gdLst/>
                      <a:ahLst/>
                      <a:cxnLst/>
                      <a:rect l="l" t="t" r="r" b="b"/>
                      <a:pathLst>
                        <a:path w="3944" h="1772" extrusionOk="0">
                          <a:moveTo>
                            <a:pt x="3155" y="1"/>
                          </a:moveTo>
                          <a:cubicBezTo>
                            <a:pt x="3059" y="1"/>
                            <a:pt x="2961" y="21"/>
                            <a:pt x="2868" y="64"/>
                          </a:cubicBezTo>
                          <a:cubicBezTo>
                            <a:pt x="2493" y="222"/>
                            <a:pt x="1975" y="388"/>
                            <a:pt x="1426" y="388"/>
                          </a:cubicBezTo>
                          <a:cubicBezTo>
                            <a:pt x="1250" y="388"/>
                            <a:pt x="1072" y="371"/>
                            <a:pt x="893" y="331"/>
                          </a:cubicBezTo>
                          <a:cubicBezTo>
                            <a:pt x="846" y="321"/>
                            <a:pt x="799" y="316"/>
                            <a:pt x="753" y="316"/>
                          </a:cubicBezTo>
                          <a:cubicBezTo>
                            <a:pt x="435" y="316"/>
                            <a:pt x="153" y="541"/>
                            <a:pt x="79" y="859"/>
                          </a:cubicBezTo>
                          <a:cubicBezTo>
                            <a:pt x="0" y="1231"/>
                            <a:pt x="235" y="1596"/>
                            <a:pt x="600" y="1680"/>
                          </a:cubicBezTo>
                          <a:cubicBezTo>
                            <a:pt x="874" y="1739"/>
                            <a:pt x="1148" y="1772"/>
                            <a:pt x="1428" y="1772"/>
                          </a:cubicBezTo>
                          <a:cubicBezTo>
                            <a:pt x="2112" y="1759"/>
                            <a:pt x="2790" y="1609"/>
                            <a:pt x="3416" y="1328"/>
                          </a:cubicBezTo>
                          <a:cubicBezTo>
                            <a:pt x="3774" y="1185"/>
                            <a:pt x="3944" y="774"/>
                            <a:pt x="3787" y="416"/>
                          </a:cubicBezTo>
                          <a:cubicBezTo>
                            <a:pt x="3677" y="157"/>
                            <a:pt x="3422" y="1"/>
                            <a:pt x="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0" name="Google Shape;14060;p46">
                      <a:extLst>
                        <a:ext uri="{FF2B5EF4-FFF2-40B4-BE49-F238E27FC236}">
                          <a16:creationId xmlns:a16="http://schemas.microsoft.com/office/drawing/2014/main" id="{25AC12E9-658A-73FF-627A-89446C268D6D}"/>
                        </a:ext>
                      </a:extLst>
                    </p:cNvPr>
                    <p:cNvSpPr/>
                    <p:nvPr/>
                  </p:nvSpPr>
                  <p:spPr>
                    <a:xfrm>
                      <a:off x="7054871" y="3655619"/>
                      <a:ext cx="106645" cy="45244"/>
                    </a:xfrm>
                    <a:custGeom>
                      <a:avLst/>
                      <a:gdLst/>
                      <a:ahLst/>
                      <a:cxnLst/>
                      <a:rect l="l" t="t" r="r" b="b"/>
                      <a:pathLst>
                        <a:path w="4224" h="1792" extrusionOk="0">
                          <a:moveTo>
                            <a:pt x="788" y="1"/>
                          </a:moveTo>
                          <a:cubicBezTo>
                            <a:pt x="521" y="1"/>
                            <a:pt x="265" y="157"/>
                            <a:pt x="150" y="416"/>
                          </a:cubicBezTo>
                          <a:cubicBezTo>
                            <a:pt x="0" y="775"/>
                            <a:pt x="170" y="1192"/>
                            <a:pt x="535" y="1335"/>
                          </a:cubicBezTo>
                          <a:cubicBezTo>
                            <a:pt x="1167" y="1622"/>
                            <a:pt x="1858" y="1778"/>
                            <a:pt x="2555" y="1791"/>
                          </a:cubicBezTo>
                          <a:cubicBezTo>
                            <a:pt x="2933" y="1791"/>
                            <a:pt x="3311" y="1733"/>
                            <a:pt x="3676" y="1609"/>
                          </a:cubicBezTo>
                          <a:cubicBezTo>
                            <a:pt x="4034" y="1479"/>
                            <a:pt x="4223" y="1087"/>
                            <a:pt x="4100" y="729"/>
                          </a:cubicBezTo>
                          <a:cubicBezTo>
                            <a:pt x="4002" y="446"/>
                            <a:pt x="3734" y="265"/>
                            <a:pt x="3449" y="265"/>
                          </a:cubicBezTo>
                          <a:cubicBezTo>
                            <a:pt x="3373" y="265"/>
                            <a:pt x="3295" y="278"/>
                            <a:pt x="3220" y="305"/>
                          </a:cubicBezTo>
                          <a:cubicBezTo>
                            <a:pt x="3005" y="379"/>
                            <a:pt x="2780" y="409"/>
                            <a:pt x="2555" y="409"/>
                          </a:cubicBezTo>
                          <a:cubicBezTo>
                            <a:pt x="2020" y="409"/>
                            <a:pt x="1483" y="238"/>
                            <a:pt x="1076" y="64"/>
                          </a:cubicBezTo>
                          <a:cubicBezTo>
                            <a:pt x="982" y="21"/>
                            <a:pt x="885" y="1"/>
                            <a:pt x="7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1" name="Google Shape;14061;p46">
                      <a:extLst>
                        <a:ext uri="{FF2B5EF4-FFF2-40B4-BE49-F238E27FC236}">
                          <a16:creationId xmlns:a16="http://schemas.microsoft.com/office/drawing/2014/main" id="{51F89EB4-0B5A-3C77-0C9B-48FF9E960185}"/>
                        </a:ext>
                      </a:extLst>
                    </p:cNvPr>
                    <p:cNvSpPr/>
                    <p:nvPr/>
                  </p:nvSpPr>
                  <p:spPr>
                    <a:xfrm>
                      <a:off x="6983118" y="3655619"/>
                      <a:ext cx="99576" cy="44739"/>
                    </a:xfrm>
                    <a:custGeom>
                      <a:avLst/>
                      <a:gdLst/>
                      <a:ahLst/>
                      <a:cxnLst/>
                      <a:rect l="l" t="t" r="r" b="b"/>
                      <a:pathLst>
                        <a:path w="3944" h="1772" extrusionOk="0">
                          <a:moveTo>
                            <a:pt x="3155" y="1"/>
                          </a:moveTo>
                          <a:cubicBezTo>
                            <a:pt x="3059" y="1"/>
                            <a:pt x="2961" y="21"/>
                            <a:pt x="2868" y="64"/>
                          </a:cubicBezTo>
                          <a:cubicBezTo>
                            <a:pt x="2492" y="227"/>
                            <a:pt x="1974" y="394"/>
                            <a:pt x="1425" y="394"/>
                          </a:cubicBezTo>
                          <a:cubicBezTo>
                            <a:pt x="1249" y="394"/>
                            <a:pt x="1071" y="377"/>
                            <a:pt x="893" y="338"/>
                          </a:cubicBezTo>
                          <a:cubicBezTo>
                            <a:pt x="845" y="328"/>
                            <a:pt x="797" y="323"/>
                            <a:pt x="750" y="323"/>
                          </a:cubicBezTo>
                          <a:cubicBezTo>
                            <a:pt x="433" y="323"/>
                            <a:pt x="152" y="543"/>
                            <a:pt x="79" y="866"/>
                          </a:cubicBezTo>
                          <a:cubicBezTo>
                            <a:pt x="0" y="1231"/>
                            <a:pt x="235" y="1602"/>
                            <a:pt x="600" y="1687"/>
                          </a:cubicBezTo>
                          <a:cubicBezTo>
                            <a:pt x="874" y="1739"/>
                            <a:pt x="1148" y="1772"/>
                            <a:pt x="1428" y="1772"/>
                          </a:cubicBezTo>
                          <a:cubicBezTo>
                            <a:pt x="2112" y="1759"/>
                            <a:pt x="2790" y="1609"/>
                            <a:pt x="3416" y="1335"/>
                          </a:cubicBezTo>
                          <a:cubicBezTo>
                            <a:pt x="3774" y="1185"/>
                            <a:pt x="3944" y="775"/>
                            <a:pt x="3787" y="416"/>
                          </a:cubicBezTo>
                          <a:cubicBezTo>
                            <a:pt x="3677" y="157"/>
                            <a:pt x="3422" y="1"/>
                            <a:pt x="31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2" name="Google Shape;14062;p46">
                      <a:extLst>
                        <a:ext uri="{FF2B5EF4-FFF2-40B4-BE49-F238E27FC236}">
                          <a16:creationId xmlns:a16="http://schemas.microsoft.com/office/drawing/2014/main" id="{EF534532-1DA8-9614-4B26-EBA88BAB44BB}"/>
                        </a:ext>
                      </a:extLst>
                    </p:cNvPr>
                    <p:cNvSpPr/>
                    <p:nvPr/>
                  </p:nvSpPr>
                  <p:spPr>
                    <a:xfrm>
                      <a:off x="6973725" y="3596464"/>
                      <a:ext cx="117527" cy="44335"/>
                    </a:xfrm>
                    <a:custGeom>
                      <a:avLst/>
                      <a:gdLst/>
                      <a:ahLst/>
                      <a:cxnLst/>
                      <a:rect l="l" t="t" r="r" b="b"/>
                      <a:pathLst>
                        <a:path w="4655" h="1756" extrusionOk="0">
                          <a:moveTo>
                            <a:pt x="3863" y="0"/>
                          </a:moveTo>
                          <a:cubicBezTo>
                            <a:pt x="3768" y="0"/>
                            <a:pt x="3671" y="20"/>
                            <a:pt x="3579" y="61"/>
                          </a:cubicBezTo>
                          <a:cubicBezTo>
                            <a:pt x="3094" y="270"/>
                            <a:pt x="2605" y="375"/>
                            <a:pt x="2150" y="375"/>
                          </a:cubicBezTo>
                          <a:cubicBezTo>
                            <a:pt x="1769" y="375"/>
                            <a:pt x="1412" y="301"/>
                            <a:pt x="1102" y="152"/>
                          </a:cubicBezTo>
                          <a:cubicBezTo>
                            <a:pt x="1002" y="101"/>
                            <a:pt x="895" y="77"/>
                            <a:pt x="789" y="77"/>
                          </a:cubicBezTo>
                          <a:cubicBezTo>
                            <a:pt x="532" y="77"/>
                            <a:pt x="286" y="220"/>
                            <a:pt x="170" y="465"/>
                          </a:cubicBezTo>
                          <a:cubicBezTo>
                            <a:pt x="1" y="817"/>
                            <a:pt x="151" y="1234"/>
                            <a:pt x="503" y="1397"/>
                          </a:cubicBezTo>
                          <a:cubicBezTo>
                            <a:pt x="1005" y="1632"/>
                            <a:pt x="1556" y="1756"/>
                            <a:pt x="2109" y="1756"/>
                          </a:cubicBezTo>
                          <a:cubicBezTo>
                            <a:pt x="2123" y="1756"/>
                            <a:pt x="2138" y="1756"/>
                            <a:pt x="2152" y="1755"/>
                          </a:cubicBezTo>
                          <a:cubicBezTo>
                            <a:pt x="2836" y="1749"/>
                            <a:pt x="3501" y="1606"/>
                            <a:pt x="4127" y="1332"/>
                          </a:cubicBezTo>
                          <a:cubicBezTo>
                            <a:pt x="4485" y="1182"/>
                            <a:pt x="4654" y="771"/>
                            <a:pt x="4498" y="419"/>
                          </a:cubicBezTo>
                          <a:cubicBezTo>
                            <a:pt x="4387" y="155"/>
                            <a:pt x="4131" y="0"/>
                            <a:pt x="38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3" name="Google Shape;14063;p46">
                      <a:extLst>
                        <a:ext uri="{FF2B5EF4-FFF2-40B4-BE49-F238E27FC236}">
                          <a16:creationId xmlns:a16="http://schemas.microsoft.com/office/drawing/2014/main" id="{FA201383-0486-DA4C-6408-693186550EED}"/>
                        </a:ext>
                      </a:extLst>
                    </p:cNvPr>
                    <p:cNvSpPr/>
                    <p:nvPr/>
                  </p:nvSpPr>
                  <p:spPr>
                    <a:xfrm>
                      <a:off x="7118368" y="3906680"/>
                      <a:ext cx="38881" cy="118007"/>
                    </a:xfrm>
                    <a:custGeom>
                      <a:avLst/>
                      <a:gdLst/>
                      <a:ahLst/>
                      <a:cxnLst/>
                      <a:rect l="l" t="t" r="r" b="b"/>
                      <a:pathLst>
                        <a:path w="1540" h="4674" extrusionOk="0">
                          <a:moveTo>
                            <a:pt x="1018" y="1"/>
                          </a:moveTo>
                          <a:lnTo>
                            <a:pt x="1" y="118"/>
                          </a:lnTo>
                          <a:lnTo>
                            <a:pt x="529" y="4674"/>
                          </a:lnTo>
                          <a:lnTo>
                            <a:pt x="1539" y="4557"/>
                          </a:lnTo>
                          <a:lnTo>
                            <a:pt x="10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4" name="Google Shape;14064;p46">
                      <a:extLst>
                        <a:ext uri="{FF2B5EF4-FFF2-40B4-BE49-F238E27FC236}">
                          <a16:creationId xmlns:a16="http://schemas.microsoft.com/office/drawing/2014/main" id="{2DC78F84-89E9-245B-83BB-798DABD4E948}"/>
                        </a:ext>
                      </a:extLst>
                    </p:cNvPr>
                    <p:cNvSpPr/>
                    <p:nvPr/>
                  </p:nvSpPr>
                  <p:spPr>
                    <a:xfrm>
                      <a:off x="7122332" y="3882695"/>
                      <a:ext cx="43830" cy="37063"/>
                    </a:xfrm>
                    <a:custGeom>
                      <a:avLst/>
                      <a:gdLst/>
                      <a:ahLst/>
                      <a:cxnLst/>
                      <a:rect l="l" t="t" r="r" b="b"/>
                      <a:pathLst>
                        <a:path w="1736" h="1468" extrusionOk="0">
                          <a:moveTo>
                            <a:pt x="778" y="1"/>
                          </a:moveTo>
                          <a:cubicBezTo>
                            <a:pt x="750" y="1"/>
                            <a:pt x="721" y="2"/>
                            <a:pt x="691" y="6"/>
                          </a:cubicBezTo>
                          <a:cubicBezTo>
                            <a:pt x="287" y="51"/>
                            <a:pt x="0" y="416"/>
                            <a:pt x="46" y="820"/>
                          </a:cubicBezTo>
                          <a:cubicBezTo>
                            <a:pt x="95" y="1225"/>
                            <a:pt x="433" y="1468"/>
                            <a:pt x="780" y="1468"/>
                          </a:cubicBezTo>
                          <a:cubicBezTo>
                            <a:pt x="987" y="1468"/>
                            <a:pt x="1196" y="1382"/>
                            <a:pt x="1349" y="1192"/>
                          </a:cubicBezTo>
                          <a:cubicBezTo>
                            <a:pt x="1735" y="700"/>
                            <a:pt x="1378" y="1"/>
                            <a:pt x="7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5" name="Google Shape;14065;p46">
                      <a:extLst>
                        <a:ext uri="{FF2B5EF4-FFF2-40B4-BE49-F238E27FC236}">
                          <a16:creationId xmlns:a16="http://schemas.microsoft.com/office/drawing/2014/main" id="{2F1DB9AC-1497-2A3A-C371-AE9549DBD865}"/>
                        </a:ext>
                      </a:extLst>
                    </p:cNvPr>
                    <p:cNvSpPr/>
                    <p:nvPr/>
                  </p:nvSpPr>
                  <p:spPr>
                    <a:xfrm>
                      <a:off x="7096656" y="3885674"/>
                      <a:ext cx="43981" cy="37013"/>
                    </a:xfrm>
                    <a:custGeom>
                      <a:avLst/>
                      <a:gdLst/>
                      <a:ahLst/>
                      <a:cxnLst/>
                      <a:rect l="l" t="t" r="r" b="b"/>
                      <a:pathLst>
                        <a:path w="1742" h="1466" extrusionOk="0">
                          <a:moveTo>
                            <a:pt x="784" y="0"/>
                          </a:moveTo>
                          <a:cubicBezTo>
                            <a:pt x="756" y="0"/>
                            <a:pt x="727" y="2"/>
                            <a:pt x="698" y="5"/>
                          </a:cubicBezTo>
                          <a:cubicBezTo>
                            <a:pt x="294" y="51"/>
                            <a:pt x="1" y="416"/>
                            <a:pt x="53" y="820"/>
                          </a:cubicBezTo>
                          <a:cubicBezTo>
                            <a:pt x="97" y="1223"/>
                            <a:pt x="435" y="1466"/>
                            <a:pt x="780" y="1466"/>
                          </a:cubicBezTo>
                          <a:cubicBezTo>
                            <a:pt x="988" y="1466"/>
                            <a:pt x="1198" y="1378"/>
                            <a:pt x="1350" y="1185"/>
                          </a:cubicBezTo>
                          <a:cubicBezTo>
                            <a:pt x="1742" y="699"/>
                            <a:pt x="1379" y="0"/>
                            <a:pt x="7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6" name="Google Shape;14066;p46">
                      <a:extLst>
                        <a:ext uri="{FF2B5EF4-FFF2-40B4-BE49-F238E27FC236}">
                          <a16:creationId xmlns:a16="http://schemas.microsoft.com/office/drawing/2014/main" id="{317BFA22-44F1-EF8F-3D52-A34F87F41D3F}"/>
                        </a:ext>
                      </a:extLst>
                    </p:cNvPr>
                    <p:cNvSpPr/>
                    <p:nvPr/>
                  </p:nvSpPr>
                  <p:spPr>
                    <a:xfrm>
                      <a:off x="7135991" y="4002015"/>
                      <a:ext cx="43855" cy="37063"/>
                    </a:xfrm>
                    <a:custGeom>
                      <a:avLst/>
                      <a:gdLst/>
                      <a:ahLst/>
                      <a:cxnLst/>
                      <a:rect l="l" t="t" r="r" b="b"/>
                      <a:pathLst>
                        <a:path w="1737" h="1468" extrusionOk="0">
                          <a:moveTo>
                            <a:pt x="777" y="1"/>
                          </a:moveTo>
                          <a:cubicBezTo>
                            <a:pt x="751" y="1"/>
                            <a:pt x="725" y="2"/>
                            <a:pt x="698" y="5"/>
                          </a:cubicBezTo>
                          <a:cubicBezTo>
                            <a:pt x="294" y="51"/>
                            <a:pt x="0" y="416"/>
                            <a:pt x="46" y="820"/>
                          </a:cubicBezTo>
                          <a:cubicBezTo>
                            <a:pt x="95" y="1224"/>
                            <a:pt x="436" y="1467"/>
                            <a:pt x="783" y="1467"/>
                          </a:cubicBezTo>
                          <a:cubicBezTo>
                            <a:pt x="990" y="1467"/>
                            <a:pt x="1199" y="1381"/>
                            <a:pt x="1349" y="1191"/>
                          </a:cubicBezTo>
                          <a:cubicBezTo>
                            <a:pt x="1737" y="704"/>
                            <a:pt x="1382" y="1"/>
                            <a:pt x="7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7" name="Google Shape;14067;p46">
                      <a:extLst>
                        <a:ext uri="{FF2B5EF4-FFF2-40B4-BE49-F238E27FC236}">
                          <a16:creationId xmlns:a16="http://schemas.microsoft.com/office/drawing/2014/main" id="{4F243844-5C2A-7BC0-C940-5777B04DF0DD}"/>
                        </a:ext>
                      </a:extLst>
                    </p:cNvPr>
                    <p:cNvSpPr/>
                    <p:nvPr/>
                  </p:nvSpPr>
                  <p:spPr>
                    <a:xfrm>
                      <a:off x="7110314" y="4004969"/>
                      <a:ext cx="43981" cy="37063"/>
                    </a:xfrm>
                    <a:custGeom>
                      <a:avLst/>
                      <a:gdLst/>
                      <a:ahLst/>
                      <a:cxnLst/>
                      <a:rect l="l" t="t" r="r" b="b"/>
                      <a:pathLst>
                        <a:path w="1742" h="1468" extrusionOk="0">
                          <a:moveTo>
                            <a:pt x="784" y="0"/>
                          </a:moveTo>
                          <a:cubicBezTo>
                            <a:pt x="756" y="0"/>
                            <a:pt x="727" y="2"/>
                            <a:pt x="698" y="5"/>
                          </a:cubicBezTo>
                          <a:cubicBezTo>
                            <a:pt x="294" y="51"/>
                            <a:pt x="1" y="416"/>
                            <a:pt x="53" y="820"/>
                          </a:cubicBezTo>
                          <a:cubicBezTo>
                            <a:pt x="98" y="1224"/>
                            <a:pt x="437" y="1467"/>
                            <a:pt x="783" y="1467"/>
                          </a:cubicBezTo>
                          <a:cubicBezTo>
                            <a:pt x="990" y="1467"/>
                            <a:pt x="1199" y="1381"/>
                            <a:pt x="1350" y="1191"/>
                          </a:cubicBezTo>
                          <a:cubicBezTo>
                            <a:pt x="1742" y="700"/>
                            <a:pt x="1379" y="0"/>
                            <a:pt x="7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8" name="Google Shape;14068;p46">
                      <a:extLst>
                        <a:ext uri="{FF2B5EF4-FFF2-40B4-BE49-F238E27FC236}">
                          <a16:creationId xmlns:a16="http://schemas.microsoft.com/office/drawing/2014/main" id="{9C69C1BF-0E25-FBEA-F05D-1A28D95C41BE}"/>
                        </a:ext>
                      </a:extLst>
                    </p:cNvPr>
                    <p:cNvSpPr/>
                    <p:nvPr/>
                  </p:nvSpPr>
                  <p:spPr>
                    <a:xfrm>
                      <a:off x="7129906" y="4152515"/>
                      <a:ext cx="21890" cy="99753"/>
                    </a:xfrm>
                    <a:custGeom>
                      <a:avLst/>
                      <a:gdLst/>
                      <a:ahLst/>
                      <a:cxnLst/>
                      <a:rect l="l" t="t" r="r" b="b"/>
                      <a:pathLst>
                        <a:path w="867" h="3951" extrusionOk="0">
                          <a:moveTo>
                            <a:pt x="78" y="1"/>
                          </a:moveTo>
                          <a:lnTo>
                            <a:pt x="0" y="3938"/>
                          </a:lnTo>
                          <a:lnTo>
                            <a:pt x="789" y="3951"/>
                          </a:lnTo>
                          <a:lnTo>
                            <a:pt x="867" y="21"/>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9" name="Google Shape;14069;p46">
                      <a:extLst>
                        <a:ext uri="{FF2B5EF4-FFF2-40B4-BE49-F238E27FC236}">
                          <a16:creationId xmlns:a16="http://schemas.microsoft.com/office/drawing/2014/main" id="{F3AB6D5E-90DB-5D07-78FF-92B0AE71B856}"/>
                        </a:ext>
                      </a:extLst>
                    </p:cNvPr>
                    <p:cNvSpPr/>
                    <p:nvPr/>
                  </p:nvSpPr>
                  <p:spPr>
                    <a:xfrm>
                      <a:off x="7140207" y="4137543"/>
                      <a:ext cx="36129" cy="30953"/>
                    </a:xfrm>
                    <a:custGeom>
                      <a:avLst/>
                      <a:gdLst/>
                      <a:ahLst/>
                      <a:cxnLst/>
                      <a:rect l="l" t="t" r="r" b="b"/>
                      <a:pathLst>
                        <a:path w="1431" h="1226" extrusionOk="0">
                          <a:moveTo>
                            <a:pt x="616" y="1"/>
                          </a:moveTo>
                          <a:cubicBezTo>
                            <a:pt x="283" y="1"/>
                            <a:pt x="16" y="266"/>
                            <a:pt x="9" y="600"/>
                          </a:cubicBezTo>
                          <a:cubicBezTo>
                            <a:pt x="0" y="976"/>
                            <a:pt x="304" y="1226"/>
                            <a:pt x="622" y="1226"/>
                          </a:cubicBezTo>
                          <a:cubicBezTo>
                            <a:pt x="768" y="1226"/>
                            <a:pt x="916" y="1173"/>
                            <a:pt x="1039" y="1057"/>
                          </a:cubicBezTo>
                          <a:cubicBezTo>
                            <a:pt x="1430" y="679"/>
                            <a:pt x="1176" y="14"/>
                            <a:pt x="628" y="1"/>
                          </a:cubicBezTo>
                          <a:cubicBezTo>
                            <a:pt x="624" y="1"/>
                            <a:pt x="620" y="1"/>
                            <a:pt x="6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0" name="Google Shape;14070;p46">
                      <a:extLst>
                        <a:ext uri="{FF2B5EF4-FFF2-40B4-BE49-F238E27FC236}">
                          <a16:creationId xmlns:a16="http://schemas.microsoft.com/office/drawing/2014/main" id="{FBC3F875-F994-3DCC-1F98-240DF07B504C}"/>
                        </a:ext>
                      </a:extLst>
                    </p:cNvPr>
                    <p:cNvSpPr/>
                    <p:nvPr/>
                  </p:nvSpPr>
                  <p:spPr>
                    <a:xfrm>
                      <a:off x="7118924" y="4137215"/>
                      <a:ext cx="36180" cy="30802"/>
                    </a:xfrm>
                    <a:custGeom>
                      <a:avLst/>
                      <a:gdLst/>
                      <a:ahLst/>
                      <a:cxnLst/>
                      <a:rect l="l" t="t" r="r" b="b"/>
                      <a:pathLst>
                        <a:path w="1433" h="1220" extrusionOk="0">
                          <a:moveTo>
                            <a:pt x="607" y="0"/>
                          </a:moveTo>
                          <a:cubicBezTo>
                            <a:pt x="279" y="0"/>
                            <a:pt x="11" y="269"/>
                            <a:pt x="5" y="594"/>
                          </a:cubicBezTo>
                          <a:cubicBezTo>
                            <a:pt x="0" y="969"/>
                            <a:pt x="306" y="1219"/>
                            <a:pt x="624" y="1219"/>
                          </a:cubicBezTo>
                          <a:cubicBezTo>
                            <a:pt x="770" y="1219"/>
                            <a:pt x="918" y="1167"/>
                            <a:pt x="1041" y="1050"/>
                          </a:cubicBezTo>
                          <a:cubicBezTo>
                            <a:pt x="1432" y="672"/>
                            <a:pt x="1172" y="7"/>
                            <a:pt x="631" y="1"/>
                          </a:cubicBezTo>
                          <a:cubicBezTo>
                            <a:pt x="623" y="1"/>
                            <a:pt x="615" y="0"/>
                            <a:pt x="6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1" name="Google Shape;14071;p46">
                      <a:extLst>
                        <a:ext uri="{FF2B5EF4-FFF2-40B4-BE49-F238E27FC236}">
                          <a16:creationId xmlns:a16="http://schemas.microsoft.com/office/drawing/2014/main" id="{29D003F7-ECC3-8BFB-1D16-EB5FCF7EB974}"/>
                        </a:ext>
                      </a:extLst>
                    </p:cNvPr>
                    <p:cNvSpPr/>
                    <p:nvPr/>
                  </p:nvSpPr>
                  <p:spPr>
                    <a:xfrm>
                      <a:off x="7138238" y="4237271"/>
                      <a:ext cx="36281" cy="30852"/>
                    </a:xfrm>
                    <a:custGeom>
                      <a:avLst/>
                      <a:gdLst/>
                      <a:ahLst/>
                      <a:cxnLst/>
                      <a:rect l="l" t="t" r="r" b="b"/>
                      <a:pathLst>
                        <a:path w="1437" h="1222" extrusionOk="0">
                          <a:moveTo>
                            <a:pt x="605" y="0"/>
                          </a:moveTo>
                          <a:cubicBezTo>
                            <a:pt x="277" y="0"/>
                            <a:pt x="15" y="269"/>
                            <a:pt x="9" y="594"/>
                          </a:cubicBezTo>
                          <a:cubicBezTo>
                            <a:pt x="0" y="969"/>
                            <a:pt x="304" y="1222"/>
                            <a:pt x="622" y="1222"/>
                          </a:cubicBezTo>
                          <a:cubicBezTo>
                            <a:pt x="767" y="1222"/>
                            <a:pt x="916" y="1169"/>
                            <a:pt x="1039" y="1050"/>
                          </a:cubicBezTo>
                          <a:cubicBezTo>
                            <a:pt x="1436" y="672"/>
                            <a:pt x="1176" y="7"/>
                            <a:pt x="628" y="0"/>
                          </a:cubicBezTo>
                          <a:cubicBezTo>
                            <a:pt x="620" y="0"/>
                            <a:pt x="613" y="0"/>
                            <a:pt x="6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2" name="Google Shape;14072;p46">
                      <a:extLst>
                        <a:ext uri="{FF2B5EF4-FFF2-40B4-BE49-F238E27FC236}">
                          <a16:creationId xmlns:a16="http://schemas.microsoft.com/office/drawing/2014/main" id="{3ED97C16-C8C2-BCE7-B4BE-F979F411893D}"/>
                        </a:ext>
                      </a:extLst>
                    </p:cNvPr>
                    <p:cNvSpPr/>
                    <p:nvPr/>
                  </p:nvSpPr>
                  <p:spPr>
                    <a:xfrm>
                      <a:off x="7116828" y="4236766"/>
                      <a:ext cx="36306" cy="30878"/>
                    </a:xfrm>
                    <a:custGeom>
                      <a:avLst/>
                      <a:gdLst/>
                      <a:ahLst/>
                      <a:cxnLst/>
                      <a:rect l="l" t="t" r="r" b="b"/>
                      <a:pathLst>
                        <a:path w="1438" h="1223" extrusionOk="0">
                          <a:moveTo>
                            <a:pt x="623" y="1"/>
                          </a:moveTo>
                          <a:cubicBezTo>
                            <a:pt x="290" y="1"/>
                            <a:pt x="16" y="266"/>
                            <a:pt x="10" y="601"/>
                          </a:cubicBezTo>
                          <a:cubicBezTo>
                            <a:pt x="1" y="971"/>
                            <a:pt x="304" y="1222"/>
                            <a:pt x="623" y="1222"/>
                          </a:cubicBezTo>
                          <a:cubicBezTo>
                            <a:pt x="770" y="1222"/>
                            <a:pt x="921" y="1169"/>
                            <a:pt x="1046" y="1050"/>
                          </a:cubicBezTo>
                          <a:cubicBezTo>
                            <a:pt x="1437" y="672"/>
                            <a:pt x="1176" y="14"/>
                            <a:pt x="635" y="1"/>
                          </a:cubicBezTo>
                          <a:cubicBezTo>
                            <a:pt x="631" y="1"/>
                            <a:pt x="627" y="1"/>
                            <a:pt x="6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3" name="Google Shape;14073;p46">
                      <a:extLst>
                        <a:ext uri="{FF2B5EF4-FFF2-40B4-BE49-F238E27FC236}">
                          <a16:creationId xmlns:a16="http://schemas.microsoft.com/office/drawing/2014/main" id="{87A5432F-DB04-898B-F9E8-84D6381ED2AC}"/>
                        </a:ext>
                      </a:extLst>
                    </p:cNvPr>
                    <p:cNvSpPr/>
                    <p:nvPr/>
                  </p:nvSpPr>
                  <p:spPr>
                    <a:xfrm>
                      <a:off x="7245742" y="3712350"/>
                      <a:ext cx="54004" cy="108640"/>
                    </a:xfrm>
                    <a:custGeom>
                      <a:avLst/>
                      <a:gdLst/>
                      <a:ahLst/>
                      <a:cxnLst/>
                      <a:rect l="l" t="t" r="r" b="b"/>
                      <a:pathLst>
                        <a:path w="2139" h="4303" extrusionOk="0">
                          <a:moveTo>
                            <a:pt x="893" y="1"/>
                          </a:moveTo>
                          <a:lnTo>
                            <a:pt x="0" y="274"/>
                          </a:lnTo>
                          <a:lnTo>
                            <a:pt x="1245" y="4302"/>
                          </a:lnTo>
                          <a:lnTo>
                            <a:pt x="2138" y="4028"/>
                          </a:lnTo>
                          <a:lnTo>
                            <a:pt x="8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4" name="Google Shape;14074;p46">
                      <a:extLst>
                        <a:ext uri="{FF2B5EF4-FFF2-40B4-BE49-F238E27FC236}">
                          <a16:creationId xmlns:a16="http://schemas.microsoft.com/office/drawing/2014/main" id="{EEBE5565-7013-F856-C9E7-BE8BBB5B5460}"/>
                        </a:ext>
                      </a:extLst>
                    </p:cNvPr>
                    <p:cNvSpPr/>
                    <p:nvPr/>
                  </p:nvSpPr>
                  <p:spPr>
                    <a:xfrm>
                      <a:off x="7246398" y="3690183"/>
                      <a:ext cx="40472" cy="34185"/>
                    </a:xfrm>
                    <a:custGeom>
                      <a:avLst/>
                      <a:gdLst/>
                      <a:ahLst/>
                      <a:cxnLst/>
                      <a:rect l="l" t="t" r="r" b="b"/>
                      <a:pathLst>
                        <a:path w="1603" h="1354" extrusionOk="0">
                          <a:moveTo>
                            <a:pt x="764" y="0"/>
                          </a:moveTo>
                          <a:cubicBezTo>
                            <a:pt x="698" y="0"/>
                            <a:pt x="630" y="10"/>
                            <a:pt x="561" y="31"/>
                          </a:cubicBezTo>
                          <a:cubicBezTo>
                            <a:pt x="203" y="142"/>
                            <a:pt x="1" y="520"/>
                            <a:pt x="111" y="879"/>
                          </a:cubicBezTo>
                          <a:cubicBezTo>
                            <a:pt x="207" y="1190"/>
                            <a:pt x="483" y="1353"/>
                            <a:pt x="760" y="1353"/>
                          </a:cubicBezTo>
                          <a:cubicBezTo>
                            <a:pt x="994" y="1353"/>
                            <a:pt x="1228" y="1237"/>
                            <a:pt x="1356" y="996"/>
                          </a:cubicBezTo>
                          <a:cubicBezTo>
                            <a:pt x="1603" y="526"/>
                            <a:pt x="1244" y="0"/>
                            <a:pt x="7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5" name="Google Shape;14075;p46">
                      <a:extLst>
                        <a:ext uri="{FF2B5EF4-FFF2-40B4-BE49-F238E27FC236}">
                          <a16:creationId xmlns:a16="http://schemas.microsoft.com/office/drawing/2014/main" id="{082F3E4E-6310-4C20-100C-0B5E1F41287B}"/>
                        </a:ext>
                      </a:extLst>
                    </p:cNvPr>
                    <p:cNvSpPr/>
                    <p:nvPr/>
                  </p:nvSpPr>
                  <p:spPr>
                    <a:xfrm>
                      <a:off x="7223852" y="3697202"/>
                      <a:ext cx="40446" cy="34185"/>
                    </a:xfrm>
                    <a:custGeom>
                      <a:avLst/>
                      <a:gdLst/>
                      <a:ahLst/>
                      <a:cxnLst/>
                      <a:rect l="l" t="t" r="r" b="b"/>
                      <a:pathLst>
                        <a:path w="1602" h="1354" extrusionOk="0">
                          <a:moveTo>
                            <a:pt x="766" y="0"/>
                          </a:moveTo>
                          <a:cubicBezTo>
                            <a:pt x="697" y="0"/>
                            <a:pt x="627" y="11"/>
                            <a:pt x="555" y="34"/>
                          </a:cubicBezTo>
                          <a:cubicBezTo>
                            <a:pt x="196" y="138"/>
                            <a:pt x="1" y="522"/>
                            <a:pt x="111" y="874"/>
                          </a:cubicBezTo>
                          <a:cubicBezTo>
                            <a:pt x="207" y="1189"/>
                            <a:pt x="482" y="1354"/>
                            <a:pt x="759" y="1354"/>
                          </a:cubicBezTo>
                          <a:cubicBezTo>
                            <a:pt x="993" y="1354"/>
                            <a:pt x="1228" y="1236"/>
                            <a:pt x="1356" y="992"/>
                          </a:cubicBezTo>
                          <a:cubicBezTo>
                            <a:pt x="1602" y="524"/>
                            <a:pt x="1247" y="0"/>
                            <a:pt x="7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6" name="Google Shape;14076;p46">
                      <a:extLst>
                        <a:ext uri="{FF2B5EF4-FFF2-40B4-BE49-F238E27FC236}">
                          <a16:creationId xmlns:a16="http://schemas.microsoft.com/office/drawing/2014/main" id="{D8BD0FC7-24A0-9EAD-7959-4C93D8D0011C}"/>
                        </a:ext>
                      </a:extLst>
                    </p:cNvPr>
                    <p:cNvSpPr/>
                    <p:nvPr/>
                  </p:nvSpPr>
                  <p:spPr>
                    <a:xfrm>
                      <a:off x="7278993" y="3795642"/>
                      <a:ext cx="40598" cy="34261"/>
                    </a:xfrm>
                    <a:custGeom>
                      <a:avLst/>
                      <a:gdLst/>
                      <a:ahLst/>
                      <a:cxnLst/>
                      <a:rect l="l" t="t" r="r" b="b"/>
                      <a:pathLst>
                        <a:path w="1608" h="1357" extrusionOk="0">
                          <a:moveTo>
                            <a:pt x="764" y="1"/>
                          </a:moveTo>
                          <a:cubicBezTo>
                            <a:pt x="698" y="1"/>
                            <a:pt x="630" y="11"/>
                            <a:pt x="561" y="32"/>
                          </a:cubicBezTo>
                          <a:cubicBezTo>
                            <a:pt x="202" y="143"/>
                            <a:pt x="0" y="521"/>
                            <a:pt x="111" y="879"/>
                          </a:cubicBezTo>
                          <a:cubicBezTo>
                            <a:pt x="210" y="1191"/>
                            <a:pt x="487" y="1357"/>
                            <a:pt x="764" y="1357"/>
                          </a:cubicBezTo>
                          <a:cubicBezTo>
                            <a:pt x="996" y="1357"/>
                            <a:pt x="1228" y="1240"/>
                            <a:pt x="1356" y="997"/>
                          </a:cubicBezTo>
                          <a:cubicBezTo>
                            <a:pt x="1608" y="527"/>
                            <a:pt x="1245" y="1"/>
                            <a:pt x="7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7" name="Google Shape;14077;p46">
                      <a:extLst>
                        <a:ext uri="{FF2B5EF4-FFF2-40B4-BE49-F238E27FC236}">
                          <a16:creationId xmlns:a16="http://schemas.microsoft.com/office/drawing/2014/main" id="{25C0BB8C-5490-5DFA-1DF5-D5EE55B72625}"/>
                        </a:ext>
                      </a:extLst>
                    </p:cNvPr>
                    <p:cNvSpPr/>
                    <p:nvPr/>
                  </p:nvSpPr>
                  <p:spPr>
                    <a:xfrm>
                      <a:off x="7256447" y="3802686"/>
                      <a:ext cx="40446" cy="34210"/>
                    </a:xfrm>
                    <a:custGeom>
                      <a:avLst/>
                      <a:gdLst/>
                      <a:ahLst/>
                      <a:cxnLst/>
                      <a:rect l="l" t="t" r="r" b="b"/>
                      <a:pathLst>
                        <a:path w="1602" h="1355" extrusionOk="0">
                          <a:moveTo>
                            <a:pt x="770" y="0"/>
                          </a:moveTo>
                          <a:cubicBezTo>
                            <a:pt x="702" y="0"/>
                            <a:pt x="632" y="11"/>
                            <a:pt x="561" y="33"/>
                          </a:cubicBezTo>
                          <a:cubicBezTo>
                            <a:pt x="202" y="144"/>
                            <a:pt x="0" y="522"/>
                            <a:pt x="111" y="881"/>
                          </a:cubicBezTo>
                          <a:cubicBezTo>
                            <a:pt x="206" y="1191"/>
                            <a:pt x="481" y="1354"/>
                            <a:pt x="757" y="1354"/>
                          </a:cubicBezTo>
                          <a:cubicBezTo>
                            <a:pt x="991" y="1354"/>
                            <a:pt x="1227" y="1237"/>
                            <a:pt x="1356" y="991"/>
                          </a:cubicBezTo>
                          <a:cubicBezTo>
                            <a:pt x="1601" y="523"/>
                            <a:pt x="1247" y="0"/>
                            <a:pt x="7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8" name="Google Shape;14078;p46">
                      <a:extLst>
                        <a:ext uri="{FF2B5EF4-FFF2-40B4-BE49-F238E27FC236}">
                          <a16:creationId xmlns:a16="http://schemas.microsoft.com/office/drawing/2014/main" id="{A9EFBCE3-6B58-B9B8-16CC-49224A76CDD7}"/>
                        </a:ext>
                      </a:extLst>
                    </p:cNvPr>
                    <p:cNvSpPr/>
                    <p:nvPr/>
                  </p:nvSpPr>
                  <p:spPr>
                    <a:xfrm>
                      <a:off x="7200498" y="3542207"/>
                      <a:ext cx="55469" cy="114220"/>
                    </a:xfrm>
                    <a:custGeom>
                      <a:avLst/>
                      <a:gdLst/>
                      <a:ahLst/>
                      <a:cxnLst/>
                      <a:rect l="l" t="t" r="r" b="b"/>
                      <a:pathLst>
                        <a:path w="2197" h="4524" extrusionOk="0">
                          <a:moveTo>
                            <a:pt x="945" y="0"/>
                          </a:moveTo>
                          <a:lnTo>
                            <a:pt x="0" y="281"/>
                          </a:lnTo>
                          <a:lnTo>
                            <a:pt x="1252" y="4524"/>
                          </a:lnTo>
                          <a:lnTo>
                            <a:pt x="2197" y="4243"/>
                          </a:lnTo>
                          <a:lnTo>
                            <a:pt x="9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9" name="Google Shape;14079;p46">
                      <a:extLst>
                        <a:ext uri="{FF2B5EF4-FFF2-40B4-BE49-F238E27FC236}">
                          <a16:creationId xmlns:a16="http://schemas.microsoft.com/office/drawing/2014/main" id="{BA3BA1E7-1FEF-33A1-B6B7-8B67B93507F2}"/>
                        </a:ext>
                      </a:extLst>
                    </p:cNvPr>
                    <p:cNvSpPr/>
                    <p:nvPr/>
                  </p:nvSpPr>
                  <p:spPr>
                    <a:xfrm>
                      <a:off x="7201483" y="3519409"/>
                      <a:ext cx="42567" cy="35877"/>
                    </a:xfrm>
                    <a:custGeom>
                      <a:avLst/>
                      <a:gdLst/>
                      <a:ahLst/>
                      <a:cxnLst/>
                      <a:rect l="l" t="t" r="r" b="b"/>
                      <a:pathLst>
                        <a:path w="1686" h="1421" extrusionOk="0">
                          <a:moveTo>
                            <a:pt x="799" y="0"/>
                          </a:moveTo>
                          <a:cubicBezTo>
                            <a:pt x="732" y="0"/>
                            <a:pt x="663" y="10"/>
                            <a:pt x="593" y="30"/>
                          </a:cubicBezTo>
                          <a:cubicBezTo>
                            <a:pt x="215" y="141"/>
                            <a:pt x="0" y="532"/>
                            <a:pt x="111" y="910"/>
                          </a:cubicBezTo>
                          <a:cubicBezTo>
                            <a:pt x="211" y="1242"/>
                            <a:pt x="504" y="1420"/>
                            <a:pt x="797" y="1420"/>
                          </a:cubicBezTo>
                          <a:cubicBezTo>
                            <a:pt x="1038" y="1420"/>
                            <a:pt x="1279" y="1300"/>
                            <a:pt x="1415" y="1047"/>
                          </a:cubicBezTo>
                          <a:cubicBezTo>
                            <a:pt x="1686" y="557"/>
                            <a:pt x="1309" y="0"/>
                            <a:pt x="7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0" name="Google Shape;14080;p46">
                      <a:extLst>
                        <a:ext uri="{FF2B5EF4-FFF2-40B4-BE49-F238E27FC236}">
                          <a16:creationId xmlns:a16="http://schemas.microsoft.com/office/drawing/2014/main" id="{2FC7F852-4F31-BB4D-008C-EF4088A63F54}"/>
                        </a:ext>
                      </a:extLst>
                    </p:cNvPr>
                    <p:cNvSpPr/>
                    <p:nvPr/>
                  </p:nvSpPr>
                  <p:spPr>
                    <a:xfrm>
                      <a:off x="7177776" y="3526428"/>
                      <a:ext cx="42416" cy="35927"/>
                    </a:xfrm>
                    <a:custGeom>
                      <a:avLst/>
                      <a:gdLst/>
                      <a:ahLst/>
                      <a:cxnLst/>
                      <a:rect l="l" t="t" r="r" b="b"/>
                      <a:pathLst>
                        <a:path w="1680" h="1423" extrusionOk="0">
                          <a:moveTo>
                            <a:pt x="797" y="1"/>
                          </a:moveTo>
                          <a:cubicBezTo>
                            <a:pt x="729" y="1"/>
                            <a:pt x="659" y="11"/>
                            <a:pt x="587" y="32"/>
                          </a:cubicBezTo>
                          <a:cubicBezTo>
                            <a:pt x="216" y="143"/>
                            <a:pt x="1" y="534"/>
                            <a:pt x="105" y="912"/>
                          </a:cubicBezTo>
                          <a:cubicBezTo>
                            <a:pt x="205" y="1245"/>
                            <a:pt x="497" y="1422"/>
                            <a:pt x="792" y="1422"/>
                          </a:cubicBezTo>
                          <a:cubicBezTo>
                            <a:pt x="1034" y="1422"/>
                            <a:pt x="1277" y="1302"/>
                            <a:pt x="1415" y="1049"/>
                          </a:cubicBezTo>
                          <a:cubicBezTo>
                            <a:pt x="1679" y="560"/>
                            <a:pt x="1305" y="1"/>
                            <a:pt x="7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1" name="Google Shape;14081;p46">
                      <a:extLst>
                        <a:ext uri="{FF2B5EF4-FFF2-40B4-BE49-F238E27FC236}">
                          <a16:creationId xmlns:a16="http://schemas.microsoft.com/office/drawing/2014/main" id="{5F8AA74A-7EA2-359A-2CC4-0737CFCF32CF}"/>
                        </a:ext>
                      </a:extLst>
                    </p:cNvPr>
                    <p:cNvSpPr/>
                    <p:nvPr/>
                  </p:nvSpPr>
                  <p:spPr>
                    <a:xfrm>
                      <a:off x="7234229" y="3630473"/>
                      <a:ext cx="42441" cy="35902"/>
                    </a:xfrm>
                    <a:custGeom>
                      <a:avLst/>
                      <a:gdLst/>
                      <a:ahLst/>
                      <a:cxnLst/>
                      <a:rect l="l" t="t" r="r" b="b"/>
                      <a:pathLst>
                        <a:path w="1681" h="1422" extrusionOk="0">
                          <a:moveTo>
                            <a:pt x="797" y="1"/>
                          </a:moveTo>
                          <a:cubicBezTo>
                            <a:pt x="731" y="1"/>
                            <a:pt x="663" y="10"/>
                            <a:pt x="593" y="30"/>
                          </a:cubicBezTo>
                          <a:cubicBezTo>
                            <a:pt x="215" y="141"/>
                            <a:pt x="0" y="539"/>
                            <a:pt x="111" y="910"/>
                          </a:cubicBezTo>
                          <a:cubicBezTo>
                            <a:pt x="208" y="1244"/>
                            <a:pt x="502" y="1421"/>
                            <a:pt x="797" y="1421"/>
                          </a:cubicBezTo>
                          <a:cubicBezTo>
                            <a:pt x="1038" y="1421"/>
                            <a:pt x="1280" y="1303"/>
                            <a:pt x="1415" y="1054"/>
                          </a:cubicBezTo>
                          <a:cubicBezTo>
                            <a:pt x="1680" y="563"/>
                            <a:pt x="1307" y="1"/>
                            <a:pt x="7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2" name="Google Shape;14082;p46">
                      <a:extLst>
                        <a:ext uri="{FF2B5EF4-FFF2-40B4-BE49-F238E27FC236}">
                          <a16:creationId xmlns:a16="http://schemas.microsoft.com/office/drawing/2014/main" id="{28C0041E-4FA6-5822-6A99-B1006E03EB5F}"/>
                        </a:ext>
                      </a:extLst>
                    </p:cNvPr>
                    <p:cNvSpPr/>
                    <p:nvPr/>
                  </p:nvSpPr>
                  <p:spPr>
                    <a:xfrm>
                      <a:off x="7210370" y="3637517"/>
                      <a:ext cx="42391" cy="35826"/>
                    </a:xfrm>
                    <a:custGeom>
                      <a:avLst/>
                      <a:gdLst/>
                      <a:ahLst/>
                      <a:cxnLst/>
                      <a:rect l="l" t="t" r="r" b="b"/>
                      <a:pathLst>
                        <a:path w="1679" h="1419" extrusionOk="0">
                          <a:moveTo>
                            <a:pt x="803" y="0"/>
                          </a:moveTo>
                          <a:cubicBezTo>
                            <a:pt x="735" y="0"/>
                            <a:pt x="665" y="10"/>
                            <a:pt x="593" y="32"/>
                          </a:cubicBezTo>
                          <a:cubicBezTo>
                            <a:pt x="215" y="142"/>
                            <a:pt x="0" y="534"/>
                            <a:pt x="111" y="912"/>
                          </a:cubicBezTo>
                          <a:cubicBezTo>
                            <a:pt x="207" y="1243"/>
                            <a:pt x="499" y="1419"/>
                            <a:pt x="793" y="1419"/>
                          </a:cubicBezTo>
                          <a:cubicBezTo>
                            <a:pt x="1035" y="1419"/>
                            <a:pt x="1279" y="1299"/>
                            <a:pt x="1415" y="1048"/>
                          </a:cubicBezTo>
                          <a:cubicBezTo>
                            <a:pt x="1679" y="560"/>
                            <a:pt x="1310" y="0"/>
                            <a:pt x="8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3" name="Google Shape;14083;p46">
                      <a:extLst>
                        <a:ext uri="{FF2B5EF4-FFF2-40B4-BE49-F238E27FC236}">
                          <a16:creationId xmlns:a16="http://schemas.microsoft.com/office/drawing/2014/main" id="{3DB8A227-CBED-06EC-82CE-6FCE4060B28E}"/>
                        </a:ext>
                      </a:extLst>
                    </p:cNvPr>
                    <p:cNvSpPr/>
                    <p:nvPr/>
                  </p:nvSpPr>
                  <p:spPr>
                    <a:xfrm>
                      <a:off x="7278993" y="3842021"/>
                      <a:ext cx="47415" cy="37543"/>
                    </a:xfrm>
                    <a:custGeom>
                      <a:avLst/>
                      <a:gdLst/>
                      <a:ahLst/>
                      <a:cxnLst/>
                      <a:rect l="l" t="t" r="r" b="b"/>
                      <a:pathLst>
                        <a:path w="1878" h="1487" extrusionOk="0">
                          <a:moveTo>
                            <a:pt x="1030" y="0"/>
                          </a:moveTo>
                          <a:cubicBezTo>
                            <a:pt x="0" y="0"/>
                            <a:pt x="0" y="1486"/>
                            <a:pt x="1030" y="1486"/>
                          </a:cubicBezTo>
                          <a:cubicBezTo>
                            <a:pt x="1877" y="1486"/>
                            <a:pt x="1877" y="0"/>
                            <a:pt x="10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4" name="Google Shape;14084;p46">
                      <a:extLst>
                        <a:ext uri="{FF2B5EF4-FFF2-40B4-BE49-F238E27FC236}">
                          <a16:creationId xmlns:a16="http://schemas.microsoft.com/office/drawing/2014/main" id="{F25DE292-5622-9AD6-1372-F52E94FF3CA9}"/>
                        </a:ext>
                      </a:extLst>
                    </p:cNvPr>
                    <p:cNvSpPr/>
                    <p:nvPr/>
                  </p:nvSpPr>
                  <p:spPr>
                    <a:xfrm>
                      <a:off x="7315829" y="3883074"/>
                      <a:ext cx="19239" cy="30045"/>
                    </a:xfrm>
                    <a:custGeom>
                      <a:avLst/>
                      <a:gdLst/>
                      <a:ahLst/>
                      <a:cxnLst/>
                      <a:rect l="l" t="t" r="r" b="b"/>
                      <a:pathLst>
                        <a:path w="762" h="1190" extrusionOk="0">
                          <a:moveTo>
                            <a:pt x="235" y="0"/>
                          </a:moveTo>
                          <a:cubicBezTo>
                            <a:pt x="137" y="0"/>
                            <a:pt x="40" y="54"/>
                            <a:pt x="21" y="167"/>
                          </a:cubicBezTo>
                          <a:cubicBezTo>
                            <a:pt x="8" y="297"/>
                            <a:pt x="1" y="434"/>
                            <a:pt x="21" y="564"/>
                          </a:cubicBezTo>
                          <a:cubicBezTo>
                            <a:pt x="34" y="714"/>
                            <a:pt x="40" y="897"/>
                            <a:pt x="112" y="1034"/>
                          </a:cubicBezTo>
                          <a:cubicBezTo>
                            <a:pt x="170" y="1141"/>
                            <a:pt x="285" y="1190"/>
                            <a:pt x="400" y="1190"/>
                          </a:cubicBezTo>
                          <a:cubicBezTo>
                            <a:pt x="580" y="1190"/>
                            <a:pt x="761" y="1070"/>
                            <a:pt x="737" y="864"/>
                          </a:cubicBezTo>
                          <a:cubicBezTo>
                            <a:pt x="705" y="610"/>
                            <a:pt x="516" y="388"/>
                            <a:pt x="464" y="167"/>
                          </a:cubicBezTo>
                          <a:cubicBezTo>
                            <a:pt x="441" y="58"/>
                            <a:pt x="337" y="0"/>
                            <a:pt x="2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5" name="Google Shape;14085;p46">
                      <a:extLst>
                        <a:ext uri="{FF2B5EF4-FFF2-40B4-BE49-F238E27FC236}">
                          <a16:creationId xmlns:a16="http://schemas.microsoft.com/office/drawing/2014/main" id="{1D5D8676-B955-9204-E43D-9A52E8FC77EF}"/>
                        </a:ext>
                      </a:extLst>
                    </p:cNvPr>
                    <p:cNvSpPr/>
                    <p:nvPr/>
                  </p:nvSpPr>
                  <p:spPr>
                    <a:xfrm>
                      <a:off x="7286719" y="3892920"/>
                      <a:ext cx="23379" cy="28479"/>
                    </a:xfrm>
                    <a:custGeom>
                      <a:avLst/>
                      <a:gdLst/>
                      <a:ahLst/>
                      <a:cxnLst/>
                      <a:rect l="l" t="t" r="r" b="b"/>
                      <a:pathLst>
                        <a:path w="926" h="1128" extrusionOk="0">
                          <a:moveTo>
                            <a:pt x="207" y="0"/>
                          </a:moveTo>
                          <a:cubicBezTo>
                            <a:pt x="133" y="0"/>
                            <a:pt x="63" y="49"/>
                            <a:pt x="39" y="129"/>
                          </a:cubicBezTo>
                          <a:cubicBezTo>
                            <a:pt x="7" y="220"/>
                            <a:pt x="0" y="318"/>
                            <a:pt x="20" y="415"/>
                          </a:cubicBezTo>
                          <a:cubicBezTo>
                            <a:pt x="39" y="481"/>
                            <a:pt x="53" y="552"/>
                            <a:pt x="72" y="617"/>
                          </a:cubicBezTo>
                          <a:cubicBezTo>
                            <a:pt x="85" y="676"/>
                            <a:pt x="98" y="728"/>
                            <a:pt x="118" y="780"/>
                          </a:cubicBezTo>
                          <a:cubicBezTo>
                            <a:pt x="115" y="745"/>
                            <a:pt x="113" y="726"/>
                            <a:pt x="113" y="726"/>
                          </a:cubicBezTo>
                          <a:lnTo>
                            <a:pt x="113" y="726"/>
                          </a:lnTo>
                          <a:cubicBezTo>
                            <a:pt x="113" y="726"/>
                            <a:pt x="117" y="761"/>
                            <a:pt x="124" y="833"/>
                          </a:cubicBezTo>
                          <a:lnTo>
                            <a:pt x="163" y="924"/>
                          </a:lnTo>
                          <a:lnTo>
                            <a:pt x="235" y="1015"/>
                          </a:lnTo>
                          <a:cubicBezTo>
                            <a:pt x="297" y="1093"/>
                            <a:pt x="394" y="1128"/>
                            <a:pt x="492" y="1128"/>
                          </a:cubicBezTo>
                          <a:cubicBezTo>
                            <a:pt x="599" y="1128"/>
                            <a:pt x="708" y="1086"/>
                            <a:pt x="776" y="1015"/>
                          </a:cubicBezTo>
                          <a:cubicBezTo>
                            <a:pt x="900" y="891"/>
                            <a:pt x="926" y="702"/>
                            <a:pt x="841" y="552"/>
                          </a:cubicBezTo>
                          <a:cubicBezTo>
                            <a:pt x="809" y="498"/>
                            <a:pt x="772" y="454"/>
                            <a:pt x="724" y="418"/>
                          </a:cubicBezTo>
                          <a:lnTo>
                            <a:pt x="724" y="418"/>
                          </a:lnTo>
                          <a:cubicBezTo>
                            <a:pt x="720" y="413"/>
                            <a:pt x="716" y="408"/>
                            <a:pt x="711" y="402"/>
                          </a:cubicBezTo>
                          <a:cubicBezTo>
                            <a:pt x="672" y="363"/>
                            <a:pt x="633" y="318"/>
                            <a:pt x="600" y="272"/>
                          </a:cubicBezTo>
                          <a:cubicBezTo>
                            <a:pt x="554" y="213"/>
                            <a:pt x="509" y="161"/>
                            <a:pt x="457" y="116"/>
                          </a:cubicBezTo>
                          <a:cubicBezTo>
                            <a:pt x="411" y="70"/>
                            <a:pt x="352" y="44"/>
                            <a:pt x="294" y="24"/>
                          </a:cubicBezTo>
                          <a:cubicBezTo>
                            <a:pt x="266" y="8"/>
                            <a:pt x="236" y="0"/>
                            <a:pt x="2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6" name="Google Shape;14086;p46">
                      <a:extLst>
                        <a:ext uri="{FF2B5EF4-FFF2-40B4-BE49-F238E27FC236}">
                          <a16:creationId xmlns:a16="http://schemas.microsoft.com/office/drawing/2014/main" id="{00581C7D-BA0A-DE1C-5331-217526A2F7C3}"/>
                        </a:ext>
                      </a:extLst>
                    </p:cNvPr>
                    <p:cNvSpPr/>
                    <p:nvPr/>
                  </p:nvSpPr>
                  <p:spPr>
                    <a:xfrm>
                      <a:off x="7107512" y="4057585"/>
                      <a:ext cx="64381" cy="52843"/>
                    </a:xfrm>
                    <a:custGeom>
                      <a:avLst/>
                      <a:gdLst/>
                      <a:ahLst/>
                      <a:cxnLst/>
                      <a:rect l="l" t="t" r="r" b="b"/>
                      <a:pathLst>
                        <a:path w="2550" h="2093" extrusionOk="0">
                          <a:moveTo>
                            <a:pt x="1356" y="0"/>
                          </a:moveTo>
                          <a:cubicBezTo>
                            <a:pt x="1" y="0"/>
                            <a:pt x="1" y="2092"/>
                            <a:pt x="1356" y="2092"/>
                          </a:cubicBezTo>
                          <a:cubicBezTo>
                            <a:pt x="2549" y="2092"/>
                            <a:pt x="2549" y="0"/>
                            <a:pt x="13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7" name="Google Shape;14087;p46">
                      <a:extLst>
                        <a:ext uri="{FF2B5EF4-FFF2-40B4-BE49-F238E27FC236}">
                          <a16:creationId xmlns:a16="http://schemas.microsoft.com/office/drawing/2014/main" id="{ED43CD17-93B0-7452-FE60-FD7754AC62BA}"/>
                        </a:ext>
                      </a:extLst>
                    </p:cNvPr>
                    <p:cNvSpPr/>
                    <p:nvPr/>
                  </p:nvSpPr>
                  <p:spPr>
                    <a:xfrm>
                      <a:off x="7116071" y="4284837"/>
                      <a:ext cx="47087" cy="36053"/>
                    </a:xfrm>
                    <a:custGeom>
                      <a:avLst/>
                      <a:gdLst/>
                      <a:ahLst/>
                      <a:cxnLst/>
                      <a:rect l="l" t="t" r="r" b="b"/>
                      <a:pathLst>
                        <a:path w="1865" h="1428" extrusionOk="0">
                          <a:moveTo>
                            <a:pt x="1017" y="0"/>
                          </a:moveTo>
                          <a:cubicBezTo>
                            <a:pt x="1" y="0"/>
                            <a:pt x="1" y="1427"/>
                            <a:pt x="1017" y="1427"/>
                          </a:cubicBezTo>
                          <a:cubicBezTo>
                            <a:pt x="1865" y="1427"/>
                            <a:pt x="1865" y="0"/>
                            <a:pt x="10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8" name="Google Shape;14088;p46">
                      <a:extLst>
                        <a:ext uri="{FF2B5EF4-FFF2-40B4-BE49-F238E27FC236}">
                          <a16:creationId xmlns:a16="http://schemas.microsoft.com/office/drawing/2014/main" id="{952F6183-2D13-74C0-6330-69F52CEA7A63}"/>
                        </a:ext>
                      </a:extLst>
                    </p:cNvPr>
                    <p:cNvSpPr/>
                    <p:nvPr/>
                  </p:nvSpPr>
                  <p:spPr>
                    <a:xfrm>
                      <a:off x="7161819" y="4293598"/>
                      <a:ext cx="52767" cy="24010"/>
                    </a:xfrm>
                    <a:custGeom>
                      <a:avLst/>
                      <a:gdLst/>
                      <a:ahLst/>
                      <a:cxnLst/>
                      <a:rect l="l" t="t" r="r" b="b"/>
                      <a:pathLst>
                        <a:path w="2090" h="951" extrusionOk="0">
                          <a:moveTo>
                            <a:pt x="586" y="1"/>
                          </a:moveTo>
                          <a:cubicBezTo>
                            <a:pt x="486" y="1"/>
                            <a:pt x="381" y="24"/>
                            <a:pt x="268" y="83"/>
                          </a:cubicBezTo>
                          <a:cubicBezTo>
                            <a:pt x="20" y="214"/>
                            <a:pt x="1" y="559"/>
                            <a:pt x="183" y="748"/>
                          </a:cubicBezTo>
                          <a:cubicBezTo>
                            <a:pt x="343" y="916"/>
                            <a:pt x="517" y="950"/>
                            <a:pt x="710" y="950"/>
                          </a:cubicBezTo>
                          <a:cubicBezTo>
                            <a:pt x="809" y="950"/>
                            <a:pt x="914" y="941"/>
                            <a:pt x="1024" y="937"/>
                          </a:cubicBezTo>
                          <a:cubicBezTo>
                            <a:pt x="1161" y="930"/>
                            <a:pt x="1291" y="930"/>
                            <a:pt x="1441" y="930"/>
                          </a:cubicBezTo>
                          <a:cubicBezTo>
                            <a:pt x="1561" y="930"/>
                            <a:pt x="1685" y="897"/>
                            <a:pt x="1807" y="897"/>
                          </a:cubicBezTo>
                          <a:cubicBezTo>
                            <a:pt x="1837" y="897"/>
                            <a:pt x="1867" y="899"/>
                            <a:pt x="1897" y="904"/>
                          </a:cubicBezTo>
                          <a:cubicBezTo>
                            <a:pt x="1907" y="907"/>
                            <a:pt x="1917" y="908"/>
                            <a:pt x="1927" y="908"/>
                          </a:cubicBezTo>
                          <a:cubicBezTo>
                            <a:pt x="2033" y="908"/>
                            <a:pt x="2089" y="755"/>
                            <a:pt x="1982" y="689"/>
                          </a:cubicBezTo>
                          <a:cubicBezTo>
                            <a:pt x="1845" y="598"/>
                            <a:pt x="1741" y="468"/>
                            <a:pt x="1591" y="383"/>
                          </a:cubicBezTo>
                          <a:cubicBezTo>
                            <a:pt x="1467" y="324"/>
                            <a:pt x="1343" y="259"/>
                            <a:pt x="1219" y="207"/>
                          </a:cubicBezTo>
                          <a:cubicBezTo>
                            <a:pt x="994" y="105"/>
                            <a:pt x="799" y="1"/>
                            <a:pt x="5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9" name="Google Shape;14089;p46">
                      <a:extLst>
                        <a:ext uri="{FF2B5EF4-FFF2-40B4-BE49-F238E27FC236}">
                          <a16:creationId xmlns:a16="http://schemas.microsoft.com/office/drawing/2014/main" id="{11DC79F2-2AB5-A5AE-19CC-25928C08C5E4}"/>
                        </a:ext>
                      </a:extLst>
                    </p:cNvPr>
                    <p:cNvSpPr/>
                    <p:nvPr/>
                  </p:nvSpPr>
                  <p:spPr>
                    <a:xfrm>
                      <a:off x="6988394" y="3906857"/>
                      <a:ext cx="38856" cy="118007"/>
                    </a:xfrm>
                    <a:custGeom>
                      <a:avLst/>
                      <a:gdLst/>
                      <a:ahLst/>
                      <a:cxnLst/>
                      <a:rect l="l" t="t" r="r" b="b"/>
                      <a:pathLst>
                        <a:path w="1539" h="4674" extrusionOk="0">
                          <a:moveTo>
                            <a:pt x="528" y="0"/>
                          </a:moveTo>
                          <a:lnTo>
                            <a:pt x="0" y="4556"/>
                          </a:lnTo>
                          <a:lnTo>
                            <a:pt x="1017" y="4673"/>
                          </a:lnTo>
                          <a:lnTo>
                            <a:pt x="1538" y="111"/>
                          </a:lnTo>
                          <a:lnTo>
                            <a:pt x="5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0" name="Google Shape;14090;p46">
                      <a:extLst>
                        <a:ext uri="{FF2B5EF4-FFF2-40B4-BE49-F238E27FC236}">
                          <a16:creationId xmlns:a16="http://schemas.microsoft.com/office/drawing/2014/main" id="{0E8188CD-8F49-41EB-B74C-2A1EA5A7C29D}"/>
                        </a:ext>
                      </a:extLst>
                    </p:cNvPr>
                    <p:cNvSpPr/>
                    <p:nvPr/>
                  </p:nvSpPr>
                  <p:spPr>
                    <a:xfrm>
                      <a:off x="6979482" y="3882695"/>
                      <a:ext cx="43981" cy="37063"/>
                    </a:xfrm>
                    <a:custGeom>
                      <a:avLst/>
                      <a:gdLst/>
                      <a:ahLst/>
                      <a:cxnLst/>
                      <a:rect l="l" t="t" r="r" b="b"/>
                      <a:pathLst>
                        <a:path w="1742" h="1468" extrusionOk="0">
                          <a:moveTo>
                            <a:pt x="958" y="1"/>
                          </a:moveTo>
                          <a:cubicBezTo>
                            <a:pt x="363" y="1"/>
                            <a:pt x="0" y="700"/>
                            <a:pt x="392" y="1192"/>
                          </a:cubicBezTo>
                          <a:cubicBezTo>
                            <a:pt x="543" y="1382"/>
                            <a:pt x="752" y="1468"/>
                            <a:pt x="958" y="1468"/>
                          </a:cubicBezTo>
                          <a:cubicBezTo>
                            <a:pt x="1305" y="1468"/>
                            <a:pt x="1644" y="1225"/>
                            <a:pt x="1689" y="820"/>
                          </a:cubicBezTo>
                          <a:cubicBezTo>
                            <a:pt x="1741" y="416"/>
                            <a:pt x="1448" y="51"/>
                            <a:pt x="1044" y="6"/>
                          </a:cubicBezTo>
                          <a:cubicBezTo>
                            <a:pt x="1015" y="2"/>
                            <a:pt x="986" y="1"/>
                            <a:pt x="9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1" name="Google Shape;14091;p46">
                      <a:extLst>
                        <a:ext uri="{FF2B5EF4-FFF2-40B4-BE49-F238E27FC236}">
                          <a16:creationId xmlns:a16="http://schemas.microsoft.com/office/drawing/2014/main" id="{EA2956A5-5A5C-D10D-DCEB-73085089C358}"/>
                        </a:ext>
                      </a:extLst>
                    </p:cNvPr>
                    <p:cNvSpPr/>
                    <p:nvPr/>
                  </p:nvSpPr>
                  <p:spPr>
                    <a:xfrm>
                      <a:off x="7005133" y="3885674"/>
                      <a:ext cx="43830" cy="37013"/>
                    </a:xfrm>
                    <a:custGeom>
                      <a:avLst/>
                      <a:gdLst/>
                      <a:ahLst/>
                      <a:cxnLst/>
                      <a:rect l="l" t="t" r="r" b="b"/>
                      <a:pathLst>
                        <a:path w="1736" h="1466" extrusionOk="0">
                          <a:moveTo>
                            <a:pt x="958" y="0"/>
                          </a:moveTo>
                          <a:cubicBezTo>
                            <a:pt x="357" y="0"/>
                            <a:pt x="1" y="699"/>
                            <a:pt x="386" y="1185"/>
                          </a:cubicBezTo>
                          <a:cubicBezTo>
                            <a:pt x="538" y="1378"/>
                            <a:pt x="748" y="1466"/>
                            <a:pt x="956" y="1466"/>
                          </a:cubicBezTo>
                          <a:cubicBezTo>
                            <a:pt x="1302" y="1466"/>
                            <a:pt x="1641" y="1223"/>
                            <a:pt x="1690" y="820"/>
                          </a:cubicBezTo>
                          <a:cubicBezTo>
                            <a:pt x="1735" y="416"/>
                            <a:pt x="1449" y="44"/>
                            <a:pt x="1045" y="5"/>
                          </a:cubicBezTo>
                          <a:cubicBezTo>
                            <a:pt x="1015" y="2"/>
                            <a:pt x="986" y="0"/>
                            <a:pt x="9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2" name="Google Shape;14092;p46">
                      <a:extLst>
                        <a:ext uri="{FF2B5EF4-FFF2-40B4-BE49-F238E27FC236}">
                          <a16:creationId xmlns:a16="http://schemas.microsoft.com/office/drawing/2014/main" id="{F9C22D71-F0B4-0709-170A-2A1D2AF23B05}"/>
                        </a:ext>
                      </a:extLst>
                    </p:cNvPr>
                    <p:cNvSpPr/>
                    <p:nvPr/>
                  </p:nvSpPr>
                  <p:spPr>
                    <a:xfrm>
                      <a:off x="6965772" y="4002015"/>
                      <a:ext cx="43855" cy="37063"/>
                    </a:xfrm>
                    <a:custGeom>
                      <a:avLst/>
                      <a:gdLst/>
                      <a:ahLst/>
                      <a:cxnLst/>
                      <a:rect l="l" t="t" r="r" b="b"/>
                      <a:pathLst>
                        <a:path w="1737" h="1468" extrusionOk="0">
                          <a:moveTo>
                            <a:pt x="960" y="1"/>
                          </a:moveTo>
                          <a:cubicBezTo>
                            <a:pt x="362" y="1"/>
                            <a:pt x="0" y="704"/>
                            <a:pt x="388" y="1191"/>
                          </a:cubicBezTo>
                          <a:cubicBezTo>
                            <a:pt x="541" y="1381"/>
                            <a:pt x="750" y="1467"/>
                            <a:pt x="957" y="1467"/>
                          </a:cubicBezTo>
                          <a:cubicBezTo>
                            <a:pt x="1304" y="1467"/>
                            <a:pt x="1642" y="1224"/>
                            <a:pt x="1691" y="820"/>
                          </a:cubicBezTo>
                          <a:cubicBezTo>
                            <a:pt x="1737" y="416"/>
                            <a:pt x="1443" y="51"/>
                            <a:pt x="1039" y="5"/>
                          </a:cubicBezTo>
                          <a:cubicBezTo>
                            <a:pt x="1013" y="2"/>
                            <a:pt x="986" y="1"/>
                            <a:pt x="9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3" name="Google Shape;14093;p46">
                      <a:extLst>
                        <a:ext uri="{FF2B5EF4-FFF2-40B4-BE49-F238E27FC236}">
                          <a16:creationId xmlns:a16="http://schemas.microsoft.com/office/drawing/2014/main" id="{87C88012-696C-6894-96B4-AB6C862BF27C}"/>
                        </a:ext>
                      </a:extLst>
                    </p:cNvPr>
                    <p:cNvSpPr/>
                    <p:nvPr/>
                  </p:nvSpPr>
                  <p:spPr>
                    <a:xfrm>
                      <a:off x="6991323" y="4004969"/>
                      <a:ext cx="43981" cy="37063"/>
                    </a:xfrm>
                    <a:custGeom>
                      <a:avLst/>
                      <a:gdLst/>
                      <a:ahLst/>
                      <a:cxnLst/>
                      <a:rect l="l" t="t" r="r" b="b"/>
                      <a:pathLst>
                        <a:path w="1742" h="1468" extrusionOk="0">
                          <a:moveTo>
                            <a:pt x="959" y="0"/>
                          </a:moveTo>
                          <a:cubicBezTo>
                            <a:pt x="363" y="0"/>
                            <a:pt x="0" y="706"/>
                            <a:pt x="392" y="1191"/>
                          </a:cubicBezTo>
                          <a:cubicBezTo>
                            <a:pt x="543" y="1381"/>
                            <a:pt x="752" y="1467"/>
                            <a:pt x="959" y="1467"/>
                          </a:cubicBezTo>
                          <a:cubicBezTo>
                            <a:pt x="1305" y="1467"/>
                            <a:pt x="1644" y="1224"/>
                            <a:pt x="1689" y="820"/>
                          </a:cubicBezTo>
                          <a:cubicBezTo>
                            <a:pt x="1742" y="416"/>
                            <a:pt x="1448" y="51"/>
                            <a:pt x="1044" y="5"/>
                          </a:cubicBezTo>
                          <a:cubicBezTo>
                            <a:pt x="1015" y="2"/>
                            <a:pt x="987" y="0"/>
                            <a:pt x="9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4" name="Google Shape;14094;p46">
                      <a:extLst>
                        <a:ext uri="{FF2B5EF4-FFF2-40B4-BE49-F238E27FC236}">
                          <a16:creationId xmlns:a16="http://schemas.microsoft.com/office/drawing/2014/main" id="{49EDA768-6A33-A1CD-CF14-4265F8BAF62A}"/>
                        </a:ext>
                      </a:extLst>
                    </p:cNvPr>
                    <p:cNvSpPr/>
                    <p:nvPr/>
                  </p:nvSpPr>
                  <p:spPr>
                    <a:xfrm>
                      <a:off x="6990187" y="4156151"/>
                      <a:ext cx="21915" cy="99728"/>
                    </a:xfrm>
                    <a:custGeom>
                      <a:avLst/>
                      <a:gdLst/>
                      <a:ahLst/>
                      <a:cxnLst/>
                      <a:rect l="l" t="t" r="r" b="b"/>
                      <a:pathLst>
                        <a:path w="868" h="3950" extrusionOk="0">
                          <a:moveTo>
                            <a:pt x="783" y="0"/>
                          </a:moveTo>
                          <a:lnTo>
                            <a:pt x="1" y="20"/>
                          </a:lnTo>
                          <a:lnTo>
                            <a:pt x="79" y="3950"/>
                          </a:lnTo>
                          <a:lnTo>
                            <a:pt x="868" y="3937"/>
                          </a:lnTo>
                          <a:lnTo>
                            <a:pt x="7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5" name="Google Shape;14095;p46">
                      <a:extLst>
                        <a:ext uri="{FF2B5EF4-FFF2-40B4-BE49-F238E27FC236}">
                          <a16:creationId xmlns:a16="http://schemas.microsoft.com/office/drawing/2014/main" id="{669092CF-1B89-46FB-4176-8AC563588E5E}"/>
                        </a:ext>
                      </a:extLst>
                    </p:cNvPr>
                    <p:cNvSpPr/>
                    <p:nvPr/>
                  </p:nvSpPr>
                  <p:spPr>
                    <a:xfrm>
                      <a:off x="6969130" y="4137543"/>
                      <a:ext cx="36281" cy="30953"/>
                    </a:xfrm>
                    <a:custGeom>
                      <a:avLst/>
                      <a:gdLst/>
                      <a:ahLst/>
                      <a:cxnLst/>
                      <a:rect l="l" t="t" r="r" b="b"/>
                      <a:pathLst>
                        <a:path w="1437" h="1226" extrusionOk="0">
                          <a:moveTo>
                            <a:pt x="821" y="1"/>
                          </a:moveTo>
                          <a:cubicBezTo>
                            <a:pt x="817" y="1"/>
                            <a:pt x="813" y="1"/>
                            <a:pt x="809" y="1"/>
                          </a:cubicBezTo>
                          <a:cubicBezTo>
                            <a:pt x="261" y="14"/>
                            <a:pt x="0" y="679"/>
                            <a:pt x="398" y="1057"/>
                          </a:cubicBezTo>
                          <a:cubicBezTo>
                            <a:pt x="521" y="1173"/>
                            <a:pt x="669" y="1226"/>
                            <a:pt x="815" y="1226"/>
                          </a:cubicBezTo>
                          <a:cubicBezTo>
                            <a:pt x="1133" y="1226"/>
                            <a:pt x="1437" y="976"/>
                            <a:pt x="1428" y="600"/>
                          </a:cubicBezTo>
                          <a:cubicBezTo>
                            <a:pt x="1421" y="266"/>
                            <a:pt x="1148" y="1"/>
                            <a:pt x="8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6" name="Google Shape;14096;p46">
                      <a:extLst>
                        <a:ext uri="{FF2B5EF4-FFF2-40B4-BE49-F238E27FC236}">
                          <a16:creationId xmlns:a16="http://schemas.microsoft.com/office/drawing/2014/main" id="{9223998B-910F-2D95-2DD4-2E372FCD23AC}"/>
                        </a:ext>
                      </a:extLst>
                    </p:cNvPr>
                    <p:cNvSpPr/>
                    <p:nvPr/>
                  </p:nvSpPr>
                  <p:spPr>
                    <a:xfrm>
                      <a:off x="6990515" y="4137215"/>
                      <a:ext cx="36306" cy="30878"/>
                    </a:xfrm>
                    <a:custGeom>
                      <a:avLst/>
                      <a:gdLst/>
                      <a:ahLst/>
                      <a:cxnLst/>
                      <a:rect l="l" t="t" r="r" b="b"/>
                      <a:pathLst>
                        <a:path w="1438" h="1223" extrusionOk="0">
                          <a:moveTo>
                            <a:pt x="826" y="0"/>
                          </a:moveTo>
                          <a:cubicBezTo>
                            <a:pt x="818" y="0"/>
                            <a:pt x="810" y="1"/>
                            <a:pt x="802" y="1"/>
                          </a:cubicBezTo>
                          <a:cubicBezTo>
                            <a:pt x="261" y="7"/>
                            <a:pt x="1" y="672"/>
                            <a:pt x="392" y="1050"/>
                          </a:cubicBezTo>
                          <a:cubicBezTo>
                            <a:pt x="517" y="1169"/>
                            <a:pt x="667" y="1222"/>
                            <a:pt x="814" y="1222"/>
                          </a:cubicBezTo>
                          <a:cubicBezTo>
                            <a:pt x="1133" y="1222"/>
                            <a:pt x="1437" y="969"/>
                            <a:pt x="1428" y="594"/>
                          </a:cubicBezTo>
                          <a:cubicBezTo>
                            <a:pt x="1422" y="269"/>
                            <a:pt x="1154" y="0"/>
                            <a:pt x="8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7" name="Google Shape;14097;p46">
                      <a:extLst>
                        <a:ext uri="{FF2B5EF4-FFF2-40B4-BE49-F238E27FC236}">
                          <a16:creationId xmlns:a16="http://schemas.microsoft.com/office/drawing/2014/main" id="{919BB15A-B4A3-E871-1E45-B17373C84FD4}"/>
                        </a:ext>
                      </a:extLst>
                    </p:cNvPr>
                    <p:cNvSpPr/>
                    <p:nvPr/>
                  </p:nvSpPr>
                  <p:spPr>
                    <a:xfrm>
                      <a:off x="6971276" y="4237271"/>
                      <a:ext cx="36154" cy="30852"/>
                    </a:xfrm>
                    <a:custGeom>
                      <a:avLst/>
                      <a:gdLst/>
                      <a:ahLst/>
                      <a:cxnLst/>
                      <a:rect l="l" t="t" r="r" b="b"/>
                      <a:pathLst>
                        <a:path w="1432" h="1222" extrusionOk="0">
                          <a:moveTo>
                            <a:pt x="825" y="0"/>
                          </a:moveTo>
                          <a:cubicBezTo>
                            <a:pt x="817" y="0"/>
                            <a:pt x="810" y="0"/>
                            <a:pt x="802" y="0"/>
                          </a:cubicBezTo>
                          <a:cubicBezTo>
                            <a:pt x="261" y="7"/>
                            <a:pt x="0" y="672"/>
                            <a:pt x="391" y="1050"/>
                          </a:cubicBezTo>
                          <a:cubicBezTo>
                            <a:pt x="514" y="1169"/>
                            <a:pt x="663" y="1222"/>
                            <a:pt x="809" y="1222"/>
                          </a:cubicBezTo>
                          <a:cubicBezTo>
                            <a:pt x="1127" y="1222"/>
                            <a:pt x="1432" y="969"/>
                            <a:pt x="1428" y="594"/>
                          </a:cubicBezTo>
                          <a:cubicBezTo>
                            <a:pt x="1421" y="269"/>
                            <a:pt x="1153" y="0"/>
                            <a:pt x="8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8" name="Google Shape;14098;p46">
                      <a:extLst>
                        <a:ext uri="{FF2B5EF4-FFF2-40B4-BE49-F238E27FC236}">
                          <a16:creationId xmlns:a16="http://schemas.microsoft.com/office/drawing/2014/main" id="{7B55CF31-A241-8DD3-CA00-34B01BB6AEDF}"/>
                        </a:ext>
                      </a:extLst>
                    </p:cNvPr>
                    <p:cNvSpPr/>
                    <p:nvPr/>
                  </p:nvSpPr>
                  <p:spPr>
                    <a:xfrm>
                      <a:off x="6992661" y="4236766"/>
                      <a:ext cx="36180" cy="30878"/>
                    </a:xfrm>
                    <a:custGeom>
                      <a:avLst/>
                      <a:gdLst/>
                      <a:ahLst/>
                      <a:cxnLst/>
                      <a:rect l="l" t="t" r="r" b="b"/>
                      <a:pathLst>
                        <a:path w="1433" h="1223" extrusionOk="0">
                          <a:moveTo>
                            <a:pt x="814" y="1"/>
                          </a:moveTo>
                          <a:cubicBezTo>
                            <a:pt x="810" y="1"/>
                            <a:pt x="806" y="1"/>
                            <a:pt x="802" y="1"/>
                          </a:cubicBezTo>
                          <a:cubicBezTo>
                            <a:pt x="255" y="14"/>
                            <a:pt x="0" y="672"/>
                            <a:pt x="392" y="1050"/>
                          </a:cubicBezTo>
                          <a:cubicBezTo>
                            <a:pt x="515" y="1169"/>
                            <a:pt x="664" y="1222"/>
                            <a:pt x="810" y="1222"/>
                          </a:cubicBezTo>
                          <a:cubicBezTo>
                            <a:pt x="1128" y="1222"/>
                            <a:pt x="1432" y="971"/>
                            <a:pt x="1428" y="601"/>
                          </a:cubicBezTo>
                          <a:cubicBezTo>
                            <a:pt x="1415" y="266"/>
                            <a:pt x="1148" y="1"/>
                            <a:pt x="8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9" name="Google Shape;14099;p46">
                      <a:extLst>
                        <a:ext uri="{FF2B5EF4-FFF2-40B4-BE49-F238E27FC236}">
                          <a16:creationId xmlns:a16="http://schemas.microsoft.com/office/drawing/2014/main" id="{9A8E3727-8CBB-9630-43C5-87D2BAB9CD51}"/>
                        </a:ext>
                      </a:extLst>
                    </p:cNvPr>
                    <p:cNvSpPr/>
                    <p:nvPr/>
                  </p:nvSpPr>
                  <p:spPr>
                    <a:xfrm>
                      <a:off x="6845544" y="3711694"/>
                      <a:ext cx="54181" cy="108791"/>
                    </a:xfrm>
                    <a:custGeom>
                      <a:avLst/>
                      <a:gdLst/>
                      <a:ahLst/>
                      <a:cxnLst/>
                      <a:rect l="l" t="t" r="r" b="b"/>
                      <a:pathLst>
                        <a:path w="2146" h="4309" extrusionOk="0">
                          <a:moveTo>
                            <a:pt x="1246" y="0"/>
                          </a:moveTo>
                          <a:lnTo>
                            <a:pt x="1" y="4028"/>
                          </a:lnTo>
                          <a:lnTo>
                            <a:pt x="894" y="4309"/>
                          </a:lnTo>
                          <a:lnTo>
                            <a:pt x="2145" y="274"/>
                          </a:lnTo>
                          <a:lnTo>
                            <a:pt x="1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0" name="Google Shape;14100;p46">
                      <a:extLst>
                        <a:ext uri="{FF2B5EF4-FFF2-40B4-BE49-F238E27FC236}">
                          <a16:creationId xmlns:a16="http://schemas.microsoft.com/office/drawing/2014/main" id="{5F9B9596-87B3-E86A-D183-2056B74A2973}"/>
                        </a:ext>
                      </a:extLst>
                    </p:cNvPr>
                    <p:cNvSpPr/>
                    <p:nvPr/>
                  </p:nvSpPr>
                  <p:spPr>
                    <a:xfrm>
                      <a:off x="6858748" y="3690183"/>
                      <a:ext cx="40472" cy="34185"/>
                    </a:xfrm>
                    <a:custGeom>
                      <a:avLst/>
                      <a:gdLst/>
                      <a:ahLst/>
                      <a:cxnLst/>
                      <a:rect l="l" t="t" r="r" b="b"/>
                      <a:pathLst>
                        <a:path w="1603" h="1354" extrusionOk="0">
                          <a:moveTo>
                            <a:pt x="844" y="0"/>
                          </a:moveTo>
                          <a:cubicBezTo>
                            <a:pt x="359" y="0"/>
                            <a:pt x="0" y="526"/>
                            <a:pt x="247" y="996"/>
                          </a:cubicBezTo>
                          <a:cubicBezTo>
                            <a:pt x="375" y="1237"/>
                            <a:pt x="609" y="1353"/>
                            <a:pt x="843" y="1353"/>
                          </a:cubicBezTo>
                          <a:cubicBezTo>
                            <a:pt x="1120" y="1353"/>
                            <a:pt x="1396" y="1190"/>
                            <a:pt x="1492" y="879"/>
                          </a:cubicBezTo>
                          <a:cubicBezTo>
                            <a:pt x="1602" y="520"/>
                            <a:pt x="1407" y="142"/>
                            <a:pt x="1048" y="31"/>
                          </a:cubicBezTo>
                          <a:cubicBezTo>
                            <a:pt x="979" y="10"/>
                            <a:pt x="910" y="0"/>
                            <a:pt x="8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1" name="Google Shape;14101;p46">
                      <a:extLst>
                        <a:ext uri="{FF2B5EF4-FFF2-40B4-BE49-F238E27FC236}">
                          <a16:creationId xmlns:a16="http://schemas.microsoft.com/office/drawing/2014/main" id="{9E765F3B-290E-4F04-0334-5C55C0CBCD93}"/>
                        </a:ext>
                      </a:extLst>
                    </p:cNvPr>
                    <p:cNvSpPr/>
                    <p:nvPr/>
                  </p:nvSpPr>
                  <p:spPr>
                    <a:xfrm>
                      <a:off x="6881345" y="3697202"/>
                      <a:ext cx="40573" cy="34185"/>
                    </a:xfrm>
                    <a:custGeom>
                      <a:avLst/>
                      <a:gdLst/>
                      <a:ahLst/>
                      <a:cxnLst/>
                      <a:rect l="l" t="t" r="r" b="b"/>
                      <a:pathLst>
                        <a:path w="1607" h="1354" extrusionOk="0">
                          <a:moveTo>
                            <a:pt x="837" y="0"/>
                          </a:moveTo>
                          <a:cubicBezTo>
                            <a:pt x="359" y="0"/>
                            <a:pt x="0" y="524"/>
                            <a:pt x="251" y="992"/>
                          </a:cubicBezTo>
                          <a:cubicBezTo>
                            <a:pt x="380" y="1236"/>
                            <a:pt x="613" y="1354"/>
                            <a:pt x="846" y="1354"/>
                          </a:cubicBezTo>
                          <a:cubicBezTo>
                            <a:pt x="1122" y="1354"/>
                            <a:pt x="1397" y="1189"/>
                            <a:pt x="1496" y="874"/>
                          </a:cubicBezTo>
                          <a:cubicBezTo>
                            <a:pt x="1607" y="522"/>
                            <a:pt x="1405" y="138"/>
                            <a:pt x="1046" y="34"/>
                          </a:cubicBezTo>
                          <a:cubicBezTo>
                            <a:pt x="975" y="11"/>
                            <a:pt x="905" y="0"/>
                            <a:pt x="8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2" name="Google Shape;14102;p46">
                      <a:extLst>
                        <a:ext uri="{FF2B5EF4-FFF2-40B4-BE49-F238E27FC236}">
                          <a16:creationId xmlns:a16="http://schemas.microsoft.com/office/drawing/2014/main" id="{4095D862-231E-4C79-0EEE-C01AB4BF2964}"/>
                        </a:ext>
                      </a:extLst>
                    </p:cNvPr>
                    <p:cNvSpPr/>
                    <p:nvPr/>
                  </p:nvSpPr>
                  <p:spPr>
                    <a:xfrm>
                      <a:off x="6826154" y="3795642"/>
                      <a:ext cx="40472" cy="34311"/>
                    </a:xfrm>
                    <a:custGeom>
                      <a:avLst/>
                      <a:gdLst/>
                      <a:ahLst/>
                      <a:cxnLst/>
                      <a:rect l="l" t="t" r="r" b="b"/>
                      <a:pathLst>
                        <a:path w="1603" h="1359" extrusionOk="0">
                          <a:moveTo>
                            <a:pt x="844" y="1"/>
                          </a:moveTo>
                          <a:cubicBezTo>
                            <a:pt x="359" y="1"/>
                            <a:pt x="1" y="527"/>
                            <a:pt x="247" y="997"/>
                          </a:cubicBezTo>
                          <a:cubicBezTo>
                            <a:pt x="376" y="1241"/>
                            <a:pt x="610" y="1359"/>
                            <a:pt x="844" y="1359"/>
                          </a:cubicBezTo>
                          <a:cubicBezTo>
                            <a:pt x="1121" y="1359"/>
                            <a:pt x="1397" y="1194"/>
                            <a:pt x="1492" y="879"/>
                          </a:cubicBezTo>
                          <a:cubicBezTo>
                            <a:pt x="1603" y="521"/>
                            <a:pt x="1401" y="143"/>
                            <a:pt x="1049" y="32"/>
                          </a:cubicBezTo>
                          <a:cubicBezTo>
                            <a:pt x="979" y="11"/>
                            <a:pt x="910" y="1"/>
                            <a:pt x="8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3" name="Google Shape;14103;p46">
                      <a:extLst>
                        <a:ext uri="{FF2B5EF4-FFF2-40B4-BE49-F238E27FC236}">
                          <a16:creationId xmlns:a16="http://schemas.microsoft.com/office/drawing/2014/main" id="{0C640630-8823-B836-8BC5-366B89DDA25F}"/>
                        </a:ext>
                      </a:extLst>
                    </p:cNvPr>
                    <p:cNvSpPr/>
                    <p:nvPr/>
                  </p:nvSpPr>
                  <p:spPr>
                    <a:xfrm>
                      <a:off x="6848725" y="3802686"/>
                      <a:ext cx="40446" cy="34210"/>
                    </a:xfrm>
                    <a:custGeom>
                      <a:avLst/>
                      <a:gdLst/>
                      <a:ahLst/>
                      <a:cxnLst/>
                      <a:rect l="l" t="t" r="r" b="b"/>
                      <a:pathLst>
                        <a:path w="1602" h="1355" extrusionOk="0">
                          <a:moveTo>
                            <a:pt x="837" y="0"/>
                          </a:moveTo>
                          <a:cubicBezTo>
                            <a:pt x="355" y="0"/>
                            <a:pt x="1" y="523"/>
                            <a:pt x="246" y="991"/>
                          </a:cubicBezTo>
                          <a:cubicBezTo>
                            <a:pt x="375" y="1237"/>
                            <a:pt x="611" y="1354"/>
                            <a:pt x="845" y="1354"/>
                          </a:cubicBezTo>
                          <a:cubicBezTo>
                            <a:pt x="1121" y="1354"/>
                            <a:pt x="1396" y="1191"/>
                            <a:pt x="1491" y="881"/>
                          </a:cubicBezTo>
                          <a:cubicBezTo>
                            <a:pt x="1602" y="522"/>
                            <a:pt x="1406" y="144"/>
                            <a:pt x="1048" y="33"/>
                          </a:cubicBezTo>
                          <a:cubicBezTo>
                            <a:pt x="976" y="11"/>
                            <a:pt x="905" y="0"/>
                            <a:pt x="8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4" name="Google Shape;14104;p46">
                      <a:extLst>
                        <a:ext uri="{FF2B5EF4-FFF2-40B4-BE49-F238E27FC236}">
                          <a16:creationId xmlns:a16="http://schemas.microsoft.com/office/drawing/2014/main" id="{076BC31A-E1F6-009B-9E93-0FAC04FAF61C}"/>
                        </a:ext>
                      </a:extLst>
                    </p:cNvPr>
                    <p:cNvSpPr/>
                    <p:nvPr/>
                  </p:nvSpPr>
                  <p:spPr>
                    <a:xfrm>
                      <a:off x="6889803" y="3542207"/>
                      <a:ext cx="55317" cy="114220"/>
                    </a:xfrm>
                    <a:custGeom>
                      <a:avLst/>
                      <a:gdLst/>
                      <a:ahLst/>
                      <a:cxnLst/>
                      <a:rect l="l" t="t" r="r" b="b"/>
                      <a:pathLst>
                        <a:path w="2191" h="4524" extrusionOk="0">
                          <a:moveTo>
                            <a:pt x="1246" y="0"/>
                          </a:moveTo>
                          <a:lnTo>
                            <a:pt x="1" y="4243"/>
                          </a:lnTo>
                          <a:lnTo>
                            <a:pt x="940" y="4524"/>
                          </a:lnTo>
                          <a:lnTo>
                            <a:pt x="2191" y="281"/>
                          </a:lnTo>
                          <a:lnTo>
                            <a:pt x="1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5" name="Google Shape;14105;p46">
                      <a:extLst>
                        <a:ext uri="{FF2B5EF4-FFF2-40B4-BE49-F238E27FC236}">
                          <a16:creationId xmlns:a16="http://schemas.microsoft.com/office/drawing/2014/main" id="{115EC1F4-754B-54DF-5ABF-6F8413B418A8}"/>
                        </a:ext>
                      </a:extLst>
                    </p:cNvPr>
                    <p:cNvSpPr/>
                    <p:nvPr/>
                  </p:nvSpPr>
                  <p:spPr>
                    <a:xfrm>
                      <a:off x="6901593" y="3519358"/>
                      <a:ext cx="42542" cy="35952"/>
                    </a:xfrm>
                    <a:custGeom>
                      <a:avLst/>
                      <a:gdLst/>
                      <a:ahLst/>
                      <a:cxnLst/>
                      <a:rect l="l" t="t" r="r" b="b"/>
                      <a:pathLst>
                        <a:path w="1685" h="1424" extrusionOk="0">
                          <a:moveTo>
                            <a:pt x="882" y="1"/>
                          </a:moveTo>
                          <a:cubicBezTo>
                            <a:pt x="374" y="1"/>
                            <a:pt x="0" y="561"/>
                            <a:pt x="270" y="1055"/>
                          </a:cubicBezTo>
                          <a:cubicBezTo>
                            <a:pt x="408" y="1304"/>
                            <a:pt x="650" y="1423"/>
                            <a:pt x="891" y="1423"/>
                          </a:cubicBezTo>
                          <a:cubicBezTo>
                            <a:pt x="1185" y="1423"/>
                            <a:pt x="1477" y="1246"/>
                            <a:pt x="1574" y="912"/>
                          </a:cubicBezTo>
                          <a:cubicBezTo>
                            <a:pt x="1685" y="534"/>
                            <a:pt x="1470" y="143"/>
                            <a:pt x="1092" y="32"/>
                          </a:cubicBezTo>
                          <a:cubicBezTo>
                            <a:pt x="1020" y="11"/>
                            <a:pt x="950" y="1"/>
                            <a:pt x="8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6" name="Google Shape;14106;p46">
                      <a:extLst>
                        <a:ext uri="{FF2B5EF4-FFF2-40B4-BE49-F238E27FC236}">
                          <a16:creationId xmlns:a16="http://schemas.microsoft.com/office/drawing/2014/main" id="{5817D8A7-7801-4DC3-D6D8-47E8E6BCDCA3}"/>
                        </a:ext>
                      </a:extLst>
                    </p:cNvPr>
                    <p:cNvSpPr/>
                    <p:nvPr/>
                  </p:nvSpPr>
                  <p:spPr>
                    <a:xfrm>
                      <a:off x="6925452" y="3526428"/>
                      <a:ext cx="42542" cy="35851"/>
                    </a:xfrm>
                    <a:custGeom>
                      <a:avLst/>
                      <a:gdLst/>
                      <a:ahLst/>
                      <a:cxnLst/>
                      <a:rect l="l" t="t" r="r" b="b"/>
                      <a:pathLst>
                        <a:path w="1685" h="1420" extrusionOk="0">
                          <a:moveTo>
                            <a:pt x="882" y="1"/>
                          </a:moveTo>
                          <a:cubicBezTo>
                            <a:pt x="374" y="1"/>
                            <a:pt x="0" y="560"/>
                            <a:pt x="271" y="1049"/>
                          </a:cubicBezTo>
                          <a:cubicBezTo>
                            <a:pt x="406" y="1300"/>
                            <a:pt x="650" y="1420"/>
                            <a:pt x="892" y="1420"/>
                          </a:cubicBezTo>
                          <a:cubicBezTo>
                            <a:pt x="1186" y="1420"/>
                            <a:pt x="1478" y="1244"/>
                            <a:pt x="1574" y="912"/>
                          </a:cubicBezTo>
                          <a:cubicBezTo>
                            <a:pt x="1685" y="534"/>
                            <a:pt x="1470" y="137"/>
                            <a:pt x="1092" y="32"/>
                          </a:cubicBezTo>
                          <a:cubicBezTo>
                            <a:pt x="1020" y="11"/>
                            <a:pt x="950" y="1"/>
                            <a:pt x="88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7" name="Google Shape;14107;p46">
                      <a:extLst>
                        <a:ext uri="{FF2B5EF4-FFF2-40B4-BE49-F238E27FC236}">
                          <a16:creationId xmlns:a16="http://schemas.microsoft.com/office/drawing/2014/main" id="{2C1EEDE4-8FA4-4CD4-3100-D3AEFE4D8879}"/>
                        </a:ext>
                      </a:extLst>
                    </p:cNvPr>
                    <p:cNvSpPr/>
                    <p:nvPr/>
                  </p:nvSpPr>
                  <p:spPr>
                    <a:xfrm>
                      <a:off x="6868974" y="3630473"/>
                      <a:ext cx="42416" cy="35902"/>
                    </a:xfrm>
                    <a:custGeom>
                      <a:avLst/>
                      <a:gdLst/>
                      <a:ahLst/>
                      <a:cxnLst/>
                      <a:rect l="l" t="t" r="r" b="b"/>
                      <a:pathLst>
                        <a:path w="1680" h="1422" extrusionOk="0">
                          <a:moveTo>
                            <a:pt x="890" y="1"/>
                          </a:moveTo>
                          <a:cubicBezTo>
                            <a:pt x="379" y="1"/>
                            <a:pt x="1" y="563"/>
                            <a:pt x="272" y="1054"/>
                          </a:cubicBezTo>
                          <a:cubicBezTo>
                            <a:pt x="407" y="1303"/>
                            <a:pt x="647" y="1421"/>
                            <a:pt x="887" y="1421"/>
                          </a:cubicBezTo>
                          <a:cubicBezTo>
                            <a:pt x="1181" y="1421"/>
                            <a:pt x="1475" y="1244"/>
                            <a:pt x="1576" y="910"/>
                          </a:cubicBezTo>
                          <a:cubicBezTo>
                            <a:pt x="1680" y="539"/>
                            <a:pt x="1465" y="141"/>
                            <a:pt x="1093" y="30"/>
                          </a:cubicBezTo>
                          <a:cubicBezTo>
                            <a:pt x="1024" y="10"/>
                            <a:pt x="956" y="1"/>
                            <a:pt x="8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8" name="Google Shape;14108;p46">
                      <a:extLst>
                        <a:ext uri="{FF2B5EF4-FFF2-40B4-BE49-F238E27FC236}">
                          <a16:creationId xmlns:a16="http://schemas.microsoft.com/office/drawing/2014/main" id="{336D53C4-D28A-CB22-503E-53B2539AD6D4}"/>
                        </a:ext>
                      </a:extLst>
                    </p:cNvPr>
                    <p:cNvSpPr/>
                    <p:nvPr/>
                  </p:nvSpPr>
                  <p:spPr>
                    <a:xfrm>
                      <a:off x="6892858" y="3637517"/>
                      <a:ext cx="42391" cy="35826"/>
                    </a:xfrm>
                    <a:custGeom>
                      <a:avLst/>
                      <a:gdLst/>
                      <a:ahLst/>
                      <a:cxnLst/>
                      <a:rect l="l" t="t" r="r" b="b"/>
                      <a:pathLst>
                        <a:path w="1679" h="1419" extrusionOk="0">
                          <a:moveTo>
                            <a:pt x="881" y="0"/>
                          </a:moveTo>
                          <a:cubicBezTo>
                            <a:pt x="369" y="0"/>
                            <a:pt x="0" y="560"/>
                            <a:pt x="265" y="1048"/>
                          </a:cubicBezTo>
                          <a:cubicBezTo>
                            <a:pt x="403" y="1299"/>
                            <a:pt x="647" y="1419"/>
                            <a:pt x="889" y="1419"/>
                          </a:cubicBezTo>
                          <a:cubicBezTo>
                            <a:pt x="1182" y="1419"/>
                            <a:pt x="1472" y="1243"/>
                            <a:pt x="1568" y="912"/>
                          </a:cubicBezTo>
                          <a:cubicBezTo>
                            <a:pt x="1679" y="534"/>
                            <a:pt x="1464" y="142"/>
                            <a:pt x="1092" y="32"/>
                          </a:cubicBezTo>
                          <a:cubicBezTo>
                            <a:pt x="1020" y="10"/>
                            <a:pt x="949" y="0"/>
                            <a:pt x="8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9" name="Google Shape;14109;p46">
                      <a:extLst>
                        <a:ext uri="{FF2B5EF4-FFF2-40B4-BE49-F238E27FC236}">
                          <a16:creationId xmlns:a16="http://schemas.microsoft.com/office/drawing/2014/main" id="{D8B94F8C-2DFD-74F3-FE69-F4702AEFD2C4}"/>
                        </a:ext>
                      </a:extLst>
                    </p:cNvPr>
                    <p:cNvSpPr/>
                    <p:nvPr/>
                  </p:nvSpPr>
                  <p:spPr>
                    <a:xfrm>
                      <a:off x="6819892" y="3842021"/>
                      <a:ext cx="47238" cy="37543"/>
                    </a:xfrm>
                    <a:custGeom>
                      <a:avLst/>
                      <a:gdLst/>
                      <a:ahLst/>
                      <a:cxnLst/>
                      <a:rect l="l" t="t" r="r" b="b"/>
                      <a:pathLst>
                        <a:path w="1871" h="1487" extrusionOk="0">
                          <a:moveTo>
                            <a:pt x="854" y="0"/>
                          </a:moveTo>
                          <a:cubicBezTo>
                            <a:pt x="0" y="0"/>
                            <a:pt x="0" y="1486"/>
                            <a:pt x="854" y="1486"/>
                          </a:cubicBezTo>
                          <a:cubicBezTo>
                            <a:pt x="1871" y="1486"/>
                            <a:pt x="1871" y="0"/>
                            <a:pt x="8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0" name="Google Shape;14110;p46">
                      <a:extLst>
                        <a:ext uri="{FF2B5EF4-FFF2-40B4-BE49-F238E27FC236}">
                          <a16:creationId xmlns:a16="http://schemas.microsoft.com/office/drawing/2014/main" id="{0D77DC3E-6F93-0DD4-87F5-CAF246FB0C6B}"/>
                        </a:ext>
                      </a:extLst>
                    </p:cNvPr>
                    <p:cNvSpPr/>
                    <p:nvPr/>
                  </p:nvSpPr>
                  <p:spPr>
                    <a:xfrm>
                      <a:off x="6810728" y="3883074"/>
                      <a:ext cx="19062" cy="30045"/>
                    </a:xfrm>
                    <a:custGeom>
                      <a:avLst/>
                      <a:gdLst/>
                      <a:ahLst/>
                      <a:cxnLst/>
                      <a:rect l="l" t="t" r="r" b="b"/>
                      <a:pathLst>
                        <a:path w="755" h="1190" extrusionOk="0">
                          <a:moveTo>
                            <a:pt x="525" y="0"/>
                          </a:moveTo>
                          <a:cubicBezTo>
                            <a:pt x="423" y="0"/>
                            <a:pt x="318" y="58"/>
                            <a:pt x="291" y="167"/>
                          </a:cubicBezTo>
                          <a:cubicBezTo>
                            <a:pt x="246" y="388"/>
                            <a:pt x="57" y="610"/>
                            <a:pt x="24" y="864"/>
                          </a:cubicBezTo>
                          <a:cubicBezTo>
                            <a:pt x="0" y="1070"/>
                            <a:pt x="179" y="1190"/>
                            <a:pt x="357" y="1190"/>
                          </a:cubicBezTo>
                          <a:cubicBezTo>
                            <a:pt x="471" y="1190"/>
                            <a:pt x="585" y="1141"/>
                            <a:pt x="643" y="1034"/>
                          </a:cubicBezTo>
                          <a:cubicBezTo>
                            <a:pt x="721" y="897"/>
                            <a:pt x="728" y="714"/>
                            <a:pt x="741" y="564"/>
                          </a:cubicBezTo>
                          <a:cubicBezTo>
                            <a:pt x="754" y="434"/>
                            <a:pt x="754" y="297"/>
                            <a:pt x="735" y="167"/>
                          </a:cubicBezTo>
                          <a:cubicBezTo>
                            <a:pt x="718" y="54"/>
                            <a:pt x="623" y="0"/>
                            <a:pt x="5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1" name="Google Shape;14111;p46">
                      <a:extLst>
                        <a:ext uri="{FF2B5EF4-FFF2-40B4-BE49-F238E27FC236}">
                          <a16:creationId xmlns:a16="http://schemas.microsoft.com/office/drawing/2014/main" id="{C5F7302F-C604-DCDB-C9DE-44CA664E8912}"/>
                        </a:ext>
                      </a:extLst>
                    </p:cNvPr>
                    <p:cNvSpPr/>
                    <p:nvPr/>
                  </p:nvSpPr>
                  <p:spPr>
                    <a:xfrm>
                      <a:off x="6835672" y="3892920"/>
                      <a:ext cx="23404" cy="28479"/>
                    </a:xfrm>
                    <a:custGeom>
                      <a:avLst/>
                      <a:gdLst/>
                      <a:ahLst/>
                      <a:cxnLst/>
                      <a:rect l="l" t="t" r="r" b="b"/>
                      <a:pathLst>
                        <a:path w="927" h="1128" extrusionOk="0">
                          <a:moveTo>
                            <a:pt x="714" y="0"/>
                          </a:moveTo>
                          <a:cubicBezTo>
                            <a:pt x="684" y="0"/>
                            <a:pt x="654" y="8"/>
                            <a:pt x="626" y="24"/>
                          </a:cubicBezTo>
                          <a:cubicBezTo>
                            <a:pt x="568" y="44"/>
                            <a:pt x="509" y="70"/>
                            <a:pt x="463" y="116"/>
                          </a:cubicBezTo>
                          <a:cubicBezTo>
                            <a:pt x="411" y="161"/>
                            <a:pt x="366" y="213"/>
                            <a:pt x="327" y="272"/>
                          </a:cubicBezTo>
                          <a:cubicBezTo>
                            <a:pt x="287" y="318"/>
                            <a:pt x="248" y="363"/>
                            <a:pt x="209" y="402"/>
                          </a:cubicBezTo>
                          <a:cubicBezTo>
                            <a:pt x="199" y="414"/>
                            <a:pt x="193" y="422"/>
                            <a:pt x="190" y="427"/>
                          </a:cubicBezTo>
                          <a:lnTo>
                            <a:pt x="190" y="427"/>
                          </a:lnTo>
                          <a:cubicBezTo>
                            <a:pt x="146" y="461"/>
                            <a:pt x="110" y="503"/>
                            <a:pt x="85" y="552"/>
                          </a:cubicBezTo>
                          <a:cubicBezTo>
                            <a:pt x="1" y="702"/>
                            <a:pt x="27" y="891"/>
                            <a:pt x="144" y="1015"/>
                          </a:cubicBezTo>
                          <a:cubicBezTo>
                            <a:pt x="215" y="1086"/>
                            <a:pt x="324" y="1128"/>
                            <a:pt x="430" y="1128"/>
                          </a:cubicBezTo>
                          <a:cubicBezTo>
                            <a:pt x="528" y="1128"/>
                            <a:pt x="623" y="1093"/>
                            <a:pt x="685" y="1015"/>
                          </a:cubicBezTo>
                          <a:cubicBezTo>
                            <a:pt x="711" y="982"/>
                            <a:pt x="737" y="956"/>
                            <a:pt x="757" y="924"/>
                          </a:cubicBezTo>
                          <a:lnTo>
                            <a:pt x="796" y="833"/>
                          </a:lnTo>
                          <a:cubicBezTo>
                            <a:pt x="803" y="761"/>
                            <a:pt x="809" y="726"/>
                            <a:pt x="811" y="726"/>
                          </a:cubicBezTo>
                          <a:lnTo>
                            <a:pt x="811" y="726"/>
                          </a:lnTo>
                          <a:cubicBezTo>
                            <a:pt x="812" y="726"/>
                            <a:pt x="812" y="745"/>
                            <a:pt x="809" y="780"/>
                          </a:cubicBezTo>
                          <a:cubicBezTo>
                            <a:pt x="822" y="728"/>
                            <a:pt x="835" y="676"/>
                            <a:pt x="855" y="617"/>
                          </a:cubicBezTo>
                          <a:cubicBezTo>
                            <a:pt x="868" y="552"/>
                            <a:pt x="887" y="481"/>
                            <a:pt x="907" y="415"/>
                          </a:cubicBezTo>
                          <a:cubicBezTo>
                            <a:pt x="926" y="318"/>
                            <a:pt x="913" y="220"/>
                            <a:pt x="887" y="129"/>
                          </a:cubicBezTo>
                          <a:cubicBezTo>
                            <a:pt x="864" y="49"/>
                            <a:pt x="790" y="0"/>
                            <a:pt x="7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2" name="Google Shape;14112;p46">
                      <a:extLst>
                        <a:ext uri="{FF2B5EF4-FFF2-40B4-BE49-F238E27FC236}">
                          <a16:creationId xmlns:a16="http://schemas.microsoft.com/office/drawing/2014/main" id="{C93949B0-E647-D10E-8E44-7EC1BF35A878}"/>
                        </a:ext>
                      </a:extLst>
                    </p:cNvPr>
                    <p:cNvSpPr/>
                    <p:nvPr/>
                  </p:nvSpPr>
                  <p:spPr>
                    <a:xfrm>
                      <a:off x="6974407" y="4057585"/>
                      <a:ext cx="64356" cy="52843"/>
                    </a:xfrm>
                    <a:custGeom>
                      <a:avLst/>
                      <a:gdLst/>
                      <a:ahLst/>
                      <a:cxnLst/>
                      <a:rect l="l" t="t" r="r" b="b"/>
                      <a:pathLst>
                        <a:path w="2549" h="2093" extrusionOk="0">
                          <a:moveTo>
                            <a:pt x="1193" y="0"/>
                          </a:moveTo>
                          <a:cubicBezTo>
                            <a:pt x="0" y="0"/>
                            <a:pt x="0" y="2092"/>
                            <a:pt x="1193" y="2092"/>
                          </a:cubicBezTo>
                          <a:cubicBezTo>
                            <a:pt x="2548" y="2092"/>
                            <a:pt x="2548" y="0"/>
                            <a:pt x="11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3" name="Google Shape;14113;p46">
                      <a:extLst>
                        <a:ext uri="{FF2B5EF4-FFF2-40B4-BE49-F238E27FC236}">
                          <a16:creationId xmlns:a16="http://schemas.microsoft.com/office/drawing/2014/main" id="{2A195886-9193-C5DE-0069-9A61745A0388}"/>
                        </a:ext>
                      </a:extLst>
                    </p:cNvPr>
                    <p:cNvSpPr/>
                    <p:nvPr/>
                  </p:nvSpPr>
                  <p:spPr>
                    <a:xfrm>
                      <a:off x="6982941" y="4284837"/>
                      <a:ext cx="47263" cy="36053"/>
                    </a:xfrm>
                    <a:custGeom>
                      <a:avLst/>
                      <a:gdLst/>
                      <a:ahLst/>
                      <a:cxnLst/>
                      <a:rect l="l" t="t" r="r" b="b"/>
                      <a:pathLst>
                        <a:path w="1872" h="1428" extrusionOk="0">
                          <a:moveTo>
                            <a:pt x="855" y="0"/>
                          </a:moveTo>
                          <a:cubicBezTo>
                            <a:pt x="1" y="0"/>
                            <a:pt x="1" y="1427"/>
                            <a:pt x="855" y="1427"/>
                          </a:cubicBezTo>
                          <a:cubicBezTo>
                            <a:pt x="1871" y="1427"/>
                            <a:pt x="1871" y="0"/>
                            <a:pt x="8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4" name="Google Shape;14114;p46">
                      <a:extLst>
                        <a:ext uri="{FF2B5EF4-FFF2-40B4-BE49-F238E27FC236}">
                          <a16:creationId xmlns:a16="http://schemas.microsoft.com/office/drawing/2014/main" id="{025FE061-8B4A-B733-1774-D09BF0638BC8}"/>
                        </a:ext>
                      </a:extLst>
                    </p:cNvPr>
                    <p:cNvSpPr/>
                    <p:nvPr/>
                  </p:nvSpPr>
                  <p:spPr>
                    <a:xfrm>
                      <a:off x="6931310" y="4293598"/>
                      <a:ext cx="52490" cy="24010"/>
                    </a:xfrm>
                    <a:custGeom>
                      <a:avLst/>
                      <a:gdLst/>
                      <a:ahLst/>
                      <a:cxnLst/>
                      <a:rect l="l" t="t" r="r" b="b"/>
                      <a:pathLst>
                        <a:path w="2079" h="951" extrusionOk="0">
                          <a:moveTo>
                            <a:pt x="1497" y="1"/>
                          </a:moveTo>
                          <a:cubicBezTo>
                            <a:pt x="1283" y="1"/>
                            <a:pt x="1085" y="105"/>
                            <a:pt x="860" y="207"/>
                          </a:cubicBezTo>
                          <a:cubicBezTo>
                            <a:pt x="736" y="259"/>
                            <a:pt x="619" y="324"/>
                            <a:pt x="495" y="383"/>
                          </a:cubicBezTo>
                          <a:cubicBezTo>
                            <a:pt x="338" y="468"/>
                            <a:pt x="241" y="598"/>
                            <a:pt x="97" y="689"/>
                          </a:cubicBezTo>
                          <a:cubicBezTo>
                            <a:pt x="0" y="756"/>
                            <a:pt x="50" y="907"/>
                            <a:pt x="162" y="907"/>
                          </a:cubicBezTo>
                          <a:cubicBezTo>
                            <a:pt x="170" y="907"/>
                            <a:pt x="179" y="906"/>
                            <a:pt x="188" y="904"/>
                          </a:cubicBezTo>
                          <a:cubicBezTo>
                            <a:pt x="218" y="899"/>
                            <a:pt x="248" y="897"/>
                            <a:pt x="278" y="897"/>
                          </a:cubicBezTo>
                          <a:cubicBezTo>
                            <a:pt x="398" y="897"/>
                            <a:pt x="518" y="930"/>
                            <a:pt x="638" y="930"/>
                          </a:cubicBezTo>
                          <a:cubicBezTo>
                            <a:pt x="788" y="930"/>
                            <a:pt x="918" y="930"/>
                            <a:pt x="1062" y="937"/>
                          </a:cubicBezTo>
                          <a:cubicBezTo>
                            <a:pt x="1170" y="941"/>
                            <a:pt x="1273" y="950"/>
                            <a:pt x="1372" y="950"/>
                          </a:cubicBezTo>
                          <a:cubicBezTo>
                            <a:pt x="1566" y="950"/>
                            <a:pt x="1743" y="916"/>
                            <a:pt x="1903" y="748"/>
                          </a:cubicBezTo>
                          <a:cubicBezTo>
                            <a:pt x="2079" y="559"/>
                            <a:pt x="2065" y="214"/>
                            <a:pt x="1818" y="83"/>
                          </a:cubicBezTo>
                          <a:cubicBezTo>
                            <a:pt x="1704" y="24"/>
                            <a:pt x="1599" y="1"/>
                            <a:pt x="14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5" name="Google Shape;14115;p46">
                      <a:extLst>
                        <a:ext uri="{FF2B5EF4-FFF2-40B4-BE49-F238E27FC236}">
                          <a16:creationId xmlns:a16="http://schemas.microsoft.com/office/drawing/2014/main" id="{00D6E77F-C7B6-FD49-1D80-08461012C661}"/>
                        </a:ext>
                      </a:extLst>
                    </p:cNvPr>
                    <p:cNvSpPr/>
                    <p:nvPr/>
                  </p:nvSpPr>
                  <p:spPr>
                    <a:xfrm>
                      <a:off x="6959410" y="3809275"/>
                      <a:ext cx="116038" cy="64684"/>
                    </a:xfrm>
                    <a:custGeom>
                      <a:avLst/>
                      <a:gdLst/>
                      <a:ahLst/>
                      <a:cxnLst/>
                      <a:rect l="l" t="t" r="r" b="b"/>
                      <a:pathLst>
                        <a:path w="4596" h="2562" extrusionOk="0">
                          <a:moveTo>
                            <a:pt x="1858" y="0"/>
                          </a:moveTo>
                          <a:cubicBezTo>
                            <a:pt x="952" y="0"/>
                            <a:pt x="1" y="1056"/>
                            <a:pt x="816" y="1584"/>
                          </a:cubicBezTo>
                          <a:cubicBezTo>
                            <a:pt x="1630" y="2112"/>
                            <a:pt x="4596" y="2562"/>
                            <a:pt x="4596" y="2562"/>
                          </a:cubicBezTo>
                          <a:lnTo>
                            <a:pt x="4420" y="978"/>
                          </a:lnTo>
                          <a:cubicBezTo>
                            <a:pt x="3814" y="978"/>
                            <a:pt x="2764" y="0"/>
                            <a:pt x="18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6" name="Google Shape;14116;p46">
                      <a:extLst>
                        <a:ext uri="{FF2B5EF4-FFF2-40B4-BE49-F238E27FC236}">
                          <a16:creationId xmlns:a16="http://schemas.microsoft.com/office/drawing/2014/main" id="{E180DBFA-6B98-6B00-E9CF-35E056CBD55C}"/>
                        </a:ext>
                      </a:extLst>
                    </p:cNvPr>
                    <p:cNvSpPr/>
                    <p:nvPr/>
                  </p:nvSpPr>
                  <p:spPr>
                    <a:xfrm>
                      <a:off x="7066384" y="3809275"/>
                      <a:ext cx="116038" cy="64684"/>
                    </a:xfrm>
                    <a:custGeom>
                      <a:avLst/>
                      <a:gdLst/>
                      <a:ahLst/>
                      <a:cxnLst/>
                      <a:rect l="l" t="t" r="r" b="b"/>
                      <a:pathLst>
                        <a:path w="4596" h="2562" extrusionOk="0">
                          <a:moveTo>
                            <a:pt x="2744" y="0"/>
                          </a:moveTo>
                          <a:cubicBezTo>
                            <a:pt x="1838" y="0"/>
                            <a:pt x="782" y="978"/>
                            <a:pt x="183" y="978"/>
                          </a:cubicBezTo>
                          <a:lnTo>
                            <a:pt x="0" y="2562"/>
                          </a:lnTo>
                          <a:cubicBezTo>
                            <a:pt x="0" y="2562"/>
                            <a:pt x="2966" y="2112"/>
                            <a:pt x="3781" y="1584"/>
                          </a:cubicBezTo>
                          <a:cubicBezTo>
                            <a:pt x="4595" y="1056"/>
                            <a:pt x="3644" y="0"/>
                            <a:pt x="27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27" name="Google Shape;14117;p46">
                    <a:extLst>
                      <a:ext uri="{FF2B5EF4-FFF2-40B4-BE49-F238E27FC236}">
                        <a16:creationId xmlns:a16="http://schemas.microsoft.com/office/drawing/2014/main" id="{0275EF02-A7DF-D77A-788A-CC7F4E11DBFB}"/>
                      </a:ext>
                    </a:extLst>
                  </p:cNvPr>
                  <p:cNvGrpSpPr/>
                  <p:nvPr/>
                </p:nvGrpSpPr>
                <p:grpSpPr>
                  <a:xfrm>
                    <a:off x="6922902" y="3131329"/>
                    <a:ext cx="300496" cy="274642"/>
                    <a:chOff x="6922902" y="3131329"/>
                    <a:chExt cx="300496" cy="274642"/>
                  </a:xfrm>
                </p:grpSpPr>
                <p:sp>
                  <p:nvSpPr>
                    <p:cNvPr id="13628" name="Google Shape;14118;p46">
                      <a:extLst>
                        <a:ext uri="{FF2B5EF4-FFF2-40B4-BE49-F238E27FC236}">
                          <a16:creationId xmlns:a16="http://schemas.microsoft.com/office/drawing/2014/main" id="{3A99F774-FFE6-BE3E-F901-873204B540BB}"/>
                        </a:ext>
                      </a:extLst>
                    </p:cNvPr>
                    <p:cNvSpPr/>
                    <p:nvPr/>
                  </p:nvSpPr>
                  <p:spPr>
                    <a:xfrm>
                      <a:off x="6922902" y="3131329"/>
                      <a:ext cx="300496" cy="214604"/>
                    </a:xfrm>
                    <a:custGeom>
                      <a:avLst/>
                      <a:gdLst/>
                      <a:ahLst/>
                      <a:cxnLst/>
                      <a:rect l="l" t="t" r="r" b="b"/>
                      <a:pathLst>
                        <a:path w="11902" h="8500" extrusionOk="0">
                          <a:moveTo>
                            <a:pt x="3281" y="4076"/>
                          </a:moveTo>
                          <a:cubicBezTo>
                            <a:pt x="3975" y="4076"/>
                            <a:pt x="4641" y="4618"/>
                            <a:pt x="4641" y="5436"/>
                          </a:cubicBezTo>
                          <a:cubicBezTo>
                            <a:pt x="4634" y="6172"/>
                            <a:pt x="4034" y="6778"/>
                            <a:pt x="3291" y="6778"/>
                          </a:cubicBezTo>
                          <a:cubicBezTo>
                            <a:pt x="2092" y="6772"/>
                            <a:pt x="1486" y="5318"/>
                            <a:pt x="2340" y="4471"/>
                          </a:cubicBezTo>
                          <a:cubicBezTo>
                            <a:pt x="2615" y="4198"/>
                            <a:pt x="2951" y="4076"/>
                            <a:pt x="3281" y="4076"/>
                          </a:cubicBezTo>
                          <a:close/>
                          <a:moveTo>
                            <a:pt x="8548" y="4076"/>
                          </a:moveTo>
                          <a:cubicBezTo>
                            <a:pt x="9244" y="4076"/>
                            <a:pt x="9911" y="4618"/>
                            <a:pt x="9907" y="5436"/>
                          </a:cubicBezTo>
                          <a:cubicBezTo>
                            <a:pt x="9907" y="6172"/>
                            <a:pt x="9301" y="6778"/>
                            <a:pt x="8558" y="6778"/>
                          </a:cubicBezTo>
                          <a:cubicBezTo>
                            <a:pt x="7358" y="6772"/>
                            <a:pt x="6759" y="5318"/>
                            <a:pt x="7606" y="4471"/>
                          </a:cubicBezTo>
                          <a:cubicBezTo>
                            <a:pt x="7881" y="4198"/>
                            <a:pt x="8218" y="4076"/>
                            <a:pt x="8548" y="4076"/>
                          </a:cubicBezTo>
                          <a:close/>
                          <a:moveTo>
                            <a:pt x="4204" y="0"/>
                          </a:moveTo>
                          <a:cubicBezTo>
                            <a:pt x="1884" y="0"/>
                            <a:pt x="0" y="1884"/>
                            <a:pt x="0" y="4211"/>
                          </a:cubicBezTo>
                          <a:lnTo>
                            <a:pt x="0" y="4295"/>
                          </a:lnTo>
                          <a:cubicBezTo>
                            <a:pt x="0" y="6615"/>
                            <a:pt x="1884" y="8499"/>
                            <a:pt x="4210" y="8499"/>
                          </a:cubicBezTo>
                          <a:lnTo>
                            <a:pt x="7691" y="8499"/>
                          </a:lnTo>
                          <a:cubicBezTo>
                            <a:pt x="10011" y="8499"/>
                            <a:pt x="11895" y="6615"/>
                            <a:pt x="11895" y="4295"/>
                          </a:cubicBezTo>
                          <a:lnTo>
                            <a:pt x="11895" y="4211"/>
                          </a:lnTo>
                          <a:cubicBezTo>
                            <a:pt x="11901" y="1884"/>
                            <a:pt x="10018" y="0"/>
                            <a:pt x="76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9" name="Google Shape;14119;p46">
                      <a:extLst>
                        <a:ext uri="{FF2B5EF4-FFF2-40B4-BE49-F238E27FC236}">
                          <a16:creationId xmlns:a16="http://schemas.microsoft.com/office/drawing/2014/main" id="{98306278-77B4-C86E-EBF5-C2ADBC8544C7}"/>
                        </a:ext>
                      </a:extLst>
                    </p:cNvPr>
                    <p:cNvSpPr/>
                    <p:nvPr/>
                  </p:nvSpPr>
                  <p:spPr>
                    <a:xfrm>
                      <a:off x="6995792" y="3277285"/>
                      <a:ext cx="150248" cy="128687"/>
                    </a:xfrm>
                    <a:custGeom>
                      <a:avLst/>
                      <a:gdLst/>
                      <a:ahLst/>
                      <a:cxnLst/>
                      <a:rect l="l" t="t" r="r" b="b"/>
                      <a:pathLst>
                        <a:path w="5951" h="5097" extrusionOk="0">
                          <a:moveTo>
                            <a:pt x="3057" y="424"/>
                          </a:moveTo>
                          <a:cubicBezTo>
                            <a:pt x="3429" y="424"/>
                            <a:pt x="3722" y="1232"/>
                            <a:pt x="3722" y="1597"/>
                          </a:cubicBezTo>
                          <a:cubicBezTo>
                            <a:pt x="3735" y="1975"/>
                            <a:pt x="3435" y="2288"/>
                            <a:pt x="3057" y="2288"/>
                          </a:cubicBezTo>
                          <a:cubicBezTo>
                            <a:pt x="2679" y="2288"/>
                            <a:pt x="2379" y="1975"/>
                            <a:pt x="2392" y="1597"/>
                          </a:cubicBezTo>
                          <a:cubicBezTo>
                            <a:pt x="2392" y="1232"/>
                            <a:pt x="2692" y="424"/>
                            <a:pt x="3057" y="424"/>
                          </a:cubicBezTo>
                          <a:close/>
                          <a:moveTo>
                            <a:pt x="1206" y="2835"/>
                          </a:moveTo>
                          <a:cubicBezTo>
                            <a:pt x="1447" y="2835"/>
                            <a:pt x="1649" y="3109"/>
                            <a:pt x="1669" y="3455"/>
                          </a:cubicBezTo>
                          <a:lnTo>
                            <a:pt x="750" y="3455"/>
                          </a:lnTo>
                          <a:cubicBezTo>
                            <a:pt x="769" y="3109"/>
                            <a:pt x="965" y="2835"/>
                            <a:pt x="1206" y="2835"/>
                          </a:cubicBezTo>
                          <a:close/>
                          <a:moveTo>
                            <a:pt x="4882" y="2835"/>
                          </a:moveTo>
                          <a:cubicBezTo>
                            <a:pt x="5123" y="2835"/>
                            <a:pt x="5319" y="3109"/>
                            <a:pt x="5338" y="3455"/>
                          </a:cubicBezTo>
                          <a:lnTo>
                            <a:pt x="4419" y="3455"/>
                          </a:lnTo>
                          <a:cubicBezTo>
                            <a:pt x="4439" y="3109"/>
                            <a:pt x="4641" y="2835"/>
                            <a:pt x="4882" y="2835"/>
                          </a:cubicBezTo>
                          <a:close/>
                          <a:moveTo>
                            <a:pt x="2431" y="3005"/>
                          </a:moveTo>
                          <a:cubicBezTo>
                            <a:pt x="2673" y="3005"/>
                            <a:pt x="2868" y="3279"/>
                            <a:pt x="2888" y="3624"/>
                          </a:cubicBezTo>
                          <a:lnTo>
                            <a:pt x="1975" y="3624"/>
                          </a:lnTo>
                          <a:cubicBezTo>
                            <a:pt x="1995" y="3279"/>
                            <a:pt x="2190" y="3005"/>
                            <a:pt x="2431" y="3005"/>
                          </a:cubicBezTo>
                          <a:close/>
                          <a:moveTo>
                            <a:pt x="3722" y="3005"/>
                          </a:moveTo>
                          <a:cubicBezTo>
                            <a:pt x="3963" y="3005"/>
                            <a:pt x="4165" y="3279"/>
                            <a:pt x="4185" y="3624"/>
                          </a:cubicBezTo>
                          <a:lnTo>
                            <a:pt x="3266" y="3624"/>
                          </a:lnTo>
                          <a:cubicBezTo>
                            <a:pt x="3285" y="3279"/>
                            <a:pt x="3481" y="3005"/>
                            <a:pt x="3722" y="3005"/>
                          </a:cubicBezTo>
                          <a:close/>
                          <a:moveTo>
                            <a:pt x="2542" y="0"/>
                          </a:moveTo>
                          <a:cubicBezTo>
                            <a:pt x="1141" y="0"/>
                            <a:pt x="0" y="1134"/>
                            <a:pt x="0" y="2542"/>
                          </a:cubicBezTo>
                          <a:lnTo>
                            <a:pt x="0" y="2562"/>
                          </a:lnTo>
                          <a:cubicBezTo>
                            <a:pt x="0" y="3963"/>
                            <a:pt x="1141" y="5097"/>
                            <a:pt x="2542" y="5097"/>
                          </a:cubicBezTo>
                          <a:lnTo>
                            <a:pt x="3409" y="5097"/>
                          </a:lnTo>
                          <a:cubicBezTo>
                            <a:pt x="4817" y="5097"/>
                            <a:pt x="5951" y="3963"/>
                            <a:pt x="5951" y="2562"/>
                          </a:cubicBezTo>
                          <a:lnTo>
                            <a:pt x="5951" y="2542"/>
                          </a:lnTo>
                          <a:cubicBezTo>
                            <a:pt x="5951" y="1134"/>
                            <a:pt x="4817" y="0"/>
                            <a:pt x="34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0" name="Google Shape;14120;p46">
                      <a:extLst>
                        <a:ext uri="{FF2B5EF4-FFF2-40B4-BE49-F238E27FC236}">
                          <a16:creationId xmlns:a16="http://schemas.microsoft.com/office/drawing/2014/main" id="{A6724F4A-A180-4398-494D-D600CFB7C5D7}"/>
                        </a:ext>
                      </a:extLst>
                    </p:cNvPr>
                    <p:cNvSpPr/>
                    <p:nvPr/>
                  </p:nvSpPr>
                  <p:spPr>
                    <a:xfrm>
                      <a:off x="7056007" y="3287965"/>
                      <a:ext cx="34261" cy="47087"/>
                    </a:xfrm>
                    <a:custGeom>
                      <a:avLst/>
                      <a:gdLst/>
                      <a:ahLst/>
                      <a:cxnLst/>
                      <a:rect l="l" t="t" r="r" b="b"/>
                      <a:pathLst>
                        <a:path w="1357" h="1865" extrusionOk="0">
                          <a:moveTo>
                            <a:pt x="679" y="1"/>
                          </a:moveTo>
                          <a:cubicBezTo>
                            <a:pt x="307" y="1"/>
                            <a:pt x="14" y="809"/>
                            <a:pt x="14" y="1174"/>
                          </a:cubicBezTo>
                          <a:cubicBezTo>
                            <a:pt x="1" y="1552"/>
                            <a:pt x="301" y="1865"/>
                            <a:pt x="679" y="1865"/>
                          </a:cubicBezTo>
                          <a:cubicBezTo>
                            <a:pt x="1050" y="1865"/>
                            <a:pt x="1356" y="1552"/>
                            <a:pt x="1343" y="1174"/>
                          </a:cubicBezTo>
                          <a:cubicBezTo>
                            <a:pt x="1343" y="809"/>
                            <a:pt x="1044" y="1"/>
                            <a:pt x="6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0" name="Google Shape;14121;p46">
                <a:extLst>
                  <a:ext uri="{FF2B5EF4-FFF2-40B4-BE49-F238E27FC236}">
                    <a16:creationId xmlns:a16="http://schemas.microsoft.com/office/drawing/2014/main" id="{6F04AFD1-334A-E42E-052D-E76C050CDFC3}"/>
                  </a:ext>
                </a:extLst>
              </p:cNvPr>
              <p:cNvGrpSpPr/>
              <p:nvPr/>
            </p:nvGrpSpPr>
            <p:grpSpPr>
              <a:xfrm rot="581139">
                <a:off x="4173882" y="2641579"/>
                <a:ext cx="117418" cy="79335"/>
                <a:chOff x="7638250" y="1085887"/>
                <a:chExt cx="107071" cy="72351"/>
              </a:xfrm>
            </p:grpSpPr>
            <p:sp>
              <p:nvSpPr>
                <p:cNvPr id="13612" name="Google Shape;14122;p46">
                  <a:extLst>
                    <a:ext uri="{FF2B5EF4-FFF2-40B4-BE49-F238E27FC236}">
                      <a16:creationId xmlns:a16="http://schemas.microsoft.com/office/drawing/2014/main" id="{228D93C1-5FC0-A483-B728-91C9329D339B}"/>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3" name="Google Shape;14123;p46">
                  <a:extLst>
                    <a:ext uri="{FF2B5EF4-FFF2-40B4-BE49-F238E27FC236}">
                      <a16:creationId xmlns:a16="http://schemas.microsoft.com/office/drawing/2014/main" id="{98E2AE89-CE82-E464-AB94-73CCAE4C1100}"/>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4" name="Google Shape;14124;p46">
                  <a:extLst>
                    <a:ext uri="{FF2B5EF4-FFF2-40B4-BE49-F238E27FC236}">
                      <a16:creationId xmlns:a16="http://schemas.microsoft.com/office/drawing/2014/main" id="{22E3F332-2F19-36DA-41DF-3BABA3117275}"/>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5" name="Google Shape;14125;p46">
                  <a:extLst>
                    <a:ext uri="{FF2B5EF4-FFF2-40B4-BE49-F238E27FC236}">
                      <a16:creationId xmlns:a16="http://schemas.microsoft.com/office/drawing/2014/main" id="{0C552E45-E438-5139-6880-0525394B472F}"/>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6" name="Google Shape;14126;p46">
                  <a:extLst>
                    <a:ext uri="{FF2B5EF4-FFF2-40B4-BE49-F238E27FC236}">
                      <a16:creationId xmlns:a16="http://schemas.microsoft.com/office/drawing/2014/main" id="{E5D13F99-65E6-568C-813C-CE771664B47E}"/>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7" name="Google Shape;14127;p46">
                  <a:extLst>
                    <a:ext uri="{FF2B5EF4-FFF2-40B4-BE49-F238E27FC236}">
                      <a16:creationId xmlns:a16="http://schemas.microsoft.com/office/drawing/2014/main" id="{E491A419-B2F5-2119-1AF2-0F6717C60E68}"/>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8" name="Google Shape;14128;p46">
                  <a:extLst>
                    <a:ext uri="{FF2B5EF4-FFF2-40B4-BE49-F238E27FC236}">
                      <a16:creationId xmlns:a16="http://schemas.microsoft.com/office/drawing/2014/main" id="{0D42FBAC-8B8F-DDCE-F3C2-7DDA16F8F340}"/>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9" name="Google Shape;14129;p46">
                  <a:extLst>
                    <a:ext uri="{FF2B5EF4-FFF2-40B4-BE49-F238E27FC236}">
                      <a16:creationId xmlns:a16="http://schemas.microsoft.com/office/drawing/2014/main" id="{7A1270CA-5057-5993-FE38-316B95E46744}"/>
                    </a:ext>
                  </a:extLst>
                </p:cNvPr>
                <p:cNvSpPr/>
                <p:nvPr/>
              </p:nvSpPr>
              <p:spPr>
                <a:xfrm>
                  <a:off x="7713538" y="1107734"/>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0" name="Google Shape;14130;p46">
                  <a:extLst>
                    <a:ext uri="{FF2B5EF4-FFF2-40B4-BE49-F238E27FC236}">
                      <a16:creationId xmlns:a16="http://schemas.microsoft.com/office/drawing/2014/main" id="{8FBBD30B-2429-5FFC-B6D8-70C325E9237A}"/>
                    </a:ext>
                  </a:extLst>
                </p:cNvPr>
                <p:cNvSpPr/>
                <p:nvPr/>
              </p:nvSpPr>
              <p:spPr>
                <a:xfrm>
                  <a:off x="7733871" y="1085887"/>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1" name="Google Shape;14131;p46">
                  <a:extLst>
                    <a:ext uri="{FF2B5EF4-FFF2-40B4-BE49-F238E27FC236}">
                      <a16:creationId xmlns:a16="http://schemas.microsoft.com/office/drawing/2014/main" id="{69B87BB3-15DE-B2C0-8F32-AE45FCD8AC73}"/>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2" name="Google Shape;14132;p46">
                  <a:extLst>
                    <a:ext uri="{FF2B5EF4-FFF2-40B4-BE49-F238E27FC236}">
                      <a16:creationId xmlns:a16="http://schemas.microsoft.com/office/drawing/2014/main" id="{8AB65433-9CF6-1A0D-0CE9-0F39FB0DF418}"/>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4133;p46">
                <a:extLst>
                  <a:ext uri="{FF2B5EF4-FFF2-40B4-BE49-F238E27FC236}">
                    <a16:creationId xmlns:a16="http://schemas.microsoft.com/office/drawing/2014/main" id="{E5706329-882B-E3CD-B2ED-B7834EAABD1F}"/>
                  </a:ext>
                </a:extLst>
              </p:cNvPr>
              <p:cNvGrpSpPr/>
              <p:nvPr/>
            </p:nvGrpSpPr>
            <p:grpSpPr>
              <a:xfrm rot="581139">
                <a:off x="4157212" y="2724191"/>
                <a:ext cx="64043" cy="88463"/>
                <a:chOff x="7647275" y="1077563"/>
                <a:chExt cx="58400" cy="80675"/>
              </a:xfrm>
            </p:grpSpPr>
            <p:sp>
              <p:nvSpPr>
                <p:cNvPr id="13604" name="Google Shape;14134;p46">
                  <a:extLst>
                    <a:ext uri="{FF2B5EF4-FFF2-40B4-BE49-F238E27FC236}">
                      <a16:creationId xmlns:a16="http://schemas.microsoft.com/office/drawing/2014/main" id="{DBD734E8-4637-6F67-6941-DA8BCC9A95E8}"/>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5" name="Google Shape;14135;p46">
                  <a:extLst>
                    <a:ext uri="{FF2B5EF4-FFF2-40B4-BE49-F238E27FC236}">
                      <a16:creationId xmlns:a16="http://schemas.microsoft.com/office/drawing/2014/main" id="{75861AD2-5DB8-2380-1EC4-37635FFB064D}"/>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6" name="Google Shape;14136;p46">
                  <a:extLst>
                    <a:ext uri="{FF2B5EF4-FFF2-40B4-BE49-F238E27FC236}">
                      <a16:creationId xmlns:a16="http://schemas.microsoft.com/office/drawing/2014/main" id="{756613AD-C907-09BE-24EA-C9D647EDFC9A}"/>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7" name="Google Shape;14137;p46">
                  <a:extLst>
                    <a:ext uri="{FF2B5EF4-FFF2-40B4-BE49-F238E27FC236}">
                      <a16:creationId xmlns:a16="http://schemas.microsoft.com/office/drawing/2014/main" id="{546FFE6A-E49A-3FF8-C373-D5D46CB17070}"/>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8" name="Google Shape;14138;p46">
                  <a:extLst>
                    <a:ext uri="{FF2B5EF4-FFF2-40B4-BE49-F238E27FC236}">
                      <a16:creationId xmlns:a16="http://schemas.microsoft.com/office/drawing/2014/main" id="{9E391425-DAC2-EF4B-2598-DBE969C17C9F}"/>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9" name="Google Shape;14139;p46">
                  <a:extLst>
                    <a:ext uri="{FF2B5EF4-FFF2-40B4-BE49-F238E27FC236}">
                      <a16:creationId xmlns:a16="http://schemas.microsoft.com/office/drawing/2014/main" id="{FE0909C5-0EB5-8433-619F-28023D4A6EAF}"/>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0" name="Google Shape;14140;p46">
                  <a:extLst>
                    <a:ext uri="{FF2B5EF4-FFF2-40B4-BE49-F238E27FC236}">
                      <a16:creationId xmlns:a16="http://schemas.microsoft.com/office/drawing/2014/main" id="{D5C75E05-51A2-7996-F202-54C2FD75AFA6}"/>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1" name="Google Shape;14141;p46">
                  <a:extLst>
                    <a:ext uri="{FF2B5EF4-FFF2-40B4-BE49-F238E27FC236}">
                      <a16:creationId xmlns:a16="http://schemas.microsoft.com/office/drawing/2014/main" id="{0AC358FE-62A6-D1DB-6E7D-A21EAF6743B8}"/>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14142;p46">
                <a:extLst>
                  <a:ext uri="{FF2B5EF4-FFF2-40B4-BE49-F238E27FC236}">
                    <a16:creationId xmlns:a16="http://schemas.microsoft.com/office/drawing/2014/main" id="{496F6187-A929-6952-A4A8-E857C137A7B9}"/>
                  </a:ext>
                </a:extLst>
              </p:cNvPr>
              <p:cNvGrpSpPr/>
              <p:nvPr/>
            </p:nvGrpSpPr>
            <p:grpSpPr>
              <a:xfrm rot="581139">
                <a:off x="4112469" y="2815878"/>
                <a:ext cx="84495" cy="127281"/>
                <a:chOff x="7647275" y="1077563"/>
                <a:chExt cx="77050" cy="116076"/>
              </a:xfrm>
            </p:grpSpPr>
            <p:sp>
              <p:nvSpPr>
                <p:cNvPr id="13589" name="Google Shape;14143;p46">
                  <a:extLst>
                    <a:ext uri="{FF2B5EF4-FFF2-40B4-BE49-F238E27FC236}">
                      <a16:creationId xmlns:a16="http://schemas.microsoft.com/office/drawing/2014/main" id="{152F2BA3-DDF8-4A1C-D6BA-96D82A7DC34E}"/>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0" name="Google Shape;14144;p46">
                  <a:extLst>
                    <a:ext uri="{FF2B5EF4-FFF2-40B4-BE49-F238E27FC236}">
                      <a16:creationId xmlns:a16="http://schemas.microsoft.com/office/drawing/2014/main" id="{5FC0D60E-B40E-3E2D-9134-996B6A6AE0E1}"/>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1" name="Google Shape;14145;p46">
                  <a:extLst>
                    <a:ext uri="{FF2B5EF4-FFF2-40B4-BE49-F238E27FC236}">
                      <a16:creationId xmlns:a16="http://schemas.microsoft.com/office/drawing/2014/main" id="{72BBFC1E-C446-2251-083D-B7D53D7E2F35}"/>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2" name="Google Shape;14146;p46">
                  <a:extLst>
                    <a:ext uri="{FF2B5EF4-FFF2-40B4-BE49-F238E27FC236}">
                      <a16:creationId xmlns:a16="http://schemas.microsoft.com/office/drawing/2014/main" id="{E58A84E8-6113-2F28-C495-221E7230B51D}"/>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3" name="Google Shape;14147;p46">
                  <a:extLst>
                    <a:ext uri="{FF2B5EF4-FFF2-40B4-BE49-F238E27FC236}">
                      <a16:creationId xmlns:a16="http://schemas.microsoft.com/office/drawing/2014/main" id="{EEA291EB-FC50-064C-89B0-BA25FE21593B}"/>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4" name="Google Shape;14148;p46">
                  <a:extLst>
                    <a:ext uri="{FF2B5EF4-FFF2-40B4-BE49-F238E27FC236}">
                      <a16:creationId xmlns:a16="http://schemas.microsoft.com/office/drawing/2014/main" id="{D93DDFD9-B9FD-8C2E-2881-6918469160C5}"/>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5" name="Google Shape;14149;p46">
                  <a:extLst>
                    <a:ext uri="{FF2B5EF4-FFF2-40B4-BE49-F238E27FC236}">
                      <a16:creationId xmlns:a16="http://schemas.microsoft.com/office/drawing/2014/main" id="{09660B1D-5D83-098F-548D-8D8E857BE5EA}"/>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6" name="Google Shape;14150;p46">
                  <a:extLst>
                    <a:ext uri="{FF2B5EF4-FFF2-40B4-BE49-F238E27FC236}">
                      <a16:creationId xmlns:a16="http://schemas.microsoft.com/office/drawing/2014/main" id="{2058D1D2-CC04-D4EA-51BB-A2AED2BC93ED}"/>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7" name="Google Shape;14151;p46">
                  <a:extLst>
                    <a:ext uri="{FF2B5EF4-FFF2-40B4-BE49-F238E27FC236}">
                      <a16:creationId xmlns:a16="http://schemas.microsoft.com/office/drawing/2014/main" id="{A5F6B3F7-0AEC-B9E8-8ACA-7DDB2FF78931}"/>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8" name="Google Shape;14152;p46">
                  <a:extLst>
                    <a:ext uri="{FF2B5EF4-FFF2-40B4-BE49-F238E27FC236}">
                      <a16:creationId xmlns:a16="http://schemas.microsoft.com/office/drawing/2014/main" id="{6F53829C-5F4C-6B72-D3B1-9DC3E382C245}"/>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9" name="Google Shape;14153;p46">
                  <a:extLst>
                    <a:ext uri="{FF2B5EF4-FFF2-40B4-BE49-F238E27FC236}">
                      <a16:creationId xmlns:a16="http://schemas.microsoft.com/office/drawing/2014/main" id="{2EED7C59-2D8A-C21B-9911-F671E0AE71CE}"/>
                    </a:ext>
                  </a:extLst>
                </p:cNvPr>
                <p:cNvSpPr/>
                <p:nvPr/>
              </p:nvSpPr>
              <p:spPr>
                <a:xfrm>
                  <a:off x="7651141" y="1182189"/>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0" name="Google Shape;14154;p46">
                  <a:extLst>
                    <a:ext uri="{FF2B5EF4-FFF2-40B4-BE49-F238E27FC236}">
                      <a16:creationId xmlns:a16="http://schemas.microsoft.com/office/drawing/2014/main" id="{2532B3D7-2EA8-5861-1C6A-3164129DE0B5}"/>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1" name="Google Shape;14155;p46">
                  <a:extLst>
                    <a:ext uri="{FF2B5EF4-FFF2-40B4-BE49-F238E27FC236}">
                      <a16:creationId xmlns:a16="http://schemas.microsoft.com/office/drawing/2014/main" id="{96537008-97B0-6ACB-FF69-31124A5DCF48}"/>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14156;p46">
                <a:extLst>
                  <a:ext uri="{FF2B5EF4-FFF2-40B4-BE49-F238E27FC236}">
                    <a16:creationId xmlns:a16="http://schemas.microsoft.com/office/drawing/2014/main" id="{DC300BFC-6FE3-C2DD-18DE-029A3DE5297E}"/>
                  </a:ext>
                </a:extLst>
              </p:cNvPr>
              <p:cNvGrpSpPr/>
              <p:nvPr/>
            </p:nvGrpSpPr>
            <p:grpSpPr>
              <a:xfrm rot="581139">
                <a:off x="4494313" y="3050919"/>
                <a:ext cx="85154" cy="73276"/>
                <a:chOff x="7646674" y="1095013"/>
                <a:chExt cx="77651" cy="66825"/>
              </a:xfrm>
            </p:grpSpPr>
            <p:sp>
              <p:nvSpPr>
                <p:cNvPr id="13578" name="Google Shape;14157;p46">
                  <a:extLst>
                    <a:ext uri="{FF2B5EF4-FFF2-40B4-BE49-F238E27FC236}">
                      <a16:creationId xmlns:a16="http://schemas.microsoft.com/office/drawing/2014/main" id="{581F0B54-6862-1F87-1B21-A4F572616AA4}"/>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9" name="Google Shape;14158;p46">
                  <a:extLst>
                    <a:ext uri="{FF2B5EF4-FFF2-40B4-BE49-F238E27FC236}">
                      <a16:creationId xmlns:a16="http://schemas.microsoft.com/office/drawing/2014/main" id="{EEB41A0C-DB9F-43CF-B8ED-6BEBF6956E7F}"/>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0" name="Google Shape;14159;p46">
                  <a:extLst>
                    <a:ext uri="{FF2B5EF4-FFF2-40B4-BE49-F238E27FC236}">
                      <a16:creationId xmlns:a16="http://schemas.microsoft.com/office/drawing/2014/main" id="{F3035343-74F8-D44F-3BA6-AEAB34E89FEF}"/>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1" name="Google Shape;14160;p46">
                  <a:extLst>
                    <a:ext uri="{FF2B5EF4-FFF2-40B4-BE49-F238E27FC236}">
                      <a16:creationId xmlns:a16="http://schemas.microsoft.com/office/drawing/2014/main" id="{738947BD-4125-40FB-A79D-9BD284132C8B}"/>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2" name="Google Shape;14161;p46">
                  <a:extLst>
                    <a:ext uri="{FF2B5EF4-FFF2-40B4-BE49-F238E27FC236}">
                      <a16:creationId xmlns:a16="http://schemas.microsoft.com/office/drawing/2014/main" id="{85DDB2B8-2EB3-44A5-1C78-5AC8D5AC6D8D}"/>
                    </a:ext>
                  </a:extLst>
                </p:cNvPr>
                <p:cNvSpPr/>
                <p:nvPr/>
              </p:nvSpPr>
              <p:spPr>
                <a:xfrm>
                  <a:off x="7653593" y="1132200"/>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3" name="Google Shape;14162;p46">
                  <a:extLst>
                    <a:ext uri="{FF2B5EF4-FFF2-40B4-BE49-F238E27FC236}">
                      <a16:creationId xmlns:a16="http://schemas.microsoft.com/office/drawing/2014/main" id="{57A2F430-245A-1ACC-DDF1-D5532D2AA3C4}"/>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4" name="Google Shape;14163;p46">
                  <a:extLst>
                    <a:ext uri="{FF2B5EF4-FFF2-40B4-BE49-F238E27FC236}">
                      <a16:creationId xmlns:a16="http://schemas.microsoft.com/office/drawing/2014/main" id="{DA4DDC4B-61D5-D78C-E51E-8B9F3088FBF8}"/>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5" name="Google Shape;14164;p46">
                  <a:extLst>
                    <a:ext uri="{FF2B5EF4-FFF2-40B4-BE49-F238E27FC236}">
                      <a16:creationId xmlns:a16="http://schemas.microsoft.com/office/drawing/2014/main" id="{A99D53C8-CECF-701F-CBD2-5FECA33B2229}"/>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6" name="Google Shape;14165;p46">
                  <a:extLst>
                    <a:ext uri="{FF2B5EF4-FFF2-40B4-BE49-F238E27FC236}">
                      <a16:creationId xmlns:a16="http://schemas.microsoft.com/office/drawing/2014/main" id="{14C0726A-FA0E-1835-7BA4-76410BE2196B}"/>
                    </a:ext>
                  </a:extLst>
                </p:cNvPr>
                <p:cNvSpPr/>
                <p:nvPr/>
              </p:nvSpPr>
              <p:spPr>
                <a:xfrm>
                  <a:off x="7646674" y="1112454"/>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7" name="Google Shape;14166;p46">
                  <a:extLst>
                    <a:ext uri="{FF2B5EF4-FFF2-40B4-BE49-F238E27FC236}">
                      <a16:creationId xmlns:a16="http://schemas.microsoft.com/office/drawing/2014/main" id="{BF22E865-D3F6-776A-B8E7-23117AB51203}"/>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8" name="Google Shape;14167;p46">
                  <a:extLst>
                    <a:ext uri="{FF2B5EF4-FFF2-40B4-BE49-F238E27FC236}">
                      <a16:creationId xmlns:a16="http://schemas.microsoft.com/office/drawing/2014/main" id="{B46CD013-12B2-D99B-FF39-AF63E6F9CFCB}"/>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14168;p46">
                <a:extLst>
                  <a:ext uri="{FF2B5EF4-FFF2-40B4-BE49-F238E27FC236}">
                    <a16:creationId xmlns:a16="http://schemas.microsoft.com/office/drawing/2014/main" id="{94974A72-AC2A-2D84-FCDC-03F1CD2C585A}"/>
                  </a:ext>
                </a:extLst>
              </p:cNvPr>
              <p:cNvGrpSpPr/>
              <p:nvPr/>
            </p:nvGrpSpPr>
            <p:grpSpPr>
              <a:xfrm rot="581139">
                <a:off x="4557307" y="3047659"/>
                <a:ext cx="84312" cy="73276"/>
                <a:chOff x="7638250" y="1077563"/>
                <a:chExt cx="76883" cy="66825"/>
              </a:xfrm>
            </p:grpSpPr>
            <p:sp>
              <p:nvSpPr>
                <p:cNvPr id="13571" name="Google Shape;14169;p46">
                  <a:extLst>
                    <a:ext uri="{FF2B5EF4-FFF2-40B4-BE49-F238E27FC236}">
                      <a16:creationId xmlns:a16="http://schemas.microsoft.com/office/drawing/2014/main" id="{F084D7C2-5015-EF62-246A-09E98C342E3D}"/>
                    </a:ext>
                  </a:extLst>
                </p:cNvPr>
                <p:cNvSpPr/>
                <p:nvPr/>
              </p:nvSpPr>
              <p:spPr>
                <a:xfrm>
                  <a:off x="7704258" y="1091869"/>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2" name="Google Shape;14170;p46">
                  <a:extLst>
                    <a:ext uri="{FF2B5EF4-FFF2-40B4-BE49-F238E27FC236}">
                      <a16:creationId xmlns:a16="http://schemas.microsoft.com/office/drawing/2014/main" id="{19B59B70-8FF4-88D4-5CB1-3DBC487C9EB8}"/>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3" name="Google Shape;14171;p46">
                  <a:extLst>
                    <a:ext uri="{FF2B5EF4-FFF2-40B4-BE49-F238E27FC236}">
                      <a16:creationId xmlns:a16="http://schemas.microsoft.com/office/drawing/2014/main" id="{D09FA0F4-5CEA-33D7-7D69-2160DA545559}"/>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4" name="Google Shape;14172;p46">
                  <a:extLst>
                    <a:ext uri="{FF2B5EF4-FFF2-40B4-BE49-F238E27FC236}">
                      <a16:creationId xmlns:a16="http://schemas.microsoft.com/office/drawing/2014/main" id="{DCE8E793-F74B-38C8-BED8-477BAF7B509C}"/>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5" name="Google Shape;14173;p46">
                  <a:extLst>
                    <a:ext uri="{FF2B5EF4-FFF2-40B4-BE49-F238E27FC236}">
                      <a16:creationId xmlns:a16="http://schemas.microsoft.com/office/drawing/2014/main" id="{D886F828-F9E3-3AB5-76AA-92723E11EEC5}"/>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6" name="Google Shape;14174;p46">
                  <a:extLst>
                    <a:ext uri="{FF2B5EF4-FFF2-40B4-BE49-F238E27FC236}">
                      <a16:creationId xmlns:a16="http://schemas.microsoft.com/office/drawing/2014/main" id="{34D6E698-A6EB-4E7C-00AB-49146E31D374}"/>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7" name="Google Shape;14175;p46">
                  <a:extLst>
                    <a:ext uri="{FF2B5EF4-FFF2-40B4-BE49-F238E27FC236}">
                      <a16:creationId xmlns:a16="http://schemas.microsoft.com/office/drawing/2014/main" id="{461D3929-7BC6-09C6-DB47-E9C495EC6136}"/>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14176;p46">
                <a:extLst>
                  <a:ext uri="{FF2B5EF4-FFF2-40B4-BE49-F238E27FC236}">
                    <a16:creationId xmlns:a16="http://schemas.microsoft.com/office/drawing/2014/main" id="{E9A7C70E-4809-3498-5C52-EEF2D617F370}"/>
                  </a:ext>
                </a:extLst>
              </p:cNvPr>
              <p:cNvGrpSpPr/>
              <p:nvPr/>
            </p:nvGrpSpPr>
            <p:grpSpPr>
              <a:xfrm rot="581139">
                <a:off x="4957615" y="3022054"/>
                <a:ext cx="93077" cy="92410"/>
                <a:chOff x="7639450" y="1077563"/>
                <a:chExt cx="84875" cy="84275"/>
              </a:xfrm>
            </p:grpSpPr>
            <p:sp>
              <p:nvSpPr>
                <p:cNvPr id="53" name="Google Shape;14177;p46">
                  <a:extLst>
                    <a:ext uri="{FF2B5EF4-FFF2-40B4-BE49-F238E27FC236}">
                      <a16:creationId xmlns:a16="http://schemas.microsoft.com/office/drawing/2014/main" id="{01D52783-D16A-0251-F45E-7047898ABA39}"/>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4178;p46">
                  <a:extLst>
                    <a:ext uri="{FF2B5EF4-FFF2-40B4-BE49-F238E27FC236}">
                      <a16:creationId xmlns:a16="http://schemas.microsoft.com/office/drawing/2014/main" id="{E68C3E86-8A87-61F5-353D-03772FA34F4B}"/>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4179;p46">
                  <a:extLst>
                    <a:ext uri="{FF2B5EF4-FFF2-40B4-BE49-F238E27FC236}">
                      <a16:creationId xmlns:a16="http://schemas.microsoft.com/office/drawing/2014/main" id="{8D202543-87AD-190A-CEEF-80CFC20BF87C}"/>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4180;p46">
                  <a:extLst>
                    <a:ext uri="{FF2B5EF4-FFF2-40B4-BE49-F238E27FC236}">
                      <a16:creationId xmlns:a16="http://schemas.microsoft.com/office/drawing/2014/main" id="{4A3F4872-5FB2-8BA5-7EA6-9A3676405068}"/>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4181;p46">
                  <a:extLst>
                    <a:ext uri="{FF2B5EF4-FFF2-40B4-BE49-F238E27FC236}">
                      <a16:creationId xmlns:a16="http://schemas.microsoft.com/office/drawing/2014/main" id="{941EF85B-BDDB-9F95-B19D-D5631B89B968}"/>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4182;p46">
                  <a:extLst>
                    <a:ext uri="{FF2B5EF4-FFF2-40B4-BE49-F238E27FC236}">
                      <a16:creationId xmlns:a16="http://schemas.microsoft.com/office/drawing/2014/main" id="{4DA9A4C7-46BC-3044-7D49-6E00BA716B02}"/>
                    </a:ext>
                  </a:extLst>
                </p:cNvPr>
                <p:cNvSpPr/>
                <p:nvPr/>
              </p:nvSpPr>
              <p:spPr>
                <a:xfrm>
                  <a:off x="7642051" y="1093212"/>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4183;p46">
                  <a:extLst>
                    <a:ext uri="{FF2B5EF4-FFF2-40B4-BE49-F238E27FC236}">
                      <a16:creationId xmlns:a16="http://schemas.microsoft.com/office/drawing/2014/main" id="{6FA7C2B2-FD39-E54B-7CEE-EA338D4173DB}"/>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4184;p46">
                  <a:extLst>
                    <a:ext uri="{FF2B5EF4-FFF2-40B4-BE49-F238E27FC236}">
                      <a16:creationId xmlns:a16="http://schemas.microsoft.com/office/drawing/2014/main" id="{AF5C259B-473F-5F3E-5FC8-606EA9C5276A}"/>
                    </a:ext>
                  </a:extLst>
                </p:cNvPr>
                <p:cNvSpPr/>
                <p:nvPr/>
              </p:nvSpPr>
              <p:spPr>
                <a:xfrm>
                  <a:off x="7645690" y="1135674"/>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4185;p46">
                  <a:extLst>
                    <a:ext uri="{FF2B5EF4-FFF2-40B4-BE49-F238E27FC236}">
                      <a16:creationId xmlns:a16="http://schemas.microsoft.com/office/drawing/2014/main" id="{C26658BE-6496-7942-2290-5ABB9210A4C8}"/>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4186;p46">
                  <a:extLst>
                    <a:ext uri="{FF2B5EF4-FFF2-40B4-BE49-F238E27FC236}">
                      <a16:creationId xmlns:a16="http://schemas.microsoft.com/office/drawing/2014/main" id="{2645586F-6A7B-7F17-604A-28315102D0DF}"/>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4187;p46">
                  <a:extLst>
                    <a:ext uri="{FF2B5EF4-FFF2-40B4-BE49-F238E27FC236}">
                      <a16:creationId xmlns:a16="http://schemas.microsoft.com/office/drawing/2014/main" id="{FEE553FD-4091-DEA5-1013-9A9B5B86A13B}"/>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8" name="Google Shape;14188;p46">
                  <a:extLst>
                    <a:ext uri="{FF2B5EF4-FFF2-40B4-BE49-F238E27FC236}">
                      <a16:creationId xmlns:a16="http://schemas.microsoft.com/office/drawing/2014/main" id="{5F1A4C20-36D3-9907-3391-2DEC96236118}"/>
                    </a:ext>
                  </a:extLst>
                </p:cNvPr>
                <p:cNvSpPr/>
                <p:nvPr/>
              </p:nvSpPr>
              <p:spPr>
                <a:xfrm>
                  <a:off x="7639450" y="1113688"/>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9" name="Google Shape;14189;p46">
                  <a:extLst>
                    <a:ext uri="{FF2B5EF4-FFF2-40B4-BE49-F238E27FC236}">
                      <a16:creationId xmlns:a16="http://schemas.microsoft.com/office/drawing/2014/main" id="{C54EB7A3-7084-8A9F-42D6-750B972E44EE}"/>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0" name="Google Shape;14190;p46">
                  <a:extLst>
                    <a:ext uri="{FF2B5EF4-FFF2-40B4-BE49-F238E27FC236}">
                      <a16:creationId xmlns:a16="http://schemas.microsoft.com/office/drawing/2014/main" id="{880B56AD-E5B4-E4CF-4A46-AF86EE441051}"/>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14191;p46">
                <a:extLst>
                  <a:ext uri="{FF2B5EF4-FFF2-40B4-BE49-F238E27FC236}">
                    <a16:creationId xmlns:a16="http://schemas.microsoft.com/office/drawing/2014/main" id="{F10C17B6-8E90-F9B2-E17E-DC4FFD515B58}"/>
                  </a:ext>
                </a:extLst>
              </p:cNvPr>
              <p:cNvGrpSpPr/>
              <p:nvPr/>
            </p:nvGrpSpPr>
            <p:grpSpPr>
              <a:xfrm rot="581139">
                <a:off x="5013444" y="3119267"/>
                <a:ext cx="87785" cy="125230"/>
                <a:chOff x="7638250" y="1070613"/>
                <a:chExt cx="80050" cy="114205"/>
              </a:xfrm>
            </p:grpSpPr>
            <p:sp>
              <p:nvSpPr>
                <p:cNvPr id="42" name="Google Shape;14192;p46">
                  <a:extLst>
                    <a:ext uri="{FF2B5EF4-FFF2-40B4-BE49-F238E27FC236}">
                      <a16:creationId xmlns:a16="http://schemas.microsoft.com/office/drawing/2014/main" id="{B1C2F4AE-7EB9-D199-2729-3C714B478F26}"/>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193;p46">
                  <a:extLst>
                    <a:ext uri="{FF2B5EF4-FFF2-40B4-BE49-F238E27FC236}">
                      <a16:creationId xmlns:a16="http://schemas.microsoft.com/office/drawing/2014/main" id="{7EB649D6-08B1-66E2-4BDA-0CFA3991163E}"/>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194;p46">
                  <a:extLst>
                    <a:ext uri="{FF2B5EF4-FFF2-40B4-BE49-F238E27FC236}">
                      <a16:creationId xmlns:a16="http://schemas.microsoft.com/office/drawing/2014/main" id="{67932426-1D49-0349-9882-3A059786718B}"/>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195;p46">
                  <a:extLst>
                    <a:ext uri="{FF2B5EF4-FFF2-40B4-BE49-F238E27FC236}">
                      <a16:creationId xmlns:a16="http://schemas.microsoft.com/office/drawing/2014/main" id="{70B3F52E-1AF3-63F4-E4A2-9E0C87241A0C}"/>
                    </a:ext>
                  </a:extLst>
                </p:cNvPr>
                <p:cNvSpPr/>
                <p:nvPr/>
              </p:nvSpPr>
              <p:spPr>
                <a:xfrm>
                  <a:off x="7665862" y="107061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4196;p46">
                  <a:extLst>
                    <a:ext uri="{FF2B5EF4-FFF2-40B4-BE49-F238E27FC236}">
                      <a16:creationId xmlns:a16="http://schemas.microsoft.com/office/drawing/2014/main" id="{6E58EE9E-A8D1-2F10-8A8A-0663771B64C9}"/>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197;p46">
                  <a:extLst>
                    <a:ext uri="{FF2B5EF4-FFF2-40B4-BE49-F238E27FC236}">
                      <a16:creationId xmlns:a16="http://schemas.microsoft.com/office/drawing/2014/main" id="{3554A8EA-BA22-8C02-BC81-676BA86B6D1E}"/>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198;p46">
                  <a:extLst>
                    <a:ext uri="{FF2B5EF4-FFF2-40B4-BE49-F238E27FC236}">
                      <a16:creationId xmlns:a16="http://schemas.microsoft.com/office/drawing/2014/main" id="{44621455-69A6-0257-E209-1307F03335E8}"/>
                    </a:ext>
                  </a:extLst>
                </p:cNvPr>
                <p:cNvSpPr/>
                <p:nvPr/>
              </p:nvSpPr>
              <p:spPr>
                <a:xfrm>
                  <a:off x="7685146" y="117394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4199;p46">
                  <a:extLst>
                    <a:ext uri="{FF2B5EF4-FFF2-40B4-BE49-F238E27FC236}">
                      <a16:creationId xmlns:a16="http://schemas.microsoft.com/office/drawing/2014/main" id="{C9FBB459-0B9F-D1B3-FF37-82CDB614947E}"/>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4200;p46">
                  <a:extLst>
                    <a:ext uri="{FF2B5EF4-FFF2-40B4-BE49-F238E27FC236}">
                      <a16:creationId xmlns:a16="http://schemas.microsoft.com/office/drawing/2014/main" id="{FE933ED6-2D75-6AE3-C364-BFE0C2ED3FB4}"/>
                    </a:ext>
                  </a:extLst>
                </p:cNvPr>
                <p:cNvSpPr/>
                <p:nvPr/>
              </p:nvSpPr>
              <p:spPr>
                <a:xfrm>
                  <a:off x="7651834" y="1111574"/>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4201;p46">
                  <a:extLst>
                    <a:ext uri="{FF2B5EF4-FFF2-40B4-BE49-F238E27FC236}">
                      <a16:creationId xmlns:a16="http://schemas.microsoft.com/office/drawing/2014/main" id="{411B3FD3-F05B-10A9-D612-1907B6713421}"/>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4202;p46">
                  <a:extLst>
                    <a:ext uri="{FF2B5EF4-FFF2-40B4-BE49-F238E27FC236}">
                      <a16:creationId xmlns:a16="http://schemas.microsoft.com/office/drawing/2014/main" id="{FD70EB8C-BE9E-EF73-757A-B450506C30C7}"/>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14203;p46">
                <a:extLst>
                  <a:ext uri="{FF2B5EF4-FFF2-40B4-BE49-F238E27FC236}">
                    <a16:creationId xmlns:a16="http://schemas.microsoft.com/office/drawing/2014/main" id="{34E44F9F-2623-BE2E-3AD7-ADA818B776C3}"/>
                  </a:ext>
                </a:extLst>
              </p:cNvPr>
              <p:cNvGrpSpPr/>
              <p:nvPr/>
            </p:nvGrpSpPr>
            <p:grpSpPr>
              <a:xfrm rot="581139">
                <a:off x="5051798" y="3244638"/>
                <a:ext cx="94393" cy="94758"/>
                <a:chOff x="7638250" y="1075421"/>
                <a:chExt cx="86075" cy="86416"/>
              </a:xfrm>
            </p:grpSpPr>
            <p:sp>
              <p:nvSpPr>
                <p:cNvPr id="28" name="Google Shape;14204;p46">
                  <a:extLst>
                    <a:ext uri="{FF2B5EF4-FFF2-40B4-BE49-F238E27FC236}">
                      <a16:creationId xmlns:a16="http://schemas.microsoft.com/office/drawing/2014/main" id="{7F905A51-2E2A-A45E-95F9-45B5587C20C8}"/>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4205;p46">
                  <a:extLst>
                    <a:ext uri="{FF2B5EF4-FFF2-40B4-BE49-F238E27FC236}">
                      <a16:creationId xmlns:a16="http://schemas.microsoft.com/office/drawing/2014/main" id="{F5100282-065E-8120-A1E3-3290A3495409}"/>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4206;p46">
                  <a:extLst>
                    <a:ext uri="{FF2B5EF4-FFF2-40B4-BE49-F238E27FC236}">
                      <a16:creationId xmlns:a16="http://schemas.microsoft.com/office/drawing/2014/main" id="{6B67DA2C-64E4-6B7B-D115-BDD668AF428D}"/>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4207;p46">
                  <a:extLst>
                    <a:ext uri="{FF2B5EF4-FFF2-40B4-BE49-F238E27FC236}">
                      <a16:creationId xmlns:a16="http://schemas.microsoft.com/office/drawing/2014/main" id="{E2E7459F-B247-F7D5-B35F-1A4E25856A41}"/>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4208;p46">
                  <a:extLst>
                    <a:ext uri="{FF2B5EF4-FFF2-40B4-BE49-F238E27FC236}">
                      <a16:creationId xmlns:a16="http://schemas.microsoft.com/office/drawing/2014/main" id="{8BF48A0E-850B-11BF-5272-0BD4F4735D83}"/>
                    </a:ext>
                  </a:extLst>
                </p:cNvPr>
                <p:cNvSpPr/>
                <p:nvPr/>
              </p:nvSpPr>
              <p:spPr>
                <a:xfrm>
                  <a:off x="7668807" y="1075421"/>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4209;p46">
                  <a:extLst>
                    <a:ext uri="{FF2B5EF4-FFF2-40B4-BE49-F238E27FC236}">
                      <a16:creationId xmlns:a16="http://schemas.microsoft.com/office/drawing/2014/main" id="{38C8A9F4-F2DA-99FC-501A-2EB4592CF0C7}"/>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4210;p46">
                  <a:extLst>
                    <a:ext uri="{FF2B5EF4-FFF2-40B4-BE49-F238E27FC236}">
                      <a16:creationId xmlns:a16="http://schemas.microsoft.com/office/drawing/2014/main" id="{5AC8D7BE-A966-ECD4-3BE4-5A89F7392F62}"/>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4211;p46">
                  <a:extLst>
                    <a:ext uri="{FF2B5EF4-FFF2-40B4-BE49-F238E27FC236}">
                      <a16:creationId xmlns:a16="http://schemas.microsoft.com/office/drawing/2014/main" id="{D6B1F130-214D-43F9-F315-7F4862EBEEE2}"/>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4212;p46">
                  <a:extLst>
                    <a:ext uri="{FF2B5EF4-FFF2-40B4-BE49-F238E27FC236}">
                      <a16:creationId xmlns:a16="http://schemas.microsoft.com/office/drawing/2014/main" id="{8A68AF95-4B16-40B7-C6B9-6C9AFF0077BC}"/>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4213;p46">
                  <a:extLst>
                    <a:ext uri="{FF2B5EF4-FFF2-40B4-BE49-F238E27FC236}">
                      <a16:creationId xmlns:a16="http://schemas.microsoft.com/office/drawing/2014/main" id="{BBE780F3-6CA1-3D28-2FD4-F13A5B5FCD9B}"/>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4214;p46">
                  <a:extLst>
                    <a:ext uri="{FF2B5EF4-FFF2-40B4-BE49-F238E27FC236}">
                      <a16:creationId xmlns:a16="http://schemas.microsoft.com/office/drawing/2014/main" id="{BF0ADFCA-6097-5F4F-2327-AABE4346A93C}"/>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4215;p46">
                  <a:extLst>
                    <a:ext uri="{FF2B5EF4-FFF2-40B4-BE49-F238E27FC236}">
                      <a16:creationId xmlns:a16="http://schemas.microsoft.com/office/drawing/2014/main" id="{7342F0E8-E54E-DED1-769B-4489298412D0}"/>
                    </a:ext>
                  </a:extLst>
                </p:cNvPr>
                <p:cNvSpPr/>
                <p:nvPr/>
              </p:nvSpPr>
              <p:spPr>
                <a:xfrm>
                  <a:off x="7643779" y="1120384"/>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4216;p46">
                  <a:extLst>
                    <a:ext uri="{FF2B5EF4-FFF2-40B4-BE49-F238E27FC236}">
                      <a16:creationId xmlns:a16="http://schemas.microsoft.com/office/drawing/2014/main" id="{6941F569-2F27-C089-B667-436E7FCE8EF8}"/>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217;p46">
                  <a:extLst>
                    <a:ext uri="{FF2B5EF4-FFF2-40B4-BE49-F238E27FC236}">
                      <a16:creationId xmlns:a16="http://schemas.microsoft.com/office/drawing/2014/main" id="{25C7C8ED-8F8F-E016-6F28-B5D854CC98A5}"/>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 name="Google Shape;14218;p46">
              <a:extLst>
                <a:ext uri="{FF2B5EF4-FFF2-40B4-BE49-F238E27FC236}">
                  <a16:creationId xmlns:a16="http://schemas.microsoft.com/office/drawing/2014/main" id="{4456F9E2-5BED-C6F9-8D13-00F3F7074AF0}"/>
                </a:ext>
              </a:extLst>
            </p:cNvPr>
            <p:cNvGrpSpPr/>
            <p:nvPr/>
          </p:nvGrpSpPr>
          <p:grpSpPr>
            <a:xfrm rot="581139">
              <a:off x="4688801" y="3935819"/>
              <a:ext cx="94393" cy="92410"/>
              <a:chOff x="7638250" y="1077563"/>
              <a:chExt cx="86075" cy="84275"/>
            </a:xfrm>
          </p:grpSpPr>
          <p:sp>
            <p:nvSpPr>
              <p:cNvPr id="5" name="Google Shape;14219;p46">
                <a:extLst>
                  <a:ext uri="{FF2B5EF4-FFF2-40B4-BE49-F238E27FC236}">
                    <a16:creationId xmlns:a16="http://schemas.microsoft.com/office/drawing/2014/main" id="{3FDA32E9-995D-788E-B9F6-B2235F756F0E}"/>
                  </a:ext>
                </a:extLst>
              </p:cNvPr>
              <p:cNvSpPr/>
              <p:nvPr/>
            </p:nvSpPr>
            <p:spPr>
              <a:xfrm>
                <a:off x="7710450" y="1090813"/>
                <a:ext cx="10875" cy="10850"/>
              </a:xfrm>
              <a:custGeom>
                <a:avLst/>
                <a:gdLst/>
                <a:ahLst/>
                <a:cxnLst/>
                <a:rect l="l" t="t" r="r" b="b"/>
                <a:pathLst>
                  <a:path w="435" h="434" extrusionOk="0">
                    <a:moveTo>
                      <a:pt x="145" y="0"/>
                    </a:moveTo>
                    <a:lnTo>
                      <a:pt x="73" y="48"/>
                    </a:lnTo>
                    <a:lnTo>
                      <a:pt x="1" y="121"/>
                    </a:lnTo>
                    <a:lnTo>
                      <a:pt x="1" y="217"/>
                    </a:lnTo>
                    <a:lnTo>
                      <a:pt x="1" y="289"/>
                    </a:lnTo>
                    <a:lnTo>
                      <a:pt x="49" y="361"/>
                    </a:lnTo>
                    <a:lnTo>
                      <a:pt x="121" y="434"/>
                    </a:lnTo>
                    <a:lnTo>
                      <a:pt x="290" y="434"/>
                    </a:lnTo>
                    <a:lnTo>
                      <a:pt x="362"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4220;p46">
                <a:extLst>
                  <a:ext uri="{FF2B5EF4-FFF2-40B4-BE49-F238E27FC236}">
                    <a16:creationId xmlns:a16="http://schemas.microsoft.com/office/drawing/2014/main" id="{461DD70B-1EE6-8327-4084-9FB4B0277418}"/>
                  </a:ext>
                </a:extLst>
              </p:cNvPr>
              <p:cNvSpPr/>
              <p:nvPr/>
            </p:nvSpPr>
            <p:spPr>
              <a:xfrm>
                <a:off x="7688200" y="1099238"/>
                <a:ext cx="11450" cy="11450"/>
              </a:xfrm>
              <a:custGeom>
                <a:avLst/>
                <a:gdLst/>
                <a:ahLst/>
                <a:cxnLst/>
                <a:rect l="l" t="t" r="r" b="b"/>
                <a:pathLst>
                  <a:path w="458" h="458" extrusionOk="0">
                    <a:moveTo>
                      <a:pt x="217" y="0"/>
                    </a:moveTo>
                    <a:lnTo>
                      <a:pt x="145" y="24"/>
                    </a:lnTo>
                    <a:lnTo>
                      <a:pt x="72" y="73"/>
                    </a:lnTo>
                    <a:lnTo>
                      <a:pt x="24" y="145"/>
                    </a:lnTo>
                    <a:lnTo>
                      <a:pt x="0" y="217"/>
                    </a:lnTo>
                    <a:lnTo>
                      <a:pt x="24" y="313"/>
                    </a:lnTo>
                    <a:lnTo>
                      <a:pt x="48" y="385"/>
                    </a:lnTo>
                    <a:lnTo>
                      <a:pt x="145" y="434"/>
                    </a:lnTo>
                    <a:lnTo>
                      <a:pt x="217" y="458"/>
                    </a:lnTo>
                    <a:lnTo>
                      <a:pt x="313" y="434"/>
                    </a:lnTo>
                    <a:lnTo>
                      <a:pt x="385" y="385"/>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4221;p46">
                <a:extLst>
                  <a:ext uri="{FF2B5EF4-FFF2-40B4-BE49-F238E27FC236}">
                    <a16:creationId xmlns:a16="http://schemas.microsoft.com/office/drawing/2014/main" id="{9853F265-C5FA-C348-ABCF-B4BD19371A29}"/>
                  </a:ext>
                </a:extLst>
              </p:cNvPr>
              <p:cNvSpPr/>
              <p:nvPr/>
            </p:nvSpPr>
            <p:spPr>
              <a:xfrm>
                <a:off x="7664125" y="1095013"/>
                <a:ext cx="11450" cy="11475"/>
              </a:xfrm>
              <a:custGeom>
                <a:avLst/>
                <a:gdLst/>
                <a:ahLst/>
                <a:cxnLst/>
                <a:rect l="l" t="t" r="r" b="b"/>
                <a:pathLst>
                  <a:path w="458" h="459" extrusionOk="0">
                    <a:moveTo>
                      <a:pt x="217" y="1"/>
                    </a:moveTo>
                    <a:lnTo>
                      <a:pt x="145" y="25"/>
                    </a:lnTo>
                    <a:lnTo>
                      <a:pt x="73" y="73"/>
                    </a:lnTo>
                    <a:lnTo>
                      <a:pt x="24" y="145"/>
                    </a:lnTo>
                    <a:lnTo>
                      <a:pt x="0" y="217"/>
                    </a:lnTo>
                    <a:lnTo>
                      <a:pt x="24" y="314"/>
                    </a:lnTo>
                    <a:lnTo>
                      <a:pt x="73" y="386"/>
                    </a:lnTo>
                    <a:lnTo>
                      <a:pt x="145" y="434"/>
                    </a:lnTo>
                    <a:lnTo>
                      <a:pt x="217" y="458"/>
                    </a:lnTo>
                    <a:lnTo>
                      <a:pt x="313" y="434"/>
                    </a:lnTo>
                    <a:lnTo>
                      <a:pt x="385" y="386"/>
                    </a:lnTo>
                    <a:lnTo>
                      <a:pt x="434" y="314"/>
                    </a:lnTo>
                    <a:lnTo>
                      <a:pt x="458" y="217"/>
                    </a:lnTo>
                    <a:lnTo>
                      <a:pt x="434"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222;p46">
                <a:extLst>
                  <a:ext uri="{FF2B5EF4-FFF2-40B4-BE49-F238E27FC236}">
                    <a16:creationId xmlns:a16="http://schemas.microsoft.com/office/drawing/2014/main" id="{27E61CEE-FE0D-22F6-57A0-F515172BCDAC}"/>
                  </a:ext>
                </a:extLst>
              </p:cNvPr>
              <p:cNvSpPr/>
              <p:nvPr/>
            </p:nvSpPr>
            <p:spPr>
              <a:xfrm>
                <a:off x="7671350" y="1110063"/>
                <a:ext cx="10850" cy="11450"/>
              </a:xfrm>
              <a:custGeom>
                <a:avLst/>
                <a:gdLst/>
                <a:ahLst/>
                <a:cxnLst/>
                <a:rect l="l" t="t" r="r" b="b"/>
                <a:pathLst>
                  <a:path w="434" h="458" extrusionOk="0">
                    <a:moveTo>
                      <a:pt x="217" y="1"/>
                    </a:moveTo>
                    <a:lnTo>
                      <a:pt x="145" y="25"/>
                    </a:lnTo>
                    <a:lnTo>
                      <a:pt x="72" y="73"/>
                    </a:lnTo>
                    <a:lnTo>
                      <a:pt x="0" y="145"/>
                    </a:lnTo>
                    <a:lnTo>
                      <a:pt x="0" y="241"/>
                    </a:lnTo>
                    <a:lnTo>
                      <a:pt x="0" y="314"/>
                    </a:lnTo>
                    <a:lnTo>
                      <a:pt x="48" y="386"/>
                    </a:lnTo>
                    <a:lnTo>
                      <a:pt x="121" y="434"/>
                    </a:lnTo>
                    <a:lnTo>
                      <a:pt x="217" y="458"/>
                    </a:lnTo>
                    <a:lnTo>
                      <a:pt x="289" y="434"/>
                    </a:lnTo>
                    <a:lnTo>
                      <a:pt x="361" y="386"/>
                    </a:lnTo>
                    <a:lnTo>
                      <a:pt x="433" y="314"/>
                    </a:lnTo>
                    <a:lnTo>
                      <a:pt x="433" y="241"/>
                    </a:lnTo>
                    <a:lnTo>
                      <a:pt x="433" y="145"/>
                    </a:lnTo>
                    <a:lnTo>
                      <a:pt x="385" y="73"/>
                    </a:lnTo>
                    <a:lnTo>
                      <a:pt x="313" y="25"/>
                    </a:lnTo>
                    <a:lnTo>
                      <a:pt x="21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223;p46">
                <a:extLst>
                  <a:ext uri="{FF2B5EF4-FFF2-40B4-BE49-F238E27FC236}">
                    <a16:creationId xmlns:a16="http://schemas.microsoft.com/office/drawing/2014/main" id="{17430108-E955-8DAF-4CEB-DEC12FC64F2F}"/>
                  </a:ext>
                </a:extLst>
              </p:cNvPr>
              <p:cNvSpPr/>
              <p:nvPr/>
            </p:nvSpPr>
            <p:spPr>
              <a:xfrm>
                <a:off x="7693600" y="1077563"/>
                <a:ext cx="11475" cy="10850"/>
              </a:xfrm>
              <a:custGeom>
                <a:avLst/>
                <a:gdLst/>
                <a:ahLst/>
                <a:cxnLst/>
                <a:rect l="l" t="t" r="r" b="b"/>
                <a:pathLst>
                  <a:path w="459" h="434" extrusionOk="0">
                    <a:moveTo>
                      <a:pt x="145" y="1"/>
                    </a:moveTo>
                    <a:lnTo>
                      <a:pt x="73" y="49"/>
                    </a:lnTo>
                    <a:lnTo>
                      <a:pt x="25" y="121"/>
                    </a:lnTo>
                    <a:lnTo>
                      <a:pt x="1" y="217"/>
                    </a:lnTo>
                    <a:lnTo>
                      <a:pt x="25" y="290"/>
                    </a:lnTo>
                    <a:lnTo>
                      <a:pt x="49" y="362"/>
                    </a:lnTo>
                    <a:lnTo>
                      <a:pt x="121" y="434"/>
                    </a:lnTo>
                    <a:lnTo>
                      <a:pt x="314" y="434"/>
                    </a:lnTo>
                    <a:lnTo>
                      <a:pt x="386" y="386"/>
                    </a:lnTo>
                    <a:lnTo>
                      <a:pt x="434" y="314"/>
                    </a:lnTo>
                    <a:lnTo>
                      <a:pt x="458" y="217"/>
                    </a:lnTo>
                    <a:lnTo>
                      <a:pt x="434" y="145"/>
                    </a:lnTo>
                    <a:lnTo>
                      <a:pt x="386" y="73"/>
                    </a:lnTo>
                    <a:lnTo>
                      <a:pt x="31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4224;p46">
                <a:extLst>
                  <a:ext uri="{FF2B5EF4-FFF2-40B4-BE49-F238E27FC236}">
                    <a16:creationId xmlns:a16="http://schemas.microsoft.com/office/drawing/2014/main" id="{678E0A58-D769-81C7-544C-8505543187EF}"/>
                  </a:ext>
                </a:extLst>
              </p:cNvPr>
              <p:cNvSpPr/>
              <p:nvPr/>
            </p:nvSpPr>
            <p:spPr>
              <a:xfrm>
                <a:off x="7638250" y="1089613"/>
                <a:ext cx="11450" cy="10850"/>
              </a:xfrm>
              <a:custGeom>
                <a:avLst/>
                <a:gdLst/>
                <a:ahLst/>
                <a:cxnLst/>
                <a:rect l="l" t="t" r="r" b="b"/>
                <a:pathLst>
                  <a:path w="458" h="434" extrusionOk="0">
                    <a:moveTo>
                      <a:pt x="145" y="0"/>
                    </a:moveTo>
                    <a:lnTo>
                      <a:pt x="72" y="48"/>
                    </a:lnTo>
                    <a:lnTo>
                      <a:pt x="24" y="120"/>
                    </a:lnTo>
                    <a:lnTo>
                      <a:pt x="0" y="217"/>
                    </a:lnTo>
                    <a:lnTo>
                      <a:pt x="24" y="289"/>
                    </a:lnTo>
                    <a:lnTo>
                      <a:pt x="48" y="361"/>
                    </a:lnTo>
                    <a:lnTo>
                      <a:pt x="121" y="433"/>
                    </a:lnTo>
                    <a:lnTo>
                      <a:pt x="313" y="433"/>
                    </a:lnTo>
                    <a:lnTo>
                      <a:pt x="385" y="385"/>
                    </a:lnTo>
                    <a:lnTo>
                      <a:pt x="433" y="313"/>
                    </a:lnTo>
                    <a:lnTo>
                      <a:pt x="458" y="217"/>
                    </a:lnTo>
                    <a:lnTo>
                      <a:pt x="433" y="145"/>
                    </a:lnTo>
                    <a:lnTo>
                      <a:pt x="385" y="72"/>
                    </a:lnTo>
                    <a:lnTo>
                      <a:pt x="3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4225;p46">
                <a:extLst>
                  <a:ext uri="{FF2B5EF4-FFF2-40B4-BE49-F238E27FC236}">
                    <a16:creationId xmlns:a16="http://schemas.microsoft.com/office/drawing/2014/main" id="{1118F36C-8BB9-CF80-5F19-13BD4518C6D7}"/>
                  </a:ext>
                </a:extLst>
              </p:cNvPr>
              <p:cNvSpPr/>
              <p:nvPr/>
            </p:nvSpPr>
            <p:spPr>
              <a:xfrm>
                <a:off x="7685775" y="1147388"/>
                <a:ext cx="10875" cy="10850"/>
              </a:xfrm>
              <a:custGeom>
                <a:avLst/>
                <a:gdLst/>
                <a:ahLst/>
                <a:cxnLst/>
                <a:rect l="l" t="t" r="r" b="b"/>
                <a:pathLst>
                  <a:path w="435" h="434" extrusionOk="0">
                    <a:moveTo>
                      <a:pt x="145" y="0"/>
                    </a:moveTo>
                    <a:lnTo>
                      <a:pt x="73" y="48"/>
                    </a:lnTo>
                    <a:lnTo>
                      <a:pt x="25" y="121"/>
                    </a:lnTo>
                    <a:lnTo>
                      <a:pt x="1" y="217"/>
                    </a:lnTo>
                    <a:lnTo>
                      <a:pt x="25" y="289"/>
                    </a:lnTo>
                    <a:lnTo>
                      <a:pt x="49" y="361"/>
                    </a:lnTo>
                    <a:lnTo>
                      <a:pt x="121" y="433"/>
                    </a:lnTo>
                    <a:lnTo>
                      <a:pt x="314" y="433"/>
                    </a:lnTo>
                    <a:lnTo>
                      <a:pt x="386" y="385"/>
                    </a:lnTo>
                    <a:lnTo>
                      <a:pt x="434" y="313"/>
                    </a:lnTo>
                    <a:lnTo>
                      <a:pt x="434" y="217"/>
                    </a:lnTo>
                    <a:lnTo>
                      <a:pt x="434" y="145"/>
                    </a:lnTo>
                    <a:lnTo>
                      <a:pt x="386" y="72"/>
                    </a:lnTo>
                    <a:lnTo>
                      <a:pt x="31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4226;p46">
                <a:extLst>
                  <a:ext uri="{FF2B5EF4-FFF2-40B4-BE49-F238E27FC236}">
                    <a16:creationId xmlns:a16="http://schemas.microsoft.com/office/drawing/2014/main" id="{9DC96E46-8B6A-40C1-2078-13FDC71AFEE6}"/>
                  </a:ext>
                </a:extLst>
              </p:cNvPr>
              <p:cNvSpPr/>
              <p:nvPr/>
            </p:nvSpPr>
            <p:spPr>
              <a:xfrm>
                <a:off x="7647275" y="1144963"/>
                <a:ext cx="10850" cy="10875"/>
              </a:xfrm>
              <a:custGeom>
                <a:avLst/>
                <a:gdLst/>
                <a:ahLst/>
                <a:cxnLst/>
                <a:rect l="l" t="t" r="r" b="b"/>
                <a:pathLst>
                  <a:path w="434" h="435" extrusionOk="0">
                    <a:moveTo>
                      <a:pt x="121" y="1"/>
                    </a:moveTo>
                    <a:lnTo>
                      <a:pt x="48" y="49"/>
                    </a:lnTo>
                    <a:lnTo>
                      <a:pt x="0" y="121"/>
                    </a:lnTo>
                    <a:lnTo>
                      <a:pt x="0" y="218"/>
                    </a:lnTo>
                    <a:lnTo>
                      <a:pt x="0" y="290"/>
                    </a:lnTo>
                    <a:lnTo>
                      <a:pt x="48" y="362"/>
                    </a:lnTo>
                    <a:lnTo>
                      <a:pt x="121" y="434"/>
                    </a:lnTo>
                    <a:lnTo>
                      <a:pt x="289" y="434"/>
                    </a:lnTo>
                    <a:lnTo>
                      <a:pt x="361" y="386"/>
                    </a:lnTo>
                    <a:lnTo>
                      <a:pt x="409" y="314"/>
                    </a:lnTo>
                    <a:lnTo>
                      <a:pt x="434" y="218"/>
                    </a:lnTo>
                    <a:lnTo>
                      <a:pt x="434" y="145"/>
                    </a:lnTo>
                    <a:lnTo>
                      <a:pt x="385" y="73"/>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4227;p46">
                <a:extLst>
                  <a:ext uri="{FF2B5EF4-FFF2-40B4-BE49-F238E27FC236}">
                    <a16:creationId xmlns:a16="http://schemas.microsoft.com/office/drawing/2014/main" id="{3FCE74A3-A3F6-4761-11EF-E5961935F214}"/>
                  </a:ext>
                </a:extLst>
              </p:cNvPr>
              <p:cNvSpPr/>
              <p:nvPr/>
            </p:nvSpPr>
            <p:spPr>
              <a:xfrm>
                <a:off x="7711675" y="1115488"/>
                <a:ext cx="11450" cy="11450"/>
              </a:xfrm>
              <a:custGeom>
                <a:avLst/>
                <a:gdLst/>
                <a:ahLst/>
                <a:cxnLst/>
                <a:rect l="l" t="t" r="r" b="b"/>
                <a:pathLst>
                  <a:path w="458" h="458" extrusionOk="0">
                    <a:moveTo>
                      <a:pt x="217" y="0"/>
                    </a:moveTo>
                    <a:lnTo>
                      <a:pt x="145" y="24"/>
                    </a:lnTo>
                    <a:lnTo>
                      <a:pt x="72" y="72"/>
                    </a:lnTo>
                    <a:lnTo>
                      <a:pt x="24" y="145"/>
                    </a:lnTo>
                    <a:lnTo>
                      <a:pt x="0" y="241"/>
                    </a:lnTo>
                    <a:lnTo>
                      <a:pt x="24" y="313"/>
                    </a:lnTo>
                    <a:lnTo>
                      <a:pt x="72" y="385"/>
                    </a:lnTo>
                    <a:lnTo>
                      <a:pt x="145" y="434"/>
                    </a:lnTo>
                    <a:lnTo>
                      <a:pt x="217" y="458"/>
                    </a:lnTo>
                    <a:lnTo>
                      <a:pt x="313" y="434"/>
                    </a:lnTo>
                    <a:lnTo>
                      <a:pt x="385" y="385"/>
                    </a:lnTo>
                    <a:lnTo>
                      <a:pt x="433" y="313"/>
                    </a:lnTo>
                    <a:lnTo>
                      <a:pt x="457" y="241"/>
                    </a:lnTo>
                    <a:lnTo>
                      <a:pt x="433" y="145"/>
                    </a:lnTo>
                    <a:lnTo>
                      <a:pt x="385" y="72"/>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228;p46">
                <a:extLst>
                  <a:ext uri="{FF2B5EF4-FFF2-40B4-BE49-F238E27FC236}">
                    <a16:creationId xmlns:a16="http://schemas.microsoft.com/office/drawing/2014/main" id="{3698FBF3-1A57-BC02-52ED-49C5884AF14A}"/>
                  </a:ext>
                </a:extLst>
              </p:cNvPr>
              <p:cNvSpPr/>
              <p:nvPr/>
            </p:nvSpPr>
            <p:spPr>
              <a:xfrm>
                <a:off x="7712875" y="1132938"/>
                <a:ext cx="11450" cy="11450"/>
              </a:xfrm>
              <a:custGeom>
                <a:avLst/>
                <a:gdLst/>
                <a:ahLst/>
                <a:cxnLst/>
                <a:rect l="l" t="t" r="r" b="b"/>
                <a:pathLst>
                  <a:path w="458" h="458" extrusionOk="0">
                    <a:moveTo>
                      <a:pt x="217" y="0"/>
                    </a:moveTo>
                    <a:lnTo>
                      <a:pt x="145" y="24"/>
                    </a:lnTo>
                    <a:lnTo>
                      <a:pt x="72" y="73"/>
                    </a:lnTo>
                    <a:lnTo>
                      <a:pt x="24" y="145"/>
                    </a:lnTo>
                    <a:lnTo>
                      <a:pt x="0" y="241"/>
                    </a:lnTo>
                    <a:lnTo>
                      <a:pt x="24" y="313"/>
                    </a:lnTo>
                    <a:lnTo>
                      <a:pt x="72" y="386"/>
                    </a:lnTo>
                    <a:lnTo>
                      <a:pt x="145" y="434"/>
                    </a:lnTo>
                    <a:lnTo>
                      <a:pt x="217" y="458"/>
                    </a:lnTo>
                    <a:lnTo>
                      <a:pt x="313" y="434"/>
                    </a:lnTo>
                    <a:lnTo>
                      <a:pt x="385" y="386"/>
                    </a:lnTo>
                    <a:lnTo>
                      <a:pt x="434" y="313"/>
                    </a:lnTo>
                    <a:lnTo>
                      <a:pt x="458" y="241"/>
                    </a:lnTo>
                    <a:lnTo>
                      <a:pt x="434" y="145"/>
                    </a:lnTo>
                    <a:lnTo>
                      <a:pt x="385" y="73"/>
                    </a:lnTo>
                    <a:lnTo>
                      <a:pt x="313" y="24"/>
                    </a:lnTo>
                    <a:lnTo>
                      <a:pt x="21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4229;p46">
                <a:extLst>
                  <a:ext uri="{FF2B5EF4-FFF2-40B4-BE49-F238E27FC236}">
                    <a16:creationId xmlns:a16="http://schemas.microsoft.com/office/drawing/2014/main" id="{10FEBB9D-7A7E-9E04-A8BA-519B239A8BD8}"/>
                  </a:ext>
                </a:extLst>
              </p:cNvPr>
              <p:cNvSpPr/>
              <p:nvPr/>
            </p:nvSpPr>
            <p:spPr>
              <a:xfrm>
                <a:off x="7706850" y="1150388"/>
                <a:ext cx="11450" cy="11450"/>
              </a:xfrm>
              <a:custGeom>
                <a:avLst/>
                <a:gdLst/>
                <a:ahLst/>
                <a:cxnLst/>
                <a:rect l="l" t="t" r="r" b="b"/>
                <a:pathLst>
                  <a:path w="458" h="458" extrusionOk="0">
                    <a:moveTo>
                      <a:pt x="241" y="1"/>
                    </a:moveTo>
                    <a:lnTo>
                      <a:pt x="145" y="25"/>
                    </a:lnTo>
                    <a:lnTo>
                      <a:pt x="73" y="73"/>
                    </a:lnTo>
                    <a:lnTo>
                      <a:pt x="25" y="145"/>
                    </a:lnTo>
                    <a:lnTo>
                      <a:pt x="0" y="217"/>
                    </a:lnTo>
                    <a:lnTo>
                      <a:pt x="25" y="313"/>
                    </a:lnTo>
                    <a:lnTo>
                      <a:pt x="73" y="386"/>
                    </a:lnTo>
                    <a:lnTo>
                      <a:pt x="145" y="434"/>
                    </a:lnTo>
                    <a:lnTo>
                      <a:pt x="241" y="458"/>
                    </a:lnTo>
                    <a:lnTo>
                      <a:pt x="313" y="434"/>
                    </a:lnTo>
                    <a:lnTo>
                      <a:pt x="386" y="386"/>
                    </a:lnTo>
                    <a:lnTo>
                      <a:pt x="434" y="313"/>
                    </a:lnTo>
                    <a:lnTo>
                      <a:pt x="458" y="217"/>
                    </a:lnTo>
                    <a:lnTo>
                      <a:pt x="434" y="145"/>
                    </a:lnTo>
                    <a:lnTo>
                      <a:pt x="386" y="73"/>
                    </a:lnTo>
                    <a:lnTo>
                      <a:pt x="313" y="25"/>
                    </a:lnTo>
                    <a:lnTo>
                      <a:pt x="24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4230;p46">
                <a:extLst>
                  <a:ext uri="{FF2B5EF4-FFF2-40B4-BE49-F238E27FC236}">
                    <a16:creationId xmlns:a16="http://schemas.microsoft.com/office/drawing/2014/main" id="{271485B1-BDC1-8F9B-9512-0FFA736F9D2F}"/>
                  </a:ext>
                </a:extLst>
              </p:cNvPr>
              <p:cNvSpPr/>
              <p:nvPr/>
            </p:nvSpPr>
            <p:spPr>
              <a:xfrm>
                <a:off x="7639450" y="1113688"/>
                <a:ext cx="11450" cy="11450"/>
              </a:xfrm>
              <a:custGeom>
                <a:avLst/>
                <a:gdLst/>
                <a:ahLst/>
                <a:cxnLst/>
                <a:rect l="l" t="t" r="r" b="b"/>
                <a:pathLst>
                  <a:path w="458" h="458" extrusionOk="0">
                    <a:moveTo>
                      <a:pt x="241" y="0"/>
                    </a:moveTo>
                    <a:lnTo>
                      <a:pt x="145" y="24"/>
                    </a:lnTo>
                    <a:lnTo>
                      <a:pt x="73" y="72"/>
                    </a:lnTo>
                    <a:lnTo>
                      <a:pt x="24" y="144"/>
                    </a:lnTo>
                    <a:lnTo>
                      <a:pt x="0" y="217"/>
                    </a:lnTo>
                    <a:lnTo>
                      <a:pt x="24" y="313"/>
                    </a:lnTo>
                    <a:lnTo>
                      <a:pt x="73" y="385"/>
                    </a:lnTo>
                    <a:lnTo>
                      <a:pt x="145" y="433"/>
                    </a:lnTo>
                    <a:lnTo>
                      <a:pt x="241" y="457"/>
                    </a:lnTo>
                    <a:lnTo>
                      <a:pt x="313" y="433"/>
                    </a:lnTo>
                    <a:lnTo>
                      <a:pt x="385" y="385"/>
                    </a:lnTo>
                    <a:lnTo>
                      <a:pt x="434" y="313"/>
                    </a:lnTo>
                    <a:lnTo>
                      <a:pt x="458" y="241"/>
                    </a:lnTo>
                    <a:lnTo>
                      <a:pt x="434" y="144"/>
                    </a:lnTo>
                    <a:lnTo>
                      <a:pt x="410" y="72"/>
                    </a:lnTo>
                    <a:lnTo>
                      <a:pt x="313"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4231;p46">
                <a:extLst>
                  <a:ext uri="{FF2B5EF4-FFF2-40B4-BE49-F238E27FC236}">
                    <a16:creationId xmlns:a16="http://schemas.microsoft.com/office/drawing/2014/main" id="{2CE6A282-4BF2-A318-C09F-382FE928BC10}"/>
                  </a:ext>
                </a:extLst>
              </p:cNvPr>
              <p:cNvSpPr/>
              <p:nvPr/>
            </p:nvSpPr>
            <p:spPr>
              <a:xfrm>
                <a:off x="7694825" y="1126913"/>
                <a:ext cx="10850" cy="10850"/>
              </a:xfrm>
              <a:custGeom>
                <a:avLst/>
                <a:gdLst/>
                <a:ahLst/>
                <a:cxnLst/>
                <a:rect l="l" t="t" r="r" b="b"/>
                <a:pathLst>
                  <a:path w="434" h="434" extrusionOk="0">
                    <a:moveTo>
                      <a:pt x="144" y="1"/>
                    </a:moveTo>
                    <a:lnTo>
                      <a:pt x="72" y="49"/>
                    </a:lnTo>
                    <a:lnTo>
                      <a:pt x="0" y="121"/>
                    </a:lnTo>
                    <a:lnTo>
                      <a:pt x="0" y="217"/>
                    </a:lnTo>
                    <a:lnTo>
                      <a:pt x="0" y="290"/>
                    </a:lnTo>
                    <a:lnTo>
                      <a:pt x="48" y="362"/>
                    </a:lnTo>
                    <a:lnTo>
                      <a:pt x="120" y="410"/>
                    </a:lnTo>
                    <a:lnTo>
                      <a:pt x="217" y="434"/>
                    </a:lnTo>
                    <a:lnTo>
                      <a:pt x="289" y="434"/>
                    </a:lnTo>
                    <a:lnTo>
                      <a:pt x="361" y="386"/>
                    </a:lnTo>
                    <a:lnTo>
                      <a:pt x="433" y="314"/>
                    </a:lnTo>
                    <a:lnTo>
                      <a:pt x="433" y="217"/>
                    </a:lnTo>
                    <a:lnTo>
                      <a:pt x="433" y="121"/>
                    </a:lnTo>
                    <a:lnTo>
                      <a:pt x="385" y="49"/>
                    </a:lnTo>
                    <a:lnTo>
                      <a:pt x="31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4232;p46">
                <a:extLst>
                  <a:ext uri="{FF2B5EF4-FFF2-40B4-BE49-F238E27FC236}">
                    <a16:creationId xmlns:a16="http://schemas.microsoft.com/office/drawing/2014/main" id="{E37AFF11-08D9-FE96-6966-28E4EC0B52AA}"/>
                  </a:ext>
                </a:extLst>
              </p:cNvPr>
              <p:cNvSpPr/>
              <p:nvPr/>
            </p:nvSpPr>
            <p:spPr>
              <a:xfrm>
                <a:off x="7667125" y="1132938"/>
                <a:ext cx="11475" cy="11450"/>
              </a:xfrm>
              <a:custGeom>
                <a:avLst/>
                <a:gdLst/>
                <a:ahLst/>
                <a:cxnLst/>
                <a:rect l="l" t="t" r="r" b="b"/>
                <a:pathLst>
                  <a:path w="459" h="458" extrusionOk="0">
                    <a:moveTo>
                      <a:pt x="241" y="0"/>
                    </a:moveTo>
                    <a:lnTo>
                      <a:pt x="145" y="24"/>
                    </a:lnTo>
                    <a:lnTo>
                      <a:pt x="73" y="73"/>
                    </a:lnTo>
                    <a:lnTo>
                      <a:pt x="25" y="145"/>
                    </a:lnTo>
                    <a:lnTo>
                      <a:pt x="1" y="241"/>
                    </a:lnTo>
                    <a:lnTo>
                      <a:pt x="25" y="313"/>
                    </a:lnTo>
                    <a:lnTo>
                      <a:pt x="73" y="386"/>
                    </a:lnTo>
                    <a:lnTo>
                      <a:pt x="145" y="434"/>
                    </a:lnTo>
                    <a:lnTo>
                      <a:pt x="241" y="458"/>
                    </a:lnTo>
                    <a:lnTo>
                      <a:pt x="314" y="434"/>
                    </a:lnTo>
                    <a:lnTo>
                      <a:pt x="386" y="386"/>
                    </a:lnTo>
                    <a:lnTo>
                      <a:pt x="434" y="313"/>
                    </a:lnTo>
                    <a:lnTo>
                      <a:pt x="458" y="241"/>
                    </a:lnTo>
                    <a:lnTo>
                      <a:pt x="434" y="145"/>
                    </a:lnTo>
                    <a:lnTo>
                      <a:pt x="386" y="73"/>
                    </a:lnTo>
                    <a:lnTo>
                      <a:pt x="314" y="24"/>
                    </a:lnTo>
                    <a:lnTo>
                      <a:pt x="24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592013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435"/>
        <p:cNvGrpSpPr/>
        <p:nvPr/>
      </p:nvGrpSpPr>
      <p:grpSpPr>
        <a:xfrm>
          <a:off x="0" y="0"/>
          <a:ext cx="0" cy="0"/>
          <a:chOff x="0" y="0"/>
          <a:chExt cx="0" cy="0"/>
        </a:xfrm>
      </p:grpSpPr>
      <p:sp>
        <p:nvSpPr>
          <p:cNvPr id="13436" name="Google Shape;13436;p37"/>
          <p:cNvSpPr/>
          <p:nvPr/>
        </p:nvSpPr>
        <p:spPr>
          <a:xfrm>
            <a:off x="3250870" y="3303849"/>
            <a:ext cx="2619000" cy="7995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7" name="Google Shape;13437;p37"/>
          <p:cNvSpPr txBox="1">
            <a:spLocks noGrp="1"/>
          </p:cNvSpPr>
          <p:nvPr>
            <p:ph type="ctrTitle"/>
          </p:nvPr>
        </p:nvSpPr>
        <p:spPr>
          <a:xfrm>
            <a:off x="1451962" y="752206"/>
            <a:ext cx="5958900" cy="18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500" dirty="0">
                <a:solidFill>
                  <a:schemeClr val="accent1"/>
                </a:solidFill>
              </a:rPr>
              <a:t>SEMIOLOGÍA RADIOLÓGICA</a:t>
            </a:r>
            <a:endParaRPr sz="4500" dirty="0">
              <a:solidFill>
                <a:schemeClr val="accent1"/>
              </a:solidFill>
            </a:endParaRPr>
          </a:p>
        </p:txBody>
      </p:sp>
      <p:sp>
        <p:nvSpPr>
          <p:cNvPr id="13438" name="Google Shape;13438;p37"/>
          <p:cNvSpPr txBox="1">
            <a:spLocks noGrp="1"/>
          </p:cNvSpPr>
          <p:nvPr>
            <p:ph type="subTitle" idx="1"/>
          </p:nvPr>
        </p:nvSpPr>
        <p:spPr>
          <a:xfrm>
            <a:off x="3154247" y="3381668"/>
            <a:ext cx="2782200" cy="67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Dr Roldan, Brian</a:t>
            </a:r>
          </a:p>
          <a:p>
            <a:pPr marL="0" lvl="0" indent="0" algn="ctr" rtl="0">
              <a:spcBef>
                <a:spcPts val="0"/>
              </a:spcBef>
              <a:spcAft>
                <a:spcPts val="0"/>
              </a:spcAft>
              <a:buNone/>
            </a:pPr>
            <a:r>
              <a:rPr lang="en" dirty="0"/>
              <a:t>Reumatológo UBA</a:t>
            </a:r>
          </a:p>
        </p:txBody>
      </p:sp>
      <p:sp>
        <p:nvSpPr>
          <p:cNvPr id="13439" name="Google Shape;13439;p37"/>
          <p:cNvSpPr/>
          <p:nvPr/>
        </p:nvSpPr>
        <p:spPr>
          <a:xfrm rot="-527727">
            <a:off x="909557" y="2531392"/>
            <a:ext cx="1750080" cy="1750080"/>
          </a:xfrm>
          <a:prstGeom prst="ellipse">
            <a:avLst/>
          </a:prstGeom>
          <a:solidFill>
            <a:schemeClr val="dk2"/>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40" name="Google Shape;13440;p37"/>
          <p:cNvGrpSpPr/>
          <p:nvPr/>
        </p:nvGrpSpPr>
        <p:grpSpPr>
          <a:xfrm rot="173785">
            <a:off x="6183534" y="1184905"/>
            <a:ext cx="2454655" cy="5572980"/>
            <a:chOff x="6027775" y="321875"/>
            <a:chExt cx="972825" cy="2208675"/>
          </a:xfrm>
        </p:grpSpPr>
        <p:sp>
          <p:nvSpPr>
            <p:cNvPr id="13441" name="Google Shape;13441;p37"/>
            <p:cNvSpPr/>
            <p:nvPr/>
          </p:nvSpPr>
          <p:spPr>
            <a:xfrm>
              <a:off x="6204950" y="2196600"/>
              <a:ext cx="183625" cy="221225"/>
            </a:xfrm>
            <a:custGeom>
              <a:avLst/>
              <a:gdLst/>
              <a:ahLst/>
              <a:cxnLst/>
              <a:rect l="l" t="t" r="r" b="b"/>
              <a:pathLst>
                <a:path w="7345" h="8849" extrusionOk="0">
                  <a:moveTo>
                    <a:pt x="2062" y="1"/>
                  </a:moveTo>
                  <a:lnTo>
                    <a:pt x="1" y="8333"/>
                  </a:lnTo>
                  <a:lnTo>
                    <a:pt x="5455" y="8848"/>
                  </a:lnTo>
                  <a:lnTo>
                    <a:pt x="7345" y="602"/>
                  </a:lnTo>
                  <a:lnTo>
                    <a:pt x="2062" y="1"/>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2" name="Google Shape;13442;p37"/>
            <p:cNvSpPr/>
            <p:nvPr/>
          </p:nvSpPr>
          <p:spPr>
            <a:xfrm>
              <a:off x="6027775" y="2364100"/>
              <a:ext cx="364025" cy="166450"/>
            </a:xfrm>
            <a:custGeom>
              <a:avLst/>
              <a:gdLst/>
              <a:ahLst/>
              <a:cxnLst/>
              <a:rect l="l" t="t" r="r" b="b"/>
              <a:pathLst>
                <a:path w="14561" h="6658" extrusionOk="0">
                  <a:moveTo>
                    <a:pt x="5971" y="1"/>
                  </a:moveTo>
                  <a:lnTo>
                    <a:pt x="4468" y="3437"/>
                  </a:lnTo>
                  <a:lnTo>
                    <a:pt x="216" y="5799"/>
                  </a:lnTo>
                  <a:lnTo>
                    <a:pt x="130" y="5885"/>
                  </a:lnTo>
                  <a:lnTo>
                    <a:pt x="44" y="6014"/>
                  </a:lnTo>
                  <a:lnTo>
                    <a:pt x="1" y="6143"/>
                  </a:lnTo>
                  <a:lnTo>
                    <a:pt x="44" y="6271"/>
                  </a:lnTo>
                  <a:lnTo>
                    <a:pt x="87" y="6400"/>
                  </a:lnTo>
                  <a:lnTo>
                    <a:pt x="173" y="6486"/>
                  </a:lnTo>
                  <a:lnTo>
                    <a:pt x="259" y="6529"/>
                  </a:lnTo>
                  <a:lnTo>
                    <a:pt x="430" y="6572"/>
                  </a:lnTo>
                  <a:lnTo>
                    <a:pt x="13186" y="6658"/>
                  </a:lnTo>
                  <a:lnTo>
                    <a:pt x="13315" y="6615"/>
                  </a:lnTo>
                  <a:lnTo>
                    <a:pt x="13444" y="6529"/>
                  </a:lnTo>
                  <a:lnTo>
                    <a:pt x="13530" y="6443"/>
                  </a:lnTo>
                  <a:lnTo>
                    <a:pt x="13573" y="6314"/>
                  </a:lnTo>
                  <a:lnTo>
                    <a:pt x="14561" y="516"/>
                  </a:lnTo>
                  <a:lnTo>
                    <a:pt x="59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3" name="Google Shape;13443;p37"/>
            <p:cNvSpPr/>
            <p:nvPr/>
          </p:nvSpPr>
          <p:spPr>
            <a:xfrm>
              <a:off x="6634450" y="2185875"/>
              <a:ext cx="135300" cy="229800"/>
            </a:xfrm>
            <a:custGeom>
              <a:avLst/>
              <a:gdLst/>
              <a:ahLst/>
              <a:cxnLst/>
              <a:rect l="l" t="t" r="r" b="b"/>
              <a:pathLst>
                <a:path w="5412" h="9192" extrusionOk="0">
                  <a:moveTo>
                    <a:pt x="5369" y="0"/>
                  </a:moveTo>
                  <a:lnTo>
                    <a:pt x="86" y="601"/>
                  </a:lnTo>
                  <a:lnTo>
                    <a:pt x="0" y="9191"/>
                  </a:lnTo>
                  <a:lnTo>
                    <a:pt x="5412" y="8418"/>
                  </a:lnTo>
                  <a:lnTo>
                    <a:pt x="5369"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4" name="Google Shape;13444;p37"/>
            <p:cNvSpPr/>
            <p:nvPr/>
          </p:nvSpPr>
          <p:spPr>
            <a:xfrm>
              <a:off x="6479825" y="2371625"/>
              <a:ext cx="336100" cy="157850"/>
            </a:xfrm>
            <a:custGeom>
              <a:avLst/>
              <a:gdLst/>
              <a:ahLst/>
              <a:cxnLst/>
              <a:rect l="l" t="t" r="r" b="b"/>
              <a:pathLst>
                <a:path w="13444" h="6314" extrusionOk="0">
                  <a:moveTo>
                    <a:pt x="4897" y="0"/>
                  </a:moveTo>
                  <a:lnTo>
                    <a:pt x="4768" y="43"/>
                  </a:lnTo>
                  <a:lnTo>
                    <a:pt x="4639" y="129"/>
                  </a:lnTo>
                  <a:lnTo>
                    <a:pt x="4510" y="258"/>
                  </a:lnTo>
                  <a:lnTo>
                    <a:pt x="4510" y="387"/>
                  </a:lnTo>
                  <a:lnTo>
                    <a:pt x="4424" y="2878"/>
                  </a:lnTo>
                  <a:lnTo>
                    <a:pt x="4424" y="3007"/>
                  </a:lnTo>
                  <a:lnTo>
                    <a:pt x="4381" y="3093"/>
                  </a:lnTo>
                  <a:lnTo>
                    <a:pt x="4338" y="3179"/>
                  </a:lnTo>
                  <a:lnTo>
                    <a:pt x="4253" y="3222"/>
                  </a:lnTo>
                  <a:lnTo>
                    <a:pt x="215" y="5498"/>
                  </a:lnTo>
                  <a:lnTo>
                    <a:pt x="86" y="5584"/>
                  </a:lnTo>
                  <a:lnTo>
                    <a:pt x="1" y="5713"/>
                  </a:lnTo>
                  <a:lnTo>
                    <a:pt x="1" y="5842"/>
                  </a:lnTo>
                  <a:lnTo>
                    <a:pt x="1" y="5970"/>
                  </a:lnTo>
                  <a:lnTo>
                    <a:pt x="44" y="6099"/>
                  </a:lnTo>
                  <a:lnTo>
                    <a:pt x="129" y="6185"/>
                  </a:lnTo>
                  <a:lnTo>
                    <a:pt x="258" y="6228"/>
                  </a:lnTo>
                  <a:lnTo>
                    <a:pt x="387" y="6271"/>
                  </a:lnTo>
                  <a:lnTo>
                    <a:pt x="13057" y="6314"/>
                  </a:lnTo>
                  <a:lnTo>
                    <a:pt x="13229" y="6314"/>
                  </a:lnTo>
                  <a:lnTo>
                    <a:pt x="13358" y="6185"/>
                  </a:lnTo>
                  <a:lnTo>
                    <a:pt x="13444" y="6056"/>
                  </a:lnTo>
                  <a:lnTo>
                    <a:pt x="13444" y="5884"/>
                  </a:lnTo>
                  <a:lnTo>
                    <a:pt x="12928" y="559"/>
                  </a:lnTo>
                  <a:lnTo>
                    <a:pt x="12885" y="387"/>
                  </a:lnTo>
                  <a:lnTo>
                    <a:pt x="12799" y="301"/>
                  </a:lnTo>
                  <a:lnTo>
                    <a:pt x="12671" y="215"/>
                  </a:lnTo>
                  <a:lnTo>
                    <a:pt x="12499" y="172"/>
                  </a:lnTo>
                  <a:lnTo>
                    <a:pt x="48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5" name="Google Shape;13445;p37"/>
            <p:cNvSpPr/>
            <p:nvPr/>
          </p:nvSpPr>
          <p:spPr>
            <a:xfrm>
              <a:off x="6144825" y="1257075"/>
              <a:ext cx="461725" cy="1014725"/>
            </a:xfrm>
            <a:custGeom>
              <a:avLst/>
              <a:gdLst/>
              <a:ahLst/>
              <a:cxnLst/>
              <a:rect l="l" t="t" r="r" b="b"/>
              <a:pathLst>
                <a:path w="18469" h="40589" extrusionOk="0">
                  <a:moveTo>
                    <a:pt x="7903" y="1"/>
                  </a:moveTo>
                  <a:lnTo>
                    <a:pt x="0" y="39643"/>
                  </a:lnTo>
                  <a:lnTo>
                    <a:pt x="11468" y="40588"/>
                  </a:lnTo>
                  <a:lnTo>
                    <a:pt x="16965" y="7345"/>
                  </a:lnTo>
                  <a:lnTo>
                    <a:pt x="1846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6" name="Google Shape;13446;p37"/>
            <p:cNvSpPr/>
            <p:nvPr/>
          </p:nvSpPr>
          <p:spPr>
            <a:xfrm>
              <a:off x="6142675" y="1443925"/>
              <a:ext cx="427375" cy="830025"/>
            </a:xfrm>
            <a:custGeom>
              <a:avLst/>
              <a:gdLst/>
              <a:ahLst/>
              <a:cxnLst/>
              <a:rect l="l" t="t" r="r" b="b"/>
              <a:pathLst>
                <a:path w="17095" h="33201" extrusionOk="0">
                  <a:moveTo>
                    <a:pt x="17008" y="0"/>
                  </a:moveTo>
                  <a:lnTo>
                    <a:pt x="16965" y="43"/>
                  </a:lnTo>
                  <a:lnTo>
                    <a:pt x="16923" y="86"/>
                  </a:lnTo>
                  <a:lnTo>
                    <a:pt x="11468" y="32985"/>
                  </a:lnTo>
                  <a:lnTo>
                    <a:pt x="86" y="32083"/>
                  </a:lnTo>
                  <a:lnTo>
                    <a:pt x="0" y="32083"/>
                  </a:lnTo>
                  <a:lnTo>
                    <a:pt x="0" y="32169"/>
                  </a:lnTo>
                  <a:lnTo>
                    <a:pt x="0" y="32255"/>
                  </a:lnTo>
                  <a:lnTo>
                    <a:pt x="86" y="32255"/>
                  </a:lnTo>
                  <a:lnTo>
                    <a:pt x="11640" y="33200"/>
                  </a:lnTo>
                  <a:lnTo>
                    <a:pt x="17094" y="129"/>
                  </a:lnTo>
                  <a:lnTo>
                    <a:pt x="17094" y="43"/>
                  </a:lnTo>
                  <a:lnTo>
                    <a:pt x="17008" y="0"/>
                  </a:lnTo>
                  <a:close/>
                </a:path>
              </a:pathLst>
            </a:custGeom>
            <a:solidFill>
              <a:srgbClr val="0100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7" name="Google Shape;13447;p37"/>
            <p:cNvSpPr/>
            <p:nvPr/>
          </p:nvSpPr>
          <p:spPr>
            <a:xfrm>
              <a:off x="6481975" y="1411700"/>
              <a:ext cx="71975" cy="361875"/>
            </a:xfrm>
            <a:custGeom>
              <a:avLst/>
              <a:gdLst/>
              <a:ahLst/>
              <a:cxnLst/>
              <a:rect l="l" t="t" r="r" b="b"/>
              <a:pathLst>
                <a:path w="2879" h="14475" extrusionOk="0">
                  <a:moveTo>
                    <a:pt x="0" y="1"/>
                  </a:moveTo>
                  <a:lnTo>
                    <a:pt x="0" y="87"/>
                  </a:lnTo>
                  <a:lnTo>
                    <a:pt x="1761" y="215"/>
                  </a:lnTo>
                  <a:lnTo>
                    <a:pt x="2835" y="14475"/>
                  </a:lnTo>
                  <a:lnTo>
                    <a:pt x="2878" y="14475"/>
                  </a:lnTo>
                  <a:lnTo>
                    <a:pt x="1804" y="215"/>
                  </a:lnTo>
                  <a:lnTo>
                    <a:pt x="1804" y="172"/>
                  </a:lnTo>
                  <a:lnTo>
                    <a:pt x="0" y="1"/>
                  </a:lnTo>
                  <a:close/>
                </a:path>
              </a:pathLst>
            </a:custGeom>
            <a:solidFill>
              <a:srgbClr val="3A4A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8" name="Google Shape;13448;p37"/>
            <p:cNvSpPr/>
            <p:nvPr/>
          </p:nvSpPr>
          <p:spPr>
            <a:xfrm>
              <a:off x="6421850" y="1156150"/>
              <a:ext cx="443475" cy="1101675"/>
            </a:xfrm>
            <a:custGeom>
              <a:avLst/>
              <a:gdLst/>
              <a:ahLst/>
              <a:cxnLst/>
              <a:rect l="l" t="t" r="r" b="b"/>
              <a:pathLst>
                <a:path w="17739" h="44067" extrusionOk="0">
                  <a:moveTo>
                    <a:pt x="0" y="1"/>
                  </a:moveTo>
                  <a:lnTo>
                    <a:pt x="2405" y="10266"/>
                  </a:lnTo>
                  <a:lnTo>
                    <a:pt x="4209" y="10437"/>
                  </a:lnTo>
                  <a:lnTo>
                    <a:pt x="5841" y="44067"/>
                  </a:lnTo>
                  <a:lnTo>
                    <a:pt x="17738" y="43895"/>
                  </a:lnTo>
                  <a:lnTo>
                    <a:pt x="12756" y="6873"/>
                  </a:lnTo>
                  <a:lnTo>
                    <a:pt x="12241" y="3351"/>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9" name="Google Shape;13449;p37"/>
            <p:cNvSpPr/>
            <p:nvPr/>
          </p:nvSpPr>
          <p:spPr>
            <a:xfrm>
              <a:off x="6479825" y="1410625"/>
              <a:ext cx="387650" cy="849350"/>
            </a:xfrm>
            <a:custGeom>
              <a:avLst/>
              <a:gdLst/>
              <a:ahLst/>
              <a:cxnLst/>
              <a:rect l="l" t="t" r="r" b="b"/>
              <a:pathLst>
                <a:path w="15506" h="33974" extrusionOk="0">
                  <a:moveTo>
                    <a:pt x="1" y="1"/>
                  </a:moveTo>
                  <a:lnTo>
                    <a:pt x="1" y="87"/>
                  </a:lnTo>
                  <a:lnTo>
                    <a:pt x="1" y="130"/>
                  </a:lnTo>
                  <a:lnTo>
                    <a:pt x="86" y="173"/>
                  </a:lnTo>
                  <a:lnTo>
                    <a:pt x="1761" y="344"/>
                  </a:lnTo>
                  <a:lnTo>
                    <a:pt x="3437" y="33888"/>
                  </a:lnTo>
                  <a:lnTo>
                    <a:pt x="3437" y="33974"/>
                  </a:lnTo>
                  <a:lnTo>
                    <a:pt x="15419" y="33802"/>
                  </a:lnTo>
                  <a:lnTo>
                    <a:pt x="15505" y="33802"/>
                  </a:lnTo>
                  <a:lnTo>
                    <a:pt x="15505" y="33716"/>
                  </a:lnTo>
                  <a:lnTo>
                    <a:pt x="15505" y="33630"/>
                  </a:lnTo>
                  <a:lnTo>
                    <a:pt x="15419" y="33630"/>
                  </a:lnTo>
                  <a:lnTo>
                    <a:pt x="3608" y="33759"/>
                  </a:lnTo>
                  <a:lnTo>
                    <a:pt x="1976" y="258"/>
                  </a:lnTo>
                  <a:lnTo>
                    <a:pt x="1976" y="173"/>
                  </a:lnTo>
                  <a:lnTo>
                    <a:pt x="86" y="1"/>
                  </a:lnTo>
                  <a:close/>
                </a:path>
              </a:pathLst>
            </a:custGeom>
            <a:solidFill>
              <a:srgbClr val="01000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0" name="Google Shape;13450;p37"/>
            <p:cNvSpPr/>
            <p:nvPr/>
          </p:nvSpPr>
          <p:spPr>
            <a:xfrm>
              <a:off x="6222125" y="649350"/>
              <a:ext cx="622800" cy="510050"/>
            </a:xfrm>
            <a:custGeom>
              <a:avLst/>
              <a:gdLst/>
              <a:ahLst/>
              <a:cxnLst/>
              <a:rect l="l" t="t" r="r" b="b"/>
              <a:pathLst>
                <a:path w="24912" h="20402" extrusionOk="0">
                  <a:moveTo>
                    <a:pt x="13057" y="1"/>
                  </a:moveTo>
                  <a:lnTo>
                    <a:pt x="12757" y="44"/>
                  </a:lnTo>
                  <a:lnTo>
                    <a:pt x="12112" y="44"/>
                  </a:lnTo>
                  <a:lnTo>
                    <a:pt x="11511" y="87"/>
                  </a:lnTo>
                  <a:lnTo>
                    <a:pt x="10910" y="258"/>
                  </a:lnTo>
                  <a:lnTo>
                    <a:pt x="10266" y="473"/>
                  </a:lnTo>
                  <a:lnTo>
                    <a:pt x="9621" y="731"/>
                  </a:lnTo>
                  <a:lnTo>
                    <a:pt x="8977" y="1074"/>
                  </a:lnTo>
                  <a:lnTo>
                    <a:pt x="8333" y="1418"/>
                  </a:lnTo>
                  <a:lnTo>
                    <a:pt x="7732" y="1804"/>
                  </a:lnTo>
                  <a:lnTo>
                    <a:pt x="6572" y="2578"/>
                  </a:lnTo>
                  <a:lnTo>
                    <a:pt x="5584" y="3308"/>
                  </a:lnTo>
                  <a:lnTo>
                    <a:pt x="4425" y="4253"/>
                  </a:lnTo>
                  <a:lnTo>
                    <a:pt x="4253" y="4424"/>
                  </a:lnTo>
                  <a:lnTo>
                    <a:pt x="4081" y="4682"/>
                  </a:lnTo>
                  <a:lnTo>
                    <a:pt x="3566" y="5584"/>
                  </a:lnTo>
                  <a:lnTo>
                    <a:pt x="2964" y="6744"/>
                  </a:lnTo>
                  <a:lnTo>
                    <a:pt x="2320" y="8161"/>
                  </a:lnTo>
                  <a:lnTo>
                    <a:pt x="1633" y="9664"/>
                  </a:lnTo>
                  <a:lnTo>
                    <a:pt x="1032" y="11167"/>
                  </a:lnTo>
                  <a:lnTo>
                    <a:pt x="516" y="12585"/>
                  </a:lnTo>
                  <a:lnTo>
                    <a:pt x="173" y="13744"/>
                  </a:lnTo>
                  <a:lnTo>
                    <a:pt x="44" y="14303"/>
                  </a:lnTo>
                  <a:lnTo>
                    <a:pt x="1" y="14818"/>
                  </a:lnTo>
                  <a:lnTo>
                    <a:pt x="44" y="15376"/>
                  </a:lnTo>
                  <a:lnTo>
                    <a:pt x="87" y="15935"/>
                  </a:lnTo>
                  <a:lnTo>
                    <a:pt x="215" y="16493"/>
                  </a:lnTo>
                  <a:lnTo>
                    <a:pt x="344" y="17052"/>
                  </a:lnTo>
                  <a:lnTo>
                    <a:pt x="688" y="18039"/>
                  </a:lnTo>
                  <a:lnTo>
                    <a:pt x="1032" y="18941"/>
                  </a:lnTo>
                  <a:lnTo>
                    <a:pt x="1375" y="19628"/>
                  </a:lnTo>
                  <a:lnTo>
                    <a:pt x="1719" y="20273"/>
                  </a:lnTo>
                  <a:lnTo>
                    <a:pt x="5198" y="20359"/>
                  </a:lnTo>
                  <a:lnTo>
                    <a:pt x="8805" y="20402"/>
                  </a:lnTo>
                  <a:lnTo>
                    <a:pt x="12928" y="20402"/>
                  </a:lnTo>
                  <a:lnTo>
                    <a:pt x="17095" y="20316"/>
                  </a:lnTo>
                  <a:lnTo>
                    <a:pt x="19070" y="20273"/>
                  </a:lnTo>
                  <a:lnTo>
                    <a:pt x="20831" y="20144"/>
                  </a:lnTo>
                  <a:lnTo>
                    <a:pt x="22334" y="20015"/>
                  </a:lnTo>
                  <a:lnTo>
                    <a:pt x="23537" y="19843"/>
                  </a:lnTo>
                  <a:lnTo>
                    <a:pt x="24009" y="19757"/>
                  </a:lnTo>
                  <a:lnTo>
                    <a:pt x="24353" y="19628"/>
                  </a:lnTo>
                  <a:lnTo>
                    <a:pt x="24611" y="19500"/>
                  </a:lnTo>
                  <a:lnTo>
                    <a:pt x="24740" y="19371"/>
                  </a:lnTo>
                  <a:lnTo>
                    <a:pt x="24825" y="19199"/>
                  </a:lnTo>
                  <a:lnTo>
                    <a:pt x="24868" y="18984"/>
                  </a:lnTo>
                  <a:lnTo>
                    <a:pt x="24911" y="18340"/>
                  </a:lnTo>
                  <a:lnTo>
                    <a:pt x="24911" y="17567"/>
                  </a:lnTo>
                  <a:lnTo>
                    <a:pt x="24868" y="16579"/>
                  </a:lnTo>
                  <a:lnTo>
                    <a:pt x="24740" y="15505"/>
                  </a:lnTo>
                  <a:lnTo>
                    <a:pt x="24568" y="14303"/>
                  </a:lnTo>
                  <a:lnTo>
                    <a:pt x="24310" y="13057"/>
                  </a:lnTo>
                  <a:lnTo>
                    <a:pt x="24009" y="11726"/>
                  </a:lnTo>
                  <a:lnTo>
                    <a:pt x="23623" y="10394"/>
                  </a:lnTo>
                  <a:lnTo>
                    <a:pt x="23193" y="9063"/>
                  </a:lnTo>
                  <a:lnTo>
                    <a:pt x="22721" y="7774"/>
                  </a:lnTo>
                  <a:lnTo>
                    <a:pt x="22163" y="6529"/>
                  </a:lnTo>
                  <a:lnTo>
                    <a:pt x="21862" y="5928"/>
                  </a:lnTo>
                  <a:lnTo>
                    <a:pt x="21561" y="5369"/>
                  </a:lnTo>
                  <a:lnTo>
                    <a:pt x="21218" y="4854"/>
                  </a:lnTo>
                  <a:lnTo>
                    <a:pt x="20874" y="4338"/>
                  </a:lnTo>
                  <a:lnTo>
                    <a:pt x="20531" y="3909"/>
                  </a:lnTo>
                  <a:lnTo>
                    <a:pt x="20144" y="3480"/>
                  </a:lnTo>
                  <a:lnTo>
                    <a:pt x="19757" y="3093"/>
                  </a:lnTo>
                  <a:lnTo>
                    <a:pt x="19328" y="2792"/>
                  </a:lnTo>
                  <a:lnTo>
                    <a:pt x="18512" y="2191"/>
                  </a:lnTo>
                  <a:lnTo>
                    <a:pt x="17739" y="1719"/>
                  </a:lnTo>
                  <a:lnTo>
                    <a:pt x="17052" y="1289"/>
                  </a:lnTo>
                  <a:lnTo>
                    <a:pt x="16407" y="945"/>
                  </a:lnTo>
                  <a:lnTo>
                    <a:pt x="15806" y="688"/>
                  </a:lnTo>
                  <a:lnTo>
                    <a:pt x="15248" y="473"/>
                  </a:lnTo>
                  <a:lnTo>
                    <a:pt x="14732" y="301"/>
                  </a:lnTo>
                  <a:lnTo>
                    <a:pt x="14303" y="172"/>
                  </a:lnTo>
                  <a:lnTo>
                    <a:pt x="13573" y="44"/>
                  </a:lnTo>
                  <a:lnTo>
                    <a:pt x="130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1" name="Google Shape;13451;p37"/>
            <p:cNvSpPr/>
            <p:nvPr/>
          </p:nvSpPr>
          <p:spPr>
            <a:xfrm>
              <a:off x="6313400" y="654725"/>
              <a:ext cx="428450" cy="681850"/>
            </a:xfrm>
            <a:custGeom>
              <a:avLst/>
              <a:gdLst/>
              <a:ahLst/>
              <a:cxnLst/>
              <a:rect l="l" t="t" r="r" b="b"/>
              <a:pathLst>
                <a:path w="17138" h="27274" extrusionOk="0">
                  <a:moveTo>
                    <a:pt x="8590" y="0"/>
                  </a:moveTo>
                  <a:lnTo>
                    <a:pt x="8290" y="86"/>
                  </a:lnTo>
                  <a:lnTo>
                    <a:pt x="7946" y="172"/>
                  </a:lnTo>
                  <a:lnTo>
                    <a:pt x="7602" y="344"/>
                  </a:lnTo>
                  <a:lnTo>
                    <a:pt x="7259" y="559"/>
                  </a:lnTo>
                  <a:lnTo>
                    <a:pt x="6915" y="816"/>
                  </a:lnTo>
                  <a:lnTo>
                    <a:pt x="6572" y="1117"/>
                  </a:lnTo>
                  <a:lnTo>
                    <a:pt x="6228" y="1461"/>
                  </a:lnTo>
                  <a:lnTo>
                    <a:pt x="5884" y="1847"/>
                  </a:lnTo>
                  <a:lnTo>
                    <a:pt x="5541" y="2277"/>
                  </a:lnTo>
                  <a:lnTo>
                    <a:pt x="4854" y="3222"/>
                  </a:lnTo>
                  <a:lnTo>
                    <a:pt x="4209" y="4381"/>
                  </a:lnTo>
                  <a:lnTo>
                    <a:pt x="3565" y="5627"/>
                  </a:lnTo>
                  <a:lnTo>
                    <a:pt x="2964" y="7001"/>
                  </a:lnTo>
                  <a:lnTo>
                    <a:pt x="2406" y="8504"/>
                  </a:lnTo>
                  <a:lnTo>
                    <a:pt x="1890" y="10136"/>
                  </a:lnTo>
                  <a:lnTo>
                    <a:pt x="1418" y="11854"/>
                  </a:lnTo>
                  <a:lnTo>
                    <a:pt x="1031" y="13658"/>
                  </a:lnTo>
                  <a:lnTo>
                    <a:pt x="688" y="15548"/>
                  </a:lnTo>
                  <a:lnTo>
                    <a:pt x="473" y="17481"/>
                  </a:lnTo>
                  <a:lnTo>
                    <a:pt x="301" y="19456"/>
                  </a:lnTo>
                  <a:lnTo>
                    <a:pt x="172" y="21303"/>
                  </a:lnTo>
                  <a:lnTo>
                    <a:pt x="43" y="23408"/>
                  </a:lnTo>
                  <a:lnTo>
                    <a:pt x="0" y="24439"/>
                  </a:lnTo>
                  <a:lnTo>
                    <a:pt x="0" y="25426"/>
                  </a:lnTo>
                  <a:lnTo>
                    <a:pt x="43" y="26328"/>
                  </a:lnTo>
                  <a:lnTo>
                    <a:pt x="172" y="27144"/>
                  </a:lnTo>
                  <a:lnTo>
                    <a:pt x="16922" y="27273"/>
                  </a:lnTo>
                  <a:lnTo>
                    <a:pt x="17051" y="26500"/>
                  </a:lnTo>
                  <a:lnTo>
                    <a:pt x="17094" y="25641"/>
                  </a:lnTo>
                  <a:lnTo>
                    <a:pt x="17137" y="24696"/>
                  </a:lnTo>
                  <a:lnTo>
                    <a:pt x="17137" y="23751"/>
                  </a:lnTo>
                  <a:lnTo>
                    <a:pt x="17137" y="20058"/>
                  </a:lnTo>
                  <a:lnTo>
                    <a:pt x="17094" y="18039"/>
                  </a:lnTo>
                  <a:lnTo>
                    <a:pt x="17008" y="16106"/>
                  </a:lnTo>
                  <a:lnTo>
                    <a:pt x="16837" y="14217"/>
                  </a:lnTo>
                  <a:lnTo>
                    <a:pt x="16622" y="12413"/>
                  </a:lnTo>
                  <a:lnTo>
                    <a:pt x="16364" y="10652"/>
                  </a:lnTo>
                  <a:lnTo>
                    <a:pt x="16021" y="9020"/>
                  </a:lnTo>
                  <a:lnTo>
                    <a:pt x="15591" y="7474"/>
                  </a:lnTo>
                  <a:lnTo>
                    <a:pt x="15119" y="6056"/>
                  </a:lnTo>
                  <a:lnTo>
                    <a:pt x="14861" y="5412"/>
                  </a:lnTo>
                  <a:lnTo>
                    <a:pt x="14603" y="4768"/>
                  </a:lnTo>
                  <a:lnTo>
                    <a:pt x="14303" y="4166"/>
                  </a:lnTo>
                  <a:lnTo>
                    <a:pt x="14002" y="3608"/>
                  </a:lnTo>
                  <a:lnTo>
                    <a:pt x="13658" y="3050"/>
                  </a:lnTo>
                  <a:lnTo>
                    <a:pt x="13315" y="2577"/>
                  </a:lnTo>
                  <a:lnTo>
                    <a:pt x="12971" y="2105"/>
                  </a:lnTo>
                  <a:lnTo>
                    <a:pt x="12585" y="1718"/>
                  </a:lnTo>
                  <a:lnTo>
                    <a:pt x="12198" y="1332"/>
                  </a:lnTo>
                  <a:lnTo>
                    <a:pt x="11769" y="1031"/>
                  </a:lnTo>
                  <a:lnTo>
                    <a:pt x="11339" y="730"/>
                  </a:lnTo>
                  <a:lnTo>
                    <a:pt x="10910" y="473"/>
                  </a:lnTo>
                  <a:lnTo>
                    <a:pt x="10437" y="301"/>
                  </a:lnTo>
                  <a:lnTo>
                    <a:pt x="9965" y="129"/>
                  </a:lnTo>
                  <a:lnTo>
                    <a:pt x="9449" y="43"/>
                  </a:lnTo>
                  <a:lnTo>
                    <a:pt x="89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2" name="Google Shape;13452;p37"/>
            <p:cNvSpPr/>
            <p:nvPr/>
          </p:nvSpPr>
          <p:spPr>
            <a:xfrm>
              <a:off x="6149125" y="662250"/>
              <a:ext cx="332875" cy="1348625"/>
            </a:xfrm>
            <a:custGeom>
              <a:avLst/>
              <a:gdLst/>
              <a:ahLst/>
              <a:cxnLst/>
              <a:rect l="l" t="t" r="r" b="b"/>
              <a:pathLst>
                <a:path w="13315" h="53945" extrusionOk="0">
                  <a:moveTo>
                    <a:pt x="13314" y="0"/>
                  </a:moveTo>
                  <a:lnTo>
                    <a:pt x="13143" y="129"/>
                  </a:lnTo>
                  <a:lnTo>
                    <a:pt x="12713" y="515"/>
                  </a:lnTo>
                  <a:lnTo>
                    <a:pt x="12069" y="1160"/>
                  </a:lnTo>
                  <a:lnTo>
                    <a:pt x="11682" y="1632"/>
                  </a:lnTo>
                  <a:lnTo>
                    <a:pt x="11253" y="2147"/>
                  </a:lnTo>
                  <a:lnTo>
                    <a:pt x="10823" y="2792"/>
                  </a:lnTo>
                  <a:lnTo>
                    <a:pt x="10351" y="3479"/>
                  </a:lnTo>
                  <a:lnTo>
                    <a:pt x="9836" y="4295"/>
                  </a:lnTo>
                  <a:lnTo>
                    <a:pt x="9363" y="5197"/>
                  </a:lnTo>
                  <a:lnTo>
                    <a:pt x="8848" y="6228"/>
                  </a:lnTo>
                  <a:lnTo>
                    <a:pt x="8375" y="7344"/>
                  </a:lnTo>
                  <a:lnTo>
                    <a:pt x="7903" y="8590"/>
                  </a:lnTo>
                  <a:lnTo>
                    <a:pt x="7430" y="9921"/>
                  </a:lnTo>
                  <a:lnTo>
                    <a:pt x="7130" y="10952"/>
                  </a:lnTo>
                  <a:lnTo>
                    <a:pt x="6786" y="12112"/>
                  </a:lnTo>
                  <a:lnTo>
                    <a:pt x="6142" y="14775"/>
                  </a:lnTo>
                  <a:lnTo>
                    <a:pt x="5498" y="17781"/>
                  </a:lnTo>
                  <a:lnTo>
                    <a:pt x="4853" y="21045"/>
                  </a:lnTo>
                  <a:lnTo>
                    <a:pt x="4252" y="24481"/>
                  </a:lnTo>
                  <a:lnTo>
                    <a:pt x="3608" y="28089"/>
                  </a:lnTo>
                  <a:lnTo>
                    <a:pt x="3050" y="31697"/>
                  </a:lnTo>
                  <a:lnTo>
                    <a:pt x="2491" y="35261"/>
                  </a:lnTo>
                  <a:lnTo>
                    <a:pt x="1503" y="41919"/>
                  </a:lnTo>
                  <a:lnTo>
                    <a:pt x="687" y="47502"/>
                  </a:lnTo>
                  <a:lnTo>
                    <a:pt x="0" y="52699"/>
                  </a:lnTo>
                  <a:lnTo>
                    <a:pt x="11596" y="53944"/>
                  </a:lnTo>
                  <a:lnTo>
                    <a:pt x="12971" y="6099"/>
                  </a:lnTo>
                  <a:lnTo>
                    <a:pt x="133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3" name="Google Shape;13453;p37"/>
            <p:cNvSpPr/>
            <p:nvPr/>
          </p:nvSpPr>
          <p:spPr>
            <a:xfrm>
              <a:off x="6405750" y="682650"/>
              <a:ext cx="62300" cy="563725"/>
            </a:xfrm>
            <a:custGeom>
              <a:avLst/>
              <a:gdLst/>
              <a:ahLst/>
              <a:cxnLst/>
              <a:rect l="l" t="t" r="r" b="b"/>
              <a:pathLst>
                <a:path w="2492" h="22549" extrusionOk="0">
                  <a:moveTo>
                    <a:pt x="2362" y="0"/>
                  </a:moveTo>
                  <a:lnTo>
                    <a:pt x="2319" y="43"/>
                  </a:lnTo>
                  <a:lnTo>
                    <a:pt x="473" y="5283"/>
                  </a:lnTo>
                  <a:lnTo>
                    <a:pt x="473" y="5369"/>
                  </a:lnTo>
                  <a:lnTo>
                    <a:pt x="1289" y="5583"/>
                  </a:lnTo>
                  <a:lnTo>
                    <a:pt x="0" y="6442"/>
                  </a:lnTo>
                  <a:lnTo>
                    <a:pt x="1718" y="22463"/>
                  </a:lnTo>
                  <a:lnTo>
                    <a:pt x="1761" y="22506"/>
                  </a:lnTo>
                  <a:lnTo>
                    <a:pt x="1804" y="22548"/>
                  </a:lnTo>
                  <a:lnTo>
                    <a:pt x="1890" y="22506"/>
                  </a:lnTo>
                  <a:lnTo>
                    <a:pt x="1890" y="22420"/>
                  </a:lnTo>
                  <a:lnTo>
                    <a:pt x="215" y="6528"/>
                  </a:lnTo>
                  <a:lnTo>
                    <a:pt x="1546" y="5583"/>
                  </a:lnTo>
                  <a:lnTo>
                    <a:pt x="1546" y="5412"/>
                  </a:lnTo>
                  <a:lnTo>
                    <a:pt x="730" y="5240"/>
                  </a:lnTo>
                  <a:lnTo>
                    <a:pt x="2491" y="86"/>
                  </a:lnTo>
                  <a:lnTo>
                    <a:pt x="2491" y="43"/>
                  </a:lnTo>
                  <a:lnTo>
                    <a:pt x="244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4" name="Google Shape;13454;p37"/>
            <p:cNvSpPr/>
            <p:nvPr/>
          </p:nvSpPr>
          <p:spPr>
            <a:xfrm>
              <a:off x="6262925" y="1364450"/>
              <a:ext cx="134250" cy="16150"/>
            </a:xfrm>
            <a:custGeom>
              <a:avLst/>
              <a:gdLst/>
              <a:ahLst/>
              <a:cxnLst/>
              <a:rect l="l" t="t" r="r" b="b"/>
              <a:pathLst>
                <a:path w="5370" h="646" extrusionOk="0">
                  <a:moveTo>
                    <a:pt x="5241" y="1"/>
                  </a:moveTo>
                  <a:lnTo>
                    <a:pt x="87" y="430"/>
                  </a:lnTo>
                  <a:lnTo>
                    <a:pt x="1" y="473"/>
                  </a:lnTo>
                  <a:lnTo>
                    <a:pt x="1" y="559"/>
                  </a:lnTo>
                  <a:lnTo>
                    <a:pt x="44" y="602"/>
                  </a:lnTo>
                  <a:lnTo>
                    <a:pt x="87" y="645"/>
                  </a:lnTo>
                  <a:lnTo>
                    <a:pt x="5284" y="216"/>
                  </a:lnTo>
                  <a:lnTo>
                    <a:pt x="5327" y="173"/>
                  </a:lnTo>
                  <a:lnTo>
                    <a:pt x="5369" y="87"/>
                  </a:lnTo>
                  <a:lnTo>
                    <a:pt x="5327" y="44"/>
                  </a:lnTo>
                  <a:lnTo>
                    <a:pt x="5241"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5" name="Google Shape;13455;p37"/>
            <p:cNvSpPr/>
            <p:nvPr/>
          </p:nvSpPr>
          <p:spPr>
            <a:xfrm>
              <a:off x="6146975" y="908125"/>
              <a:ext cx="294225" cy="1104900"/>
            </a:xfrm>
            <a:custGeom>
              <a:avLst/>
              <a:gdLst/>
              <a:ahLst/>
              <a:cxnLst/>
              <a:rect l="l" t="t" r="r" b="b"/>
              <a:pathLst>
                <a:path w="11769" h="44196" extrusionOk="0">
                  <a:moveTo>
                    <a:pt x="7473" y="0"/>
                  </a:moveTo>
                  <a:lnTo>
                    <a:pt x="7431" y="43"/>
                  </a:lnTo>
                  <a:lnTo>
                    <a:pt x="7130" y="1074"/>
                  </a:lnTo>
                  <a:lnTo>
                    <a:pt x="6786" y="2234"/>
                  </a:lnTo>
                  <a:lnTo>
                    <a:pt x="6185" y="4854"/>
                  </a:lnTo>
                  <a:lnTo>
                    <a:pt x="5541" y="7817"/>
                  </a:lnTo>
                  <a:lnTo>
                    <a:pt x="4896" y="11081"/>
                  </a:lnTo>
                  <a:lnTo>
                    <a:pt x="4252" y="14517"/>
                  </a:lnTo>
                  <a:lnTo>
                    <a:pt x="3651" y="18082"/>
                  </a:lnTo>
                  <a:lnTo>
                    <a:pt x="3050" y="21690"/>
                  </a:lnTo>
                  <a:lnTo>
                    <a:pt x="2491" y="25212"/>
                  </a:lnTo>
                  <a:lnTo>
                    <a:pt x="1504" y="31912"/>
                  </a:lnTo>
                  <a:lnTo>
                    <a:pt x="730" y="37495"/>
                  </a:lnTo>
                  <a:lnTo>
                    <a:pt x="0" y="42864"/>
                  </a:lnTo>
                  <a:lnTo>
                    <a:pt x="0" y="42950"/>
                  </a:lnTo>
                  <a:lnTo>
                    <a:pt x="11682" y="44195"/>
                  </a:lnTo>
                  <a:lnTo>
                    <a:pt x="11768" y="44152"/>
                  </a:lnTo>
                  <a:lnTo>
                    <a:pt x="11768" y="44109"/>
                  </a:lnTo>
                  <a:lnTo>
                    <a:pt x="11768" y="44024"/>
                  </a:lnTo>
                  <a:lnTo>
                    <a:pt x="11682" y="43981"/>
                  </a:lnTo>
                  <a:lnTo>
                    <a:pt x="215" y="42778"/>
                  </a:lnTo>
                  <a:lnTo>
                    <a:pt x="1031" y="36679"/>
                  </a:lnTo>
                  <a:lnTo>
                    <a:pt x="1804" y="31053"/>
                  </a:lnTo>
                  <a:lnTo>
                    <a:pt x="2792" y="24482"/>
                  </a:lnTo>
                  <a:lnTo>
                    <a:pt x="3952" y="17524"/>
                  </a:lnTo>
                  <a:lnTo>
                    <a:pt x="4510" y="14088"/>
                  </a:lnTo>
                  <a:lnTo>
                    <a:pt x="5154" y="10738"/>
                  </a:lnTo>
                  <a:lnTo>
                    <a:pt x="5755" y="7645"/>
                  </a:lnTo>
                  <a:lnTo>
                    <a:pt x="6400" y="4768"/>
                  </a:lnTo>
                  <a:lnTo>
                    <a:pt x="7001" y="2234"/>
                  </a:lnTo>
                  <a:lnTo>
                    <a:pt x="7302" y="1117"/>
                  </a:lnTo>
                  <a:lnTo>
                    <a:pt x="7602" y="129"/>
                  </a:lnTo>
                  <a:lnTo>
                    <a:pt x="7602" y="43"/>
                  </a:lnTo>
                  <a:lnTo>
                    <a:pt x="755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6" name="Google Shape;13456;p37"/>
            <p:cNvSpPr/>
            <p:nvPr/>
          </p:nvSpPr>
          <p:spPr>
            <a:xfrm>
              <a:off x="6600075" y="662250"/>
              <a:ext cx="331825" cy="1348625"/>
            </a:xfrm>
            <a:custGeom>
              <a:avLst/>
              <a:gdLst/>
              <a:ahLst/>
              <a:cxnLst/>
              <a:rect l="l" t="t" r="r" b="b"/>
              <a:pathLst>
                <a:path w="13273" h="53945" extrusionOk="0">
                  <a:moveTo>
                    <a:pt x="1" y="0"/>
                  </a:moveTo>
                  <a:lnTo>
                    <a:pt x="345" y="6099"/>
                  </a:lnTo>
                  <a:lnTo>
                    <a:pt x="1719" y="53944"/>
                  </a:lnTo>
                  <a:lnTo>
                    <a:pt x="13272" y="52699"/>
                  </a:lnTo>
                  <a:lnTo>
                    <a:pt x="12585" y="47502"/>
                  </a:lnTo>
                  <a:lnTo>
                    <a:pt x="11812" y="41919"/>
                  </a:lnTo>
                  <a:lnTo>
                    <a:pt x="10824" y="35261"/>
                  </a:lnTo>
                  <a:lnTo>
                    <a:pt x="10266" y="31697"/>
                  </a:lnTo>
                  <a:lnTo>
                    <a:pt x="9665" y="28089"/>
                  </a:lnTo>
                  <a:lnTo>
                    <a:pt x="9063" y="24481"/>
                  </a:lnTo>
                  <a:lnTo>
                    <a:pt x="8419" y="21045"/>
                  </a:lnTo>
                  <a:lnTo>
                    <a:pt x="7775" y="17781"/>
                  </a:lnTo>
                  <a:lnTo>
                    <a:pt x="7130" y="14775"/>
                  </a:lnTo>
                  <a:lnTo>
                    <a:pt x="6486" y="12112"/>
                  </a:lnTo>
                  <a:lnTo>
                    <a:pt x="6186" y="10952"/>
                  </a:lnTo>
                  <a:lnTo>
                    <a:pt x="5885" y="9921"/>
                  </a:lnTo>
                  <a:lnTo>
                    <a:pt x="5413" y="8590"/>
                  </a:lnTo>
                  <a:lnTo>
                    <a:pt x="4940" y="7344"/>
                  </a:lnTo>
                  <a:lnTo>
                    <a:pt x="4425" y="6228"/>
                  </a:lnTo>
                  <a:lnTo>
                    <a:pt x="3952" y="5197"/>
                  </a:lnTo>
                  <a:lnTo>
                    <a:pt x="3437" y="4295"/>
                  </a:lnTo>
                  <a:lnTo>
                    <a:pt x="2964" y="3479"/>
                  </a:lnTo>
                  <a:lnTo>
                    <a:pt x="2492" y="2792"/>
                  </a:lnTo>
                  <a:lnTo>
                    <a:pt x="2020" y="2147"/>
                  </a:lnTo>
                  <a:lnTo>
                    <a:pt x="1633" y="1632"/>
                  </a:lnTo>
                  <a:lnTo>
                    <a:pt x="1203" y="1160"/>
                  </a:lnTo>
                  <a:lnTo>
                    <a:pt x="559" y="515"/>
                  </a:lnTo>
                  <a:lnTo>
                    <a:pt x="130" y="129"/>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7" name="Google Shape;13457;p37"/>
            <p:cNvSpPr/>
            <p:nvPr/>
          </p:nvSpPr>
          <p:spPr>
            <a:xfrm>
              <a:off x="6614050" y="682650"/>
              <a:ext cx="62300" cy="589500"/>
            </a:xfrm>
            <a:custGeom>
              <a:avLst/>
              <a:gdLst/>
              <a:ahLst/>
              <a:cxnLst/>
              <a:rect l="l" t="t" r="r" b="b"/>
              <a:pathLst>
                <a:path w="2492" h="23580" extrusionOk="0">
                  <a:moveTo>
                    <a:pt x="43" y="0"/>
                  </a:moveTo>
                  <a:lnTo>
                    <a:pt x="0" y="43"/>
                  </a:lnTo>
                  <a:lnTo>
                    <a:pt x="0" y="86"/>
                  </a:lnTo>
                  <a:lnTo>
                    <a:pt x="1761" y="5240"/>
                  </a:lnTo>
                  <a:lnTo>
                    <a:pt x="902" y="5412"/>
                  </a:lnTo>
                  <a:lnTo>
                    <a:pt x="902" y="5583"/>
                  </a:lnTo>
                  <a:lnTo>
                    <a:pt x="2277" y="6528"/>
                  </a:lnTo>
                  <a:lnTo>
                    <a:pt x="859" y="23493"/>
                  </a:lnTo>
                  <a:lnTo>
                    <a:pt x="859" y="23579"/>
                  </a:lnTo>
                  <a:lnTo>
                    <a:pt x="1031" y="23579"/>
                  </a:lnTo>
                  <a:lnTo>
                    <a:pt x="1031" y="23493"/>
                  </a:lnTo>
                  <a:lnTo>
                    <a:pt x="2491" y="6442"/>
                  </a:lnTo>
                  <a:lnTo>
                    <a:pt x="1203" y="5583"/>
                  </a:lnTo>
                  <a:lnTo>
                    <a:pt x="2019" y="5369"/>
                  </a:lnTo>
                  <a:lnTo>
                    <a:pt x="1976" y="5283"/>
                  </a:lnTo>
                  <a:lnTo>
                    <a:pt x="172" y="43"/>
                  </a:lnTo>
                  <a:lnTo>
                    <a:pt x="12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8" name="Google Shape;13458;p37"/>
            <p:cNvSpPr/>
            <p:nvPr/>
          </p:nvSpPr>
          <p:spPr>
            <a:xfrm>
              <a:off x="6684900" y="1364450"/>
              <a:ext cx="134250" cy="16150"/>
            </a:xfrm>
            <a:custGeom>
              <a:avLst/>
              <a:gdLst/>
              <a:ahLst/>
              <a:cxnLst/>
              <a:rect l="l" t="t" r="r" b="b"/>
              <a:pathLst>
                <a:path w="5370" h="646" extrusionOk="0">
                  <a:moveTo>
                    <a:pt x="87" y="1"/>
                  </a:moveTo>
                  <a:lnTo>
                    <a:pt x="44" y="44"/>
                  </a:lnTo>
                  <a:lnTo>
                    <a:pt x="1" y="87"/>
                  </a:lnTo>
                  <a:lnTo>
                    <a:pt x="44" y="173"/>
                  </a:lnTo>
                  <a:lnTo>
                    <a:pt x="87" y="216"/>
                  </a:lnTo>
                  <a:lnTo>
                    <a:pt x="5241" y="645"/>
                  </a:lnTo>
                  <a:lnTo>
                    <a:pt x="5284" y="645"/>
                  </a:lnTo>
                  <a:lnTo>
                    <a:pt x="5327" y="602"/>
                  </a:lnTo>
                  <a:lnTo>
                    <a:pt x="5370" y="559"/>
                  </a:lnTo>
                  <a:lnTo>
                    <a:pt x="5327" y="473"/>
                  </a:lnTo>
                  <a:lnTo>
                    <a:pt x="5284" y="430"/>
                  </a:lnTo>
                  <a:lnTo>
                    <a:pt x="87"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9" name="Google Shape;13459;p37"/>
            <p:cNvSpPr/>
            <p:nvPr/>
          </p:nvSpPr>
          <p:spPr>
            <a:xfrm>
              <a:off x="6640875" y="908125"/>
              <a:ext cx="294250" cy="1104900"/>
            </a:xfrm>
            <a:custGeom>
              <a:avLst/>
              <a:gdLst/>
              <a:ahLst/>
              <a:cxnLst/>
              <a:rect l="l" t="t" r="r" b="b"/>
              <a:pathLst>
                <a:path w="11770" h="44196" extrusionOk="0">
                  <a:moveTo>
                    <a:pt x="4210" y="0"/>
                  </a:moveTo>
                  <a:lnTo>
                    <a:pt x="4167" y="43"/>
                  </a:lnTo>
                  <a:lnTo>
                    <a:pt x="4167" y="129"/>
                  </a:lnTo>
                  <a:lnTo>
                    <a:pt x="4468" y="1117"/>
                  </a:lnTo>
                  <a:lnTo>
                    <a:pt x="4768" y="2234"/>
                  </a:lnTo>
                  <a:lnTo>
                    <a:pt x="5370" y="4768"/>
                  </a:lnTo>
                  <a:lnTo>
                    <a:pt x="6014" y="7645"/>
                  </a:lnTo>
                  <a:lnTo>
                    <a:pt x="6615" y="10738"/>
                  </a:lnTo>
                  <a:lnTo>
                    <a:pt x="7216" y="14088"/>
                  </a:lnTo>
                  <a:lnTo>
                    <a:pt x="7818" y="17524"/>
                  </a:lnTo>
                  <a:lnTo>
                    <a:pt x="8934" y="24482"/>
                  </a:lnTo>
                  <a:lnTo>
                    <a:pt x="9922" y="31053"/>
                  </a:lnTo>
                  <a:lnTo>
                    <a:pt x="10738" y="36679"/>
                  </a:lnTo>
                  <a:lnTo>
                    <a:pt x="11554" y="42778"/>
                  </a:lnTo>
                  <a:lnTo>
                    <a:pt x="87" y="43981"/>
                  </a:lnTo>
                  <a:lnTo>
                    <a:pt x="1" y="44024"/>
                  </a:lnTo>
                  <a:lnTo>
                    <a:pt x="1" y="44109"/>
                  </a:lnTo>
                  <a:lnTo>
                    <a:pt x="1" y="44152"/>
                  </a:lnTo>
                  <a:lnTo>
                    <a:pt x="87" y="44195"/>
                  </a:lnTo>
                  <a:lnTo>
                    <a:pt x="11769" y="42950"/>
                  </a:lnTo>
                  <a:lnTo>
                    <a:pt x="11769" y="42864"/>
                  </a:lnTo>
                  <a:lnTo>
                    <a:pt x="11039" y="37495"/>
                  </a:lnTo>
                  <a:lnTo>
                    <a:pt x="10266" y="31912"/>
                  </a:lnTo>
                  <a:lnTo>
                    <a:pt x="9278" y="25212"/>
                  </a:lnTo>
                  <a:lnTo>
                    <a:pt x="8720" y="21690"/>
                  </a:lnTo>
                  <a:lnTo>
                    <a:pt x="8118" y="18082"/>
                  </a:lnTo>
                  <a:lnTo>
                    <a:pt x="7517" y="14517"/>
                  </a:lnTo>
                  <a:lnTo>
                    <a:pt x="6873" y="11081"/>
                  </a:lnTo>
                  <a:lnTo>
                    <a:pt x="6229" y="7817"/>
                  </a:lnTo>
                  <a:lnTo>
                    <a:pt x="5584" y="4854"/>
                  </a:lnTo>
                  <a:lnTo>
                    <a:pt x="4940" y="2234"/>
                  </a:lnTo>
                  <a:lnTo>
                    <a:pt x="4640" y="1074"/>
                  </a:lnTo>
                  <a:lnTo>
                    <a:pt x="4339" y="43"/>
                  </a:lnTo>
                  <a:lnTo>
                    <a:pt x="4296"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0" name="Google Shape;13460;p37"/>
            <p:cNvSpPr/>
            <p:nvPr/>
          </p:nvSpPr>
          <p:spPr>
            <a:xfrm>
              <a:off x="6329500" y="963950"/>
              <a:ext cx="168600" cy="144975"/>
            </a:xfrm>
            <a:custGeom>
              <a:avLst/>
              <a:gdLst/>
              <a:ahLst/>
              <a:cxnLst/>
              <a:rect l="l" t="t" r="r" b="b"/>
              <a:pathLst>
                <a:path w="6744" h="5799" extrusionOk="0">
                  <a:moveTo>
                    <a:pt x="2964" y="1"/>
                  </a:moveTo>
                  <a:lnTo>
                    <a:pt x="2835" y="44"/>
                  </a:lnTo>
                  <a:lnTo>
                    <a:pt x="2664" y="173"/>
                  </a:lnTo>
                  <a:lnTo>
                    <a:pt x="2234" y="559"/>
                  </a:lnTo>
                  <a:lnTo>
                    <a:pt x="1719" y="1117"/>
                  </a:lnTo>
                  <a:lnTo>
                    <a:pt x="1246" y="1762"/>
                  </a:lnTo>
                  <a:lnTo>
                    <a:pt x="387" y="2921"/>
                  </a:lnTo>
                  <a:lnTo>
                    <a:pt x="1" y="3437"/>
                  </a:lnTo>
                  <a:lnTo>
                    <a:pt x="1" y="3823"/>
                  </a:lnTo>
                  <a:lnTo>
                    <a:pt x="1" y="4167"/>
                  </a:lnTo>
                  <a:lnTo>
                    <a:pt x="87" y="4596"/>
                  </a:lnTo>
                  <a:lnTo>
                    <a:pt x="215" y="5026"/>
                  </a:lnTo>
                  <a:lnTo>
                    <a:pt x="301" y="5198"/>
                  </a:lnTo>
                  <a:lnTo>
                    <a:pt x="430" y="5369"/>
                  </a:lnTo>
                  <a:lnTo>
                    <a:pt x="559" y="5541"/>
                  </a:lnTo>
                  <a:lnTo>
                    <a:pt x="774" y="5670"/>
                  </a:lnTo>
                  <a:lnTo>
                    <a:pt x="946" y="5756"/>
                  </a:lnTo>
                  <a:lnTo>
                    <a:pt x="1203" y="5799"/>
                  </a:lnTo>
                  <a:lnTo>
                    <a:pt x="1547" y="5799"/>
                  </a:lnTo>
                  <a:lnTo>
                    <a:pt x="1933" y="5756"/>
                  </a:lnTo>
                  <a:lnTo>
                    <a:pt x="2835" y="5627"/>
                  </a:lnTo>
                  <a:lnTo>
                    <a:pt x="3737" y="5412"/>
                  </a:lnTo>
                  <a:lnTo>
                    <a:pt x="4639" y="5155"/>
                  </a:lnTo>
                  <a:lnTo>
                    <a:pt x="6142" y="4682"/>
                  </a:lnTo>
                  <a:lnTo>
                    <a:pt x="6744" y="4425"/>
                  </a:lnTo>
                  <a:lnTo>
                    <a:pt x="6701" y="3823"/>
                  </a:lnTo>
                  <a:lnTo>
                    <a:pt x="6529" y="2492"/>
                  </a:lnTo>
                  <a:lnTo>
                    <a:pt x="6400" y="1762"/>
                  </a:lnTo>
                  <a:lnTo>
                    <a:pt x="6228" y="1117"/>
                  </a:lnTo>
                  <a:lnTo>
                    <a:pt x="6099" y="860"/>
                  </a:lnTo>
                  <a:lnTo>
                    <a:pt x="5971" y="645"/>
                  </a:lnTo>
                  <a:lnTo>
                    <a:pt x="5842" y="516"/>
                  </a:lnTo>
                  <a:lnTo>
                    <a:pt x="5713" y="473"/>
                  </a:lnTo>
                  <a:lnTo>
                    <a:pt x="5369" y="473"/>
                  </a:lnTo>
                  <a:lnTo>
                    <a:pt x="4940" y="516"/>
                  </a:lnTo>
                  <a:lnTo>
                    <a:pt x="4510" y="645"/>
                  </a:lnTo>
                  <a:lnTo>
                    <a:pt x="4038" y="817"/>
                  </a:lnTo>
                  <a:lnTo>
                    <a:pt x="3265" y="1117"/>
                  </a:lnTo>
                  <a:lnTo>
                    <a:pt x="2921" y="1246"/>
                  </a:lnTo>
                  <a:lnTo>
                    <a:pt x="3007" y="1032"/>
                  </a:lnTo>
                  <a:lnTo>
                    <a:pt x="3222" y="602"/>
                  </a:lnTo>
                  <a:lnTo>
                    <a:pt x="3265" y="387"/>
                  </a:lnTo>
                  <a:lnTo>
                    <a:pt x="3265" y="173"/>
                  </a:lnTo>
                  <a:lnTo>
                    <a:pt x="3222" y="130"/>
                  </a:lnTo>
                  <a:lnTo>
                    <a:pt x="3179" y="44"/>
                  </a:lnTo>
                  <a:lnTo>
                    <a:pt x="3093" y="1"/>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1" name="Google Shape;13461;p37"/>
            <p:cNvSpPr/>
            <p:nvPr/>
          </p:nvSpPr>
          <p:spPr>
            <a:xfrm>
              <a:off x="6360650" y="910275"/>
              <a:ext cx="66600" cy="84850"/>
            </a:xfrm>
            <a:custGeom>
              <a:avLst/>
              <a:gdLst/>
              <a:ahLst/>
              <a:cxnLst/>
              <a:rect l="l" t="t" r="r" b="b"/>
              <a:pathLst>
                <a:path w="2664" h="3394" extrusionOk="0">
                  <a:moveTo>
                    <a:pt x="1160" y="0"/>
                  </a:moveTo>
                  <a:lnTo>
                    <a:pt x="0" y="773"/>
                  </a:lnTo>
                  <a:lnTo>
                    <a:pt x="1675" y="3393"/>
                  </a:lnTo>
                  <a:lnTo>
                    <a:pt x="2663" y="3007"/>
                  </a:lnTo>
                  <a:lnTo>
                    <a:pt x="11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2" name="Google Shape;13462;p37"/>
            <p:cNvSpPr/>
            <p:nvPr/>
          </p:nvSpPr>
          <p:spPr>
            <a:xfrm>
              <a:off x="6108325" y="691225"/>
              <a:ext cx="325350" cy="565875"/>
            </a:xfrm>
            <a:custGeom>
              <a:avLst/>
              <a:gdLst/>
              <a:ahLst/>
              <a:cxnLst/>
              <a:rect l="l" t="t" r="r" b="b"/>
              <a:pathLst>
                <a:path w="13014" h="22635" extrusionOk="0">
                  <a:moveTo>
                    <a:pt x="13014" y="1"/>
                  </a:moveTo>
                  <a:lnTo>
                    <a:pt x="11639" y="731"/>
                  </a:lnTo>
                  <a:lnTo>
                    <a:pt x="10909" y="1203"/>
                  </a:lnTo>
                  <a:lnTo>
                    <a:pt x="10179" y="1676"/>
                  </a:lnTo>
                  <a:lnTo>
                    <a:pt x="9406" y="2234"/>
                  </a:lnTo>
                  <a:lnTo>
                    <a:pt x="8633" y="2835"/>
                  </a:lnTo>
                  <a:lnTo>
                    <a:pt x="7860" y="3480"/>
                  </a:lnTo>
                  <a:lnTo>
                    <a:pt x="7087" y="4210"/>
                  </a:lnTo>
                  <a:lnTo>
                    <a:pt x="6314" y="4983"/>
                  </a:lnTo>
                  <a:lnTo>
                    <a:pt x="5584" y="5799"/>
                  </a:lnTo>
                  <a:lnTo>
                    <a:pt x="4853" y="6701"/>
                  </a:lnTo>
                  <a:lnTo>
                    <a:pt x="4123" y="7646"/>
                  </a:lnTo>
                  <a:lnTo>
                    <a:pt x="3436" y="8633"/>
                  </a:lnTo>
                  <a:lnTo>
                    <a:pt x="2792" y="9707"/>
                  </a:lnTo>
                  <a:lnTo>
                    <a:pt x="2191" y="10867"/>
                  </a:lnTo>
                  <a:lnTo>
                    <a:pt x="1675" y="12069"/>
                  </a:lnTo>
                  <a:lnTo>
                    <a:pt x="1289" y="13057"/>
                  </a:lnTo>
                  <a:lnTo>
                    <a:pt x="945" y="13916"/>
                  </a:lnTo>
                  <a:lnTo>
                    <a:pt x="644" y="14775"/>
                  </a:lnTo>
                  <a:lnTo>
                    <a:pt x="430" y="15548"/>
                  </a:lnTo>
                  <a:lnTo>
                    <a:pt x="258" y="16278"/>
                  </a:lnTo>
                  <a:lnTo>
                    <a:pt x="129" y="16966"/>
                  </a:lnTo>
                  <a:lnTo>
                    <a:pt x="43" y="17610"/>
                  </a:lnTo>
                  <a:lnTo>
                    <a:pt x="0" y="18211"/>
                  </a:lnTo>
                  <a:lnTo>
                    <a:pt x="0" y="18727"/>
                  </a:lnTo>
                  <a:lnTo>
                    <a:pt x="43" y="19242"/>
                  </a:lnTo>
                  <a:lnTo>
                    <a:pt x="129" y="19671"/>
                  </a:lnTo>
                  <a:lnTo>
                    <a:pt x="215" y="20101"/>
                  </a:lnTo>
                  <a:lnTo>
                    <a:pt x="344" y="20445"/>
                  </a:lnTo>
                  <a:lnTo>
                    <a:pt x="473" y="20788"/>
                  </a:lnTo>
                  <a:lnTo>
                    <a:pt x="644" y="21089"/>
                  </a:lnTo>
                  <a:lnTo>
                    <a:pt x="816" y="21346"/>
                  </a:lnTo>
                  <a:lnTo>
                    <a:pt x="1031" y="21604"/>
                  </a:lnTo>
                  <a:lnTo>
                    <a:pt x="1246" y="21776"/>
                  </a:lnTo>
                  <a:lnTo>
                    <a:pt x="1503" y="21948"/>
                  </a:lnTo>
                  <a:lnTo>
                    <a:pt x="1718" y="22120"/>
                  </a:lnTo>
                  <a:lnTo>
                    <a:pt x="2233" y="22334"/>
                  </a:lnTo>
                  <a:lnTo>
                    <a:pt x="2749" y="22506"/>
                  </a:lnTo>
                  <a:lnTo>
                    <a:pt x="3221" y="22592"/>
                  </a:lnTo>
                  <a:lnTo>
                    <a:pt x="3651" y="22635"/>
                  </a:lnTo>
                  <a:lnTo>
                    <a:pt x="4338" y="22635"/>
                  </a:lnTo>
                  <a:lnTo>
                    <a:pt x="4639" y="22549"/>
                  </a:lnTo>
                  <a:lnTo>
                    <a:pt x="5025" y="22420"/>
                  </a:lnTo>
                  <a:lnTo>
                    <a:pt x="6099" y="22034"/>
                  </a:lnTo>
                  <a:lnTo>
                    <a:pt x="7344" y="21432"/>
                  </a:lnTo>
                  <a:lnTo>
                    <a:pt x="8676" y="20788"/>
                  </a:lnTo>
                  <a:lnTo>
                    <a:pt x="11038" y="19629"/>
                  </a:lnTo>
                  <a:lnTo>
                    <a:pt x="12069" y="19113"/>
                  </a:lnTo>
                  <a:lnTo>
                    <a:pt x="9921" y="12069"/>
                  </a:lnTo>
                  <a:lnTo>
                    <a:pt x="6872" y="13358"/>
                  </a:lnTo>
                  <a:lnTo>
                    <a:pt x="6872" y="13358"/>
                  </a:lnTo>
                  <a:lnTo>
                    <a:pt x="7259" y="9793"/>
                  </a:lnTo>
                  <a:lnTo>
                    <a:pt x="12498" y="3351"/>
                  </a:lnTo>
                  <a:lnTo>
                    <a:pt x="130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3" name="Google Shape;13463;p37"/>
            <p:cNvSpPr/>
            <p:nvPr/>
          </p:nvSpPr>
          <p:spPr>
            <a:xfrm>
              <a:off x="6106175" y="989725"/>
              <a:ext cx="307100" cy="269525"/>
            </a:xfrm>
            <a:custGeom>
              <a:avLst/>
              <a:gdLst/>
              <a:ahLst/>
              <a:cxnLst/>
              <a:rect l="l" t="t" r="r" b="b"/>
              <a:pathLst>
                <a:path w="12284" h="10781" extrusionOk="0">
                  <a:moveTo>
                    <a:pt x="10050" y="1"/>
                  </a:moveTo>
                  <a:lnTo>
                    <a:pt x="3136" y="2921"/>
                  </a:lnTo>
                  <a:lnTo>
                    <a:pt x="3093" y="2964"/>
                  </a:lnTo>
                  <a:lnTo>
                    <a:pt x="3093" y="3050"/>
                  </a:lnTo>
                  <a:lnTo>
                    <a:pt x="3136" y="3093"/>
                  </a:lnTo>
                  <a:lnTo>
                    <a:pt x="3221" y="3093"/>
                  </a:lnTo>
                  <a:lnTo>
                    <a:pt x="9921" y="258"/>
                  </a:lnTo>
                  <a:lnTo>
                    <a:pt x="12026" y="7087"/>
                  </a:lnTo>
                  <a:lnTo>
                    <a:pt x="10695" y="7774"/>
                  </a:lnTo>
                  <a:lnTo>
                    <a:pt x="8418" y="8934"/>
                  </a:lnTo>
                  <a:lnTo>
                    <a:pt x="7173" y="9535"/>
                  </a:lnTo>
                  <a:lnTo>
                    <a:pt x="6013" y="10051"/>
                  </a:lnTo>
                  <a:lnTo>
                    <a:pt x="5025" y="10394"/>
                  </a:lnTo>
                  <a:lnTo>
                    <a:pt x="4682" y="10523"/>
                  </a:lnTo>
                  <a:lnTo>
                    <a:pt x="4381" y="10566"/>
                  </a:lnTo>
                  <a:lnTo>
                    <a:pt x="3780" y="10609"/>
                  </a:lnTo>
                  <a:lnTo>
                    <a:pt x="3350" y="10566"/>
                  </a:lnTo>
                  <a:lnTo>
                    <a:pt x="2835" y="10480"/>
                  </a:lnTo>
                  <a:lnTo>
                    <a:pt x="2362" y="10308"/>
                  </a:lnTo>
                  <a:lnTo>
                    <a:pt x="1847" y="10094"/>
                  </a:lnTo>
                  <a:lnTo>
                    <a:pt x="1589" y="9922"/>
                  </a:lnTo>
                  <a:lnTo>
                    <a:pt x="1375" y="9750"/>
                  </a:lnTo>
                  <a:lnTo>
                    <a:pt x="1117" y="9535"/>
                  </a:lnTo>
                  <a:lnTo>
                    <a:pt x="945" y="9278"/>
                  </a:lnTo>
                  <a:lnTo>
                    <a:pt x="730" y="8934"/>
                  </a:lnTo>
                  <a:lnTo>
                    <a:pt x="559" y="8590"/>
                  </a:lnTo>
                  <a:lnTo>
                    <a:pt x="387" y="8161"/>
                  </a:lnTo>
                  <a:lnTo>
                    <a:pt x="301" y="7731"/>
                  </a:lnTo>
                  <a:lnTo>
                    <a:pt x="215" y="7302"/>
                  </a:lnTo>
                  <a:lnTo>
                    <a:pt x="172" y="6787"/>
                  </a:lnTo>
                  <a:lnTo>
                    <a:pt x="172" y="6271"/>
                  </a:lnTo>
                  <a:lnTo>
                    <a:pt x="215" y="5713"/>
                  </a:lnTo>
                  <a:lnTo>
                    <a:pt x="301" y="5154"/>
                  </a:lnTo>
                  <a:lnTo>
                    <a:pt x="430" y="4510"/>
                  </a:lnTo>
                  <a:lnTo>
                    <a:pt x="559" y="3866"/>
                  </a:lnTo>
                  <a:lnTo>
                    <a:pt x="730" y="3179"/>
                  </a:lnTo>
                  <a:lnTo>
                    <a:pt x="1203" y="1761"/>
                  </a:lnTo>
                  <a:lnTo>
                    <a:pt x="1847" y="172"/>
                  </a:lnTo>
                  <a:lnTo>
                    <a:pt x="1847" y="86"/>
                  </a:lnTo>
                  <a:lnTo>
                    <a:pt x="1761" y="44"/>
                  </a:lnTo>
                  <a:lnTo>
                    <a:pt x="1718" y="44"/>
                  </a:lnTo>
                  <a:lnTo>
                    <a:pt x="1632" y="86"/>
                  </a:lnTo>
                  <a:lnTo>
                    <a:pt x="1031" y="1719"/>
                  </a:lnTo>
                  <a:lnTo>
                    <a:pt x="559" y="3179"/>
                  </a:lnTo>
                  <a:lnTo>
                    <a:pt x="387" y="3866"/>
                  </a:lnTo>
                  <a:lnTo>
                    <a:pt x="215" y="4510"/>
                  </a:lnTo>
                  <a:lnTo>
                    <a:pt x="129" y="5154"/>
                  </a:lnTo>
                  <a:lnTo>
                    <a:pt x="43" y="5756"/>
                  </a:lnTo>
                  <a:lnTo>
                    <a:pt x="0" y="6314"/>
                  </a:lnTo>
                  <a:lnTo>
                    <a:pt x="0" y="6830"/>
                  </a:lnTo>
                  <a:lnTo>
                    <a:pt x="43" y="7345"/>
                  </a:lnTo>
                  <a:lnTo>
                    <a:pt x="129" y="7817"/>
                  </a:lnTo>
                  <a:lnTo>
                    <a:pt x="215" y="8247"/>
                  </a:lnTo>
                  <a:lnTo>
                    <a:pt x="387" y="8676"/>
                  </a:lnTo>
                  <a:lnTo>
                    <a:pt x="559" y="9020"/>
                  </a:lnTo>
                  <a:lnTo>
                    <a:pt x="773" y="9364"/>
                  </a:lnTo>
                  <a:lnTo>
                    <a:pt x="1117" y="9793"/>
                  </a:lnTo>
                  <a:lnTo>
                    <a:pt x="1546" y="10137"/>
                  </a:lnTo>
                  <a:lnTo>
                    <a:pt x="1976" y="10351"/>
                  </a:lnTo>
                  <a:lnTo>
                    <a:pt x="2405" y="10566"/>
                  </a:lnTo>
                  <a:lnTo>
                    <a:pt x="2835" y="10652"/>
                  </a:lnTo>
                  <a:lnTo>
                    <a:pt x="3221" y="10738"/>
                  </a:lnTo>
                  <a:lnTo>
                    <a:pt x="3608" y="10781"/>
                  </a:lnTo>
                  <a:lnTo>
                    <a:pt x="4424" y="10781"/>
                  </a:lnTo>
                  <a:lnTo>
                    <a:pt x="4725" y="10695"/>
                  </a:lnTo>
                  <a:lnTo>
                    <a:pt x="5111" y="10609"/>
                  </a:lnTo>
                  <a:lnTo>
                    <a:pt x="6142" y="10180"/>
                  </a:lnTo>
                  <a:lnTo>
                    <a:pt x="7387" y="9621"/>
                  </a:lnTo>
                  <a:lnTo>
                    <a:pt x="8719" y="9020"/>
                  </a:lnTo>
                  <a:lnTo>
                    <a:pt x="11038" y="7817"/>
                  </a:lnTo>
                  <a:lnTo>
                    <a:pt x="12198" y="7259"/>
                  </a:lnTo>
                  <a:lnTo>
                    <a:pt x="12284" y="7216"/>
                  </a:lnTo>
                  <a:lnTo>
                    <a:pt x="1005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4" name="Google Shape;13464;p37"/>
            <p:cNvSpPr/>
            <p:nvPr/>
          </p:nvSpPr>
          <p:spPr>
            <a:xfrm>
              <a:off x="6430425" y="894175"/>
              <a:ext cx="289950" cy="384400"/>
            </a:xfrm>
            <a:custGeom>
              <a:avLst/>
              <a:gdLst/>
              <a:ahLst/>
              <a:cxnLst/>
              <a:rect l="l" t="t" r="r" b="b"/>
              <a:pathLst>
                <a:path w="11598" h="15376" extrusionOk="0">
                  <a:moveTo>
                    <a:pt x="903" y="0"/>
                  </a:moveTo>
                  <a:lnTo>
                    <a:pt x="731" y="43"/>
                  </a:lnTo>
                  <a:lnTo>
                    <a:pt x="559" y="86"/>
                  </a:lnTo>
                  <a:lnTo>
                    <a:pt x="387" y="172"/>
                  </a:lnTo>
                  <a:lnTo>
                    <a:pt x="259" y="301"/>
                  </a:lnTo>
                  <a:lnTo>
                    <a:pt x="173" y="430"/>
                  </a:lnTo>
                  <a:lnTo>
                    <a:pt x="87" y="558"/>
                  </a:lnTo>
                  <a:lnTo>
                    <a:pt x="44" y="730"/>
                  </a:lnTo>
                  <a:lnTo>
                    <a:pt x="1" y="945"/>
                  </a:lnTo>
                  <a:lnTo>
                    <a:pt x="1" y="14474"/>
                  </a:lnTo>
                  <a:lnTo>
                    <a:pt x="44" y="14646"/>
                  </a:lnTo>
                  <a:lnTo>
                    <a:pt x="87" y="14818"/>
                  </a:lnTo>
                  <a:lnTo>
                    <a:pt x="173" y="14946"/>
                  </a:lnTo>
                  <a:lnTo>
                    <a:pt x="259" y="15075"/>
                  </a:lnTo>
                  <a:lnTo>
                    <a:pt x="387" y="15204"/>
                  </a:lnTo>
                  <a:lnTo>
                    <a:pt x="559" y="15290"/>
                  </a:lnTo>
                  <a:lnTo>
                    <a:pt x="731" y="15333"/>
                  </a:lnTo>
                  <a:lnTo>
                    <a:pt x="903" y="15376"/>
                  </a:lnTo>
                  <a:lnTo>
                    <a:pt x="10695" y="15376"/>
                  </a:lnTo>
                  <a:lnTo>
                    <a:pt x="10867" y="15333"/>
                  </a:lnTo>
                  <a:lnTo>
                    <a:pt x="11039" y="15290"/>
                  </a:lnTo>
                  <a:lnTo>
                    <a:pt x="11211" y="15204"/>
                  </a:lnTo>
                  <a:lnTo>
                    <a:pt x="11340" y="15075"/>
                  </a:lnTo>
                  <a:lnTo>
                    <a:pt x="11425" y="14946"/>
                  </a:lnTo>
                  <a:lnTo>
                    <a:pt x="11511" y="14818"/>
                  </a:lnTo>
                  <a:lnTo>
                    <a:pt x="11597" y="14646"/>
                  </a:lnTo>
                  <a:lnTo>
                    <a:pt x="11597" y="14474"/>
                  </a:lnTo>
                  <a:lnTo>
                    <a:pt x="11597" y="945"/>
                  </a:lnTo>
                  <a:lnTo>
                    <a:pt x="11597" y="730"/>
                  </a:lnTo>
                  <a:lnTo>
                    <a:pt x="11511" y="558"/>
                  </a:lnTo>
                  <a:lnTo>
                    <a:pt x="11425" y="430"/>
                  </a:lnTo>
                  <a:lnTo>
                    <a:pt x="11340" y="301"/>
                  </a:lnTo>
                  <a:lnTo>
                    <a:pt x="11211" y="172"/>
                  </a:lnTo>
                  <a:lnTo>
                    <a:pt x="11039" y="86"/>
                  </a:lnTo>
                  <a:lnTo>
                    <a:pt x="10867" y="43"/>
                  </a:lnTo>
                  <a:lnTo>
                    <a:pt x="106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5" name="Google Shape;13465;p37"/>
            <p:cNvSpPr/>
            <p:nvPr/>
          </p:nvSpPr>
          <p:spPr>
            <a:xfrm>
              <a:off x="6503450" y="883425"/>
              <a:ext cx="143900" cy="41900"/>
            </a:xfrm>
            <a:custGeom>
              <a:avLst/>
              <a:gdLst/>
              <a:ahLst/>
              <a:cxnLst/>
              <a:rect l="l" t="t" r="r" b="b"/>
              <a:pathLst>
                <a:path w="5756" h="1676" extrusionOk="0">
                  <a:moveTo>
                    <a:pt x="859" y="1"/>
                  </a:moveTo>
                  <a:lnTo>
                    <a:pt x="688" y="44"/>
                  </a:lnTo>
                  <a:lnTo>
                    <a:pt x="516" y="86"/>
                  </a:lnTo>
                  <a:lnTo>
                    <a:pt x="387" y="172"/>
                  </a:lnTo>
                  <a:lnTo>
                    <a:pt x="258" y="258"/>
                  </a:lnTo>
                  <a:lnTo>
                    <a:pt x="172" y="387"/>
                  </a:lnTo>
                  <a:lnTo>
                    <a:pt x="86" y="516"/>
                  </a:lnTo>
                  <a:lnTo>
                    <a:pt x="43" y="688"/>
                  </a:lnTo>
                  <a:lnTo>
                    <a:pt x="0" y="860"/>
                  </a:lnTo>
                  <a:lnTo>
                    <a:pt x="43" y="988"/>
                  </a:lnTo>
                  <a:lnTo>
                    <a:pt x="86" y="1160"/>
                  </a:lnTo>
                  <a:lnTo>
                    <a:pt x="172" y="1289"/>
                  </a:lnTo>
                  <a:lnTo>
                    <a:pt x="258" y="1418"/>
                  </a:lnTo>
                  <a:lnTo>
                    <a:pt x="387" y="1547"/>
                  </a:lnTo>
                  <a:lnTo>
                    <a:pt x="516" y="1590"/>
                  </a:lnTo>
                  <a:lnTo>
                    <a:pt x="688" y="1633"/>
                  </a:lnTo>
                  <a:lnTo>
                    <a:pt x="859" y="1676"/>
                  </a:lnTo>
                  <a:lnTo>
                    <a:pt x="4940" y="1676"/>
                  </a:lnTo>
                  <a:lnTo>
                    <a:pt x="5068" y="1633"/>
                  </a:lnTo>
                  <a:lnTo>
                    <a:pt x="5240" y="1590"/>
                  </a:lnTo>
                  <a:lnTo>
                    <a:pt x="5369" y="1547"/>
                  </a:lnTo>
                  <a:lnTo>
                    <a:pt x="5498" y="1418"/>
                  </a:lnTo>
                  <a:lnTo>
                    <a:pt x="5627" y="1289"/>
                  </a:lnTo>
                  <a:lnTo>
                    <a:pt x="5670" y="1160"/>
                  </a:lnTo>
                  <a:lnTo>
                    <a:pt x="5713" y="988"/>
                  </a:lnTo>
                  <a:lnTo>
                    <a:pt x="5756" y="860"/>
                  </a:lnTo>
                  <a:lnTo>
                    <a:pt x="5713" y="688"/>
                  </a:lnTo>
                  <a:lnTo>
                    <a:pt x="5670" y="516"/>
                  </a:lnTo>
                  <a:lnTo>
                    <a:pt x="5627" y="387"/>
                  </a:lnTo>
                  <a:lnTo>
                    <a:pt x="5498" y="258"/>
                  </a:lnTo>
                  <a:lnTo>
                    <a:pt x="5369" y="172"/>
                  </a:lnTo>
                  <a:lnTo>
                    <a:pt x="5240" y="86"/>
                  </a:lnTo>
                  <a:lnTo>
                    <a:pt x="5068" y="44"/>
                  </a:lnTo>
                  <a:lnTo>
                    <a:pt x="49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6" name="Google Shape;13466;p37"/>
            <p:cNvSpPr/>
            <p:nvPr/>
          </p:nvSpPr>
          <p:spPr>
            <a:xfrm>
              <a:off x="6543175" y="854425"/>
              <a:ext cx="64450" cy="63375"/>
            </a:xfrm>
            <a:custGeom>
              <a:avLst/>
              <a:gdLst/>
              <a:ahLst/>
              <a:cxnLst/>
              <a:rect l="l" t="t" r="r" b="b"/>
              <a:pathLst>
                <a:path w="2578" h="2535" extrusionOk="0">
                  <a:moveTo>
                    <a:pt x="1289" y="559"/>
                  </a:moveTo>
                  <a:lnTo>
                    <a:pt x="1418" y="602"/>
                  </a:lnTo>
                  <a:lnTo>
                    <a:pt x="1547" y="645"/>
                  </a:lnTo>
                  <a:lnTo>
                    <a:pt x="1676" y="688"/>
                  </a:lnTo>
                  <a:lnTo>
                    <a:pt x="1804" y="774"/>
                  </a:lnTo>
                  <a:lnTo>
                    <a:pt x="1847" y="903"/>
                  </a:lnTo>
                  <a:lnTo>
                    <a:pt x="1933" y="989"/>
                  </a:lnTo>
                  <a:lnTo>
                    <a:pt x="1976" y="1118"/>
                  </a:lnTo>
                  <a:lnTo>
                    <a:pt x="1976" y="1289"/>
                  </a:lnTo>
                  <a:lnTo>
                    <a:pt x="1976" y="1418"/>
                  </a:lnTo>
                  <a:lnTo>
                    <a:pt x="1933" y="1547"/>
                  </a:lnTo>
                  <a:lnTo>
                    <a:pt x="1847" y="1676"/>
                  </a:lnTo>
                  <a:lnTo>
                    <a:pt x="1804" y="1762"/>
                  </a:lnTo>
                  <a:lnTo>
                    <a:pt x="1676" y="1848"/>
                  </a:lnTo>
                  <a:lnTo>
                    <a:pt x="1547" y="1934"/>
                  </a:lnTo>
                  <a:lnTo>
                    <a:pt x="1418" y="1934"/>
                  </a:lnTo>
                  <a:lnTo>
                    <a:pt x="1289" y="1977"/>
                  </a:lnTo>
                  <a:lnTo>
                    <a:pt x="1160" y="1934"/>
                  </a:lnTo>
                  <a:lnTo>
                    <a:pt x="1031" y="1934"/>
                  </a:lnTo>
                  <a:lnTo>
                    <a:pt x="903" y="1848"/>
                  </a:lnTo>
                  <a:lnTo>
                    <a:pt x="817" y="1762"/>
                  </a:lnTo>
                  <a:lnTo>
                    <a:pt x="731" y="1676"/>
                  </a:lnTo>
                  <a:lnTo>
                    <a:pt x="645" y="1547"/>
                  </a:lnTo>
                  <a:lnTo>
                    <a:pt x="602" y="1418"/>
                  </a:lnTo>
                  <a:lnTo>
                    <a:pt x="602" y="1289"/>
                  </a:lnTo>
                  <a:lnTo>
                    <a:pt x="602" y="1118"/>
                  </a:lnTo>
                  <a:lnTo>
                    <a:pt x="645" y="989"/>
                  </a:lnTo>
                  <a:lnTo>
                    <a:pt x="731" y="903"/>
                  </a:lnTo>
                  <a:lnTo>
                    <a:pt x="817" y="774"/>
                  </a:lnTo>
                  <a:lnTo>
                    <a:pt x="903" y="688"/>
                  </a:lnTo>
                  <a:lnTo>
                    <a:pt x="1031" y="645"/>
                  </a:lnTo>
                  <a:lnTo>
                    <a:pt x="1160" y="602"/>
                  </a:lnTo>
                  <a:lnTo>
                    <a:pt x="1289" y="559"/>
                  </a:lnTo>
                  <a:close/>
                  <a:moveTo>
                    <a:pt x="1289" y="1"/>
                  </a:moveTo>
                  <a:lnTo>
                    <a:pt x="1031" y="44"/>
                  </a:lnTo>
                  <a:lnTo>
                    <a:pt x="774" y="87"/>
                  </a:lnTo>
                  <a:lnTo>
                    <a:pt x="559" y="216"/>
                  </a:lnTo>
                  <a:lnTo>
                    <a:pt x="387" y="387"/>
                  </a:lnTo>
                  <a:lnTo>
                    <a:pt x="215" y="559"/>
                  </a:lnTo>
                  <a:lnTo>
                    <a:pt x="129" y="774"/>
                  </a:lnTo>
                  <a:lnTo>
                    <a:pt x="44" y="1032"/>
                  </a:lnTo>
                  <a:lnTo>
                    <a:pt x="1" y="1289"/>
                  </a:lnTo>
                  <a:lnTo>
                    <a:pt x="44" y="1547"/>
                  </a:lnTo>
                  <a:lnTo>
                    <a:pt x="129" y="1762"/>
                  </a:lnTo>
                  <a:lnTo>
                    <a:pt x="215" y="1977"/>
                  </a:lnTo>
                  <a:lnTo>
                    <a:pt x="387" y="2191"/>
                  </a:lnTo>
                  <a:lnTo>
                    <a:pt x="559" y="2320"/>
                  </a:lnTo>
                  <a:lnTo>
                    <a:pt x="774" y="2449"/>
                  </a:lnTo>
                  <a:lnTo>
                    <a:pt x="1031" y="2535"/>
                  </a:lnTo>
                  <a:lnTo>
                    <a:pt x="1547" y="2535"/>
                  </a:lnTo>
                  <a:lnTo>
                    <a:pt x="1804" y="2449"/>
                  </a:lnTo>
                  <a:lnTo>
                    <a:pt x="2019" y="2320"/>
                  </a:lnTo>
                  <a:lnTo>
                    <a:pt x="2191" y="2191"/>
                  </a:lnTo>
                  <a:lnTo>
                    <a:pt x="2363" y="1977"/>
                  </a:lnTo>
                  <a:lnTo>
                    <a:pt x="2449" y="1762"/>
                  </a:lnTo>
                  <a:lnTo>
                    <a:pt x="2535" y="1547"/>
                  </a:lnTo>
                  <a:lnTo>
                    <a:pt x="2578" y="1289"/>
                  </a:lnTo>
                  <a:lnTo>
                    <a:pt x="2535" y="1032"/>
                  </a:lnTo>
                  <a:lnTo>
                    <a:pt x="2449" y="774"/>
                  </a:lnTo>
                  <a:lnTo>
                    <a:pt x="2363" y="559"/>
                  </a:lnTo>
                  <a:lnTo>
                    <a:pt x="2191" y="387"/>
                  </a:lnTo>
                  <a:lnTo>
                    <a:pt x="2019" y="216"/>
                  </a:lnTo>
                  <a:lnTo>
                    <a:pt x="1804" y="87"/>
                  </a:lnTo>
                  <a:lnTo>
                    <a:pt x="1547" y="44"/>
                  </a:lnTo>
                  <a:lnTo>
                    <a:pt x="1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7" name="Google Shape;13467;p37"/>
            <p:cNvSpPr/>
            <p:nvPr/>
          </p:nvSpPr>
          <p:spPr>
            <a:xfrm>
              <a:off x="6617275" y="1036975"/>
              <a:ext cx="183625" cy="154650"/>
            </a:xfrm>
            <a:custGeom>
              <a:avLst/>
              <a:gdLst/>
              <a:ahLst/>
              <a:cxnLst/>
              <a:rect l="l" t="t" r="r" b="b"/>
              <a:pathLst>
                <a:path w="7345" h="6186" extrusionOk="0">
                  <a:moveTo>
                    <a:pt x="4123" y="0"/>
                  </a:moveTo>
                  <a:lnTo>
                    <a:pt x="4123" y="1160"/>
                  </a:lnTo>
                  <a:lnTo>
                    <a:pt x="3737" y="945"/>
                  </a:lnTo>
                  <a:lnTo>
                    <a:pt x="2878" y="559"/>
                  </a:lnTo>
                  <a:lnTo>
                    <a:pt x="1933" y="172"/>
                  </a:lnTo>
                  <a:lnTo>
                    <a:pt x="1546" y="43"/>
                  </a:lnTo>
                  <a:lnTo>
                    <a:pt x="1246" y="43"/>
                  </a:lnTo>
                  <a:lnTo>
                    <a:pt x="1074" y="86"/>
                  </a:lnTo>
                  <a:lnTo>
                    <a:pt x="945" y="129"/>
                  </a:lnTo>
                  <a:lnTo>
                    <a:pt x="816" y="258"/>
                  </a:lnTo>
                  <a:lnTo>
                    <a:pt x="730" y="344"/>
                  </a:lnTo>
                  <a:lnTo>
                    <a:pt x="730" y="516"/>
                  </a:lnTo>
                  <a:lnTo>
                    <a:pt x="730" y="645"/>
                  </a:lnTo>
                  <a:lnTo>
                    <a:pt x="816" y="773"/>
                  </a:lnTo>
                  <a:lnTo>
                    <a:pt x="945" y="945"/>
                  </a:lnTo>
                  <a:lnTo>
                    <a:pt x="859" y="945"/>
                  </a:lnTo>
                  <a:lnTo>
                    <a:pt x="601" y="902"/>
                  </a:lnTo>
                  <a:lnTo>
                    <a:pt x="473" y="945"/>
                  </a:lnTo>
                  <a:lnTo>
                    <a:pt x="344" y="988"/>
                  </a:lnTo>
                  <a:lnTo>
                    <a:pt x="215" y="1074"/>
                  </a:lnTo>
                  <a:lnTo>
                    <a:pt x="129" y="1203"/>
                  </a:lnTo>
                  <a:lnTo>
                    <a:pt x="86" y="1332"/>
                  </a:lnTo>
                  <a:lnTo>
                    <a:pt x="86" y="1504"/>
                  </a:lnTo>
                  <a:lnTo>
                    <a:pt x="129" y="1632"/>
                  </a:lnTo>
                  <a:lnTo>
                    <a:pt x="172" y="1761"/>
                  </a:lnTo>
                  <a:lnTo>
                    <a:pt x="387" y="2019"/>
                  </a:lnTo>
                  <a:lnTo>
                    <a:pt x="687" y="2191"/>
                  </a:lnTo>
                  <a:lnTo>
                    <a:pt x="601" y="2191"/>
                  </a:lnTo>
                  <a:lnTo>
                    <a:pt x="387" y="2148"/>
                  </a:lnTo>
                  <a:lnTo>
                    <a:pt x="258" y="2148"/>
                  </a:lnTo>
                  <a:lnTo>
                    <a:pt x="172" y="2191"/>
                  </a:lnTo>
                  <a:lnTo>
                    <a:pt x="86" y="2277"/>
                  </a:lnTo>
                  <a:lnTo>
                    <a:pt x="0" y="2406"/>
                  </a:lnTo>
                  <a:lnTo>
                    <a:pt x="43" y="2534"/>
                  </a:lnTo>
                  <a:lnTo>
                    <a:pt x="129" y="2706"/>
                  </a:lnTo>
                  <a:lnTo>
                    <a:pt x="258" y="2878"/>
                  </a:lnTo>
                  <a:lnTo>
                    <a:pt x="473" y="3050"/>
                  </a:lnTo>
                  <a:lnTo>
                    <a:pt x="691" y="3214"/>
                  </a:lnTo>
                  <a:lnTo>
                    <a:pt x="691" y="3214"/>
                  </a:lnTo>
                  <a:lnTo>
                    <a:pt x="515" y="3179"/>
                  </a:lnTo>
                  <a:lnTo>
                    <a:pt x="387" y="3179"/>
                  </a:lnTo>
                  <a:lnTo>
                    <a:pt x="344" y="3264"/>
                  </a:lnTo>
                  <a:lnTo>
                    <a:pt x="301" y="3350"/>
                  </a:lnTo>
                  <a:lnTo>
                    <a:pt x="301" y="3479"/>
                  </a:lnTo>
                  <a:lnTo>
                    <a:pt x="387" y="3651"/>
                  </a:lnTo>
                  <a:lnTo>
                    <a:pt x="515" y="3823"/>
                  </a:lnTo>
                  <a:lnTo>
                    <a:pt x="730" y="4081"/>
                  </a:lnTo>
                  <a:lnTo>
                    <a:pt x="1074" y="4295"/>
                  </a:lnTo>
                  <a:lnTo>
                    <a:pt x="1503" y="4553"/>
                  </a:lnTo>
                  <a:lnTo>
                    <a:pt x="2062" y="4854"/>
                  </a:lnTo>
                  <a:lnTo>
                    <a:pt x="3264" y="5412"/>
                  </a:lnTo>
                  <a:lnTo>
                    <a:pt x="4209" y="5799"/>
                  </a:lnTo>
                  <a:lnTo>
                    <a:pt x="5111" y="6185"/>
                  </a:lnTo>
                  <a:lnTo>
                    <a:pt x="7344" y="2534"/>
                  </a:lnTo>
                  <a:lnTo>
                    <a:pt x="4123"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8" name="Google Shape;13468;p37"/>
            <p:cNvSpPr/>
            <p:nvPr/>
          </p:nvSpPr>
          <p:spPr>
            <a:xfrm>
              <a:off x="6632300" y="1117500"/>
              <a:ext cx="51550" cy="27950"/>
            </a:xfrm>
            <a:custGeom>
              <a:avLst/>
              <a:gdLst/>
              <a:ahLst/>
              <a:cxnLst/>
              <a:rect l="l" t="t" r="r" b="b"/>
              <a:pathLst>
                <a:path w="2062" h="1118" extrusionOk="0">
                  <a:moveTo>
                    <a:pt x="43" y="1"/>
                  </a:moveTo>
                  <a:lnTo>
                    <a:pt x="0" y="43"/>
                  </a:lnTo>
                  <a:lnTo>
                    <a:pt x="0" y="129"/>
                  </a:lnTo>
                  <a:lnTo>
                    <a:pt x="43" y="172"/>
                  </a:lnTo>
                  <a:lnTo>
                    <a:pt x="1933" y="1117"/>
                  </a:lnTo>
                  <a:lnTo>
                    <a:pt x="2019" y="1117"/>
                  </a:lnTo>
                  <a:lnTo>
                    <a:pt x="2062" y="1074"/>
                  </a:lnTo>
                  <a:lnTo>
                    <a:pt x="2062" y="988"/>
                  </a:lnTo>
                  <a:lnTo>
                    <a:pt x="2019" y="945"/>
                  </a:lnTo>
                  <a:lnTo>
                    <a:pt x="12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9" name="Google Shape;13469;p37"/>
            <p:cNvSpPr/>
            <p:nvPr/>
          </p:nvSpPr>
          <p:spPr>
            <a:xfrm>
              <a:off x="6622625" y="1084225"/>
              <a:ext cx="73050" cy="41900"/>
            </a:xfrm>
            <a:custGeom>
              <a:avLst/>
              <a:gdLst/>
              <a:ahLst/>
              <a:cxnLst/>
              <a:rect l="l" t="t" r="r" b="b"/>
              <a:pathLst>
                <a:path w="2922" h="1676" extrusionOk="0">
                  <a:moveTo>
                    <a:pt x="44" y="0"/>
                  </a:moveTo>
                  <a:lnTo>
                    <a:pt x="1" y="43"/>
                  </a:lnTo>
                  <a:lnTo>
                    <a:pt x="1" y="129"/>
                  </a:lnTo>
                  <a:lnTo>
                    <a:pt x="44" y="172"/>
                  </a:lnTo>
                  <a:lnTo>
                    <a:pt x="2750" y="1675"/>
                  </a:lnTo>
                  <a:lnTo>
                    <a:pt x="2878" y="1675"/>
                  </a:lnTo>
                  <a:lnTo>
                    <a:pt x="2878" y="1632"/>
                  </a:lnTo>
                  <a:lnTo>
                    <a:pt x="2921" y="1589"/>
                  </a:lnTo>
                  <a:lnTo>
                    <a:pt x="2878" y="1503"/>
                  </a:lnTo>
                  <a:lnTo>
                    <a:pt x="130"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0" name="Google Shape;13470;p37"/>
            <p:cNvSpPr/>
            <p:nvPr/>
          </p:nvSpPr>
          <p:spPr>
            <a:xfrm>
              <a:off x="6636600" y="1056300"/>
              <a:ext cx="76250" cy="46200"/>
            </a:xfrm>
            <a:custGeom>
              <a:avLst/>
              <a:gdLst/>
              <a:ahLst/>
              <a:cxnLst/>
              <a:rect l="l" t="t" r="r" b="b"/>
              <a:pathLst>
                <a:path w="3050" h="1848" extrusionOk="0">
                  <a:moveTo>
                    <a:pt x="86" y="0"/>
                  </a:moveTo>
                  <a:lnTo>
                    <a:pt x="0" y="43"/>
                  </a:lnTo>
                  <a:lnTo>
                    <a:pt x="0" y="129"/>
                  </a:lnTo>
                  <a:lnTo>
                    <a:pt x="43" y="172"/>
                  </a:lnTo>
                  <a:lnTo>
                    <a:pt x="2921" y="1804"/>
                  </a:lnTo>
                  <a:lnTo>
                    <a:pt x="2964" y="1847"/>
                  </a:lnTo>
                  <a:lnTo>
                    <a:pt x="3007" y="1804"/>
                  </a:lnTo>
                  <a:lnTo>
                    <a:pt x="3050" y="1761"/>
                  </a:lnTo>
                  <a:lnTo>
                    <a:pt x="3050" y="1718"/>
                  </a:lnTo>
                  <a:lnTo>
                    <a:pt x="3007" y="1633"/>
                  </a:lnTo>
                  <a:lnTo>
                    <a:pt x="129"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1" name="Google Shape;13471;p37"/>
            <p:cNvSpPr/>
            <p:nvPr/>
          </p:nvSpPr>
          <p:spPr>
            <a:xfrm>
              <a:off x="6643025" y="688000"/>
              <a:ext cx="354375" cy="590575"/>
            </a:xfrm>
            <a:custGeom>
              <a:avLst/>
              <a:gdLst/>
              <a:ahLst/>
              <a:cxnLst/>
              <a:rect l="l" t="t" r="r" b="b"/>
              <a:pathLst>
                <a:path w="14175" h="23623" extrusionOk="0">
                  <a:moveTo>
                    <a:pt x="1" y="1"/>
                  </a:moveTo>
                  <a:lnTo>
                    <a:pt x="774" y="1160"/>
                  </a:lnTo>
                  <a:lnTo>
                    <a:pt x="1762" y="2062"/>
                  </a:lnTo>
                  <a:lnTo>
                    <a:pt x="2234" y="2535"/>
                  </a:lnTo>
                  <a:lnTo>
                    <a:pt x="2707" y="3007"/>
                  </a:lnTo>
                  <a:lnTo>
                    <a:pt x="3136" y="3523"/>
                  </a:lnTo>
                  <a:lnTo>
                    <a:pt x="3566" y="4081"/>
                  </a:lnTo>
                  <a:lnTo>
                    <a:pt x="3909" y="4596"/>
                  </a:lnTo>
                  <a:lnTo>
                    <a:pt x="4253" y="5155"/>
                  </a:lnTo>
                  <a:lnTo>
                    <a:pt x="4811" y="6443"/>
                  </a:lnTo>
                  <a:lnTo>
                    <a:pt x="5370" y="7775"/>
                  </a:lnTo>
                  <a:lnTo>
                    <a:pt x="5885" y="9106"/>
                  </a:lnTo>
                  <a:lnTo>
                    <a:pt x="6357" y="10437"/>
                  </a:lnTo>
                  <a:lnTo>
                    <a:pt x="7088" y="12757"/>
                  </a:lnTo>
                  <a:lnTo>
                    <a:pt x="7517" y="14303"/>
                  </a:lnTo>
                  <a:lnTo>
                    <a:pt x="6314" y="13959"/>
                  </a:lnTo>
                  <a:lnTo>
                    <a:pt x="3737" y="21261"/>
                  </a:lnTo>
                  <a:lnTo>
                    <a:pt x="5584" y="22077"/>
                  </a:lnTo>
                  <a:lnTo>
                    <a:pt x="7130" y="22764"/>
                  </a:lnTo>
                  <a:lnTo>
                    <a:pt x="8419" y="23279"/>
                  </a:lnTo>
                  <a:lnTo>
                    <a:pt x="8934" y="23451"/>
                  </a:lnTo>
                  <a:lnTo>
                    <a:pt x="9579" y="23537"/>
                  </a:lnTo>
                  <a:lnTo>
                    <a:pt x="10309" y="23623"/>
                  </a:lnTo>
                  <a:lnTo>
                    <a:pt x="10695" y="23580"/>
                  </a:lnTo>
                  <a:lnTo>
                    <a:pt x="11082" y="23580"/>
                  </a:lnTo>
                  <a:lnTo>
                    <a:pt x="11468" y="23494"/>
                  </a:lnTo>
                  <a:lnTo>
                    <a:pt x="11855" y="23408"/>
                  </a:lnTo>
                  <a:lnTo>
                    <a:pt x="12198" y="23279"/>
                  </a:lnTo>
                  <a:lnTo>
                    <a:pt x="12585" y="23108"/>
                  </a:lnTo>
                  <a:lnTo>
                    <a:pt x="12886" y="22936"/>
                  </a:lnTo>
                  <a:lnTo>
                    <a:pt x="13186" y="22678"/>
                  </a:lnTo>
                  <a:lnTo>
                    <a:pt x="13487" y="22377"/>
                  </a:lnTo>
                  <a:lnTo>
                    <a:pt x="13702" y="21991"/>
                  </a:lnTo>
                  <a:lnTo>
                    <a:pt x="13874" y="21647"/>
                  </a:lnTo>
                  <a:lnTo>
                    <a:pt x="14002" y="21261"/>
                  </a:lnTo>
                  <a:lnTo>
                    <a:pt x="14131" y="20831"/>
                  </a:lnTo>
                  <a:lnTo>
                    <a:pt x="14174" y="20359"/>
                  </a:lnTo>
                  <a:lnTo>
                    <a:pt x="14174" y="19843"/>
                  </a:lnTo>
                  <a:lnTo>
                    <a:pt x="14174" y="19285"/>
                  </a:lnTo>
                  <a:lnTo>
                    <a:pt x="14131" y="18641"/>
                  </a:lnTo>
                  <a:lnTo>
                    <a:pt x="14002" y="17997"/>
                  </a:lnTo>
                  <a:lnTo>
                    <a:pt x="13874" y="17309"/>
                  </a:lnTo>
                  <a:lnTo>
                    <a:pt x="13702" y="16579"/>
                  </a:lnTo>
                  <a:lnTo>
                    <a:pt x="13487" y="15806"/>
                  </a:lnTo>
                  <a:lnTo>
                    <a:pt x="13186" y="15033"/>
                  </a:lnTo>
                  <a:lnTo>
                    <a:pt x="12886" y="14174"/>
                  </a:lnTo>
                  <a:lnTo>
                    <a:pt x="12542" y="13315"/>
                  </a:lnTo>
                  <a:lnTo>
                    <a:pt x="12113" y="12413"/>
                  </a:lnTo>
                  <a:lnTo>
                    <a:pt x="11683" y="11468"/>
                  </a:lnTo>
                  <a:lnTo>
                    <a:pt x="11082" y="10395"/>
                  </a:lnTo>
                  <a:lnTo>
                    <a:pt x="10481" y="9321"/>
                  </a:lnTo>
                  <a:lnTo>
                    <a:pt x="9793" y="8290"/>
                  </a:lnTo>
                  <a:lnTo>
                    <a:pt x="9106" y="7345"/>
                  </a:lnTo>
                  <a:lnTo>
                    <a:pt x="8333" y="6400"/>
                  </a:lnTo>
                  <a:lnTo>
                    <a:pt x="7603" y="5541"/>
                  </a:lnTo>
                  <a:lnTo>
                    <a:pt x="6830" y="4725"/>
                  </a:lnTo>
                  <a:lnTo>
                    <a:pt x="6057" y="3952"/>
                  </a:lnTo>
                  <a:lnTo>
                    <a:pt x="5241" y="3265"/>
                  </a:lnTo>
                  <a:lnTo>
                    <a:pt x="4468" y="2578"/>
                  </a:lnTo>
                  <a:lnTo>
                    <a:pt x="3652" y="2019"/>
                  </a:lnTo>
                  <a:lnTo>
                    <a:pt x="2878" y="1461"/>
                  </a:lnTo>
                  <a:lnTo>
                    <a:pt x="2105" y="989"/>
                  </a:lnTo>
                  <a:lnTo>
                    <a:pt x="1375" y="602"/>
                  </a:lnTo>
                  <a:lnTo>
                    <a:pt x="688" y="258"/>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2" name="Google Shape;13472;p37"/>
            <p:cNvSpPr/>
            <p:nvPr/>
          </p:nvSpPr>
          <p:spPr>
            <a:xfrm>
              <a:off x="6733225" y="972550"/>
              <a:ext cx="267375" cy="310325"/>
            </a:xfrm>
            <a:custGeom>
              <a:avLst/>
              <a:gdLst/>
              <a:ahLst/>
              <a:cxnLst/>
              <a:rect l="l" t="t" r="r" b="b"/>
              <a:pathLst>
                <a:path w="10695" h="12413" extrusionOk="0">
                  <a:moveTo>
                    <a:pt x="8032" y="0"/>
                  </a:moveTo>
                  <a:lnTo>
                    <a:pt x="7989" y="86"/>
                  </a:lnTo>
                  <a:lnTo>
                    <a:pt x="7989" y="129"/>
                  </a:lnTo>
                  <a:lnTo>
                    <a:pt x="8462" y="1117"/>
                  </a:lnTo>
                  <a:lnTo>
                    <a:pt x="8891" y="2062"/>
                  </a:lnTo>
                  <a:lnTo>
                    <a:pt x="9278" y="3007"/>
                  </a:lnTo>
                  <a:lnTo>
                    <a:pt x="9578" y="3866"/>
                  </a:lnTo>
                  <a:lnTo>
                    <a:pt x="9879" y="4725"/>
                  </a:lnTo>
                  <a:lnTo>
                    <a:pt x="10094" y="5498"/>
                  </a:lnTo>
                  <a:lnTo>
                    <a:pt x="10266" y="6271"/>
                  </a:lnTo>
                  <a:lnTo>
                    <a:pt x="10394" y="7001"/>
                  </a:lnTo>
                  <a:lnTo>
                    <a:pt x="10480" y="7688"/>
                  </a:lnTo>
                  <a:lnTo>
                    <a:pt x="10480" y="8333"/>
                  </a:lnTo>
                  <a:lnTo>
                    <a:pt x="10480" y="8934"/>
                  </a:lnTo>
                  <a:lnTo>
                    <a:pt x="10394" y="9449"/>
                  </a:lnTo>
                  <a:lnTo>
                    <a:pt x="10266" y="9965"/>
                  </a:lnTo>
                  <a:lnTo>
                    <a:pt x="10094" y="10437"/>
                  </a:lnTo>
                  <a:lnTo>
                    <a:pt x="9879" y="10824"/>
                  </a:lnTo>
                  <a:lnTo>
                    <a:pt x="9621" y="11210"/>
                  </a:lnTo>
                  <a:lnTo>
                    <a:pt x="9407" y="11382"/>
                  </a:lnTo>
                  <a:lnTo>
                    <a:pt x="9192" y="11597"/>
                  </a:lnTo>
                  <a:lnTo>
                    <a:pt x="8977" y="11726"/>
                  </a:lnTo>
                  <a:lnTo>
                    <a:pt x="8719" y="11854"/>
                  </a:lnTo>
                  <a:lnTo>
                    <a:pt x="8204" y="12069"/>
                  </a:lnTo>
                  <a:lnTo>
                    <a:pt x="7603" y="12198"/>
                  </a:lnTo>
                  <a:lnTo>
                    <a:pt x="6958" y="12241"/>
                  </a:lnTo>
                  <a:lnTo>
                    <a:pt x="6271" y="12198"/>
                  </a:lnTo>
                  <a:lnTo>
                    <a:pt x="5584" y="12026"/>
                  </a:lnTo>
                  <a:lnTo>
                    <a:pt x="4854" y="11811"/>
                  </a:lnTo>
                  <a:lnTo>
                    <a:pt x="3694" y="11339"/>
                  </a:lnTo>
                  <a:lnTo>
                    <a:pt x="2277" y="10738"/>
                  </a:lnTo>
                  <a:lnTo>
                    <a:pt x="258" y="9836"/>
                  </a:lnTo>
                  <a:lnTo>
                    <a:pt x="2749" y="2706"/>
                  </a:lnTo>
                  <a:lnTo>
                    <a:pt x="4596" y="3179"/>
                  </a:lnTo>
                  <a:lnTo>
                    <a:pt x="5885" y="3565"/>
                  </a:lnTo>
                  <a:lnTo>
                    <a:pt x="7087" y="3995"/>
                  </a:lnTo>
                  <a:lnTo>
                    <a:pt x="7173" y="3995"/>
                  </a:lnTo>
                  <a:lnTo>
                    <a:pt x="7216" y="3952"/>
                  </a:lnTo>
                  <a:lnTo>
                    <a:pt x="7216" y="3866"/>
                  </a:lnTo>
                  <a:lnTo>
                    <a:pt x="7173" y="3823"/>
                  </a:lnTo>
                  <a:lnTo>
                    <a:pt x="6529" y="3565"/>
                  </a:lnTo>
                  <a:lnTo>
                    <a:pt x="5842" y="3350"/>
                  </a:lnTo>
                  <a:lnTo>
                    <a:pt x="4381" y="2921"/>
                  </a:lnTo>
                  <a:lnTo>
                    <a:pt x="2706" y="2491"/>
                  </a:lnTo>
                  <a:lnTo>
                    <a:pt x="2621" y="2491"/>
                  </a:lnTo>
                  <a:lnTo>
                    <a:pt x="1" y="9922"/>
                  </a:lnTo>
                  <a:lnTo>
                    <a:pt x="87" y="9965"/>
                  </a:lnTo>
                  <a:lnTo>
                    <a:pt x="1933" y="10781"/>
                  </a:lnTo>
                  <a:lnTo>
                    <a:pt x="3480" y="11468"/>
                  </a:lnTo>
                  <a:lnTo>
                    <a:pt x="4768" y="11983"/>
                  </a:lnTo>
                  <a:lnTo>
                    <a:pt x="5369" y="12198"/>
                  </a:lnTo>
                  <a:lnTo>
                    <a:pt x="5928" y="12327"/>
                  </a:lnTo>
                  <a:lnTo>
                    <a:pt x="6486" y="12413"/>
                  </a:lnTo>
                  <a:lnTo>
                    <a:pt x="7431" y="12413"/>
                  </a:lnTo>
                  <a:lnTo>
                    <a:pt x="7817" y="12370"/>
                  </a:lnTo>
                  <a:lnTo>
                    <a:pt x="8204" y="12284"/>
                  </a:lnTo>
                  <a:lnTo>
                    <a:pt x="8548" y="12155"/>
                  </a:lnTo>
                  <a:lnTo>
                    <a:pt x="8891" y="11983"/>
                  </a:lnTo>
                  <a:lnTo>
                    <a:pt x="9192" y="11811"/>
                  </a:lnTo>
                  <a:lnTo>
                    <a:pt x="9492" y="11597"/>
                  </a:lnTo>
                  <a:lnTo>
                    <a:pt x="9750" y="11339"/>
                  </a:lnTo>
                  <a:lnTo>
                    <a:pt x="9965" y="11081"/>
                  </a:lnTo>
                  <a:lnTo>
                    <a:pt x="10180" y="10738"/>
                  </a:lnTo>
                  <a:lnTo>
                    <a:pt x="10351" y="10394"/>
                  </a:lnTo>
                  <a:lnTo>
                    <a:pt x="10480" y="10008"/>
                  </a:lnTo>
                  <a:lnTo>
                    <a:pt x="10609" y="9535"/>
                  </a:lnTo>
                  <a:lnTo>
                    <a:pt x="10652" y="9020"/>
                  </a:lnTo>
                  <a:lnTo>
                    <a:pt x="10695" y="8418"/>
                  </a:lnTo>
                  <a:lnTo>
                    <a:pt x="10695" y="7817"/>
                  </a:lnTo>
                  <a:lnTo>
                    <a:pt x="10609" y="7087"/>
                  </a:lnTo>
                  <a:lnTo>
                    <a:pt x="10480" y="6314"/>
                  </a:lnTo>
                  <a:lnTo>
                    <a:pt x="10308" y="5498"/>
                  </a:lnTo>
                  <a:lnTo>
                    <a:pt x="10008" y="4553"/>
                  </a:lnTo>
                  <a:lnTo>
                    <a:pt x="9707" y="3565"/>
                  </a:lnTo>
                  <a:lnTo>
                    <a:pt x="9278" y="2491"/>
                  </a:lnTo>
                  <a:lnTo>
                    <a:pt x="8762" y="1332"/>
                  </a:lnTo>
                  <a:lnTo>
                    <a:pt x="8161" y="43"/>
                  </a:lnTo>
                  <a:lnTo>
                    <a:pt x="8118"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3" name="Google Shape;13473;p37"/>
            <p:cNvSpPr/>
            <p:nvPr/>
          </p:nvSpPr>
          <p:spPr>
            <a:xfrm>
              <a:off x="6407875" y="400250"/>
              <a:ext cx="195450" cy="303900"/>
            </a:xfrm>
            <a:custGeom>
              <a:avLst/>
              <a:gdLst/>
              <a:ahLst/>
              <a:cxnLst/>
              <a:rect l="l" t="t" r="r" b="b"/>
              <a:pathLst>
                <a:path w="7818" h="12156" extrusionOk="0">
                  <a:moveTo>
                    <a:pt x="2964" y="0"/>
                  </a:moveTo>
                  <a:lnTo>
                    <a:pt x="2664" y="43"/>
                  </a:lnTo>
                  <a:lnTo>
                    <a:pt x="2406" y="86"/>
                  </a:lnTo>
                  <a:lnTo>
                    <a:pt x="2148" y="172"/>
                  </a:lnTo>
                  <a:lnTo>
                    <a:pt x="1934" y="301"/>
                  </a:lnTo>
                  <a:lnTo>
                    <a:pt x="1676" y="430"/>
                  </a:lnTo>
                  <a:lnTo>
                    <a:pt x="1461" y="559"/>
                  </a:lnTo>
                  <a:lnTo>
                    <a:pt x="1246" y="773"/>
                  </a:lnTo>
                  <a:lnTo>
                    <a:pt x="903" y="1160"/>
                  </a:lnTo>
                  <a:lnTo>
                    <a:pt x="731" y="1418"/>
                  </a:lnTo>
                  <a:lnTo>
                    <a:pt x="602" y="1675"/>
                  </a:lnTo>
                  <a:lnTo>
                    <a:pt x="473" y="1933"/>
                  </a:lnTo>
                  <a:lnTo>
                    <a:pt x="388" y="2234"/>
                  </a:lnTo>
                  <a:lnTo>
                    <a:pt x="345" y="2534"/>
                  </a:lnTo>
                  <a:lnTo>
                    <a:pt x="302" y="2835"/>
                  </a:lnTo>
                  <a:lnTo>
                    <a:pt x="1" y="6271"/>
                  </a:lnTo>
                  <a:lnTo>
                    <a:pt x="1" y="6572"/>
                  </a:lnTo>
                  <a:lnTo>
                    <a:pt x="1" y="6872"/>
                  </a:lnTo>
                  <a:lnTo>
                    <a:pt x="44" y="7173"/>
                  </a:lnTo>
                  <a:lnTo>
                    <a:pt x="87" y="7431"/>
                  </a:lnTo>
                  <a:lnTo>
                    <a:pt x="173" y="7731"/>
                  </a:lnTo>
                  <a:lnTo>
                    <a:pt x="302" y="7989"/>
                  </a:lnTo>
                  <a:lnTo>
                    <a:pt x="602" y="8461"/>
                  </a:lnTo>
                  <a:lnTo>
                    <a:pt x="774" y="8676"/>
                  </a:lnTo>
                  <a:lnTo>
                    <a:pt x="946" y="8848"/>
                  </a:lnTo>
                  <a:lnTo>
                    <a:pt x="1161" y="9020"/>
                  </a:lnTo>
                  <a:lnTo>
                    <a:pt x="1375" y="9192"/>
                  </a:lnTo>
                  <a:lnTo>
                    <a:pt x="1633" y="9320"/>
                  </a:lnTo>
                  <a:lnTo>
                    <a:pt x="1848" y="9406"/>
                  </a:lnTo>
                  <a:lnTo>
                    <a:pt x="2148" y="9492"/>
                  </a:lnTo>
                  <a:lnTo>
                    <a:pt x="2406" y="9535"/>
                  </a:lnTo>
                  <a:lnTo>
                    <a:pt x="3523" y="9621"/>
                  </a:lnTo>
                  <a:lnTo>
                    <a:pt x="3437" y="10952"/>
                  </a:lnTo>
                  <a:lnTo>
                    <a:pt x="3480" y="11167"/>
                  </a:lnTo>
                  <a:lnTo>
                    <a:pt x="3523" y="11382"/>
                  </a:lnTo>
                  <a:lnTo>
                    <a:pt x="3609" y="11554"/>
                  </a:lnTo>
                  <a:lnTo>
                    <a:pt x="3738" y="11726"/>
                  </a:lnTo>
                  <a:lnTo>
                    <a:pt x="3866" y="11854"/>
                  </a:lnTo>
                  <a:lnTo>
                    <a:pt x="4038" y="11983"/>
                  </a:lnTo>
                  <a:lnTo>
                    <a:pt x="4253" y="12026"/>
                  </a:lnTo>
                  <a:lnTo>
                    <a:pt x="4468" y="12069"/>
                  </a:lnTo>
                  <a:lnTo>
                    <a:pt x="6272" y="12155"/>
                  </a:lnTo>
                  <a:lnTo>
                    <a:pt x="6486" y="12155"/>
                  </a:lnTo>
                  <a:lnTo>
                    <a:pt x="6658" y="12069"/>
                  </a:lnTo>
                  <a:lnTo>
                    <a:pt x="6830" y="11983"/>
                  </a:lnTo>
                  <a:lnTo>
                    <a:pt x="7002" y="11854"/>
                  </a:lnTo>
                  <a:lnTo>
                    <a:pt x="7131" y="11726"/>
                  </a:lnTo>
                  <a:lnTo>
                    <a:pt x="7259" y="11554"/>
                  </a:lnTo>
                  <a:lnTo>
                    <a:pt x="7302" y="11339"/>
                  </a:lnTo>
                  <a:lnTo>
                    <a:pt x="7345" y="11124"/>
                  </a:lnTo>
                  <a:lnTo>
                    <a:pt x="7431" y="9192"/>
                  </a:lnTo>
                  <a:lnTo>
                    <a:pt x="7474" y="7173"/>
                  </a:lnTo>
                  <a:lnTo>
                    <a:pt x="7517" y="6915"/>
                  </a:lnTo>
                  <a:lnTo>
                    <a:pt x="7818" y="3479"/>
                  </a:lnTo>
                  <a:lnTo>
                    <a:pt x="7818" y="3179"/>
                  </a:lnTo>
                  <a:lnTo>
                    <a:pt x="7818" y="2878"/>
                  </a:lnTo>
                  <a:lnTo>
                    <a:pt x="7775" y="2577"/>
                  </a:lnTo>
                  <a:lnTo>
                    <a:pt x="7732" y="2277"/>
                  </a:lnTo>
                  <a:lnTo>
                    <a:pt x="7646" y="2019"/>
                  </a:lnTo>
                  <a:lnTo>
                    <a:pt x="7517" y="1761"/>
                  </a:lnTo>
                  <a:lnTo>
                    <a:pt x="7216" y="1289"/>
                  </a:lnTo>
                  <a:lnTo>
                    <a:pt x="7045" y="1074"/>
                  </a:lnTo>
                  <a:lnTo>
                    <a:pt x="6873" y="859"/>
                  </a:lnTo>
                  <a:lnTo>
                    <a:pt x="6658" y="688"/>
                  </a:lnTo>
                  <a:lnTo>
                    <a:pt x="6443" y="559"/>
                  </a:lnTo>
                  <a:lnTo>
                    <a:pt x="6186" y="430"/>
                  </a:lnTo>
                  <a:lnTo>
                    <a:pt x="5971" y="344"/>
                  </a:lnTo>
                  <a:lnTo>
                    <a:pt x="5713" y="258"/>
                  </a:lnTo>
                  <a:lnTo>
                    <a:pt x="5413" y="215"/>
                  </a:lnTo>
                  <a:lnTo>
                    <a:pt x="3222" y="43"/>
                  </a:lnTo>
                  <a:lnTo>
                    <a:pt x="2964"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4" name="Google Shape;13474;p37"/>
            <p:cNvSpPr/>
            <p:nvPr/>
          </p:nvSpPr>
          <p:spPr>
            <a:xfrm>
              <a:off x="6400375" y="465750"/>
              <a:ext cx="193300" cy="182550"/>
            </a:xfrm>
            <a:custGeom>
              <a:avLst/>
              <a:gdLst/>
              <a:ahLst/>
              <a:cxnLst/>
              <a:rect l="l" t="t" r="r" b="b"/>
              <a:pathLst>
                <a:path w="7732" h="7302" extrusionOk="0">
                  <a:moveTo>
                    <a:pt x="7345" y="0"/>
                  </a:moveTo>
                  <a:lnTo>
                    <a:pt x="7302" y="43"/>
                  </a:lnTo>
                  <a:lnTo>
                    <a:pt x="7216" y="387"/>
                  </a:lnTo>
                  <a:lnTo>
                    <a:pt x="7087" y="902"/>
                  </a:lnTo>
                  <a:lnTo>
                    <a:pt x="6872" y="2277"/>
                  </a:lnTo>
                  <a:lnTo>
                    <a:pt x="6700" y="2964"/>
                  </a:lnTo>
                  <a:lnTo>
                    <a:pt x="6529" y="3565"/>
                  </a:lnTo>
                  <a:lnTo>
                    <a:pt x="6443" y="3823"/>
                  </a:lnTo>
                  <a:lnTo>
                    <a:pt x="6357" y="3995"/>
                  </a:lnTo>
                  <a:lnTo>
                    <a:pt x="6228" y="4166"/>
                  </a:lnTo>
                  <a:lnTo>
                    <a:pt x="6099" y="4209"/>
                  </a:lnTo>
                  <a:lnTo>
                    <a:pt x="5927" y="4252"/>
                  </a:lnTo>
                  <a:lnTo>
                    <a:pt x="5670" y="4252"/>
                  </a:lnTo>
                  <a:lnTo>
                    <a:pt x="5541" y="4166"/>
                  </a:lnTo>
                  <a:lnTo>
                    <a:pt x="5283" y="3995"/>
                  </a:lnTo>
                  <a:lnTo>
                    <a:pt x="5025" y="3737"/>
                  </a:lnTo>
                  <a:lnTo>
                    <a:pt x="4725" y="3436"/>
                  </a:lnTo>
                  <a:lnTo>
                    <a:pt x="4338" y="3179"/>
                  </a:lnTo>
                  <a:lnTo>
                    <a:pt x="4123" y="3050"/>
                  </a:lnTo>
                  <a:lnTo>
                    <a:pt x="3866" y="2964"/>
                  </a:lnTo>
                  <a:lnTo>
                    <a:pt x="3608" y="2878"/>
                  </a:lnTo>
                  <a:lnTo>
                    <a:pt x="3307" y="2835"/>
                  </a:lnTo>
                  <a:lnTo>
                    <a:pt x="2663" y="2792"/>
                  </a:lnTo>
                  <a:lnTo>
                    <a:pt x="2105" y="2835"/>
                  </a:lnTo>
                  <a:lnTo>
                    <a:pt x="1589" y="2921"/>
                  </a:lnTo>
                  <a:lnTo>
                    <a:pt x="1117" y="3050"/>
                  </a:lnTo>
                  <a:lnTo>
                    <a:pt x="730" y="3221"/>
                  </a:lnTo>
                  <a:lnTo>
                    <a:pt x="430" y="3436"/>
                  </a:lnTo>
                  <a:lnTo>
                    <a:pt x="215" y="3694"/>
                  </a:lnTo>
                  <a:lnTo>
                    <a:pt x="129" y="3952"/>
                  </a:lnTo>
                  <a:lnTo>
                    <a:pt x="0" y="4381"/>
                  </a:lnTo>
                  <a:lnTo>
                    <a:pt x="0" y="4682"/>
                  </a:lnTo>
                  <a:lnTo>
                    <a:pt x="0" y="5025"/>
                  </a:lnTo>
                  <a:lnTo>
                    <a:pt x="129" y="5412"/>
                  </a:lnTo>
                  <a:lnTo>
                    <a:pt x="301" y="5798"/>
                  </a:lnTo>
                  <a:lnTo>
                    <a:pt x="430" y="5970"/>
                  </a:lnTo>
                  <a:lnTo>
                    <a:pt x="602" y="6185"/>
                  </a:lnTo>
                  <a:lnTo>
                    <a:pt x="773" y="6357"/>
                  </a:lnTo>
                  <a:lnTo>
                    <a:pt x="1031" y="6529"/>
                  </a:lnTo>
                  <a:lnTo>
                    <a:pt x="1504" y="6829"/>
                  </a:lnTo>
                  <a:lnTo>
                    <a:pt x="1976" y="7044"/>
                  </a:lnTo>
                  <a:lnTo>
                    <a:pt x="2491" y="7173"/>
                  </a:lnTo>
                  <a:lnTo>
                    <a:pt x="2964" y="7259"/>
                  </a:lnTo>
                  <a:lnTo>
                    <a:pt x="3694" y="7302"/>
                  </a:lnTo>
                  <a:lnTo>
                    <a:pt x="4252" y="7302"/>
                  </a:lnTo>
                  <a:lnTo>
                    <a:pt x="4553" y="7259"/>
                  </a:lnTo>
                  <a:lnTo>
                    <a:pt x="4939" y="7173"/>
                  </a:lnTo>
                  <a:lnTo>
                    <a:pt x="5326" y="7044"/>
                  </a:lnTo>
                  <a:lnTo>
                    <a:pt x="5756" y="6872"/>
                  </a:lnTo>
                  <a:lnTo>
                    <a:pt x="6142" y="6614"/>
                  </a:lnTo>
                  <a:lnTo>
                    <a:pt x="6314" y="6486"/>
                  </a:lnTo>
                  <a:lnTo>
                    <a:pt x="6486" y="6314"/>
                  </a:lnTo>
                  <a:lnTo>
                    <a:pt x="6657" y="6099"/>
                  </a:lnTo>
                  <a:lnTo>
                    <a:pt x="6786" y="5841"/>
                  </a:lnTo>
                  <a:lnTo>
                    <a:pt x="7044" y="5283"/>
                  </a:lnTo>
                  <a:lnTo>
                    <a:pt x="7259" y="4682"/>
                  </a:lnTo>
                  <a:lnTo>
                    <a:pt x="7431" y="4038"/>
                  </a:lnTo>
                  <a:lnTo>
                    <a:pt x="7645" y="3007"/>
                  </a:lnTo>
                  <a:lnTo>
                    <a:pt x="7731" y="2534"/>
                  </a:lnTo>
                  <a:lnTo>
                    <a:pt x="7559" y="1117"/>
                  </a:lnTo>
                  <a:lnTo>
                    <a:pt x="7431" y="258"/>
                  </a:lnTo>
                  <a:lnTo>
                    <a:pt x="7345" y="43"/>
                  </a:lnTo>
                  <a:lnTo>
                    <a:pt x="73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5" name="Google Shape;13475;p37"/>
            <p:cNvSpPr/>
            <p:nvPr/>
          </p:nvSpPr>
          <p:spPr>
            <a:xfrm>
              <a:off x="6498075" y="494725"/>
              <a:ext cx="24725" cy="24725"/>
            </a:xfrm>
            <a:custGeom>
              <a:avLst/>
              <a:gdLst/>
              <a:ahLst/>
              <a:cxnLst/>
              <a:rect l="l" t="t" r="r" b="b"/>
              <a:pathLst>
                <a:path w="989" h="989" extrusionOk="0">
                  <a:moveTo>
                    <a:pt x="559" y="1"/>
                  </a:moveTo>
                  <a:lnTo>
                    <a:pt x="344" y="44"/>
                  </a:lnTo>
                  <a:lnTo>
                    <a:pt x="173" y="130"/>
                  </a:lnTo>
                  <a:lnTo>
                    <a:pt x="44" y="259"/>
                  </a:lnTo>
                  <a:lnTo>
                    <a:pt x="1" y="473"/>
                  </a:lnTo>
                  <a:lnTo>
                    <a:pt x="44" y="645"/>
                  </a:lnTo>
                  <a:lnTo>
                    <a:pt x="130" y="817"/>
                  </a:lnTo>
                  <a:lnTo>
                    <a:pt x="258" y="946"/>
                  </a:lnTo>
                  <a:lnTo>
                    <a:pt x="473" y="989"/>
                  </a:lnTo>
                  <a:lnTo>
                    <a:pt x="645" y="989"/>
                  </a:lnTo>
                  <a:lnTo>
                    <a:pt x="817" y="903"/>
                  </a:lnTo>
                  <a:lnTo>
                    <a:pt x="946" y="731"/>
                  </a:lnTo>
                  <a:lnTo>
                    <a:pt x="989" y="559"/>
                  </a:lnTo>
                  <a:lnTo>
                    <a:pt x="989" y="344"/>
                  </a:lnTo>
                  <a:lnTo>
                    <a:pt x="903" y="173"/>
                  </a:lnTo>
                  <a:lnTo>
                    <a:pt x="731" y="87"/>
                  </a:lnTo>
                  <a:lnTo>
                    <a:pt x="55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6" name="Google Shape;13476;p37"/>
            <p:cNvSpPr/>
            <p:nvPr/>
          </p:nvSpPr>
          <p:spPr>
            <a:xfrm>
              <a:off x="6420775" y="488300"/>
              <a:ext cx="21500" cy="21500"/>
            </a:xfrm>
            <a:custGeom>
              <a:avLst/>
              <a:gdLst/>
              <a:ahLst/>
              <a:cxnLst/>
              <a:rect l="l" t="t" r="r" b="b"/>
              <a:pathLst>
                <a:path w="860" h="860" extrusionOk="0">
                  <a:moveTo>
                    <a:pt x="301" y="0"/>
                  </a:moveTo>
                  <a:lnTo>
                    <a:pt x="129" y="86"/>
                  </a:lnTo>
                  <a:lnTo>
                    <a:pt x="43" y="215"/>
                  </a:lnTo>
                  <a:lnTo>
                    <a:pt x="0" y="387"/>
                  </a:lnTo>
                  <a:lnTo>
                    <a:pt x="0" y="559"/>
                  </a:lnTo>
                  <a:lnTo>
                    <a:pt x="86" y="687"/>
                  </a:lnTo>
                  <a:lnTo>
                    <a:pt x="215" y="816"/>
                  </a:lnTo>
                  <a:lnTo>
                    <a:pt x="387" y="859"/>
                  </a:lnTo>
                  <a:lnTo>
                    <a:pt x="559" y="816"/>
                  </a:lnTo>
                  <a:lnTo>
                    <a:pt x="688" y="730"/>
                  </a:lnTo>
                  <a:lnTo>
                    <a:pt x="816" y="601"/>
                  </a:lnTo>
                  <a:lnTo>
                    <a:pt x="859" y="473"/>
                  </a:lnTo>
                  <a:lnTo>
                    <a:pt x="816" y="301"/>
                  </a:lnTo>
                  <a:lnTo>
                    <a:pt x="730" y="129"/>
                  </a:lnTo>
                  <a:lnTo>
                    <a:pt x="602" y="43"/>
                  </a:lnTo>
                  <a:lnTo>
                    <a:pt x="473"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7" name="Google Shape;13477;p37"/>
            <p:cNvSpPr/>
            <p:nvPr/>
          </p:nvSpPr>
          <p:spPr>
            <a:xfrm>
              <a:off x="6449750" y="549500"/>
              <a:ext cx="44050" cy="23650"/>
            </a:xfrm>
            <a:custGeom>
              <a:avLst/>
              <a:gdLst/>
              <a:ahLst/>
              <a:cxnLst/>
              <a:rect l="l" t="t" r="r" b="b"/>
              <a:pathLst>
                <a:path w="1762" h="946" extrusionOk="0">
                  <a:moveTo>
                    <a:pt x="1762" y="0"/>
                  </a:moveTo>
                  <a:lnTo>
                    <a:pt x="1" y="86"/>
                  </a:lnTo>
                  <a:lnTo>
                    <a:pt x="1" y="215"/>
                  </a:lnTo>
                  <a:lnTo>
                    <a:pt x="130" y="473"/>
                  </a:lnTo>
                  <a:lnTo>
                    <a:pt x="259" y="602"/>
                  </a:lnTo>
                  <a:lnTo>
                    <a:pt x="345" y="773"/>
                  </a:lnTo>
                  <a:lnTo>
                    <a:pt x="516" y="859"/>
                  </a:lnTo>
                  <a:lnTo>
                    <a:pt x="688" y="945"/>
                  </a:lnTo>
                  <a:lnTo>
                    <a:pt x="903" y="945"/>
                  </a:lnTo>
                  <a:lnTo>
                    <a:pt x="1075" y="902"/>
                  </a:lnTo>
                  <a:lnTo>
                    <a:pt x="1247" y="816"/>
                  </a:lnTo>
                  <a:lnTo>
                    <a:pt x="1375" y="688"/>
                  </a:lnTo>
                  <a:lnTo>
                    <a:pt x="1504" y="516"/>
                  </a:lnTo>
                  <a:lnTo>
                    <a:pt x="1633" y="387"/>
                  </a:lnTo>
                  <a:lnTo>
                    <a:pt x="1719" y="172"/>
                  </a:lnTo>
                  <a:lnTo>
                    <a:pt x="17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8" name="Google Shape;13478;p37"/>
            <p:cNvSpPr/>
            <p:nvPr/>
          </p:nvSpPr>
          <p:spPr>
            <a:xfrm>
              <a:off x="6446550" y="490450"/>
              <a:ext cx="20425" cy="34375"/>
            </a:xfrm>
            <a:custGeom>
              <a:avLst/>
              <a:gdLst/>
              <a:ahLst/>
              <a:cxnLst/>
              <a:rect l="l" t="t" r="r" b="b"/>
              <a:pathLst>
                <a:path w="817" h="1375" extrusionOk="0">
                  <a:moveTo>
                    <a:pt x="730" y="0"/>
                  </a:moveTo>
                  <a:lnTo>
                    <a:pt x="687" y="43"/>
                  </a:lnTo>
                  <a:lnTo>
                    <a:pt x="344" y="644"/>
                  </a:lnTo>
                  <a:lnTo>
                    <a:pt x="0" y="1203"/>
                  </a:lnTo>
                  <a:lnTo>
                    <a:pt x="0" y="1246"/>
                  </a:lnTo>
                  <a:lnTo>
                    <a:pt x="43" y="1289"/>
                  </a:lnTo>
                  <a:lnTo>
                    <a:pt x="558" y="1374"/>
                  </a:lnTo>
                  <a:lnTo>
                    <a:pt x="644" y="1374"/>
                  </a:lnTo>
                  <a:lnTo>
                    <a:pt x="687" y="1332"/>
                  </a:lnTo>
                  <a:lnTo>
                    <a:pt x="644" y="1289"/>
                  </a:lnTo>
                  <a:lnTo>
                    <a:pt x="601" y="1246"/>
                  </a:lnTo>
                  <a:lnTo>
                    <a:pt x="173" y="1174"/>
                  </a:lnTo>
                  <a:lnTo>
                    <a:pt x="473" y="687"/>
                  </a:lnTo>
                  <a:lnTo>
                    <a:pt x="816" y="129"/>
                  </a:lnTo>
                  <a:lnTo>
                    <a:pt x="816" y="43"/>
                  </a:lnTo>
                  <a:lnTo>
                    <a:pt x="773" y="0"/>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9" name="Google Shape;13479;p37"/>
            <p:cNvSpPr/>
            <p:nvPr/>
          </p:nvSpPr>
          <p:spPr>
            <a:xfrm>
              <a:off x="6514175" y="485075"/>
              <a:ext cx="15075" cy="9675"/>
            </a:xfrm>
            <a:custGeom>
              <a:avLst/>
              <a:gdLst/>
              <a:ahLst/>
              <a:cxnLst/>
              <a:rect l="l" t="t" r="r" b="b"/>
              <a:pathLst>
                <a:path w="603" h="387" extrusionOk="0">
                  <a:moveTo>
                    <a:pt x="87" y="0"/>
                  </a:moveTo>
                  <a:lnTo>
                    <a:pt x="44" y="43"/>
                  </a:lnTo>
                  <a:lnTo>
                    <a:pt x="1" y="86"/>
                  </a:lnTo>
                  <a:lnTo>
                    <a:pt x="1" y="129"/>
                  </a:lnTo>
                  <a:lnTo>
                    <a:pt x="44" y="172"/>
                  </a:lnTo>
                  <a:lnTo>
                    <a:pt x="302" y="258"/>
                  </a:lnTo>
                  <a:lnTo>
                    <a:pt x="516" y="387"/>
                  </a:lnTo>
                  <a:lnTo>
                    <a:pt x="559" y="387"/>
                  </a:lnTo>
                  <a:lnTo>
                    <a:pt x="602" y="344"/>
                  </a:lnTo>
                  <a:lnTo>
                    <a:pt x="602" y="301"/>
                  </a:lnTo>
                  <a:lnTo>
                    <a:pt x="602" y="258"/>
                  </a:lnTo>
                  <a:lnTo>
                    <a:pt x="345" y="129"/>
                  </a:lnTo>
                  <a:lnTo>
                    <a:pt x="87" y="0"/>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0" name="Google Shape;13480;p37"/>
            <p:cNvSpPr/>
            <p:nvPr/>
          </p:nvSpPr>
          <p:spPr>
            <a:xfrm>
              <a:off x="6424000" y="477550"/>
              <a:ext cx="17200" cy="4325"/>
            </a:xfrm>
            <a:custGeom>
              <a:avLst/>
              <a:gdLst/>
              <a:ahLst/>
              <a:cxnLst/>
              <a:rect l="l" t="t" r="r" b="b"/>
              <a:pathLst>
                <a:path w="688" h="173" extrusionOk="0">
                  <a:moveTo>
                    <a:pt x="601" y="1"/>
                  </a:moveTo>
                  <a:lnTo>
                    <a:pt x="86" y="44"/>
                  </a:lnTo>
                  <a:lnTo>
                    <a:pt x="43" y="44"/>
                  </a:lnTo>
                  <a:lnTo>
                    <a:pt x="0" y="87"/>
                  </a:lnTo>
                  <a:lnTo>
                    <a:pt x="43" y="173"/>
                  </a:lnTo>
                  <a:lnTo>
                    <a:pt x="601" y="173"/>
                  </a:lnTo>
                  <a:lnTo>
                    <a:pt x="644" y="130"/>
                  </a:lnTo>
                  <a:lnTo>
                    <a:pt x="687" y="87"/>
                  </a:lnTo>
                  <a:lnTo>
                    <a:pt x="644" y="44"/>
                  </a:lnTo>
                  <a:lnTo>
                    <a:pt x="601" y="1"/>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1" name="Google Shape;13481;p37"/>
            <p:cNvSpPr/>
            <p:nvPr/>
          </p:nvSpPr>
          <p:spPr>
            <a:xfrm>
              <a:off x="6375675" y="321875"/>
              <a:ext cx="316775" cy="296375"/>
            </a:xfrm>
            <a:custGeom>
              <a:avLst/>
              <a:gdLst/>
              <a:ahLst/>
              <a:cxnLst/>
              <a:rect l="l" t="t" r="r" b="b"/>
              <a:pathLst>
                <a:path w="12671" h="11855" extrusionOk="0">
                  <a:moveTo>
                    <a:pt x="3393" y="0"/>
                  </a:moveTo>
                  <a:lnTo>
                    <a:pt x="2878" y="43"/>
                  </a:lnTo>
                  <a:lnTo>
                    <a:pt x="2406" y="129"/>
                  </a:lnTo>
                  <a:lnTo>
                    <a:pt x="1976" y="258"/>
                  </a:lnTo>
                  <a:lnTo>
                    <a:pt x="1547" y="430"/>
                  </a:lnTo>
                  <a:lnTo>
                    <a:pt x="1160" y="644"/>
                  </a:lnTo>
                  <a:lnTo>
                    <a:pt x="817" y="902"/>
                  </a:lnTo>
                  <a:lnTo>
                    <a:pt x="516" y="1246"/>
                  </a:lnTo>
                  <a:lnTo>
                    <a:pt x="301" y="1589"/>
                  </a:lnTo>
                  <a:lnTo>
                    <a:pt x="129" y="2019"/>
                  </a:lnTo>
                  <a:lnTo>
                    <a:pt x="43" y="2491"/>
                  </a:lnTo>
                  <a:lnTo>
                    <a:pt x="0" y="2964"/>
                  </a:lnTo>
                  <a:lnTo>
                    <a:pt x="43" y="3350"/>
                  </a:lnTo>
                  <a:lnTo>
                    <a:pt x="129" y="3737"/>
                  </a:lnTo>
                  <a:lnTo>
                    <a:pt x="258" y="4037"/>
                  </a:lnTo>
                  <a:lnTo>
                    <a:pt x="430" y="4338"/>
                  </a:lnTo>
                  <a:lnTo>
                    <a:pt x="602" y="4639"/>
                  </a:lnTo>
                  <a:lnTo>
                    <a:pt x="859" y="4853"/>
                  </a:lnTo>
                  <a:lnTo>
                    <a:pt x="1074" y="5111"/>
                  </a:lnTo>
                  <a:lnTo>
                    <a:pt x="1375" y="5283"/>
                  </a:lnTo>
                  <a:lnTo>
                    <a:pt x="1676" y="5455"/>
                  </a:lnTo>
                  <a:lnTo>
                    <a:pt x="1976" y="5626"/>
                  </a:lnTo>
                  <a:lnTo>
                    <a:pt x="2663" y="5884"/>
                  </a:lnTo>
                  <a:lnTo>
                    <a:pt x="3393" y="6056"/>
                  </a:lnTo>
                  <a:lnTo>
                    <a:pt x="4167" y="6185"/>
                  </a:lnTo>
                  <a:lnTo>
                    <a:pt x="4897" y="6271"/>
                  </a:lnTo>
                  <a:lnTo>
                    <a:pt x="5627" y="6314"/>
                  </a:lnTo>
                  <a:lnTo>
                    <a:pt x="6314" y="6314"/>
                  </a:lnTo>
                  <a:lnTo>
                    <a:pt x="6915" y="6271"/>
                  </a:lnTo>
                  <a:lnTo>
                    <a:pt x="7817" y="6228"/>
                  </a:lnTo>
                  <a:lnTo>
                    <a:pt x="8161" y="6185"/>
                  </a:lnTo>
                  <a:lnTo>
                    <a:pt x="8333" y="8891"/>
                  </a:lnTo>
                  <a:lnTo>
                    <a:pt x="8762" y="9921"/>
                  </a:lnTo>
                  <a:lnTo>
                    <a:pt x="8719" y="11854"/>
                  </a:lnTo>
                  <a:lnTo>
                    <a:pt x="9879" y="10823"/>
                  </a:lnTo>
                  <a:lnTo>
                    <a:pt x="10394" y="10351"/>
                  </a:lnTo>
                  <a:lnTo>
                    <a:pt x="10867" y="9878"/>
                  </a:lnTo>
                  <a:lnTo>
                    <a:pt x="11253" y="9363"/>
                  </a:lnTo>
                  <a:lnTo>
                    <a:pt x="11640" y="8891"/>
                  </a:lnTo>
                  <a:lnTo>
                    <a:pt x="11940" y="8418"/>
                  </a:lnTo>
                  <a:lnTo>
                    <a:pt x="12198" y="7946"/>
                  </a:lnTo>
                  <a:lnTo>
                    <a:pt x="12413" y="7473"/>
                  </a:lnTo>
                  <a:lnTo>
                    <a:pt x="12542" y="7001"/>
                  </a:lnTo>
                  <a:lnTo>
                    <a:pt x="12628" y="6485"/>
                  </a:lnTo>
                  <a:lnTo>
                    <a:pt x="12671" y="6013"/>
                  </a:lnTo>
                  <a:lnTo>
                    <a:pt x="12628" y="5498"/>
                  </a:lnTo>
                  <a:lnTo>
                    <a:pt x="12542" y="4939"/>
                  </a:lnTo>
                  <a:lnTo>
                    <a:pt x="12370" y="4381"/>
                  </a:lnTo>
                  <a:lnTo>
                    <a:pt x="12155" y="3823"/>
                  </a:lnTo>
                  <a:lnTo>
                    <a:pt x="12026" y="3565"/>
                  </a:lnTo>
                  <a:lnTo>
                    <a:pt x="11855" y="3264"/>
                  </a:lnTo>
                  <a:lnTo>
                    <a:pt x="11468" y="2792"/>
                  </a:lnTo>
                  <a:lnTo>
                    <a:pt x="11038" y="2405"/>
                  </a:lnTo>
                  <a:lnTo>
                    <a:pt x="10566" y="2062"/>
                  </a:lnTo>
                  <a:lnTo>
                    <a:pt x="10051" y="1761"/>
                  </a:lnTo>
                  <a:lnTo>
                    <a:pt x="9535" y="1503"/>
                  </a:lnTo>
                  <a:lnTo>
                    <a:pt x="9020" y="1289"/>
                  </a:lnTo>
                  <a:lnTo>
                    <a:pt x="8462" y="1117"/>
                  </a:lnTo>
                  <a:lnTo>
                    <a:pt x="7946" y="988"/>
                  </a:lnTo>
                  <a:lnTo>
                    <a:pt x="7474" y="902"/>
                  </a:lnTo>
                  <a:lnTo>
                    <a:pt x="6615" y="816"/>
                  </a:lnTo>
                  <a:lnTo>
                    <a:pt x="6056" y="773"/>
                  </a:lnTo>
                  <a:lnTo>
                    <a:pt x="5842" y="773"/>
                  </a:lnTo>
                  <a:lnTo>
                    <a:pt x="5369" y="515"/>
                  </a:lnTo>
                  <a:lnTo>
                    <a:pt x="4897" y="301"/>
                  </a:lnTo>
                  <a:lnTo>
                    <a:pt x="4381" y="129"/>
                  </a:lnTo>
                  <a:lnTo>
                    <a:pt x="3866" y="43"/>
                  </a:lnTo>
                  <a:lnTo>
                    <a:pt x="33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2" name="Google Shape;13482;p37"/>
            <p:cNvSpPr/>
            <p:nvPr/>
          </p:nvSpPr>
          <p:spPr>
            <a:xfrm>
              <a:off x="6585050" y="511925"/>
              <a:ext cx="80550" cy="80550"/>
            </a:xfrm>
            <a:custGeom>
              <a:avLst/>
              <a:gdLst/>
              <a:ahLst/>
              <a:cxnLst/>
              <a:rect l="l" t="t" r="r" b="b"/>
              <a:pathLst>
                <a:path w="3222" h="3222" extrusionOk="0">
                  <a:moveTo>
                    <a:pt x="1461" y="0"/>
                  </a:moveTo>
                  <a:lnTo>
                    <a:pt x="1117" y="86"/>
                  </a:lnTo>
                  <a:lnTo>
                    <a:pt x="860" y="172"/>
                  </a:lnTo>
                  <a:lnTo>
                    <a:pt x="602" y="344"/>
                  </a:lnTo>
                  <a:lnTo>
                    <a:pt x="344" y="558"/>
                  </a:lnTo>
                  <a:lnTo>
                    <a:pt x="172" y="816"/>
                  </a:lnTo>
                  <a:lnTo>
                    <a:pt x="44" y="1117"/>
                  </a:lnTo>
                  <a:lnTo>
                    <a:pt x="1" y="1417"/>
                  </a:lnTo>
                  <a:lnTo>
                    <a:pt x="1" y="1761"/>
                  </a:lnTo>
                  <a:lnTo>
                    <a:pt x="44" y="2062"/>
                  </a:lnTo>
                  <a:lnTo>
                    <a:pt x="172" y="2362"/>
                  </a:lnTo>
                  <a:lnTo>
                    <a:pt x="344" y="2620"/>
                  </a:lnTo>
                  <a:lnTo>
                    <a:pt x="559" y="2835"/>
                  </a:lnTo>
                  <a:lnTo>
                    <a:pt x="817" y="3007"/>
                  </a:lnTo>
                  <a:lnTo>
                    <a:pt x="1117" y="3135"/>
                  </a:lnTo>
                  <a:lnTo>
                    <a:pt x="1418" y="3221"/>
                  </a:lnTo>
                  <a:lnTo>
                    <a:pt x="1762" y="3221"/>
                  </a:lnTo>
                  <a:lnTo>
                    <a:pt x="2062" y="3178"/>
                  </a:lnTo>
                  <a:lnTo>
                    <a:pt x="2363" y="3049"/>
                  </a:lnTo>
                  <a:lnTo>
                    <a:pt x="2621" y="2878"/>
                  </a:lnTo>
                  <a:lnTo>
                    <a:pt x="2835" y="2663"/>
                  </a:lnTo>
                  <a:lnTo>
                    <a:pt x="3007" y="2405"/>
                  </a:lnTo>
                  <a:lnTo>
                    <a:pt x="3136" y="2105"/>
                  </a:lnTo>
                  <a:lnTo>
                    <a:pt x="3222" y="1804"/>
                  </a:lnTo>
                  <a:lnTo>
                    <a:pt x="3222" y="1460"/>
                  </a:lnTo>
                  <a:lnTo>
                    <a:pt x="3179" y="1160"/>
                  </a:lnTo>
                  <a:lnTo>
                    <a:pt x="3050" y="859"/>
                  </a:lnTo>
                  <a:lnTo>
                    <a:pt x="2878" y="601"/>
                  </a:lnTo>
                  <a:lnTo>
                    <a:pt x="2663" y="387"/>
                  </a:lnTo>
                  <a:lnTo>
                    <a:pt x="2406" y="215"/>
                  </a:lnTo>
                  <a:lnTo>
                    <a:pt x="2105" y="86"/>
                  </a:lnTo>
                  <a:lnTo>
                    <a:pt x="1762"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3" name="Google Shape;13483;p37"/>
            <p:cNvSpPr/>
            <p:nvPr/>
          </p:nvSpPr>
          <p:spPr>
            <a:xfrm>
              <a:off x="6601150" y="531250"/>
              <a:ext cx="32250" cy="25775"/>
            </a:xfrm>
            <a:custGeom>
              <a:avLst/>
              <a:gdLst/>
              <a:ahLst/>
              <a:cxnLst/>
              <a:rect l="l" t="t" r="r" b="b"/>
              <a:pathLst>
                <a:path w="1290" h="1031" extrusionOk="0">
                  <a:moveTo>
                    <a:pt x="774" y="0"/>
                  </a:moveTo>
                  <a:lnTo>
                    <a:pt x="516" y="86"/>
                  </a:lnTo>
                  <a:lnTo>
                    <a:pt x="302" y="215"/>
                  </a:lnTo>
                  <a:lnTo>
                    <a:pt x="216" y="344"/>
                  </a:lnTo>
                  <a:lnTo>
                    <a:pt x="130" y="516"/>
                  </a:lnTo>
                  <a:lnTo>
                    <a:pt x="44" y="816"/>
                  </a:lnTo>
                  <a:lnTo>
                    <a:pt x="1" y="945"/>
                  </a:lnTo>
                  <a:lnTo>
                    <a:pt x="44" y="1031"/>
                  </a:lnTo>
                  <a:lnTo>
                    <a:pt x="130" y="1031"/>
                  </a:lnTo>
                  <a:lnTo>
                    <a:pt x="130" y="945"/>
                  </a:lnTo>
                  <a:lnTo>
                    <a:pt x="173" y="945"/>
                  </a:lnTo>
                  <a:lnTo>
                    <a:pt x="173" y="902"/>
                  </a:lnTo>
                  <a:lnTo>
                    <a:pt x="173" y="859"/>
                  </a:lnTo>
                  <a:lnTo>
                    <a:pt x="216" y="644"/>
                  </a:lnTo>
                  <a:lnTo>
                    <a:pt x="302" y="473"/>
                  </a:lnTo>
                  <a:lnTo>
                    <a:pt x="387" y="344"/>
                  </a:lnTo>
                  <a:lnTo>
                    <a:pt x="516" y="258"/>
                  </a:lnTo>
                  <a:lnTo>
                    <a:pt x="645" y="172"/>
                  </a:lnTo>
                  <a:lnTo>
                    <a:pt x="946" y="129"/>
                  </a:lnTo>
                  <a:lnTo>
                    <a:pt x="1203" y="172"/>
                  </a:lnTo>
                  <a:lnTo>
                    <a:pt x="1246" y="172"/>
                  </a:lnTo>
                  <a:lnTo>
                    <a:pt x="1289" y="129"/>
                  </a:lnTo>
                  <a:lnTo>
                    <a:pt x="1289" y="86"/>
                  </a:lnTo>
                  <a:lnTo>
                    <a:pt x="1246" y="43"/>
                  </a:lnTo>
                  <a:lnTo>
                    <a:pt x="989" y="0"/>
                  </a:lnTo>
                  <a:close/>
                </a:path>
              </a:pathLst>
            </a:custGeom>
            <a:solidFill>
              <a:srgbClr val="491D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4" name="Google Shape;13484;p37"/>
          <p:cNvGrpSpPr/>
          <p:nvPr/>
        </p:nvGrpSpPr>
        <p:grpSpPr>
          <a:xfrm rot="-813593">
            <a:off x="1218129" y="1819863"/>
            <a:ext cx="731886" cy="2411077"/>
            <a:chOff x="1512725" y="1813275"/>
            <a:chExt cx="423075" cy="1393750"/>
          </a:xfrm>
        </p:grpSpPr>
        <p:sp>
          <p:nvSpPr>
            <p:cNvPr id="13485" name="Google Shape;13485;p37"/>
            <p:cNvSpPr/>
            <p:nvPr/>
          </p:nvSpPr>
          <p:spPr>
            <a:xfrm>
              <a:off x="1512725" y="2360875"/>
              <a:ext cx="404825" cy="126725"/>
            </a:xfrm>
            <a:custGeom>
              <a:avLst/>
              <a:gdLst/>
              <a:ahLst/>
              <a:cxnLst/>
              <a:rect l="l" t="t" r="r" b="b"/>
              <a:pathLst>
                <a:path w="16193" h="5069" extrusionOk="0">
                  <a:moveTo>
                    <a:pt x="9020" y="1"/>
                  </a:moveTo>
                  <a:lnTo>
                    <a:pt x="7689" y="44"/>
                  </a:lnTo>
                  <a:lnTo>
                    <a:pt x="6400" y="130"/>
                  </a:lnTo>
                  <a:lnTo>
                    <a:pt x="5155" y="216"/>
                  </a:lnTo>
                  <a:lnTo>
                    <a:pt x="3995" y="345"/>
                  </a:lnTo>
                  <a:lnTo>
                    <a:pt x="2019" y="602"/>
                  </a:lnTo>
                  <a:lnTo>
                    <a:pt x="645" y="774"/>
                  </a:lnTo>
                  <a:lnTo>
                    <a:pt x="130" y="860"/>
                  </a:lnTo>
                  <a:lnTo>
                    <a:pt x="44" y="1461"/>
                  </a:lnTo>
                  <a:lnTo>
                    <a:pt x="1" y="2062"/>
                  </a:lnTo>
                  <a:lnTo>
                    <a:pt x="44" y="2750"/>
                  </a:lnTo>
                  <a:lnTo>
                    <a:pt x="87" y="3136"/>
                  </a:lnTo>
                  <a:lnTo>
                    <a:pt x="130" y="3480"/>
                  </a:lnTo>
                  <a:lnTo>
                    <a:pt x="259" y="3823"/>
                  </a:lnTo>
                  <a:lnTo>
                    <a:pt x="387" y="4167"/>
                  </a:lnTo>
                  <a:lnTo>
                    <a:pt x="602" y="4425"/>
                  </a:lnTo>
                  <a:lnTo>
                    <a:pt x="860" y="4682"/>
                  </a:lnTo>
                  <a:lnTo>
                    <a:pt x="1160" y="4854"/>
                  </a:lnTo>
                  <a:lnTo>
                    <a:pt x="1504" y="4983"/>
                  </a:lnTo>
                  <a:lnTo>
                    <a:pt x="1891" y="5026"/>
                  </a:lnTo>
                  <a:lnTo>
                    <a:pt x="2234" y="5069"/>
                  </a:lnTo>
                  <a:lnTo>
                    <a:pt x="2535" y="5069"/>
                  </a:lnTo>
                  <a:lnTo>
                    <a:pt x="2878" y="5026"/>
                  </a:lnTo>
                  <a:lnTo>
                    <a:pt x="3437" y="4940"/>
                  </a:lnTo>
                  <a:lnTo>
                    <a:pt x="3952" y="4768"/>
                  </a:lnTo>
                  <a:lnTo>
                    <a:pt x="5069" y="4339"/>
                  </a:lnTo>
                  <a:lnTo>
                    <a:pt x="5756" y="4167"/>
                  </a:lnTo>
                  <a:lnTo>
                    <a:pt x="6529" y="4038"/>
                  </a:lnTo>
                  <a:lnTo>
                    <a:pt x="7302" y="3952"/>
                  </a:lnTo>
                  <a:lnTo>
                    <a:pt x="7946" y="3952"/>
                  </a:lnTo>
                  <a:lnTo>
                    <a:pt x="8505" y="3995"/>
                  </a:lnTo>
                  <a:lnTo>
                    <a:pt x="8977" y="4124"/>
                  </a:lnTo>
                  <a:lnTo>
                    <a:pt x="9450" y="4253"/>
                  </a:lnTo>
                  <a:lnTo>
                    <a:pt x="9965" y="4425"/>
                  </a:lnTo>
                  <a:lnTo>
                    <a:pt x="11254" y="4811"/>
                  </a:lnTo>
                  <a:lnTo>
                    <a:pt x="11640" y="4940"/>
                  </a:lnTo>
                  <a:lnTo>
                    <a:pt x="12113" y="4983"/>
                  </a:lnTo>
                  <a:lnTo>
                    <a:pt x="12585" y="5026"/>
                  </a:lnTo>
                  <a:lnTo>
                    <a:pt x="13057" y="4983"/>
                  </a:lnTo>
                  <a:lnTo>
                    <a:pt x="13573" y="4940"/>
                  </a:lnTo>
                  <a:lnTo>
                    <a:pt x="14045" y="4854"/>
                  </a:lnTo>
                  <a:lnTo>
                    <a:pt x="14518" y="4725"/>
                  </a:lnTo>
                  <a:lnTo>
                    <a:pt x="14947" y="4554"/>
                  </a:lnTo>
                  <a:lnTo>
                    <a:pt x="15377" y="4296"/>
                  </a:lnTo>
                  <a:lnTo>
                    <a:pt x="15677" y="4038"/>
                  </a:lnTo>
                  <a:lnTo>
                    <a:pt x="15935" y="3695"/>
                  </a:lnTo>
                  <a:lnTo>
                    <a:pt x="16064" y="3480"/>
                  </a:lnTo>
                  <a:lnTo>
                    <a:pt x="16107" y="3308"/>
                  </a:lnTo>
                  <a:lnTo>
                    <a:pt x="16193" y="3093"/>
                  </a:lnTo>
                  <a:lnTo>
                    <a:pt x="16193" y="2836"/>
                  </a:lnTo>
                  <a:lnTo>
                    <a:pt x="16193" y="2578"/>
                  </a:lnTo>
                  <a:lnTo>
                    <a:pt x="16150" y="2320"/>
                  </a:lnTo>
                  <a:lnTo>
                    <a:pt x="16107" y="2062"/>
                  </a:lnTo>
                  <a:lnTo>
                    <a:pt x="16021" y="1762"/>
                  </a:lnTo>
                  <a:lnTo>
                    <a:pt x="15892" y="1418"/>
                  </a:lnTo>
                  <a:lnTo>
                    <a:pt x="15720" y="1118"/>
                  </a:lnTo>
                  <a:lnTo>
                    <a:pt x="15334" y="903"/>
                  </a:lnTo>
                  <a:lnTo>
                    <a:pt x="14861" y="731"/>
                  </a:lnTo>
                  <a:lnTo>
                    <a:pt x="14389" y="559"/>
                  </a:lnTo>
                  <a:lnTo>
                    <a:pt x="13874" y="430"/>
                  </a:lnTo>
                  <a:lnTo>
                    <a:pt x="12800" y="216"/>
                  </a:lnTo>
                  <a:lnTo>
                    <a:pt x="11597" y="87"/>
                  </a:lnTo>
                  <a:lnTo>
                    <a:pt x="10309" y="44"/>
                  </a:lnTo>
                  <a:lnTo>
                    <a:pt x="90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6" name="Google Shape;13486;p37"/>
            <p:cNvSpPr/>
            <p:nvPr/>
          </p:nvSpPr>
          <p:spPr>
            <a:xfrm>
              <a:off x="1512725" y="2413500"/>
              <a:ext cx="404825" cy="74100"/>
            </a:xfrm>
            <a:custGeom>
              <a:avLst/>
              <a:gdLst/>
              <a:ahLst/>
              <a:cxnLst/>
              <a:rect l="l" t="t" r="r" b="b"/>
              <a:pathLst>
                <a:path w="16193" h="2964" extrusionOk="0">
                  <a:moveTo>
                    <a:pt x="1" y="0"/>
                  </a:moveTo>
                  <a:lnTo>
                    <a:pt x="1" y="430"/>
                  </a:lnTo>
                  <a:lnTo>
                    <a:pt x="44" y="859"/>
                  </a:lnTo>
                  <a:lnTo>
                    <a:pt x="130" y="1332"/>
                  </a:lnTo>
                  <a:lnTo>
                    <a:pt x="259" y="1761"/>
                  </a:lnTo>
                  <a:lnTo>
                    <a:pt x="473" y="2148"/>
                  </a:lnTo>
                  <a:lnTo>
                    <a:pt x="559" y="2320"/>
                  </a:lnTo>
                  <a:lnTo>
                    <a:pt x="731" y="2449"/>
                  </a:lnTo>
                  <a:lnTo>
                    <a:pt x="860" y="2577"/>
                  </a:lnTo>
                  <a:lnTo>
                    <a:pt x="1075" y="2706"/>
                  </a:lnTo>
                  <a:lnTo>
                    <a:pt x="1289" y="2792"/>
                  </a:lnTo>
                  <a:lnTo>
                    <a:pt x="1504" y="2878"/>
                  </a:lnTo>
                  <a:lnTo>
                    <a:pt x="1891" y="2921"/>
                  </a:lnTo>
                  <a:lnTo>
                    <a:pt x="2234" y="2964"/>
                  </a:lnTo>
                  <a:lnTo>
                    <a:pt x="2535" y="2964"/>
                  </a:lnTo>
                  <a:lnTo>
                    <a:pt x="2878" y="2921"/>
                  </a:lnTo>
                  <a:lnTo>
                    <a:pt x="3437" y="2835"/>
                  </a:lnTo>
                  <a:lnTo>
                    <a:pt x="3952" y="2663"/>
                  </a:lnTo>
                  <a:lnTo>
                    <a:pt x="5069" y="2234"/>
                  </a:lnTo>
                  <a:lnTo>
                    <a:pt x="5756" y="2062"/>
                  </a:lnTo>
                  <a:lnTo>
                    <a:pt x="6529" y="1933"/>
                  </a:lnTo>
                  <a:lnTo>
                    <a:pt x="7302" y="1847"/>
                  </a:lnTo>
                  <a:lnTo>
                    <a:pt x="7946" y="1847"/>
                  </a:lnTo>
                  <a:lnTo>
                    <a:pt x="8505" y="1890"/>
                  </a:lnTo>
                  <a:lnTo>
                    <a:pt x="8977" y="2019"/>
                  </a:lnTo>
                  <a:lnTo>
                    <a:pt x="9450" y="2148"/>
                  </a:lnTo>
                  <a:lnTo>
                    <a:pt x="9965" y="2320"/>
                  </a:lnTo>
                  <a:lnTo>
                    <a:pt x="11254" y="2706"/>
                  </a:lnTo>
                  <a:lnTo>
                    <a:pt x="11597" y="2792"/>
                  </a:lnTo>
                  <a:lnTo>
                    <a:pt x="11984" y="2878"/>
                  </a:lnTo>
                  <a:lnTo>
                    <a:pt x="12370" y="2921"/>
                  </a:lnTo>
                  <a:lnTo>
                    <a:pt x="12800" y="2921"/>
                  </a:lnTo>
                  <a:lnTo>
                    <a:pt x="13229" y="2878"/>
                  </a:lnTo>
                  <a:lnTo>
                    <a:pt x="13659" y="2835"/>
                  </a:lnTo>
                  <a:lnTo>
                    <a:pt x="14088" y="2749"/>
                  </a:lnTo>
                  <a:lnTo>
                    <a:pt x="14475" y="2620"/>
                  </a:lnTo>
                  <a:lnTo>
                    <a:pt x="14861" y="2492"/>
                  </a:lnTo>
                  <a:lnTo>
                    <a:pt x="15205" y="2277"/>
                  </a:lnTo>
                  <a:lnTo>
                    <a:pt x="15549" y="2062"/>
                  </a:lnTo>
                  <a:lnTo>
                    <a:pt x="15806" y="1804"/>
                  </a:lnTo>
                  <a:lnTo>
                    <a:pt x="15978" y="1504"/>
                  </a:lnTo>
                  <a:lnTo>
                    <a:pt x="16150" y="1160"/>
                  </a:lnTo>
                  <a:lnTo>
                    <a:pt x="16193" y="774"/>
                  </a:lnTo>
                  <a:lnTo>
                    <a:pt x="16193" y="301"/>
                  </a:lnTo>
                  <a:lnTo>
                    <a:pt x="16107" y="688"/>
                  </a:lnTo>
                  <a:lnTo>
                    <a:pt x="15978" y="988"/>
                  </a:lnTo>
                  <a:lnTo>
                    <a:pt x="15763" y="1246"/>
                  </a:lnTo>
                  <a:lnTo>
                    <a:pt x="15549" y="1504"/>
                  </a:lnTo>
                  <a:lnTo>
                    <a:pt x="15248" y="1718"/>
                  </a:lnTo>
                  <a:lnTo>
                    <a:pt x="14947" y="1890"/>
                  </a:lnTo>
                  <a:lnTo>
                    <a:pt x="14604" y="2062"/>
                  </a:lnTo>
                  <a:lnTo>
                    <a:pt x="14217" y="2148"/>
                  </a:lnTo>
                  <a:lnTo>
                    <a:pt x="13831" y="2277"/>
                  </a:lnTo>
                  <a:lnTo>
                    <a:pt x="13444" y="2320"/>
                  </a:lnTo>
                  <a:lnTo>
                    <a:pt x="12671" y="2363"/>
                  </a:lnTo>
                  <a:lnTo>
                    <a:pt x="11898" y="2320"/>
                  </a:lnTo>
                  <a:lnTo>
                    <a:pt x="11254" y="2191"/>
                  </a:lnTo>
                  <a:lnTo>
                    <a:pt x="9965" y="1761"/>
                  </a:lnTo>
                  <a:lnTo>
                    <a:pt x="9450" y="1590"/>
                  </a:lnTo>
                  <a:lnTo>
                    <a:pt x="8977" y="1461"/>
                  </a:lnTo>
                  <a:lnTo>
                    <a:pt x="8462" y="1375"/>
                  </a:lnTo>
                  <a:lnTo>
                    <a:pt x="7946" y="1332"/>
                  </a:lnTo>
                  <a:lnTo>
                    <a:pt x="7302" y="1332"/>
                  </a:lnTo>
                  <a:lnTo>
                    <a:pt x="6529" y="1375"/>
                  </a:lnTo>
                  <a:lnTo>
                    <a:pt x="5756" y="1547"/>
                  </a:lnTo>
                  <a:lnTo>
                    <a:pt x="5069" y="1718"/>
                  </a:lnTo>
                  <a:lnTo>
                    <a:pt x="3952" y="2105"/>
                  </a:lnTo>
                  <a:lnTo>
                    <a:pt x="3394" y="2277"/>
                  </a:lnTo>
                  <a:lnTo>
                    <a:pt x="2836" y="2406"/>
                  </a:lnTo>
                  <a:lnTo>
                    <a:pt x="2234" y="2406"/>
                  </a:lnTo>
                  <a:lnTo>
                    <a:pt x="1891" y="2363"/>
                  </a:lnTo>
                  <a:lnTo>
                    <a:pt x="1504" y="2320"/>
                  </a:lnTo>
                  <a:lnTo>
                    <a:pt x="1118" y="2191"/>
                  </a:lnTo>
                  <a:lnTo>
                    <a:pt x="817" y="2019"/>
                  </a:lnTo>
                  <a:lnTo>
                    <a:pt x="559" y="1761"/>
                  </a:lnTo>
                  <a:lnTo>
                    <a:pt x="387" y="1461"/>
                  </a:lnTo>
                  <a:lnTo>
                    <a:pt x="216" y="1117"/>
                  </a:lnTo>
                  <a:lnTo>
                    <a:pt x="130" y="731"/>
                  </a:lnTo>
                  <a:lnTo>
                    <a:pt x="44" y="34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7" name="Google Shape;13487;p37"/>
            <p:cNvSpPr/>
            <p:nvPr/>
          </p:nvSpPr>
          <p:spPr>
            <a:xfrm>
              <a:off x="1513800" y="2482225"/>
              <a:ext cx="422000" cy="139600"/>
            </a:xfrm>
            <a:custGeom>
              <a:avLst/>
              <a:gdLst/>
              <a:ahLst/>
              <a:cxnLst/>
              <a:rect l="l" t="t" r="r" b="b"/>
              <a:pathLst>
                <a:path w="16880" h="5584" extrusionOk="0">
                  <a:moveTo>
                    <a:pt x="8419" y="0"/>
                  </a:moveTo>
                  <a:lnTo>
                    <a:pt x="8075" y="43"/>
                  </a:lnTo>
                  <a:lnTo>
                    <a:pt x="7775" y="86"/>
                  </a:lnTo>
                  <a:lnTo>
                    <a:pt x="7431" y="129"/>
                  </a:lnTo>
                  <a:lnTo>
                    <a:pt x="6830" y="301"/>
                  </a:lnTo>
                  <a:lnTo>
                    <a:pt x="6228" y="559"/>
                  </a:lnTo>
                  <a:lnTo>
                    <a:pt x="5670" y="902"/>
                  </a:lnTo>
                  <a:lnTo>
                    <a:pt x="5155" y="1203"/>
                  </a:lnTo>
                  <a:lnTo>
                    <a:pt x="4897" y="1375"/>
                  </a:lnTo>
                  <a:lnTo>
                    <a:pt x="4682" y="1460"/>
                  </a:lnTo>
                  <a:lnTo>
                    <a:pt x="4468" y="1503"/>
                  </a:lnTo>
                  <a:lnTo>
                    <a:pt x="4253" y="1503"/>
                  </a:lnTo>
                  <a:lnTo>
                    <a:pt x="3780" y="1460"/>
                  </a:lnTo>
                  <a:lnTo>
                    <a:pt x="3351" y="1332"/>
                  </a:lnTo>
                  <a:lnTo>
                    <a:pt x="2878" y="1203"/>
                  </a:lnTo>
                  <a:lnTo>
                    <a:pt x="2406" y="1074"/>
                  </a:lnTo>
                  <a:lnTo>
                    <a:pt x="2105" y="1074"/>
                  </a:lnTo>
                  <a:lnTo>
                    <a:pt x="1848" y="1117"/>
                  </a:lnTo>
                  <a:lnTo>
                    <a:pt x="1547" y="1160"/>
                  </a:lnTo>
                  <a:lnTo>
                    <a:pt x="1246" y="1289"/>
                  </a:lnTo>
                  <a:lnTo>
                    <a:pt x="946" y="1418"/>
                  </a:lnTo>
                  <a:lnTo>
                    <a:pt x="731" y="1632"/>
                  </a:lnTo>
                  <a:lnTo>
                    <a:pt x="516" y="1847"/>
                  </a:lnTo>
                  <a:lnTo>
                    <a:pt x="344" y="2105"/>
                  </a:lnTo>
                  <a:lnTo>
                    <a:pt x="216" y="2405"/>
                  </a:lnTo>
                  <a:lnTo>
                    <a:pt x="130" y="2663"/>
                  </a:lnTo>
                  <a:lnTo>
                    <a:pt x="44" y="3264"/>
                  </a:lnTo>
                  <a:lnTo>
                    <a:pt x="1" y="3823"/>
                  </a:lnTo>
                  <a:lnTo>
                    <a:pt x="44" y="4252"/>
                  </a:lnTo>
                  <a:lnTo>
                    <a:pt x="87" y="4682"/>
                  </a:lnTo>
                  <a:lnTo>
                    <a:pt x="344" y="4768"/>
                  </a:lnTo>
                  <a:lnTo>
                    <a:pt x="1117" y="4896"/>
                  </a:lnTo>
                  <a:lnTo>
                    <a:pt x="2363" y="5111"/>
                  </a:lnTo>
                  <a:lnTo>
                    <a:pt x="4124" y="5326"/>
                  </a:lnTo>
                  <a:lnTo>
                    <a:pt x="6400" y="5498"/>
                  </a:lnTo>
                  <a:lnTo>
                    <a:pt x="7732" y="5541"/>
                  </a:lnTo>
                  <a:lnTo>
                    <a:pt x="9192" y="5584"/>
                  </a:lnTo>
                  <a:lnTo>
                    <a:pt x="10781" y="5584"/>
                  </a:lnTo>
                  <a:lnTo>
                    <a:pt x="12499" y="5541"/>
                  </a:lnTo>
                  <a:lnTo>
                    <a:pt x="14346" y="5498"/>
                  </a:lnTo>
                  <a:lnTo>
                    <a:pt x="16279" y="5369"/>
                  </a:lnTo>
                  <a:lnTo>
                    <a:pt x="16536" y="4939"/>
                  </a:lnTo>
                  <a:lnTo>
                    <a:pt x="16665" y="4510"/>
                  </a:lnTo>
                  <a:lnTo>
                    <a:pt x="16794" y="4123"/>
                  </a:lnTo>
                  <a:lnTo>
                    <a:pt x="16837" y="3737"/>
                  </a:lnTo>
                  <a:lnTo>
                    <a:pt x="16880" y="3350"/>
                  </a:lnTo>
                  <a:lnTo>
                    <a:pt x="16837" y="3007"/>
                  </a:lnTo>
                  <a:lnTo>
                    <a:pt x="16751" y="2663"/>
                  </a:lnTo>
                  <a:lnTo>
                    <a:pt x="16665" y="2362"/>
                  </a:lnTo>
                  <a:lnTo>
                    <a:pt x="16536" y="2105"/>
                  </a:lnTo>
                  <a:lnTo>
                    <a:pt x="16407" y="1847"/>
                  </a:lnTo>
                  <a:lnTo>
                    <a:pt x="16236" y="1632"/>
                  </a:lnTo>
                  <a:lnTo>
                    <a:pt x="16064" y="1460"/>
                  </a:lnTo>
                  <a:lnTo>
                    <a:pt x="15892" y="1332"/>
                  </a:lnTo>
                  <a:lnTo>
                    <a:pt x="15720" y="1246"/>
                  </a:lnTo>
                  <a:lnTo>
                    <a:pt x="15548" y="1203"/>
                  </a:lnTo>
                  <a:lnTo>
                    <a:pt x="15377" y="1203"/>
                  </a:lnTo>
                  <a:lnTo>
                    <a:pt x="14389" y="1246"/>
                  </a:lnTo>
                  <a:lnTo>
                    <a:pt x="13014" y="1246"/>
                  </a:lnTo>
                  <a:lnTo>
                    <a:pt x="12241" y="1160"/>
                  </a:lnTo>
                  <a:lnTo>
                    <a:pt x="11468" y="988"/>
                  </a:lnTo>
                  <a:lnTo>
                    <a:pt x="10738" y="773"/>
                  </a:lnTo>
                  <a:lnTo>
                    <a:pt x="10395" y="644"/>
                  </a:lnTo>
                  <a:lnTo>
                    <a:pt x="10051" y="473"/>
                  </a:lnTo>
                  <a:lnTo>
                    <a:pt x="9750" y="301"/>
                  </a:lnTo>
                  <a:lnTo>
                    <a:pt x="9407" y="172"/>
                  </a:lnTo>
                  <a:lnTo>
                    <a:pt x="9063" y="86"/>
                  </a:lnTo>
                  <a:lnTo>
                    <a:pt x="8762" y="43"/>
                  </a:lnTo>
                  <a:lnTo>
                    <a:pt x="84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8" name="Google Shape;13488;p37"/>
            <p:cNvSpPr/>
            <p:nvPr/>
          </p:nvSpPr>
          <p:spPr>
            <a:xfrm>
              <a:off x="1513800" y="2482225"/>
              <a:ext cx="420925" cy="107400"/>
            </a:xfrm>
            <a:custGeom>
              <a:avLst/>
              <a:gdLst/>
              <a:ahLst/>
              <a:cxnLst/>
              <a:rect l="l" t="t" r="r" b="b"/>
              <a:pathLst>
                <a:path w="16837" h="4296" extrusionOk="0">
                  <a:moveTo>
                    <a:pt x="8419" y="0"/>
                  </a:moveTo>
                  <a:lnTo>
                    <a:pt x="8075" y="43"/>
                  </a:lnTo>
                  <a:lnTo>
                    <a:pt x="7775" y="86"/>
                  </a:lnTo>
                  <a:lnTo>
                    <a:pt x="7431" y="129"/>
                  </a:lnTo>
                  <a:lnTo>
                    <a:pt x="6830" y="301"/>
                  </a:lnTo>
                  <a:lnTo>
                    <a:pt x="6228" y="559"/>
                  </a:lnTo>
                  <a:lnTo>
                    <a:pt x="5670" y="902"/>
                  </a:lnTo>
                  <a:lnTo>
                    <a:pt x="5155" y="1203"/>
                  </a:lnTo>
                  <a:lnTo>
                    <a:pt x="4897" y="1375"/>
                  </a:lnTo>
                  <a:lnTo>
                    <a:pt x="4682" y="1460"/>
                  </a:lnTo>
                  <a:lnTo>
                    <a:pt x="4468" y="1503"/>
                  </a:lnTo>
                  <a:lnTo>
                    <a:pt x="4253" y="1503"/>
                  </a:lnTo>
                  <a:lnTo>
                    <a:pt x="3780" y="1460"/>
                  </a:lnTo>
                  <a:lnTo>
                    <a:pt x="3351" y="1332"/>
                  </a:lnTo>
                  <a:lnTo>
                    <a:pt x="2878" y="1203"/>
                  </a:lnTo>
                  <a:lnTo>
                    <a:pt x="2406" y="1074"/>
                  </a:lnTo>
                  <a:lnTo>
                    <a:pt x="2105" y="1074"/>
                  </a:lnTo>
                  <a:lnTo>
                    <a:pt x="1848" y="1117"/>
                  </a:lnTo>
                  <a:lnTo>
                    <a:pt x="1547" y="1160"/>
                  </a:lnTo>
                  <a:lnTo>
                    <a:pt x="1246" y="1289"/>
                  </a:lnTo>
                  <a:lnTo>
                    <a:pt x="1032" y="1375"/>
                  </a:lnTo>
                  <a:lnTo>
                    <a:pt x="817" y="1546"/>
                  </a:lnTo>
                  <a:lnTo>
                    <a:pt x="645" y="1675"/>
                  </a:lnTo>
                  <a:lnTo>
                    <a:pt x="516" y="1890"/>
                  </a:lnTo>
                  <a:lnTo>
                    <a:pt x="259" y="2277"/>
                  </a:lnTo>
                  <a:lnTo>
                    <a:pt x="130" y="2706"/>
                  </a:lnTo>
                  <a:lnTo>
                    <a:pt x="44" y="3178"/>
                  </a:lnTo>
                  <a:lnTo>
                    <a:pt x="1" y="3608"/>
                  </a:lnTo>
                  <a:lnTo>
                    <a:pt x="1" y="3994"/>
                  </a:lnTo>
                  <a:lnTo>
                    <a:pt x="44" y="4295"/>
                  </a:lnTo>
                  <a:lnTo>
                    <a:pt x="130" y="3694"/>
                  </a:lnTo>
                  <a:lnTo>
                    <a:pt x="216" y="3393"/>
                  </a:lnTo>
                  <a:lnTo>
                    <a:pt x="344" y="3093"/>
                  </a:lnTo>
                  <a:lnTo>
                    <a:pt x="516" y="2835"/>
                  </a:lnTo>
                  <a:lnTo>
                    <a:pt x="688" y="2577"/>
                  </a:lnTo>
                  <a:lnTo>
                    <a:pt x="946" y="2362"/>
                  </a:lnTo>
                  <a:lnTo>
                    <a:pt x="1246" y="2234"/>
                  </a:lnTo>
                  <a:lnTo>
                    <a:pt x="1590" y="2105"/>
                  </a:lnTo>
                  <a:lnTo>
                    <a:pt x="1848" y="2062"/>
                  </a:lnTo>
                  <a:lnTo>
                    <a:pt x="2148" y="2019"/>
                  </a:lnTo>
                  <a:lnTo>
                    <a:pt x="2406" y="2019"/>
                  </a:lnTo>
                  <a:lnTo>
                    <a:pt x="2921" y="2105"/>
                  </a:lnTo>
                  <a:lnTo>
                    <a:pt x="3351" y="2277"/>
                  </a:lnTo>
                  <a:lnTo>
                    <a:pt x="3823" y="2405"/>
                  </a:lnTo>
                  <a:lnTo>
                    <a:pt x="4253" y="2448"/>
                  </a:lnTo>
                  <a:lnTo>
                    <a:pt x="4468" y="2448"/>
                  </a:lnTo>
                  <a:lnTo>
                    <a:pt x="4682" y="2405"/>
                  </a:lnTo>
                  <a:lnTo>
                    <a:pt x="4940" y="2319"/>
                  </a:lnTo>
                  <a:lnTo>
                    <a:pt x="5155" y="2148"/>
                  </a:lnTo>
                  <a:lnTo>
                    <a:pt x="5670" y="1847"/>
                  </a:lnTo>
                  <a:lnTo>
                    <a:pt x="6228" y="1503"/>
                  </a:lnTo>
                  <a:lnTo>
                    <a:pt x="6830" y="1246"/>
                  </a:lnTo>
                  <a:lnTo>
                    <a:pt x="7474" y="1074"/>
                  </a:lnTo>
                  <a:lnTo>
                    <a:pt x="7775" y="988"/>
                  </a:lnTo>
                  <a:lnTo>
                    <a:pt x="8118" y="988"/>
                  </a:lnTo>
                  <a:lnTo>
                    <a:pt x="8419" y="945"/>
                  </a:lnTo>
                  <a:lnTo>
                    <a:pt x="8762" y="988"/>
                  </a:lnTo>
                  <a:lnTo>
                    <a:pt x="9106" y="1031"/>
                  </a:lnTo>
                  <a:lnTo>
                    <a:pt x="9407" y="1117"/>
                  </a:lnTo>
                  <a:lnTo>
                    <a:pt x="9750" y="1246"/>
                  </a:lnTo>
                  <a:lnTo>
                    <a:pt x="10051" y="1418"/>
                  </a:lnTo>
                  <a:lnTo>
                    <a:pt x="10395" y="1546"/>
                  </a:lnTo>
                  <a:lnTo>
                    <a:pt x="10738" y="1718"/>
                  </a:lnTo>
                  <a:lnTo>
                    <a:pt x="11511" y="1933"/>
                  </a:lnTo>
                  <a:lnTo>
                    <a:pt x="12241" y="2105"/>
                  </a:lnTo>
                  <a:lnTo>
                    <a:pt x="13014" y="2191"/>
                  </a:lnTo>
                  <a:lnTo>
                    <a:pt x="14389" y="2191"/>
                  </a:lnTo>
                  <a:lnTo>
                    <a:pt x="15377" y="2105"/>
                  </a:lnTo>
                  <a:lnTo>
                    <a:pt x="15591" y="2148"/>
                  </a:lnTo>
                  <a:lnTo>
                    <a:pt x="15806" y="2234"/>
                  </a:lnTo>
                  <a:lnTo>
                    <a:pt x="16021" y="2362"/>
                  </a:lnTo>
                  <a:lnTo>
                    <a:pt x="16236" y="2534"/>
                  </a:lnTo>
                  <a:lnTo>
                    <a:pt x="16450" y="2792"/>
                  </a:lnTo>
                  <a:lnTo>
                    <a:pt x="16622" y="3136"/>
                  </a:lnTo>
                  <a:lnTo>
                    <a:pt x="16751" y="3479"/>
                  </a:lnTo>
                  <a:lnTo>
                    <a:pt x="16837" y="3866"/>
                  </a:lnTo>
                  <a:lnTo>
                    <a:pt x="16837" y="3264"/>
                  </a:lnTo>
                  <a:lnTo>
                    <a:pt x="16794" y="2749"/>
                  </a:lnTo>
                  <a:lnTo>
                    <a:pt x="16622" y="2277"/>
                  </a:lnTo>
                  <a:lnTo>
                    <a:pt x="16450" y="1890"/>
                  </a:lnTo>
                  <a:lnTo>
                    <a:pt x="16193" y="1589"/>
                  </a:lnTo>
                  <a:lnTo>
                    <a:pt x="15935" y="1332"/>
                  </a:lnTo>
                  <a:lnTo>
                    <a:pt x="15634" y="1203"/>
                  </a:lnTo>
                  <a:lnTo>
                    <a:pt x="15377" y="1203"/>
                  </a:lnTo>
                  <a:lnTo>
                    <a:pt x="14389" y="1246"/>
                  </a:lnTo>
                  <a:lnTo>
                    <a:pt x="13014" y="1246"/>
                  </a:lnTo>
                  <a:lnTo>
                    <a:pt x="12241" y="1160"/>
                  </a:lnTo>
                  <a:lnTo>
                    <a:pt x="11468" y="988"/>
                  </a:lnTo>
                  <a:lnTo>
                    <a:pt x="10738" y="773"/>
                  </a:lnTo>
                  <a:lnTo>
                    <a:pt x="10395" y="644"/>
                  </a:lnTo>
                  <a:lnTo>
                    <a:pt x="10051" y="473"/>
                  </a:lnTo>
                  <a:lnTo>
                    <a:pt x="9750" y="301"/>
                  </a:lnTo>
                  <a:lnTo>
                    <a:pt x="9407" y="172"/>
                  </a:lnTo>
                  <a:lnTo>
                    <a:pt x="9063" y="86"/>
                  </a:lnTo>
                  <a:lnTo>
                    <a:pt x="8762" y="43"/>
                  </a:lnTo>
                  <a:lnTo>
                    <a:pt x="84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9" name="Google Shape;13489;p37"/>
            <p:cNvSpPr/>
            <p:nvPr/>
          </p:nvSpPr>
          <p:spPr>
            <a:xfrm>
              <a:off x="1515950" y="2545575"/>
              <a:ext cx="404825" cy="661450"/>
            </a:xfrm>
            <a:custGeom>
              <a:avLst/>
              <a:gdLst/>
              <a:ahLst/>
              <a:cxnLst/>
              <a:rect l="l" t="t" r="r" b="b"/>
              <a:pathLst>
                <a:path w="16193" h="26458" extrusionOk="0">
                  <a:moveTo>
                    <a:pt x="7431" y="0"/>
                  </a:moveTo>
                  <a:lnTo>
                    <a:pt x="7001" y="86"/>
                  </a:lnTo>
                  <a:lnTo>
                    <a:pt x="6615" y="215"/>
                  </a:lnTo>
                  <a:lnTo>
                    <a:pt x="6271" y="344"/>
                  </a:lnTo>
                  <a:lnTo>
                    <a:pt x="5498" y="687"/>
                  </a:lnTo>
                  <a:lnTo>
                    <a:pt x="5283" y="730"/>
                  </a:lnTo>
                  <a:lnTo>
                    <a:pt x="5026" y="773"/>
                  </a:lnTo>
                  <a:lnTo>
                    <a:pt x="4467" y="730"/>
                  </a:lnTo>
                  <a:lnTo>
                    <a:pt x="3866" y="602"/>
                  </a:lnTo>
                  <a:lnTo>
                    <a:pt x="3222" y="473"/>
                  </a:lnTo>
                  <a:lnTo>
                    <a:pt x="2535" y="387"/>
                  </a:lnTo>
                  <a:lnTo>
                    <a:pt x="1590" y="387"/>
                  </a:lnTo>
                  <a:lnTo>
                    <a:pt x="1332" y="473"/>
                  </a:lnTo>
                  <a:lnTo>
                    <a:pt x="1031" y="602"/>
                  </a:lnTo>
                  <a:lnTo>
                    <a:pt x="774" y="730"/>
                  </a:lnTo>
                  <a:lnTo>
                    <a:pt x="559" y="945"/>
                  </a:lnTo>
                  <a:lnTo>
                    <a:pt x="387" y="1160"/>
                  </a:lnTo>
                  <a:lnTo>
                    <a:pt x="258" y="1375"/>
                  </a:lnTo>
                  <a:lnTo>
                    <a:pt x="130" y="1632"/>
                  </a:lnTo>
                  <a:lnTo>
                    <a:pt x="87" y="1890"/>
                  </a:lnTo>
                  <a:lnTo>
                    <a:pt x="44" y="2148"/>
                  </a:lnTo>
                  <a:lnTo>
                    <a:pt x="1" y="2405"/>
                  </a:lnTo>
                  <a:lnTo>
                    <a:pt x="44" y="2663"/>
                  </a:lnTo>
                  <a:lnTo>
                    <a:pt x="130" y="3221"/>
                  </a:lnTo>
                  <a:lnTo>
                    <a:pt x="301" y="3823"/>
                  </a:lnTo>
                  <a:lnTo>
                    <a:pt x="559" y="4381"/>
                  </a:lnTo>
                  <a:lnTo>
                    <a:pt x="860" y="4939"/>
                  </a:lnTo>
                  <a:lnTo>
                    <a:pt x="1117" y="5584"/>
                  </a:lnTo>
                  <a:lnTo>
                    <a:pt x="1375" y="6314"/>
                  </a:lnTo>
                  <a:lnTo>
                    <a:pt x="1590" y="7087"/>
                  </a:lnTo>
                  <a:lnTo>
                    <a:pt x="1719" y="7860"/>
                  </a:lnTo>
                  <a:lnTo>
                    <a:pt x="1933" y="9105"/>
                  </a:lnTo>
                  <a:lnTo>
                    <a:pt x="2019" y="9621"/>
                  </a:lnTo>
                  <a:lnTo>
                    <a:pt x="2234" y="26457"/>
                  </a:lnTo>
                  <a:lnTo>
                    <a:pt x="15076" y="26285"/>
                  </a:lnTo>
                  <a:lnTo>
                    <a:pt x="14818" y="9449"/>
                  </a:lnTo>
                  <a:lnTo>
                    <a:pt x="14818" y="8590"/>
                  </a:lnTo>
                  <a:lnTo>
                    <a:pt x="14861" y="7817"/>
                  </a:lnTo>
                  <a:lnTo>
                    <a:pt x="14947" y="7044"/>
                  </a:lnTo>
                  <a:lnTo>
                    <a:pt x="15076" y="6314"/>
                  </a:lnTo>
                  <a:lnTo>
                    <a:pt x="15248" y="5584"/>
                  </a:lnTo>
                  <a:lnTo>
                    <a:pt x="15462" y="4853"/>
                  </a:lnTo>
                  <a:lnTo>
                    <a:pt x="16064" y="3264"/>
                  </a:lnTo>
                  <a:lnTo>
                    <a:pt x="16150" y="2835"/>
                  </a:lnTo>
                  <a:lnTo>
                    <a:pt x="16193" y="2448"/>
                  </a:lnTo>
                  <a:lnTo>
                    <a:pt x="16193" y="2105"/>
                  </a:lnTo>
                  <a:lnTo>
                    <a:pt x="16107" y="1804"/>
                  </a:lnTo>
                  <a:lnTo>
                    <a:pt x="15935" y="1546"/>
                  </a:lnTo>
                  <a:lnTo>
                    <a:pt x="15763" y="1289"/>
                  </a:lnTo>
                  <a:lnTo>
                    <a:pt x="15548" y="1074"/>
                  </a:lnTo>
                  <a:lnTo>
                    <a:pt x="15291" y="902"/>
                  </a:lnTo>
                  <a:lnTo>
                    <a:pt x="14990" y="773"/>
                  </a:lnTo>
                  <a:lnTo>
                    <a:pt x="14689" y="644"/>
                  </a:lnTo>
                  <a:lnTo>
                    <a:pt x="14131" y="516"/>
                  </a:lnTo>
                  <a:lnTo>
                    <a:pt x="13573" y="430"/>
                  </a:lnTo>
                  <a:lnTo>
                    <a:pt x="13143" y="473"/>
                  </a:lnTo>
                  <a:lnTo>
                    <a:pt x="12370" y="644"/>
                  </a:lnTo>
                  <a:lnTo>
                    <a:pt x="11984" y="687"/>
                  </a:lnTo>
                  <a:lnTo>
                    <a:pt x="11082" y="687"/>
                  </a:lnTo>
                  <a:lnTo>
                    <a:pt x="10523" y="602"/>
                  </a:lnTo>
                  <a:lnTo>
                    <a:pt x="9879" y="473"/>
                  </a:lnTo>
                  <a:lnTo>
                    <a:pt x="9192" y="258"/>
                  </a:lnTo>
                  <a:lnTo>
                    <a:pt x="8505" y="86"/>
                  </a:lnTo>
                  <a:lnTo>
                    <a:pt x="79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0" name="Google Shape;13490;p37"/>
            <p:cNvSpPr/>
            <p:nvPr/>
          </p:nvSpPr>
          <p:spPr>
            <a:xfrm>
              <a:off x="1653400" y="2545575"/>
              <a:ext cx="267375" cy="658225"/>
            </a:xfrm>
            <a:custGeom>
              <a:avLst/>
              <a:gdLst/>
              <a:ahLst/>
              <a:cxnLst/>
              <a:rect l="l" t="t" r="r" b="b"/>
              <a:pathLst>
                <a:path w="10695" h="26329" extrusionOk="0">
                  <a:moveTo>
                    <a:pt x="1933" y="0"/>
                  </a:moveTo>
                  <a:lnTo>
                    <a:pt x="1503" y="86"/>
                  </a:lnTo>
                  <a:lnTo>
                    <a:pt x="1117" y="215"/>
                  </a:lnTo>
                  <a:lnTo>
                    <a:pt x="773" y="344"/>
                  </a:lnTo>
                  <a:lnTo>
                    <a:pt x="0" y="687"/>
                  </a:lnTo>
                  <a:lnTo>
                    <a:pt x="730" y="687"/>
                  </a:lnTo>
                  <a:lnTo>
                    <a:pt x="1203" y="730"/>
                  </a:lnTo>
                  <a:lnTo>
                    <a:pt x="1804" y="816"/>
                  </a:lnTo>
                  <a:lnTo>
                    <a:pt x="2448" y="945"/>
                  </a:lnTo>
                  <a:lnTo>
                    <a:pt x="3136" y="1160"/>
                  </a:lnTo>
                  <a:lnTo>
                    <a:pt x="3823" y="1418"/>
                  </a:lnTo>
                  <a:lnTo>
                    <a:pt x="4166" y="1589"/>
                  </a:lnTo>
                  <a:lnTo>
                    <a:pt x="4510" y="1675"/>
                  </a:lnTo>
                  <a:lnTo>
                    <a:pt x="5197" y="1847"/>
                  </a:lnTo>
                  <a:lnTo>
                    <a:pt x="5841" y="1933"/>
                  </a:lnTo>
                  <a:lnTo>
                    <a:pt x="6443" y="1976"/>
                  </a:lnTo>
                  <a:lnTo>
                    <a:pt x="7001" y="2019"/>
                  </a:lnTo>
                  <a:lnTo>
                    <a:pt x="7516" y="2105"/>
                  </a:lnTo>
                  <a:lnTo>
                    <a:pt x="7688" y="2191"/>
                  </a:lnTo>
                  <a:lnTo>
                    <a:pt x="7860" y="2277"/>
                  </a:lnTo>
                  <a:lnTo>
                    <a:pt x="8032" y="2405"/>
                  </a:lnTo>
                  <a:lnTo>
                    <a:pt x="8118" y="2577"/>
                  </a:lnTo>
                  <a:lnTo>
                    <a:pt x="8289" y="2964"/>
                  </a:lnTo>
                  <a:lnTo>
                    <a:pt x="8375" y="3393"/>
                  </a:lnTo>
                  <a:lnTo>
                    <a:pt x="8375" y="3823"/>
                  </a:lnTo>
                  <a:lnTo>
                    <a:pt x="8289" y="4338"/>
                  </a:lnTo>
                  <a:lnTo>
                    <a:pt x="8118" y="4896"/>
                  </a:lnTo>
                  <a:lnTo>
                    <a:pt x="7860" y="5455"/>
                  </a:lnTo>
                  <a:lnTo>
                    <a:pt x="7473" y="6099"/>
                  </a:lnTo>
                  <a:lnTo>
                    <a:pt x="7001" y="6786"/>
                  </a:lnTo>
                  <a:lnTo>
                    <a:pt x="6743" y="7216"/>
                  </a:lnTo>
                  <a:lnTo>
                    <a:pt x="6486" y="7688"/>
                  </a:lnTo>
                  <a:lnTo>
                    <a:pt x="6314" y="8246"/>
                  </a:lnTo>
                  <a:lnTo>
                    <a:pt x="6142" y="8848"/>
                  </a:lnTo>
                  <a:lnTo>
                    <a:pt x="5970" y="9535"/>
                  </a:lnTo>
                  <a:lnTo>
                    <a:pt x="5884" y="10222"/>
                  </a:lnTo>
                  <a:lnTo>
                    <a:pt x="5712" y="11682"/>
                  </a:lnTo>
                  <a:lnTo>
                    <a:pt x="5584" y="13143"/>
                  </a:lnTo>
                  <a:lnTo>
                    <a:pt x="5541" y="14517"/>
                  </a:lnTo>
                  <a:lnTo>
                    <a:pt x="5541" y="16622"/>
                  </a:lnTo>
                  <a:lnTo>
                    <a:pt x="5755" y="26328"/>
                  </a:lnTo>
                  <a:lnTo>
                    <a:pt x="9578" y="26285"/>
                  </a:lnTo>
                  <a:lnTo>
                    <a:pt x="9320" y="9449"/>
                  </a:lnTo>
                  <a:lnTo>
                    <a:pt x="9320" y="8590"/>
                  </a:lnTo>
                  <a:lnTo>
                    <a:pt x="9363" y="7817"/>
                  </a:lnTo>
                  <a:lnTo>
                    <a:pt x="9449" y="7044"/>
                  </a:lnTo>
                  <a:lnTo>
                    <a:pt x="9578" y="6314"/>
                  </a:lnTo>
                  <a:lnTo>
                    <a:pt x="9750" y="5584"/>
                  </a:lnTo>
                  <a:lnTo>
                    <a:pt x="9964" y="4853"/>
                  </a:lnTo>
                  <a:lnTo>
                    <a:pt x="10566" y="3264"/>
                  </a:lnTo>
                  <a:lnTo>
                    <a:pt x="10652" y="2835"/>
                  </a:lnTo>
                  <a:lnTo>
                    <a:pt x="10695" y="2448"/>
                  </a:lnTo>
                  <a:lnTo>
                    <a:pt x="10695" y="2105"/>
                  </a:lnTo>
                  <a:lnTo>
                    <a:pt x="10609" y="1804"/>
                  </a:lnTo>
                  <a:lnTo>
                    <a:pt x="10437" y="1546"/>
                  </a:lnTo>
                  <a:lnTo>
                    <a:pt x="10265" y="1289"/>
                  </a:lnTo>
                  <a:lnTo>
                    <a:pt x="10050" y="1074"/>
                  </a:lnTo>
                  <a:lnTo>
                    <a:pt x="9793" y="902"/>
                  </a:lnTo>
                  <a:lnTo>
                    <a:pt x="9492" y="773"/>
                  </a:lnTo>
                  <a:lnTo>
                    <a:pt x="9191" y="644"/>
                  </a:lnTo>
                  <a:lnTo>
                    <a:pt x="8633" y="516"/>
                  </a:lnTo>
                  <a:lnTo>
                    <a:pt x="8075" y="430"/>
                  </a:lnTo>
                  <a:lnTo>
                    <a:pt x="7645" y="473"/>
                  </a:lnTo>
                  <a:lnTo>
                    <a:pt x="6872" y="644"/>
                  </a:lnTo>
                  <a:lnTo>
                    <a:pt x="6486" y="687"/>
                  </a:lnTo>
                  <a:lnTo>
                    <a:pt x="5584" y="687"/>
                  </a:lnTo>
                  <a:lnTo>
                    <a:pt x="5025" y="602"/>
                  </a:lnTo>
                  <a:lnTo>
                    <a:pt x="4381" y="473"/>
                  </a:lnTo>
                  <a:lnTo>
                    <a:pt x="3694" y="258"/>
                  </a:lnTo>
                  <a:lnTo>
                    <a:pt x="3007" y="86"/>
                  </a:lnTo>
                  <a:lnTo>
                    <a:pt x="2405"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1" name="Google Shape;13491;p37"/>
            <p:cNvSpPr/>
            <p:nvPr/>
          </p:nvSpPr>
          <p:spPr>
            <a:xfrm>
              <a:off x="1729625" y="2618575"/>
              <a:ext cx="75200" cy="95600"/>
            </a:xfrm>
            <a:custGeom>
              <a:avLst/>
              <a:gdLst/>
              <a:ahLst/>
              <a:cxnLst/>
              <a:rect l="l" t="t" r="r" b="b"/>
              <a:pathLst>
                <a:path w="3008" h="3824" extrusionOk="0">
                  <a:moveTo>
                    <a:pt x="988" y="1"/>
                  </a:moveTo>
                  <a:lnTo>
                    <a:pt x="817" y="130"/>
                  </a:lnTo>
                  <a:lnTo>
                    <a:pt x="473" y="430"/>
                  </a:lnTo>
                  <a:lnTo>
                    <a:pt x="301" y="688"/>
                  </a:lnTo>
                  <a:lnTo>
                    <a:pt x="172" y="946"/>
                  </a:lnTo>
                  <a:lnTo>
                    <a:pt x="44" y="1246"/>
                  </a:lnTo>
                  <a:lnTo>
                    <a:pt x="1" y="1633"/>
                  </a:lnTo>
                  <a:lnTo>
                    <a:pt x="44" y="2019"/>
                  </a:lnTo>
                  <a:lnTo>
                    <a:pt x="129" y="2535"/>
                  </a:lnTo>
                  <a:lnTo>
                    <a:pt x="215" y="3007"/>
                  </a:lnTo>
                  <a:lnTo>
                    <a:pt x="387" y="3437"/>
                  </a:lnTo>
                  <a:lnTo>
                    <a:pt x="473" y="3609"/>
                  </a:lnTo>
                  <a:lnTo>
                    <a:pt x="602" y="3694"/>
                  </a:lnTo>
                  <a:lnTo>
                    <a:pt x="731" y="3780"/>
                  </a:lnTo>
                  <a:lnTo>
                    <a:pt x="817" y="3823"/>
                  </a:lnTo>
                  <a:lnTo>
                    <a:pt x="988" y="3780"/>
                  </a:lnTo>
                  <a:lnTo>
                    <a:pt x="1117" y="3651"/>
                  </a:lnTo>
                  <a:lnTo>
                    <a:pt x="1246" y="3480"/>
                  </a:lnTo>
                  <a:lnTo>
                    <a:pt x="1418" y="3179"/>
                  </a:lnTo>
                  <a:lnTo>
                    <a:pt x="1590" y="2878"/>
                  </a:lnTo>
                  <a:lnTo>
                    <a:pt x="1762" y="2664"/>
                  </a:lnTo>
                  <a:lnTo>
                    <a:pt x="2062" y="2277"/>
                  </a:lnTo>
                  <a:lnTo>
                    <a:pt x="2320" y="2062"/>
                  </a:lnTo>
                  <a:lnTo>
                    <a:pt x="2578" y="1933"/>
                  </a:lnTo>
                  <a:lnTo>
                    <a:pt x="2792" y="1805"/>
                  </a:lnTo>
                  <a:lnTo>
                    <a:pt x="2921" y="1676"/>
                  </a:lnTo>
                  <a:lnTo>
                    <a:pt x="2964" y="1590"/>
                  </a:lnTo>
                  <a:lnTo>
                    <a:pt x="3007" y="1461"/>
                  </a:lnTo>
                  <a:lnTo>
                    <a:pt x="3007" y="1075"/>
                  </a:lnTo>
                  <a:lnTo>
                    <a:pt x="2964" y="860"/>
                  </a:lnTo>
                  <a:lnTo>
                    <a:pt x="2878" y="688"/>
                  </a:lnTo>
                  <a:lnTo>
                    <a:pt x="2792" y="559"/>
                  </a:lnTo>
                  <a:lnTo>
                    <a:pt x="2621" y="430"/>
                  </a:lnTo>
                  <a:lnTo>
                    <a:pt x="2492" y="301"/>
                  </a:lnTo>
                  <a:lnTo>
                    <a:pt x="2320" y="216"/>
                  </a:lnTo>
                  <a:lnTo>
                    <a:pt x="1933" y="87"/>
                  </a:lnTo>
                  <a:lnTo>
                    <a:pt x="1590" y="44"/>
                  </a:lnTo>
                  <a:lnTo>
                    <a:pt x="128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2" name="Google Shape;13492;p37"/>
            <p:cNvSpPr/>
            <p:nvPr/>
          </p:nvSpPr>
          <p:spPr>
            <a:xfrm>
              <a:off x="1515950" y="1813275"/>
              <a:ext cx="389800" cy="638900"/>
            </a:xfrm>
            <a:custGeom>
              <a:avLst/>
              <a:gdLst/>
              <a:ahLst/>
              <a:cxnLst/>
              <a:rect l="l" t="t" r="r" b="b"/>
              <a:pathLst>
                <a:path w="15592" h="25556" extrusionOk="0">
                  <a:moveTo>
                    <a:pt x="14002" y="1"/>
                  </a:moveTo>
                  <a:lnTo>
                    <a:pt x="1976" y="173"/>
                  </a:lnTo>
                  <a:lnTo>
                    <a:pt x="2148" y="12198"/>
                  </a:lnTo>
                  <a:lnTo>
                    <a:pt x="2148" y="13315"/>
                  </a:lnTo>
                  <a:lnTo>
                    <a:pt x="2062" y="14432"/>
                  </a:lnTo>
                  <a:lnTo>
                    <a:pt x="1933" y="15548"/>
                  </a:lnTo>
                  <a:lnTo>
                    <a:pt x="1719" y="16665"/>
                  </a:lnTo>
                  <a:lnTo>
                    <a:pt x="1461" y="17782"/>
                  </a:lnTo>
                  <a:lnTo>
                    <a:pt x="1203" y="18856"/>
                  </a:lnTo>
                  <a:lnTo>
                    <a:pt x="860" y="19886"/>
                  </a:lnTo>
                  <a:lnTo>
                    <a:pt x="473" y="20917"/>
                  </a:lnTo>
                  <a:lnTo>
                    <a:pt x="301" y="21432"/>
                  </a:lnTo>
                  <a:lnTo>
                    <a:pt x="173" y="21905"/>
                  </a:lnTo>
                  <a:lnTo>
                    <a:pt x="87" y="22334"/>
                  </a:lnTo>
                  <a:lnTo>
                    <a:pt x="1" y="22764"/>
                  </a:lnTo>
                  <a:lnTo>
                    <a:pt x="1" y="23150"/>
                  </a:lnTo>
                  <a:lnTo>
                    <a:pt x="44" y="23537"/>
                  </a:lnTo>
                  <a:lnTo>
                    <a:pt x="87" y="23881"/>
                  </a:lnTo>
                  <a:lnTo>
                    <a:pt x="173" y="24181"/>
                  </a:lnTo>
                  <a:lnTo>
                    <a:pt x="301" y="24482"/>
                  </a:lnTo>
                  <a:lnTo>
                    <a:pt x="430" y="24697"/>
                  </a:lnTo>
                  <a:lnTo>
                    <a:pt x="602" y="24954"/>
                  </a:lnTo>
                  <a:lnTo>
                    <a:pt x="817" y="25126"/>
                  </a:lnTo>
                  <a:lnTo>
                    <a:pt x="1031" y="25298"/>
                  </a:lnTo>
                  <a:lnTo>
                    <a:pt x="1289" y="25427"/>
                  </a:lnTo>
                  <a:lnTo>
                    <a:pt x="1504" y="25513"/>
                  </a:lnTo>
                  <a:lnTo>
                    <a:pt x="1805" y="25556"/>
                  </a:lnTo>
                  <a:lnTo>
                    <a:pt x="2363" y="25556"/>
                  </a:lnTo>
                  <a:lnTo>
                    <a:pt x="2664" y="25513"/>
                  </a:lnTo>
                  <a:lnTo>
                    <a:pt x="2964" y="25427"/>
                  </a:lnTo>
                  <a:lnTo>
                    <a:pt x="3608" y="25212"/>
                  </a:lnTo>
                  <a:lnTo>
                    <a:pt x="4296" y="24911"/>
                  </a:lnTo>
                  <a:lnTo>
                    <a:pt x="5026" y="24654"/>
                  </a:lnTo>
                  <a:lnTo>
                    <a:pt x="5799" y="24353"/>
                  </a:lnTo>
                  <a:lnTo>
                    <a:pt x="6701" y="24138"/>
                  </a:lnTo>
                  <a:lnTo>
                    <a:pt x="7130" y="24095"/>
                  </a:lnTo>
                  <a:lnTo>
                    <a:pt x="7603" y="24052"/>
                  </a:lnTo>
                  <a:lnTo>
                    <a:pt x="8505" y="24052"/>
                  </a:lnTo>
                  <a:lnTo>
                    <a:pt x="8891" y="24138"/>
                  </a:lnTo>
                  <a:lnTo>
                    <a:pt x="9235" y="24224"/>
                  </a:lnTo>
                  <a:lnTo>
                    <a:pt x="9836" y="24482"/>
                  </a:lnTo>
                  <a:lnTo>
                    <a:pt x="10394" y="24783"/>
                  </a:lnTo>
                  <a:lnTo>
                    <a:pt x="10953" y="25040"/>
                  </a:lnTo>
                  <a:lnTo>
                    <a:pt x="11253" y="25169"/>
                  </a:lnTo>
                  <a:lnTo>
                    <a:pt x="11554" y="25298"/>
                  </a:lnTo>
                  <a:lnTo>
                    <a:pt x="11898" y="25341"/>
                  </a:lnTo>
                  <a:lnTo>
                    <a:pt x="12241" y="25384"/>
                  </a:lnTo>
                  <a:lnTo>
                    <a:pt x="12628" y="25427"/>
                  </a:lnTo>
                  <a:lnTo>
                    <a:pt x="13057" y="25384"/>
                  </a:lnTo>
                  <a:lnTo>
                    <a:pt x="13487" y="25298"/>
                  </a:lnTo>
                  <a:lnTo>
                    <a:pt x="13873" y="25212"/>
                  </a:lnTo>
                  <a:lnTo>
                    <a:pt x="14217" y="25083"/>
                  </a:lnTo>
                  <a:lnTo>
                    <a:pt x="14518" y="24911"/>
                  </a:lnTo>
                  <a:lnTo>
                    <a:pt x="14775" y="24783"/>
                  </a:lnTo>
                  <a:lnTo>
                    <a:pt x="14990" y="24611"/>
                  </a:lnTo>
                  <a:lnTo>
                    <a:pt x="15205" y="24396"/>
                  </a:lnTo>
                  <a:lnTo>
                    <a:pt x="15334" y="24224"/>
                  </a:lnTo>
                  <a:lnTo>
                    <a:pt x="15462" y="24009"/>
                  </a:lnTo>
                  <a:lnTo>
                    <a:pt x="15548" y="23795"/>
                  </a:lnTo>
                  <a:lnTo>
                    <a:pt x="15591" y="23580"/>
                  </a:lnTo>
                  <a:lnTo>
                    <a:pt x="15591" y="23408"/>
                  </a:lnTo>
                  <a:lnTo>
                    <a:pt x="15591" y="23193"/>
                  </a:lnTo>
                  <a:lnTo>
                    <a:pt x="15548" y="22979"/>
                  </a:lnTo>
                  <a:lnTo>
                    <a:pt x="15505" y="22807"/>
                  </a:lnTo>
                  <a:lnTo>
                    <a:pt x="15420" y="22635"/>
                  </a:lnTo>
                  <a:lnTo>
                    <a:pt x="15205" y="22249"/>
                  </a:lnTo>
                  <a:lnTo>
                    <a:pt x="15033" y="21776"/>
                  </a:lnTo>
                  <a:lnTo>
                    <a:pt x="14646" y="20788"/>
                  </a:lnTo>
                  <a:lnTo>
                    <a:pt x="14260" y="19629"/>
                  </a:lnTo>
                  <a:lnTo>
                    <a:pt x="1400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3" name="Google Shape;13493;p37"/>
            <p:cNvSpPr/>
            <p:nvPr/>
          </p:nvSpPr>
          <p:spPr>
            <a:xfrm>
              <a:off x="1726400" y="1813275"/>
              <a:ext cx="179350" cy="635675"/>
            </a:xfrm>
            <a:custGeom>
              <a:avLst/>
              <a:gdLst/>
              <a:ahLst/>
              <a:cxnLst/>
              <a:rect l="l" t="t" r="r" b="b"/>
              <a:pathLst>
                <a:path w="7174" h="25427" extrusionOk="0">
                  <a:moveTo>
                    <a:pt x="5584" y="1"/>
                  </a:moveTo>
                  <a:lnTo>
                    <a:pt x="3480" y="44"/>
                  </a:lnTo>
                  <a:lnTo>
                    <a:pt x="3737" y="18641"/>
                  </a:lnTo>
                  <a:lnTo>
                    <a:pt x="3780" y="19242"/>
                  </a:lnTo>
                  <a:lnTo>
                    <a:pt x="3866" y="19843"/>
                  </a:lnTo>
                  <a:lnTo>
                    <a:pt x="4038" y="20359"/>
                  </a:lnTo>
                  <a:lnTo>
                    <a:pt x="4210" y="20917"/>
                  </a:lnTo>
                  <a:lnTo>
                    <a:pt x="4682" y="21905"/>
                  </a:lnTo>
                  <a:lnTo>
                    <a:pt x="5069" y="22764"/>
                  </a:lnTo>
                  <a:lnTo>
                    <a:pt x="5155" y="22936"/>
                  </a:lnTo>
                  <a:lnTo>
                    <a:pt x="5155" y="23150"/>
                  </a:lnTo>
                  <a:lnTo>
                    <a:pt x="5112" y="23279"/>
                  </a:lnTo>
                  <a:lnTo>
                    <a:pt x="4983" y="23451"/>
                  </a:lnTo>
                  <a:lnTo>
                    <a:pt x="4854" y="23580"/>
                  </a:lnTo>
                  <a:lnTo>
                    <a:pt x="4639" y="23666"/>
                  </a:lnTo>
                  <a:lnTo>
                    <a:pt x="4382" y="23752"/>
                  </a:lnTo>
                  <a:lnTo>
                    <a:pt x="4038" y="23838"/>
                  </a:lnTo>
                  <a:lnTo>
                    <a:pt x="3265" y="23966"/>
                  </a:lnTo>
                  <a:lnTo>
                    <a:pt x="2363" y="24052"/>
                  </a:lnTo>
                  <a:lnTo>
                    <a:pt x="1246" y="24095"/>
                  </a:lnTo>
                  <a:lnTo>
                    <a:pt x="1" y="24052"/>
                  </a:lnTo>
                  <a:lnTo>
                    <a:pt x="1" y="24052"/>
                  </a:lnTo>
                  <a:lnTo>
                    <a:pt x="344" y="24138"/>
                  </a:lnTo>
                  <a:lnTo>
                    <a:pt x="645" y="24181"/>
                  </a:lnTo>
                  <a:lnTo>
                    <a:pt x="1246" y="24396"/>
                  </a:lnTo>
                  <a:lnTo>
                    <a:pt x="1762" y="24654"/>
                  </a:lnTo>
                  <a:lnTo>
                    <a:pt x="2234" y="24911"/>
                  </a:lnTo>
                  <a:lnTo>
                    <a:pt x="2750" y="25126"/>
                  </a:lnTo>
                  <a:lnTo>
                    <a:pt x="3265" y="25341"/>
                  </a:lnTo>
                  <a:lnTo>
                    <a:pt x="3566" y="25384"/>
                  </a:lnTo>
                  <a:lnTo>
                    <a:pt x="3909" y="25427"/>
                  </a:lnTo>
                  <a:lnTo>
                    <a:pt x="4253" y="25384"/>
                  </a:lnTo>
                  <a:lnTo>
                    <a:pt x="4639" y="25384"/>
                  </a:lnTo>
                  <a:lnTo>
                    <a:pt x="5069" y="25298"/>
                  </a:lnTo>
                  <a:lnTo>
                    <a:pt x="5455" y="25212"/>
                  </a:lnTo>
                  <a:lnTo>
                    <a:pt x="5799" y="25083"/>
                  </a:lnTo>
                  <a:lnTo>
                    <a:pt x="6100" y="24911"/>
                  </a:lnTo>
                  <a:lnTo>
                    <a:pt x="6357" y="24783"/>
                  </a:lnTo>
                  <a:lnTo>
                    <a:pt x="6572" y="24611"/>
                  </a:lnTo>
                  <a:lnTo>
                    <a:pt x="6787" y="24396"/>
                  </a:lnTo>
                  <a:lnTo>
                    <a:pt x="6916" y="24224"/>
                  </a:lnTo>
                  <a:lnTo>
                    <a:pt x="7044" y="24009"/>
                  </a:lnTo>
                  <a:lnTo>
                    <a:pt x="7130" y="23795"/>
                  </a:lnTo>
                  <a:lnTo>
                    <a:pt x="7173" y="23580"/>
                  </a:lnTo>
                  <a:lnTo>
                    <a:pt x="7173" y="23408"/>
                  </a:lnTo>
                  <a:lnTo>
                    <a:pt x="7173" y="23193"/>
                  </a:lnTo>
                  <a:lnTo>
                    <a:pt x="7130" y="22979"/>
                  </a:lnTo>
                  <a:lnTo>
                    <a:pt x="7087" y="22807"/>
                  </a:lnTo>
                  <a:lnTo>
                    <a:pt x="7002" y="22635"/>
                  </a:lnTo>
                  <a:lnTo>
                    <a:pt x="6787" y="22249"/>
                  </a:lnTo>
                  <a:lnTo>
                    <a:pt x="6615" y="21776"/>
                  </a:lnTo>
                  <a:lnTo>
                    <a:pt x="6228" y="20788"/>
                  </a:lnTo>
                  <a:lnTo>
                    <a:pt x="5842" y="19629"/>
                  </a:lnTo>
                  <a:lnTo>
                    <a:pt x="5584"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4" name="Google Shape;13494;p37"/>
            <p:cNvSpPr/>
            <p:nvPr/>
          </p:nvSpPr>
          <p:spPr>
            <a:xfrm>
              <a:off x="1715675" y="2760325"/>
              <a:ext cx="38675" cy="444550"/>
            </a:xfrm>
            <a:custGeom>
              <a:avLst/>
              <a:gdLst/>
              <a:ahLst/>
              <a:cxnLst/>
              <a:rect l="l" t="t" r="r" b="b"/>
              <a:pathLst>
                <a:path w="1547" h="17782" extrusionOk="0">
                  <a:moveTo>
                    <a:pt x="516" y="0"/>
                  </a:moveTo>
                  <a:lnTo>
                    <a:pt x="387" y="43"/>
                  </a:lnTo>
                  <a:lnTo>
                    <a:pt x="172" y="172"/>
                  </a:lnTo>
                  <a:lnTo>
                    <a:pt x="43" y="387"/>
                  </a:lnTo>
                  <a:lnTo>
                    <a:pt x="0" y="515"/>
                  </a:lnTo>
                  <a:lnTo>
                    <a:pt x="0" y="644"/>
                  </a:lnTo>
                  <a:lnTo>
                    <a:pt x="258" y="17781"/>
                  </a:lnTo>
                  <a:lnTo>
                    <a:pt x="1546" y="17781"/>
                  </a:lnTo>
                  <a:lnTo>
                    <a:pt x="1332" y="644"/>
                  </a:lnTo>
                  <a:lnTo>
                    <a:pt x="1289" y="515"/>
                  </a:lnTo>
                  <a:lnTo>
                    <a:pt x="1289" y="387"/>
                  </a:lnTo>
                  <a:lnTo>
                    <a:pt x="1117" y="172"/>
                  </a:lnTo>
                  <a:lnTo>
                    <a:pt x="902" y="43"/>
                  </a:lnTo>
                  <a:lnTo>
                    <a:pt x="773"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5" name="Google Shape;13495;p37"/>
            <p:cNvSpPr/>
            <p:nvPr/>
          </p:nvSpPr>
          <p:spPr>
            <a:xfrm>
              <a:off x="1755400" y="1814350"/>
              <a:ext cx="45125" cy="534750"/>
            </a:xfrm>
            <a:custGeom>
              <a:avLst/>
              <a:gdLst/>
              <a:ahLst/>
              <a:cxnLst/>
              <a:rect l="l" t="t" r="r" b="b"/>
              <a:pathLst>
                <a:path w="1805" h="21390" extrusionOk="0">
                  <a:moveTo>
                    <a:pt x="1504" y="1"/>
                  </a:moveTo>
                  <a:lnTo>
                    <a:pt x="0" y="44"/>
                  </a:lnTo>
                  <a:lnTo>
                    <a:pt x="301" y="20659"/>
                  </a:lnTo>
                  <a:lnTo>
                    <a:pt x="301" y="20788"/>
                  </a:lnTo>
                  <a:lnTo>
                    <a:pt x="344" y="20917"/>
                  </a:lnTo>
                  <a:lnTo>
                    <a:pt x="430" y="21046"/>
                  </a:lnTo>
                  <a:lnTo>
                    <a:pt x="516" y="21175"/>
                  </a:lnTo>
                  <a:lnTo>
                    <a:pt x="645" y="21261"/>
                  </a:lnTo>
                  <a:lnTo>
                    <a:pt x="774" y="21304"/>
                  </a:lnTo>
                  <a:lnTo>
                    <a:pt x="902" y="21347"/>
                  </a:lnTo>
                  <a:lnTo>
                    <a:pt x="1074" y="21389"/>
                  </a:lnTo>
                  <a:lnTo>
                    <a:pt x="1203" y="21347"/>
                  </a:lnTo>
                  <a:lnTo>
                    <a:pt x="1375" y="21304"/>
                  </a:lnTo>
                  <a:lnTo>
                    <a:pt x="1504" y="21261"/>
                  </a:lnTo>
                  <a:lnTo>
                    <a:pt x="1590" y="21132"/>
                  </a:lnTo>
                  <a:lnTo>
                    <a:pt x="1675" y="21046"/>
                  </a:lnTo>
                  <a:lnTo>
                    <a:pt x="1761" y="20917"/>
                  </a:lnTo>
                  <a:lnTo>
                    <a:pt x="1804" y="20788"/>
                  </a:lnTo>
                  <a:lnTo>
                    <a:pt x="1804" y="20616"/>
                  </a:lnTo>
                  <a:lnTo>
                    <a:pt x="1504"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6" name="Google Shape;13496;p37"/>
            <p:cNvSpPr/>
            <p:nvPr/>
          </p:nvSpPr>
          <p:spPr>
            <a:xfrm>
              <a:off x="1725325" y="2360875"/>
              <a:ext cx="39750" cy="39775"/>
            </a:xfrm>
            <a:custGeom>
              <a:avLst/>
              <a:gdLst/>
              <a:ahLst/>
              <a:cxnLst/>
              <a:rect l="l" t="t" r="r" b="b"/>
              <a:pathLst>
                <a:path w="1590" h="1591" extrusionOk="0">
                  <a:moveTo>
                    <a:pt x="817" y="1"/>
                  </a:moveTo>
                  <a:lnTo>
                    <a:pt x="645" y="44"/>
                  </a:lnTo>
                  <a:lnTo>
                    <a:pt x="473" y="87"/>
                  </a:lnTo>
                  <a:lnTo>
                    <a:pt x="344" y="173"/>
                  </a:lnTo>
                  <a:lnTo>
                    <a:pt x="259" y="259"/>
                  </a:lnTo>
                  <a:lnTo>
                    <a:pt x="130" y="387"/>
                  </a:lnTo>
                  <a:lnTo>
                    <a:pt x="87" y="516"/>
                  </a:lnTo>
                  <a:lnTo>
                    <a:pt x="44" y="645"/>
                  </a:lnTo>
                  <a:lnTo>
                    <a:pt x="1" y="817"/>
                  </a:lnTo>
                  <a:lnTo>
                    <a:pt x="44" y="989"/>
                  </a:lnTo>
                  <a:lnTo>
                    <a:pt x="87" y="1118"/>
                  </a:lnTo>
                  <a:lnTo>
                    <a:pt x="173" y="1246"/>
                  </a:lnTo>
                  <a:lnTo>
                    <a:pt x="259" y="1375"/>
                  </a:lnTo>
                  <a:lnTo>
                    <a:pt x="387" y="1461"/>
                  </a:lnTo>
                  <a:lnTo>
                    <a:pt x="516" y="1547"/>
                  </a:lnTo>
                  <a:lnTo>
                    <a:pt x="645" y="1590"/>
                  </a:lnTo>
                  <a:lnTo>
                    <a:pt x="817" y="1590"/>
                  </a:lnTo>
                  <a:lnTo>
                    <a:pt x="989" y="1547"/>
                  </a:lnTo>
                  <a:lnTo>
                    <a:pt x="1118" y="1504"/>
                  </a:lnTo>
                  <a:lnTo>
                    <a:pt x="1246" y="1461"/>
                  </a:lnTo>
                  <a:lnTo>
                    <a:pt x="1375" y="1332"/>
                  </a:lnTo>
                  <a:lnTo>
                    <a:pt x="1461" y="1246"/>
                  </a:lnTo>
                  <a:lnTo>
                    <a:pt x="1547" y="1075"/>
                  </a:lnTo>
                  <a:lnTo>
                    <a:pt x="1590" y="946"/>
                  </a:lnTo>
                  <a:lnTo>
                    <a:pt x="1590" y="774"/>
                  </a:lnTo>
                  <a:lnTo>
                    <a:pt x="1590" y="645"/>
                  </a:lnTo>
                  <a:lnTo>
                    <a:pt x="1547" y="473"/>
                  </a:lnTo>
                  <a:lnTo>
                    <a:pt x="1461" y="345"/>
                  </a:lnTo>
                  <a:lnTo>
                    <a:pt x="1375" y="216"/>
                  </a:lnTo>
                  <a:lnTo>
                    <a:pt x="1246" y="130"/>
                  </a:lnTo>
                  <a:lnTo>
                    <a:pt x="1118" y="87"/>
                  </a:lnTo>
                  <a:lnTo>
                    <a:pt x="946" y="44"/>
                  </a:lnTo>
                  <a:lnTo>
                    <a:pt x="817"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7" name="Google Shape;13497;p37"/>
            <p:cNvSpPr/>
            <p:nvPr/>
          </p:nvSpPr>
          <p:spPr>
            <a:xfrm>
              <a:off x="1688825" y="2327600"/>
              <a:ext cx="27950" cy="29025"/>
            </a:xfrm>
            <a:custGeom>
              <a:avLst/>
              <a:gdLst/>
              <a:ahLst/>
              <a:cxnLst/>
              <a:rect l="l" t="t" r="r" b="b"/>
              <a:pathLst>
                <a:path w="1118" h="1161" extrusionOk="0">
                  <a:moveTo>
                    <a:pt x="559" y="0"/>
                  </a:moveTo>
                  <a:lnTo>
                    <a:pt x="344" y="43"/>
                  </a:lnTo>
                  <a:lnTo>
                    <a:pt x="172" y="172"/>
                  </a:lnTo>
                  <a:lnTo>
                    <a:pt x="44" y="344"/>
                  </a:lnTo>
                  <a:lnTo>
                    <a:pt x="1" y="602"/>
                  </a:lnTo>
                  <a:lnTo>
                    <a:pt x="44" y="817"/>
                  </a:lnTo>
                  <a:lnTo>
                    <a:pt x="172" y="988"/>
                  </a:lnTo>
                  <a:lnTo>
                    <a:pt x="344" y="1117"/>
                  </a:lnTo>
                  <a:lnTo>
                    <a:pt x="559" y="1160"/>
                  </a:lnTo>
                  <a:lnTo>
                    <a:pt x="817" y="1117"/>
                  </a:lnTo>
                  <a:lnTo>
                    <a:pt x="988" y="988"/>
                  </a:lnTo>
                  <a:lnTo>
                    <a:pt x="1074" y="774"/>
                  </a:lnTo>
                  <a:lnTo>
                    <a:pt x="1117" y="559"/>
                  </a:lnTo>
                  <a:lnTo>
                    <a:pt x="1074" y="344"/>
                  </a:lnTo>
                  <a:lnTo>
                    <a:pt x="945" y="172"/>
                  </a:lnTo>
                  <a:lnTo>
                    <a:pt x="774" y="43"/>
                  </a:lnTo>
                  <a:lnTo>
                    <a:pt x="559"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8" name="Google Shape;13498;p37"/>
            <p:cNvSpPr/>
            <p:nvPr/>
          </p:nvSpPr>
          <p:spPr>
            <a:xfrm>
              <a:off x="1637275" y="2388800"/>
              <a:ext cx="20450" cy="21500"/>
            </a:xfrm>
            <a:custGeom>
              <a:avLst/>
              <a:gdLst/>
              <a:ahLst/>
              <a:cxnLst/>
              <a:rect l="l" t="t" r="r" b="b"/>
              <a:pathLst>
                <a:path w="818" h="860" extrusionOk="0">
                  <a:moveTo>
                    <a:pt x="388" y="1"/>
                  </a:moveTo>
                  <a:lnTo>
                    <a:pt x="259" y="44"/>
                  </a:lnTo>
                  <a:lnTo>
                    <a:pt x="87" y="129"/>
                  </a:lnTo>
                  <a:lnTo>
                    <a:pt x="1" y="301"/>
                  </a:lnTo>
                  <a:lnTo>
                    <a:pt x="1" y="473"/>
                  </a:lnTo>
                  <a:lnTo>
                    <a:pt x="1" y="602"/>
                  </a:lnTo>
                  <a:lnTo>
                    <a:pt x="130" y="774"/>
                  </a:lnTo>
                  <a:lnTo>
                    <a:pt x="259" y="860"/>
                  </a:lnTo>
                  <a:lnTo>
                    <a:pt x="602" y="860"/>
                  </a:lnTo>
                  <a:lnTo>
                    <a:pt x="731" y="731"/>
                  </a:lnTo>
                  <a:lnTo>
                    <a:pt x="817" y="602"/>
                  </a:lnTo>
                  <a:lnTo>
                    <a:pt x="817" y="430"/>
                  </a:lnTo>
                  <a:lnTo>
                    <a:pt x="817" y="258"/>
                  </a:lnTo>
                  <a:lnTo>
                    <a:pt x="688" y="129"/>
                  </a:lnTo>
                  <a:lnTo>
                    <a:pt x="559" y="44"/>
                  </a:lnTo>
                  <a:lnTo>
                    <a:pt x="388"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9" name="Google Shape;13499;p37"/>
            <p:cNvSpPr/>
            <p:nvPr/>
          </p:nvSpPr>
          <p:spPr>
            <a:xfrm>
              <a:off x="1552450" y="2578850"/>
              <a:ext cx="20450" cy="21500"/>
            </a:xfrm>
            <a:custGeom>
              <a:avLst/>
              <a:gdLst/>
              <a:ahLst/>
              <a:cxnLst/>
              <a:rect l="l" t="t" r="r" b="b"/>
              <a:pathLst>
                <a:path w="818" h="860" extrusionOk="0">
                  <a:moveTo>
                    <a:pt x="388" y="1"/>
                  </a:moveTo>
                  <a:lnTo>
                    <a:pt x="216" y="44"/>
                  </a:lnTo>
                  <a:lnTo>
                    <a:pt x="87" y="129"/>
                  </a:lnTo>
                  <a:lnTo>
                    <a:pt x="1" y="258"/>
                  </a:lnTo>
                  <a:lnTo>
                    <a:pt x="1" y="430"/>
                  </a:lnTo>
                  <a:lnTo>
                    <a:pt x="1" y="602"/>
                  </a:lnTo>
                  <a:lnTo>
                    <a:pt x="130" y="731"/>
                  </a:lnTo>
                  <a:lnTo>
                    <a:pt x="259" y="817"/>
                  </a:lnTo>
                  <a:lnTo>
                    <a:pt x="430" y="860"/>
                  </a:lnTo>
                  <a:lnTo>
                    <a:pt x="559" y="817"/>
                  </a:lnTo>
                  <a:lnTo>
                    <a:pt x="731" y="731"/>
                  </a:lnTo>
                  <a:lnTo>
                    <a:pt x="817" y="559"/>
                  </a:lnTo>
                  <a:lnTo>
                    <a:pt x="817" y="430"/>
                  </a:lnTo>
                  <a:lnTo>
                    <a:pt x="817" y="258"/>
                  </a:lnTo>
                  <a:lnTo>
                    <a:pt x="688" y="129"/>
                  </a:lnTo>
                  <a:lnTo>
                    <a:pt x="559" y="44"/>
                  </a:lnTo>
                  <a:lnTo>
                    <a:pt x="388"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0" name="Google Shape;13500;p37"/>
            <p:cNvSpPr/>
            <p:nvPr/>
          </p:nvSpPr>
          <p:spPr>
            <a:xfrm>
              <a:off x="1670575" y="2598175"/>
              <a:ext cx="37600" cy="37600"/>
            </a:xfrm>
            <a:custGeom>
              <a:avLst/>
              <a:gdLst/>
              <a:ahLst/>
              <a:cxnLst/>
              <a:rect l="l" t="t" r="r" b="b"/>
              <a:pathLst>
                <a:path w="1504" h="1504" extrusionOk="0">
                  <a:moveTo>
                    <a:pt x="774" y="1"/>
                  </a:moveTo>
                  <a:lnTo>
                    <a:pt x="602" y="44"/>
                  </a:lnTo>
                  <a:lnTo>
                    <a:pt x="473" y="87"/>
                  </a:lnTo>
                  <a:lnTo>
                    <a:pt x="344" y="130"/>
                  </a:lnTo>
                  <a:lnTo>
                    <a:pt x="215" y="215"/>
                  </a:lnTo>
                  <a:lnTo>
                    <a:pt x="129" y="344"/>
                  </a:lnTo>
                  <a:lnTo>
                    <a:pt x="86" y="473"/>
                  </a:lnTo>
                  <a:lnTo>
                    <a:pt x="43" y="602"/>
                  </a:lnTo>
                  <a:lnTo>
                    <a:pt x="0" y="774"/>
                  </a:lnTo>
                  <a:lnTo>
                    <a:pt x="43" y="903"/>
                  </a:lnTo>
                  <a:lnTo>
                    <a:pt x="86" y="1074"/>
                  </a:lnTo>
                  <a:lnTo>
                    <a:pt x="172" y="1203"/>
                  </a:lnTo>
                  <a:lnTo>
                    <a:pt x="258" y="1289"/>
                  </a:lnTo>
                  <a:lnTo>
                    <a:pt x="344" y="1375"/>
                  </a:lnTo>
                  <a:lnTo>
                    <a:pt x="473" y="1461"/>
                  </a:lnTo>
                  <a:lnTo>
                    <a:pt x="645" y="1504"/>
                  </a:lnTo>
                  <a:lnTo>
                    <a:pt x="945" y="1504"/>
                  </a:lnTo>
                  <a:lnTo>
                    <a:pt x="1074" y="1461"/>
                  </a:lnTo>
                  <a:lnTo>
                    <a:pt x="1203" y="1375"/>
                  </a:lnTo>
                  <a:lnTo>
                    <a:pt x="1289" y="1289"/>
                  </a:lnTo>
                  <a:lnTo>
                    <a:pt x="1375" y="1160"/>
                  </a:lnTo>
                  <a:lnTo>
                    <a:pt x="1461" y="1032"/>
                  </a:lnTo>
                  <a:lnTo>
                    <a:pt x="1504" y="903"/>
                  </a:lnTo>
                  <a:lnTo>
                    <a:pt x="1504" y="731"/>
                  </a:lnTo>
                  <a:lnTo>
                    <a:pt x="1504" y="602"/>
                  </a:lnTo>
                  <a:lnTo>
                    <a:pt x="1461" y="473"/>
                  </a:lnTo>
                  <a:lnTo>
                    <a:pt x="1375" y="344"/>
                  </a:lnTo>
                  <a:lnTo>
                    <a:pt x="1289" y="215"/>
                  </a:lnTo>
                  <a:lnTo>
                    <a:pt x="1160" y="130"/>
                  </a:lnTo>
                  <a:lnTo>
                    <a:pt x="1031" y="44"/>
                  </a:lnTo>
                  <a:lnTo>
                    <a:pt x="902"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1" name="Google Shape;13501;p37"/>
            <p:cNvSpPr/>
            <p:nvPr/>
          </p:nvSpPr>
          <p:spPr>
            <a:xfrm>
              <a:off x="1609375" y="2584225"/>
              <a:ext cx="30075" cy="30075"/>
            </a:xfrm>
            <a:custGeom>
              <a:avLst/>
              <a:gdLst/>
              <a:ahLst/>
              <a:cxnLst/>
              <a:rect l="l" t="t" r="r" b="b"/>
              <a:pathLst>
                <a:path w="1203" h="1203" extrusionOk="0">
                  <a:moveTo>
                    <a:pt x="602" y="0"/>
                  </a:moveTo>
                  <a:lnTo>
                    <a:pt x="344" y="43"/>
                  </a:lnTo>
                  <a:lnTo>
                    <a:pt x="172" y="172"/>
                  </a:lnTo>
                  <a:lnTo>
                    <a:pt x="43" y="387"/>
                  </a:lnTo>
                  <a:lnTo>
                    <a:pt x="0" y="602"/>
                  </a:lnTo>
                  <a:lnTo>
                    <a:pt x="43" y="859"/>
                  </a:lnTo>
                  <a:lnTo>
                    <a:pt x="172" y="1031"/>
                  </a:lnTo>
                  <a:lnTo>
                    <a:pt x="387" y="1160"/>
                  </a:lnTo>
                  <a:lnTo>
                    <a:pt x="602" y="1203"/>
                  </a:lnTo>
                  <a:lnTo>
                    <a:pt x="859" y="1160"/>
                  </a:lnTo>
                  <a:lnTo>
                    <a:pt x="1031" y="1031"/>
                  </a:lnTo>
                  <a:lnTo>
                    <a:pt x="1160" y="816"/>
                  </a:lnTo>
                  <a:lnTo>
                    <a:pt x="1203" y="602"/>
                  </a:lnTo>
                  <a:lnTo>
                    <a:pt x="1160" y="344"/>
                  </a:lnTo>
                  <a:lnTo>
                    <a:pt x="1031" y="172"/>
                  </a:lnTo>
                  <a:lnTo>
                    <a:pt x="816" y="43"/>
                  </a:lnTo>
                  <a:lnTo>
                    <a:pt x="602"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2" name="Google Shape;13502;p37"/>
            <p:cNvSpPr/>
            <p:nvPr/>
          </p:nvSpPr>
          <p:spPr>
            <a:xfrm>
              <a:off x="1624400" y="2636825"/>
              <a:ext cx="53725" cy="52650"/>
            </a:xfrm>
            <a:custGeom>
              <a:avLst/>
              <a:gdLst/>
              <a:ahLst/>
              <a:cxnLst/>
              <a:rect l="l" t="t" r="r" b="b"/>
              <a:pathLst>
                <a:path w="2149" h="2106" extrusionOk="0">
                  <a:moveTo>
                    <a:pt x="860" y="1"/>
                  </a:moveTo>
                  <a:lnTo>
                    <a:pt x="645" y="87"/>
                  </a:lnTo>
                  <a:lnTo>
                    <a:pt x="473" y="173"/>
                  </a:lnTo>
                  <a:lnTo>
                    <a:pt x="301" y="302"/>
                  </a:lnTo>
                  <a:lnTo>
                    <a:pt x="172" y="473"/>
                  </a:lnTo>
                  <a:lnTo>
                    <a:pt x="86" y="645"/>
                  </a:lnTo>
                  <a:lnTo>
                    <a:pt x="44" y="860"/>
                  </a:lnTo>
                  <a:lnTo>
                    <a:pt x="1" y="1075"/>
                  </a:lnTo>
                  <a:lnTo>
                    <a:pt x="44" y="1289"/>
                  </a:lnTo>
                  <a:lnTo>
                    <a:pt x="86" y="1461"/>
                  </a:lnTo>
                  <a:lnTo>
                    <a:pt x="215" y="1633"/>
                  </a:lnTo>
                  <a:lnTo>
                    <a:pt x="344" y="1805"/>
                  </a:lnTo>
                  <a:lnTo>
                    <a:pt x="473" y="1934"/>
                  </a:lnTo>
                  <a:lnTo>
                    <a:pt x="688" y="2020"/>
                  </a:lnTo>
                  <a:lnTo>
                    <a:pt x="860" y="2105"/>
                  </a:lnTo>
                  <a:lnTo>
                    <a:pt x="1074" y="2105"/>
                  </a:lnTo>
                  <a:lnTo>
                    <a:pt x="1289" y="2062"/>
                  </a:lnTo>
                  <a:lnTo>
                    <a:pt x="1504" y="2020"/>
                  </a:lnTo>
                  <a:lnTo>
                    <a:pt x="1676" y="1934"/>
                  </a:lnTo>
                  <a:lnTo>
                    <a:pt x="1847" y="1762"/>
                  </a:lnTo>
                  <a:lnTo>
                    <a:pt x="1976" y="1633"/>
                  </a:lnTo>
                  <a:lnTo>
                    <a:pt x="2062" y="1461"/>
                  </a:lnTo>
                  <a:lnTo>
                    <a:pt x="2105" y="1246"/>
                  </a:lnTo>
                  <a:lnTo>
                    <a:pt x="2148" y="1032"/>
                  </a:lnTo>
                  <a:lnTo>
                    <a:pt x="2105" y="817"/>
                  </a:lnTo>
                  <a:lnTo>
                    <a:pt x="2019" y="602"/>
                  </a:lnTo>
                  <a:lnTo>
                    <a:pt x="1933" y="430"/>
                  </a:lnTo>
                  <a:lnTo>
                    <a:pt x="1804" y="302"/>
                  </a:lnTo>
                  <a:lnTo>
                    <a:pt x="1633" y="173"/>
                  </a:lnTo>
                  <a:lnTo>
                    <a:pt x="1461" y="44"/>
                  </a:lnTo>
                  <a:lnTo>
                    <a:pt x="128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3" name="Google Shape;13503;p37"/>
            <p:cNvSpPr/>
            <p:nvPr/>
          </p:nvSpPr>
          <p:spPr>
            <a:xfrm>
              <a:off x="1699575" y="3019075"/>
              <a:ext cx="29000" cy="29025"/>
            </a:xfrm>
            <a:custGeom>
              <a:avLst/>
              <a:gdLst/>
              <a:ahLst/>
              <a:cxnLst/>
              <a:rect l="l" t="t" r="r" b="b"/>
              <a:pathLst>
                <a:path w="1160" h="1161" extrusionOk="0">
                  <a:moveTo>
                    <a:pt x="601" y="1"/>
                  </a:moveTo>
                  <a:lnTo>
                    <a:pt x="387" y="44"/>
                  </a:lnTo>
                  <a:lnTo>
                    <a:pt x="172" y="173"/>
                  </a:lnTo>
                  <a:lnTo>
                    <a:pt x="43" y="344"/>
                  </a:lnTo>
                  <a:lnTo>
                    <a:pt x="0" y="602"/>
                  </a:lnTo>
                  <a:lnTo>
                    <a:pt x="43" y="817"/>
                  </a:lnTo>
                  <a:lnTo>
                    <a:pt x="172" y="989"/>
                  </a:lnTo>
                  <a:lnTo>
                    <a:pt x="344" y="1118"/>
                  </a:lnTo>
                  <a:lnTo>
                    <a:pt x="558" y="1161"/>
                  </a:lnTo>
                  <a:lnTo>
                    <a:pt x="816" y="1118"/>
                  </a:lnTo>
                  <a:lnTo>
                    <a:pt x="988" y="989"/>
                  </a:lnTo>
                  <a:lnTo>
                    <a:pt x="1117" y="817"/>
                  </a:lnTo>
                  <a:lnTo>
                    <a:pt x="1160" y="602"/>
                  </a:lnTo>
                  <a:lnTo>
                    <a:pt x="1117" y="387"/>
                  </a:lnTo>
                  <a:lnTo>
                    <a:pt x="988" y="216"/>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4" name="Google Shape;13504;p37"/>
            <p:cNvSpPr/>
            <p:nvPr/>
          </p:nvSpPr>
          <p:spPr>
            <a:xfrm>
              <a:off x="1642650" y="3041625"/>
              <a:ext cx="29025" cy="29025"/>
            </a:xfrm>
            <a:custGeom>
              <a:avLst/>
              <a:gdLst/>
              <a:ahLst/>
              <a:cxnLst/>
              <a:rect l="l" t="t" r="r" b="b"/>
              <a:pathLst>
                <a:path w="1161" h="1161" extrusionOk="0">
                  <a:moveTo>
                    <a:pt x="602" y="1"/>
                  </a:moveTo>
                  <a:lnTo>
                    <a:pt x="387" y="44"/>
                  </a:lnTo>
                  <a:lnTo>
                    <a:pt x="173" y="173"/>
                  </a:lnTo>
                  <a:lnTo>
                    <a:pt x="44" y="344"/>
                  </a:lnTo>
                  <a:lnTo>
                    <a:pt x="1" y="602"/>
                  </a:lnTo>
                  <a:lnTo>
                    <a:pt x="44" y="817"/>
                  </a:lnTo>
                  <a:lnTo>
                    <a:pt x="173" y="989"/>
                  </a:lnTo>
                  <a:lnTo>
                    <a:pt x="344" y="1118"/>
                  </a:lnTo>
                  <a:lnTo>
                    <a:pt x="602" y="1160"/>
                  </a:lnTo>
                  <a:lnTo>
                    <a:pt x="817" y="1118"/>
                  </a:lnTo>
                  <a:lnTo>
                    <a:pt x="989" y="989"/>
                  </a:lnTo>
                  <a:lnTo>
                    <a:pt x="1117" y="817"/>
                  </a:lnTo>
                  <a:lnTo>
                    <a:pt x="1160" y="602"/>
                  </a:lnTo>
                  <a:lnTo>
                    <a:pt x="1117" y="387"/>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5" name="Google Shape;13505;p37"/>
            <p:cNvSpPr/>
            <p:nvPr/>
          </p:nvSpPr>
          <p:spPr>
            <a:xfrm>
              <a:off x="1581450" y="303090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72" y="988"/>
                  </a:lnTo>
                  <a:lnTo>
                    <a:pt x="344" y="1117"/>
                  </a:lnTo>
                  <a:lnTo>
                    <a:pt x="559" y="1160"/>
                  </a:lnTo>
                  <a:lnTo>
                    <a:pt x="774" y="1117"/>
                  </a:lnTo>
                  <a:lnTo>
                    <a:pt x="988" y="988"/>
                  </a:lnTo>
                  <a:lnTo>
                    <a:pt x="1117" y="816"/>
                  </a:lnTo>
                  <a:lnTo>
                    <a:pt x="1160" y="559"/>
                  </a:lnTo>
                  <a:lnTo>
                    <a:pt x="1117" y="344"/>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6" name="Google Shape;13506;p37"/>
            <p:cNvSpPr/>
            <p:nvPr/>
          </p:nvSpPr>
          <p:spPr>
            <a:xfrm>
              <a:off x="1585750" y="2985800"/>
              <a:ext cx="27950" cy="29025"/>
            </a:xfrm>
            <a:custGeom>
              <a:avLst/>
              <a:gdLst/>
              <a:ahLst/>
              <a:cxnLst/>
              <a:rect l="l" t="t" r="r" b="b"/>
              <a:pathLst>
                <a:path w="1118" h="1161" extrusionOk="0">
                  <a:moveTo>
                    <a:pt x="559" y="0"/>
                  </a:moveTo>
                  <a:lnTo>
                    <a:pt x="344" y="43"/>
                  </a:lnTo>
                  <a:lnTo>
                    <a:pt x="172" y="129"/>
                  </a:lnTo>
                  <a:lnTo>
                    <a:pt x="43" y="344"/>
                  </a:lnTo>
                  <a:lnTo>
                    <a:pt x="0" y="559"/>
                  </a:lnTo>
                  <a:lnTo>
                    <a:pt x="43" y="774"/>
                  </a:lnTo>
                  <a:lnTo>
                    <a:pt x="129" y="945"/>
                  </a:lnTo>
                  <a:lnTo>
                    <a:pt x="344" y="1074"/>
                  </a:lnTo>
                  <a:lnTo>
                    <a:pt x="559" y="1160"/>
                  </a:lnTo>
                  <a:lnTo>
                    <a:pt x="774" y="1117"/>
                  </a:lnTo>
                  <a:lnTo>
                    <a:pt x="945" y="988"/>
                  </a:lnTo>
                  <a:lnTo>
                    <a:pt x="1074" y="774"/>
                  </a:lnTo>
                  <a:lnTo>
                    <a:pt x="1117" y="559"/>
                  </a:lnTo>
                  <a:lnTo>
                    <a:pt x="1117" y="344"/>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7" name="Google Shape;13507;p37"/>
            <p:cNvSpPr/>
            <p:nvPr/>
          </p:nvSpPr>
          <p:spPr>
            <a:xfrm>
              <a:off x="1599700" y="3069550"/>
              <a:ext cx="27950" cy="29025"/>
            </a:xfrm>
            <a:custGeom>
              <a:avLst/>
              <a:gdLst/>
              <a:ahLst/>
              <a:cxnLst/>
              <a:rect l="l" t="t" r="r" b="b"/>
              <a:pathLst>
                <a:path w="1118" h="1161" extrusionOk="0">
                  <a:moveTo>
                    <a:pt x="559" y="1"/>
                  </a:moveTo>
                  <a:lnTo>
                    <a:pt x="344" y="43"/>
                  </a:lnTo>
                  <a:lnTo>
                    <a:pt x="173" y="172"/>
                  </a:lnTo>
                  <a:lnTo>
                    <a:pt x="44" y="387"/>
                  </a:lnTo>
                  <a:lnTo>
                    <a:pt x="1" y="602"/>
                  </a:lnTo>
                  <a:lnTo>
                    <a:pt x="44" y="817"/>
                  </a:lnTo>
                  <a:lnTo>
                    <a:pt x="130" y="988"/>
                  </a:lnTo>
                  <a:lnTo>
                    <a:pt x="344" y="1117"/>
                  </a:lnTo>
                  <a:lnTo>
                    <a:pt x="559" y="1160"/>
                  </a:lnTo>
                  <a:lnTo>
                    <a:pt x="774" y="1117"/>
                  </a:lnTo>
                  <a:lnTo>
                    <a:pt x="946" y="1031"/>
                  </a:lnTo>
                  <a:lnTo>
                    <a:pt x="1074" y="817"/>
                  </a:lnTo>
                  <a:lnTo>
                    <a:pt x="1117" y="602"/>
                  </a:lnTo>
                  <a:lnTo>
                    <a:pt x="1117" y="387"/>
                  </a:lnTo>
                  <a:lnTo>
                    <a:pt x="989" y="215"/>
                  </a:lnTo>
                  <a:lnTo>
                    <a:pt x="774"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8" name="Google Shape;13508;p37"/>
            <p:cNvSpPr/>
            <p:nvPr/>
          </p:nvSpPr>
          <p:spPr>
            <a:xfrm>
              <a:off x="1656625" y="2985800"/>
              <a:ext cx="29000" cy="29025"/>
            </a:xfrm>
            <a:custGeom>
              <a:avLst/>
              <a:gdLst/>
              <a:ahLst/>
              <a:cxnLst/>
              <a:rect l="l" t="t" r="r" b="b"/>
              <a:pathLst>
                <a:path w="1160" h="1161" extrusionOk="0">
                  <a:moveTo>
                    <a:pt x="601" y="0"/>
                  </a:moveTo>
                  <a:lnTo>
                    <a:pt x="387" y="43"/>
                  </a:lnTo>
                  <a:lnTo>
                    <a:pt x="172" y="129"/>
                  </a:lnTo>
                  <a:lnTo>
                    <a:pt x="43" y="344"/>
                  </a:lnTo>
                  <a:lnTo>
                    <a:pt x="0" y="559"/>
                  </a:lnTo>
                  <a:lnTo>
                    <a:pt x="43" y="774"/>
                  </a:lnTo>
                  <a:lnTo>
                    <a:pt x="172" y="945"/>
                  </a:lnTo>
                  <a:lnTo>
                    <a:pt x="344" y="1074"/>
                  </a:lnTo>
                  <a:lnTo>
                    <a:pt x="558" y="1160"/>
                  </a:lnTo>
                  <a:lnTo>
                    <a:pt x="773" y="1117"/>
                  </a:lnTo>
                  <a:lnTo>
                    <a:pt x="988" y="988"/>
                  </a:lnTo>
                  <a:lnTo>
                    <a:pt x="1117" y="774"/>
                  </a:lnTo>
                  <a:lnTo>
                    <a:pt x="1160" y="559"/>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9" name="Google Shape;13509;p37"/>
            <p:cNvSpPr/>
            <p:nvPr/>
          </p:nvSpPr>
          <p:spPr>
            <a:xfrm>
              <a:off x="1582525" y="2919225"/>
              <a:ext cx="29025" cy="29025"/>
            </a:xfrm>
            <a:custGeom>
              <a:avLst/>
              <a:gdLst/>
              <a:ahLst/>
              <a:cxnLst/>
              <a:rect l="l" t="t" r="r" b="b"/>
              <a:pathLst>
                <a:path w="1161" h="1161" extrusionOk="0">
                  <a:moveTo>
                    <a:pt x="559" y="1"/>
                  </a:moveTo>
                  <a:lnTo>
                    <a:pt x="344" y="44"/>
                  </a:lnTo>
                  <a:lnTo>
                    <a:pt x="172" y="172"/>
                  </a:lnTo>
                  <a:lnTo>
                    <a:pt x="44" y="387"/>
                  </a:lnTo>
                  <a:lnTo>
                    <a:pt x="1" y="602"/>
                  </a:lnTo>
                  <a:lnTo>
                    <a:pt x="44" y="817"/>
                  </a:lnTo>
                  <a:lnTo>
                    <a:pt x="129" y="988"/>
                  </a:lnTo>
                  <a:lnTo>
                    <a:pt x="344" y="1117"/>
                  </a:lnTo>
                  <a:lnTo>
                    <a:pt x="559" y="1160"/>
                  </a:lnTo>
                  <a:lnTo>
                    <a:pt x="774" y="1117"/>
                  </a:lnTo>
                  <a:lnTo>
                    <a:pt x="945" y="1031"/>
                  </a:lnTo>
                  <a:lnTo>
                    <a:pt x="1074" y="817"/>
                  </a:lnTo>
                  <a:lnTo>
                    <a:pt x="1160" y="602"/>
                  </a:lnTo>
                  <a:lnTo>
                    <a:pt x="1117" y="387"/>
                  </a:lnTo>
                  <a:lnTo>
                    <a:pt x="988" y="215"/>
                  </a:lnTo>
                  <a:lnTo>
                    <a:pt x="774"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0" name="Google Shape;13510;p37"/>
            <p:cNvSpPr/>
            <p:nvPr/>
          </p:nvSpPr>
          <p:spPr>
            <a:xfrm>
              <a:off x="1714600" y="2956800"/>
              <a:ext cx="27950" cy="29025"/>
            </a:xfrm>
            <a:custGeom>
              <a:avLst/>
              <a:gdLst/>
              <a:ahLst/>
              <a:cxnLst/>
              <a:rect l="l" t="t" r="r" b="b"/>
              <a:pathLst>
                <a:path w="1118" h="1161" extrusionOk="0">
                  <a:moveTo>
                    <a:pt x="559" y="1"/>
                  </a:moveTo>
                  <a:lnTo>
                    <a:pt x="344" y="44"/>
                  </a:lnTo>
                  <a:lnTo>
                    <a:pt x="172" y="173"/>
                  </a:lnTo>
                  <a:lnTo>
                    <a:pt x="43" y="344"/>
                  </a:lnTo>
                  <a:lnTo>
                    <a:pt x="0" y="559"/>
                  </a:lnTo>
                  <a:lnTo>
                    <a:pt x="43" y="774"/>
                  </a:lnTo>
                  <a:lnTo>
                    <a:pt x="129" y="989"/>
                  </a:lnTo>
                  <a:lnTo>
                    <a:pt x="344" y="1118"/>
                  </a:lnTo>
                  <a:lnTo>
                    <a:pt x="559" y="1160"/>
                  </a:lnTo>
                  <a:lnTo>
                    <a:pt x="773" y="1118"/>
                  </a:lnTo>
                  <a:lnTo>
                    <a:pt x="945" y="989"/>
                  </a:lnTo>
                  <a:lnTo>
                    <a:pt x="1074" y="817"/>
                  </a:lnTo>
                  <a:lnTo>
                    <a:pt x="1117" y="559"/>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1" name="Google Shape;13511;p37"/>
            <p:cNvSpPr/>
            <p:nvPr/>
          </p:nvSpPr>
          <p:spPr>
            <a:xfrm>
              <a:off x="1636225" y="3165100"/>
              <a:ext cx="29000" cy="27950"/>
            </a:xfrm>
            <a:custGeom>
              <a:avLst/>
              <a:gdLst/>
              <a:ahLst/>
              <a:cxnLst/>
              <a:rect l="l" t="t" r="r" b="b"/>
              <a:pathLst>
                <a:path w="1160" h="1118" extrusionOk="0">
                  <a:moveTo>
                    <a:pt x="601" y="1"/>
                  </a:moveTo>
                  <a:lnTo>
                    <a:pt x="387" y="44"/>
                  </a:lnTo>
                  <a:lnTo>
                    <a:pt x="215" y="130"/>
                  </a:lnTo>
                  <a:lnTo>
                    <a:pt x="86" y="345"/>
                  </a:lnTo>
                  <a:lnTo>
                    <a:pt x="0" y="559"/>
                  </a:lnTo>
                  <a:lnTo>
                    <a:pt x="43" y="774"/>
                  </a:lnTo>
                  <a:lnTo>
                    <a:pt x="172" y="946"/>
                  </a:lnTo>
                  <a:lnTo>
                    <a:pt x="387" y="1075"/>
                  </a:lnTo>
                  <a:lnTo>
                    <a:pt x="601" y="1118"/>
                  </a:lnTo>
                  <a:lnTo>
                    <a:pt x="816" y="1118"/>
                  </a:lnTo>
                  <a:lnTo>
                    <a:pt x="988" y="989"/>
                  </a:lnTo>
                  <a:lnTo>
                    <a:pt x="1117" y="774"/>
                  </a:lnTo>
                  <a:lnTo>
                    <a:pt x="1160" y="559"/>
                  </a:lnTo>
                  <a:lnTo>
                    <a:pt x="1117" y="345"/>
                  </a:lnTo>
                  <a:lnTo>
                    <a:pt x="1031" y="173"/>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2" name="Google Shape;13512;p37"/>
            <p:cNvSpPr/>
            <p:nvPr/>
          </p:nvSpPr>
          <p:spPr>
            <a:xfrm>
              <a:off x="1634075" y="2941775"/>
              <a:ext cx="29000" cy="29025"/>
            </a:xfrm>
            <a:custGeom>
              <a:avLst/>
              <a:gdLst/>
              <a:ahLst/>
              <a:cxnLst/>
              <a:rect l="l" t="t" r="r" b="b"/>
              <a:pathLst>
                <a:path w="1160" h="1161" extrusionOk="0">
                  <a:moveTo>
                    <a:pt x="601" y="1"/>
                  </a:moveTo>
                  <a:lnTo>
                    <a:pt x="387" y="43"/>
                  </a:lnTo>
                  <a:lnTo>
                    <a:pt x="172" y="172"/>
                  </a:lnTo>
                  <a:lnTo>
                    <a:pt x="43" y="387"/>
                  </a:lnTo>
                  <a:lnTo>
                    <a:pt x="0" y="602"/>
                  </a:lnTo>
                  <a:lnTo>
                    <a:pt x="43" y="817"/>
                  </a:lnTo>
                  <a:lnTo>
                    <a:pt x="172" y="988"/>
                  </a:lnTo>
                  <a:lnTo>
                    <a:pt x="344" y="1117"/>
                  </a:lnTo>
                  <a:lnTo>
                    <a:pt x="601" y="1160"/>
                  </a:lnTo>
                  <a:lnTo>
                    <a:pt x="816" y="1117"/>
                  </a:lnTo>
                  <a:lnTo>
                    <a:pt x="988" y="1031"/>
                  </a:lnTo>
                  <a:lnTo>
                    <a:pt x="1117" y="817"/>
                  </a:lnTo>
                  <a:lnTo>
                    <a:pt x="1160" y="602"/>
                  </a:lnTo>
                  <a:lnTo>
                    <a:pt x="1117" y="387"/>
                  </a:lnTo>
                  <a:lnTo>
                    <a:pt x="988" y="215"/>
                  </a:lnTo>
                  <a:lnTo>
                    <a:pt x="816" y="86"/>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3" name="Google Shape;13513;p37"/>
            <p:cNvSpPr/>
            <p:nvPr/>
          </p:nvSpPr>
          <p:spPr>
            <a:xfrm>
              <a:off x="1702775" y="3083500"/>
              <a:ext cx="29025" cy="29025"/>
            </a:xfrm>
            <a:custGeom>
              <a:avLst/>
              <a:gdLst/>
              <a:ahLst/>
              <a:cxnLst/>
              <a:rect l="l" t="t" r="r" b="b"/>
              <a:pathLst>
                <a:path w="1161" h="1161" extrusionOk="0">
                  <a:moveTo>
                    <a:pt x="602" y="1"/>
                  </a:moveTo>
                  <a:lnTo>
                    <a:pt x="387" y="44"/>
                  </a:lnTo>
                  <a:lnTo>
                    <a:pt x="216" y="173"/>
                  </a:lnTo>
                  <a:lnTo>
                    <a:pt x="87" y="344"/>
                  </a:lnTo>
                  <a:lnTo>
                    <a:pt x="1" y="602"/>
                  </a:lnTo>
                  <a:lnTo>
                    <a:pt x="44" y="817"/>
                  </a:lnTo>
                  <a:lnTo>
                    <a:pt x="173" y="989"/>
                  </a:lnTo>
                  <a:lnTo>
                    <a:pt x="344" y="1118"/>
                  </a:lnTo>
                  <a:lnTo>
                    <a:pt x="602" y="1160"/>
                  </a:lnTo>
                  <a:lnTo>
                    <a:pt x="817" y="1118"/>
                  </a:lnTo>
                  <a:lnTo>
                    <a:pt x="989" y="989"/>
                  </a:lnTo>
                  <a:lnTo>
                    <a:pt x="1118" y="817"/>
                  </a:lnTo>
                  <a:lnTo>
                    <a:pt x="1161" y="602"/>
                  </a:lnTo>
                  <a:lnTo>
                    <a:pt x="1118" y="387"/>
                  </a:lnTo>
                  <a:lnTo>
                    <a:pt x="1032"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4" name="Google Shape;13514;p37"/>
            <p:cNvSpPr/>
            <p:nvPr/>
          </p:nvSpPr>
          <p:spPr>
            <a:xfrm>
              <a:off x="1725325" y="314042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88"/>
                  </a:lnTo>
                  <a:lnTo>
                    <a:pt x="344" y="1117"/>
                  </a:lnTo>
                  <a:lnTo>
                    <a:pt x="602" y="1160"/>
                  </a:lnTo>
                  <a:lnTo>
                    <a:pt x="817" y="1117"/>
                  </a:lnTo>
                  <a:lnTo>
                    <a:pt x="989" y="988"/>
                  </a:lnTo>
                  <a:lnTo>
                    <a:pt x="1118" y="816"/>
                  </a:lnTo>
                  <a:lnTo>
                    <a:pt x="1160" y="601"/>
                  </a:lnTo>
                  <a:lnTo>
                    <a:pt x="1118" y="387"/>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5" name="Google Shape;13515;p37"/>
            <p:cNvSpPr/>
            <p:nvPr/>
          </p:nvSpPr>
          <p:spPr>
            <a:xfrm>
              <a:off x="1692050" y="3172625"/>
              <a:ext cx="27950" cy="29025"/>
            </a:xfrm>
            <a:custGeom>
              <a:avLst/>
              <a:gdLst/>
              <a:ahLst/>
              <a:cxnLst/>
              <a:rect l="l" t="t" r="r" b="b"/>
              <a:pathLst>
                <a:path w="1118" h="1161" extrusionOk="0">
                  <a:moveTo>
                    <a:pt x="559" y="1"/>
                  </a:moveTo>
                  <a:lnTo>
                    <a:pt x="344" y="44"/>
                  </a:lnTo>
                  <a:lnTo>
                    <a:pt x="172" y="172"/>
                  </a:lnTo>
                  <a:lnTo>
                    <a:pt x="43" y="344"/>
                  </a:lnTo>
                  <a:lnTo>
                    <a:pt x="0" y="602"/>
                  </a:lnTo>
                  <a:lnTo>
                    <a:pt x="0" y="817"/>
                  </a:lnTo>
                  <a:lnTo>
                    <a:pt x="129" y="988"/>
                  </a:lnTo>
                  <a:lnTo>
                    <a:pt x="344" y="1117"/>
                  </a:lnTo>
                  <a:lnTo>
                    <a:pt x="559" y="1160"/>
                  </a:lnTo>
                  <a:lnTo>
                    <a:pt x="773" y="1117"/>
                  </a:lnTo>
                  <a:lnTo>
                    <a:pt x="945" y="988"/>
                  </a:lnTo>
                  <a:lnTo>
                    <a:pt x="1074" y="817"/>
                  </a:lnTo>
                  <a:lnTo>
                    <a:pt x="1117" y="602"/>
                  </a:lnTo>
                  <a:lnTo>
                    <a:pt x="1074" y="387"/>
                  </a:lnTo>
                  <a:lnTo>
                    <a:pt x="988" y="172"/>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6" name="Google Shape;13516;p37"/>
            <p:cNvSpPr/>
            <p:nvPr/>
          </p:nvSpPr>
          <p:spPr>
            <a:xfrm>
              <a:off x="1659825" y="3111425"/>
              <a:ext cx="29025" cy="29025"/>
            </a:xfrm>
            <a:custGeom>
              <a:avLst/>
              <a:gdLst/>
              <a:ahLst/>
              <a:cxnLst/>
              <a:rect l="l" t="t" r="r" b="b"/>
              <a:pathLst>
                <a:path w="1161" h="1161" extrusionOk="0">
                  <a:moveTo>
                    <a:pt x="559" y="1"/>
                  </a:moveTo>
                  <a:lnTo>
                    <a:pt x="345" y="43"/>
                  </a:lnTo>
                  <a:lnTo>
                    <a:pt x="173" y="172"/>
                  </a:lnTo>
                  <a:lnTo>
                    <a:pt x="44" y="387"/>
                  </a:lnTo>
                  <a:lnTo>
                    <a:pt x="1" y="602"/>
                  </a:lnTo>
                  <a:lnTo>
                    <a:pt x="44" y="817"/>
                  </a:lnTo>
                  <a:lnTo>
                    <a:pt x="173" y="988"/>
                  </a:lnTo>
                  <a:lnTo>
                    <a:pt x="345" y="1117"/>
                  </a:lnTo>
                  <a:lnTo>
                    <a:pt x="559" y="1160"/>
                  </a:lnTo>
                  <a:lnTo>
                    <a:pt x="774" y="1117"/>
                  </a:lnTo>
                  <a:lnTo>
                    <a:pt x="946" y="1031"/>
                  </a:lnTo>
                  <a:lnTo>
                    <a:pt x="1118" y="817"/>
                  </a:lnTo>
                  <a:lnTo>
                    <a:pt x="1161" y="602"/>
                  </a:lnTo>
                  <a:lnTo>
                    <a:pt x="1118" y="387"/>
                  </a:lnTo>
                  <a:lnTo>
                    <a:pt x="989" y="215"/>
                  </a:lnTo>
                  <a:lnTo>
                    <a:pt x="817"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7" name="Google Shape;13517;p37"/>
            <p:cNvSpPr/>
            <p:nvPr/>
          </p:nvSpPr>
          <p:spPr>
            <a:xfrm>
              <a:off x="1590050" y="3128600"/>
              <a:ext cx="27925" cy="29025"/>
            </a:xfrm>
            <a:custGeom>
              <a:avLst/>
              <a:gdLst/>
              <a:ahLst/>
              <a:cxnLst/>
              <a:rect l="l" t="t" r="r" b="b"/>
              <a:pathLst>
                <a:path w="1117" h="1161" extrusionOk="0">
                  <a:moveTo>
                    <a:pt x="559" y="1"/>
                  </a:moveTo>
                  <a:lnTo>
                    <a:pt x="344" y="44"/>
                  </a:lnTo>
                  <a:lnTo>
                    <a:pt x="172" y="173"/>
                  </a:lnTo>
                  <a:lnTo>
                    <a:pt x="43" y="344"/>
                  </a:lnTo>
                  <a:lnTo>
                    <a:pt x="0" y="559"/>
                  </a:lnTo>
                  <a:lnTo>
                    <a:pt x="43" y="774"/>
                  </a:lnTo>
                  <a:lnTo>
                    <a:pt x="129" y="989"/>
                  </a:lnTo>
                  <a:lnTo>
                    <a:pt x="344" y="1117"/>
                  </a:lnTo>
                  <a:lnTo>
                    <a:pt x="559" y="1160"/>
                  </a:lnTo>
                  <a:lnTo>
                    <a:pt x="773" y="1117"/>
                  </a:lnTo>
                  <a:lnTo>
                    <a:pt x="945" y="989"/>
                  </a:lnTo>
                  <a:lnTo>
                    <a:pt x="1074" y="817"/>
                  </a:lnTo>
                  <a:lnTo>
                    <a:pt x="1117" y="602"/>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8" name="Google Shape;13518;p37"/>
            <p:cNvSpPr/>
            <p:nvPr/>
          </p:nvSpPr>
          <p:spPr>
            <a:xfrm>
              <a:off x="1699575" y="2664750"/>
              <a:ext cx="29000" cy="29025"/>
            </a:xfrm>
            <a:custGeom>
              <a:avLst/>
              <a:gdLst/>
              <a:ahLst/>
              <a:cxnLst/>
              <a:rect l="l" t="t" r="r" b="b"/>
              <a:pathLst>
                <a:path w="1160" h="1161" extrusionOk="0">
                  <a:moveTo>
                    <a:pt x="601" y="1"/>
                  </a:moveTo>
                  <a:lnTo>
                    <a:pt x="387" y="44"/>
                  </a:lnTo>
                  <a:lnTo>
                    <a:pt x="172" y="172"/>
                  </a:lnTo>
                  <a:lnTo>
                    <a:pt x="43" y="344"/>
                  </a:lnTo>
                  <a:lnTo>
                    <a:pt x="0" y="559"/>
                  </a:lnTo>
                  <a:lnTo>
                    <a:pt x="43" y="774"/>
                  </a:lnTo>
                  <a:lnTo>
                    <a:pt x="172" y="988"/>
                  </a:lnTo>
                  <a:lnTo>
                    <a:pt x="344" y="1117"/>
                  </a:lnTo>
                  <a:lnTo>
                    <a:pt x="558" y="1160"/>
                  </a:lnTo>
                  <a:lnTo>
                    <a:pt x="816" y="1117"/>
                  </a:lnTo>
                  <a:lnTo>
                    <a:pt x="988" y="988"/>
                  </a:lnTo>
                  <a:lnTo>
                    <a:pt x="1117" y="817"/>
                  </a:lnTo>
                  <a:lnTo>
                    <a:pt x="1160" y="602"/>
                  </a:lnTo>
                  <a:lnTo>
                    <a:pt x="1117" y="387"/>
                  </a:lnTo>
                  <a:lnTo>
                    <a:pt x="988" y="172"/>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9" name="Google Shape;13519;p37"/>
            <p:cNvSpPr/>
            <p:nvPr/>
          </p:nvSpPr>
          <p:spPr>
            <a:xfrm>
              <a:off x="1642650" y="2687300"/>
              <a:ext cx="29025" cy="29025"/>
            </a:xfrm>
            <a:custGeom>
              <a:avLst/>
              <a:gdLst/>
              <a:ahLst/>
              <a:cxnLst/>
              <a:rect l="l" t="t" r="r" b="b"/>
              <a:pathLst>
                <a:path w="1161" h="1161" extrusionOk="0">
                  <a:moveTo>
                    <a:pt x="602" y="1"/>
                  </a:moveTo>
                  <a:lnTo>
                    <a:pt x="387" y="43"/>
                  </a:lnTo>
                  <a:lnTo>
                    <a:pt x="173" y="172"/>
                  </a:lnTo>
                  <a:lnTo>
                    <a:pt x="44" y="344"/>
                  </a:lnTo>
                  <a:lnTo>
                    <a:pt x="1" y="559"/>
                  </a:lnTo>
                  <a:lnTo>
                    <a:pt x="44" y="774"/>
                  </a:lnTo>
                  <a:lnTo>
                    <a:pt x="173" y="988"/>
                  </a:lnTo>
                  <a:lnTo>
                    <a:pt x="344" y="1117"/>
                  </a:lnTo>
                  <a:lnTo>
                    <a:pt x="602" y="1160"/>
                  </a:lnTo>
                  <a:lnTo>
                    <a:pt x="817" y="1117"/>
                  </a:lnTo>
                  <a:lnTo>
                    <a:pt x="989" y="988"/>
                  </a:lnTo>
                  <a:lnTo>
                    <a:pt x="1117" y="817"/>
                  </a:lnTo>
                  <a:lnTo>
                    <a:pt x="1160" y="559"/>
                  </a:lnTo>
                  <a:lnTo>
                    <a:pt x="1117" y="344"/>
                  </a:lnTo>
                  <a:lnTo>
                    <a:pt x="989" y="172"/>
                  </a:lnTo>
                  <a:lnTo>
                    <a:pt x="817" y="43"/>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0" name="Google Shape;13520;p37"/>
            <p:cNvSpPr/>
            <p:nvPr/>
          </p:nvSpPr>
          <p:spPr>
            <a:xfrm>
              <a:off x="1581450" y="2676575"/>
              <a:ext cx="29025" cy="27925"/>
            </a:xfrm>
            <a:custGeom>
              <a:avLst/>
              <a:gdLst/>
              <a:ahLst/>
              <a:cxnLst/>
              <a:rect l="l" t="t" r="r" b="b"/>
              <a:pathLst>
                <a:path w="1161" h="1117" extrusionOk="0">
                  <a:moveTo>
                    <a:pt x="559" y="0"/>
                  </a:moveTo>
                  <a:lnTo>
                    <a:pt x="344" y="43"/>
                  </a:lnTo>
                  <a:lnTo>
                    <a:pt x="172" y="129"/>
                  </a:lnTo>
                  <a:lnTo>
                    <a:pt x="44" y="344"/>
                  </a:lnTo>
                  <a:lnTo>
                    <a:pt x="1" y="558"/>
                  </a:lnTo>
                  <a:lnTo>
                    <a:pt x="44" y="773"/>
                  </a:lnTo>
                  <a:lnTo>
                    <a:pt x="172" y="945"/>
                  </a:lnTo>
                  <a:lnTo>
                    <a:pt x="344" y="1074"/>
                  </a:lnTo>
                  <a:lnTo>
                    <a:pt x="559" y="1117"/>
                  </a:lnTo>
                  <a:lnTo>
                    <a:pt x="774" y="1074"/>
                  </a:lnTo>
                  <a:lnTo>
                    <a:pt x="988" y="988"/>
                  </a:lnTo>
                  <a:lnTo>
                    <a:pt x="1117" y="773"/>
                  </a:lnTo>
                  <a:lnTo>
                    <a:pt x="1160" y="558"/>
                  </a:lnTo>
                  <a:lnTo>
                    <a:pt x="1117" y="344"/>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1" name="Google Shape;13521;p37"/>
            <p:cNvSpPr/>
            <p:nvPr/>
          </p:nvSpPr>
          <p:spPr>
            <a:xfrm>
              <a:off x="1585750" y="2630400"/>
              <a:ext cx="27950" cy="29000"/>
            </a:xfrm>
            <a:custGeom>
              <a:avLst/>
              <a:gdLst/>
              <a:ahLst/>
              <a:cxnLst/>
              <a:rect l="l" t="t" r="r" b="b"/>
              <a:pathLst>
                <a:path w="1118" h="1160" extrusionOk="0">
                  <a:moveTo>
                    <a:pt x="559" y="0"/>
                  </a:moveTo>
                  <a:lnTo>
                    <a:pt x="344" y="43"/>
                  </a:lnTo>
                  <a:lnTo>
                    <a:pt x="172" y="172"/>
                  </a:lnTo>
                  <a:lnTo>
                    <a:pt x="43" y="344"/>
                  </a:lnTo>
                  <a:lnTo>
                    <a:pt x="0" y="602"/>
                  </a:lnTo>
                  <a:lnTo>
                    <a:pt x="43" y="816"/>
                  </a:lnTo>
                  <a:lnTo>
                    <a:pt x="129" y="988"/>
                  </a:lnTo>
                  <a:lnTo>
                    <a:pt x="344" y="1117"/>
                  </a:lnTo>
                  <a:lnTo>
                    <a:pt x="559" y="1160"/>
                  </a:lnTo>
                  <a:lnTo>
                    <a:pt x="774" y="1117"/>
                  </a:lnTo>
                  <a:lnTo>
                    <a:pt x="945" y="988"/>
                  </a:lnTo>
                  <a:lnTo>
                    <a:pt x="1074" y="816"/>
                  </a:lnTo>
                  <a:lnTo>
                    <a:pt x="1117" y="602"/>
                  </a:lnTo>
                  <a:lnTo>
                    <a:pt x="1117" y="387"/>
                  </a:lnTo>
                  <a:lnTo>
                    <a:pt x="988" y="215"/>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2" name="Google Shape;13522;p37"/>
            <p:cNvSpPr/>
            <p:nvPr/>
          </p:nvSpPr>
          <p:spPr>
            <a:xfrm>
              <a:off x="1599700" y="2715225"/>
              <a:ext cx="27950" cy="29000"/>
            </a:xfrm>
            <a:custGeom>
              <a:avLst/>
              <a:gdLst/>
              <a:ahLst/>
              <a:cxnLst/>
              <a:rect l="l" t="t" r="r" b="b"/>
              <a:pathLst>
                <a:path w="1118" h="1160" extrusionOk="0">
                  <a:moveTo>
                    <a:pt x="559" y="0"/>
                  </a:moveTo>
                  <a:lnTo>
                    <a:pt x="344" y="43"/>
                  </a:lnTo>
                  <a:lnTo>
                    <a:pt x="173" y="172"/>
                  </a:lnTo>
                  <a:lnTo>
                    <a:pt x="44" y="344"/>
                  </a:lnTo>
                  <a:lnTo>
                    <a:pt x="1" y="559"/>
                  </a:lnTo>
                  <a:lnTo>
                    <a:pt x="44" y="773"/>
                  </a:lnTo>
                  <a:lnTo>
                    <a:pt x="130" y="988"/>
                  </a:lnTo>
                  <a:lnTo>
                    <a:pt x="344" y="1117"/>
                  </a:lnTo>
                  <a:lnTo>
                    <a:pt x="559" y="1160"/>
                  </a:lnTo>
                  <a:lnTo>
                    <a:pt x="774" y="1117"/>
                  </a:lnTo>
                  <a:lnTo>
                    <a:pt x="946" y="988"/>
                  </a:lnTo>
                  <a:lnTo>
                    <a:pt x="1074" y="816"/>
                  </a:lnTo>
                  <a:lnTo>
                    <a:pt x="1117" y="602"/>
                  </a:lnTo>
                  <a:lnTo>
                    <a:pt x="1117"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3" name="Google Shape;13523;p37"/>
            <p:cNvSpPr/>
            <p:nvPr/>
          </p:nvSpPr>
          <p:spPr>
            <a:xfrm>
              <a:off x="1656625" y="2630400"/>
              <a:ext cx="29000" cy="29000"/>
            </a:xfrm>
            <a:custGeom>
              <a:avLst/>
              <a:gdLst/>
              <a:ahLst/>
              <a:cxnLst/>
              <a:rect l="l" t="t" r="r" b="b"/>
              <a:pathLst>
                <a:path w="1160" h="1160" extrusionOk="0">
                  <a:moveTo>
                    <a:pt x="601" y="0"/>
                  </a:moveTo>
                  <a:lnTo>
                    <a:pt x="387" y="43"/>
                  </a:lnTo>
                  <a:lnTo>
                    <a:pt x="172" y="172"/>
                  </a:lnTo>
                  <a:lnTo>
                    <a:pt x="43" y="344"/>
                  </a:lnTo>
                  <a:lnTo>
                    <a:pt x="0" y="602"/>
                  </a:lnTo>
                  <a:lnTo>
                    <a:pt x="43" y="816"/>
                  </a:lnTo>
                  <a:lnTo>
                    <a:pt x="172" y="988"/>
                  </a:lnTo>
                  <a:lnTo>
                    <a:pt x="344" y="1117"/>
                  </a:lnTo>
                  <a:lnTo>
                    <a:pt x="558" y="1160"/>
                  </a:lnTo>
                  <a:lnTo>
                    <a:pt x="773" y="1117"/>
                  </a:lnTo>
                  <a:lnTo>
                    <a:pt x="988" y="988"/>
                  </a:lnTo>
                  <a:lnTo>
                    <a:pt x="1117" y="816"/>
                  </a:lnTo>
                  <a:lnTo>
                    <a:pt x="1160" y="602"/>
                  </a:lnTo>
                  <a:lnTo>
                    <a:pt x="1117" y="387"/>
                  </a:lnTo>
                  <a:lnTo>
                    <a:pt x="988" y="215"/>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4" name="Google Shape;13524;p37"/>
            <p:cNvSpPr/>
            <p:nvPr/>
          </p:nvSpPr>
          <p:spPr>
            <a:xfrm>
              <a:off x="1582525" y="256490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29" y="988"/>
                  </a:lnTo>
                  <a:lnTo>
                    <a:pt x="344" y="1117"/>
                  </a:lnTo>
                  <a:lnTo>
                    <a:pt x="559" y="1160"/>
                  </a:lnTo>
                  <a:lnTo>
                    <a:pt x="774" y="1117"/>
                  </a:lnTo>
                  <a:lnTo>
                    <a:pt x="945" y="988"/>
                  </a:lnTo>
                  <a:lnTo>
                    <a:pt x="1074" y="816"/>
                  </a:lnTo>
                  <a:lnTo>
                    <a:pt x="1160" y="602"/>
                  </a:lnTo>
                  <a:lnTo>
                    <a:pt x="1117" y="387"/>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5" name="Google Shape;13525;p37"/>
            <p:cNvSpPr/>
            <p:nvPr/>
          </p:nvSpPr>
          <p:spPr>
            <a:xfrm>
              <a:off x="1714600" y="2602475"/>
              <a:ext cx="27950" cy="27950"/>
            </a:xfrm>
            <a:custGeom>
              <a:avLst/>
              <a:gdLst/>
              <a:ahLst/>
              <a:cxnLst/>
              <a:rect l="l" t="t" r="r" b="b"/>
              <a:pathLst>
                <a:path w="1118" h="1118" extrusionOk="0">
                  <a:moveTo>
                    <a:pt x="344" y="1"/>
                  </a:moveTo>
                  <a:lnTo>
                    <a:pt x="172" y="129"/>
                  </a:lnTo>
                  <a:lnTo>
                    <a:pt x="43" y="344"/>
                  </a:lnTo>
                  <a:lnTo>
                    <a:pt x="0" y="559"/>
                  </a:lnTo>
                  <a:lnTo>
                    <a:pt x="43" y="774"/>
                  </a:lnTo>
                  <a:lnTo>
                    <a:pt x="129" y="945"/>
                  </a:lnTo>
                  <a:lnTo>
                    <a:pt x="344" y="1074"/>
                  </a:lnTo>
                  <a:lnTo>
                    <a:pt x="559" y="1117"/>
                  </a:lnTo>
                  <a:lnTo>
                    <a:pt x="773" y="1074"/>
                  </a:lnTo>
                  <a:lnTo>
                    <a:pt x="945" y="988"/>
                  </a:lnTo>
                  <a:lnTo>
                    <a:pt x="1074" y="774"/>
                  </a:lnTo>
                  <a:lnTo>
                    <a:pt x="1117" y="559"/>
                  </a:lnTo>
                  <a:lnTo>
                    <a:pt x="1074" y="344"/>
                  </a:lnTo>
                  <a:lnTo>
                    <a:pt x="988" y="172"/>
                  </a:lnTo>
                  <a:lnTo>
                    <a:pt x="773"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6" name="Google Shape;13526;p37"/>
            <p:cNvSpPr/>
            <p:nvPr/>
          </p:nvSpPr>
          <p:spPr>
            <a:xfrm>
              <a:off x="1636225" y="2809700"/>
              <a:ext cx="29000" cy="29025"/>
            </a:xfrm>
            <a:custGeom>
              <a:avLst/>
              <a:gdLst/>
              <a:ahLst/>
              <a:cxnLst/>
              <a:rect l="l" t="t" r="r" b="b"/>
              <a:pathLst>
                <a:path w="1160" h="1161" extrusionOk="0">
                  <a:moveTo>
                    <a:pt x="601" y="1"/>
                  </a:moveTo>
                  <a:lnTo>
                    <a:pt x="387" y="44"/>
                  </a:lnTo>
                  <a:lnTo>
                    <a:pt x="215" y="173"/>
                  </a:lnTo>
                  <a:lnTo>
                    <a:pt x="86" y="344"/>
                  </a:lnTo>
                  <a:lnTo>
                    <a:pt x="0" y="602"/>
                  </a:lnTo>
                  <a:lnTo>
                    <a:pt x="43" y="817"/>
                  </a:lnTo>
                  <a:lnTo>
                    <a:pt x="172" y="989"/>
                  </a:lnTo>
                  <a:lnTo>
                    <a:pt x="387" y="1117"/>
                  </a:lnTo>
                  <a:lnTo>
                    <a:pt x="601" y="1160"/>
                  </a:lnTo>
                  <a:lnTo>
                    <a:pt x="816" y="1117"/>
                  </a:lnTo>
                  <a:lnTo>
                    <a:pt x="988" y="989"/>
                  </a:lnTo>
                  <a:lnTo>
                    <a:pt x="1117" y="817"/>
                  </a:lnTo>
                  <a:lnTo>
                    <a:pt x="1160" y="602"/>
                  </a:lnTo>
                  <a:lnTo>
                    <a:pt x="1117" y="387"/>
                  </a:lnTo>
                  <a:lnTo>
                    <a:pt x="1031" y="173"/>
                  </a:lnTo>
                  <a:lnTo>
                    <a:pt x="816" y="44"/>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7" name="Google Shape;13527;p37"/>
            <p:cNvSpPr/>
            <p:nvPr/>
          </p:nvSpPr>
          <p:spPr>
            <a:xfrm>
              <a:off x="1634075" y="2587450"/>
              <a:ext cx="29000" cy="29000"/>
            </a:xfrm>
            <a:custGeom>
              <a:avLst/>
              <a:gdLst/>
              <a:ahLst/>
              <a:cxnLst/>
              <a:rect l="l" t="t" r="r" b="b"/>
              <a:pathLst>
                <a:path w="1160" h="1160" extrusionOk="0">
                  <a:moveTo>
                    <a:pt x="601" y="0"/>
                  </a:moveTo>
                  <a:lnTo>
                    <a:pt x="387" y="43"/>
                  </a:lnTo>
                  <a:lnTo>
                    <a:pt x="172" y="172"/>
                  </a:lnTo>
                  <a:lnTo>
                    <a:pt x="43" y="344"/>
                  </a:lnTo>
                  <a:lnTo>
                    <a:pt x="0" y="559"/>
                  </a:lnTo>
                  <a:lnTo>
                    <a:pt x="43" y="773"/>
                  </a:lnTo>
                  <a:lnTo>
                    <a:pt x="172" y="988"/>
                  </a:lnTo>
                  <a:lnTo>
                    <a:pt x="344" y="1117"/>
                  </a:lnTo>
                  <a:lnTo>
                    <a:pt x="601" y="1160"/>
                  </a:lnTo>
                  <a:lnTo>
                    <a:pt x="816" y="1117"/>
                  </a:lnTo>
                  <a:lnTo>
                    <a:pt x="988" y="988"/>
                  </a:lnTo>
                  <a:lnTo>
                    <a:pt x="1117" y="816"/>
                  </a:lnTo>
                  <a:lnTo>
                    <a:pt x="1160" y="602"/>
                  </a:lnTo>
                  <a:lnTo>
                    <a:pt x="1117" y="387"/>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8" name="Google Shape;13528;p37"/>
            <p:cNvSpPr/>
            <p:nvPr/>
          </p:nvSpPr>
          <p:spPr>
            <a:xfrm>
              <a:off x="1702775" y="2729175"/>
              <a:ext cx="29025" cy="29025"/>
            </a:xfrm>
            <a:custGeom>
              <a:avLst/>
              <a:gdLst/>
              <a:ahLst/>
              <a:cxnLst/>
              <a:rect l="l" t="t" r="r" b="b"/>
              <a:pathLst>
                <a:path w="1161" h="1161" extrusionOk="0">
                  <a:moveTo>
                    <a:pt x="602" y="1"/>
                  </a:moveTo>
                  <a:lnTo>
                    <a:pt x="387" y="44"/>
                  </a:lnTo>
                  <a:lnTo>
                    <a:pt x="216" y="172"/>
                  </a:lnTo>
                  <a:lnTo>
                    <a:pt x="87" y="344"/>
                  </a:lnTo>
                  <a:lnTo>
                    <a:pt x="1" y="559"/>
                  </a:lnTo>
                  <a:lnTo>
                    <a:pt x="44" y="774"/>
                  </a:lnTo>
                  <a:lnTo>
                    <a:pt x="173" y="988"/>
                  </a:lnTo>
                  <a:lnTo>
                    <a:pt x="344" y="1117"/>
                  </a:lnTo>
                  <a:lnTo>
                    <a:pt x="602" y="1160"/>
                  </a:lnTo>
                  <a:lnTo>
                    <a:pt x="817" y="1117"/>
                  </a:lnTo>
                  <a:lnTo>
                    <a:pt x="989" y="988"/>
                  </a:lnTo>
                  <a:lnTo>
                    <a:pt x="1118" y="817"/>
                  </a:lnTo>
                  <a:lnTo>
                    <a:pt x="1161" y="559"/>
                  </a:lnTo>
                  <a:lnTo>
                    <a:pt x="1118" y="344"/>
                  </a:lnTo>
                  <a:lnTo>
                    <a:pt x="1032"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9" name="Google Shape;13529;p37"/>
            <p:cNvSpPr/>
            <p:nvPr/>
          </p:nvSpPr>
          <p:spPr>
            <a:xfrm>
              <a:off x="1706000" y="2774275"/>
              <a:ext cx="29025" cy="27950"/>
            </a:xfrm>
            <a:custGeom>
              <a:avLst/>
              <a:gdLst/>
              <a:ahLst/>
              <a:cxnLst/>
              <a:rect l="l" t="t" r="r" b="b"/>
              <a:pathLst>
                <a:path w="1161" h="1118" extrusionOk="0">
                  <a:moveTo>
                    <a:pt x="602" y="0"/>
                  </a:moveTo>
                  <a:lnTo>
                    <a:pt x="387" y="43"/>
                  </a:lnTo>
                  <a:lnTo>
                    <a:pt x="215" y="129"/>
                  </a:lnTo>
                  <a:lnTo>
                    <a:pt x="87" y="344"/>
                  </a:lnTo>
                  <a:lnTo>
                    <a:pt x="1" y="559"/>
                  </a:lnTo>
                  <a:lnTo>
                    <a:pt x="44" y="774"/>
                  </a:lnTo>
                  <a:lnTo>
                    <a:pt x="173" y="945"/>
                  </a:lnTo>
                  <a:lnTo>
                    <a:pt x="387" y="1074"/>
                  </a:lnTo>
                  <a:lnTo>
                    <a:pt x="602" y="1117"/>
                  </a:lnTo>
                  <a:lnTo>
                    <a:pt x="817" y="1117"/>
                  </a:lnTo>
                  <a:lnTo>
                    <a:pt x="989" y="988"/>
                  </a:lnTo>
                  <a:lnTo>
                    <a:pt x="1117" y="774"/>
                  </a:lnTo>
                  <a:lnTo>
                    <a:pt x="1160" y="559"/>
                  </a:lnTo>
                  <a:lnTo>
                    <a:pt x="1117" y="344"/>
                  </a:lnTo>
                  <a:lnTo>
                    <a:pt x="1032"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0" name="Google Shape;13530;p37"/>
            <p:cNvSpPr/>
            <p:nvPr/>
          </p:nvSpPr>
          <p:spPr>
            <a:xfrm>
              <a:off x="1692050" y="2818300"/>
              <a:ext cx="27950" cy="29000"/>
            </a:xfrm>
            <a:custGeom>
              <a:avLst/>
              <a:gdLst/>
              <a:ahLst/>
              <a:cxnLst/>
              <a:rect l="l" t="t" r="r" b="b"/>
              <a:pathLst>
                <a:path w="1118" h="1160" extrusionOk="0">
                  <a:moveTo>
                    <a:pt x="559" y="0"/>
                  </a:moveTo>
                  <a:lnTo>
                    <a:pt x="344" y="43"/>
                  </a:lnTo>
                  <a:lnTo>
                    <a:pt x="172" y="172"/>
                  </a:lnTo>
                  <a:lnTo>
                    <a:pt x="43" y="344"/>
                  </a:lnTo>
                  <a:lnTo>
                    <a:pt x="0" y="559"/>
                  </a:lnTo>
                  <a:lnTo>
                    <a:pt x="0" y="773"/>
                  </a:lnTo>
                  <a:lnTo>
                    <a:pt x="129" y="988"/>
                  </a:lnTo>
                  <a:lnTo>
                    <a:pt x="344" y="1117"/>
                  </a:lnTo>
                  <a:lnTo>
                    <a:pt x="559" y="1160"/>
                  </a:lnTo>
                  <a:lnTo>
                    <a:pt x="773" y="1117"/>
                  </a:lnTo>
                  <a:lnTo>
                    <a:pt x="945" y="988"/>
                  </a:lnTo>
                  <a:lnTo>
                    <a:pt x="1074" y="816"/>
                  </a:lnTo>
                  <a:lnTo>
                    <a:pt x="1117" y="559"/>
                  </a:lnTo>
                  <a:lnTo>
                    <a:pt x="1074"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1" name="Google Shape;13531;p37"/>
            <p:cNvSpPr/>
            <p:nvPr/>
          </p:nvSpPr>
          <p:spPr>
            <a:xfrm>
              <a:off x="1706000" y="2871975"/>
              <a:ext cx="29025" cy="29025"/>
            </a:xfrm>
            <a:custGeom>
              <a:avLst/>
              <a:gdLst/>
              <a:ahLst/>
              <a:cxnLst/>
              <a:rect l="l" t="t" r="r" b="b"/>
              <a:pathLst>
                <a:path w="1161" h="1161" extrusionOk="0">
                  <a:moveTo>
                    <a:pt x="602" y="1"/>
                  </a:moveTo>
                  <a:lnTo>
                    <a:pt x="387" y="44"/>
                  </a:lnTo>
                  <a:lnTo>
                    <a:pt x="215" y="130"/>
                  </a:lnTo>
                  <a:lnTo>
                    <a:pt x="87" y="344"/>
                  </a:lnTo>
                  <a:lnTo>
                    <a:pt x="1" y="559"/>
                  </a:lnTo>
                  <a:lnTo>
                    <a:pt x="44" y="774"/>
                  </a:lnTo>
                  <a:lnTo>
                    <a:pt x="173" y="946"/>
                  </a:lnTo>
                  <a:lnTo>
                    <a:pt x="387" y="1075"/>
                  </a:lnTo>
                  <a:lnTo>
                    <a:pt x="602" y="1160"/>
                  </a:lnTo>
                  <a:lnTo>
                    <a:pt x="817" y="1118"/>
                  </a:lnTo>
                  <a:lnTo>
                    <a:pt x="989" y="989"/>
                  </a:lnTo>
                  <a:lnTo>
                    <a:pt x="1117" y="817"/>
                  </a:lnTo>
                  <a:lnTo>
                    <a:pt x="1160" y="559"/>
                  </a:lnTo>
                  <a:lnTo>
                    <a:pt x="1117" y="344"/>
                  </a:lnTo>
                  <a:lnTo>
                    <a:pt x="1032"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2" name="Google Shape;13532;p37"/>
            <p:cNvSpPr/>
            <p:nvPr/>
          </p:nvSpPr>
          <p:spPr>
            <a:xfrm>
              <a:off x="1646950" y="2885950"/>
              <a:ext cx="29025" cy="29000"/>
            </a:xfrm>
            <a:custGeom>
              <a:avLst/>
              <a:gdLst/>
              <a:ahLst/>
              <a:cxnLst/>
              <a:rect l="l" t="t" r="r" b="b"/>
              <a:pathLst>
                <a:path w="1161" h="1160" extrusionOk="0">
                  <a:moveTo>
                    <a:pt x="602" y="0"/>
                  </a:moveTo>
                  <a:lnTo>
                    <a:pt x="387" y="43"/>
                  </a:lnTo>
                  <a:lnTo>
                    <a:pt x="172" y="172"/>
                  </a:lnTo>
                  <a:lnTo>
                    <a:pt x="43" y="344"/>
                  </a:lnTo>
                  <a:lnTo>
                    <a:pt x="1" y="559"/>
                  </a:lnTo>
                  <a:lnTo>
                    <a:pt x="43" y="816"/>
                  </a:lnTo>
                  <a:lnTo>
                    <a:pt x="172" y="988"/>
                  </a:lnTo>
                  <a:lnTo>
                    <a:pt x="344" y="1117"/>
                  </a:lnTo>
                  <a:lnTo>
                    <a:pt x="602" y="1160"/>
                  </a:lnTo>
                  <a:lnTo>
                    <a:pt x="817" y="1117"/>
                  </a:lnTo>
                  <a:lnTo>
                    <a:pt x="988" y="988"/>
                  </a:lnTo>
                  <a:lnTo>
                    <a:pt x="1117" y="816"/>
                  </a:lnTo>
                  <a:lnTo>
                    <a:pt x="1160" y="601"/>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3" name="Google Shape;13533;p37"/>
            <p:cNvSpPr/>
            <p:nvPr/>
          </p:nvSpPr>
          <p:spPr>
            <a:xfrm>
              <a:off x="1659825" y="2757100"/>
              <a:ext cx="29025" cy="29000"/>
            </a:xfrm>
            <a:custGeom>
              <a:avLst/>
              <a:gdLst/>
              <a:ahLst/>
              <a:cxnLst/>
              <a:rect l="l" t="t" r="r" b="b"/>
              <a:pathLst>
                <a:path w="1161" h="1160" extrusionOk="0">
                  <a:moveTo>
                    <a:pt x="559" y="0"/>
                  </a:moveTo>
                  <a:lnTo>
                    <a:pt x="345" y="43"/>
                  </a:lnTo>
                  <a:lnTo>
                    <a:pt x="173" y="172"/>
                  </a:lnTo>
                  <a:lnTo>
                    <a:pt x="44" y="344"/>
                  </a:lnTo>
                  <a:lnTo>
                    <a:pt x="1" y="559"/>
                  </a:lnTo>
                  <a:lnTo>
                    <a:pt x="44" y="773"/>
                  </a:lnTo>
                  <a:lnTo>
                    <a:pt x="173" y="988"/>
                  </a:lnTo>
                  <a:lnTo>
                    <a:pt x="345" y="1117"/>
                  </a:lnTo>
                  <a:lnTo>
                    <a:pt x="559" y="1160"/>
                  </a:lnTo>
                  <a:lnTo>
                    <a:pt x="774" y="1117"/>
                  </a:lnTo>
                  <a:lnTo>
                    <a:pt x="946" y="988"/>
                  </a:lnTo>
                  <a:lnTo>
                    <a:pt x="1118" y="816"/>
                  </a:lnTo>
                  <a:lnTo>
                    <a:pt x="1161" y="602"/>
                  </a:lnTo>
                  <a:lnTo>
                    <a:pt x="1118" y="387"/>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4" name="Google Shape;13534;p37"/>
            <p:cNvSpPr/>
            <p:nvPr/>
          </p:nvSpPr>
          <p:spPr>
            <a:xfrm>
              <a:off x="1588975" y="2854800"/>
              <a:ext cx="27925" cy="27950"/>
            </a:xfrm>
            <a:custGeom>
              <a:avLst/>
              <a:gdLst/>
              <a:ahLst/>
              <a:cxnLst/>
              <a:rect l="l" t="t" r="r" b="b"/>
              <a:pathLst>
                <a:path w="1117" h="1118" extrusionOk="0">
                  <a:moveTo>
                    <a:pt x="344" y="1"/>
                  </a:moveTo>
                  <a:lnTo>
                    <a:pt x="172" y="129"/>
                  </a:lnTo>
                  <a:lnTo>
                    <a:pt x="43" y="344"/>
                  </a:lnTo>
                  <a:lnTo>
                    <a:pt x="0" y="559"/>
                  </a:lnTo>
                  <a:lnTo>
                    <a:pt x="0" y="774"/>
                  </a:lnTo>
                  <a:lnTo>
                    <a:pt x="129" y="946"/>
                  </a:lnTo>
                  <a:lnTo>
                    <a:pt x="344" y="1074"/>
                  </a:lnTo>
                  <a:lnTo>
                    <a:pt x="559" y="1117"/>
                  </a:lnTo>
                  <a:lnTo>
                    <a:pt x="773" y="1074"/>
                  </a:lnTo>
                  <a:lnTo>
                    <a:pt x="945" y="988"/>
                  </a:lnTo>
                  <a:lnTo>
                    <a:pt x="1074" y="774"/>
                  </a:lnTo>
                  <a:lnTo>
                    <a:pt x="1117" y="559"/>
                  </a:lnTo>
                  <a:lnTo>
                    <a:pt x="1074" y="344"/>
                  </a:lnTo>
                  <a:lnTo>
                    <a:pt x="988" y="172"/>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5" name="Google Shape;13535;p37"/>
            <p:cNvSpPr/>
            <p:nvPr/>
          </p:nvSpPr>
          <p:spPr>
            <a:xfrm>
              <a:off x="1590050" y="2774275"/>
              <a:ext cx="27925" cy="27950"/>
            </a:xfrm>
            <a:custGeom>
              <a:avLst/>
              <a:gdLst/>
              <a:ahLst/>
              <a:cxnLst/>
              <a:rect l="l" t="t" r="r" b="b"/>
              <a:pathLst>
                <a:path w="1117" h="1118" extrusionOk="0">
                  <a:moveTo>
                    <a:pt x="559" y="0"/>
                  </a:moveTo>
                  <a:lnTo>
                    <a:pt x="344" y="43"/>
                  </a:lnTo>
                  <a:lnTo>
                    <a:pt x="172" y="129"/>
                  </a:lnTo>
                  <a:lnTo>
                    <a:pt x="43" y="344"/>
                  </a:lnTo>
                  <a:lnTo>
                    <a:pt x="0" y="559"/>
                  </a:lnTo>
                  <a:lnTo>
                    <a:pt x="43" y="774"/>
                  </a:lnTo>
                  <a:lnTo>
                    <a:pt x="129" y="945"/>
                  </a:lnTo>
                  <a:lnTo>
                    <a:pt x="344" y="1074"/>
                  </a:lnTo>
                  <a:lnTo>
                    <a:pt x="559" y="1117"/>
                  </a:lnTo>
                  <a:lnTo>
                    <a:pt x="773" y="1117"/>
                  </a:lnTo>
                  <a:lnTo>
                    <a:pt x="945" y="988"/>
                  </a:lnTo>
                  <a:lnTo>
                    <a:pt x="1074" y="774"/>
                  </a:lnTo>
                  <a:lnTo>
                    <a:pt x="1117" y="559"/>
                  </a:lnTo>
                  <a:lnTo>
                    <a:pt x="1074"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6" name="Google Shape;13536;p37"/>
            <p:cNvSpPr/>
            <p:nvPr/>
          </p:nvSpPr>
          <p:spPr>
            <a:xfrm>
              <a:off x="1823050" y="3041625"/>
              <a:ext cx="29000" cy="29025"/>
            </a:xfrm>
            <a:custGeom>
              <a:avLst/>
              <a:gdLst/>
              <a:ahLst/>
              <a:cxnLst/>
              <a:rect l="l" t="t" r="r" b="b"/>
              <a:pathLst>
                <a:path w="1160" h="1161" extrusionOk="0">
                  <a:moveTo>
                    <a:pt x="559" y="1"/>
                  </a:moveTo>
                  <a:lnTo>
                    <a:pt x="344" y="44"/>
                  </a:lnTo>
                  <a:lnTo>
                    <a:pt x="172" y="173"/>
                  </a:lnTo>
                  <a:lnTo>
                    <a:pt x="43" y="344"/>
                  </a:lnTo>
                  <a:lnTo>
                    <a:pt x="0" y="602"/>
                  </a:lnTo>
                  <a:lnTo>
                    <a:pt x="43" y="817"/>
                  </a:lnTo>
                  <a:lnTo>
                    <a:pt x="129" y="989"/>
                  </a:lnTo>
                  <a:lnTo>
                    <a:pt x="344" y="1118"/>
                  </a:lnTo>
                  <a:lnTo>
                    <a:pt x="559" y="1160"/>
                  </a:lnTo>
                  <a:lnTo>
                    <a:pt x="773" y="1118"/>
                  </a:lnTo>
                  <a:lnTo>
                    <a:pt x="945" y="989"/>
                  </a:lnTo>
                  <a:lnTo>
                    <a:pt x="1074" y="817"/>
                  </a:lnTo>
                  <a:lnTo>
                    <a:pt x="1160" y="602"/>
                  </a:lnTo>
                  <a:lnTo>
                    <a:pt x="1117" y="387"/>
                  </a:lnTo>
                  <a:lnTo>
                    <a:pt x="988" y="173"/>
                  </a:lnTo>
                  <a:lnTo>
                    <a:pt x="816"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7" name="Google Shape;13537;p37"/>
            <p:cNvSpPr/>
            <p:nvPr/>
          </p:nvSpPr>
          <p:spPr>
            <a:xfrm>
              <a:off x="1760775" y="3030900"/>
              <a:ext cx="29000" cy="29000"/>
            </a:xfrm>
            <a:custGeom>
              <a:avLst/>
              <a:gdLst/>
              <a:ahLst/>
              <a:cxnLst/>
              <a:rect l="l" t="t" r="r" b="b"/>
              <a:pathLst>
                <a:path w="1160" h="1160" extrusionOk="0">
                  <a:moveTo>
                    <a:pt x="601" y="0"/>
                  </a:moveTo>
                  <a:lnTo>
                    <a:pt x="387" y="43"/>
                  </a:lnTo>
                  <a:lnTo>
                    <a:pt x="215" y="172"/>
                  </a:lnTo>
                  <a:lnTo>
                    <a:pt x="86" y="344"/>
                  </a:lnTo>
                  <a:lnTo>
                    <a:pt x="0" y="559"/>
                  </a:lnTo>
                  <a:lnTo>
                    <a:pt x="43" y="773"/>
                  </a:lnTo>
                  <a:lnTo>
                    <a:pt x="172" y="988"/>
                  </a:lnTo>
                  <a:lnTo>
                    <a:pt x="344" y="1117"/>
                  </a:lnTo>
                  <a:lnTo>
                    <a:pt x="601" y="1160"/>
                  </a:lnTo>
                  <a:lnTo>
                    <a:pt x="816" y="1117"/>
                  </a:lnTo>
                  <a:lnTo>
                    <a:pt x="988" y="988"/>
                  </a:lnTo>
                  <a:lnTo>
                    <a:pt x="1117" y="816"/>
                  </a:lnTo>
                  <a:lnTo>
                    <a:pt x="1160" y="559"/>
                  </a:lnTo>
                  <a:lnTo>
                    <a:pt x="1117" y="344"/>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8" name="Google Shape;13538;p37"/>
            <p:cNvSpPr/>
            <p:nvPr/>
          </p:nvSpPr>
          <p:spPr>
            <a:xfrm>
              <a:off x="1765050" y="2985800"/>
              <a:ext cx="29025" cy="29025"/>
            </a:xfrm>
            <a:custGeom>
              <a:avLst/>
              <a:gdLst/>
              <a:ahLst/>
              <a:cxnLst/>
              <a:rect l="l" t="t" r="r" b="b"/>
              <a:pathLst>
                <a:path w="1161" h="1161" extrusionOk="0">
                  <a:moveTo>
                    <a:pt x="602" y="0"/>
                  </a:moveTo>
                  <a:lnTo>
                    <a:pt x="388" y="43"/>
                  </a:lnTo>
                  <a:lnTo>
                    <a:pt x="173" y="129"/>
                  </a:lnTo>
                  <a:lnTo>
                    <a:pt x="44" y="344"/>
                  </a:lnTo>
                  <a:lnTo>
                    <a:pt x="1" y="559"/>
                  </a:lnTo>
                  <a:lnTo>
                    <a:pt x="44" y="774"/>
                  </a:lnTo>
                  <a:lnTo>
                    <a:pt x="173" y="945"/>
                  </a:lnTo>
                  <a:lnTo>
                    <a:pt x="345" y="1074"/>
                  </a:lnTo>
                  <a:lnTo>
                    <a:pt x="559" y="1160"/>
                  </a:lnTo>
                  <a:lnTo>
                    <a:pt x="774" y="1117"/>
                  </a:lnTo>
                  <a:lnTo>
                    <a:pt x="989" y="988"/>
                  </a:lnTo>
                  <a:lnTo>
                    <a:pt x="1118" y="774"/>
                  </a:lnTo>
                  <a:lnTo>
                    <a:pt x="1161" y="559"/>
                  </a:lnTo>
                  <a:lnTo>
                    <a:pt x="1118"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9" name="Google Shape;13539;p37"/>
            <p:cNvSpPr/>
            <p:nvPr/>
          </p:nvSpPr>
          <p:spPr>
            <a:xfrm>
              <a:off x="1779025" y="3069550"/>
              <a:ext cx="29000" cy="29025"/>
            </a:xfrm>
            <a:custGeom>
              <a:avLst/>
              <a:gdLst/>
              <a:ahLst/>
              <a:cxnLst/>
              <a:rect l="l" t="t" r="r" b="b"/>
              <a:pathLst>
                <a:path w="1160" h="1161" extrusionOk="0">
                  <a:moveTo>
                    <a:pt x="602" y="1"/>
                  </a:moveTo>
                  <a:lnTo>
                    <a:pt x="387" y="43"/>
                  </a:lnTo>
                  <a:lnTo>
                    <a:pt x="172" y="172"/>
                  </a:lnTo>
                  <a:lnTo>
                    <a:pt x="43" y="387"/>
                  </a:lnTo>
                  <a:lnTo>
                    <a:pt x="0" y="602"/>
                  </a:lnTo>
                  <a:lnTo>
                    <a:pt x="43" y="817"/>
                  </a:lnTo>
                  <a:lnTo>
                    <a:pt x="172" y="988"/>
                  </a:lnTo>
                  <a:lnTo>
                    <a:pt x="344" y="1117"/>
                  </a:lnTo>
                  <a:lnTo>
                    <a:pt x="559" y="1160"/>
                  </a:lnTo>
                  <a:lnTo>
                    <a:pt x="773" y="1117"/>
                  </a:lnTo>
                  <a:lnTo>
                    <a:pt x="988" y="1031"/>
                  </a:lnTo>
                  <a:lnTo>
                    <a:pt x="1117" y="817"/>
                  </a:lnTo>
                  <a:lnTo>
                    <a:pt x="1160" y="602"/>
                  </a:lnTo>
                  <a:lnTo>
                    <a:pt x="1117" y="387"/>
                  </a:lnTo>
                  <a:lnTo>
                    <a:pt x="988" y="215"/>
                  </a:lnTo>
                  <a:lnTo>
                    <a:pt x="816" y="86"/>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0" name="Google Shape;13540;p37"/>
            <p:cNvSpPr/>
            <p:nvPr/>
          </p:nvSpPr>
          <p:spPr>
            <a:xfrm>
              <a:off x="1837000" y="2985800"/>
              <a:ext cx="27950" cy="29025"/>
            </a:xfrm>
            <a:custGeom>
              <a:avLst/>
              <a:gdLst/>
              <a:ahLst/>
              <a:cxnLst/>
              <a:rect l="l" t="t" r="r" b="b"/>
              <a:pathLst>
                <a:path w="1118" h="1161" extrusionOk="0">
                  <a:moveTo>
                    <a:pt x="559" y="0"/>
                  </a:moveTo>
                  <a:lnTo>
                    <a:pt x="344" y="43"/>
                  </a:lnTo>
                  <a:lnTo>
                    <a:pt x="172" y="129"/>
                  </a:lnTo>
                  <a:lnTo>
                    <a:pt x="44" y="344"/>
                  </a:lnTo>
                  <a:lnTo>
                    <a:pt x="1" y="559"/>
                  </a:lnTo>
                  <a:lnTo>
                    <a:pt x="44" y="774"/>
                  </a:lnTo>
                  <a:lnTo>
                    <a:pt x="129" y="945"/>
                  </a:lnTo>
                  <a:lnTo>
                    <a:pt x="344" y="1074"/>
                  </a:lnTo>
                  <a:lnTo>
                    <a:pt x="559" y="1160"/>
                  </a:lnTo>
                  <a:lnTo>
                    <a:pt x="774" y="1117"/>
                  </a:lnTo>
                  <a:lnTo>
                    <a:pt x="945" y="988"/>
                  </a:lnTo>
                  <a:lnTo>
                    <a:pt x="1074" y="774"/>
                  </a:lnTo>
                  <a:lnTo>
                    <a:pt x="1117" y="559"/>
                  </a:lnTo>
                  <a:lnTo>
                    <a:pt x="1117" y="344"/>
                  </a:lnTo>
                  <a:lnTo>
                    <a:pt x="988"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1" name="Google Shape;13541;p37"/>
            <p:cNvSpPr/>
            <p:nvPr/>
          </p:nvSpPr>
          <p:spPr>
            <a:xfrm>
              <a:off x="1761850" y="2919225"/>
              <a:ext cx="29000" cy="29025"/>
            </a:xfrm>
            <a:custGeom>
              <a:avLst/>
              <a:gdLst/>
              <a:ahLst/>
              <a:cxnLst/>
              <a:rect l="l" t="t" r="r" b="b"/>
              <a:pathLst>
                <a:path w="1160" h="1161" extrusionOk="0">
                  <a:moveTo>
                    <a:pt x="601" y="1"/>
                  </a:moveTo>
                  <a:lnTo>
                    <a:pt x="387" y="44"/>
                  </a:lnTo>
                  <a:lnTo>
                    <a:pt x="172" y="172"/>
                  </a:lnTo>
                  <a:lnTo>
                    <a:pt x="43" y="387"/>
                  </a:lnTo>
                  <a:lnTo>
                    <a:pt x="0" y="602"/>
                  </a:lnTo>
                  <a:lnTo>
                    <a:pt x="43" y="817"/>
                  </a:lnTo>
                  <a:lnTo>
                    <a:pt x="172" y="988"/>
                  </a:lnTo>
                  <a:lnTo>
                    <a:pt x="344" y="1117"/>
                  </a:lnTo>
                  <a:lnTo>
                    <a:pt x="558" y="1160"/>
                  </a:lnTo>
                  <a:lnTo>
                    <a:pt x="816" y="1117"/>
                  </a:lnTo>
                  <a:lnTo>
                    <a:pt x="988" y="1031"/>
                  </a:lnTo>
                  <a:lnTo>
                    <a:pt x="1117" y="817"/>
                  </a:lnTo>
                  <a:lnTo>
                    <a:pt x="1160" y="602"/>
                  </a:lnTo>
                  <a:lnTo>
                    <a:pt x="1117" y="387"/>
                  </a:lnTo>
                  <a:lnTo>
                    <a:pt x="988" y="215"/>
                  </a:lnTo>
                  <a:lnTo>
                    <a:pt x="816" y="86"/>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2" name="Google Shape;13542;p37"/>
            <p:cNvSpPr/>
            <p:nvPr/>
          </p:nvSpPr>
          <p:spPr>
            <a:xfrm>
              <a:off x="1816600" y="3165100"/>
              <a:ext cx="29025" cy="27950"/>
            </a:xfrm>
            <a:custGeom>
              <a:avLst/>
              <a:gdLst/>
              <a:ahLst/>
              <a:cxnLst/>
              <a:rect l="l" t="t" r="r" b="b"/>
              <a:pathLst>
                <a:path w="1161" h="1118" extrusionOk="0">
                  <a:moveTo>
                    <a:pt x="559" y="1"/>
                  </a:moveTo>
                  <a:lnTo>
                    <a:pt x="344" y="44"/>
                  </a:lnTo>
                  <a:lnTo>
                    <a:pt x="172" y="130"/>
                  </a:lnTo>
                  <a:lnTo>
                    <a:pt x="43" y="345"/>
                  </a:lnTo>
                  <a:lnTo>
                    <a:pt x="1" y="559"/>
                  </a:lnTo>
                  <a:lnTo>
                    <a:pt x="43" y="774"/>
                  </a:lnTo>
                  <a:lnTo>
                    <a:pt x="172" y="946"/>
                  </a:lnTo>
                  <a:lnTo>
                    <a:pt x="344" y="1075"/>
                  </a:lnTo>
                  <a:lnTo>
                    <a:pt x="559" y="1118"/>
                  </a:lnTo>
                  <a:lnTo>
                    <a:pt x="774" y="1118"/>
                  </a:lnTo>
                  <a:lnTo>
                    <a:pt x="988" y="989"/>
                  </a:lnTo>
                  <a:lnTo>
                    <a:pt x="1117" y="774"/>
                  </a:lnTo>
                  <a:lnTo>
                    <a:pt x="1160" y="559"/>
                  </a:lnTo>
                  <a:lnTo>
                    <a:pt x="1117" y="345"/>
                  </a:lnTo>
                  <a:lnTo>
                    <a:pt x="988"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3" name="Google Shape;13543;p37"/>
            <p:cNvSpPr/>
            <p:nvPr/>
          </p:nvSpPr>
          <p:spPr>
            <a:xfrm>
              <a:off x="1814450" y="2941775"/>
              <a:ext cx="29025" cy="29025"/>
            </a:xfrm>
            <a:custGeom>
              <a:avLst/>
              <a:gdLst/>
              <a:ahLst/>
              <a:cxnLst/>
              <a:rect l="l" t="t" r="r" b="b"/>
              <a:pathLst>
                <a:path w="1161" h="1161" extrusionOk="0">
                  <a:moveTo>
                    <a:pt x="559" y="1"/>
                  </a:moveTo>
                  <a:lnTo>
                    <a:pt x="344" y="43"/>
                  </a:lnTo>
                  <a:lnTo>
                    <a:pt x="172" y="172"/>
                  </a:lnTo>
                  <a:lnTo>
                    <a:pt x="44" y="387"/>
                  </a:lnTo>
                  <a:lnTo>
                    <a:pt x="1" y="602"/>
                  </a:lnTo>
                  <a:lnTo>
                    <a:pt x="44" y="817"/>
                  </a:lnTo>
                  <a:lnTo>
                    <a:pt x="129" y="988"/>
                  </a:lnTo>
                  <a:lnTo>
                    <a:pt x="344" y="1117"/>
                  </a:lnTo>
                  <a:lnTo>
                    <a:pt x="559" y="1160"/>
                  </a:lnTo>
                  <a:lnTo>
                    <a:pt x="774" y="1117"/>
                  </a:lnTo>
                  <a:lnTo>
                    <a:pt x="946" y="1031"/>
                  </a:lnTo>
                  <a:lnTo>
                    <a:pt x="1117" y="817"/>
                  </a:lnTo>
                  <a:lnTo>
                    <a:pt x="1160" y="602"/>
                  </a:lnTo>
                  <a:lnTo>
                    <a:pt x="1117" y="387"/>
                  </a:lnTo>
                  <a:lnTo>
                    <a:pt x="988" y="215"/>
                  </a:lnTo>
                  <a:lnTo>
                    <a:pt x="817" y="86"/>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4" name="Google Shape;13544;p37"/>
            <p:cNvSpPr/>
            <p:nvPr/>
          </p:nvSpPr>
          <p:spPr>
            <a:xfrm>
              <a:off x="1839150" y="3111425"/>
              <a:ext cx="29025" cy="29025"/>
            </a:xfrm>
            <a:custGeom>
              <a:avLst/>
              <a:gdLst/>
              <a:ahLst/>
              <a:cxnLst/>
              <a:rect l="l" t="t" r="r" b="b"/>
              <a:pathLst>
                <a:path w="1161" h="1161" extrusionOk="0">
                  <a:moveTo>
                    <a:pt x="602" y="1"/>
                  </a:moveTo>
                  <a:lnTo>
                    <a:pt x="387" y="43"/>
                  </a:lnTo>
                  <a:lnTo>
                    <a:pt x="172" y="172"/>
                  </a:lnTo>
                  <a:lnTo>
                    <a:pt x="43" y="387"/>
                  </a:lnTo>
                  <a:lnTo>
                    <a:pt x="0" y="602"/>
                  </a:lnTo>
                  <a:lnTo>
                    <a:pt x="43" y="817"/>
                  </a:lnTo>
                  <a:lnTo>
                    <a:pt x="172" y="988"/>
                  </a:lnTo>
                  <a:lnTo>
                    <a:pt x="344" y="1117"/>
                  </a:lnTo>
                  <a:lnTo>
                    <a:pt x="602" y="1160"/>
                  </a:lnTo>
                  <a:lnTo>
                    <a:pt x="817" y="1117"/>
                  </a:lnTo>
                  <a:lnTo>
                    <a:pt x="988" y="1031"/>
                  </a:lnTo>
                  <a:lnTo>
                    <a:pt x="1117" y="817"/>
                  </a:lnTo>
                  <a:lnTo>
                    <a:pt x="1160" y="602"/>
                  </a:lnTo>
                  <a:lnTo>
                    <a:pt x="1117" y="387"/>
                  </a:lnTo>
                  <a:lnTo>
                    <a:pt x="988" y="215"/>
                  </a:lnTo>
                  <a:lnTo>
                    <a:pt x="817" y="86"/>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5" name="Google Shape;13545;p37"/>
            <p:cNvSpPr/>
            <p:nvPr/>
          </p:nvSpPr>
          <p:spPr>
            <a:xfrm>
              <a:off x="1769350" y="3128600"/>
              <a:ext cx="29025" cy="29025"/>
            </a:xfrm>
            <a:custGeom>
              <a:avLst/>
              <a:gdLst/>
              <a:ahLst/>
              <a:cxnLst/>
              <a:rect l="l" t="t" r="r" b="b"/>
              <a:pathLst>
                <a:path w="1161" h="1161" extrusionOk="0">
                  <a:moveTo>
                    <a:pt x="602" y="1"/>
                  </a:moveTo>
                  <a:lnTo>
                    <a:pt x="387" y="44"/>
                  </a:lnTo>
                  <a:lnTo>
                    <a:pt x="173" y="173"/>
                  </a:lnTo>
                  <a:lnTo>
                    <a:pt x="44" y="344"/>
                  </a:lnTo>
                  <a:lnTo>
                    <a:pt x="1" y="559"/>
                  </a:lnTo>
                  <a:lnTo>
                    <a:pt x="44" y="774"/>
                  </a:lnTo>
                  <a:lnTo>
                    <a:pt x="173" y="989"/>
                  </a:lnTo>
                  <a:lnTo>
                    <a:pt x="344" y="1117"/>
                  </a:lnTo>
                  <a:lnTo>
                    <a:pt x="559" y="1160"/>
                  </a:lnTo>
                  <a:lnTo>
                    <a:pt x="774" y="1117"/>
                  </a:lnTo>
                  <a:lnTo>
                    <a:pt x="989" y="989"/>
                  </a:lnTo>
                  <a:lnTo>
                    <a:pt x="1117" y="817"/>
                  </a:lnTo>
                  <a:lnTo>
                    <a:pt x="1160" y="602"/>
                  </a:lnTo>
                  <a:lnTo>
                    <a:pt x="1117"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6" name="Google Shape;13546;p37"/>
            <p:cNvSpPr/>
            <p:nvPr/>
          </p:nvSpPr>
          <p:spPr>
            <a:xfrm>
              <a:off x="1823050" y="2687300"/>
              <a:ext cx="29000" cy="29025"/>
            </a:xfrm>
            <a:custGeom>
              <a:avLst/>
              <a:gdLst/>
              <a:ahLst/>
              <a:cxnLst/>
              <a:rect l="l" t="t" r="r" b="b"/>
              <a:pathLst>
                <a:path w="1160" h="1161" extrusionOk="0">
                  <a:moveTo>
                    <a:pt x="559" y="1"/>
                  </a:moveTo>
                  <a:lnTo>
                    <a:pt x="344" y="43"/>
                  </a:lnTo>
                  <a:lnTo>
                    <a:pt x="172" y="172"/>
                  </a:lnTo>
                  <a:lnTo>
                    <a:pt x="43" y="344"/>
                  </a:lnTo>
                  <a:lnTo>
                    <a:pt x="0" y="559"/>
                  </a:lnTo>
                  <a:lnTo>
                    <a:pt x="43" y="774"/>
                  </a:lnTo>
                  <a:lnTo>
                    <a:pt x="129" y="988"/>
                  </a:lnTo>
                  <a:lnTo>
                    <a:pt x="344" y="1117"/>
                  </a:lnTo>
                  <a:lnTo>
                    <a:pt x="559" y="1160"/>
                  </a:lnTo>
                  <a:lnTo>
                    <a:pt x="773" y="1117"/>
                  </a:lnTo>
                  <a:lnTo>
                    <a:pt x="945" y="988"/>
                  </a:lnTo>
                  <a:lnTo>
                    <a:pt x="1074" y="817"/>
                  </a:lnTo>
                  <a:lnTo>
                    <a:pt x="1160" y="559"/>
                  </a:lnTo>
                  <a:lnTo>
                    <a:pt x="1117" y="344"/>
                  </a:lnTo>
                  <a:lnTo>
                    <a:pt x="988" y="172"/>
                  </a:lnTo>
                  <a:lnTo>
                    <a:pt x="816"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7" name="Google Shape;13547;p37"/>
            <p:cNvSpPr/>
            <p:nvPr/>
          </p:nvSpPr>
          <p:spPr>
            <a:xfrm>
              <a:off x="1760775" y="2676575"/>
              <a:ext cx="29000" cy="27925"/>
            </a:xfrm>
            <a:custGeom>
              <a:avLst/>
              <a:gdLst/>
              <a:ahLst/>
              <a:cxnLst/>
              <a:rect l="l" t="t" r="r" b="b"/>
              <a:pathLst>
                <a:path w="1160" h="1117" extrusionOk="0">
                  <a:moveTo>
                    <a:pt x="601" y="0"/>
                  </a:moveTo>
                  <a:lnTo>
                    <a:pt x="387" y="43"/>
                  </a:lnTo>
                  <a:lnTo>
                    <a:pt x="215" y="129"/>
                  </a:lnTo>
                  <a:lnTo>
                    <a:pt x="86" y="344"/>
                  </a:lnTo>
                  <a:lnTo>
                    <a:pt x="0" y="558"/>
                  </a:lnTo>
                  <a:lnTo>
                    <a:pt x="43" y="773"/>
                  </a:lnTo>
                  <a:lnTo>
                    <a:pt x="172" y="945"/>
                  </a:lnTo>
                  <a:lnTo>
                    <a:pt x="344" y="1074"/>
                  </a:lnTo>
                  <a:lnTo>
                    <a:pt x="601" y="1117"/>
                  </a:lnTo>
                  <a:lnTo>
                    <a:pt x="816" y="1074"/>
                  </a:lnTo>
                  <a:lnTo>
                    <a:pt x="988" y="988"/>
                  </a:lnTo>
                  <a:lnTo>
                    <a:pt x="1117" y="773"/>
                  </a:lnTo>
                  <a:lnTo>
                    <a:pt x="1160" y="558"/>
                  </a:lnTo>
                  <a:lnTo>
                    <a:pt x="1117" y="344"/>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8" name="Google Shape;13548;p37"/>
            <p:cNvSpPr/>
            <p:nvPr/>
          </p:nvSpPr>
          <p:spPr>
            <a:xfrm>
              <a:off x="1765050" y="2630400"/>
              <a:ext cx="29025" cy="29000"/>
            </a:xfrm>
            <a:custGeom>
              <a:avLst/>
              <a:gdLst/>
              <a:ahLst/>
              <a:cxnLst/>
              <a:rect l="l" t="t" r="r" b="b"/>
              <a:pathLst>
                <a:path w="1161" h="1160" extrusionOk="0">
                  <a:moveTo>
                    <a:pt x="602" y="0"/>
                  </a:moveTo>
                  <a:lnTo>
                    <a:pt x="388" y="43"/>
                  </a:lnTo>
                  <a:lnTo>
                    <a:pt x="173" y="172"/>
                  </a:lnTo>
                  <a:lnTo>
                    <a:pt x="44" y="344"/>
                  </a:lnTo>
                  <a:lnTo>
                    <a:pt x="1" y="602"/>
                  </a:lnTo>
                  <a:lnTo>
                    <a:pt x="44" y="816"/>
                  </a:lnTo>
                  <a:lnTo>
                    <a:pt x="173" y="988"/>
                  </a:lnTo>
                  <a:lnTo>
                    <a:pt x="345" y="1117"/>
                  </a:lnTo>
                  <a:lnTo>
                    <a:pt x="559" y="1160"/>
                  </a:lnTo>
                  <a:lnTo>
                    <a:pt x="774" y="1117"/>
                  </a:lnTo>
                  <a:lnTo>
                    <a:pt x="989" y="988"/>
                  </a:lnTo>
                  <a:lnTo>
                    <a:pt x="1118" y="816"/>
                  </a:lnTo>
                  <a:lnTo>
                    <a:pt x="1161" y="602"/>
                  </a:lnTo>
                  <a:lnTo>
                    <a:pt x="1118" y="387"/>
                  </a:lnTo>
                  <a:lnTo>
                    <a:pt x="989" y="215"/>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9" name="Google Shape;13549;p37"/>
            <p:cNvSpPr/>
            <p:nvPr/>
          </p:nvSpPr>
          <p:spPr>
            <a:xfrm>
              <a:off x="1779025" y="2715225"/>
              <a:ext cx="29000" cy="29000"/>
            </a:xfrm>
            <a:custGeom>
              <a:avLst/>
              <a:gdLst/>
              <a:ahLst/>
              <a:cxnLst/>
              <a:rect l="l" t="t" r="r" b="b"/>
              <a:pathLst>
                <a:path w="1160" h="1160" extrusionOk="0">
                  <a:moveTo>
                    <a:pt x="602" y="0"/>
                  </a:moveTo>
                  <a:lnTo>
                    <a:pt x="387" y="43"/>
                  </a:lnTo>
                  <a:lnTo>
                    <a:pt x="172" y="172"/>
                  </a:lnTo>
                  <a:lnTo>
                    <a:pt x="43" y="344"/>
                  </a:lnTo>
                  <a:lnTo>
                    <a:pt x="0" y="559"/>
                  </a:lnTo>
                  <a:lnTo>
                    <a:pt x="43" y="773"/>
                  </a:lnTo>
                  <a:lnTo>
                    <a:pt x="172" y="988"/>
                  </a:lnTo>
                  <a:lnTo>
                    <a:pt x="344" y="1117"/>
                  </a:lnTo>
                  <a:lnTo>
                    <a:pt x="559" y="1160"/>
                  </a:lnTo>
                  <a:lnTo>
                    <a:pt x="773" y="1117"/>
                  </a:lnTo>
                  <a:lnTo>
                    <a:pt x="988" y="988"/>
                  </a:lnTo>
                  <a:lnTo>
                    <a:pt x="1117" y="816"/>
                  </a:lnTo>
                  <a:lnTo>
                    <a:pt x="1160" y="602"/>
                  </a:lnTo>
                  <a:lnTo>
                    <a:pt x="1117" y="387"/>
                  </a:lnTo>
                  <a:lnTo>
                    <a:pt x="988" y="172"/>
                  </a:lnTo>
                  <a:lnTo>
                    <a:pt x="816"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0" name="Google Shape;13550;p37"/>
            <p:cNvSpPr/>
            <p:nvPr/>
          </p:nvSpPr>
          <p:spPr>
            <a:xfrm>
              <a:off x="1837000" y="2630400"/>
              <a:ext cx="27950" cy="29000"/>
            </a:xfrm>
            <a:custGeom>
              <a:avLst/>
              <a:gdLst/>
              <a:ahLst/>
              <a:cxnLst/>
              <a:rect l="l" t="t" r="r" b="b"/>
              <a:pathLst>
                <a:path w="1118" h="1160" extrusionOk="0">
                  <a:moveTo>
                    <a:pt x="559" y="0"/>
                  </a:moveTo>
                  <a:lnTo>
                    <a:pt x="344" y="43"/>
                  </a:lnTo>
                  <a:lnTo>
                    <a:pt x="172" y="172"/>
                  </a:lnTo>
                  <a:lnTo>
                    <a:pt x="44" y="344"/>
                  </a:lnTo>
                  <a:lnTo>
                    <a:pt x="1" y="602"/>
                  </a:lnTo>
                  <a:lnTo>
                    <a:pt x="44" y="816"/>
                  </a:lnTo>
                  <a:lnTo>
                    <a:pt x="129" y="988"/>
                  </a:lnTo>
                  <a:lnTo>
                    <a:pt x="344" y="1117"/>
                  </a:lnTo>
                  <a:lnTo>
                    <a:pt x="559" y="1160"/>
                  </a:lnTo>
                  <a:lnTo>
                    <a:pt x="774" y="1117"/>
                  </a:lnTo>
                  <a:lnTo>
                    <a:pt x="945" y="988"/>
                  </a:lnTo>
                  <a:lnTo>
                    <a:pt x="1074" y="816"/>
                  </a:lnTo>
                  <a:lnTo>
                    <a:pt x="1117" y="602"/>
                  </a:lnTo>
                  <a:lnTo>
                    <a:pt x="1117" y="387"/>
                  </a:lnTo>
                  <a:lnTo>
                    <a:pt x="988" y="215"/>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1" name="Google Shape;13551;p37"/>
            <p:cNvSpPr/>
            <p:nvPr/>
          </p:nvSpPr>
          <p:spPr>
            <a:xfrm>
              <a:off x="1761850" y="2564900"/>
              <a:ext cx="29000" cy="29000"/>
            </a:xfrm>
            <a:custGeom>
              <a:avLst/>
              <a:gdLst/>
              <a:ahLst/>
              <a:cxnLst/>
              <a:rect l="l" t="t" r="r" b="b"/>
              <a:pathLst>
                <a:path w="1160" h="1160" extrusionOk="0">
                  <a:moveTo>
                    <a:pt x="601" y="0"/>
                  </a:moveTo>
                  <a:lnTo>
                    <a:pt x="387" y="43"/>
                  </a:lnTo>
                  <a:lnTo>
                    <a:pt x="172" y="172"/>
                  </a:lnTo>
                  <a:lnTo>
                    <a:pt x="43" y="344"/>
                  </a:lnTo>
                  <a:lnTo>
                    <a:pt x="0" y="559"/>
                  </a:lnTo>
                  <a:lnTo>
                    <a:pt x="43" y="773"/>
                  </a:lnTo>
                  <a:lnTo>
                    <a:pt x="172" y="988"/>
                  </a:lnTo>
                  <a:lnTo>
                    <a:pt x="344" y="1117"/>
                  </a:lnTo>
                  <a:lnTo>
                    <a:pt x="558" y="1160"/>
                  </a:lnTo>
                  <a:lnTo>
                    <a:pt x="816" y="1117"/>
                  </a:lnTo>
                  <a:lnTo>
                    <a:pt x="988" y="988"/>
                  </a:lnTo>
                  <a:lnTo>
                    <a:pt x="1117" y="816"/>
                  </a:lnTo>
                  <a:lnTo>
                    <a:pt x="1160" y="602"/>
                  </a:lnTo>
                  <a:lnTo>
                    <a:pt x="1117" y="387"/>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2" name="Google Shape;13552;p37"/>
            <p:cNvSpPr/>
            <p:nvPr/>
          </p:nvSpPr>
          <p:spPr>
            <a:xfrm>
              <a:off x="1816600" y="2809700"/>
              <a:ext cx="29025" cy="29025"/>
            </a:xfrm>
            <a:custGeom>
              <a:avLst/>
              <a:gdLst/>
              <a:ahLst/>
              <a:cxnLst/>
              <a:rect l="l" t="t" r="r" b="b"/>
              <a:pathLst>
                <a:path w="1161" h="1161" extrusionOk="0">
                  <a:moveTo>
                    <a:pt x="559" y="1"/>
                  </a:moveTo>
                  <a:lnTo>
                    <a:pt x="344" y="44"/>
                  </a:lnTo>
                  <a:lnTo>
                    <a:pt x="172" y="173"/>
                  </a:lnTo>
                  <a:lnTo>
                    <a:pt x="43" y="344"/>
                  </a:lnTo>
                  <a:lnTo>
                    <a:pt x="1" y="602"/>
                  </a:lnTo>
                  <a:lnTo>
                    <a:pt x="43" y="817"/>
                  </a:lnTo>
                  <a:lnTo>
                    <a:pt x="172" y="989"/>
                  </a:lnTo>
                  <a:lnTo>
                    <a:pt x="344" y="1117"/>
                  </a:lnTo>
                  <a:lnTo>
                    <a:pt x="559" y="1160"/>
                  </a:lnTo>
                  <a:lnTo>
                    <a:pt x="774" y="1117"/>
                  </a:lnTo>
                  <a:lnTo>
                    <a:pt x="988" y="989"/>
                  </a:lnTo>
                  <a:lnTo>
                    <a:pt x="1117" y="817"/>
                  </a:lnTo>
                  <a:lnTo>
                    <a:pt x="1160" y="602"/>
                  </a:lnTo>
                  <a:lnTo>
                    <a:pt x="1117" y="387"/>
                  </a:lnTo>
                  <a:lnTo>
                    <a:pt x="988"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3" name="Google Shape;13553;p37"/>
            <p:cNvSpPr/>
            <p:nvPr/>
          </p:nvSpPr>
          <p:spPr>
            <a:xfrm>
              <a:off x="1814450" y="2587450"/>
              <a:ext cx="29025" cy="29000"/>
            </a:xfrm>
            <a:custGeom>
              <a:avLst/>
              <a:gdLst/>
              <a:ahLst/>
              <a:cxnLst/>
              <a:rect l="l" t="t" r="r" b="b"/>
              <a:pathLst>
                <a:path w="1161" h="1160" extrusionOk="0">
                  <a:moveTo>
                    <a:pt x="559" y="0"/>
                  </a:moveTo>
                  <a:lnTo>
                    <a:pt x="344" y="43"/>
                  </a:lnTo>
                  <a:lnTo>
                    <a:pt x="172" y="172"/>
                  </a:lnTo>
                  <a:lnTo>
                    <a:pt x="44" y="344"/>
                  </a:lnTo>
                  <a:lnTo>
                    <a:pt x="1" y="559"/>
                  </a:lnTo>
                  <a:lnTo>
                    <a:pt x="44" y="773"/>
                  </a:lnTo>
                  <a:lnTo>
                    <a:pt x="129" y="988"/>
                  </a:lnTo>
                  <a:lnTo>
                    <a:pt x="344" y="1117"/>
                  </a:lnTo>
                  <a:lnTo>
                    <a:pt x="559" y="1160"/>
                  </a:lnTo>
                  <a:lnTo>
                    <a:pt x="774" y="1117"/>
                  </a:lnTo>
                  <a:lnTo>
                    <a:pt x="946" y="988"/>
                  </a:lnTo>
                  <a:lnTo>
                    <a:pt x="1117" y="816"/>
                  </a:lnTo>
                  <a:lnTo>
                    <a:pt x="1160" y="602"/>
                  </a:lnTo>
                  <a:lnTo>
                    <a:pt x="1117" y="387"/>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4" name="Google Shape;13554;p37"/>
            <p:cNvSpPr/>
            <p:nvPr/>
          </p:nvSpPr>
          <p:spPr>
            <a:xfrm>
              <a:off x="1827350" y="2885950"/>
              <a:ext cx="29000" cy="29000"/>
            </a:xfrm>
            <a:custGeom>
              <a:avLst/>
              <a:gdLst/>
              <a:ahLst/>
              <a:cxnLst/>
              <a:rect l="l" t="t" r="r" b="b"/>
              <a:pathLst>
                <a:path w="1160" h="1160" extrusionOk="0">
                  <a:moveTo>
                    <a:pt x="558" y="0"/>
                  </a:moveTo>
                  <a:lnTo>
                    <a:pt x="344" y="43"/>
                  </a:lnTo>
                  <a:lnTo>
                    <a:pt x="172" y="172"/>
                  </a:lnTo>
                  <a:lnTo>
                    <a:pt x="43" y="344"/>
                  </a:lnTo>
                  <a:lnTo>
                    <a:pt x="0" y="559"/>
                  </a:lnTo>
                  <a:lnTo>
                    <a:pt x="43" y="816"/>
                  </a:lnTo>
                  <a:lnTo>
                    <a:pt x="172" y="988"/>
                  </a:lnTo>
                  <a:lnTo>
                    <a:pt x="344" y="1117"/>
                  </a:lnTo>
                  <a:lnTo>
                    <a:pt x="558" y="1160"/>
                  </a:lnTo>
                  <a:lnTo>
                    <a:pt x="773" y="1117"/>
                  </a:lnTo>
                  <a:lnTo>
                    <a:pt x="945" y="988"/>
                  </a:lnTo>
                  <a:lnTo>
                    <a:pt x="1117" y="816"/>
                  </a:lnTo>
                  <a:lnTo>
                    <a:pt x="1160" y="601"/>
                  </a:lnTo>
                  <a:lnTo>
                    <a:pt x="1117" y="387"/>
                  </a:lnTo>
                  <a:lnTo>
                    <a:pt x="988" y="172"/>
                  </a:lnTo>
                  <a:lnTo>
                    <a:pt x="816" y="43"/>
                  </a:lnTo>
                  <a:lnTo>
                    <a:pt x="55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5" name="Google Shape;13555;p37"/>
            <p:cNvSpPr/>
            <p:nvPr/>
          </p:nvSpPr>
          <p:spPr>
            <a:xfrm>
              <a:off x="1839150" y="2757100"/>
              <a:ext cx="29025" cy="29000"/>
            </a:xfrm>
            <a:custGeom>
              <a:avLst/>
              <a:gdLst/>
              <a:ahLst/>
              <a:cxnLst/>
              <a:rect l="l" t="t" r="r" b="b"/>
              <a:pathLst>
                <a:path w="1161" h="1160" extrusionOk="0">
                  <a:moveTo>
                    <a:pt x="602" y="0"/>
                  </a:moveTo>
                  <a:lnTo>
                    <a:pt x="387" y="43"/>
                  </a:lnTo>
                  <a:lnTo>
                    <a:pt x="172" y="172"/>
                  </a:lnTo>
                  <a:lnTo>
                    <a:pt x="43" y="344"/>
                  </a:lnTo>
                  <a:lnTo>
                    <a:pt x="0" y="559"/>
                  </a:lnTo>
                  <a:lnTo>
                    <a:pt x="43" y="773"/>
                  </a:lnTo>
                  <a:lnTo>
                    <a:pt x="172" y="988"/>
                  </a:lnTo>
                  <a:lnTo>
                    <a:pt x="344" y="1117"/>
                  </a:lnTo>
                  <a:lnTo>
                    <a:pt x="602" y="1160"/>
                  </a:lnTo>
                  <a:lnTo>
                    <a:pt x="817" y="1117"/>
                  </a:lnTo>
                  <a:lnTo>
                    <a:pt x="988" y="988"/>
                  </a:lnTo>
                  <a:lnTo>
                    <a:pt x="1117" y="816"/>
                  </a:lnTo>
                  <a:lnTo>
                    <a:pt x="1160" y="602"/>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6" name="Google Shape;13556;p37"/>
            <p:cNvSpPr/>
            <p:nvPr/>
          </p:nvSpPr>
          <p:spPr>
            <a:xfrm>
              <a:off x="1768275" y="2854800"/>
              <a:ext cx="29025" cy="27950"/>
            </a:xfrm>
            <a:custGeom>
              <a:avLst/>
              <a:gdLst/>
              <a:ahLst/>
              <a:cxnLst/>
              <a:rect l="l" t="t" r="r" b="b"/>
              <a:pathLst>
                <a:path w="1161" h="1118" extrusionOk="0">
                  <a:moveTo>
                    <a:pt x="387" y="1"/>
                  </a:moveTo>
                  <a:lnTo>
                    <a:pt x="173" y="129"/>
                  </a:lnTo>
                  <a:lnTo>
                    <a:pt x="44" y="344"/>
                  </a:lnTo>
                  <a:lnTo>
                    <a:pt x="1" y="559"/>
                  </a:lnTo>
                  <a:lnTo>
                    <a:pt x="44" y="774"/>
                  </a:lnTo>
                  <a:lnTo>
                    <a:pt x="173" y="946"/>
                  </a:lnTo>
                  <a:lnTo>
                    <a:pt x="344" y="1074"/>
                  </a:lnTo>
                  <a:lnTo>
                    <a:pt x="559" y="1117"/>
                  </a:lnTo>
                  <a:lnTo>
                    <a:pt x="774" y="1074"/>
                  </a:lnTo>
                  <a:lnTo>
                    <a:pt x="989" y="988"/>
                  </a:lnTo>
                  <a:lnTo>
                    <a:pt x="1117" y="774"/>
                  </a:lnTo>
                  <a:lnTo>
                    <a:pt x="1160" y="559"/>
                  </a:lnTo>
                  <a:lnTo>
                    <a:pt x="1117" y="344"/>
                  </a:lnTo>
                  <a:lnTo>
                    <a:pt x="989"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7" name="Google Shape;13557;p37"/>
            <p:cNvSpPr/>
            <p:nvPr/>
          </p:nvSpPr>
          <p:spPr>
            <a:xfrm>
              <a:off x="1769350" y="2774275"/>
              <a:ext cx="29025" cy="27950"/>
            </a:xfrm>
            <a:custGeom>
              <a:avLst/>
              <a:gdLst/>
              <a:ahLst/>
              <a:cxnLst/>
              <a:rect l="l" t="t" r="r" b="b"/>
              <a:pathLst>
                <a:path w="1161" h="1118" extrusionOk="0">
                  <a:moveTo>
                    <a:pt x="602" y="0"/>
                  </a:moveTo>
                  <a:lnTo>
                    <a:pt x="387" y="43"/>
                  </a:lnTo>
                  <a:lnTo>
                    <a:pt x="173" y="129"/>
                  </a:lnTo>
                  <a:lnTo>
                    <a:pt x="44" y="344"/>
                  </a:lnTo>
                  <a:lnTo>
                    <a:pt x="1" y="559"/>
                  </a:lnTo>
                  <a:lnTo>
                    <a:pt x="44" y="774"/>
                  </a:lnTo>
                  <a:lnTo>
                    <a:pt x="173" y="945"/>
                  </a:lnTo>
                  <a:lnTo>
                    <a:pt x="344" y="1074"/>
                  </a:lnTo>
                  <a:lnTo>
                    <a:pt x="559" y="1117"/>
                  </a:lnTo>
                  <a:lnTo>
                    <a:pt x="774" y="1117"/>
                  </a:lnTo>
                  <a:lnTo>
                    <a:pt x="989" y="988"/>
                  </a:lnTo>
                  <a:lnTo>
                    <a:pt x="1117" y="774"/>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8" name="Google Shape;13558;p37"/>
            <p:cNvSpPr/>
            <p:nvPr/>
          </p:nvSpPr>
          <p:spPr>
            <a:xfrm>
              <a:off x="1741450" y="2263175"/>
              <a:ext cx="29000" cy="29025"/>
            </a:xfrm>
            <a:custGeom>
              <a:avLst/>
              <a:gdLst/>
              <a:ahLst/>
              <a:cxnLst/>
              <a:rect l="l" t="t" r="r" b="b"/>
              <a:pathLst>
                <a:path w="1160" h="1161" extrusionOk="0">
                  <a:moveTo>
                    <a:pt x="601" y="1"/>
                  </a:moveTo>
                  <a:lnTo>
                    <a:pt x="387" y="43"/>
                  </a:lnTo>
                  <a:lnTo>
                    <a:pt x="215" y="172"/>
                  </a:lnTo>
                  <a:lnTo>
                    <a:pt x="43" y="344"/>
                  </a:lnTo>
                  <a:lnTo>
                    <a:pt x="0" y="559"/>
                  </a:lnTo>
                  <a:lnTo>
                    <a:pt x="43" y="817"/>
                  </a:lnTo>
                  <a:lnTo>
                    <a:pt x="172" y="988"/>
                  </a:lnTo>
                  <a:lnTo>
                    <a:pt x="344" y="1117"/>
                  </a:lnTo>
                  <a:lnTo>
                    <a:pt x="601" y="1160"/>
                  </a:lnTo>
                  <a:lnTo>
                    <a:pt x="816" y="1117"/>
                  </a:lnTo>
                  <a:lnTo>
                    <a:pt x="988" y="988"/>
                  </a:lnTo>
                  <a:lnTo>
                    <a:pt x="1117" y="817"/>
                  </a:lnTo>
                  <a:lnTo>
                    <a:pt x="1160" y="602"/>
                  </a:lnTo>
                  <a:lnTo>
                    <a:pt x="1117" y="387"/>
                  </a:lnTo>
                  <a:lnTo>
                    <a:pt x="988" y="172"/>
                  </a:lnTo>
                  <a:lnTo>
                    <a:pt x="816" y="43"/>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9" name="Google Shape;13559;p37"/>
            <p:cNvSpPr/>
            <p:nvPr/>
          </p:nvSpPr>
          <p:spPr>
            <a:xfrm>
              <a:off x="1684525" y="2285725"/>
              <a:ext cx="29025" cy="29025"/>
            </a:xfrm>
            <a:custGeom>
              <a:avLst/>
              <a:gdLst/>
              <a:ahLst/>
              <a:cxnLst/>
              <a:rect l="l" t="t" r="r" b="b"/>
              <a:pathLst>
                <a:path w="1161" h="1161" extrusionOk="0">
                  <a:moveTo>
                    <a:pt x="602" y="0"/>
                  </a:moveTo>
                  <a:lnTo>
                    <a:pt x="387" y="43"/>
                  </a:lnTo>
                  <a:lnTo>
                    <a:pt x="216" y="172"/>
                  </a:lnTo>
                  <a:lnTo>
                    <a:pt x="87" y="344"/>
                  </a:lnTo>
                  <a:lnTo>
                    <a:pt x="1" y="559"/>
                  </a:lnTo>
                  <a:lnTo>
                    <a:pt x="44" y="774"/>
                  </a:lnTo>
                  <a:lnTo>
                    <a:pt x="173" y="988"/>
                  </a:lnTo>
                  <a:lnTo>
                    <a:pt x="387" y="1117"/>
                  </a:lnTo>
                  <a:lnTo>
                    <a:pt x="602" y="1160"/>
                  </a:lnTo>
                  <a:lnTo>
                    <a:pt x="817" y="1117"/>
                  </a:lnTo>
                  <a:lnTo>
                    <a:pt x="989" y="988"/>
                  </a:lnTo>
                  <a:lnTo>
                    <a:pt x="1117" y="816"/>
                  </a:lnTo>
                  <a:lnTo>
                    <a:pt x="1160" y="602"/>
                  </a:lnTo>
                  <a:lnTo>
                    <a:pt x="1117" y="387"/>
                  </a:lnTo>
                  <a:lnTo>
                    <a:pt x="1032"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0" name="Google Shape;13560;p37"/>
            <p:cNvSpPr/>
            <p:nvPr/>
          </p:nvSpPr>
          <p:spPr>
            <a:xfrm>
              <a:off x="1623325" y="2274975"/>
              <a:ext cx="29025" cy="29025"/>
            </a:xfrm>
            <a:custGeom>
              <a:avLst/>
              <a:gdLst/>
              <a:ahLst/>
              <a:cxnLst/>
              <a:rect l="l" t="t" r="r" b="b"/>
              <a:pathLst>
                <a:path w="1161" h="1161" extrusionOk="0">
                  <a:moveTo>
                    <a:pt x="602" y="1"/>
                  </a:moveTo>
                  <a:lnTo>
                    <a:pt x="387" y="44"/>
                  </a:lnTo>
                  <a:lnTo>
                    <a:pt x="172" y="130"/>
                  </a:lnTo>
                  <a:lnTo>
                    <a:pt x="44" y="345"/>
                  </a:lnTo>
                  <a:lnTo>
                    <a:pt x="1" y="559"/>
                  </a:lnTo>
                  <a:lnTo>
                    <a:pt x="44" y="774"/>
                  </a:lnTo>
                  <a:lnTo>
                    <a:pt x="172" y="946"/>
                  </a:lnTo>
                  <a:lnTo>
                    <a:pt x="344" y="1075"/>
                  </a:lnTo>
                  <a:lnTo>
                    <a:pt x="559" y="1161"/>
                  </a:lnTo>
                  <a:lnTo>
                    <a:pt x="774" y="1118"/>
                  </a:lnTo>
                  <a:lnTo>
                    <a:pt x="988" y="989"/>
                  </a:lnTo>
                  <a:lnTo>
                    <a:pt x="1117" y="774"/>
                  </a:lnTo>
                  <a:lnTo>
                    <a:pt x="1160" y="559"/>
                  </a:lnTo>
                  <a:lnTo>
                    <a:pt x="1117" y="345"/>
                  </a:lnTo>
                  <a:lnTo>
                    <a:pt x="988"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1" name="Google Shape;13561;p37"/>
            <p:cNvSpPr/>
            <p:nvPr/>
          </p:nvSpPr>
          <p:spPr>
            <a:xfrm>
              <a:off x="1627625" y="2229900"/>
              <a:ext cx="29025" cy="27925"/>
            </a:xfrm>
            <a:custGeom>
              <a:avLst/>
              <a:gdLst/>
              <a:ahLst/>
              <a:cxnLst/>
              <a:rect l="l" t="t" r="r" b="b"/>
              <a:pathLst>
                <a:path w="1161" h="1117" extrusionOk="0">
                  <a:moveTo>
                    <a:pt x="344" y="0"/>
                  </a:moveTo>
                  <a:lnTo>
                    <a:pt x="172" y="129"/>
                  </a:lnTo>
                  <a:lnTo>
                    <a:pt x="43" y="344"/>
                  </a:lnTo>
                  <a:lnTo>
                    <a:pt x="0" y="558"/>
                  </a:lnTo>
                  <a:lnTo>
                    <a:pt x="43" y="773"/>
                  </a:lnTo>
                  <a:lnTo>
                    <a:pt x="129" y="945"/>
                  </a:lnTo>
                  <a:lnTo>
                    <a:pt x="344" y="1074"/>
                  </a:lnTo>
                  <a:lnTo>
                    <a:pt x="559" y="1117"/>
                  </a:lnTo>
                  <a:lnTo>
                    <a:pt x="774" y="1074"/>
                  </a:lnTo>
                  <a:lnTo>
                    <a:pt x="945" y="988"/>
                  </a:lnTo>
                  <a:lnTo>
                    <a:pt x="1117" y="773"/>
                  </a:lnTo>
                  <a:lnTo>
                    <a:pt x="1160" y="558"/>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2" name="Google Shape;13562;p37"/>
            <p:cNvSpPr/>
            <p:nvPr/>
          </p:nvSpPr>
          <p:spPr>
            <a:xfrm>
              <a:off x="1641575" y="2313650"/>
              <a:ext cx="29025" cy="29000"/>
            </a:xfrm>
            <a:custGeom>
              <a:avLst/>
              <a:gdLst/>
              <a:ahLst/>
              <a:cxnLst/>
              <a:rect l="l" t="t" r="r" b="b"/>
              <a:pathLst>
                <a:path w="1161" h="1160" extrusionOk="0">
                  <a:moveTo>
                    <a:pt x="559" y="0"/>
                  </a:moveTo>
                  <a:lnTo>
                    <a:pt x="344" y="43"/>
                  </a:lnTo>
                  <a:lnTo>
                    <a:pt x="173" y="172"/>
                  </a:lnTo>
                  <a:lnTo>
                    <a:pt x="44" y="344"/>
                  </a:lnTo>
                  <a:lnTo>
                    <a:pt x="1" y="601"/>
                  </a:lnTo>
                  <a:lnTo>
                    <a:pt x="44" y="816"/>
                  </a:lnTo>
                  <a:lnTo>
                    <a:pt x="173" y="988"/>
                  </a:lnTo>
                  <a:lnTo>
                    <a:pt x="344" y="1117"/>
                  </a:lnTo>
                  <a:lnTo>
                    <a:pt x="559" y="1160"/>
                  </a:lnTo>
                  <a:lnTo>
                    <a:pt x="774" y="1117"/>
                  </a:lnTo>
                  <a:lnTo>
                    <a:pt x="946" y="988"/>
                  </a:lnTo>
                  <a:lnTo>
                    <a:pt x="1117" y="816"/>
                  </a:lnTo>
                  <a:lnTo>
                    <a:pt x="1160" y="601"/>
                  </a:lnTo>
                  <a:lnTo>
                    <a:pt x="1117" y="387"/>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3" name="Google Shape;13563;p37"/>
            <p:cNvSpPr/>
            <p:nvPr/>
          </p:nvSpPr>
          <p:spPr>
            <a:xfrm>
              <a:off x="1698500" y="2229900"/>
              <a:ext cx="29000" cy="27925"/>
            </a:xfrm>
            <a:custGeom>
              <a:avLst/>
              <a:gdLst/>
              <a:ahLst/>
              <a:cxnLst/>
              <a:rect l="l" t="t" r="r" b="b"/>
              <a:pathLst>
                <a:path w="1160" h="1117" extrusionOk="0">
                  <a:moveTo>
                    <a:pt x="387" y="0"/>
                  </a:moveTo>
                  <a:lnTo>
                    <a:pt x="172" y="129"/>
                  </a:lnTo>
                  <a:lnTo>
                    <a:pt x="43" y="344"/>
                  </a:lnTo>
                  <a:lnTo>
                    <a:pt x="0" y="558"/>
                  </a:lnTo>
                  <a:lnTo>
                    <a:pt x="43" y="773"/>
                  </a:lnTo>
                  <a:lnTo>
                    <a:pt x="172" y="945"/>
                  </a:lnTo>
                  <a:lnTo>
                    <a:pt x="344" y="1074"/>
                  </a:lnTo>
                  <a:lnTo>
                    <a:pt x="601" y="1117"/>
                  </a:lnTo>
                  <a:lnTo>
                    <a:pt x="816" y="1074"/>
                  </a:lnTo>
                  <a:lnTo>
                    <a:pt x="988" y="988"/>
                  </a:lnTo>
                  <a:lnTo>
                    <a:pt x="1117" y="773"/>
                  </a:lnTo>
                  <a:lnTo>
                    <a:pt x="1160" y="558"/>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4" name="Google Shape;13564;p37"/>
            <p:cNvSpPr/>
            <p:nvPr/>
          </p:nvSpPr>
          <p:spPr>
            <a:xfrm>
              <a:off x="1624400" y="2163325"/>
              <a:ext cx="29025" cy="29000"/>
            </a:xfrm>
            <a:custGeom>
              <a:avLst/>
              <a:gdLst/>
              <a:ahLst/>
              <a:cxnLst/>
              <a:rect l="l" t="t" r="r" b="b"/>
              <a:pathLst>
                <a:path w="1161" h="1160" extrusionOk="0">
                  <a:moveTo>
                    <a:pt x="559" y="0"/>
                  </a:moveTo>
                  <a:lnTo>
                    <a:pt x="344" y="43"/>
                  </a:lnTo>
                  <a:lnTo>
                    <a:pt x="172" y="172"/>
                  </a:lnTo>
                  <a:lnTo>
                    <a:pt x="44" y="344"/>
                  </a:lnTo>
                  <a:lnTo>
                    <a:pt x="1" y="602"/>
                  </a:lnTo>
                  <a:lnTo>
                    <a:pt x="44" y="816"/>
                  </a:lnTo>
                  <a:lnTo>
                    <a:pt x="172" y="988"/>
                  </a:lnTo>
                  <a:lnTo>
                    <a:pt x="344" y="1117"/>
                  </a:lnTo>
                  <a:lnTo>
                    <a:pt x="559" y="1160"/>
                  </a:lnTo>
                  <a:lnTo>
                    <a:pt x="774" y="1117"/>
                  </a:lnTo>
                  <a:lnTo>
                    <a:pt x="988" y="988"/>
                  </a:lnTo>
                  <a:lnTo>
                    <a:pt x="1117" y="816"/>
                  </a:lnTo>
                  <a:lnTo>
                    <a:pt x="1160" y="602"/>
                  </a:lnTo>
                  <a:lnTo>
                    <a:pt x="1117" y="387"/>
                  </a:lnTo>
                  <a:lnTo>
                    <a:pt x="988"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5" name="Google Shape;13565;p37"/>
            <p:cNvSpPr/>
            <p:nvPr/>
          </p:nvSpPr>
          <p:spPr>
            <a:xfrm>
              <a:off x="1756475" y="2200900"/>
              <a:ext cx="29000" cy="29025"/>
            </a:xfrm>
            <a:custGeom>
              <a:avLst/>
              <a:gdLst/>
              <a:ahLst/>
              <a:cxnLst/>
              <a:rect l="l" t="t" r="r" b="b"/>
              <a:pathLst>
                <a:path w="1160" h="1161" extrusionOk="0">
                  <a:moveTo>
                    <a:pt x="559" y="0"/>
                  </a:moveTo>
                  <a:lnTo>
                    <a:pt x="344" y="43"/>
                  </a:lnTo>
                  <a:lnTo>
                    <a:pt x="172" y="129"/>
                  </a:lnTo>
                  <a:lnTo>
                    <a:pt x="43" y="344"/>
                  </a:lnTo>
                  <a:lnTo>
                    <a:pt x="0" y="559"/>
                  </a:lnTo>
                  <a:lnTo>
                    <a:pt x="43" y="774"/>
                  </a:lnTo>
                  <a:lnTo>
                    <a:pt x="129" y="945"/>
                  </a:lnTo>
                  <a:lnTo>
                    <a:pt x="344" y="1074"/>
                  </a:lnTo>
                  <a:lnTo>
                    <a:pt x="559" y="1160"/>
                  </a:lnTo>
                  <a:lnTo>
                    <a:pt x="773" y="1117"/>
                  </a:lnTo>
                  <a:lnTo>
                    <a:pt x="945" y="988"/>
                  </a:lnTo>
                  <a:lnTo>
                    <a:pt x="1074" y="774"/>
                  </a:lnTo>
                  <a:lnTo>
                    <a:pt x="1160" y="559"/>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6" name="Google Shape;13566;p37"/>
            <p:cNvSpPr/>
            <p:nvPr/>
          </p:nvSpPr>
          <p:spPr>
            <a:xfrm>
              <a:off x="1675950" y="2185875"/>
              <a:ext cx="29000" cy="29000"/>
            </a:xfrm>
            <a:custGeom>
              <a:avLst/>
              <a:gdLst/>
              <a:ahLst/>
              <a:cxnLst/>
              <a:rect l="l" t="t" r="r" b="b"/>
              <a:pathLst>
                <a:path w="1160" h="1160" extrusionOk="0">
                  <a:moveTo>
                    <a:pt x="601" y="0"/>
                  </a:moveTo>
                  <a:lnTo>
                    <a:pt x="387" y="43"/>
                  </a:lnTo>
                  <a:lnTo>
                    <a:pt x="215" y="172"/>
                  </a:lnTo>
                  <a:lnTo>
                    <a:pt x="86" y="344"/>
                  </a:lnTo>
                  <a:lnTo>
                    <a:pt x="0" y="601"/>
                  </a:lnTo>
                  <a:lnTo>
                    <a:pt x="43" y="816"/>
                  </a:lnTo>
                  <a:lnTo>
                    <a:pt x="172" y="988"/>
                  </a:lnTo>
                  <a:lnTo>
                    <a:pt x="387" y="1117"/>
                  </a:lnTo>
                  <a:lnTo>
                    <a:pt x="601" y="1160"/>
                  </a:lnTo>
                  <a:lnTo>
                    <a:pt x="816" y="1117"/>
                  </a:lnTo>
                  <a:lnTo>
                    <a:pt x="988" y="988"/>
                  </a:lnTo>
                  <a:lnTo>
                    <a:pt x="1117" y="816"/>
                  </a:lnTo>
                  <a:lnTo>
                    <a:pt x="1160" y="601"/>
                  </a:lnTo>
                  <a:lnTo>
                    <a:pt x="1117" y="387"/>
                  </a:lnTo>
                  <a:lnTo>
                    <a:pt x="1031"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7" name="Google Shape;13567;p37"/>
            <p:cNvSpPr/>
            <p:nvPr/>
          </p:nvSpPr>
          <p:spPr>
            <a:xfrm>
              <a:off x="1745725" y="2327600"/>
              <a:ext cx="27950" cy="29025"/>
            </a:xfrm>
            <a:custGeom>
              <a:avLst/>
              <a:gdLst/>
              <a:ahLst/>
              <a:cxnLst/>
              <a:rect l="l" t="t" r="r" b="b"/>
              <a:pathLst>
                <a:path w="1118" h="1161" extrusionOk="0">
                  <a:moveTo>
                    <a:pt x="559" y="0"/>
                  </a:moveTo>
                  <a:lnTo>
                    <a:pt x="344" y="43"/>
                  </a:lnTo>
                  <a:lnTo>
                    <a:pt x="173" y="172"/>
                  </a:lnTo>
                  <a:lnTo>
                    <a:pt x="44" y="344"/>
                  </a:lnTo>
                  <a:lnTo>
                    <a:pt x="1" y="559"/>
                  </a:lnTo>
                  <a:lnTo>
                    <a:pt x="44" y="774"/>
                  </a:lnTo>
                  <a:lnTo>
                    <a:pt x="130" y="988"/>
                  </a:lnTo>
                  <a:lnTo>
                    <a:pt x="344" y="1117"/>
                  </a:lnTo>
                  <a:lnTo>
                    <a:pt x="559" y="1160"/>
                  </a:lnTo>
                  <a:lnTo>
                    <a:pt x="774" y="1117"/>
                  </a:lnTo>
                  <a:lnTo>
                    <a:pt x="946" y="988"/>
                  </a:lnTo>
                  <a:lnTo>
                    <a:pt x="1075" y="817"/>
                  </a:lnTo>
                  <a:lnTo>
                    <a:pt x="1118" y="602"/>
                  </a:lnTo>
                  <a:lnTo>
                    <a:pt x="1075"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8" name="Google Shape;13568;p37"/>
            <p:cNvSpPr/>
            <p:nvPr/>
          </p:nvSpPr>
          <p:spPr>
            <a:xfrm>
              <a:off x="1748950" y="2372700"/>
              <a:ext cx="27950" cy="29000"/>
            </a:xfrm>
            <a:custGeom>
              <a:avLst/>
              <a:gdLst/>
              <a:ahLst/>
              <a:cxnLst/>
              <a:rect l="l" t="t" r="r" b="b"/>
              <a:pathLst>
                <a:path w="1118" h="1160" extrusionOk="0">
                  <a:moveTo>
                    <a:pt x="559" y="0"/>
                  </a:moveTo>
                  <a:lnTo>
                    <a:pt x="344" y="43"/>
                  </a:lnTo>
                  <a:lnTo>
                    <a:pt x="173" y="129"/>
                  </a:lnTo>
                  <a:lnTo>
                    <a:pt x="44" y="344"/>
                  </a:lnTo>
                  <a:lnTo>
                    <a:pt x="1" y="559"/>
                  </a:lnTo>
                  <a:lnTo>
                    <a:pt x="44" y="773"/>
                  </a:lnTo>
                  <a:lnTo>
                    <a:pt x="130" y="945"/>
                  </a:lnTo>
                  <a:lnTo>
                    <a:pt x="344" y="1074"/>
                  </a:lnTo>
                  <a:lnTo>
                    <a:pt x="559" y="1160"/>
                  </a:lnTo>
                  <a:lnTo>
                    <a:pt x="774" y="1117"/>
                  </a:lnTo>
                  <a:lnTo>
                    <a:pt x="946" y="988"/>
                  </a:lnTo>
                  <a:lnTo>
                    <a:pt x="1074" y="816"/>
                  </a:lnTo>
                  <a:lnTo>
                    <a:pt x="1117" y="559"/>
                  </a:lnTo>
                  <a:lnTo>
                    <a:pt x="1074" y="344"/>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9" name="Google Shape;13569;p37"/>
            <p:cNvSpPr/>
            <p:nvPr/>
          </p:nvSpPr>
          <p:spPr>
            <a:xfrm>
              <a:off x="1805875" y="2213775"/>
              <a:ext cx="29000" cy="29025"/>
            </a:xfrm>
            <a:custGeom>
              <a:avLst/>
              <a:gdLst/>
              <a:ahLst/>
              <a:cxnLst/>
              <a:rect l="l" t="t" r="r" b="b"/>
              <a:pathLst>
                <a:path w="1160" h="1161" extrusionOk="0">
                  <a:moveTo>
                    <a:pt x="558" y="1"/>
                  </a:moveTo>
                  <a:lnTo>
                    <a:pt x="344" y="44"/>
                  </a:lnTo>
                  <a:lnTo>
                    <a:pt x="172" y="173"/>
                  </a:lnTo>
                  <a:lnTo>
                    <a:pt x="43" y="344"/>
                  </a:lnTo>
                  <a:lnTo>
                    <a:pt x="0" y="559"/>
                  </a:lnTo>
                  <a:lnTo>
                    <a:pt x="43" y="774"/>
                  </a:lnTo>
                  <a:lnTo>
                    <a:pt x="172" y="989"/>
                  </a:lnTo>
                  <a:lnTo>
                    <a:pt x="344" y="1118"/>
                  </a:lnTo>
                  <a:lnTo>
                    <a:pt x="558" y="1160"/>
                  </a:lnTo>
                  <a:lnTo>
                    <a:pt x="773" y="1118"/>
                  </a:lnTo>
                  <a:lnTo>
                    <a:pt x="988" y="989"/>
                  </a:lnTo>
                  <a:lnTo>
                    <a:pt x="1117" y="817"/>
                  </a:lnTo>
                  <a:lnTo>
                    <a:pt x="1160" y="559"/>
                  </a:lnTo>
                  <a:lnTo>
                    <a:pt x="1117" y="344"/>
                  </a:lnTo>
                  <a:lnTo>
                    <a:pt x="988" y="173"/>
                  </a:lnTo>
                  <a:lnTo>
                    <a:pt x="816" y="44"/>
                  </a:lnTo>
                  <a:lnTo>
                    <a:pt x="558"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0" name="Google Shape;13570;p37"/>
            <p:cNvSpPr/>
            <p:nvPr/>
          </p:nvSpPr>
          <p:spPr>
            <a:xfrm>
              <a:off x="1819825" y="2150425"/>
              <a:ext cx="29025" cy="29025"/>
            </a:xfrm>
            <a:custGeom>
              <a:avLst/>
              <a:gdLst/>
              <a:ahLst/>
              <a:cxnLst/>
              <a:rect l="l" t="t" r="r" b="b"/>
              <a:pathLst>
                <a:path w="1161" h="1161" extrusionOk="0">
                  <a:moveTo>
                    <a:pt x="602" y="1"/>
                  </a:moveTo>
                  <a:lnTo>
                    <a:pt x="387" y="44"/>
                  </a:lnTo>
                  <a:lnTo>
                    <a:pt x="215" y="173"/>
                  </a:lnTo>
                  <a:lnTo>
                    <a:pt x="43" y="344"/>
                  </a:lnTo>
                  <a:lnTo>
                    <a:pt x="0" y="602"/>
                  </a:lnTo>
                  <a:lnTo>
                    <a:pt x="43" y="817"/>
                  </a:lnTo>
                  <a:lnTo>
                    <a:pt x="172" y="989"/>
                  </a:lnTo>
                  <a:lnTo>
                    <a:pt x="344" y="1118"/>
                  </a:lnTo>
                  <a:lnTo>
                    <a:pt x="602" y="1160"/>
                  </a:lnTo>
                  <a:lnTo>
                    <a:pt x="816" y="1118"/>
                  </a:lnTo>
                  <a:lnTo>
                    <a:pt x="988" y="1032"/>
                  </a:lnTo>
                  <a:lnTo>
                    <a:pt x="1117" y="817"/>
                  </a:lnTo>
                  <a:lnTo>
                    <a:pt x="1160" y="602"/>
                  </a:lnTo>
                  <a:lnTo>
                    <a:pt x="1117" y="387"/>
                  </a:lnTo>
                  <a:lnTo>
                    <a:pt x="988" y="216"/>
                  </a:lnTo>
                  <a:lnTo>
                    <a:pt x="816" y="87"/>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1" name="Google Shape;13571;p37"/>
            <p:cNvSpPr/>
            <p:nvPr/>
          </p:nvSpPr>
          <p:spPr>
            <a:xfrm>
              <a:off x="1809075" y="2278200"/>
              <a:ext cx="29025" cy="29025"/>
            </a:xfrm>
            <a:custGeom>
              <a:avLst/>
              <a:gdLst/>
              <a:ahLst/>
              <a:cxnLst/>
              <a:rect l="l" t="t" r="r" b="b"/>
              <a:pathLst>
                <a:path w="1161" h="1161" extrusionOk="0">
                  <a:moveTo>
                    <a:pt x="602" y="1"/>
                  </a:moveTo>
                  <a:lnTo>
                    <a:pt x="387" y="44"/>
                  </a:lnTo>
                  <a:lnTo>
                    <a:pt x="173" y="130"/>
                  </a:lnTo>
                  <a:lnTo>
                    <a:pt x="44" y="344"/>
                  </a:lnTo>
                  <a:lnTo>
                    <a:pt x="1" y="559"/>
                  </a:lnTo>
                  <a:lnTo>
                    <a:pt x="44" y="774"/>
                  </a:lnTo>
                  <a:lnTo>
                    <a:pt x="173" y="946"/>
                  </a:lnTo>
                  <a:lnTo>
                    <a:pt x="344" y="1117"/>
                  </a:lnTo>
                  <a:lnTo>
                    <a:pt x="559" y="1160"/>
                  </a:lnTo>
                  <a:lnTo>
                    <a:pt x="774"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2" name="Google Shape;13572;p37"/>
            <p:cNvSpPr/>
            <p:nvPr/>
          </p:nvSpPr>
          <p:spPr>
            <a:xfrm>
              <a:off x="1812300" y="2323300"/>
              <a:ext cx="29025" cy="27950"/>
            </a:xfrm>
            <a:custGeom>
              <a:avLst/>
              <a:gdLst/>
              <a:ahLst/>
              <a:cxnLst/>
              <a:rect l="l" t="t" r="r" b="b"/>
              <a:pathLst>
                <a:path w="1161" h="1118" extrusionOk="0">
                  <a:moveTo>
                    <a:pt x="387" y="1"/>
                  </a:moveTo>
                  <a:lnTo>
                    <a:pt x="173" y="130"/>
                  </a:lnTo>
                  <a:lnTo>
                    <a:pt x="44" y="344"/>
                  </a:lnTo>
                  <a:lnTo>
                    <a:pt x="1" y="559"/>
                  </a:lnTo>
                  <a:lnTo>
                    <a:pt x="44" y="774"/>
                  </a:lnTo>
                  <a:lnTo>
                    <a:pt x="173" y="946"/>
                  </a:lnTo>
                  <a:lnTo>
                    <a:pt x="344" y="1074"/>
                  </a:lnTo>
                  <a:lnTo>
                    <a:pt x="559" y="1117"/>
                  </a:lnTo>
                  <a:lnTo>
                    <a:pt x="817" y="1074"/>
                  </a:lnTo>
                  <a:lnTo>
                    <a:pt x="989" y="989"/>
                  </a:lnTo>
                  <a:lnTo>
                    <a:pt x="1117" y="774"/>
                  </a:lnTo>
                  <a:lnTo>
                    <a:pt x="1160" y="559"/>
                  </a:lnTo>
                  <a:lnTo>
                    <a:pt x="1117" y="344"/>
                  </a:lnTo>
                  <a:lnTo>
                    <a:pt x="989" y="172"/>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3" name="Google Shape;13573;p37"/>
            <p:cNvSpPr/>
            <p:nvPr/>
          </p:nvSpPr>
          <p:spPr>
            <a:xfrm>
              <a:off x="1797275" y="2367325"/>
              <a:ext cx="29025" cy="29025"/>
            </a:xfrm>
            <a:custGeom>
              <a:avLst/>
              <a:gdLst/>
              <a:ahLst/>
              <a:cxnLst/>
              <a:rect l="l" t="t" r="r" b="b"/>
              <a:pathLst>
                <a:path w="1161" h="1161" extrusionOk="0">
                  <a:moveTo>
                    <a:pt x="602" y="1"/>
                  </a:moveTo>
                  <a:lnTo>
                    <a:pt x="387" y="44"/>
                  </a:lnTo>
                  <a:lnTo>
                    <a:pt x="172" y="129"/>
                  </a:lnTo>
                  <a:lnTo>
                    <a:pt x="43" y="344"/>
                  </a:lnTo>
                  <a:lnTo>
                    <a:pt x="0" y="559"/>
                  </a:lnTo>
                  <a:lnTo>
                    <a:pt x="43" y="774"/>
                  </a:lnTo>
                  <a:lnTo>
                    <a:pt x="172" y="946"/>
                  </a:lnTo>
                  <a:lnTo>
                    <a:pt x="344" y="1074"/>
                  </a:lnTo>
                  <a:lnTo>
                    <a:pt x="602" y="1160"/>
                  </a:lnTo>
                  <a:lnTo>
                    <a:pt x="816" y="1117"/>
                  </a:lnTo>
                  <a:lnTo>
                    <a:pt x="988" y="988"/>
                  </a:lnTo>
                  <a:lnTo>
                    <a:pt x="1117" y="817"/>
                  </a:lnTo>
                  <a:lnTo>
                    <a:pt x="1160" y="559"/>
                  </a:lnTo>
                  <a:lnTo>
                    <a:pt x="1117" y="344"/>
                  </a:lnTo>
                  <a:lnTo>
                    <a:pt x="988" y="172"/>
                  </a:lnTo>
                  <a:lnTo>
                    <a:pt x="816"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4" name="Google Shape;13574;p37"/>
            <p:cNvSpPr/>
            <p:nvPr/>
          </p:nvSpPr>
          <p:spPr>
            <a:xfrm>
              <a:off x="1701700" y="2355525"/>
              <a:ext cx="29025" cy="29000"/>
            </a:xfrm>
            <a:custGeom>
              <a:avLst/>
              <a:gdLst/>
              <a:ahLst/>
              <a:cxnLst/>
              <a:rect l="l" t="t" r="r" b="b"/>
              <a:pathLst>
                <a:path w="1161" h="1160" extrusionOk="0">
                  <a:moveTo>
                    <a:pt x="602" y="0"/>
                  </a:moveTo>
                  <a:lnTo>
                    <a:pt x="345" y="43"/>
                  </a:lnTo>
                  <a:lnTo>
                    <a:pt x="173" y="172"/>
                  </a:lnTo>
                  <a:lnTo>
                    <a:pt x="44" y="344"/>
                  </a:lnTo>
                  <a:lnTo>
                    <a:pt x="1" y="601"/>
                  </a:lnTo>
                  <a:lnTo>
                    <a:pt x="44" y="816"/>
                  </a:lnTo>
                  <a:lnTo>
                    <a:pt x="173" y="988"/>
                  </a:lnTo>
                  <a:lnTo>
                    <a:pt x="345" y="1117"/>
                  </a:lnTo>
                  <a:lnTo>
                    <a:pt x="559" y="1160"/>
                  </a:lnTo>
                  <a:lnTo>
                    <a:pt x="774" y="1117"/>
                  </a:lnTo>
                  <a:lnTo>
                    <a:pt x="989" y="988"/>
                  </a:lnTo>
                  <a:lnTo>
                    <a:pt x="1118" y="816"/>
                  </a:lnTo>
                  <a:lnTo>
                    <a:pt x="1161" y="601"/>
                  </a:lnTo>
                  <a:lnTo>
                    <a:pt x="1118" y="387"/>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5" name="Google Shape;13575;p37"/>
            <p:cNvSpPr/>
            <p:nvPr/>
          </p:nvSpPr>
          <p:spPr>
            <a:xfrm>
              <a:off x="1631925" y="2372700"/>
              <a:ext cx="29000" cy="29000"/>
            </a:xfrm>
            <a:custGeom>
              <a:avLst/>
              <a:gdLst/>
              <a:ahLst/>
              <a:cxnLst/>
              <a:rect l="l" t="t" r="r" b="b"/>
              <a:pathLst>
                <a:path w="1160" h="1160" extrusionOk="0">
                  <a:moveTo>
                    <a:pt x="559" y="0"/>
                  </a:moveTo>
                  <a:lnTo>
                    <a:pt x="344" y="43"/>
                  </a:lnTo>
                  <a:lnTo>
                    <a:pt x="172" y="129"/>
                  </a:lnTo>
                  <a:lnTo>
                    <a:pt x="43" y="344"/>
                  </a:lnTo>
                  <a:lnTo>
                    <a:pt x="0" y="559"/>
                  </a:lnTo>
                  <a:lnTo>
                    <a:pt x="43" y="773"/>
                  </a:lnTo>
                  <a:lnTo>
                    <a:pt x="129" y="945"/>
                  </a:lnTo>
                  <a:lnTo>
                    <a:pt x="344" y="1074"/>
                  </a:lnTo>
                  <a:lnTo>
                    <a:pt x="559" y="1160"/>
                  </a:lnTo>
                  <a:lnTo>
                    <a:pt x="773" y="1117"/>
                  </a:lnTo>
                  <a:lnTo>
                    <a:pt x="945" y="988"/>
                  </a:lnTo>
                  <a:lnTo>
                    <a:pt x="1074" y="816"/>
                  </a:lnTo>
                  <a:lnTo>
                    <a:pt x="1160" y="559"/>
                  </a:lnTo>
                  <a:lnTo>
                    <a:pt x="1117" y="344"/>
                  </a:lnTo>
                  <a:lnTo>
                    <a:pt x="988" y="172"/>
                  </a:lnTo>
                  <a:lnTo>
                    <a:pt x="773"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6" name="Google Shape;13576;p37"/>
            <p:cNvSpPr/>
            <p:nvPr/>
          </p:nvSpPr>
          <p:spPr>
            <a:xfrm>
              <a:off x="1661975" y="212037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45"/>
                  </a:lnTo>
                  <a:lnTo>
                    <a:pt x="344" y="1117"/>
                  </a:lnTo>
                  <a:lnTo>
                    <a:pt x="559" y="1160"/>
                  </a:lnTo>
                  <a:lnTo>
                    <a:pt x="774" y="1117"/>
                  </a:lnTo>
                  <a:lnTo>
                    <a:pt x="989" y="988"/>
                  </a:lnTo>
                  <a:lnTo>
                    <a:pt x="1118" y="816"/>
                  </a:lnTo>
                  <a:lnTo>
                    <a:pt x="1160" y="559"/>
                  </a:lnTo>
                  <a:lnTo>
                    <a:pt x="1118"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7" name="Google Shape;13577;p37"/>
            <p:cNvSpPr/>
            <p:nvPr/>
          </p:nvSpPr>
          <p:spPr>
            <a:xfrm>
              <a:off x="1780100" y="1864825"/>
              <a:ext cx="27925" cy="29000"/>
            </a:xfrm>
            <a:custGeom>
              <a:avLst/>
              <a:gdLst/>
              <a:ahLst/>
              <a:cxnLst/>
              <a:rect l="l" t="t" r="r" b="b"/>
              <a:pathLst>
                <a:path w="1117" h="1160" extrusionOk="0">
                  <a:moveTo>
                    <a:pt x="559" y="0"/>
                  </a:moveTo>
                  <a:lnTo>
                    <a:pt x="344" y="43"/>
                  </a:lnTo>
                  <a:lnTo>
                    <a:pt x="172" y="172"/>
                  </a:lnTo>
                  <a:lnTo>
                    <a:pt x="43" y="344"/>
                  </a:lnTo>
                  <a:lnTo>
                    <a:pt x="0" y="602"/>
                  </a:lnTo>
                  <a:lnTo>
                    <a:pt x="43" y="816"/>
                  </a:lnTo>
                  <a:lnTo>
                    <a:pt x="129" y="988"/>
                  </a:lnTo>
                  <a:lnTo>
                    <a:pt x="344" y="1117"/>
                  </a:lnTo>
                  <a:lnTo>
                    <a:pt x="559" y="1160"/>
                  </a:lnTo>
                  <a:lnTo>
                    <a:pt x="773" y="1117"/>
                  </a:lnTo>
                  <a:lnTo>
                    <a:pt x="945" y="1031"/>
                  </a:lnTo>
                  <a:lnTo>
                    <a:pt x="1074" y="816"/>
                  </a:lnTo>
                  <a:lnTo>
                    <a:pt x="1117" y="602"/>
                  </a:lnTo>
                  <a:lnTo>
                    <a:pt x="1117" y="387"/>
                  </a:lnTo>
                  <a:lnTo>
                    <a:pt x="988" y="215"/>
                  </a:lnTo>
                  <a:lnTo>
                    <a:pt x="773" y="86"/>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8" name="Google Shape;13578;p37"/>
            <p:cNvSpPr/>
            <p:nvPr/>
          </p:nvSpPr>
          <p:spPr>
            <a:xfrm>
              <a:off x="1723175" y="1887375"/>
              <a:ext cx="29025" cy="29000"/>
            </a:xfrm>
            <a:custGeom>
              <a:avLst/>
              <a:gdLst/>
              <a:ahLst/>
              <a:cxnLst/>
              <a:rect l="l" t="t" r="r" b="b"/>
              <a:pathLst>
                <a:path w="1161" h="1160" extrusionOk="0">
                  <a:moveTo>
                    <a:pt x="559" y="0"/>
                  </a:moveTo>
                  <a:lnTo>
                    <a:pt x="345" y="43"/>
                  </a:lnTo>
                  <a:lnTo>
                    <a:pt x="173" y="172"/>
                  </a:lnTo>
                  <a:lnTo>
                    <a:pt x="44" y="344"/>
                  </a:lnTo>
                  <a:lnTo>
                    <a:pt x="1" y="602"/>
                  </a:lnTo>
                  <a:lnTo>
                    <a:pt x="44" y="816"/>
                  </a:lnTo>
                  <a:lnTo>
                    <a:pt x="130" y="988"/>
                  </a:lnTo>
                  <a:lnTo>
                    <a:pt x="345" y="1117"/>
                  </a:lnTo>
                  <a:lnTo>
                    <a:pt x="559" y="1160"/>
                  </a:lnTo>
                  <a:lnTo>
                    <a:pt x="774" y="1117"/>
                  </a:lnTo>
                  <a:lnTo>
                    <a:pt x="946" y="988"/>
                  </a:lnTo>
                  <a:lnTo>
                    <a:pt x="1075" y="816"/>
                  </a:lnTo>
                  <a:lnTo>
                    <a:pt x="1161" y="602"/>
                  </a:lnTo>
                  <a:lnTo>
                    <a:pt x="1118" y="387"/>
                  </a:lnTo>
                  <a:lnTo>
                    <a:pt x="989" y="172"/>
                  </a:lnTo>
                  <a:lnTo>
                    <a:pt x="774"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9" name="Google Shape;13579;p37"/>
            <p:cNvSpPr/>
            <p:nvPr/>
          </p:nvSpPr>
          <p:spPr>
            <a:xfrm>
              <a:off x="1660900" y="1876625"/>
              <a:ext cx="29025" cy="29025"/>
            </a:xfrm>
            <a:custGeom>
              <a:avLst/>
              <a:gdLst/>
              <a:ahLst/>
              <a:cxnLst/>
              <a:rect l="l" t="t" r="r" b="b"/>
              <a:pathLst>
                <a:path w="1161" h="1161" extrusionOk="0">
                  <a:moveTo>
                    <a:pt x="602" y="1"/>
                  </a:moveTo>
                  <a:lnTo>
                    <a:pt x="387" y="44"/>
                  </a:lnTo>
                  <a:lnTo>
                    <a:pt x="216" y="173"/>
                  </a:lnTo>
                  <a:lnTo>
                    <a:pt x="44" y="344"/>
                  </a:lnTo>
                  <a:lnTo>
                    <a:pt x="1" y="559"/>
                  </a:lnTo>
                  <a:lnTo>
                    <a:pt x="44" y="774"/>
                  </a:lnTo>
                  <a:lnTo>
                    <a:pt x="173" y="989"/>
                  </a:lnTo>
                  <a:lnTo>
                    <a:pt x="344" y="1117"/>
                  </a:lnTo>
                  <a:lnTo>
                    <a:pt x="602" y="1160"/>
                  </a:lnTo>
                  <a:lnTo>
                    <a:pt x="817"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0" name="Google Shape;13580;p37"/>
            <p:cNvSpPr/>
            <p:nvPr/>
          </p:nvSpPr>
          <p:spPr>
            <a:xfrm>
              <a:off x="1665200" y="1831525"/>
              <a:ext cx="29025" cy="29025"/>
            </a:xfrm>
            <a:custGeom>
              <a:avLst/>
              <a:gdLst/>
              <a:ahLst/>
              <a:cxnLst/>
              <a:rect l="l" t="t" r="r" b="b"/>
              <a:pathLst>
                <a:path w="1161" h="1161" extrusionOk="0">
                  <a:moveTo>
                    <a:pt x="602" y="1"/>
                  </a:moveTo>
                  <a:lnTo>
                    <a:pt x="387" y="44"/>
                  </a:lnTo>
                  <a:lnTo>
                    <a:pt x="172" y="130"/>
                  </a:lnTo>
                  <a:lnTo>
                    <a:pt x="44" y="344"/>
                  </a:lnTo>
                  <a:lnTo>
                    <a:pt x="1" y="559"/>
                  </a:lnTo>
                  <a:lnTo>
                    <a:pt x="44" y="774"/>
                  </a:lnTo>
                  <a:lnTo>
                    <a:pt x="172" y="946"/>
                  </a:lnTo>
                  <a:lnTo>
                    <a:pt x="344" y="1075"/>
                  </a:lnTo>
                  <a:lnTo>
                    <a:pt x="559" y="1161"/>
                  </a:lnTo>
                  <a:lnTo>
                    <a:pt x="774" y="1118"/>
                  </a:lnTo>
                  <a:lnTo>
                    <a:pt x="989" y="989"/>
                  </a:lnTo>
                  <a:lnTo>
                    <a:pt x="1117" y="774"/>
                  </a:lnTo>
                  <a:lnTo>
                    <a:pt x="1160" y="559"/>
                  </a:lnTo>
                  <a:lnTo>
                    <a:pt x="1117"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1" name="Google Shape;13581;p37"/>
            <p:cNvSpPr/>
            <p:nvPr/>
          </p:nvSpPr>
          <p:spPr>
            <a:xfrm>
              <a:off x="1679175" y="1915275"/>
              <a:ext cx="29000" cy="29025"/>
            </a:xfrm>
            <a:custGeom>
              <a:avLst/>
              <a:gdLst/>
              <a:ahLst/>
              <a:cxnLst/>
              <a:rect l="l" t="t" r="r" b="b"/>
              <a:pathLst>
                <a:path w="1160" h="1161" extrusionOk="0">
                  <a:moveTo>
                    <a:pt x="601" y="1"/>
                  </a:moveTo>
                  <a:lnTo>
                    <a:pt x="387" y="44"/>
                  </a:lnTo>
                  <a:lnTo>
                    <a:pt x="172" y="173"/>
                  </a:lnTo>
                  <a:lnTo>
                    <a:pt x="43" y="387"/>
                  </a:lnTo>
                  <a:lnTo>
                    <a:pt x="0" y="602"/>
                  </a:lnTo>
                  <a:lnTo>
                    <a:pt x="43" y="817"/>
                  </a:lnTo>
                  <a:lnTo>
                    <a:pt x="172" y="989"/>
                  </a:lnTo>
                  <a:lnTo>
                    <a:pt x="344" y="1118"/>
                  </a:lnTo>
                  <a:lnTo>
                    <a:pt x="558" y="1161"/>
                  </a:lnTo>
                  <a:lnTo>
                    <a:pt x="773" y="1118"/>
                  </a:lnTo>
                  <a:lnTo>
                    <a:pt x="988" y="1032"/>
                  </a:lnTo>
                  <a:lnTo>
                    <a:pt x="1117" y="817"/>
                  </a:lnTo>
                  <a:lnTo>
                    <a:pt x="1160" y="602"/>
                  </a:lnTo>
                  <a:lnTo>
                    <a:pt x="1117" y="387"/>
                  </a:lnTo>
                  <a:lnTo>
                    <a:pt x="988" y="216"/>
                  </a:lnTo>
                  <a:lnTo>
                    <a:pt x="816" y="87"/>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2" name="Google Shape;13582;p37"/>
            <p:cNvSpPr/>
            <p:nvPr/>
          </p:nvSpPr>
          <p:spPr>
            <a:xfrm>
              <a:off x="1737150" y="1831525"/>
              <a:ext cx="27925" cy="29025"/>
            </a:xfrm>
            <a:custGeom>
              <a:avLst/>
              <a:gdLst/>
              <a:ahLst/>
              <a:cxnLst/>
              <a:rect l="l" t="t" r="r" b="b"/>
              <a:pathLst>
                <a:path w="1117" h="1161" extrusionOk="0">
                  <a:moveTo>
                    <a:pt x="559" y="1"/>
                  </a:moveTo>
                  <a:lnTo>
                    <a:pt x="344" y="44"/>
                  </a:lnTo>
                  <a:lnTo>
                    <a:pt x="172" y="130"/>
                  </a:lnTo>
                  <a:lnTo>
                    <a:pt x="43" y="344"/>
                  </a:lnTo>
                  <a:lnTo>
                    <a:pt x="0" y="559"/>
                  </a:lnTo>
                  <a:lnTo>
                    <a:pt x="43" y="774"/>
                  </a:lnTo>
                  <a:lnTo>
                    <a:pt x="129" y="946"/>
                  </a:lnTo>
                  <a:lnTo>
                    <a:pt x="344" y="1075"/>
                  </a:lnTo>
                  <a:lnTo>
                    <a:pt x="559" y="1161"/>
                  </a:lnTo>
                  <a:lnTo>
                    <a:pt x="773" y="1118"/>
                  </a:lnTo>
                  <a:lnTo>
                    <a:pt x="945" y="989"/>
                  </a:lnTo>
                  <a:lnTo>
                    <a:pt x="1074" y="774"/>
                  </a:lnTo>
                  <a:lnTo>
                    <a:pt x="1117" y="559"/>
                  </a:lnTo>
                  <a:lnTo>
                    <a:pt x="1074" y="344"/>
                  </a:lnTo>
                  <a:lnTo>
                    <a:pt x="988" y="173"/>
                  </a:lnTo>
                  <a:lnTo>
                    <a:pt x="773"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3" name="Google Shape;13583;p37"/>
            <p:cNvSpPr/>
            <p:nvPr/>
          </p:nvSpPr>
          <p:spPr>
            <a:xfrm>
              <a:off x="1594350" y="1862675"/>
              <a:ext cx="29000" cy="27950"/>
            </a:xfrm>
            <a:custGeom>
              <a:avLst/>
              <a:gdLst/>
              <a:ahLst/>
              <a:cxnLst/>
              <a:rect l="l" t="t" r="r" b="b"/>
              <a:pathLst>
                <a:path w="1160" h="1118" extrusionOk="0">
                  <a:moveTo>
                    <a:pt x="387" y="0"/>
                  </a:moveTo>
                  <a:lnTo>
                    <a:pt x="172" y="129"/>
                  </a:lnTo>
                  <a:lnTo>
                    <a:pt x="43" y="344"/>
                  </a:lnTo>
                  <a:lnTo>
                    <a:pt x="0" y="559"/>
                  </a:lnTo>
                  <a:lnTo>
                    <a:pt x="43" y="773"/>
                  </a:lnTo>
                  <a:lnTo>
                    <a:pt x="172" y="945"/>
                  </a:lnTo>
                  <a:lnTo>
                    <a:pt x="344" y="1074"/>
                  </a:lnTo>
                  <a:lnTo>
                    <a:pt x="601" y="1117"/>
                  </a:lnTo>
                  <a:lnTo>
                    <a:pt x="816" y="1074"/>
                  </a:lnTo>
                  <a:lnTo>
                    <a:pt x="988" y="988"/>
                  </a:lnTo>
                  <a:lnTo>
                    <a:pt x="1117" y="773"/>
                  </a:lnTo>
                  <a:lnTo>
                    <a:pt x="1160" y="559"/>
                  </a:lnTo>
                  <a:lnTo>
                    <a:pt x="1117" y="344"/>
                  </a:lnTo>
                  <a:lnTo>
                    <a:pt x="988" y="172"/>
                  </a:lnTo>
                  <a:lnTo>
                    <a:pt x="816" y="43"/>
                  </a:lnTo>
                  <a:lnTo>
                    <a:pt x="60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4" name="Google Shape;13584;p37"/>
            <p:cNvSpPr/>
            <p:nvPr/>
          </p:nvSpPr>
          <p:spPr>
            <a:xfrm>
              <a:off x="1612600" y="2072050"/>
              <a:ext cx="29000" cy="29025"/>
            </a:xfrm>
            <a:custGeom>
              <a:avLst/>
              <a:gdLst/>
              <a:ahLst/>
              <a:cxnLst/>
              <a:rect l="l" t="t" r="r" b="b"/>
              <a:pathLst>
                <a:path w="1160" h="1161" extrusionOk="0">
                  <a:moveTo>
                    <a:pt x="601" y="1"/>
                  </a:moveTo>
                  <a:lnTo>
                    <a:pt x="387" y="43"/>
                  </a:lnTo>
                  <a:lnTo>
                    <a:pt x="215" y="172"/>
                  </a:lnTo>
                  <a:lnTo>
                    <a:pt x="43" y="344"/>
                  </a:lnTo>
                  <a:lnTo>
                    <a:pt x="0" y="559"/>
                  </a:lnTo>
                  <a:lnTo>
                    <a:pt x="43" y="774"/>
                  </a:lnTo>
                  <a:lnTo>
                    <a:pt x="172" y="988"/>
                  </a:lnTo>
                  <a:lnTo>
                    <a:pt x="344" y="1117"/>
                  </a:lnTo>
                  <a:lnTo>
                    <a:pt x="601" y="1160"/>
                  </a:lnTo>
                  <a:lnTo>
                    <a:pt x="816" y="1117"/>
                  </a:lnTo>
                  <a:lnTo>
                    <a:pt x="988" y="988"/>
                  </a:lnTo>
                  <a:lnTo>
                    <a:pt x="1117" y="817"/>
                  </a:lnTo>
                  <a:lnTo>
                    <a:pt x="1160" y="602"/>
                  </a:lnTo>
                  <a:lnTo>
                    <a:pt x="1117" y="387"/>
                  </a:lnTo>
                  <a:lnTo>
                    <a:pt x="1031" y="172"/>
                  </a:lnTo>
                  <a:lnTo>
                    <a:pt x="816" y="43"/>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5" name="Google Shape;13585;p37"/>
            <p:cNvSpPr/>
            <p:nvPr/>
          </p:nvSpPr>
          <p:spPr>
            <a:xfrm>
              <a:off x="1716750" y="2010850"/>
              <a:ext cx="29000" cy="27950"/>
            </a:xfrm>
            <a:custGeom>
              <a:avLst/>
              <a:gdLst/>
              <a:ahLst/>
              <a:cxnLst/>
              <a:rect l="l" t="t" r="r" b="b"/>
              <a:pathLst>
                <a:path w="1160" h="1118" extrusionOk="0">
                  <a:moveTo>
                    <a:pt x="559" y="0"/>
                  </a:moveTo>
                  <a:lnTo>
                    <a:pt x="344" y="43"/>
                  </a:lnTo>
                  <a:lnTo>
                    <a:pt x="172" y="129"/>
                  </a:lnTo>
                  <a:lnTo>
                    <a:pt x="43" y="344"/>
                  </a:lnTo>
                  <a:lnTo>
                    <a:pt x="0" y="559"/>
                  </a:lnTo>
                  <a:lnTo>
                    <a:pt x="43" y="774"/>
                  </a:lnTo>
                  <a:lnTo>
                    <a:pt x="172" y="945"/>
                  </a:lnTo>
                  <a:lnTo>
                    <a:pt x="344" y="1074"/>
                  </a:lnTo>
                  <a:lnTo>
                    <a:pt x="559" y="1117"/>
                  </a:lnTo>
                  <a:lnTo>
                    <a:pt x="773" y="1117"/>
                  </a:lnTo>
                  <a:lnTo>
                    <a:pt x="988" y="988"/>
                  </a:lnTo>
                  <a:lnTo>
                    <a:pt x="1117" y="774"/>
                  </a:lnTo>
                  <a:lnTo>
                    <a:pt x="1160" y="559"/>
                  </a:lnTo>
                  <a:lnTo>
                    <a:pt x="1117" y="344"/>
                  </a:lnTo>
                  <a:lnTo>
                    <a:pt x="988" y="172"/>
                  </a:lnTo>
                  <a:lnTo>
                    <a:pt x="816"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6" name="Google Shape;13586;p37"/>
            <p:cNvSpPr/>
            <p:nvPr/>
          </p:nvSpPr>
          <p:spPr>
            <a:xfrm>
              <a:off x="1616875" y="2004400"/>
              <a:ext cx="29025" cy="29025"/>
            </a:xfrm>
            <a:custGeom>
              <a:avLst/>
              <a:gdLst/>
              <a:ahLst/>
              <a:cxnLst/>
              <a:rect l="l" t="t" r="r" b="b"/>
              <a:pathLst>
                <a:path w="1161" h="1161" extrusionOk="0">
                  <a:moveTo>
                    <a:pt x="602" y="1"/>
                  </a:moveTo>
                  <a:lnTo>
                    <a:pt x="387" y="44"/>
                  </a:lnTo>
                  <a:lnTo>
                    <a:pt x="173" y="173"/>
                  </a:lnTo>
                  <a:lnTo>
                    <a:pt x="44" y="344"/>
                  </a:lnTo>
                  <a:lnTo>
                    <a:pt x="1" y="559"/>
                  </a:lnTo>
                  <a:lnTo>
                    <a:pt x="44" y="774"/>
                  </a:lnTo>
                  <a:lnTo>
                    <a:pt x="173" y="989"/>
                  </a:lnTo>
                  <a:lnTo>
                    <a:pt x="345" y="1117"/>
                  </a:lnTo>
                  <a:lnTo>
                    <a:pt x="602" y="1160"/>
                  </a:lnTo>
                  <a:lnTo>
                    <a:pt x="817" y="1117"/>
                  </a:lnTo>
                  <a:lnTo>
                    <a:pt x="989" y="989"/>
                  </a:lnTo>
                  <a:lnTo>
                    <a:pt x="1118" y="817"/>
                  </a:lnTo>
                  <a:lnTo>
                    <a:pt x="1161" y="559"/>
                  </a:lnTo>
                  <a:lnTo>
                    <a:pt x="1118" y="344"/>
                  </a:lnTo>
                  <a:lnTo>
                    <a:pt x="989" y="173"/>
                  </a:lnTo>
                  <a:lnTo>
                    <a:pt x="817" y="44"/>
                  </a:lnTo>
                  <a:lnTo>
                    <a:pt x="60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7" name="Google Shape;13587;p37"/>
            <p:cNvSpPr/>
            <p:nvPr/>
          </p:nvSpPr>
          <p:spPr>
            <a:xfrm>
              <a:off x="1783325" y="1929250"/>
              <a:ext cx="29000" cy="29000"/>
            </a:xfrm>
            <a:custGeom>
              <a:avLst/>
              <a:gdLst/>
              <a:ahLst/>
              <a:cxnLst/>
              <a:rect l="l" t="t" r="r" b="b"/>
              <a:pathLst>
                <a:path w="1160" h="1160" extrusionOk="0">
                  <a:moveTo>
                    <a:pt x="558" y="0"/>
                  </a:moveTo>
                  <a:lnTo>
                    <a:pt x="344" y="43"/>
                  </a:lnTo>
                  <a:lnTo>
                    <a:pt x="172" y="172"/>
                  </a:lnTo>
                  <a:lnTo>
                    <a:pt x="43" y="344"/>
                  </a:lnTo>
                  <a:lnTo>
                    <a:pt x="0" y="602"/>
                  </a:lnTo>
                  <a:lnTo>
                    <a:pt x="43" y="816"/>
                  </a:lnTo>
                  <a:lnTo>
                    <a:pt x="172" y="988"/>
                  </a:lnTo>
                  <a:lnTo>
                    <a:pt x="344" y="1117"/>
                  </a:lnTo>
                  <a:lnTo>
                    <a:pt x="558" y="1160"/>
                  </a:lnTo>
                  <a:lnTo>
                    <a:pt x="773" y="1117"/>
                  </a:lnTo>
                  <a:lnTo>
                    <a:pt x="988" y="988"/>
                  </a:lnTo>
                  <a:lnTo>
                    <a:pt x="1117" y="816"/>
                  </a:lnTo>
                  <a:lnTo>
                    <a:pt x="1160" y="602"/>
                  </a:lnTo>
                  <a:lnTo>
                    <a:pt x="1117" y="387"/>
                  </a:lnTo>
                  <a:lnTo>
                    <a:pt x="988" y="172"/>
                  </a:lnTo>
                  <a:lnTo>
                    <a:pt x="816" y="43"/>
                  </a:lnTo>
                  <a:lnTo>
                    <a:pt x="55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8" name="Google Shape;13588;p37"/>
            <p:cNvSpPr/>
            <p:nvPr/>
          </p:nvSpPr>
          <p:spPr>
            <a:xfrm>
              <a:off x="1786525" y="1974350"/>
              <a:ext cx="29025" cy="29000"/>
            </a:xfrm>
            <a:custGeom>
              <a:avLst/>
              <a:gdLst/>
              <a:ahLst/>
              <a:cxnLst/>
              <a:rect l="l" t="t" r="r" b="b"/>
              <a:pathLst>
                <a:path w="1161" h="1160" extrusionOk="0">
                  <a:moveTo>
                    <a:pt x="559" y="0"/>
                  </a:moveTo>
                  <a:lnTo>
                    <a:pt x="345" y="43"/>
                  </a:lnTo>
                  <a:lnTo>
                    <a:pt x="173" y="172"/>
                  </a:lnTo>
                  <a:lnTo>
                    <a:pt x="44" y="344"/>
                  </a:lnTo>
                  <a:lnTo>
                    <a:pt x="1" y="558"/>
                  </a:lnTo>
                  <a:lnTo>
                    <a:pt x="44" y="773"/>
                  </a:lnTo>
                  <a:lnTo>
                    <a:pt x="173" y="988"/>
                  </a:lnTo>
                  <a:lnTo>
                    <a:pt x="345" y="1117"/>
                  </a:lnTo>
                  <a:lnTo>
                    <a:pt x="559" y="1160"/>
                  </a:lnTo>
                  <a:lnTo>
                    <a:pt x="774" y="1117"/>
                  </a:lnTo>
                  <a:lnTo>
                    <a:pt x="989" y="988"/>
                  </a:lnTo>
                  <a:lnTo>
                    <a:pt x="1118" y="816"/>
                  </a:lnTo>
                  <a:lnTo>
                    <a:pt x="1161" y="601"/>
                  </a:lnTo>
                  <a:lnTo>
                    <a:pt x="1118" y="344"/>
                  </a:lnTo>
                  <a:lnTo>
                    <a:pt x="989" y="172"/>
                  </a:lnTo>
                  <a:lnTo>
                    <a:pt x="817" y="43"/>
                  </a:lnTo>
                  <a:lnTo>
                    <a:pt x="559"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9" name="Google Shape;13589;p37"/>
            <p:cNvSpPr/>
            <p:nvPr/>
          </p:nvSpPr>
          <p:spPr>
            <a:xfrm>
              <a:off x="1771500" y="2018375"/>
              <a:ext cx="29025" cy="29000"/>
            </a:xfrm>
            <a:custGeom>
              <a:avLst/>
              <a:gdLst/>
              <a:ahLst/>
              <a:cxnLst/>
              <a:rect l="l" t="t" r="r" b="b"/>
              <a:pathLst>
                <a:path w="1161" h="1160" extrusionOk="0">
                  <a:moveTo>
                    <a:pt x="602" y="0"/>
                  </a:moveTo>
                  <a:lnTo>
                    <a:pt x="344" y="43"/>
                  </a:lnTo>
                  <a:lnTo>
                    <a:pt x="172" y="172"/>
                  </a:lnTo>
                  <a:lnTo>
                    <a:pt x="44" y="344"/>
                  </a:lnTo>
                  <a:lnTo>
                    <a:pt x="1" y="601"/>
                  </a:lnTo>
                  <a:lnTo>
                    <a:pt x="44" y="816"/>
                  </a:lnTo>
                  <a:lnTo>
                    <a:pt x="172" y="988"/>
                  </a:lnTo>
                  <a:lnTo>
                    <a:pt x="344" y="1117"/>
                  </a:lnTo>
                  <a:lnTo>
                    <a:pt x="559" y="1160"/>
                  </a:lnTo>
                  <a:lnTo>
                    <a:pt x="774" y="1117"/>
                  </a:lnTo>
                  <a:lnTo>
                    <a:pt x="988" y="988"/>
                  </a:lnTo>
                  <a:lnTo>
                    <a:pt x="1117" y="816"/>
                  </a:lnTo>
                  <a:lnTo>
                    <a:pt x="1160" y="601"/>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0" name="Google Shape;13590;p37"/>
            <p:cNvSpPr/>
            <p:nvPr/>
          </p:nvSpPr>
          <p:spPr>
            <a:xfrm>
              <a:off x="1786525" y="2072050"/>
              <a:ext cx="29025" cy="29025"/>
            </a:xfrm>
            <a:custGeom>
              <a:avLst/>
              <a:gdLst/>
              <a:ahLst/>
              <a:cxnLst/>
              <a:rect l="l" t="t" r="r" b="b"/>
              <a:pathLst>
                <a:path w="1161" h="1161" extrusionOk="0">
                  <a:moveTo>
                    <a:pt x="559" y="1"/>
                  </a:moveTo>
                  <a:lnTo>
                    <a:pt x="345" y="43"/>
                  </a:lnTo>
                  <a:lnTo>
                    <a:pt x="173" y="172"/>
                  </a:lnTo>
                  <a:lnTo>
                    <a:pt x="44" y="344"/>
                  </a:lnTo>
                  <a:lnTo>
                    <a:pt x="1" y="559"/>
                  </a:lnTo>
                  <a:lnTo>
                    <a:pt x="44" y="774"/>
                  </a:lnTo>
                  <a:lnTo>
                    <a:pt x="173" y="988"/>
                  </a:lnTo>
                  <a:lnTo>
                    <a:pt x="345" y="1117"/>
                  </a:lnTo>
                  <a:lnTo>
                    <a:pt x="559" y="1160"/>
                  </a:lnTo>
                  <a:lnTo>
                    <a:pt x="774" y="1117"/>
                  </a:lnTo>
                  <a:lnTo>
                    <a:pt x="989" y="988"/>
                  </a:lnTo>
                  <a:lnTo>
                    <a:pt x="1118" y="817"/>
                  </a:lnTo>
                  <a:lnTo>
                    <a:pt x="1161" y="602"/>
                  </a:lnTo>
                  <a:lnTo>
                    <a:pt x="1118" y="387"/>
                  </a:lnTo>
                  <a:lnTo>
                    <a:pt x="989" y="172"/>
                  </a:lnTo>
                  <a:lnTo>
                    <a:pt x="817" y="43"/>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1" name="Google Shape;13591;p37"/>
            <p:cNvSpPr/>
            <p:nvPr/>
          </p:nvSpPr>
          <p:spPr>
            <a:xfrm>
              <a:off x="1832700" y="2054875"/>
              <a:ext cx="29025" cy="29000"/>
            </a:xfrm>
            <a:custGeom>
              <a:avLst/>
              <a:gdLst/>
              <a:ahLst/>
              <a:cxnLst/>
              <a:rect l="l" t="t" r="r" b="b"/>
              <a:pathLst>
                <a:path w="1161" h="1160" extrusionOk="0">
                  <a:moveTo>
                    <a:pt x="602" y="0"/>
                  </a:moveTo>
                  <a:lnTo>
                    <a:pt x="387" y="43"/>
                  </a:lnTo>
                  <a:lnTo>
                    <a:pt x="173" y="172"/>
                  </a:lnTo>
                  <a:lnTo>
                    <a:pt x="44" y="344"/>
                  </a:lnTo>
                  <a:lnTo>
                    <a:pt x="1" y="559"/>
                  </a:lnTo>
                  <a:lnTo>
                    <a:pt x="44" y="773"/>
                  </a:lnTo>
                  <a:lnTo>
                    <a:pt x="173" y="988"/>
                  </a:lnTo>
                  <a:lnTo>
                    <a:pt x="344" y="1117"/>
                  </a:lnTo>
                  <a:lnTo>
                    <a:pt x="559" y="1160"/>
                  </a:lnTo>
                  <a:lnTo>
                    <a:pt x="774" y="1117"/>
                  </a:lnTo>
                  <a:lnTo>
                    <a:pt x="989" y="988"/>
                  </a:lnTo>
                  <a:lnTo>
                    <a:pt x="1117" y="816"/>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2" name="Google Shape;13592;p37"/>
            <p:cNvSpPr/>
            <p:nvPr/>
          </p:nvSpPr>
          <p:spPr>
            <a:xfrm>
              <a:off x="1598625" y="1924950"/>
              <a:ext cx="29025" cy="29025"/>
            </a:xfrm>
            <a:custGeom>
              <a:avLst/>
              <a:gdLst/>
              <a:ahLst/>
              <a:cxnLst/>
              <a:rect l="l" t="t" r="r" b="b"/>
              <a:pathLst>
                <a:path w="1161" h="1161" extrusionOk="0">
                  <a:moveTo>
                    <a:pt x="602" y="0"/>
                  </a:moveTo>
                  <a:lnTo>
                    <a:pt x="344" y="43"/>
                  </a:lnTo>
                  <a:lnTo>
                    <a:pt x="173" y="129"/>
                  </a:lnTo>
                  <a:lnTo>
                    <a:pt x="44" y="344"/>
                  </a:lnTo>
                  <a:lnTo>
                    <a:pt x="1" y="559"/>
                  </a:lnTo>
                  <a:lnTo>
                    <a:pt x="44" y="774"/>
                  </a:lnTo>
                  <a:lnTo>
                    <a:pt x="173" y="945"/>
                  </a:lnTo>
                  <a:lnTo>
                    <a:pt x="344" y="1074"/>
                  </a:lnTo>
                  <a:lnTo>
                    <a:pt x="559" y="1160"/>
                  </a:lnTo>
                  <a:lnTo>
                    <a:pt x="774" y="1117"/>
                  </a:lnTo>
                  <a:lnTo>
                    <a:pt x="989" y="988"/>
                  </a:lnTo>
                  <a:lnTo>
                    <a:pt x="1117" y="774"/>
                  </a:lnTo>
                  <a:lnTo>
                    <a:pt x="1160" y="559"/>
                  </a:lnTo>
                  <a:lnTo>
                    <a:pt x="1117" y="344"/>
                  </a:lnTo>
                  <a:lnTo>
                    <a:pt x="989"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3" name="Google Shape;13593;p37"/>
            <p:cNvSpPr/>
            <p:nvPr/>
          </p:nvSpPr>
          <p:spPr>
            <a:xfrm>
              <a:off x="1751100" y="2136475"/>
              <a:ext cx="29025" cy="29025"/>
            </a:xfrm>
            <a:custGeom>
              <a:avLst/>
              <a:gdLst/>
              <a:ahLst/>
              <a:cxnLst/>
              <a:rect l="l" t="t" r="r" b="b"/>
              <a:pathLst>
                <a:path w="1161" h="1161" extrusionOk="0">
                  <a:moveTo>
                    <a:pt x="602" y="0"/>
                  </a:moveTo>
                  <a:lnTo>
                    <a:pt x="387" y="43"/>
                  </a:lnTo>
                  <a:lnTo>
                    <a:pt x="172" y="172"/>
                  </a:lnTo>
                  <a:lnTo>
                    <a:pt x="44" y="344"/>
                  </a:lnTo>
                  <a:lnTo>
                    <a:pt x="1" y="559"/>
                  </a:lnTo>
                  <a:lnTo>
                    <a:pt x="44" y="774"/>
                  </a:lnTo>
                  <a:lnTo>
                    <a:pt x="172" y="988"/>
                  </a:lnTo>
                  <a:lnTo>
                    <a:pt x="344" y="1117"/>
                  </a:lnTo>
                  <a:lnTo>
                    <a:pt x="559" y="1160"/>
                  </a:lnTo>
                  <a:lnTo>
                    <a:pt x="774" y="1117"/>
                  </a:lnTo>
                  <a:lnTo>
                    <a:pt x="988" y="988"/>
                  </a:lnTo>
                  <a:lnTo>
                    <a:pt x="1117" y="817"/>
                  </a:lnTo>
                  <a:lnTo>
                    <a:pt x="1160" y="602"/>
                  </a:lnTo>
                  <a:lnTo>
                    <a:pt x="1117" y="387"/>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4" name="Google Shape;13594;p37"/>
            <p:cNvSpPr/>
            <p:nvPr/>
          </p:nvSpPr>
          <p:spPr>
            <a:xfrm>
              <a:off x="1727475" y="2087075"/>
              <a:ext cx="29025" cy="27950"/>
            </a:xfrm>
            <a:custGeom>
              <a:avLst/>
              <a:gdLst/>
              <a:ahLst/>
              <a:cxnLst/>
              <a:rect l="l" t="t" r="r" b="b"/>
              <a:pathLst>
                <a:path w="1161" h="1118" extrusionOk="0">
                  <a:moveTo>
                    <a:pt x="344" y="1"/>
                  </a:moveTo>
                  <a:lnTo>
                    <a:pt x="173" y="130"/>
                  </a:lnTo>
                  <a:lnTo>
                    <a:pt x="44" y="344"/>
                  </a:lnTo>
                  <a:lnTo>
                    <a:pt x="1" y="559"/>
                  </a:lnTo>
                  <a:lnTo>
                    <a:pt x="44" y="774"/>
                  </a:lnTo>
                  <a:lnTo>
                    <a:pt x="130" y="946"/>
                  </a:lnTo>
                  <a:lnTo>
                    <a:pt x="344" y="1075"/>
                  </a:lnTo>
                  <a:lnTo>
                    <a:pt x="559" y="1118"/>
                  </a:lnTo>
                  <a:lnTo>
                    <a:pt x="774" y="1075"/>
                  </a:lnTo>
                  <a:lnTo>
                    <a:pt x="946" y="989"/>
                  </a:lnTo>
                  <a:lnTo>
                    <a:pt x="1074" y="774"/>
                  </a:lnTo>
                  <a:lnTo>
                    <a:pt x="1160" y="559"/>
                  </a:lnTo>
                  <a:lnTo>
                    <a:pt x="1117" y="344"/>
                  </a:lnTo>
                  <a:lnTo>
                    <a:pt x="989" y="173"/>
                  </a:lnTo>
                  <a:lnTo>
                    <a:pt x="817" y="44"/>
                  </a:lnTo>
                  <a:lnTo>
                    <a:pt x="5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5" name="Google Shape;13595;p37"/>
            <p:cNvSpPr/>
            <p:nvPr/>
          </p:nvSpPr>
          <p:spPr>
            <a:xfrm>
              <a:off x="1739300" y="1957150"/>
              <a:ext cx="29000" cy="29025"/>
            </a:xfrm>
            <a:custGeom>
              <a:avLst/>
              <a:gdLst/>
              <a:ahLst/>
              <a:cxnLst/>
              <a:rect l="l" t="t" r="r" b="b"/>
              <a:pathLst>
                <a:path w="1160" h="1161" extrusionOk="0">
                  <a:moveTo>
                    <a:pt x="601" y="1"/>
                  </a:moveTo>
                  <a:lnTo>
                    <a:pt x="387" y="44"/>
                  </a:lnTo>
                  <a:lnTo>
                    <a:pt x="172" y="173"/>
                  </a:lnTo>
                  <a:lnTo>
                    <a:pt x="43" y="387"/>
                  </a:lnTo>
                  <a:lnTo>
                    <a:pt x="0" y="602"/>
                  </a:lnTo>
                  <a:lnTo>
                    <a:pt x="43" y="817"/>
                  </a:lnTo>
                  <a:lnTo>
                    <a:pt x="172" y="989"/>
                  </a:lnTo>
                  <a:lnTo>
                    <a:pt x="344" y="1118"/>
                  </a:lnTo>
                  <a:lnTo>
                    <a:pt x="601" y="1161"/>
                  </a:lnTo>
                  <a:lnTo>
                    <a:pt x="816" y="1118"/>
                  </a:lnTo>
                  <a:lnTo>
                    <a:pt x="988" y="1032"/>
                  </a:lnTo>
                  <a:lnTo>
                    <a:pt x="1117" y="817"/>
                  </a:lnTo>
                  <a:lnTo>
                    <a:pt x="1160" y="602"/>
                  </a:lnTo>
                  <a:lnTo>
                    <a:pt x="1117" y="387"/>
                  </a:lnTo>
                  <a:lnTo>
                    <a:pt x="988" y="216"/>
                  </a:lnTo>
                  <a:lnTo>
                    <a:pt x="816" y="87"/>
                  </a:lnTo>
                  <a:lnTo>
                    <a:pt x="60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6" name="Google Shape;13596;p37"/>
            <p:cNvSpPr/>
            <p:nvPr/>
          </p:nvSpPr>
          <p:spPr>
            <a:xfrm>
              <a:off x="1668425" y="2054875"/>
              <a:ext cx="29025" cy="29000"/>
            </a:xfrm>
            <a:custGeom>
              <a:avLst/>
              <a:gdLst/>
              <a:ahLst/>
              <a:cxnLst/>
              <a:rect l="l" t="t" r="r" b="b"/>
              <a:pathLst>
                <a:path w="1161" h="1160" extrusionOk="0">
                  <a:moveTo>
                    <a:pt x="602" y="0"/>
                  </a:moveTo>
                  <a:lnTo>
                    <a:pt x="344" y="43"/>
                  </a:lnTo>
                  <a:lnTo>
                    <a:pt x="172" y="172"/>
                  </a:lnTo>
                  <a:lnTo>
                    <a:pt x="43" y="344"/>
                  </a:lnTo>
                  <a:lnTo>
                    <a:pt x="1" y="559"/>
                  </a:lnTo>
                  <a:lnTo>
                    <a:pt x="43" y="773"/>
                  </a:lnTo>
                  <a:lnTo>
                    <a:pt x="172" y="988"/>
                  </a:lnTo>
                  <a:lnTo>
                    <a:pt x="344" y="1117"/>
                  </a:lnTo>
                  <a:lnTo>
                    <a:pt x="559" y="1160"/>
                  </a:lnTo>
                  <a:lnTo>
                    <a:pt x="774" y="1117"/>
                  </a:lnTo>
                  <a:lnTo>
                    <a:pt x="988" y="988"/>
                  </a:lnTo>
                  <a:lnTo>
                    <a:pt x="1117" y="816"/>
                  </a:lnTo>
                  <a:lnTo>
                    <a:pt x="1160" y="559"/>
                  </a:lnTo>
                  <a:lnTo>
                    <a:pt x="1117" y="344"/>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7" name="Google Shape;13597;p37"/>
            <p:cNvSpPr/>
            <p:nvPr/>
          </p:nvSpPr>
          <p:spPr>
            <a:xfrm>
              <a:off x="1669500" y="1974350"/>
              <a:ext cx="29025" cy="29000"/>
            </a:xfrm>
            <a:custGeom>
              <a:avLst/>
              <a:gdLst/>
              <a:ahLst/>
              <a:cxnLst/>
              <a:rect l="l" t="t" r="r" b="b"/>
              <a:pathLst>
                <a:path w="1161" h="1160" extrusionOk="0">
                  <a:moveTo>
                    <a:pt x="602" y="0"/>
                  </a:moveTo>
                  <a:lnTo>
                    <a:pt x="387" y="43"/>
                  </a:lnTo>
                  <a:lnTo>
                    <a:pt x="172" y="172"/>
                  </a:lnTo>
                  <a:lnTo>
                    <a:pt x="43" y="344"/>
                  </a:lnTo>
                  <a:lnTo>
                    <a:pt x="0" y="558"/>
                  </a:lnTo>
                  <a:lnTo>
                    <a:pt x="43" y="773"/>
                  </a:lnTo>
                  <a:lnTo>
                    <a:pt x="172" y="988"/>
                  </a:lnTo>
                  <a:lnTo>
                    <a:pt x="344" y="1117"/>
                  </a:lnTo>
                  <a:lnTo>
                    <a:pt x="559" y="1160"/>
                  </a:lnTo>
                  <a:lnTo>
                    <a:pt x="774" y="1117"/>
                  </a:lnTo>
                  <a:lnTo>
                    <a:pt x="988" y="988"/>
                  </a:lnTo>
                  <a:lnTo>
                    <a:pt x="1117" y="816"/>
                  </a:lnTo>
                  <a:lnTo>
                    <a:pt x="1160" y="601"/>
                  </a:lnTo>
                  <a:lnTo>
                    <a:pt x="1117" y="344"/>
                  </a:lnTo>
                  <a:lnTo>
                    <a:pt x="988" y="172"/>
                  </a:lnTo>
                  <a:lnTo>
                    <a:pt x="817" y="43"/>
                  </a:lnTo>
                  <a:lnTo>
                    <a:pt x="602"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65" name="Google Shape;14638;p65">
            <a:extLst>
              <a:ext uri="{FF2B5EF4-FFF2-40B4-BE49-F238E27FC236}">
                <a16:creationId xmlns:a16="http://schemas.microsoft.com/office/drawing/2014/main" id="{2987A07C-F141-3D58-D4A8-650B6538ABAF}"/>
              </a:ext>
            </a:extLst>
          </p:cNvPr>
          <p:cNvSpPr/>
          <p:nvPr/>
        </p:nvSpPr>
        <p:spPr>
          <a:xfrm>
            <a:off x="3407725" y="5260693"/>
            <a:ext cx="2359093" cy="4788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3766" name="Google Shape;14641;p65">
            <a:extLst>
              <a:ext uri="{FF2B5EF4-FFF2-40B4-BE49-F238E27FC236}">
                <a16:creationId xmlns:a16="http://schemas.microsoft.com/office/drawing/2014/main" id="{D81C8B6E-FE7C-B253-DD9E-0E4DC38C52E2}"/>
              </a:ext>
            </a:extLst>
          </p:cNvPr>
          <p:cNvGrpSpPr/>
          <p:nvPr/>
        </p:nvGrpSpPr>
        <p:grpSpPr>
          <a:xfrm>
            <a:off x="3603058" y="5351960"/>
            <a:ext cx="280811" cy="291917"/>
            <a:chOff x="812101" y="2571761"/>
            <a:chExt cx="417066" cy="417024"/>
          </a:xfrm>
        </p:grpSpPr>
        <p:sp>
          <p:nvSpPr>
            <p:cNvPr id="13767" name="Google Shape;14642;p65">
              <a:extLst>
                <a:ext uri="{FF2B5EF4-FFF2-40B4-BE49-F238E27FC236}">
                  <a16:creationId xmlns:a16="http://schemas.microsoft.com/office/drawing/2014/main" id="{7F8448F0-762D-4598-BD70-67E4050B0D07}"/>
                </a:ext>
              </a:extLst>
            </p:cNvPr>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8" name="Google Shape;14643;p65">
              <a:extLst>
                <a:ext uri="{FF2B5EF4-FFF2-40B4-BE49-F238E27FC236}">
                  <a16:creationId xmlns:a16="http://schemas.microsoft.com/office/drawing/2014/main" id="{626780AD-BB43-C8FB-A649-D10A3FF41817}"/>
                </a:ext>
              </a:extLst>
            </p:cNvPr>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9" name="Google Shape;14644;p65">
              <a:extLst>
                <a:ext uri="{FF2B5EF4-FFF2-40B4-BE49-F238E27FC236}">
                  <a16:creationId xmlns:a16="http://schemas.microsoft.com/office/drawing/2014/main" id="{858EE2F4-BAF1-94F0-0CCD-F6E96DD15702}"/>
                </a:ext>
              </a:extLst>
            </p:cNvPr>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0" name="Google Shape;14645;p65">
              <a:extLst>
                <a:ext uri="{FF2B5EF4-FFF2-40B4-BE49-F238E27FC236}">
                  <a16:creationId xmlns:a16="http://schemas.microsoft.com/office/drawing/2014/main" id="{0937088A-BF27-5EC9-13F1-45CBB7FBFE5A}"/>
                </a:ext>
              </a:extLst>
            </p:cNvPr>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CuadroTexto 1">
            <a:extLst>
              <a:ext uri="{FF2B5EF4-FFF2-40B4-BE49-F238E27FC236}">
                <a16:creationId xmlns:a16="http://schemas.microsoft.com/office/drawing/2014/main" id="{5FC9D539-DC5B-D517-2224-6490F5DFF94B}"/>
              </a:ext>
            </a:extLst>
          </p:cNvPr>
          <p:cNvSpPr txBox="1"/>
          <p:nvPr/>
        </p:nvSpPr>
        <p:spPr>
          <a:xfrm>
            <a:off x="3995085" y="5327883"/>
            <a:ext cx="2060379" cy="307777"/>
          </a:xfrm>
          <a:prstGeom prst="rect">
            <a:avLst/>
          </a:prstGeom>
          <a:noFill/>
        </p:spPr>
        <p:txBody>
          <a:bodyPr wrap="square" rtlCol="0">
            <a:spAutoFit/>
          </a:bodyPr>
          <a:lstStyle/>
          <a:p>
            <a:r>
              <a:rPr lang="es-AR" b="1" dirty="0">
                <a:solidFill>
                  <a:schemeClr val="bg1"/>
                </a:solidFill>
              </a:rPr>
              <a:t>DOCTOR.ROLDAN</a:t>
            </a:r>
          </a:p>
        </p:txBody>
      </p:sp>
      <p:pic>
        <p:nvPicPr>
          <p:cNvPr id="7170" name="Picture 2" descr="Universidad de Mendoza - Sitio Oficial | Mendoza">
            <a:extLst>
              <a:ext uri="{FF2B5EF4-FFF2-40B4-BE49-F238E27FC236}">
                <a16:creationId xmlns:a16="http://schemas.microsoft.com/office/drawing/2014/main" id="{BA034496-567E-CED1-227B-F37CB8B54D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823" t="12601" r="14939" b="12400"/>
          <a:stretch/>
        </p:blipFill>
        <p:spPr bwMode="auto">
          <a:xfrm>
            <a:off x="7775959" y="-60735"/>
            <a:ext cx="1387673" cy="1215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5544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326577" y="467316"/>
            <a:ext cx="6265069" cy="4028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hlink"/>
              </a:buClr>
              <a:buSzPct val="70000"/>
              <a:buFont typeface="Wingdings" panose="05000000000000000000" pitchFamily="2" charset="2"/>
              <a:buChar char="n"/>
              <a:defRPr sz="3200">
                <a:solidFill>
                  <a:schemeClr val="tx1"/>
                </a:solidFill>
                <a:latin typeface="Garamond" panose="02020404030301010803" pitchFamily="18" charset="0"/>
              </a:defRPr>
            </a:lvl1pPr>
            <a:lvl2pPr marL="742950" indent="-285750" eaLnBrk="0" hangingPunct="0">
              <a:spcBef>
                <a:spcPct val="20000"/>
              </a:spcBef>
              <a:buClr>
                <a:schemeClr val="accent2"/>
              </a:buClr>
              <a:buSzPct val="70000"/>
              <a:buFont typeface="Wingdings" panose="05000000000000000000" pitchFamily="2" charset="2"/>
              <a:buChar char="n"/>
              <a:defRPr sz="2800">
                <a:solidFill>
                  <a:schemeClr val="tx1"/>
                </a:solidFill>
                <a:latin typeface="Garamond" panose="02020404030301010803" pitchFamily="18" charset="0"/>
              </a:defRPr>
            </a:lvl2pPr>
            <a:lvl3pPr marL="1143000" indent="-228600" eaLnBrk="0" hangingPunct="0">
              <a:spcBef>
                <a:spcPct val="20000"/>
              </a:spcBef>
              <a:buClr>
                <a:schemeClr val="tx2"/>
              </a:buClr>
              <a:buSzPct val="70000"/>
              <a:buFont typeface="Wingdings" panose="05000000000000000000" pitchFamily="2" charset="2"/>
              <a:buChar char="n"/>
              <a:defRPr sz="2400">
                <a:solidFill>
                  <a:schemeClr val="tx1"/>
                </a:solidFill>
                <a:latin typeface="Garamond" panose="02020404030301010803" pitchFamily="18" charset="0"/>
              </a:defRPr>
            </a:lvl3pPr>
            <a:lvl4pPr marL="1600200" indent="-228600" eaLnBrk="0" hangingPunct="0">
              <a:spcBef>
                <a:spcPct val="20000"/>
              </a:spcBef>
              <a:buClr>
                <a:schemeClr val="accent2"/>
              </a:buClr>
              <a:buSzPct val="70000"/>
              <a:buFont typeface="Wingdings" panose="05000000000000000000" pitchFamily="2" charset="2"/>
              <a:buChar char="n"/>
              <a:defRPr sz="2000">
                <a:solidFill>
                  <a:schemeClr val="tx1"/>
                </a:solidFill>
                <a:latin typeface="Garamond" panose="02020404030301010803" pitchFamily="18" charset="0"/>
              </a:defRPr>
            </a:lvl4pPr>
            <a:lvl5pPr marL="2057400" indent="-228600" eaLnBrk="0" hangingPunct="0">
              <a:spcBef>
                <a:spcPct val="20000"/>
              </a:spcBef>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latin typeface="Garamond" panose="02020404030301010803" pitchFamily="18" charset="0"/>
              </a:defRPr>
            </a:lvl9pPr>
          </a:lstStyle>
          <a:p>
            <a:pPr eaLnBrk="1" hangingPunct="1">
              <a:spcBef>
                <a:spcPct val="0"/>
              </a:spcBef>
              <a:buClrTx/>
              <a:buSzTx/>
              <a:buFontTx/>
              <a:buNone/>
            </a:pPr>
            <a:r>
              <a:rPr lang="es-ES" altLang="es-AR" sz="3300" i="1" dirty="0">
                <a:latin typeface="Work Sans" pitchFamily="2" charset="0"/>
              </a:rPr>
              <a:t>                  </a:t>
            </a:r>
            <a:r>
              <a:rPr lang="es-ES" altLang="es-AR" sz="3300" b="1" dirty="0">
                <a:latin typeface="Work Sans" pitchFamily="2" charset="0"/>
              </a:rPr>
              <a:t>Método</a:t>
            </a:r>
            <a:r>
              <a:rPr lang="es-ES" altLang="es-AR" sz="3300" i="1" dirty="0">
                <a:latin typeface="Work Sans" pitchFamily="2" charset="0"/>
              </a:rPr>
              <a:t> </a:t>
            </a:r>
          </a:p>
          <a:p>
            <a:pPr eaLnBrk="1" hangingPunct="1">
              <a:spcBef>
                <a:spcPct val="0"/>
              </a:spcBef>
              <a:buClrTx/>
              <a:buSzTx/>
              <a:buFontTx/>
              <a:buNone/>
            </a:pPr>
            <a:endParaRPr lang="es-ES" altLang="es-AR" sz="2475" i="1" dirty="0">
              <a:latin typeface="Work Sans" pitchFamily="2" charset="0"/>
            </a:endParaRPr>
          </a:p>
          <a:p>
            <a:pPr eaLnBrk="1" hangingPunct="1">
              <a:spcBef>
                <a:spcPct val="0"/>
              </a:spcBef>
              <a:buClrTx/>
              <a:buSzTx/>
              <a:buFontTx/>
              <a:buNone/>
            </a:pPr>
            <a:endParaRPr lang="es-ES" altLang="es-AR" sz="2475" i="1" dirty="0">
              <a:latin typeface="Work Sans" pitchFamily="2" charset="0"/>
            </a:endParaRPr>
          </a:p>
          <a:p>
            <a:pPr eaLnBrk="1" hangingPunct="1">
              <a:spcBef>
                <a:spcPct val="0"/>
              </a:spcBef>
              <a:buClrTx/>
              <a:buSzTx/>
              <a:buFontTx/>
              <a:buNone/>
            </a:pPr>
            <a:r>
              <a:rPr lang="es-ES" altLang="es-AR" sz="1350" i="1" dirty="0">
                <a:latin typeface="Work Sans" pitchFamily="2" charset="0"/>
                <a:sym typeface="Wingdings 2" panose="05020102010507070707" pitchFamily="18" charset="2"/>
              </a:rPr>
              <a:t></a:t>
            </a:r>
            <a:r>
              <a:rPr lang="es-ES" altLang="es-AR" sz="1350" dirty="0">
                <a:latin typeface="Work Sans" pitchFamily="2" charset="0"/>
              </a:rPr>
              <a:t> </a:t>
            </a:r>
            <a:r>
              <a:rPr lang="es-ES" altLang="es-AR" sz="2475" i="1" dirty="0">
                <a:latin typeface="Work Sans" pitchFamily="2" charset="0"/>
              </a:rPr>
              <a:t>Simple</a:t>
            </a:r>
          </a:p>
          <a:p>
            <a:pPr eaLnBrk="1" hangingPunct="1">
              <a:spcBef>
                <a:spcPct val="0"/>
              </a:spcBef>
              <a:buClrTx/>
              <a:buSzTx/>
              <a:buFontTx/>
              <a:buNone/>
            </a:pPr>
            <a:endParaRPr lang="es-ES" altLang="es-AR" sz="2475" i="1" dirty="0">
              <a:latin typeface="Work Sans" pitchFamily="2" charset="0"/>
            </a:endParaRPr>
          </a:p>
          <a:p>
            <a:pPr eaLnBrk="1" hangingPunct="1">
              <a:spcBef>
                <a:spcPct val="0"/>
              </a:spcBef>
              <a:buClrTx/>
              <a:buSzTx/>
              <a:buFontTx/>
              <a:buNone/>
            </a:pPr>
            <a:r>
              <a:rPr lang="es-ES" altLang="es-AR" sz="2475" i="1" dirty="0">
                <a:latin typeface="Work Sans" pitchFamily="2" charset="0"/>
              </a:rPr>
              <a:t>          </a:t>
            </a:r>
            <a:r>
              <a:rPr lang="es-ES" altLang="es-AR" sz="1350" i="1" dirty="0">
                <a:latin typeface="Work Sans" pitchFamily="2" charset="0"/>
                <a:sym typeface="Wingdings 2" panose="05020102010507070707" pitchFamily="18" charset="2"/>
              </a:rPr>
              <a:t></a:t>
            </a:r>
            <a:r>
              <a:rPr lang="es-ES" altLang="es-AR" sz="1350" dirty="0">
                <a:latin typeface="Work Sans" pitchFamily="2" charset="0"/>
              </a:rPr>
              <a:t> </a:t>
            </a:r>
            <a:r>
              <a:rPr lang="es-ES" altLang="es-AR" sz="2475" i="1" dirty="0">
                <a:latin typeface="Work Sans" pitchFamily="2" charset="0"/>
              </a:rPr>
              <a:t>Económico</a:t>
            </a:r>
          </a:p>
          <a:p>
            <a:pPr eaLnBrk="1" hangingPunct="1">
              <a:spcBef>
                <a:spcPct val="0"/>
              </a:spcBef>
              <a:buClrTx/>
              <a:buSzTx/>
              <a:buFontTx/>
              <a:buNone/>
            </a:pPr>
            <a:endParaRPr lang="es-ES" altLang="es-AR" sz="2475" i="1" dirty="0">
              <a:latin typeface="Work Sans" pitchFamily="2" charset="0"/>
            </a:endParaRPr>
          </a:p>
          <a:p>
            <a:pPr eaLnBrk="1" hangingPunct="1">
              <a:spcBef>
                <a:spcPct val="0"/>
              </a:spcBef>
              <a:buClrTx/>
              <a:buSzTx/>
              <a:buFontTx/>
              <a:buNone/>
            </a:pPr>
            <a:r>
              <a:rPr lang="es-ES" altLang="es-AR" sz="2475" i="1" dirty="0">
                <a:latin typeface="Work Sans" pitchFamily="2" charset="0"/>
              </a:rPr>
              <a:t>                     </a:t>
            </a:r>
            <a:r>
              <a:rPr lang="es-ES" altLang="es-AR" sz="1350" i="1" dirty="0">
                <a:latin typeface="Work Sans" pitchFamily="2" charset="0"/>
                <a:sym typeface="Wingdings 2" panose="05020102010507070707" pitchFamily="18" charset="2"/>
              </a:rPr>
              <a:t></a:t>
            </a:r>
            <a:r>
              <a:rPr lang="es-ES" altLang="es-AR" sz="2475" i="1" dirty="0">
                <a:latin typeface="Work Sans" pitchFamily="2" charset="0"/>
              </a:rPr>
              <a:t> no invasivo</a:t>
            </a:r>
          </a:p>
          <a:p>
            <a:pPr eaLnBrk="1" hangingPunct="1">
              <a:spcBef>
                <a:spcPct val="0"/>
              </a:spcBef>
              <a:buClrTx/>
              <a:buSzTx/>
              <a:buFontTx/>
              <a:buNone/>
            </a:pPr>
            <a:endParaRPr lang="es-ES" altLang="es-AR" sz="2475" i="1" dirty="0">
              <a:latin typeface="Work Sans" pitchFamily="2" charset="0"/>
            </a:endParaRPr>
          </a:p>
          <a:p>
            <a:pPr eaLnBrk="1" hangingPunct="1">
              <a:spcBef>
                <a:spcPct val="0"/>
              </a:spcBef>
              <a:buClrTx/>
              <a:buSzTx/>
              <a:buFontTx/>
              <a:buNone/>
            </a:pPr>
            <a:r>
              <a:rPr lang="es-ES" altLang="es-AR" sz="2475" i="1" dirty="0">
                <a:latin typeface="Work Sans" pitchFamily="2" charset="0"/>
              </a:rPr>
              <a:t>                                </a:t>
            </a:r>
            <a:r>
              <a:rPr lang="es-ES" altLang="es-AR" sz="1350" i="1" dirty="0">
                <a:latin typeface="Work Sans" pitchFamily="2" charset="0"/>
                <a:sym typeface="Wingdings 2" panose="05020102010507070707" pitchFamily="18" charset="2"/>
              </a:rPr>
              <a:t></a:t>
            </a:r>
            <a:r>
              <a:rPr lang="es-ES" altLang="es-AR" sz="1350" dirty="0">
                <a:latin typeface="Work Sans" pitchFamily="2" charset="0"/>
              </a:rPr>
              <a:t> </a:t>
            </a:r>
            <a:r>
              <a:rPr lang="es-ES" altLang="es-AR" sz="2475" i="1" dirty="0">
                <a:latin typeface="Work Sans" pitchFamily="2" charset="0"/>
              </a:rPr>
              <a:t>de fácil lectura</a:t>
            </a:r>
            <a:r>
              <a:rPr lang="es-ES" altLang="es-AR" sz="2475" dirty="0">
                <a:latin typeface="Bookman Old Style" panose="02050604050505020204" pitchFamily="18" charset="0"/>
              </a:rPr>
              <a:t>           </a:t>
            </a:r>
          </a:p>
        </p:txBody>
      </p:sp>
    </p:spTree>
    <p:extLst>
      <p:ext uri="{BB962C8B-B14F-4D97-AF65-F5344CB8AC3E}">
        <p14:creationId xmlns:p14="http://schemas.microsoft.com/office/powerpoint/2010/main" val="27171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ChangeArrowheads="1"/>
          </p:cNvSpPr>
          <p:nvPr/>
        </p:nvSpPr>
        <p:spPr bwMode="auto">
          <a:xfrm>
            <a:off x="1385887" y="310417"/>
            <a:ext cx="6372225" cy="4178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lr>
                <a:schemeClr val="hlink"/>
              </a:buClr>
              <a:buSzPct val="70000"/>
              <a:buFont typeface="Wingdings" panose="05000000000000000000" pitchFamily="2" charset="2"/>
              <a:buChar char="n"/>
              <a:tabLst>
                <a:tab pos="228600" algn="l"/>
              </a:tabLst>
              <a:defRPr sz="3200">
                <a:solidFill>
                  <a:schemeClr val="tx1"/>
                </a:solidFill>
                <a:latin typeface="Garamond" panose="02020404030301010803" pitchFamily="18" charset="0"/>
              </a:defRPr>
            </a:lvl1pPr>
            <a:lvl2pPr marL="742950" indent="-285750" eaLnBrk="0" hangingPunct="0">
              <a:spcBef>
                <a:spcPct val="20000"/>
              </a:spcBef>
              <a:buClr>
                <a:schemeClr val="accent2"/>
              </a:buClr>
              <a:buSzPct val="70000"/>
              <a:buFont typeface="Wingdings" panose="05000000000000000000" pitchFamily="2" charset="2"/>
              <a:buChar char="n"/>
              <a:tabLst>
                <a:tab pos="228600" algn="l"/>
              </a:tabLst>
              <a:defRPr sz="2800">
                <a:solidFill>
                  <a:schemeClr val="tx1"/>
                </a:solidFill>
                <a:latin typeface="Garamond" panose="02020404030301010803" pitchFamily="18" charset="0"/>
              </a:defRPr>
            </a:lvl2pPr>
            <a:lvl3pPr marL="1143000" indent="-228600" eaLnBrk="0" hangingPunct="0">
              <a:spcBef>
                <a:spcPct val="20000"/>
              </a:spcBef>
              <a:buClr>
                <a:schemeClr val="tx2"/>
              </a:buClr>
              <a:buSzPct val="70000"/>
              <a:buFont typeface="Wingdings" panose="05000000000000000000" pitchFamily="2" charset="2"/>
              <a:buChar char="n"/>
              <a:tabLst>
                <a:tab pos="228600" algn="l"/>
              </a:tabLst>
              <a:defRPr sz="2400">
                <a:solidFill>
                  <a:schemeClr val="tx1"/>
                </a:solidFill>
                <a:latin typeface="Garamond" panose="02020404030301010803" pitchFamily="18" charset="0"/>
              </a:defRPr>
            </a:lvl3pPr>
            <a:lvl4pPr marL="1600200" indent="-228600" eaLnBrk="0" hangingPunct="0">
              <a:spcBef>
                <a:spcPct val="20000"/>
              </a:spcBef>
              <a:buClr>
                <a:schemeClr val="accent2"/>
              </a:buClr>
              <a:buSzPct val="70000"/>
              <a:buFont typeface="Wingdings" panose="05000000000000000000" pitchFamily="2" charset="2"/>
              <a:buChar char="n"/>
              <a:tabLst>
                <a:tab pos="228600" algn="l"/>
              </a:tabLst>
              <a:defRPr sz="2000">
                <a:solidFill>
                  <a:schemeClr val="tx1"/>
                </a:solidFill>
                <a:latin typeface="Garamond" panose="02020404030301010803" pitchFamily="18" charset="0"/>
              </a:defRPr>
            </a:lvl4pPr>
            <a:lvl5pPr marL="2057400" indent="-228600" eaLnBrk="0" hangingPunct="0">
              <a:spcBef>
                <a:spcPct val="20000"/>
              </a:spcBef>
              <a:buClr>
                <a:schemeClr val="hlink"/>
              </a:buClr>
              <a:buSzPct val="70000"/>
              <a:buFont typeface="Wingdings" panose="05000000000000000000" pitchFamily="2" charset="2"/>
              <a:buChar char="n"/>
              <a:tabLst>
                <a:tab pos="228600" algn="l"/>
              </a:tabLst>
              <a:defRPr sz="2000">
                <a:solidFill>
                  <a:schemeClr val="tx1"/>
                </a:solidFill>
                <a:latin typeface="Garamond" panose="02020404030301010803" pitchFamily="18"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tabLst>
                <a:tab pos="228600" algn="l"/>
              </a:tabLst>
              <a:defRPr sz="2000">
                <a:solidFill>
                  <a:schemeClr val="tx1"/>
                </a:solidFill>
                <a:latin typeface="Garamond" panose="02020404030301010803" pitchFamily="18"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tabLst>
                <a:tab pos="228600" algn="l"/>
              </a:tabLst>
              <a:defRPr sz="2000">
                <a:solidFill>
                  <a:schemeClr val="tx1"/>
                </a:solidFill>
                <a:latin typeface="Garamond" panose="02020404030301010803" pitchFamily="18"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tabLst>
                <a:tab pos="228600" algn="l"/>
              </a:tabLst>
              <a:defRPr sz="2000">
                <a:solidFill>
                  <a:schemeClr val="tx1"/>
                </a:solidFill>
                <a:latin typeface="Garamond" panose="02020404030301010803" pitchFamily="18"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tabLst>
                <a:tab pos="228600" algn="l"/>
              </a:tabLst>
              <a:defRPr sz="2000">
                <a:solidFill>
                  <a:schemeClr val="tx1"/>
                </a:solidFill>
                <a:latin typeface="Garamond" panose="02020404030301010803" pitchFamily="18" charset="0"/>
              </a:defRPr>
            </a:lvl9pPr>
          </a:lstStyle>
          <a:p>
            <a:pPr algn="ctr" eaLnBrk="1" hangingPunct="1">
              <a:spcBef>
                <a:spcPct val="0"/>
              </a:spcBef>
              <a:buClrTx/>
              <a:buSzTx/>
              <a:buFontTx/>
              <a:buNone/>
            </a:pPr>
            <a:r>
              <a:rPr lang="es-ES" altLang="es-AR" sz="4800" b="1" u="sng" dirty="0">
                <a:latin typeface="Work Sans" pitchFamily="2" charset="0"/>
              </a:rPr>
              <a:t>UTILIDAD </a:t>
            </a:r>
          </a:p>
          <a:p>
            <a:pPr algn="ctr" eaLnBrk="1" hangingPunct="1">
              <a:spcBef>
                <a:spcPct val="0"/>
              </a:spcBef>
              <a:buClrTx/>
              <a:buSzTx/>
              <a:buFontTx/>
              <a:buNone/>
            </a:pPr>
            <a:endParaRPr lang="es-ES" altLang="es-AR" sz="1500" dirty="0">
              <a:latin typeface="Work Sans" pitchFamily="2" charset="0"/>
            </a:endParaRPr>
          </a:p>
          <a:p>
            <a:pPr eaLnBrk="1" hangingPunct="1">
              <a:spcBef>
                <a:spcPct val="0"/>
              </a:spcBef>
              <a:buClrTx/>
              <a:buSzTx/>
              <a:buFontTx/>
              <a:buChar char="•"/>
            </a:pPr>
            <a:r>
              <a:rPr lang="es-ES" altLang="es-AR" sz="2250" dirty="0">
                <a:latin typeface="Work Sans" pitchFamily="2" charset="0"/>
              </a:rPr>
              <a:t>Diagnóstico y diagnóstico diferencial</a:t>
            </a:r>
          </a:p>
          <a:p>
            <a:pPr eaLnBrk="1" hangingPunct="1">
              <a:spcBef>
                <a:spcPct val="0"/>
              </a:spcBef>
              <a:buClrTx/>
              <a:buSzTx/>
              <a:buFontTx/>
              <a:buChar char="•"/>
            </a:pPr>
            <a:endParaRPr lang="es-ES" altLang="es-AR" sz="1125" dirty="0">
              <a:latin typeface="Work Sans" pitchFamily="2" charset="0"/>
            </a:endParaRPr>
          </a:p>
          <a:p>
            <a:pPr eaLnBrk="1" hangingPunct="1">
              <a:spcBef>
                <a:spcPct val="0"/>
              </a:spcBef>
              <a:buClrTx/>
              <a:buSzTx/>
              <a:buFontTx/>
              <a:buChar char="•"/>
            </a:pPr>
            <a:r>
              <a:rPr lang="es-ES" altLang="es-AR" sz="2250" dirty="0">
                <a:latin typeface="Work Sans" pitchFamily="2" charset="0"/>
              </a:rPr>
              <a:t>Evaluación objetiva del daño y su extensión</a:t>
            </a:r>
          </a:p>
          <a:p>
            <a:pPr eaLnBrk="1" hangingPunct="1">
              <a:spcBef>
                <a:spcPct val="0"/>
              </a:spcBef>
              <a:buClrTx/>
              <a:buSzTx/>
              <a:buFontTx/>
              <a:buChar char="•"/>
            </a:pPr>
            <a:endParaRPr lang="es-ES" altLang="es-AR" sz="1125" dirty="0">
              <a:latin typeface="Work Sans" pitchFamily="2" charset="0"/>
            </a:endParaRPr>
          </a:p>
          <a:p>
            <a:pPr eaLnBrk="1" hangingPunct="1">
              <a:spcBef>
                <a:spcPct val="0"/>
              </a:spcBef>
              <a:buClrTx/>
              <a:buSzTx/>
              <a:buFontTx/>
              <a:buChar char="•"/>
            </a:pPr>
            <a:r>
              <a:rPr lang="es-ES" altLang="es-AR" sz="2250" dirty="0">
                <a:latin typeface="Work Sans" pitchFamily="2" charset="0"/>
              </a:rPr>
              <a:t>Pronóstico</a:t>
            </a:r>
          </a:p>
          <a:p>
            <a:pPr eaLnBrk="1" hangingPunct="1">
              <a:spcBef>
                <a:spcPct val="0"/>
              </a:spcBef>
              <a:buClrTx/>
              <a:buSzTx/>
              <a:buFontTx/>
              <a:buChar char="•"/>
            </a:pPr>
            <a:endParaRPr lang="es-ES" altLang="es-AR" sz="1125" dirty="0">
              <a:latin typeface="Work Sans" pitchFamily="2" charset="0"/>
            </a:endParaRPr>
          </a:p>
          <a:p>
            <a:pPr eaLnBrk="1" hangingPunct="1">
              <a:spcBef>
                <a:spcPct val="0"/>
              </a:spcBef>
              <a:buClrTx/>
              <a:buSzTx/>
              <a:buFontTx/>
              <a:buChar char="•"/>
            </a:pPr>
            <a:r>
              <a:rPr lang="es-ES" altLang="es-AR" sz="2250" dirty="0">
                <a:latin typeface="Work Sans" pitchFamily="2" charset="0"/>
              </a:rPr>
              <a:t>Elección del tratamiento</a:t>
            </a:r>
          </a:p>
          <a:p>
            <a:pPr eaLnBrk="1" hangingPunct="1">
              <a:spcBef>
                <a:spcPct val="0"/>
              </a:spcBef>
              <a:buClrTx/>
              <a:buSzTx/>
              <a:buFontTx/>
              <a:buChar char="•"/>
            </a:pPr>
            <a:endParaRPr lang="es-ES" altLang="es-AR" sz="1125" dirty="0">
              <a:latin typeface="Work Sans" pitchFamily="2" charset="0"/>
            </a:endParaRPr>
          </a:p>
          <a:p>
            <a:pPr eaLnBrk="1" hangingPunct="1">
              <a:spcBef>
                <a:spcPct val="0"/>
              </a:spcBef>
              <a:buClrTx/>
              <a:buSzTx/>
              <a:buFontTx/>
              <a:buChar char="•"/>
            </a:pPr>
            <a:r>
              <a:rPr lang="es-ES" altLang="es-AR" sz="2250" dirty="0">
                <a:latin typeface="Work Sans" pitchFamily="2" charset="0"/>
              </a:rPr>
              <a:t>Documentación del progreso de las lesiones o remisión</a:t>
            </a:r>
          </a:p>
        </p:txBody>
      </p:sp>
    </p:spTree>
    <p:extLst>
      <p:ext uri="{BB962C8B-B14F-4D97-AF65-F5344CB8AC3E}">
        <p14:creationId xmlns:p14="http://schemas.microsoft.com/office/powerpoint/2010/main" val="12388691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2249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AR" dirty="0"/>
              <a:t>Manifestaciones radiológicas</a:t>
            </a:r>
            <a:endParaRPr dirty="0"/>
          </a:p>
        </p:txBody>
      </p:sp>
      <p:sp>
        <p:nvSpPr>
          <p:cNvPr id="13603" name="Google Shape;13603;p38"/>
          <p:cNvSpPr txBox="1">
            <a:spLocks noGrp="1"/>
          </p:cNvSpPr>
          <p:nvPr>
            <p:ph type="body" idx="1"/>
          </p:nvPr>
        </p:nvSpPr>
        <p:spPr>
          <a:xfrm>
            <a:off x="720000" y="797698"/>
            <a:ext cx="7028954" cy="3416400"/>
          </a:xfrm>
          <a:prstGeom prst="rect">
            <a:avLst/>
          </a:prstGeom>
        </p:spPr>
        <p:txBody>
          <a:bodyPr spcFirstLastPara="1" wrap="square" lIns="91425" tIns="91425" rIns="91425" bIns="91425" anchor="b" anchorCtr="0">
            <a:noAutofit/>
          </a:bodyPr>
          <a:lstStyle/>
          <a:p>
            <a:pPr indent="-457200"/>
            <a:r>
              <a:rPr lang="en" sz="2000" dirty="0">
                <a:solidFill>
                  <a:schemeClr val="dk1"/>
                </a:solidFill>
              </a:rPr>
              <a:t>ALTERACIONES DE LOS TEJIDOS BLANDOS.</a:t>
            </a:r>
          </a:p>
          <a:p>
            <a:pPr indent="-457200"/>
            <a:r>
              <a:rPr lang="en" sz="2000" dirty="0">
                <a:solidFill>
                  <a:schemeClr val="dk1"/>
                </a:solidFill>
              </a:rPr>
              <a:t>ALTERACIONES DE LA MINERALIZACIÓN ÓSEA.</a:t>
            </a:r>
          </a:p>
          <a:p>
            <a:pPr indent="-457200"/>
            <a:r>
              <a:rPr lang="en" sz="2000" dirty="0">
                <a:solidFill>
                  <a:schemeClr val="dk1"/>
                </a:solidFill>
              </a:rPr>
              <a:t>ALTERACIONES DEL ESPACIO ARTICULAR.</a:t>
            </a:r>
          </a:p>
          <a:p>
            <a:pPr indent="-457200"/>
            <a:r>
              <a:rPr lang="en" sz="2000" dirty="0">
                <a:solidFill>
                  <a:schemeClr val="dk1"/>
                </a:solidFill>
              </a:rPr>
              <a:t>ALTERACIONES DE LA SUPERFICIE ÓSEA.</a:t>
            </a:r>
          </a:p>
          <a:p>
            <a:pPr indent="-457200"/>
            <a:r>
              <a:rPr lang="en" sz="2000" dirty="0">
                <a:solidFill>
                  <a:schemeClr val="dk1"/>
                </a:solidFill>
              </a:rPr>
              <a:t>ALTERACIONES DEL CRECIMIENTO.</a:t>
            </a:r>
          </a:p>
          <a:p>
            <a:pPr indent="-457200"/>
            <a:r>
              <a:rPr lang="en" sz="2000" dirty="0">
                <a:solidFill>
                  <a:schemeClr val="dk1"/>
                </a:solidFill>
              </a:rPr>
              <a:t>ALTERACIONES DE LA ALINEACIÓN.</a:t>
            </a:r>
          </a:p>
          <a:p>
            <a:pPr indent="-457200"/>
            <a:r>
              <a:rPr lang="en" sz="2000" dirty="0">
                <a:solidFill>
                  <a:schemeClr val="dk1"/>
                </a:solidFill>
              </a:rPr>
              <a:t>CALCIFICACIONES.</a:t>
            </a:r>
          </a:p>
          <a:p>
            <a:pPr marL="0" lvl="0" indent="0" algn="l" rtl="0">
              <a:spcBef>
                <a:spcPts val="0"/>
              </a:spcBef>
              <a:spcAft>
                <a:spcPts val="0"/>
              </a:spcAft>
              <a:buNone/>
            </a:pPr>
            <a:endParaRPr lang="en" dirty="0">
              <a:solidFill>
                <a:schemeClr val="dk1"/>
              </a:solidFill>
            </a:endParaRPr>
          </a:p>
        </p:txBody>
      </p:sp>
    </p:spTree>
    <p:extLst>
      <p:ext uri="{BB962C8B-B14F-4D97-AF65-F5344CB8AC3E}">
        <p14:creationId xmlns:p14="http://schemas.microsoft.com/office/powerpoint/2010/main" val="1753600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interior, sostener, tabla, par&#10;&#10;Descripción generada automáticamente">
            <a:extLst>
              <a:ext uri="{FF2B5EF4-FFF2-40B4-BE49-F238E27FC236}">
                <a16:creationId xmlns:a16="http://schemas.microsoft.com/office/drawing/2014/main" id="{96F731B9-1F82-8EDA-56EB-8E287C953A7A}"/>
              </a:ext>
            </a:extLst>
          </p:cNvPr>
          <p:cNvPicPr>
            <a:picLocks noChangeAspect="1"/>
          </p:cNvPicPr>
          <p:nvPr/>
        </p:nvPicPr>
        <p:blipFill>
          <a:blip r:embed="rId2"/>
          <a:stretch>
            <a:fillRect/>
          </a:stretch>
        </p:blipFill>
        <p:spPr>
          <a:xfrm>
            <a:off x="0" y="-93786"/>
            <a:ext cx="4996901" cy="5237285"/>
          </a:xfrm>
          <a:prstGeom prst="rect">
            <a:avLst/>
          </a:prstGeom>
        </p:spPr>
      </p:pic>
      <p:sp>
        <p:nvSpPr>
          <p:cNvPr id="7" name="CuadroTexto 6">
            <a:extLst>
              <a:ext uri="{FF2B5EF4-FFF2-40B4-BE49-F238E27FC236}">
                <a16:creationId xmlns:a16="http://schemas.microsoft.com/office/drawing/2014/main" id="{7EB8CB73-2DD4-1123-6424-50F9144782EB}"/>
              </a:ext>
            </a:extLst>
          </p:cNvPr>
          <p:cNvSpPr txBox="1"/>
          <p:nvPr/>
        </p:nvSpPr>
        <p:spPr>
          <a:xfrm>
            <a:off x="5228493" y="47982"/>
            <a:ext cx="3516923" cy="5047536"/>
          </a:xfrm>
          <a:prstGeom prst="rect">
            <a:avLst/>
          </a:prstGeom>
          <a:noFill/>
        </p:spPr>
        <p:txBody>
          <a:bodyPr wrap="square" rtlCol="0">
            <a:spAutoFit/>
          </a:bodyPr>
          <a:lstStyle/>
          <a:p>
            <a:pPr algn="l"/>
            <a:r>
              <a:rPr lang="es-AR" b="0" i="0" dirty="0">
                <a:solidFill>
                  <a:srgbClr val="5F584F"/>
                </a:solidFill>
                <a:effectLst/>
                <a:highlight>
                  <a:srgbClr val="F9F9F9"/>
                </a:highlight>
                <a:latin typeface="arial" panose="020B0604020202020204" pitchFamily="34" charset="0"/>
              </a:rPr>
              <a:t>1. Proceso estiloides del radio</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2. Metáfisis del radio</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3. Metáfisis de Cubito</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4. Proceso estiloides de la </a:t>
            </a:r>
          </a:p>
          <a:p>
            <a:pPr algn="l"/>
            <a:r>
              <a:rPr lang="es-AR" b="0" i="0" dirty="0">
                <a:solidFill>
                  <a:srgbClr val="5F584F"/>
                </a:solidFill>
                <a:effectLst/>
                <a:highlight>
                  <a:srgbClr val="F9F9F9"/>
                </a:highlight>
                <a:latin typeface="arial" panose="020B0604020202020204" pitchFamily="34" charset="0"/>
              </a:rPr>
              <a:t>5. Escafoides</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6. Semilunar</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7. Piramidal</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8. Pisiforme</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9. Trapecio</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10. Trapezoide</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11. Capitado (Grande)</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12. Ganchoso</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13. Base del segundo metacarpo</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14. Cuerpo del tercer metacarpo</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15. Cuello del 5to metacarpo</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16. Cabeza del 4to metacarpo</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17. Articulación metacarpofalángica</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18. Falange proximal</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19. Falange media</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20. Falange distal</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21. Hueso sesamoideo</a:t>
            </a:r>
            <a:endParaRPr lang="es-AR" b="0" i="0" dirty="0">
              <a:solidFill>
                <a:srgbClr val="5F584F"/>
              </a:solidFill>
              <a:effectLst/>
              <a:highlight>
                <a:srgbClr val="F9F9F9"/>
              </a:highlight>
              <a:latin typeface="Open Sans" panose="020B0606030504020204" pitchFamily="34" charset="0"/>
            </a:endParaRPr>
          </a:p>
          <a:p>
            <a:pPr algn="l"/>
            <a:r>
              <a:rPr lang="es-AR" b="0" i="0" dirty="0">
                <a:solidFill>
                  <a:srgbClr val="5F584F"/>
                </a:solidFill>
                <a:effectLst/>
                <a:highlight>
                  <a:srgbClr val="F9F9F9"/>
                </a:highlight>
                <a:latin typeface="arial" panose="020B0604020202020204" pitchFamily="34" charset="0"/>
              </a:rPr>
              <a:t>22. Tuberosidad distal</a:t>
            </a:r>
            <a:endParaRPr lang="es-AR" b="0" i="0" dirty="0">
              <a:solidFill>
                <a:srgbClr val="5F584F"/>
              </a:solidFill>
              <a:effectLst/>
              <a:highlight>
                <a:srgbClr val="F9F9F9"/>
              </a:highlight>
              <a:latin typeface="Open Sans" panose="020B0606030504020204" pitchFamily="34" charset="0"/>
            </a:endParaRPr>
          </a:p>
          <a:p>
            <a:endParaRPr lang="es-AR" dirty="0"/>
          </a:p>
        </p:txBody>
      </p:sp>
    </p:spTree>
    <p:extLst>
      <p:ext uri="{BB962C8B-B14F-4D97-AF65-F5344CB8AC3E}">
        <p14:creationId xmlns:p14="http://schemas.microsoft.com/office/powerpoint/2010/main" val="1746464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382477" y="68821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solidFill>
                  <a:schemeClr val="dk1"/>
                </a:solidFill>
              </a:rPr>
              <a:t>ALTERACIONES DE LOS TEJIDOS BLANDOS</a:t>
            </a:r>
            <a:endParaRPr dirty="0"/>
          </a:p>
        </p:txBody>
      </p:sp>
      <p:sp>
        <p:nvSpPr>
          <p:cNvPr id="13603" name="Google Shape;13603;p38"/>
          <p:cNvSpPr txBox="1">
            <a:spLocks noGrp="1"/>
          </p:cNvSpPr>
          <p:nvPr>
            <p:ph type="body" idx="1"/>
          </p:nvPr>
        </p:nvSpPr>
        <p:spPr>
          <a:xfrm>
            <a:off x="813784" y="-844650"/>
            <a:ext cx="7028954" cy="3416400"/>
          </a:xfrm>
          <a:prstGeom prst="rect">
            <a:avLst/>
          </a:prstGeom>
        </p:spPr>
        <p:txBody>
          <a:bodyPr spcFirstLastPara="1" wrap="square" lIns="91425" tIns="91425" rIns="91425" bIns="91425" anchor="b" anchorCtr="0">
            <a:noAutofit/>
          </a:bodyPr>
          <a:lstStyle/>
          <a:p>
            <a:pPr marL="0" indent="0">
              <a:buNone/>
            </a:pPr>
            <a:r>
              <a:rPr lang="en" sz="2000" dirty="0">
                <a:solidFill>
                  <a:schemeClr val="dk1"/>
                </a:solidFill>
              </a:rPr>
              <a:t>Aumento difuso: acromegalia.</a:t>
            </a:r>
          </a:p>
          <a:p>
            <a:pPr marL="0" indent="0">
              <a:buNone/>
            </a:pPr>
            <a:r>
              <a:rPr lang="en" sz="2000" dirty="0">
                <a:solidFill>
                  <a:schemeClr val="dk1"/>
                </a:solidFill>
              </a:rPr>
              <a:t>Aumento periarticular: AR, bursitis, tenosinovitis, nodulos, tofos.</a:t>
            </a:r>
          </a:p>
          <a:p>
            <a:pPr marL="0" lvl="0" indent="0" algn="l" rtl="0">
              <a:spcBef>
                <a:spcPts val="0"/>
              </a:spcBef>
              <a:spcAft>
                <a:spcPts val="0"/>
              </a:spcAft>
              <a:buNone/>
            </a:pPr>
            <a:endParaRPr lang="en" dirty="0">
              <a:solidFill>
                <a:schemeClr val="dk1"/>
              </a:solidFill>
            </a:endParaRPr>
          </a:p>
        </p:txBody>
      </p:sp>
      <p:pic>
        <p:nvPicPr>
          <p:cNvPr id="8194" name="Picture 2" descr="SciELO - Brasil - Radiographic findings in acromegaly: pictorial essay  Radiographic findings in acromegaly: pictorial essay">
            <a:extLst>
              <a:ext uri="{FF2B5EF4-FFF2-40B4-BE49-F238E27FC236}">
                <a16:creationId xmlns:a16="http://schemas.microsoft.com/office/drawing/2014/main" id="{5438E97C-1979-CB25-A887-FC3581AA84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231" y="2571750"/>
            <a:ext cx="4947138" cy="172720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Artrosis de mano. Dolor de dedos y debilidad, como mejorarla">
            <a:extLst>
              <a:ext uri="{FF2B5EF4-FFF2-40B4-BE49-F238E27FC236}">
                <a16:creationId xmlns:a16="http://schemas.microsoft.com/office/drawing/2014/main" id="{A099390C-8CB4-3471-730B-CFDE9A4F0F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4458" y="2110153"/>
            <a:ext cx="3449542" cy="2951285"/>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3603;p38">
            <a:extLst>
              <a:ext uri="{FF2B5EF4-FFF2-40B4-BE49-F238E27FC236}">
                <a16:creationId xmlns:a16="http://schemas.microsoft.com/office/drawing/2014/main" id="{B8916909-029B-DE37-9C3E-9834F02E7FAD}"/>
              </a:ext>
            </a:extLst>
          </p:cNvPr>
          <p:cNvSpPr txBox="1">
            <a:spLocks/>
          </p:cNvSpPr>
          <p:nvPr/>
        </p:nvSpPr>
        <p:spPr>
          <a:xfrm>
            <a:off x="609851" y="4239091"/>
            <a:ext cx="2098180" cy="82234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0" indent="0">
              <a:buFont typeface="Work Sans"/>
              <a:buNone/>
            </a:pPr>
            <a:r>
              <a:rPr lang="es-AR" sz="2000" b="1" dirty="0">
                <a:solidFill>
                  <a:schemeClr val="dk1"/>
                </a:solidFill>
              </a:rPr>
              <a:t>ACROMEGALIA</a:t>
            </a:r>
            <a:endParaRPr lang="en" sz="2000" b="1" dirty="0">
              <a:solidFill>
                <a:schemeClr val="dk1"/>
              </a:solidFill>
            </a:endParaRPr>
          </a:p>
          <a:p>
            <a:pPr marL="0" indent="0">
              <a:buFont typeface="Work Sans"/>
              <a:buNone/>
            </a:pPr>
            <a:endParaRPr lang="en" dirty="0">
              <a:solidFill>
                <a:schemeClr val="dk1"/>
              </a:solidFill>
            </a:endParaRPr>
          </a:p>
        </p:txBody>
      </p:sp>
      <p:sp>
        <p:nvSpPr>
          <p:cNvPr id="3" name="Google Shape;13603;p38">
            <a:extLst>
              <a:ext uri="{FF2B5EF4-FFF2-40B4-BE49-F238E27FC236}">
                <a16:creationId xmlns:a16="http://schemas.microsoft.com/office/drawing/2014/main" id="{161361E1-A2FA-F87D-6C78-84DAEC7A84CE}"/>
              </a:ext>
            </a:extLst>
          </p:cNvPr>
          <p:cNvSpPr txBox="1">
            <a:spLocks/>
          </p:cNvSpPr>
          <p:nvPr/>
        </p:nvSpPr>
        <p:spPr>
          <a:xfrm>
            <a:off x="8274045" y="2110153"/>
            <a:ext cx="2098180" cy="82234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0" indent="0">
              <a:buFont typeface="Work Sans"/>
              <a:buNone/>
            </a:pPr>
            <a:r>
              <a:rPr lang="es-AR" sz="2000" b="1" dirty="0">
                <a:solidFill>
                  <a:schemeClr val="bg2"/>
                </a:solidFill>
              </a:rPr>
              <a:t>AR</a:t>
            </a:r>
            <a:endParaRPr lang="en" sz="2000" b="1" dirty="0">
              <a:solidFill>
                <a:schemeClr val="bg2"/>
              </a:solidFill>
            </a:endParaRPr>
          </a:p>
          <a:p>
            <a:pPr marL="0" indent="0">
              <a:buFont typeface="Work Sans"/>
              <a:buNone/>
            </a:pPr>
            <a:endParaRPr lang="en" dirty="0">
              <a:solidFill>
                <a:schemeClr val="dk1"/>
              </a:solidFill>
            </a:endParaRPr>
          </a:p>
        </p:txBody>
      </p:sp>
    </p:spTree>
    <p:extLst>
      <p:ext uri="{BB962C8B-B14F-4D97-AF65-F5344CB8AC3E}">
        <p14:creationId xmlns:p14="http://schemas.microsoft.com/office/powerpoint/2010/main" val="2275581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382477" y="688214"/>
            <a:ext cx="7704000" cy="572700"/>
          </a:xfrm>
          <a:prstGeom prst="rect">
            <a:avLst/>
          </a:prstGeom>
        </p:spPr>
        <p:txBody>
          <a:bodyPr spcFirstLastPara="1" wrap="square" lIns="91425" tIns="91425" rIns="91425" bIns="91425" anchor="t" anchorCtr="0">
            <a:noAutofit/>
          </a:bodyPr>
          <a:lstStyle/>
          <a:p>
            <a:pPr indent="-457200"/>
            <a:r>
              <a:rPr lang="en" sz="3200" dirty="0">
                <a:solidFill>
                  <a:schemeClr val="dk1"/>
                </a:solidFill>
              </a:rPr>
              <a:t>ALTERACIONES DE LA MINERALIZACIÓN ÓSEA</a:t>
            </a:r>
          </a:p>
        </p:txBody>
      </p:sp>
      <p:sp>
        <p:nvSpPr>
          <p:cNvPr id="13603" name="Google Shape;13603;p38"/>
          <p:cNvSpPr txBox="1">
            <a:spLocks noGrp="1"/>
          </p:cNvSpPr>
          <p:nvPr>
            <p:ph type="body" idx="1"/>
          </p:nvPr>
        </p:nvSpPr>
        <p:spPr>
          <a:xfrm>
            <a:off x="382477" y="1833614"/>
            <a:ext cx="9527991" cy="2180192"/>
          </a:xfrm>
          <a:prstGeom prst="rect">
            <a:avLst/>
          </a:prstGeom>
        </p:spPr>
        <p:txBody>
          <a:bodyPr spcFirstLastPara="1" wrap="square" lIns="91425" tIns="91425" rIns="91425" bIns="91425" anchor="b" anchorCtr="0">
            <a:noAutofit/>
          </a:bodyPr>
          <a:lstStyle/>
          <a:p>
            <a:pPr marL="0" indent="0">
              <a:buNone/>
            </a:pPr>
            <a:r>
              <a:rPr lang="es-AR" sz="2000" dirty="0">
                <a:solidFill>
                  <a:schemeClr val="dk1"/>
                </a:solidFill>
              </a:rPr>
              <a:t>O</a:t>
            </a:r>
            <a:r>
              <a:rPr lang="en" sz="2000" dirty="0">
                <a:solidFill>
                  <a:schemeClr val="dk1"/>
                </a:solidFill>
              </a:rPr>
              <a:t>STEOPENIA:</a:t>
            </a:r>
          </a:p>
          <a:p>
            <a:pPr marL="342900" indent="-342900">
              <a:buFont typeface="Arial" panose="020B0604020202020204" pitchFamily="34" charset="0"/>
              <a:buChar char="•"/>
            </a:pPr>
            <a:r>
              <a:rPr lang="en" sz="2000" dirty="0">
                <a:solidFill>
                  <a:schemeClr val="dk1"/>
                </a:solidFill>
              </a:rPr>
              <a:t>Generalizada (osteoporosis)</a:t>
            </a:r>
          </a:p>
          <a:p>
            <a:pPr marL="342900" indent="-342900">
              <a:buFont typeface="Arial" panose="020B0604020202020204" pitchFamily="34" charset="0"/>
              <a:buChar char="•"/>
            </a:pPr>
            <a:r>
              <a:rPr lang="en" sz="2000" dirty="0">
                <a:solidFill>
                  <a:schemeClr val="dk1"/>
                </a:solidFill>
              </a:rPr>
              <a:t>Localizada: yuxtaarticular (AR)</a:t>
            </a:r>
          </a:p>
          <a:p>
            <a:pPr marL="342900" indent="-342900">
              <a:buFont typeface="Arial" panose="020B0604020202020204" pitchFamily="34" charset="0"/>
              <a:buChar char="•"/>
            </a:pPr>
            <a:r>
              <a:rPr lang="en" sz="2000" dirty="0">
                <a:solidFill>
                  <a:schemeClr val="dk1"/>
                </a:solidFill>
              </a:rPr>
              <a:t>Parcelar: moteada (Sudeck)</a:t>
            </a:r>
          </a:p>
          <a:p>
            <a:pPr marL="0" indent="0">
              <a:buNone/>
            </a:pPr>
            <a:r>
              <a:rPr lang="en" sz="2000" dirty="0">
                <a:solidFill>
                  <a:schemeClr val="dk1"/>
                </a:solidFill>
              </a:rPr>
              <a:t>ESCLEROSIS ÓSEA (reacción del </a:t>
            </a:r>
          </a:p>
          <a:p>
            <a:pPr marL="0" indent="0">
              <a:buNone/>
            </a:pPr>
            <a:r>
              <a:rPr lang="en" sz="2000" dirty="0">
                <a:solidFill>
                  <a:schemeClr val="dk1"/>
                </a:solidFill>
              </a:rPr>
              <a:t>hueso antes una injuria)</a:t>
            </a:r>
          </a:p>
          <a:p>
            <a:pPr marL="0" lvl="0" indent="0" algn="l" rtl="0">
              <a:spcBef>
                <a:spcPts val="0"/>
              </a:spcBef>
              <a:spcAft>
                <a:spcPts val="0"/>
              </a:spcAft>
              <a:buNone/>
            </a:pPr>
            <a:endParaRPr lang="en" dirty="0">
              <a:solidFill>
                <a:schemeClr val="dk1"/>
              </a:solidFill>
            </a:endParaRPr>
          </a:p>
        </p:txBody>
      </p:sp>
      <p:pic>
        <p:nvPicPr>
          <p:cNvPr id="8198" name="Picture 6" descr="EL SÍNDROME DE DOLOR REGIONAL COMPLEJO - Clínica Reumatológica Doctor Ponce">
            <a:extLst>
              <a:ext uri="{FF2B5EF4-FFF2-40B4-BE49-F238E27FC236}">
                <a16:creationId xmlns:a16="http://schemas.microsoft.com/office/drawing/2014/main" id="{4AD5756A-9580-AE1F-7F21-ED82337E28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4379" y="1426636"/>
            <a:ext cx="3897144" cy="2994147"/>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3603;p38">
            <a:extLst>
              <a:ext uri="{FF2B5EF4-FFF2-40B4-BE49-F238E27FC236}">
                <a16:creationId xmlns:a16="http://schemas.microsoft.com/office/drawing/2014/main" id="{568037DF-4F5D-1168-D861-FC9B57B46867}"/>
              </a:ext>
            </a:extLst>
          </p:cNvPr>
          <p:cNvSpPr txBox="1">
            <a:spLocks/>
          </p:cNvSpPr>
          <p:nvPr/>
        </p:nvSpPr>
        <p:spPr>
          <a:xfrm>
            <a:off x="5728199" y="4321153"/>
            <a:ext cx="1762847" cy="82234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0" indent="0">
              <a:buFont typeface="Work Sans"/>
              <a:buNone/>
            </a:pPr>
            <a:r>
              <a:rPr lang="es-AR" sz="2000" b="1" dirty="0">
                <a:solidFill>
                  <a:schemeClr val="dk1"/>
                </a:solidFill>
              </a:rPr>
              <a:t>SUDECK</a:t>
            </a:r>
            <a:endParaRPr lang="en" sz="2000" b="1" dirty="0">
              <a:solidFill>
                <a:schemeClr val="dk1"/>
              </a:solidFill>
            </a:endParaRPr>
          </a:p>
          <a:p>
            <a:pPr marL="0" indent="0">
              <a:buFont typeface="Work Sans"/>
              <a:buNone/>
            </a:pPr>
            <a:endParaRPr lang="en" dirty="0">
              <a:solidFill>
                <a:schemeClr val="dk1"/>
              </a:solidFill>
            </a:endParaRPr>
          </a:p>
        </p:txBody>
      </p:sp>
    </p:spTree>
    <p:extLst>
      <p:ext uri="{BB962C8B-B14F-4D97-AF65-F5344CB8AC3E}">
        <p14:creationId xmlns:p14="http://schemas.microsoft.com/office/powerpoint/2010/main" val="41485355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382477" y="688214"/>
            <a:ext cx="7704000" cy="572700"/>
          </a:xfrm>
          <a:prstGeom prst="rect">
            <a:avLst/>
          </a:prstGeom>
        </p:spPr>
        <p:txBody>
          <a:bodyPr spcFirstLastPara="1" wrap="square" lIns="91425" tIns="91425" rIns="91425" bIns="91425" anchor="t" anchorCtr="0">
            <a:noAutofit/>
          </a:bodyPr>
          <a:lstStyle/>
          <a:p>
            <a:pPr indent="-457200"/>
            <a:r>
              <a:rPr lang="en" sz="3200" dirty="0">
                <a:solidFill>
                  <a:schemeClr val="dk1"/>
                </a:solidFill>
              </a:rPr>
              <a:t>ALTERACIONES DEL ESPACIO ARTICULAR</a:t>
            </a:r>
          </a:p>
        </p:txBody>
      </p:sp>
      <p:sp>
        <p:nvSpPr>
          <p:cNvPr id="13603" name="Google Shape;13603;p38"/>
          <p:cNvSpPr txBox="1">
            <a:spLocks noGrp="1"/>
          </p:cNvSpPr>
          <p:nvPr>
            <p:ph type="body" idx="1"/>
          </p:nvPr>
        </p:nvSpPr>
        <p:spPr>
          <a:xfrm>
            <a:off x="699000" y="3087983"/>
            <a:ext cx="9527991" cy="2180192"/>
          </a:xfrm>
          <a:prstGeom prst="rect">
            <a:avLst/>
          </a:prstGeom>
        </p:spPr>
        <p:txBody>
          <a:bodyPr spcFirstLastPara="1" wrap="square" lIns="91425" tIns="91425" rIns="91425" bIns="91425" anchor="b" anchorCtr="0">
            <a:noAutofit/>
          </a:bodyPr>
          <a:lstStyle/>
          <a:p>
            <a:pPr marL="0" indent="0">
              <a:buNone/>
            </a:pPr>
            <a:r>
              <a:rPr lang="es-AR" sz="2000" dirty="0">
                <a:solidFill>
                  <a:schemeClr val="dk1"/>
                </a:solidFill>
              </a:rPr>
              <a:t>ENSANCHAMIENTO:</a:t>
            </a:r>
          </a:p>
          <a:p>
            <a:pPr marL="342900" indent="-342900">
              <a:buFont typeface="Arial" panose="020B0604020202020204" pitchFamily="34" charset="0"/>
              <a:buChar char="•"/>
            </a:pPr>
            <a:r>
              <a:rPr lang="es-AR" sz="2000" dirty="0">
                <a:solidFill>
                  <a:schemeClr val="dk1"/>
                </a:solidFill>
              </a:rPr>
              <a:t>Crecimiento: acromegalia</a:t>
            </a:r>
          </a:p>
          <a:p>
            <a:pPr marL="342900" indent="-342900">
              <a:buFont typeface="Arial" panose="020B0604020202020204" pitchFamily="34" charset="0"/>
              <a:buChar char="•"/>
            </a:pPr>
            <a:r>
              <a:rPr lang="es-AR" sz="2000" dirty="0">
                <a:solidFill>
                  <a:schemeClr val="dk1"/>
                </a:solidFill>
              </a:rPr>
              <a:t>Derrame articular: AR</a:t>
            </a:r>
          </a:p>
          <a:p>
            <a:pPr marL="0" indent="0">
              <a:buNone/>
            </a:pPr>
            <a:r>
              <a:rPr lang="es-AR" sz="2000" dirty="0">
                <a:solidFill>
                  <a:schemeClr val="dk1"/>
                </a:solidFill>
              </a:rPr>
              <a:t>PSEUDOENSANCHAMIENTO:</a:t>
            </a:r>
          </a:p>
          <a:p>
            <a:pPr marL="342900" indent="-342900">
              <a:buFont typeface="Arial" panose="020B0604020202020204" pitchFamily="34" charset="0"/>
              <a:buChar char="•"/>
            </a:pPr>
            <a:r>
              <a:rPr lang="es-AR" sz="2000" dirty="0">
                <a:solidFill>
                  <a:schemeClr val="dk1"/>
                </a:solidFill>
              </a:rPr>
              <a:t>AR</a:t>
            </a:r>
          </a:p>
          <a:p>
            <a:pPr marL="342900" indent="-342900">
              <a:buFont typeface="Arial" panose="020B0604020202020204" pitchFamily="34" charset="0"/>
              <a:buChar char="•"/>
            </a:pPr>
            <a:r>
              <a:rPr lang="es-AR" sz="2000" dirty="0" err="1">
                <a:solidFill>
                  <a:schemeClr val="dk1"/>
                </a:solidFill>
              </a:rPr>
              <a:t>Aps</a:t>
            </a:r>
            <a:r>
              <a:rPr lang="es-AR" sz="2000" dirty="0">
                <a:solidFill>
                  <a:schemeClr val="dk1"/>
                </a:solidFill>
              </a:rPr>
              <a:t> (Artritis Psoriásica)</a:t>
            </a:r>
          </a:p>
          <a:p>
            <a:pPr marL="0" indent="0">
              <a:buNone/>
            </a:pPr>
            <a:r>
              <a:rPr lang="es-AR" sz="2000" dirty="0">
                <a:solidFill>
                  <a:schemeClr val="dk1"/>
                </a:solidFill>
              </a:rPr>
              <a:t>ESTRECHAMIENTO:</a:t>
            </a:r>
          </a:p>
          <a:p>
            <a:pPr marL="342900" indent="-342900">
              <a:buFont typeface="Arial" panose="020B0604020202020204" pitchFamily="34" charset="0"/>
              <a:buChar char="•"/>
            </a:pPr>
            <a:r>
              <a:rPr lang="en" sz="2000" dirty="0">
                <a:solidFill>
                  <a:schemeClr val="dk1"/>
                </a:solidFill>
              </a:rPr>
              <a:t>Uniforme y regular: artropatía inflamatoria.</a:t>
            </a:r>
          </a:p>
          <a:p>
            <a:pPr marL="342900" indent="-342900">
              <a:buFont typeface="Arial" panose="020B0604020202020204" pitchFamily="34" charset="0"/>
              <a:buChar char="•"/>
            </a:pPr>
            <a:r>
              <a:rPr lang="en" sz="2000" dirty="0">
                <a:solidFill>
                  <a:schemeClr val="dk1"/>
                </a:solidFill>
              </a:rPr>
              <a:t>Irregular: Artrosis</a:t>
            </a:r>
          </a:p>
          <a:p>
            <a:pPr marL="0" indent="0">
              <a:buNone/>
            </a:pPr>
            <a:r>
              <a:rPr lang="en" sz="2000" dirty="0">
                <a:solidFill>
                  <a:schemeClr val="dk1"/>
                </a:solidFill>
              </a:rPr>
              <a:t>ANQUILOSIS:</a:t>
            </a:r>
          </a:p>
          <a:p>
            <a:pPr marL="342900" indent="-342900">
              <a:buFont typeface="Arial" panose="020B0604020202020204" pitchFamily="34" charset="0"/>
              <a:buChar char="•"/>
            </a:pPr>
            <a:r>
              <a:rPr lang="en" sz="2000" dirty="0">
                <a:solidFill>
                  <a:schemeClr val="dk1"/>
                </a:solidFill>
              </a:rPr>
              <a:t>Fibrosa. (EASN)</a:t>
            </a:r>
          </a:p>
          <a:p>
            <a:pPr marL="342900" indent="-342900">
              <a:buFont typeface="Arial" panose="020B0604020202020204" pitchFamily="34" charset="0"/>
              <a:buChar char="•"/>
            </a:pPr>
            <a:r>
              <a:rPr lang="en" sz="2000" dirty="0">
                <a:solidFill>
                  <a:schemeClr val="dk1"/>
                </a:solidFill>
              </a:rPr>
              <a:t>Ósea.</a:t>
            </a:r>
          </a:p>
          <a:p>
            <a:pPr marL="0" lvl="0" indent="0" algn="l" rtl="0">
              <a:spcBef>
                <a:spcPts val="0"/>
              </a:spcBef>
              <a:spcAft>
                <a:spcPts val="0"/>
              </a:spcAft>
              <a:buNone/>
            </a:pPr>
            <a:endParaRPr lang="en" dirty="0">
              <a:solidFill>
                <a:schemeClr val="dk1"/>
              </a:solidFill>
            </a:endParaRPr>
          </a:p>
        </p:txBody>
      </p:sp>
    </p:spTree>
    <p:extLst>
      <p:ext uri="{BB962C8B-B14F-4D97-AF65-F5344CB8AC3E}">
        <p14:creationId xmlns:p14="http://schemas.microsoft.com/office/powerpoint/2010/main" val="5888378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descr="Radiografía de osteoartritis de la rodilla | Cigna">
            <a:extLst>
              <a:ext uri="{FF2B5EF4-FFF2-40B4-BE49-F238E27FC236}">
                <a16:creationId xmlns:a16="http://schemas.microsoft.com/office/drawing/2014/main" id="{44F60141-2597-52EA-FF29-D0FC9E1CCE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586"/>
          <a:stretch/>
        </p:blipFill>
        <p:spPr bwMode="auto">
          <a:xfrm>
            <a:off x="0" y="658103"/>
            <a:ext cx="6209023" cy="3742180"/>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3603;p38">
            <a:extLst>
              <a:ext uri="{FF2B5EF4-FFF2-40B4-BE49-F238E27FC236}">
                <a16:creationId xmlns:a16="http://schemas.microsoft.com/office/drawing/2014/main" id="{7235C7E3-A67E-4887-DEC7-60CC2FA2C789}"/>
              </a:ext>
            </a:extLst>
          </p:cNvPr>
          <p:cNvSpPr txBox="1">
            <a:spLocks/>
          </p:cNvSpPr>
          <p:nvPr/>
        </p:nvSpPr>
        <p:spPr>
          <a:xfrm>
            <a:off x="315178" y="2963308"/>
            <a:ext cx="9527991" cy="218019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2000" dirty="0">
                <a:solidFill>
                  <a:schemeClr val="dk1"/>
                </a:solidFill>
              </a:rPr>
              <a:t>   NORMAL                                GONARTROSIS                  ARTRITIS</a:t>
            </a:r>
            <a:endParaRPr lang="en" sz="2000" dirty="0">
              <a:solidFill>
                <a:schemeClr val="dk1"/>
              </a:solidFill>
            </a:endParaRPr>
          </a:p>
          <a:p>
            <a:endParaRPr lang="en" dirty="0">
              <a:solidFill>
                <a:schemeClr val="dk1"/>
              </a:solidFill>
            </a:endParaRPr>
          </a:p>
        </p:txBody>
      </p:sp>
      <p:pic>
        <p:nvPicPr>
          <p:cNvPr id="12296" name="Picture 8" descr="Artrosis de rodilla - Wikipedia, la enciclopedia libre">
            <a:extLst>
              <a:ext uri="{FF2B5EF4-FFF2-40B4-BE49-F238E27FC236}">
                <a16:creationId xmlns:a16="http://schemas.microsoft.com/office/drawing/2014/main" id="{05DA613C-2B11-C18A-2963-81292CD39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0635" y="704283"/>
            <a:ext cx="2619800" cy="3734933"/>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9443BA42-98E4-B82A-BF07-8F47E330ADCB}"/>
              </a:ext>
            </a:extLst>
          </p:cNvPr>
          <p:cNvSpPr txBox="1"/>
          <p:nvPr/>
        </p:nvSpPr>
        <p:spPr>
          <a:xfrm>
            <a:off x="7357578" y="3228622"/>
            <a:ext cx="1756309" cy="954107"/>
          </a:xfrm>
          <a:prstGeom prst="rect">
            <a:avLst/>
          </a:prstGeom>
          <a:noFill/>
        </p:spPr>
        <p:txBody>
          <a:bodyPr wrap="square" rtlCol="0">
            <a:spAutoFit/>
          </a:bodyPr>
          <a:lstStyle/>
          <a:p>
            <a:r>
              <a:rPr lang="es-AR" b="1">
                <a:solidFill>
                  <a:schemeClr val="bg2"/>
                </a:solidFill>
              </a:rPr>
              <a:t>ESPACIO ESTRECHO</a:t>
            </a:r>
          </a:p>
          <a:p>
            <a:r>
              <a:rPr lang="es-AR" b="1">
                <a:solidFill>
                  <a:schemeClr val="bg2"/>
                </a:solidFill>
              </a:rPr>
              <a:t>ARTICULAR BILATERAL</a:t>
            </a:r>
            <a:endParaRPr lang="es-AR" b="1" dirty="0">
              <a:solidFill>
                <a:schemeClr val="bg2"/>
              </a:solidFill>
            </a:endParaRPr>
          </a:p>
        </p:txBody>
      </p:sp>
      <p:cxnSp>
        <p:nvCxnSpPr>
          <p:cNvPr id="15" name="Conector recto de flecha 14">
            <a:extLst>
              <a:ext uri="{FF2B5EF4-FFF2-40B4-BE49-F238E27FC236}">
                <a16:creationId xmlns:a16="http://schemas.microsoft.com/office/drawing/2014/main" id="{8F6AA9A8-1B98-6F5F-AEAB-01CBE6966307}"/>
              </a:ext>
            </a:extLst>
          </p:cNvPr>
          <p:cNvCxnSpPr>
            <a:cxnSpLocks/>
          </p:cNvCxnSpPr>
          <p:nvPr/>
        </p:nvCxnSpPr>
        <p:spPr>
          <a:xfrm flipH="1" flipV="1">
            <a:off x="7450400" y="2837786"/>
            <a:ext cx="400135" cy="39083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7" name="Conector recto de flecha 16">
            <a:extLst>
              <a:ext uri="{FF2B5EF4-FFF2-40B4-BE49-F238E27FC236}">
                <a16:creationId xmlns:a16="http://schemas.microsoft.com/office/drawing/2014/main" id="{166E7F65-1E24-916E-E9B9-CD7DBC7A2CF2}"/>
              </a:ext>
            </a:extLst>
          </p:cNvPr>
          <p:cNvCxnSpPr>
            <a:cxnSpLocks/>
          </p:cNvCxnSpPr>
          <p:nvPr/>
        </p:nvCxnSpPr>
        <p:spPr>
          <a:xfrm flipV="1">
            <a:off x="8353369" y="2939063"/>
            <a:ext cx="161344" cy="45359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0430380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4" name="Picture 4" descr="Vista de Reemplazo total de rodilla en pacientes con anquilosis. Reporte de  tres casos y revisión bibliográfica | Revista de la Asociación Argentina de  Ortopedia y Traumatología">
            <a:extLst>
              <a:ext uri="{FF2B5EF4-FFF2-40B4-BE49-F238E27FC236}">
                <a16:creationId xmlns:a16="http://schemas.microsoft.com/office/drawing/2014/main" id="{3DE63A13-600F-5891-7599-A0C08CA940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64" t="2783" r="2564" b="8875"/>
          <a:stretch/>
        </p:blipFill>
        <p:spPr bwMode="auto">
          <a:xfrm>
            <a:off x="485422" y="303377"/>
            <a:ext cx="5847644" cy="4284158"/>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3603;p38">
            <a:extLst>
              <a:ext uri="{FF2B5EF4-FFF2-40B4-BE49-F238E27FC236}">
                <a16:creationId xmlns:a16="http://schemas.microsoft.com/office/drawing/2014/main" id="{E3819C58-D568-AB59-5666-9F1669013A79}"/>
              </a:ext>
            </a:extLst>
          </p:cNvPr>
          <p:cNvSpPr txBox="1">
            <a:spLocks/>
          </p:cNvSpPr>
          <p:nvPr/>
        </p:nvSpPr>
        <p:spPr>
          <a:xfrm>
            <a:off x="6422468" y="265264"/>
            <a:ext cx="2078066" cy="218019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2000" dirty="0">
                <a:solidFill>
                  <a:schemeClr val="dk1"/>
                </a:solidFill>
              </a:rPr>
              <a:t>   ANQUILOSIS</a:t>
            </a:r>
          </a:p>
          <a:p>
            <a:r>
              <a:rPr lang="es-AR" sz="2000" dirty="0">
                <a:solidFill>
                  <a:schemeClr val="dk1"/>
                </a:solidFill>
              </a:rPr>
              <a:t>         ÓSEA </a:t>
            </a:r>
          </a:p>
          <a:p>
            <a:r>
              <a:rPr lang="es-AR" sz="2000" dirty="0">
                <a:solidFill>
                  <a:schemeClr val="dk1"/>
                </a:solidFill>
              </a:rPr>
              <a:t>      RODILLA</a:t>
            </a:r>
            <a:endParaRPr lang="en" dirty="0">
              <a:solidFill>
                <a:schemeClr val="dk1"/>
              </a:solidFill>
            </a:endParaRPr>
          </a:p>
        </p:txBody>
      </p:sp>
    </p:spTree>
    <p:extLst>
      <p:ext uri="{BB962C8B-B14F-4D97-AF65-F5344CB8AC3E}">
        <p14:creationId xmlns:p14="http://schemas.microsoft.com/office/powerpoint/2010/main" val="351545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382477" y="688214"/>
            <a:ext cx="7704000" cy="572700"/>
          </a:xfrm>
          <a:prstGeom prst="rect">
            <a:avLst/>
          </a:prstGeom>
        </p:spPr>
        <p:txBody>
          <a:bodyPr spcFirstLastPara="1" wrap="square" lIns="91425" tIns="91425" rIns="91425" bIns="91425" anchor="t" anchorCtr="0">
            <a:noAutofit/>
          </a:bodyPr>
          <a:lstStyle/>
          <a:p>
            <a:pPr indent="-457200"/>
            <a:r>
              <a:rPr lang="en" sz="3200" dirty="0">
                <a:solidFill>
                  <a:schemeClr val="dk1"/>
                </a:solidFill>
              </a:rPr>
              <a:t>ALTERACIONES DE LA SUPERFICIE ÓSEA.</a:t>
            </a:r>
          </a:p>
        </p:txBody>
      </p:sp>
      <p:sp>
        <p:nvSpPr>
          <p:cNvPr id="13603" name="Google Shape;13603;p38"/>
          <p:cNvSpPr txBox="1">
            <a:spLocks noGrp="1"/>
          </p:cNvSpPr>
          <p:nvPr>
            <p:ph type="body" idx="1"/>
          </p:nvPr>
        </p:nvSpPr>
        <p:spPr>
          <a:xfrm>
            <a:off x="382477" y="1833614"/>
            <a:ext cx="9527991" cy="2180192"/>
          </a:xfrm>
          <a:prstGeom prst="rect">
            <a:avLst/>
          </a:prstGeom>
        </p:spPr>
        <p:txBody>
          <a:bodyPr spcFirstLastPara="1" wrap="square" lIns="91425" tIns="91425" rIns="91425" bIns="91425" anchor="b" anchorCtr="0">
            <a:noAutofit/>
          </a:bodyPr>
          <a:lstStyle/>
          <a:p>
            <a:pPr marL="0" indent="0">
              <a:buNone/>
            </a:pPr>
            <a:r>
              <a:rPr lang="es-AR" sz="2000" dirty="0">
                <a:solidFill>
                  <a:schemeClr val="dk1"/>
                </a:solidFill>
              </a:rPr>
              <a:t>EROSIÓN: </a:t>
            </a:r>
          </a:p>
          <a:p>
            <a:pPr marL="342900" indent="-342900">
              <a:buFont typeface="Arial" panose="020B0604020202020204" pitchFamily="34" charset="0"/>
              <a:buChar char="•"/>
            </a:pPr>
            <a:r>
              <a:rPr lang="es-AR" sz="2000" dirty="0">
                <a:solidFill>
                  <a:schemeClr val="dk1"/>
                </a:solidFill>
              </a:rPr>
              <a:t>Intraarticulares: marginales (AR, APs) y centrales (OA erosiva). </a:t>
            </a:r>
          </a:p>
          <a:p>
            <a:pPr marL="342900" indent="-342900">
              <a:buFont typeface="Arial" panose="020B0604020202020204" pitchFamily="34" charset="0"/>
              <a:buChar char="•"/>
            </a:pPr>
            <a:r>
              <a:rPr lang="es-AR" sz="2000" dirty="0" err="1">
                <a:solidFill>
                  <a:schemeClr val="dk1"/>
                </a:solidFill>
              </a:rPr>
              <a:t>Yuxtaarticulares</a:t>
            </a:r>
            <a:r>
              <a:rPr lang="es-AR" sz="2000" dirty="0">
                <a:solidFill>
                  <a:schemeClr val="dk1"/>
                </a:solidFill>
              </a:rPr>
              <a:t>. (Gota)</a:t>
            </a:r>
          </a:p>
          <a:p>
            <a:pPr marL="0" indent="0">
              <a:buNone/>
            </a:pPr>
            <a:r>
              <a:rPr lang="es-AR" sz="2000" dirty="0">
                <a:solidFill>
                  <a:schemeClr val="dk1"/>
                </a:solidFill>
              </a:rPr>
              <a:t>QUISTES (lesiones inespecíficas)</a:t>
            </a:r>
          </a:p>
          <a:p>
            <a:pPr marL="0" indent="0">
              <a:buNone/>
            </a:pPr>
            <a:r>
              <a:rPr lang="es-AR" sz="2000" dirty="0">
                <a:solidFill>
                  <a:schemeClr val="dk1"/>
                </a:solidFill>
              </a:rPr>
              <a:t>ARTROPATÍAS MUTILANTES. (AR y APs estadio final)</a:t>
            </a:r>
            <a:endParaRPr lang="en" sz="2000" dirty="0">
              <a:solidFill>
                <a:schemeClr val="dk1"/>
              </a:solidFill>
            </a:endParaRPr>
          </a:p>
          <a:p>
            <a:pPr marL="0" lvl="0" indent="0" algn="l" rtl="0">
              <a:spcBef>
                <a:spcPts val="0"/>
              </a:spcBef>
              <a:spcAft>
                <a:spcPts val="0"/>
              </a:spcAft>
              <a:buNone/>
            </a:pPr>
            <a:endParaRPr lang="en" dirty="0">
              <a:solidFill>
                <a:schemeClr val="dk1"/>
              </a:solidFill>
            </a:endParaRPr>
          </a:p>
        </p:txBody>
      </p:sp>
      <p:cxnSp>
        <p:nvCxnSpPr>
          <p:cNvPr id="3" name="Conector recto de flecha 2">
            <a:extLst>
              <a:ext uri="{FF2B5EF4-FFF2-40B4-BE49-F238E27FC236}">
                <a16:creationId xmlns:a16="http://schemas.microsoft.com/office/drawing/2014/main" id="{FE73529B-66D0-E974-A6A0-774B2E344706}"/>
              </a:ext>
            </a:extLst>
          </p:cNvPr>
          <p:cNvCxnSpPr>
            <a:cxnSpLocks/>
          </p:cNvCxnSpPr>
          <p:nvPr/>
        </p:nvCxnSpPr>
        <p:spPr>
          <a:xfrm flipH="1" flipV="1">
            <a:off x="7450400" y="2837786"/>
            <a:ext cx="400135" cy="39083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452165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143001" y="0"/>
            <a:ext cx="6857999" cy="5143500"/>
          </a:xfrm>
          <a:prstGeom prst="rect">
            <a:avLst/>
          </a:prstGeom>
          <a:noFill/>
          <a:ln w="9525">
            <a:noFill/>
            <a:miter lim="800000"/>
            <a:headEnd/>
            <a:tailEnd/>
          </a:ln>
          <a:effectLst/>
        </p:spPr>
      </p:pic>
    </p:spTree>
    <p:extLst>
      <p:ext uri="{BB962C8B-B14F-4D97-AF65-F5344CB8AC3E}">
        <p14:creationId xmlns:p14="http://schemas.microsoft.com/office/powerpoint/2010/main" val="23175435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a:extLst>
              <a:ext uri="{FF2B5EF4-FFF2-40B4-BE49-F238E27FC236}">
                <a16:creationId xmlns:a16="http://schemas.microsoft.com/office/drawing/2014/main" id="{EBD36775-80CB-A3F0-2E96-0B7E9C34FC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278489" cy="2365919"/>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Artritis reumatoide: síntomas, causas, diagnóstico y tratamiento">
            <a:extLst>
              <a:ext uri="{FF2B5EF4-FFF2-40B4-BE49-F238E27FC236}">
                <a16:creationId xmlns:a16="http://schemas.microsoft.com/office/drawing/2014/main" id="{2AE674BD-82D7-D196-9F3B-D613909815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4652" y="0"/>
            <a:ext cx="4999037"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32E9CDE6-1687-506D-ABBE-9A466FA1D8F2}"/>
              </a:ext>
            </a:extLst>
          </p:cNvPr>
          <p:cNvSpPr txBox="1"/>
          <p:nvPr/>
        </p:nvSpPr>
        <p:spPr>
          <a:xfrm>
            <a:off x="3546189" y="105886"/>
            <a:ext cx="2079933" cy="738664"/>
          </a:xfrm>
          <a:prstGeom prst="rect">
            <a:avLst/>
          </a:prstGeom>
          <a:noFill/>
        </p:spPr>
        <p:txBody>
          <a:bodyPr wrap="square" rtlCol="0">
            <a:spAutoFit/>
          </a:bodyPr>
          <a:lstStyle/>
          <a:p>
            <a:r>
              <a:rPr lang="es-AR" b="1" dirty="0">
                <a:solidFill>
                  <a:schemeClr val="bg2"/>
                </a:solidFill>
              </a:rPr>
              <a:t>EROSIÓNES</a:t>
            </a:r>
          </a:p>
          <a:p>
            <a:r>
              <a:rPr lang="es-AR" b="1" dirty="0">
                <a:solidFill>
                  <a:schemeClr val="bg2"/>
                </a:solidFill>
              </a:rPr>
              <a:t>MARGINALES </a:t>
            </a:r>
          </a:p>
          <a:p>
            <a:r>
              <a:rPr lang="es-AR" b="1" dirty="0">
                <a:solidFill>
                  <a:schemeClr val="bg2"/>
                </a:solidFill>
              </a:rPr>
              <a:t>AR</a:t>
            </a:r>
          </a:p>
        </p:txBody>
      </p:sp>
      <p:pic>
        <p:nvPicPr>
          <p:cNvPr id="3" name="Picture 2">
            <a:extLst>
              <a:ext uri="{FF2B5EF4-FFF2-40B4-BE49-F238E27FC236}">
                <a16:creationId xmlns:a16="http://schemas.microsoft.com/office/drawing/2014/main" id="{886E551C-7719-54D9-F334-575D417D49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994" y="2269068"/>
            <a:ext cx="4317646" cy="480483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7DFA903-8108-8E29-F1E1-29841AD37FBE}"/>
              </a:ext>
            </a:extLst>
          </p:cNvPr>
          <p:cNvSpPr txBox="1"/>
          <p:nvPr/>
        </p:nvSpPr>
        <p:spPr>
          <a:xfrm>
            <a:off x="2616910" y="3385377"/>
            <a:ext cx="2328896" cy="738664"/>
          </a:xfrm>
          <a:prstGeom prst="rect">
            <a:avLst/>
          </a:prstGeom>
          <a:noFill/>
        </p:spPr>
        <p:txBody>
          <a:bodyPr wrap="square" rtlCol="0">
            <a:spAutoFit/>
          </a:bodyPr>
          <a:lstStyle/>
          <a:p>
            <a:r>
              <a:rPr lang="es-AR" b="1" dirty="0" err="1">
                <a:solidFill>
                  <a:schemeClr val="bg2"/>
                </a:solidFill>
              </a:rPr>
              <a:t>Aps</a:t>
            </a:r>
            <a:r>
              <a:rPr lang="es-AR" b="1" dirty="0">
                <a:solidFill>
                  <a:schemeClr val="bg2"/>
                </a:solidFill>
              </a:rPr>
              <a:t> erosión tipo</a:t>
            </a:r>
          </a:p>
          <a:p>
            <a:r>
              <a:rPr lang="es-AR" b="1" dirty="0">
                <a:solidFill>
                  <a:schemeClr val="bg2"/>
                </a:solidFill>
              </a:rPr>
              <a:t>“</a:t>
            </a:r>
            <a:r>
              <a:rPr lang="es-AR" b="1" dirty="0" err="1">
                <a:solidFill>
                  <a:schemeClr val="bg2"/>
                </a:solidFill>
              </a:rPr>
              <a:t>Pencil</a:t>
            </a:r>
            <a:r>
              <a:rPr lang="es-AR" b="1" dirty="0">
                <a:solidFill>
                  <a:schemeClr val="bg2"/>
                </a:solidFill>
              </a:rPr>
              <a:t> Cup” </a:t>
            </a:r>
          </a:p>
          <a:p>
            <a:r>
              <a:rPr lang="es-AR" b="1" dirty="0" err="1">
                <a:solidFill>
                  <a:schemeClr val="bg2"/>
                </a:solidFill>
              </a:rPr>
              <a:t>Psedoensanchamiento</a:t>
            </a:r>
            <a:endParaRPr lang="es-AR" b="1" dirty="0">
              <a:solidFill>
                <a:schemeClr val="bg2"/>
              </a:solidFill>
            </a:endParaRPr>
          </a:p>
        </p:txBody>
      </p:sp>
      <p:cxnSp>
        <p:nvCxnSpPr>
          <p:cNvPr id="6" name="Conector recto de flecha 5">
            <a:extLst>
              <a:ext uri="{FF2B5EF4-FFF2-40B4-BE49-F238E27FC236}">
                <a16:creationId xmlns:a16="http://schemas.microsoft.com/office/drawing/2014/main" id="{BCB0F512-B2CC-5B20-92DD-23C2B3877A3C}"/>
              </a:ext>
            </a:extLst>
          </p:cNvPr>
          <p:cNvCxnSpPr>
            <a:cxnSpLocks/>
          </p:cNvCxnSpPr>
          <p:nvPr/>
        </p:nvCxnSpPr>
        <p:spPr>
          <a:xfrm flipH="1" flipV="1">
            <a:off x="2313033" y="3055782"/>
            <a:ext cx="400135" cy="39083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42076793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a:extLst>
              <a:ext uri="{FF2B5EF4-FFF2-40B4-BE49-F238E27FC236}">
                <a16:creationId xmlns:a16="http://schemas.microsoft.com/office/drawing/2014/main" id="{51CEE481-FA3B-781F-2551-EF75584CA0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534" y="0"/>
            <a:ext cx="4065058" cy="5369758"/>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B6492A59-DC73-E20F-61D8-BAA28DB16DC6}"/>
              </a:ext>
            </a:extLst>
          </p:cNvPr>
          <p:cNvSpPr txBox="1"/>
          <p:nvPr/>
        </p:nvSpPr>
        <p:spPr>
          <a:xfrm>
            <a:off x="1003321" y="1833086"/>
            <a:ext cx="2079933" cy="738664"/>
          </a:xfrm>
          <a:prstGeom prst="rect">
            <a:avLst/>
          </a:prstGeom>
          <a:noFill/>
        </p:spPr>
        <p:txBody>
          <a:bodyPr wrap="square" rtlCol="0">
            <a:spAutoFit/>
          </a:bodyPr>
          <a:lstStyle/>
          <a:p>
            <a:r>
              <a:rPr lang="es-AR" b="1" dirty="0">
                <a:solidFill>
                  <a:schemeClr val="bg2"/>
                </a:solidFill>
              </a:rPr>
              <a:t>EROSIÓN</a:t>
            </a:r>
          </a:p>
          <a:p>
            <a:r>
              <a:rPr lang="es-AR" b="1" dirty="0">
                <a:solidFill>
                  <a:schemeClr val="bg2"/>
                </a:solidFill>
              </a:rPr>
              <a:t>YUXTAARTICULAR</a:t>
            </a:r>
          </a:p>
          <a:p>
            <a:r>
              <a:rPr lang="es-AR" b="1" dirty="0">
                <a:solidFill>
                  <a:schemeClr val="bg2"/>
                </a:solidFill>
              </a:rPr>
              <a:t>(GOTA)</a:t>
            </a:r>
          </a:p>
        </p:txBody>
      </p:sp>
      <p:cxnSp>
        <p:nvCxnSpPr>
          <p:cNvPr id="3" name="Conector recto de flecha 2">
            <a:extLst>
              <a:ext uri="{FF2B5EF4-FFF2-40B4-BE49-F238E27FC236}">
                <a16:creationId xmlns:a16="http://schemas.microsoft.com/office/drawing/2014/main" id="{F10D3708-F8A0-2FF1-BAD3-6AE27ADD94AA}"/>
              </a:ext>
            </a:extLst>
          </p:cNvPr>
          <p:cNvCxnSpPr>
            <a:cxnSpLocks/>
          </p:cNvCxnSpPr>
          <p:nvPr/>
        </p:nvCxnSpPr>
        <p:spPr>
          <a:xfrm flipV="1">
            <a:off x="2246488" y="684295"/>
            <a:ext cx="338668" cy="114879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pic>
        <p:nvPicPr>
          <p:cNvPr id="7" name="2 Imagen" descr="WhatsApp Image 2021-06-27 at 22.42.25 (4).jpeg">
            <a:extLst>
              <a:ext uri="{FF2B5EF4-FFF2-40B4-BE49-F238E27FC236}">
                <a16:creationId xmlns:a16="http://schemas.microsoft.com/office/drawing/2014/main" id="{6414C54E-075F-EDCC-05F0-035D12911694}"/>
              </a:ext>
            </a:extLst>
          </p:cNvPr>
          <p:cNvPicPr>
            <a:picLocks noChangeAspect="1"/>
          </p:cNvPicPr>
          <p:nvPr/>
        </p:nvPicPr>
        <p:blipFill rotWithShape="1">
          <a:blip r:embed="rId3"/>
          <a:srcRect r="5980"/>
          <a:stretch/>
        </p:blipFill>
        <p:spPr>
          <a:xfrm>
            <a:off x="4945062" y="0"/>
            <a:ext cx="4198937" cy="5537670"/>
          </a:xfrm>
          <a:prstGeom prst="rect">
            <a:avLst/>
          </a:prstGeom>
        </p:spPr>
      </p:pic>
      <p:sp>
        <p:nvSpPr>
          <p:cNvPr id="8" name="CuadroTexto 7">
            <a:extLst>
              <a:ext uri="{FF2B5EF4-FFF2-40B4-BE49-F238E27FC236}">
                <a16:creationId xmlns:a16="http://schemas.microsoft.com/office/drawing/2014/main" id="{B50B8EB8-8730-18B5-63DF-1089E975D7BA}"/>
              </a:ext>
            </a:extLst>
          </p:cNvPr>
          <p:cNvSpPr txBox="1"/>
          <p:nvPr/>
        </p:nvSpPr>
        <p:spPr>
          <a:xfrm>
            <a:off x="5343898" y="2202418"/>
            <a:ext cx="2079933" cy="954107"/>
          </a:xfrm>
          <a:prstGeom prst="rect">
            <a:avLst/>
          </a:prstGeom>
          <a:noFill/>
        </p:spPr>
        <p:txBody>
          <a:bodyPr wrap="square" rtlCol="0">
            <a:spAutoFit/>
          </a:bodyPr>
          <a:lstStyle/>
          <a:p>
            <a:r>
              <a:rPr lang="es-AR" b="1" dirty="0">
                <a:solidFill>
                  <a:schemeClr val="bg2"/>
                </a:solidFill>
              </a:rPr>
              <a:t>EROSIÓN</a:t>
            </a:r>
          </a:p>
          <a:p>
            <a:r>
              <a:rPr lang="es-AR" b="1" dirty="0">
                <a:solidFill>
                  <a:schemeClr val="bg2"/>
                </a:solidFill>
              </a:rPr>
              <a:t>CENTRAL</a:t>
            </a:r>
          </a:p>
          <a:p>
            <a:r>
              <a:rPr lang="es-AR" b="1" dirty="0">
                <a:solidFill>
                  <a:schemeClr val="bg2"/>
                </a:solidFill>
              </a:rPr>
              <a:t>(ARTROSIS INFLAMATORIA)</a:t>
            </a:r>
          </a:p>
        </p:txBody>
      </p:sp>
      <p:cxnSp>
        <p:nvCxnSpPr>
          <p:cNvPr id="9" name="Conector recto de flecha 8">
            <a:extLst>
              <a:ext uri="{FF2B5EF4-FFF2-40B4-BE49-F238E27FC236}">
                <a16:creationId xmlns:a16="http://schemas.microsoft.com/office/drawing/2014/main" id="{E6B7790E-64AD-41A3-CCF3-776EA812E81A}"/>
              </a:ext>
            </a:extLst>
          </p:cNvPr>
          <p:cNvCxnSpPr>
            <a:cxnSpLocks/>
          </p:cNvCxnSpPr>
          <p:nvPr/>
        </p:nvCxnSpPr>
        <p:spPr>
          <a:xfrm flipV="1">
            <a:off x="6299201" y="911199"/>
            <a:ext cx="598311" cy="129121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0" name="CuadroTexto 9">
            <a:extLst>
              <a:ext uri="{FF2B5EF4-FFF2-40B4-BE49-F238E27FC236}">
                <a16:creationId xmlns:a16="http://schemas.microsoft.com/office/drawing/2014/main" id="{70A13E76-CB20-9D38-41F3-967CC17BFB03}"/>
              </a:ext>
            </a:extLst>
          </p:cNvPr>
          <p:cNvSpPr txBox="1"/>
          <p:nvPr/>
        </p:nvSpPr>
        <p:spPr>
          <a:xfrm>
            <a:off x="7339254" y="161075"/>
            <a:ext cx="1161279" cy="523220"/>
          </a:xfrm>
          <a:prstGeom prst="rect">
            <a:avLst/>
          </a:prstGeom>
          <a:noFill/>
        </p:spPr>
        <p:txBody>
          <a:bodyPr wrap="square" rtlCol="0">
            <a:spAutoFit/>
          </a:bodyPr>
          <a:lstStyle/>
          <a:p>
            <a:r>
              <a:rPr lang="es-AR" b="1" dirty="0">
                <a:solidFill>
                  <a:schemeClr val="bg2"/>
                </a:solidFill>
              </a:rPr>
              <a:t>ALAS DE </a:t>
            </a:r>
          </a:p>
          <a:p>
            <a:r>
              <a:rPr lang="es-AR" b="1" dirty="0">
                <a:solidFill>
                  <a:schemeClr val="bg2"/>
                </a:solidFill>
              </a:rPr>
              <a:t>GAVIOTA</a:t>
            </a:r>
          </a:p>
        </p:txBody>
      </p:sp>
      <mc:AlternateContent xmlns:mc="http://schemas.openxmlformats.org/markup-compatibility/2006" xmlns:p14="http://schemas.microsoft.com/office/powerpoint/2010/main">
        <mc:Choice Requires="p14">
          <p:contentPart p14:bwMode="auto" r:id="rId4">
            <p14:nvContentPartPr>
              <p14:cNvPr id="11" name="Entrada de lápiz 10">
                <a:extLst>
                  <a:ext uri="{FF2B5EF4-FFF2-40B4-BE49-F238E27FC236}">
                    <a16:creationId xmlns:a16="http://schemas.microsoft.com/office/drawing/2014/main" id="{F700F0EC-3936-5B2F-248F-06D83D7A1540}"/>
                  </a:ext>
                </a:extLst>
              </p14:cNvPr>
              <p14:cNvContentPartPr/>
              <p14:nvPr/>
            </p14:nvContentPartPr>
            <p14:xfrm>
              <a:off x="7529529" y="904111"/>
              <a:ext cx="305280" cy="278640"/>
            </p14:xfrm>
          </p:contentPart>
        </mc:Choice>
        <mc:Fallback xmlns="">
          <p:pic>
            <p:nvPicPr>
              <p:cNvPr id="11" name="Entrada de lápiz 10">
                <a:extLst>
                  <a:ext uri="{FF2B5EF4-FFF2-40B4-BE49-F238E27FC236}">
                    <a16:creationId xmlns:a16="http://schemas.microsoft.com/office/drawing/2014/main" id="{F700F0EC-3936-5B2F-248F-06D83D7A1540}"/>
                  </a:ext>
                </a:extLst>
              </p:cNvPr>
              <p:cNvPicPr/>
              <p:nvPr/>
            </p:nvPicPr>
            <p:blipFill>
              <a:blip r:embed="rId5"/>
              <a:stretch>
                <a:fillRect/>
              </a:stretch>
            </p:blipFill>
            <p:spPr>
              <a:xfrm>
                <a:off x="7520529" y="895471"/>
                <a:ext cx="32292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Entrada de lápiz 11">
                <a:extLst>
                  <a:ext uri="{FF2B5EF4-FFF2-40B4-BE49-F238E27FC236}">
                    <a16:creationId xmlns:a16="http://schemas.microsoft.com/office/drawing/2014/main" id="{536DA369-8473-6B56-2F8A-F3F14B50540A}"/>
                  </a:ext>
                </a:extLst>
              </p14:cNvPr>
              <p14:cNvContentPartPr/>
              <p14:nvPr/>
            </p14:nvContentPartPr>
            <p14:xfrm>
              <a:off x="8410089" y="658951"/>
              <a:ext cx="254520" cy="313920"/>
            </p14:xfrm>
          </p:contentPart>
        </mc:Choice>
        <mc:Fallback xmlns="">
          <p:pic>
            <p:nvPicPr>
              <p:cNvPr id="12" name="Entrada de lápiz 11">
                <a:extLst>
                  <a:ext uri="{FF2B5EF4-FFF2-40B4-BE49-F238E27FC236}">
                    <a16:creationId xmlns:a16="http://schemas.microsoft.com/office/drawing/2014/main" id="{536DA369-8473-6B56-2F8A-F3F14B50540A}"/>
                  </a:ext>
                </a:extLst>
              </p:cNvPr>
              <p:cNvPicPr/>
              <p:nvPr/>
            </p:nvPicPr>
            <p:blipFill>
              <a:blip r:embed="rId7"/>
              <a:stretch>
                <a:fillRect/>
              </a:stretch>
            </p:blipFill>
            <p:spPr>
              <a:xfrm>
                <a:off x="8401089" y="649951"/>
                <a:ext cx="27216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Entrada de lápiz 12">
                <a:extLst>
                  <a:ext uri="{FF2B5EF4-FFF2-40B4-BE49-F238E27FC236}">
                    <a16:creationId xmlns:a16="http://schemas.microsoft.com/office/drawing/2014/main" id="{B284AB0F-6248-823C-159C-18E726B648EB}"/>
                  </a:ext>
                </a:extLst>
              </p14:cNvPr>
              <p14:cNvContentPartPr/>
              <p14:nvPr/>
            </p14:nvContentPartPr>
            <p14:xfrm>
              <a:off x="6761649" y="170431"/>
              <a:ext cx="257760" cy="216000"/>
            </p14:xfrm>
          </p:contentPart>
        </mc:Choice>
        <mc:Fallback xmlns="">
          <p:pic>
            <p:nvPicPr>
              <p:cNvPr id="13" name="Entrada de lápiz 12">
                <a:extLst>
                  <a:ext uri="{FF2B5EF4-FFF2-40B4-BE49-F238E27FC236}">
                    <a16:creationId xmlns:a16="http://schemas.microsoft.com/office/drawing/2014/main" id="{B284AB0F-6248-823C-159C-18E726B648EB}"/>
                  </a:ext>
                </a:extLst>
              </p:cNvPr>
              <p:cNvPicPr/>
              <p:nvPr/>
            </p:nvPicPr>
            <p:blipFill>
              <a:blip r:embed="rId9"/>
              <a:stretch>
                <a:fillRect/>
              </a:stretch>
            </p:blipFill>
            <p:spPr>
              <a:xfrm>
                <a:off x="6753009" y="161791"/>
                <a:ext cx="275400" cy="233640"/>
              </a:xfrm>
              <a:prstGeom prst="rect">
                <a:avLst/>
              </a:prstGeom>
            </p:spPr>
          </p:pic>
        </mc:Fallback>
      </mc:AlternateContent>
    </p:spTree>
    <p:extLst>
      <p:ext uri="{BB962C8B-B14F-4D97-AF65-F5344CB8AC3E}">
        <p14:creationId xmlns:p14="http://schemas.microsoft.com/office/powerpoint/2010/main" val="30082146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magen que contiene interior, tabla, florero, par&#10;&#10;Descripción generada automáticamente">
            <a:extLst>
              <a:ext uri="{FF2B5EF4-FFF2-40B4-BE49-F238E27FC236}">
                <a16:creationId xmlns:a16="http://schemas.microsoft.com/office/drawing/2014/main" id="{70B1184D-F1A8-57F1-CBD6-BBBC37A38496}"/>
              </a:ext>
            </a:extLst>
          </p:cNvPr>
          <p:cNvPicPr>
            <a:picLocks noChangeAspect="1"/>
          </p:cNvPicPr>
          <p:nvPr/>
        </p:nvPicPr>
        <p:blipFill>
          <a:blip r:embed="rId2"/>
          <a:stretch>
            <a:fillRect/>
          </a:stretch>
        </p:blipFill>
        <p:spPr>
          <a:xfrm>
            <a:off x="1388081" y="-270934"/>
            <a:ext cx="6175022" cy="5949227"/>
          </a:xfrm>
          <a:prstGeom prst="rect">
            <a:avLst/>
          </a:prstGeom>
        </p:spPr>
      </p:pic>
      <p:sp>
        <p:nvSpPr>
          <p:cNvPr id="4" name="Google Shape;13603;p38">
            <a:extLst>
              <a:ext uri="{FF2B5EF4-FFF2-40B4-BE49-F238E27FC236}">
                <a16:creationId xmlns:a16="http://schemas.microsoft.com/office/drawing/2014/main" id="{7B13C9D4-2EB8-3FA8-184F-72F98957ABFC}"/>
              </a:ext>
            </a:extLst>
          </p:cNvPr>
          <p:cNvSpPr txBox="1">
            <a:spLocks/>
          </p:cNvSpPr>
          <p:nvPr/>
        </p:nvSpPr>
        <p:spPr>
          <a:xfrm>
            <a:off x="2640690" y="-1406185"/>
            <a:ext cx="4629354" cy="194805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2000" b="1" dirty="0">
                <a:solidFill>
                  <a:schemeClr val="dk1"/>
                </a:solidFill>
              </a:rPr>
              <a:t> </a:t>
            </a:r>
            <a:r>
              <a:rPr lang="es-AR" sz="2000" b="1" dirty="0">
                <a:solidFill>
                  <a:schemeClr val="bg2"/>
                </a:solidFill>
              </a:rPr>
              <a:t>ARTROPATÍA MUTILANTE (AR)</a:t>
            </a:r>
            <a:endParaRPr lang="en" b="1" dirty="0">
              <a:solidFill>
                <a:schemeClr val="bg2"/>
              </a:solidFill>
            </a:endParaRPr>
          </a:p>
        </p:txBody>
      </p:sp>
    </p:spTree>
    <p:extLst>
      <p:ext uri="{BB962C8B-B14F-4D97-AF65-F5344CB8AC3E}">
        <p14:creationId xmlns:p14="http://schemas.microsoft.com/office/powerpoint/2010/main" val="3689629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485900" y="107139"/>
            <a:ext cx="6172200" cy="383367"/>
          </a:xfrm>
        </p:spPr>
        <p:txBody>
          <a:bodyPr>
            <a:normAutofit fontScale="90000"/>
          </a:bodyPr>
          <a:lstStyle/>
          <a:p>
            <a:pPr algn="l"/>
            <a:r>
              <a:rPr lang="es-AR" dirty="0"/>
              <a:t>QUISTES SUBCONDRALES</a:t>
            </a:r>
          </a:p>
        </p:txBody>
      </p:sp>
      <p:graphicFrame>
        <p:nvGraphicFramePr>
          <p:cNvPr id="4" name="3 Marcador de contenido"/>
          <p:cNvGraphicFramePr>
            <a:graphicFrameLocks noGrp="1"/>
          </p:cNvGraphicFramePr>
          <p:nvPr>
            <p:ph idx="1"/>
          </p:nvPr>
        </p:nvGraphicFramePr>
        <p:xfrm>
          <a:off x="1485900" y="2477704"/>
          <a:ext cx="6172200" cy="23443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4 Diagrama"/>
          <p:cNvGraphicFramePr/>
          <p:nvPr>
            <p:extLst>
              <p:ext uri="{D42A27DB-BD31-4B8C-83A1-F6EECF244321}">
                <p14:modId xmlns:p14="http://schemas.microsoft.com/office/powerpoint/2010/main" val="127080628"/>
              </p:ext>
            </p:extLst>
          </p:nvPr>
        </p:nvGraphicFramePr>
        <p:xfrm>
          <a:off x="1678761" y="214296"/>
          <a:ext cx="5732900" cy="248841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0835775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160717"/>
            <a:ext cx="7704000" cy="572700"/>
          </a:xfrm>
          <a:prstGeom prst="rect">
            <a:avLst/>
          </a:prstGeom>
        </p:spPr>
        <p:txBody>
          <a:bodyPr spcFirstLastPara="1" wrap="square" lIns="91425" tIns="91425" rIns="91425" bIns="91425" anchor="t" anchorCtr="0">
            <a:noAutofit/>
          </a:bodyPr>
          <a:lstStyle/>
          <a:p>
            <a:pPr indent="-457200"/>
            <a:r>
              <a:rPr lang="en" sz="3200" dirty="0">
                <a:solidFill>
                  <a:schemeClr val="dk1"/>
                </a:solidFill>
              </a:rPr>
              <a:t>ALTERACIONES SUPERFICIE ÓSEA</a:t>
            </a:r>
          </a:p>
        </p:txBody>
      </p:sp>
      <p:cxnSp>
        <p:nvCxnSpPr>
          <p:cNvPr id="3" name="Conector recto de flecha 2">
            <a:extLst>
              <a:ext uri="{FF2B5EF4-FFF2-40B4-BE49-F238E27FC236}">
                <a16:creationId xmlns:a16="http://schemas.microsoft.com/office/drawing/2014/main" id="{FE73529B-66D0-E974-A6A0-774B2E344706}"/>
              </a:ext>
            </a:extLst>
          </p:cNvPr>
          <p:cNvCxnSpPr>
            <a:cxnSpLocks/>
          </p:cNvCxnSpPr>
          <p:nvPr/>
        </p:nvCxnSpPr>
        <p:spPr>
          <a:xfrm flipH="1" flipV="1">
            <a:off x="7450400" y="2837786"/>
            <a:ext cx="400135" cy="39083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aphicFrame>
        <p:nvGraphicFramePr>
          <p:cNvPr id="5" name="2 Diagrama">
            <a:extLst>
              <a:ext uri="{FF2B5EF4-FFF2-40B4-BE49-F238E27FC236}">
                <a16:creationId xmlns:a16="http://schemas.microsoft.com/office/drawing/2014/main" id="{174F6EB5-00F8-56D9-FEAE-EBF2B9E3B282}"/>
              </a:ext>
            </a:extLst>
          </p:cNvPr>
          <p:cNvGraphicFramePr/>
          <p:nvPr>
            <p:extLst>
              <p:ext uri="{D42A27DB-BD31-4B8C-83A1-F6EECF244321}">
                <p14:modId xmlns:p14="http://schemas.microsoft.com/office/powerpoint/2010/main" val="2878244107"/>
              </p:ext>
            </p:extLst>
          </p:nvPr>
        </p:nvGraphicFramePr>
        <p:xfrm>
          <a:off x="1377244" y="869244"/>
          <a:ext cx="6327291" cy="41135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3554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35">
            <a:extLst>
              <a:ext uri="{FF2B5EF4-FFF2-40B4-BE49-F238E27FC236}">
                <a16:creationId xmlns:a16="http://schemas.microsoft.com/office/drawing/2014/main" id="{16E2E29C-1C18-0CE8-6416-EBBD3855AD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315799" cy="5169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Google Shape;13603;p38">
            <a:extLst>
              <a:ext uri="{FF2B5EF4-FFF2-40B4-BE49-F238E27FC236}">
                <a16:creationId xmlns:a16="http://schemas.microsoft.com/office/drawing/2014/main" id="{BC405153-CC54-391C-ABB3-730D9695F71C}"/>
              </a:ext>
            </a:extLst>
          </p:cNvPr>
          <p:cNvSpPr txBox="1">
            <a:spLocks/>
          </p:cNvSpPr>
          <p:nvPr/>
        </p:nvSpPr>
        <p:spPr>
          <a:xfrm>
            <a:off x="1817514" y="230705"/>
            <a:ext cx="4018844" cy="194805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OSTEOFITOS</a:t>
            </a:r>
          </a:p>
          <a:p>
            <a:r>
              <a:rPr lang="es-AR" sz="1600" b="1" dirty="0">
                <a:solidFill>
                  <a:schemeClr val="bg2"/>
                </a:solidFill>
              </a:rPr>
              <a:t>ESPONDILO-</a:t>
            </a:r>
          </a:p>
          <a:p>
            <a:r>
              <a:rPr lang="es-AR" sz="1600" b="1" dirty="0">
                <a:solidFill>
                  <a:schemeClr val="bg2"/>
                </a:solidFill>
              </a:rPr>
              <a:t>ARTROSIS</a:t>
            </a:r>
          </a:p>
        </p:txBody>
      </p:sp>
      <p:cxnSp>
        <p:nvCxnSpPr>
          <p:cNvPr id="6" name="Conector recto de flecha 5">
            <a:extLst>
              <a:ext uri="{FF2B5EF4-FFF2-40B4-BE49-F238E27FC236}">
                <a16:creationId xmlns:a16="http://schemas.microsoft.com/office/drawing/2014/main" id="{AB79F3DD-FD21-74B0-D14D-A0442C00D53E}"/>
              </a:ext>
            </a:extLst>
          </p:cNvPr>
          <p:cNvCxnSpPr>
            <a:cxnSpLocks/>
          </p:cNvCxnSpPr>
          <p:nvPr/>
        </p:nvCxnSpPr>
        <p:spPr>
          <a:xfrm flipH="1">
            <a:off x="666044" y="2111023"/>
            <a:ext cx="1309511" cy="147884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9" name="Conector recto de flecha 8">
            <a:extLst>
              <a:ext uri="{FF2B5EF4-FFF2-40B4-BE49-F238E27FC236}">
                <a16:creationId xmlns:a16="http://schemas.microsoft.com/office/drawing/2014/main" id="{C69FB0F9-A3E9-8338-4DAC-6D709FF8CC2F}"/>
              </a:ext>
            </a:extLst>
          </p:cNvPr>
          <p:cNvCxnSpPr>
            <a:cxnSpLocks/>
          </p:cNvCxnSpPr>
          <p:nvPr/>
        </p:nvCxnSpPr>
        <p:spPr>
          <a:xfrm flipH="1">
            <a:off x="869244" y="2111023"/>
            <a:ext cx="1147077" cy="194805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pic>
        <p:nvPicPr>
          <p:cNvPr id="21506" name="Picture 2" descr="Periostitis reactiva florida: caso clínico y actualización del tema">
            <a:extLst>
              <a:ext uri="{FF2B5EF4-FFF2-40B4-BE49-F238E27FC236}">
                <a16:creationId xmlns:a16="http://schemas.microsoft.com/office/drawing/2014/main" id="{B0304C70-23DC-FE4C-A982-8D39F65AB9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1097" y="-33323"/>
            <a:ext cx="2933347" cy="3931290"/>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3603;p38">
            <a:extLst>
              <a:ext uri="{FF2B5EF4-FFF2-40B4-BE49-F238E27FC236}">
                <a16:creationId xmlns:a16="http://schemas.microsoft.com/office/drawing/2014/main" id="{856B7581-3CBC-5E8C-B370-4E61CFA910B6}"/>
              </a:ext>
            </a:extLst>
          </p:cNvPr>
          <p:cNvSpPr txBox="1">
            <a:spLocks/>
          </p:cNvSpPr>
          <p:nvPr/>
        </p:nvSpPr>
        <p:spPr>
          <a:xfrm>
            <a:off x="4806305" y="-1007349"/>
            <a:ext cx="4018844" cy="194805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PERIOSTITIS</a:t>
            </a:r>
          </a:p>
          <a:p>
            <a:r>
              <a:rPr lang="es-AR" sz="1600" b="1" dirty="0">
                <a:solidFill>
                  <a:schemeClr val="bg2"/>
                </a:solidFill>
              </a:rPr>
              <a:t>         APS</a:t>
            </a:r>
          </a:p>
        </p:txBody>
      </p:sp>
      <p:cxnSp>
        <p:nvCxnSpPr>
          <p:cNvPr id="13" name="Conector recto de flecha 12">
            <a:extLst>
              <a:ext uri="{FF2B5EF4-FFF2-40B4-BE49-F238E27FC236}">
                <a16:creationId xmlns:a16="http://schemas.microsoft.com/office/drawing/2014/main" id="{E7297852-8791-44E7-F6EB-85FE2E518F88}"/>
              </a:ext>
            </a:extLst>
          </p:cNvPr>
          <p:cNvCxnSpPr>
            <a:cxnSpLocks/>
          </p:cNvCxnSpPr>
          <p:nvPr/>
        </p:nvCxnSpPr>
        <p:spPr>
          <a:xfrm flipH="1">
            <a:off x="5291354" y="940703"/>
            <a:ext cx="147128" cy="75263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pic>
        <p:nvPicPr>
          <p:cNvPr id="16" name="Imagen 15" descr="Imagen que contiene radiografía, edificio, pieza de ajedrez&#10;&#10;Descripción generada automáticamente">
            <a:extLst>
              <a:ext uri="{FF2B5EF4-FFF2-40B4-BE49-F238E27FC236}">
                <a16:creationId xmlns:a16="http://schemas.microsoft.com/office/drawing/2014/main" id="{B0E7873F-C955-7629-4658-5A3AA7E418F9}"/>
              </a:ext>
            </a:extLst>
          </p:cNvPr>
          <p:cNvPicPr>
            <a:picLocks noChangeAspect="1"/>
          </p:cNvPicPr>
          <p:nvPr/>
        </p:nvPicPr>
        <p:blipFill>
          <a:blip r:embed="rId4"/>
          <a:stretch>
            <a:fillRect/>
          </a:stretch>
        </p:blipFill>
        <p:spPr>
          <a:xfrm>
            <a:off x="6258277" y="-1168058"/>
            <a:ext cx="2893879" cy="6558161"/>
          </a:xfrm>
          <a:prstGeom prst="rect">
            <a:avLst/>
          </a:prstGeom>
        </p:spPr>
      </p:pic>
      <p:sp>
        <p:nvSpPr>
          <p:cNvPr id="18" name="Google Shape;13603;p38">
            <a:extLst>
              <a:ext uri="{FF2B5EF4-FFF2-40B4-BE49-F238E27FC236}">
                <a16:creationId xmlns:a16="http://schemas.microsoft.com/office/drawing/2014/main" id="{EC4B156F-28CC-937B-007F-A467C5C0227E}"/>
              </a:ext>
            </a:extLst>
          </p:cNvPr>
          <p:cNvSpPr txBox="1">
            <a:spLocks/>
          </p:cNvSpPr>
          <p:nvPr/>
        </p:nvSpPr>
        <p:spPr>
          <a:xfrm>
            <a:off x="6852729" y="-974026"/>
            <a:ext cx="4018844" cy="194805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SINDESMOFITOS</a:t>
            </a:r>
          </a:p>
          <a:p>
            <a:r>
              <a:rPr lang="es-AR" sz="1600" b="1" dirty="0">
                <a:solidFill>
                  <a:schemeClr val="bg2"/>
                </a:solidFill>
              </a:rPr>
              <a:t>CAÑA BAMBÚ</a:t>
            </a:r>
          </a:p>
        </p:txBody>
      </p:sp>
      <p:cxnSp>
        <p:nvCxnSpPr>
          <p:cNvPr id="19" name="Conector recto de flecha 18">
            <a:extLst>
              <a:ext uri="{FF2B5EF4-FFF2-40B4-BE49-F238E27FC236}">
                <a16:creationId xmlns:a16="http://schemas.microsoft.com/office/drawing/2014/main" id="{BBD5C93D-E546-A7DA-D114-148D29545404}"/>
              </a:ext>
            </a:extLst>
          </p:cNvPr>
          <p:cNvCxnSpPr>
            <a:cxnSpLocks/>
          </p:cNvCxnSpPr>
          <p:nvPr/>
        </p:nvCxnSpPr>
        <p:spPr>
          <a:xfrm flipH="1">
            <a:off x="7135836" y="940703"/>
            <a:ext cx="602073" cy="225405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1" name="Conector recto de flecha 20">
            <a:extLst>
              <a:ext uri="{FF2B5EF4-FFF2-40B4-BE49-F238E27FC236}">
                <a16:creationId xmlns:a16="http://schemas.microsoft.com/office/drawing/2014/main" id="{022CA1C2-17CD-2A01-7A00-95A5F966FE2D}"/>
              </a:ext>
            </a:extLst>
          </p:cNvPr>
          <p:cNvCxnSpPr>
            <a:cxnSpLocks/>
          </p:cNvCxnSpPr>
          <p:nvPr/>
        </p:nvCxnSpPr>
        <p:spPr>
          <a:xfrm>
            <a:off x="7747040" y="940703"/>
            <a:ext cx="549541" cy="222470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6051234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magen en blanco y negro&#10;&#10;Descripción generada automáticamente con confianza baja">
            <a:extLst>
              <a:ext uri="{FF2B5EF4-FFF2-40B4-BE49-F238E27FC236}">
                <a16:creationId xmlns:a16="http://schemas.microsoft.com/office/drawing/2014/main" id="{259B6789-F395-A8B6-64B1-D142686B651F}"/>
              </a:ext>
            </a:extLst>
          </p:cNvPr>
          <p:cNvPicPr>
            <a:picLocks noChangeAspect="1"/>
          </p:cNvPicPr>
          <p:nvPr/>
        </p:nvPicPr>
        <p:blipFill>
          <a:blip r:embed="rId2"/>
          <a:stretch>
            <a:fillRect/>
          </a:stretch>
        </p:blipFill>
        <p:spPr>
          <a:xfrm>
            <a:off x="0" y="0"/>
            <a:ext cx="3905956" cy="5195886"/>
          </a:xfrm>
          <a:prstGeom prst="rect">
            <a:avLst/>
          </a:prstGeom>
        </p:spPr>
      </p:pic>
      <p:pic>
        <p:nvPicPr>
          <p:cNvPr id="5" name="Imagen 4" descr="Imagen en blanco y negro&#10;&#10;Descripción generada automáticamente con confianza baja">
            <a:extLst>
              <a:ext uri="{FF2B5EF4-FFF2-40B4-BE49-F238E27FC236}">
                <a16:creationId xmlns:a16="http://schemas.microsoft.com/office/drawing/2014/main" id="{193CAF52-6FDC-D3D3-B171-619E365443FB}"/>
              </a:ext>
            </a:extLst>
          </p:cNvPr>
          <p:cNvPicPr>
            <a:picLocks noChangeAspect="1"/>
          </p:cNvPicPr>
          <p:nvPr/>
        </p:nvPicPr>
        <p:blipFill>
          <a:blip r:embed="rId3"/>
          <a:stretch>
            <a:fillRect/>
          </a:stretch>
        </p:blipFill>
        <p:spPr>
          <a:xfrm>
            <a:off x="3905955" y="0"/>
            <a:ext cx="5328355" cy="5279620"/>
          </a:xfrm>
          <a:prstGeom prst="rect">
            <a:avLst/>
          </a:prstGeom>
        </p:spPr>
      </p:pic>
      <p:sp>
        <p:nvSpPr>
          <p:cNvPr id="6" name="Google Shape;13603;p38">
            <a:extLst>
              <a:ext uri="{FF2B5EF4-FFF2-40B4-BE49-F238E27FC236}">
                <a16:creationId xmlns:a16="http://schemas.microsoft.com/office/drawing/2014/main" id="{C0409B0A-A203-E40D-2709-679F7D75BC69}"/>
              </a:ext>
            </a:extLst>
          </p:cNvPr>
          <p:cNvSpPr txBox="1">
            <a:spLocks/>
          </p:cNvSpPr>
          <p:nvPr/>
        </p:nvSpPr>
        <p:spPr>
          <a:xfrm>
            <a:off x="4459485" y="-567626"/>
            <a:ext cx="4018844" cy="194805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SINDESMOFITOS</a:t>
            </a:r>
          </a:p>
          <a:p>
            <a:r>
              <a:rPr lang="es-AR" sz="1600" b="1" dirty="0">
                <a:solidFill>
                  <a:schemeClr val="bg2"/>
                </a:solidFill>
              </a:rPr>
              <a:t>CALCIFICACION </a:t>
            </a:r>
          </a:p>
          <a:p>
            <a:r>
              <a:rPr lang="es-AR" sz="1600" b="1" dirty="0">
                <a:solidFill>
                  <a:schemeClr val="bg2"/>
                </a:solidFill>
              </a:rPr>
              <a:t>LIGAMENTOS</a:t>
            </a:r>
          </a:p>
          <a:p>
            <a:r>
              <a:rPr lang="es-AR" sz="1600" b="1" dirty="0">
                <a:solidFill>
                  <a:schemeClr val="bg2"/>
                </a:solidFill>
              </a:rPr>
              <a:t>ANTERIOR</a:t>
            </a:r>
          </a:p>
        </p:txBody>
      </p:sp>
      <p:cxnSp>
        <p:nvCxnSpPr>
          <p:cNvPr id="7" name="Conector recto de flecha 6">
            <a:extLst>
              <a:ext uri="{FF2B5EF4-FFF2-40B4-BE49-F238E27FC236}">
                <a16:creationId xmlns:a16="http://schemas.microsoft.com/office/drawing/2014/main" id="{2A434D79-DEBF-48FA-68B3-5D018AA28402}"/>
              </a:ext>
            </a:extLst>
          </p:cNvPr>
          <p:cNvCxnSpPr>
            <a:cxnSpLocks/>
          </p:cNvCxnSpPr>
          <p:nvPr/>
        </p:nvCxnSpPr>
        <p:spPr>
          <a:xfrm>
            <a:off x="5311610" y="1380426"/>
            <a:ext cx="795679" cy="69673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9" name="Google Shape;13603;p38">
            <a:extLst>
              <a:ext uri="{FF2B5EF4-FFF2-40B4-BE49-F238E27FC236}">
                <a16:creationId xmlns:a16="http://schemas.microsoft.com/office/drawing/2014/main" id="{0B91A613-C623-2CE4-4560-D37A44E979C3}"/>
              </a:ext>
            </a:extLst>
          </p:cNvPr>
          <p:cNvSpPr txBox="1">
            <a:spLocks/>
          </p:cNvSpPr>
          <p:nvPr/>
        </p:nvSpPr>
        <p:spPr>
          <a:xfrm>
            <a:off x="0" y="-974026"/>
            <a:ext cx="4018844" cy="194805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TRIPLE RIEL</a:t>
            </a:r>
          </a:p>
          <a:p>
            <a:r>
              <a:rPr lang="es-AR" sz="1600" b="1" dirty="0">
                <a:solidFill>
                  <a:schemeClr val="bg2"/>
                </a:solidFill>
              </a:rPr>
              <a:t>CALCIFICACION LIGAMENTOS</a:t>
            </a:r>
          </a:p>
          <a:p>
            <a:r>
              <a:rPr lang="es-AR" sz="1600" b="1" dirty="0">
                <a:solidFill>
                  <a:schemeClr val="bg2"/>
                </a:solidFill>
              </a:rPr>
              <a:t>INTERESPINOSOS</a:t>
            </a:r>
          </a:p>
        </p:txBody>
      </p:sp>
      <p:sp>
        <p:nvSpPr>
          <p:cNvPr id="10" name="Google Shape;13603;p38">
            <a:extLst>
              <a:ext uri="{FF2B5EF4-FFF2-40B4-BE49-F238E27FC236}">
                <a16:creationId xmlns:a16="http://schemas.microsoft.com/office/drawing/2014/main" id="{0B42E281-16D9-2A17-C4A7-B8527A1CA20F}"/>
              </a:ext>
            </a:extLst>
          </p:cNvPr>
          <p:cNvSpPr txBox="1">
            <a:spLocks/>
          </p:cNvSpPr>
          <p:nvPr/>
        </p:nvSpPr>
        <p:spPr>
          <a:xfrm>
            <a:off x="2337175" y="691758"/>
            <a:ext cx="4018844" cy="194805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ESPONDILITIS ANQUILOSANTE</a:t>
            </a:r>
          </a:p>
        </p:txBody>
      </p:sp>
    </p:spTree>
    <p:extLst>
      <p:ext uri="{BB962C8B-B14F-4D97-AF65-F5344CB8AC3E}">
        <p14:creationId xmlns:p14="http://schemas.microsoft.com/office/powerpoint/2010/main" val="3083965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601"/>
        <p:cNvGrpSpPr/>
        <p:nvPr/>
      </p:nvGrpSpPr>
      <p:grpSpPr>
        <a:xfrm>
          <a:off x="0" y="0"/>
          <a:ext cx="0" cy="0"/>
          <a:chOff x="0" y="0"/>
          <a:chExt cx="0" cy="0"/>
        </a:xfrm>
      </p:grpSpPr>
      <p:sp>
        <p:nvSpPr>
          <p:cNvPr id="13602" name="Google Shape;13602;p38"/>
          <p:cNvSpPr txBox="1">
            <a:spLocks noGrp="1"/>
          </p:cNvSpPr>
          <p:nvPr>
            <p:ph type="title"/>
          </p:nvPr>
        </p:nvSpPr>
        <p:spPr>
          <a:xfrm>
            <a:off x="720000" y="160717"/>
            <a:ext cx="7704000" cy="572700"/>
          </a:xfrm>
          <a:prstGeom prst="rect">
            <a:avLst/>
          </a:prstGeom>
        </p:spPr>
        <p:txBody>
          <a:bodyPr spcFirstLastPara="1" wrap="square" lIns="91425" tIns="91425" rIns="91425" bIns="91425" anchor="t" anchorCtr="0">
            <a:noAutofit/>
          </a:bodyPr>
          <a:lstStyle/>
          <a:p>
            <a:pPr indent="-457200"/>
            <a:r>
              <a:rPr lang="en" sz="3200" dirty="0">
                <a:solidFill>
                  <a:schemeClr val="dk1"/>
                </a:solidFill>
              </a:rPr>
              <a:t>ALTERACIONES DEL CRECIMIENTO</a:t>
            </a:r>
          </a:p>
        </p:txBody>
      </p:sp>
      <p:graphicFrame>
        <p:nvGraphicFramePr>
          <p:cNvPr id="4" name="3 Marcador de contenido">
            <a:extLst>
              <a:ext uri="{FF2B5EF4-FFF2-40B4-BE49-F238E27FC236}">
                <a16:creationId xmlns:a16="http://schemas.microsoft.com/office/drawing/2014/main" id="{1334C1CC-9E81-1464-1ED8-9E074EA16A3B}"/>
              </a:ext>
            </a:extLst>
          </p:cNvPr>
          <p:cNvGraphicFramePr>
            <a:graphicFrameLocks/>
          </p:cNvGraphicFramePr>
          <p:nvPr>
            <p:extLst>
              <p:ext uri="{D42A27DB-BD31-4B8C-83A1-F6EECF244321}">
                <p14:modId xmlns:p14="http://schemas.microsoft.com/office/powerpoint/2010/main" val="419223389"/>
              </p:ext>
            </p:extLst>
          </p:nvPr>
        </p:nvGraphicFramePr>
        <p:xfrm>
          <a:off x="1461477" y="1149090"/>
          <a:ext cx="5977467" cy="34080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75894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20">
            <a:extLst>
              <a:ext uri="{FF2B5EF4-FFF2-40B4-BE49-F238E27FC236}">
                <a16:creationId xmlns:a16="http://schemas.microsoft.com/office/drawing/2014/main" id="{66FE6BB5-7C83-9056-12ED-520B83A77B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8346"/>
            <a:ext cx="3849511" cy="5186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http://fondodeimagen.ser.es/upload/temp20170824093555.jpg">
            <a:extLst>
              <a:ext uri="{FF2B5EF4-FFF2-40B4-BE49-F238E27FC236}">
                <a16:creationId xmlns:a16="http://schemas.microsoft.com/office/drawing/2014/main" id="{4C612C11-4B10-C3ED-75B2-541B602C69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9510" y="-21675"/>
            <a:ext cx="6915799" cy="5186849"/>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recto de flecha 4">
            <a:extLst>
              <a:ext uri="{FF2B5EF4-FFF2-40B4-BE49-F238E27FC236}">
                <a16:creationId xmlns:a16="http://schemas.microsoft.com/office/drawing/2014/main" id="{87944C61-75CB-FD3F-B9B1-DA1E8DC5D43B}"/>
              </a:ext>
            </a:extLst>
          </p:cNvPr>
          <p:cNvCxnSpPr>
            <a:cxnSpLocks/>
          </p:cNvCxnSpPr>
          <p:nvPr/>
        </p:nvCxnSpPr>
        <p:spPr>
          <a:xfrm>
            <a:off x="1281477" y="1414292"/>
            <a:ext cx="795679" cy="69673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6" name="Google Shape;13603;p38">
            <a:extLst>
              <a:ext uri="{FF2B5EF4-FFF2-40B4-BE49-F238E27FC236}">
                <a16:creationId xmlns:a16="http://schemas.microsoft.com/office/drawing/2014/main" id="{637C64AC-3DAE-AE83-3649-2A8CFAD5B382}"/>
              </a:ext>
            </a:extLst>
          </p:cNvPr>
          <p:cNvSpPr txBox="1">
            <a:spLocks/>
          </p:cNvSpPr>
          <p:nvPr/>
        </p:nvSpPr>
        <p:spPr>
          <a:xfrm>
            <a:off x="-19475" y="717561"/>
            <a:ext cx="3397581" cy="69673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ACORTAMIENTO </a:t>
            </a:r>
          </a:p>
          <a:p>
            <a:r>
              <a:rPr lang="es-AR" sz="1600" b="1" dirty="0">
                <a:solidFill>
                  <a:schemeClr val="bg2"/>
                </a:solidFill>
              </a:rPr>
              <a:t>DE FALANGE</a:t>
            </a:r>
          </a:p>
        </p:txBody>
      </p:sp>
      <p:cxnSp>
        <p:nvCxnSpPr>
          <p:cNvPr id="7" name="Conector recto de flecha 6">
            <a:extLst>
              <a:ext uri="{FF2B5EF4-FFF2-40B4-BE49-F238E27FC236}">
                <a16:creationId xmlns:a16="http://schemas.microsoft.com/office/drawing/2014/main" id="{7129D59C-FBC9-2444-B022-9053DA63642B}"/>
              </a:ext>
            </a:extLst>
          </p:cNvPr>
          <p:cNvCxnSpPr>
            <a:cxnSpLocks/>
          </p:cNvCxnSpPr>
          <p:nvPr/>
        </p:nvCxnSpPr>
        <p:spPr>
          <a:xfrm>
            <a:off x="6181625" y="2469803"/>
            <a:ext cx="795679" cy="69673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8" name="Google Shape;13603;p38">
            <a:extLst>
              <a:ext uri="{FF2B5EF4-FFF2-40B4-BE49-F238E27FC236}">
                <a16:creationId xmlns:a16="http://schemas.microsoft.com/office/drawing/2014/main" id="{8479598D-0659-8512-7F43-36DF997391B5}"/>
              </a:ext>
            </a:extLst>
          </p:cNvPr>
          <p:cNvSpPr txBox="1">
            <a:spLocks/>
          </p:cNvSpPr>
          <p:nvPr/>
        </p:nvSpPr>
        <p:spPr>
          <a:xfrm>
            <a:off x="5278513" y="1733051"/>
            <a:ext cx="3397581" cy="69673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HIPOPLASIA </a:t>
            </a:r>
          </a:p>
          <a:p>
            <a:r>
              <a:rPr lang="es-AR" sz="1600" b="1" dirty="0">
                <a:solidFill>
                  <a:schemeClr val="bg2"/>
                </a:solidFill>
              </a:rPr>
              <a:t>ÓSEA</a:t>
            </a:r>
          </a:p>
        </p:txBody>
      </p:sp>
      <p:sp>
        <p:nvSpPr>
          <p:cNvPr id="9" name="Google Shape;13603;p38">
            <a:extLst>
              <a:ext uri="{FF2B5EF4-FFF2-40B4-BE49-F238E27FC236}">
                <a16:creationId xmlns:a16="http://schemas.microsoft.com/office/drawing/2014/main" id="{94CC8D4B-52C3-CD5D-4704-9EE07A9EB0ED}"/>
              </a:ext>
            </a:extLst>
          </p:cNvPr>
          <p:cNvSpPr txBox="1">
            <a:spLocks/>
          </p:cNvSpPr>
          <p:nvPr/>
        </p:nvSpPr>
        <p:spPr>
          <a:xfrm>
            <a:off x="3144911" y="2713719"/>
            <a:ext cx="3397581" cy="69673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ARTRITIS IDIOPÁTICA</a:t>
            </a:r>
          </a:p>
          <a:p>
            <a:r>
              <a:rPr lang="es-AR" sz="1600" b="1" dirty="0">
                <a:solidFill>
                  <a:schemeClr val="bg2"/>
                </a:solidFill>
              </a:rPr>
              <a:t>JUVENIL</a:t>
            </a:r>
          </a:p>
        </p:txBody>
      </p:sp>
    </p:spTree>
    <p:extLst>
      <p:ext uri="{BB962C8B-B14F-4D97-AF65-F5344CB8AC3E}">
        <p14:creationId xmlns:p14="http://schemas.microsoft.com/office/powerpoint/2010/main" val="3507807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Diagrama"/>
          <p:cNvGraphicFramePr/>
          <p:nvPr>
            <p:extLst>
              <p:ext uri="{D42A27DB-BD31-4B8C-83A1-F6EECF244321}">
                <p14:modId xmlns:p14="http://schemas.microsoft.com/office/powerpoint/2010/main" val="394160415"/>
              </p:ext>
            </p:extLst>
          </p:nvPr>
        </p:nvGraphicFramePr>
        <p:xfrm>
          <a:off x="1303713" y="575733"/>
          <a:ext cx="6384020" cy="43534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27607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Deformidad en cuello de cisne - shipphotos.es">
            <a:extLst>
              <a:ext uri="{FF2B5EF4-FFF2-40B4-BE49-F238E27FC236}">
                <a16:creationId xmlns:a16="http://schemas.microsoft.com/office/drawing/2014/main" id="{B2C8736B-B4EB-411C-B829-EB2051FA95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624"/>
          <a:stretch/>
        </p:blipFill>
        <p:spPr bwMode="auto">
          <a:xfrm>
            <a:off x="1729316" y="0"/>
            <a:ext cx="5143500" cy="4854223"/>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Otorrinoweb.com - DEFORMIDAD EN CUELLO DE CISNE">
            <a:extLst>
              <a:ext uri="{FF2B5EF4-FFF2-40B4-BE49-F238E27FC236}">
                <a16:creationId xmlns:a16="http://schemas.microsoft.com/office/drawing/2014/main" id="{AF2B1669-9E67-D598-ED2C-55B8B8480F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38" y="1866723"/>
            <a:ext cx="2243780" cy="1752953"/>
          </a:xfrm>
          <a:prstGeom prst="rect">
            <a:avLst/>
          </a:prstGeom>
          <a:noFill/>
          <a:extLst>
            <a:ext uri="{909E8E84-426E-40DD-AFC4-6F175D3DCCD1}">
              <a14:hiddenFill xmlns:a14="http://schemas.microsoft.com/office/drawing/2010/main">
                <a:solidFill>
                  <a:srgbClr val="FFFFFF"/>
                </a:solidFill>
              </a14:hiddenFill>
            </a:ext>
          </a:extLst>
        </p:spPr>
      </p:pic>
      <p:pic>
        <p:nvPicPr>
          <p:cNvPr id="27654" name="Picture 6" descr="Video - Deformidad de Boutonniere">
            <a:extLst>
              <a:ext uri="{FF2B5EF4-FFF2-40B4-BE49-F238E27FC236}">
                <a16:creationId xmlns:a16="http://schemas.microsoft.com/office/drawing/2014/main" id="{0A0DC8FE-BD12-0607-E405-73F038F7B0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9782" y="289277"/>
            <a:ext cx="2349804" cy="1752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6115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4" name="Picture 4" descr="Inestabilidad Atlantoaxial - Down sin mitos">
            <a:extLst>
              <a:ext uri="{FF2B5EF4-FFF2-40B4-BE49-F238E27FC236}">
                <a16:creationId xmlns:a16="http://schemas.microsoft.com/office/drawing/2014/main" id="{442B9CA4-00E5-C147-DB8A-1C83B956E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380" y="-112889"/>
            <a:ext cx="6376987" cy="51435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Conector recto 2">
            <a:extLst>
              <a:ext uri="{FF2B5EF4-FFF2-40B4-BE49-F238E27FC236}">
                <a16:creationId xmlns:a16="http://schemas.microsoft.com/office/drawing/2014/main" id="{83395AEE-12B4-5E9F-3F1A-88F87DF154DF}"/>
              </a:ext>
            </a:extLst>
          </p:cNvPr>
          <p:cNvCxnSpPr/>
          <p:nvPr/>
        </p:nvCxnSpPr>
        <p:spPr>
          <a:xfrm>
            <a:off x="5136444" y="1614312"/>
            <a:ext cx="519288" cy="564444"/>
          </a:xfrm>
          <a:prstGeom prst="line">
            <a:avLst/>
          </a:prstGeom>
        </p:spPr>
        <p:style>
          <a:lnRef idx="3">
            <a:schemeClr val="accent6"/>
          </a:lnRef>
          <a:fillRef idx="0">
            <a:schemeClr val="accent6"/>
          </a:fillRef>
          <a:effectRef idx="2">
            <a:schemeClr val="accent6"/>
          </a:effectRef>
          <a:fontRef idx="minor">
            <a:schemeClr val="tx1"/>
          </a:fontRef>
        </p:style>
      </p:cxnSp>
      <p:cxnSp>
        <p:nvCxnSpPr>
          <p:cNvPr id="4" name="Conector recto 3">
            <a:extLst>
              <a:ext uri="{FF2B5EF4-FFF2-40B4-BE49-F238E27FC236}">
                <a16:creationId xmlns:a16="http://schemas.microsoft.com/office/drawing/2014/main" id="{822428CE-B15B-405A-CEDB-A2B8C037100F}"/>
              </a:ext>
            </a:extLst>
          </p:cNvPr>
          <p:cNvCxnSpPr/>
          <p:nvPr/>
        </p:nvCxnSpPr>
        <p:spPr>
          <a:xfrm>
            <a:off x="4876800" y="1778001"/>
            <a:ext cx="519288" cy="564444"/>
          </a:xfrm>
          <a:prstGeom prst="line">
            <a:avLst/>
          </a:prstGeom>
        </p:spPr>
        <p:style>
          <a:lnRef idx="3">
            <a:schemeClr val="accent6"/>
          </a:lnRef>
          <a:fillRef idx="0">
            <a:schemeClr val="accent6"/>
          </a:fillRef>
          <a:effectRef idx="2">
            <a:schemeClr val="accent6"/>
          </a:effectRef>
          <a:fontRef idx="minor">
            <a:schemeClr val="tx1"/>
          </a:fontRef>
        </p:style>
      </p:cxnSp>
      <p:sp>
        <p:nvSpPr>
          <p:cNvPr id="5" name="Google Shape;13603;p38">
            <a:extLst>
              <a:ext uri="{FF2B5EF4-FFF2-40B4-BE49-F238E27FC236}">
                <a16:creationId xmlns:a16="http://schemas.microsoft.com/office/drawing/2014/main" id="{28EDDBFF-A4E3-4564-C10B-3BC85274AEC9}"/>
              </a:ext>
            </a:extLst>
          </p:cNvPr>
          <p:cNvSpPr txBox="1">
            <a:spLocks/>
          </p:cNvSpPr>
          <p:nvPr/>
        </p:nvSpPr>
        <p:spPr>
          <a:xfrm>
            <a:off x="5515577" y="2907952"/>
            <a:ext cx="3397581" cy="69673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SUBLUXACIÓN</a:t>
            </a:r>
          </a:p>
          <a:p>
            <a:r>
              <a:rPr lang="es-AR" sz="1600" b="1" dirty="0">
                <a:solidFill>
                  <a:schemeClr val="bg2"/>
                </a:solidFill>
              </a:rPr>
              <a:t>ATLANTOAXOIDEA</a:t>
            </a:r>
          </a:p>
          <a:p>
            <a:r>
              <a:rPr lang="es-AR" sz="1600" b="1" dirty="0">
                <a:solidFill>
                  <a:schemeClr val="bg2"/>
                </a:solidFill>
              </a:rPr>
              <a:t>AR</a:t>
            </a:r>
          </a:p>
        </p:txBody>
      </p:sp>
    </p:spTree>
    <p:extLst>
      <p:ext uri="{BB962C8B-B14F-4D97-AF65-F5344CB8AC3E}">
        <p14:creationId xmlns:p14="http://schemas.microsoft.com/office/powerpoint/2010/main" val="257914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Diagrama"/>
          <p:cNvGraphicFramePr/>
          <p:nvPr>
            <p:extLst>
              <p:ext uri="{D42A27DB-BD31-4B8C-83A1-F6EECF244321}">
                <p14:modId xmlns:p14="http://schemas.microsoft.com/office/powerpoint/2010/main" val="28348491"/>
              </p:ext>
            </p:extLst>
          </p:nvPr>
        </p:nvGraphicFramePr>
        <p:xfrm>
          <a:off x="1303712" y="160717"/>
          <a:ext cx="6536577" cy="47684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11475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39">
            <a:extLst>
              <a:ext uri="{FF2B5EF4-FFF2-40B4-BE49-F238E27FC236}">
                <a16:creationId xmlns:a16="http://schemas.microsoft.com/office/drawing/2014/main" id="{57ED49EA-422E-2189-E46C-7E14F29392A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5308"/>
          <a:stretch/>
        </p:blipFill>
        <p:spPr bwMode="auto">
          <a:xfrm>
            <a:off x="0" y="0"/>
            <a:ext cx="408657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C0055405-1CD7-67BF-3CC2-F74C65D931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6578" y="-1"/>
            <a:ext cx="5418666" cy="5294099"/>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3603;p38">
            <a:extLst>
              <a:ext uri="{FF2B5EF4-FFF2-40B4-BE49-F238E27FC236}">
                <a16:creationId xmlns:a16="http://schemas.microsoft.com/office/drawing/2014/main" id="{2A0C4D40-26AF-5C74-A880-DC8139F201F0}"/>
              </a:ext>
            </a:extLst>
          </p:cNvPr>
          <p:cNvSpPr txBox="1">
            <a:spLocks/>
          </p:cNvSpPr>
          <p:nvPr/>
        </p:nvSpPr>
        <p:spPr>
          <a:xfrm>
            <a:off x="2761089" y="1950317"/>
            <a:ext cx="3397581" cy="69673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CONDROCALCINOSIS</a:t>
            </a:r>
          </a:p>
        </p:txBody>
      </p:sp>
      <p:cxnSp>
        <p:nvCxnSpPr>
          <p:cNvPr id="5" name="Conector recto de flecha 4">
            <a:extLst>
              <a:ext uri="{FF2B5EF4-FFF2-40B4-BE49-F238E27FC236}">
                <a16:creationId xmlns:a16="http://schemas.microsoft.com/office/drawing/2014/main" id="{46D68AAB-4FEB-8B2A-E046-12184FC80CFE}"/>
              </a:ext>
            </a:extLst>
          </p:cNvPr>
          <p:cNvCxnSpPr>
            <a:cxnSpLocks/>
          </p:cNvCxnSpPr>
          <p:nvPr/>
        </p:nvCxnSpPr>
        <p:spPr>
          <a:xfrm flipH="1">
            <a:off x="2641600" y="2647048"/>
            <a:ext cx="1134721" cy="97516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7" name="Conector recto de flecha 6">
            <a:extLst>
              <a:ext uri="{FF2B5EF4-FFF2-40B4-BE49-F238E27FC236}">
                <a16:creationId xmlns:a16="http://schemas.microsoft.com/office/drawing/2014/main" id="{7434D6A4-FFDC-FF16-6836-5812681B597C}"/>
              </a:ext>
            </a:extLst>
          </p:cNvPr>
          <p:cNvCxnSpPr>
            <a:cxnSpLocks/>
          </p:cNvCxnSpPr>
          <p:nvPr/>
        </p:nvCxnSpPr>
        <p:spPr>
          <a:xfrm flipH="1">
            <a:off x="569508" y="2701041"/>
            <a:ext cx="3002075" cy="92116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3289570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40">
            <a:extLst>
              <a:ext uri="{FF2B5EF4-FFF2-40B4-BE49-F238E27FC236}">
                <a16:creationId xmlns:a16="http://schemas.microsoft.com/office/drawing/2014/main" id="{218C9B62-3771-2061-BA40-8F7A23B85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8913"/>
            <a:ext cx="9144000" cy="646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13603;p38">
            <a:extLst>
              <a:ext uri="{FF2B5EF4-FFF2-40B4-BE49-F238E27FC236}">
                <a16:creationId xmlns:a16="http://schemas.microsoft.com/office/drawing/2014/main" id="{564CD1F4-CBEE-8114-1C48-8C2D5DDD8372}"/>
              </a:ext>
            </a:extLst>
          </p:cNvPr>
          <p:cNvSpPr txBox="1">
            <a:spLocks/>
          </p:cNvSpPr>
          <p:nvPr/>
        </p:nvSpPr>
        <p:spPr>
          <a:xfrm>
            <a:off x="2998156" y="3700095"/>
            <a:ext cx="3397581" cy="69673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AR" sz="1600" b="1" dirty="0">
                <a:solidFill>
                  <a:schemeClr val="bg2"/>
                </a:solidFill>
              </a:rPr>
              <a:t>ESCLERODERMIA</a:t>
            </a:r>
          </a:p>
          <a:p>
            <a:r>
              <a:rPr lang="es-AR" sz="1600" b="1" dirty="0">
                <a:solidFill>
                  <a:schemeClr val="bg2"/>
                </a:solidFill>
              </a:rPr>
              <a:t>CALCIFICACIONES SUBCUTANEAS</a:t>
            </a:r>
          </a:p>
        </p:txBody>
      </p:sp>
    </p:spTree>
    <p:extLst>
      <p:ext uri="{BB962C8B-B14F-4D97-AF65-F5344CB8AC3E}">
        <p14:creationId xmlns:p14="http://schemas.microsoft.com/office/powerpoint/2010/main" val="2294934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ctrTitle"/>
          </p:nvPr>
        </p:nvSpPr>
        <p:spPr>
          <a:xfrm>
            <a:off x="1436343" y="1605864"/>
            <a:ext cx="6270922" cy="1573670"/>
          </a:xfrm>
          <a:prstGeom prst="rect">
            <a:avLst/>
          </a:prstGeom>
          <a:noFill/>
          <a:ln>
            <a:noFill/>
          </a:ln>
        </p:spPr>
        <p:txBody>
          <a:bodyPr spcFirstLastPara="1" wrap="square" lIns="68569" tIns="34275" rIns="68569" bIns="34275" anchor="b" anchorCtr="0">
            <a:noAutofit/>
          </a:bodyPr>
          <a:lstStyle/>
          <a:p>
            <a:pPr>
              <a:lnSpc>
                <a:spcPct val="89000"/>
              </a:lnSpc>
              <a:buClr>
                <a:schemeClr val="dk2"/>
              </a:buClr>
              <a:buSzPts val="5400"/>
            </a:pPr>
            <a:r>
              <a:rPr lang="es-ES" sz="4050"/>
              <a:t>REUMATISMO DE </a:t>
            </a:r>
            <a:br>
              <a:rPr lang="es-ES" sz="4050"/>
            </a:br>
            <a:r>
              <a:rPr lang="es-ES" sz="4050"/>
              <a:t>PARTES BLANDAS</a:t>
            </a:r>
            <a:br>
              <a:rPr lang="es-ES" sz="4950"/>
            </a:br>
            <a:r>
              <a:rPr lang="es-ES" sz="4950"/>
              <a:t>MIEMBRO SUPERIOR</a:t>
            </a:r>
            <a:endParaRPr sz="4950"/>
          </a:p>
        </p:txBody>
      </p:sp>
      <p:sp>
        <p:nvSpPr>
          <p:cNvPr id="112" name="Google Shape;112;p1"/>
          <p:cNvSpPr txBox="1">
            <a:spLocks noGrp="1"/>
          </p:cNvSpPr>
          <p:nvPr>
            <p:ph type="subTitle" idx="1"/>
          </p:nvPr>
        </p:nvSpPr>
        <p:spPr>
          <a:xfrm>
            <a:off x="2009928" y="3414665"/>
            <a:ext cx="5123755" cy="709933"/>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rmAutofit fontScale="92500" lnSpcReduction="10000"/>
          </a:bodyPr>
          <a:lstStyle/>
          <a:p>
            <a:pPr marL="0" indent="0">
              <a:lnSpc>
                <a:spcPct val="112000"/>
              </a:lnSpc>
              <a:buSzPct val="100000"/>
            </a:pPr>
            <a:r>
              <a:rPr lang="es-AR" sz="2100" b="1" dirty="0" err="1">
                <a:solidFill>
                  <a:schemeClr val="dk1"/>
                </a:solidFill>
                <a:latin typeface="Libre Franklin"/>
                <a:sym typeface="Libre Franklin"/>
              </a:rPr>
              <a:t>Dr</a:t>
            </a:r>
            <a:r>
              <a:rPr lang="es-AR" sz="2100" b="1" dirty="0">
                <a:solidFill>
                  <a:schemeClr val="dk1"/>
                </a:solidFill>
                <a:latin typeface="Libre Franklin"/>
                <a:sym typeface="Libre Franklin"/>
              </a:rPr>
              <a:t> Roldan Brian</a:t>
            </a:r>
          </a:p>
          <a:p>
            <a:pPr marL="0" indent="0">
              <a:lnSpc>
                <a:spcPct val="112000"/>
              </a:lnSpc>
              <a:buSzPct val="100000"/>
            </a:pPr>
            <a:r>
              <a:rPr lang="es-AR" sz="2100" b="1" dirty="0" err="1">
                <a:solidFill>
                  <a:schemeClr val="dk1"/>
                </a:solidFill>
                <a:latin typeface="Libre Franklin"/>
                <a:sym typeface="Libre Franklin"/>
              </a:rPr>
              <a:t>Reumatológo</a:t>
            </a:r>
            <a:endParaRPr sz="2100" b="1" dirty="0">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
          <p:cNvSpPr txBox="1">
            <a:spLocks noGrp="1"/>
          </p:cNvSpPr>
          <p:nvPr>
            <p:ph type="body" idx="1"/>
          </p:nvPr>
        </p:nvSpPr>
        <p:spPr>
          <a:xfrm>
            <a:off x="676002" y="2197010"/>
            <a:ext cx="2145575" cy="401682"/>
          </a:xfrm>
          <a:prstGeom prst="rect">
            <a:avLst/>
          </a:prstGeom>
          <a:noFill/>
          <a:ln>
            <a:noFill/>
          </a:ln>
        </p:spPr>
        <p:txBody>
          <a:bodyPr spcFirstLastPara="1" wrap="square" lIns="68569" tIns="34275" rIns="68569" bIns="34275" anchor="ctr" anchorCtr="0">
            <a:noAutofit/>
          </a:bodyPr>
          <a:lstStyle/>
          <a:p>
            <a:pPr marL="0" indent="0">
              <a:lnSpc>
                <a:spcPct val="94000"/>
              </a:lnSpc>
              <a:buClr>
                <a:schemeClr val="dk2"/>
              </a:buClr>
              <a:buSzPts val="2400"/>
              <a:buNone/>
            </a:pPr>
            <a:r>
              <a:rPr lang="es-ES" sz="1800"/>
              <a:t>DOLOR DE HOMBRO</a:t>
            </a:r>
            <a:endParaRPr sz="1800"/>
          </a:p>
        </p:txBody>
      </p:sp>
      <p:sp>
        <p:nvSpPr>
          <p:cNvPr id="118" name="Google Shape;118;p2"/>
          <p:cNvSpPr/>
          <p:nvPr/>
        </p:nvSpPr>
        <p:spPr>
          <a:xfrm rot="-8025881">
            <a:off x="2264350" y="1271258"/>
            <a:ext cx="440872" cy="656408"/>
          </a:xfrm>
          <a:prstGeom prst="downArrow">
            <a:avLst>
              <a:gd name="adj1" fmla="val 50000"/>
              <a:gd name="adj2" fmla="val 50000"/>
            </a:avLst>
          </a:prstGeom>
          <a:solidFill>
            <a:schemeClr val="accent1"/>
          </a:solidFill>
          <a:ln w="34925" cap="flat" cmpd="sng">
            <a:solidFill>
              <a:srgbClr val="666661"/>
            </a:solidFill>
            <a:prstDash val="solid"/>
            <a:round/>
            <a:headEnd type="none" w="sm" len="sm"/>
            <a:tailEnd type="none" w="sm" len="sm"/>
          </a:ln>
        </p:spPr>
        <p:txBody>
          <a:bodyPr spcFirstLastPara="1" wrap="square" lIns="68569" tIns="34275" rIns="68569" bIns="34275" anchor="ctr" anchorCtr="0">
            <a:noAutofit/>
          </a:bodyPr>
          <a:lstStyle/>
          <a:p>
            <a:pPr algn="ctr"/>
            <a:endParaRPr sz="1350">
              <a:solidFill>
                <a:schemeClr val="lt1"/>
              </a:solidFill>
              <a:latin typeface="Libre Franklin"/>
              <a:ea typeface="Libre Franklin"/>
              <a:cs typeface="Libre Franklin"/>
              <a:sym typeface="Libre Franklin"/>
            </a:endParaRPr>
          </a:p>
        </p:txBody>
      </p:sp>
      <p:sp>
        <p:nvSpPr>
          <p:cNvPr id="119" name="Google Shape;119;p2"/>
          <p:cNvSpPr/>
          <p:nvPr/>
        </p:nvSpPr>
        <p:spPr>
          <a:xfrm rot="-2575542">
            <a:off x="2259786" y="2652121"/>
            <a:ext cx="440872" cy="656408"/>
          </a:xfrm>
          <a:prstGeom prst="downArrow">
            <a:avLst>
              <a:gd name="adj1" fmla="val 50000"/>
              <a:gd name="adj2" fmla="val 50000"/>
            </a:avLst>
          </a:prstGeom>
          <a:solidFill>
            <a:schemeClr val="accent1"/>
          </a:solidFill>
          <a:ln w="34925" cap="flat" cmpd="sng">
            <a:solidFill>
              <a:srgbClr val="666661"/>
            </a:solidFill>
            <a:prstDash val="solid"/>
            <a:round/>
            <a:headEnd type="none" w="sm" len="sm"/>
            <a:tailEnd type="none" w="sm" len="sm"/>
          </a:ln>
        </p:spPr>
        <p:txBody>
          <a:bodyPr spcFirstLastPara="1" wrap="square" lIns="68569" tIns="34275" rIns="68569" bIns="34275" anchor="ctr" anchorCtr="0">
            <a:noAutofit/>
          </a:bodyPr>
          <a:lstStyle/>
          <a:p>
            <a:pPr algn="ctr"/>
            <a:endParaRPr sz="1350">
              <a:solidFill>
                <a:schemeClr val="lt1"/>
              </a:solidFill>
              <a:latin typeface="Libre Franklin"/>
              <a:ea typeface="Libre Franklin"/>
              <a:cs typeface="Libre Franklin"/>
              <a:sym typeface="Libre Franklin"/>
            </a:endParaRPr>
          </a:p>
        </p:txBody>
      </p:sp>
      <p:sp>
        <p:nvSpPr>
          <p:cNvPr id="120" name="Google Shape;120;p2"/>
          <p:cNvSpPr txBox="1"/>
          <p:nvPr/>
        </p:nvSpPr>
        <p:spPr>
          <a:xfrm>
            <a:off x="3070577" y="1123793"/>
            <a:ext cx="1909209" cy="346218"/>
          </a:xfrm>
          <a:prstGeom prst="rect">
            <a:avLst/>
          </a:prstGeom>
          <a:noFill/>
          <a:ln>
            <a:noFill/>
          </a:ln>
        </p:spPr>
        <p:txBody>
          <a:bodyPr spcFirstLastPara="1" wrap="square" lIns="68569" tIns="34275" rIns="68569" bIns="34275" anchor="t" anchorCtr="0">
            <a:spAutoFit/>
          </a:bodyPr>
          <a:lstStyle/>
          <a:p>
            <a:r>
              <a:rPr lang="es-ES" sz="1800" dirty="0">
                <a:solidFill>
                  <a:schemeClr val="dk1"/>
                </a:solidFill>
                <a:latin typeface="Libre Franklin"/>
                <a:ea typeface="Libre Franklin"/>
                <a:cs typeface="Libre Franklin"/>
                <a:sym typeface="Libre Franklin"/>
              </a:rPr>
              <a:t>EXTRÍNSECO</a:t>
            </a:r>
            <a:endParaRPr sz="1800" dirty="0">
              <a:solidFill>
                <a:schemeClr val="dk1"/>
              </a:solidFill>
              <a:latin typeface="Libre Franklin"/>
              <a:ea typeface="Libre Franklin"/>
              <a:cs typeface="Libre Franklin"/>
              <a:sym typeface="Libre Franklin"/>
            </a:endParaRPr>
          </a:p>
        </p:txBody>
      </p:sp>
      <p:sp>
        <p:nvSpPr>
          <p:cNvPr id="121" name="Google Shape;121;p2"/>
          <p:cNvSpPr txBox="1"/>
          <p:nvPr/>
        </p:nvSpPr>
        <p:spPr>
          <a:xfrm>
            <a:off x="2903457" y="3102684"/>
            <a:ext cx="1909209" cy="346218"/>
          </a:xfrm>
          <a:prstGeom prst="rect">
            <a:avLst/>
          </a:prstGeom>
          <a:noFill/>
          <a:ln>
            <a:noFill/>
          </a:ln>
        </p:spPr>
        <p:txBody>
          <a:bodyPr spcFirstLastPara="1" wrap="square" lIns="68569" tIns="34275" rIns="68569" bIns="34275" anchor="t" anchorCtr="0">
            <a:spAutoFit/>
          </a:bodyPr>
          <a:lstStyle/>
          <a:p>
            <a:r>
              <a:rPr lang="es-ES" sz="1800">
                <a:solidFill>
                  <a:schemeClr val="dk1"/>
                </a:solidFill>
                <a:latin typeface="Libre Franklin"/>
                <a:ea typeface="Libre Franklin"/>
                <a:cs typeface="Libre Franklin"/>
                <a:sym typeface="Libre Franklin"/>
              </a:rPr>
              <a:t>INTRÍNSECO</a:t>
            </a:r>
            <a:endParaRPr sz="1800">
              <a:solidFill>
                <a:schemeClr val="dk1"/>
              </a:solidFill>
              <a:latin typeface="Libre Franklin"/>
              <a:ea typeface="Libre Franklin"/>
              <a:cs typeface="Libre Franklin"/>
              <a:sym typeface="Libre Franklin"/>
            </a:endParaRPr>
          </a:p>
        </p:txBody>
      </p:sp>
      <p:sp>
        <p:nvSpPr>
          <p:cNvPr id="122" name="Google Shape;122;p2"/>
          <p:cNvSpPr/>
          <p:nvPr/>
        </p:nvSpPr>
        <p:spPr>
          <a:xfrm rot="-8025881">
            <a:off x="4816517" y="2374226"/>
            <a:ext cx="440872" cy="656408"/>
          </a:xfrm>
          <a:prstGeom prst="downArrow">
            <a:avLst>
              <a:gd name="adj1" fmla="val 50000"/>
              <a:gd name="adj2" fmla="val 50000"/>
            </a:avLst>
          </a:prstGeom>
          <a:solidFill>
            <a:schemeClr val="accent1"/>
          </a:solidFill>
          <a:ln w="34925" cap="flat" cmpd="sng">
            <a:solidFill>
              <a:srgbClr val="666661"/>
            </a:solidFill>
            <a:prstDash val="solid"/>
            <a:round/>
            <a:headEnd type="none" w="sm" len="sm"/>
            <a:tailEnd type="none" w="sm" len="sm"/>
          </a:ln>
        </p:spPr>
        <p:txBody>
          <a:bodyPr spcFirstLastPara="1" wrap="square" lIns="68569" tIns="34275" rIns="68569" bIns="34275" anchor="ctr" anchorCtr="0">
            <a:noAutofit/>
          </a:bodyPr>
          <a:lstStyle/>
          <a:p>
            <a:pPr algn="ctr"/>
            <a:endParaRPr sz="1350">
              <a:solidFill>
                <a:schemeClr val="lt1"/>
              </a:solidFill>
              <a:latin typeface="Libre Franklin"/>
              <a:ea typeface="Libre Franklin"/>
              <a:cs typeface="Libre Franklin"/>
              <a:sym typeface="Libre Franklin"/>
            </a:endParaRPr>
          </a:p>
        </p:txBody>
      </p:sp>
      <p:sp>
        <p:nvSpPr>
          <p:cNvPr id="123" name="Google Shape;123;p2"/>
          <p:cNvSpPr/>
          <p:nvPr/>
        </p:nvSpPr>
        <p:spPr>
          <a:xfrm rot="-2575542">
            <a:off x="4774684" y="3345286"/>
            <a:ext cx="440872" cy="656408"/>
          </a:xfrm>
          <a:prstGeom prst="downArrow">
            <a:avLst>
              <a:gd name="adj1" fmla="val 50000"/>
              <a:gd name="adj2" fmla="val 50000"/>
            </a:avLst>
          </a:prstGeom>
          <a:solidFill>
            <a:schemeClr val="accent1"/>
          </a:solidFill>
          <a:ln w="34925" cap="flat" cmpd="sng">
            <a:solidFill>
              <a:srgbClr val="666661"/>
            </a:solidFill>
            <a:prstDash val="solid"/>
            <a:round/>
            <a:headEnd type="none" w="sm" len="sm"/>
            <a:tailEnd type="none" w="sm" len="sm"/>
          </a:ln>
        </p:spPr>
        <p:txBody>
          <a:bodyPr spcFirstLastPara="1" wrap="square" lIns="68569" tIns="34275" rIns="68569" bIns="34275" anchor="ctr" anchorCtr="0">
            <a:noAutofit/>
          </a:bodyPr>
          <a:lstStyle/>
          <a:p>
            <a:pPr algn="ctr"/>
            <a:endParaRPr sz="1350">
              <a:solidFill>
                <a:schemeClr val="lt1"/>
              </a:solidFill>
              <a:latin typeface="Libre Franklin"/>
              <a:ea typeface="Libre Franklin"/>
              <a:cs typeface="Libre Franklin"/>
              <a:sym typeface="Libre Franklin"/>
            </a:endParaRPr>
          </a:p>
        </p:txBody>
      </p:sp>
      <p:sp>
        <p:nvSpPr>
          <p:cNvPr id="124" name="Google Shape;124;p2"/>
          <p:cNvSpPr txBox="1"/>
          <p:nvPr/>
        </p:nvSpPr>
        <p:spPr>
          <a:xfrm>
            <a:off x="5485025" y="2302015"/>
            <a:ext cx="1909209" cy="346218"/>
          </a:xfrm>
          <a:prstGeom prst="rect">
            <a:avLst/>
          </a:prstGeom>
          <a:noFill/>
          <a:ln>
            <a:noFill/>
          </a:ln>
        </p:spPr>
        <p:txBody>
          <a:bodyPr spcFirstLastPara="1" wrap="square" lIns="68569" tIns="34275" rIns="68569" bIns="34275" anchor="t" anchorCtr="0">
            <a:spAutoFit/>
          </a:bodyPr>
          <a:lstStyle/>
          <a:p>
            <a:r>
              <a:rPr lang="es-ES" sz="1800" dirty="0">
                <a:solidFill>
                  <a:schemeClr val="dk1"/>
                </a:solidFill>
                <a:latin typeface="Libre Franklin"/>
                <a:ea typeface="Libre Franklin"/>
                <a:cs typeface="Libre Franklin"/>
                <a:sym typeface="Libre Franklin"/>
              </a:rPr>
              <a:t>ARTICULAR</a:t>
            </a:r>
            <a:endParaRPr sz="1800" dirty="0">
              <a:solidFill>
                <a:schemeClr val="dk1"/>
              </a:solidFill>
              <a:latin typeface="Libre Franklin"/>
              <a:ea typeface="Libre Franklin"/>
              <a:cs typeface="Libre Franklin"/>
              <a:sym typeface="Libre Franklin"/>
            </a:endParaRPr>
          </a:p>
        </p:txBody>
      </p:sp>
      <p:sp>
        <p:nvSpPr>
          <p:cNvPr id="125" name="Google Shape;125;p2"/>
          <p:cNvSpPr txBox="1"/>
          <p:nvPr/>
        </p:nvSpPr>
        <p:spPr>
          <a:xfrm>
            <a:off x="5485025" y="3726661"/>
            <a:ext cx="2414371" cy="346218"/>
          </a:xfrm>
          <a:prstGeom prst="rect">
            <a:avLst/>
          </a:prstGeom>
          <a:noFill/>
          <a:ln>
            <a:noFill/>
          </a:ln>
        </p:spPr>
        <p:txBody>
          <a:bodyPr spcFirstLastPara="1" wrap="square" lIns="68569" tIns="34275" rIns="68569" bIns="34275" anchor="t" anchorCtr="0">
            <a:spAutoFit/>
          </a:bodyPr>
          <a:lstStyle/>
          <a:p>
            <a:r>
              <a:rPr lang="es-ES" sz="1800" dirty="0">
                <a:solidFill>
                  <a:schemeClr val="dk1"/>
                </a:solidFill>
                <a:latin typeface="Libre Franklin"/>
                <a:ea typeface="Libre Franklin"/>
                <a:cs typeface="Libre Franklin"/>
                <a:sym typeface="Libre Franklin"/>
              </a:rPr>
              <a:t>PERI - ARTICULAR</a:t>
            </a:r>
            <a:endParaRPr sz="1800" dirty="0">
              <a:solidFill>
                <a:schemeClr val="dk1"/>
              </a:solidFill>
              <a:latin typeface="Libre Franklin"/>
              <a:ea typeface="Libre Franklin"/>
              <a:cs typeface="Libre Franklin"/>
              <a:sym typeface="Libre Franklin"/>
            </a:endParaRPr>
          </a:p>
        </p:txBody>
      </p:sp>
      <p:sp>
        <p:nvSpPr>
          <p:cNvPr id="126" name="Google Shape;126;p2"/>
          <p:cNvSpPr/>
          <p:nvPr/>
        </p:nvSpPr>
        <p:spPr>
          <a:xfrm>
            <a:off x="5405626" y="604545"/>
            <a:ext cx="3411803" cy="1038497"/>
          </a:xfrm>
          <a:prstGeom prst="rect">
            <a:avLst/>
          </a:prstGeom>
          <a:solidFill>
            <a:srgbClr val="FF0000"/>
          </a:solidFill>
          <a:ln w="34925" cap="flat" cmpd="sng">
            <a:solidFill>
              <a:srgbClr val="FF0000"/>
            </a:solidFill>
            <a:prstDash val="solid"/>
            <a:round/>
            <a:headEnd type="none" w="sm" len="sm"/>
            <a:tailEnd type="none" w="sm" len="sm"/>
          </a:ln>
        </p:spPr>
        <p:txBody>
          <a:bodyPr spcFirstLastPara="1" wrap="square" lIns="68569" tIns="34275" rIns="68569" bIns="34275" anchor="ctr" anchorCtr="0">
            <a:noAutofit/>
          </a:bodyPr>
          <a:lstStyle/>
          <a:p>
            <a:pPr algn="just"/>
            <a:r>
              <a:rPr lang="es-ES" sz="1800" b="1" dirty="0">
                <a:solidFill>
                  <a:schemeClr val="lt1"/>
                </a:solidFill>
                <a:latin typeface="Libre Franklin"/>
                <a:ea typeface="Libre Franklin"/>
                <a:cs typeface="Libre Franklin"/>
                <a:sym typeface="Libre Franklin"/>
              </a:rPr>
              <a:t>DOLOR DE HOMBRO QUE NO EMPEORA CON EL MOVIMIENTO NO ES DOLOR DE HOMBRO</a:t>
            </a:r>
            <a:endParaRPr sz="1800" b="1" dirty="0">
              <a:solidFill>
                <a:schemeClr val="lt1"/>
              </a:solidFill>
              <a:latin typeface="Libre Franklin"/>
              <a:ea typeface="Libre Franklin"/>
              <a:cs typeface="Libre Franklin"/>
              <a:sym typeface="Libre Franklin"/>
            </a:endParaRPr>
          </a:p>
        </p:txBody>
      </p:sp>
      <p:sp>
        <p:nvSpPr>
          <p:cNvPr id="127" name="Google Shape;127;p2"/>
          <p:cNvSpPr/>
          <p:nvPr/>
        </p:nvSpPr>
        <p:spPr>
          <a:xfrm>
            <a:off x="5371498" y="2894579"/>
            <a:ext cx="3354430" cy="525906"/>
          </a:xfrm>
          <a:prstGeom prst="rect">
            <a:avLst/>
          </a:prstGeom>
          <a:solidFill>
            <a:srgbClr val="FF0000"/>
          </a:solidFill>
          <a:ln w="34925" cap="flat" cmpd="sng">
            <a:solidFill>
              <a:srgbClr val="FF0000"/>
            </a:solidFill>
            <a:prstDash val="solid"/>
            <a:round/>
            <a:headEnd type="none" w="sm" len="sm"/>
            <a:tailEnd type="none" w="sm" len="sm"/>
          </a:ln>
        </p:spPr>
        <p:txBody>
          <a:bodyPr spcFirstLastPara="1" wrap="square" lIns="68569" tIns="34275" rIns="68569" bIns="34275" anchor="ctr" anchorCtr="0">
            <a:noAutofit/>
          </a:bodyPr>
          <a:lstStyle/>
          <a:p>
            <a:pPr algn="ctr"/>
            <a:r>
              <a:rPr lang="es-ES" sz="1800" b="1" dirty="0">
                <a:solidFill>
                  <a:schemeClr val="lt1"/>
                </a:solidFill>
                <a:latin typeface="Libre Franklin"/>
                <a:ea typeface="Libre Franklin"/>
                <a:cs typeface="Libre Franklin"/>
                <a:sym typeface="Libre Franklin"/>
              </a:rPr>
              <a:t>MOVILIDAD PASIVA VS ACTIVA</a:t>
            </a:r>
            <a:endParaRPr sz="1800" b="1" dirty="0">
              <a:solidFill>
                <a:schemeClr val="lt1"/>
              </a:solidFill>
              <a:latin typeface="Libre Franklin"/>
              <a:ea typeface="Libre Franklin"/>
              <a:cs typeface="Libre Franklin"/>
              <a:sym typeface="Libre Frankli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3" descr="https://lh3.googleusercontent.com/-Qmk54yB0GdhaWGZ521pTbQN01cP9ISWs0yEuQK1ccMfToyWxUoR4K1dzR_GlyNGWwVARZ3-IJYRTZS5FimXtqh0FoslPnse6RTLZT7jjfG1GCwZQZVAxRRsao8iaM63mlx3W7Y2zak6-v-QEQ"/>
          <p:cNvPicPr preferRelativeResize="0"/>
          <p:nvPr/>
        </p:nvPicPr>
        <p:blipFill rotWithShape="1">
          <a:blip r:embed="rId3">
            <a:alphaModFix/>
          </a:blip>
          <a:srcRect/>
          <a:stretch/>
        </p:blipFill>
        <p:spPr>
          <a:xfrm>
            <a:off x="792685" y="332286"/>
            <a:ext cx="4154873" cy="3289275"/>
          </a:xfrm>
          <a:prstGeom prst="rect">
            <a:avLst/>
          </a:prstGeom>
          <a:noFill/>
          <a:ln>
            <a:noFill/>
          </a:ln>
        </p:spPr>
      </p:pic>
      <p:pic>
        <p:nvPicPr>
          <p:cNvPr id="134" name="Google Shape;134;p3" descr="https://lh4.googleusercontent.com/J9oRf8AJ3LIkkTIlhosINOBRAOwPXWacdhlo-q3DQwq_kPlvOxRi3a5ToSk9STSD4T5KRxHrKS9JBtKGSbm0c6gHL0Uv-LfmewiHx8kyuhH_1qzThLb5MZGEOkcb7jqhnUNIqyWbtzJBHHCA3A"/>
          <p:cNvPicPr preferRelativeResize="0"/>
          <p:nvPr/>
        </p:nvPicPr>
        <p:blipFill rotWithShape="1">
          <a:blip r:embed="rId4">
            <a:alphaModFix/>
          </a:blip>
          <a:srcRect/>
          <a:stretch/>
        </p:blipFill>
        <p:spPr>
          <a:xfrm>
            <a:off x="5486400" y="1976924"/>
            <a:ext cx="3321231" cy="300224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40" name="Google Shape;140;p4"/>
          <p:cNvSpPr txBox="1">
            <a:spLocks noGrp="1"/>
          </p:cNvSpPr>
          <p:nvPr>
            <p:ph type="title"/>
          </p:nvPr>
        </p:nvSpPr>
        <p:spPr>
          <a:prstGeom prst="rect">
            <a:avLst/>
          </a:prstGeom>
          <a:noFill/>
          <a:ln>
            <a:noFill/>
          </a:ln>
        </p:spPr>
        <p:txBody>
          <a:bodyPr spcFirstLastPara="1" wrap="square" lIns="68569" tIns="34275" rIns="68569" bIns="34275" anchor="b" anchorCtr="0">
            <a:normAutofit/>
          </a:bodyPr>
          <a:lstStyle/>
          <a:p>
            <a:pPr algn="l">
              <a:buClr>
                <a:schemeClr val="lt1"/>
              </a:buClr>
            </a:pPr>
            <a:r>
              <a:rPr lang="es-ES" dirty="0">
                <a:solidFill>
                  <a:srgbClr val="002060"/>
                </a:solidFill>
              </a:rPr>
              <a:t>HOMBRO</a:t>
            </a:r>
            <a:endParaRPr dirty="0">
              <a:solidFill>
                <a:srgbClr val="002060"/>
              </a:solidFill>
            </a:endParaRPr>
          </a:p>
        </p:txBody>
      </p:sp>
      <p:sp>
        <p:nvSpPr>
          <p:cNvPr id="139" name="Google Shape;139;p4"/>
          <p:cNvSpPr txBox="1">
            <a:spLocks noGrp="1"/>
          </p:cNvSpPr>
          <p:nvPr>
            <p:ph type="body" idx="4294967295"/>
          </p:nvPr>
        </p:nvSpPr>
        <p:spPr>
          <a:xfrm>
            <a:off x="0" y="1463675"/>
            <a:ext cx="3482975" cy="2168525"/>
          </a:xfrm>
          <a:prstGeom prst="rect">
            <a:avLst/>
          </a:prstGeom>
          <a:noFill/>
          <a:ln>
            <a:noFill/>
          </a:ln>
        </p:spPr>
        <p:txBody>
          <a:bodyPr spcFirstLastPara="1" wrap="square" lIns="68569" tIns="34275" rIns="68569" bIns="34275" anchor="t" anchorCtr="0">
            <a:normAutofit fontScale="92500"/>
          </a:bodyPr>
          <a:lstStyle/>
          <a:p>
            <a:pPr marL="257175" indent="-257175" algn="l">
              <a:buClr>
                <a:schemeClr val="lt1"/>
              </a:buClr>
              <a:buFont typeface="Arial"/>
              <a:buChar char="•"/>
            </a:pPr>
            <a:r>
              <a:rPr lang="es-ES" sz="2400" dirty="0">
                <a:solidFill>
                  <a:srgbClr val="002060"/>
                </a:solidFill>
              </a:rPr>
              <a:t>.-Tendinitis bicipital</a:t>
            </a:r>
            <a:endParaRPr sz="2400" dirty="0">
              <a:solidFill>
                <a:srgbClr val="002060"/>
              </a:solidFill>
            </a:endParaRPr>
          </a:p>
          <a:p>
            <a:pPr marL="257175" indent="-257175" algn="l">
              <a:buClr>
                <a:schemeClr val="lt1"/>
              </a:buClr>
              <a:buFont typeface="Arial"/>
              <a:buChar char="•"/>
            </a:pPr>
            <a:r>
              <a:rPr lang="es-ES" sz="2400" dirty="0">
                <a:solidFill>
                  <a:srgbClr val="002060"/>
                </a:solidFill>
              </a:rPr>
              <a:t>.-Tendinopatía del manguito rotador</a:t>
            </a:r>
            <a:endParaRPr sz="2400" dirty="0">
              <a:solidFill>
                <a:srgbClr val="002060"/>
              </a:solidFill>
            </a:endParaRPr>
          </a:p>
          <a:p>
            <a:pPr marL="257175" indent="-257175" algn="l">
              <a:buClr>
                <a:schemeClr val="lt1"/>
              </a:buClr>
              <a:buFont typeface="Arial"/>
              <a:buChar char="•"/>
            </a:pPr>
            <a:r>
              <a:rPr lang="es-ES" sz="2400" dirty="0">
                <a:solidFill>
                  <a:srgbClr val="002060"/>
                </a:solidFill>
              </a:rPr>
              <a:t>.-</a:t>
            </a:r>
            <a:r>
              <a:rPr lang="es-ES" sz="2400" dirty="0" err="1">
                <a:solidFill>
                  <a:srgbClr val="002060"/>
                </a:solidFill>
              </a:rPr>
              <a:t>Capsulitis</a:t>
            </a:r>
            <a:r>
              <a:rPr lang="es-ES" sz="2400" dirty="0">
                <a:solidFill>
                  <a:srgbClr val="002060"/>
                </a:solidFill>
              </a:rPr>
              <a:t> adhesiva</a:t>
            </a:r>
            <a:endParaRPr sz="2400" dirty="0">
              <a:solidFill>
                <a:srgbClr val="002060"/>
              </a:solidFill>
            </a:endParaRPr>
          </a:p>
          <a:p>
            <a:pPr marL="257175" indent="-257175" algn="l">
              <a:buClr>
                <a:schemeClr val="lt1"/>
              </a:buClr>
              <a:buFont typeface="Arial"/>
              <a:buChar char="•"/>
            </a:pPr>
            <a:r>
              <a:rPr lang="es-ES" sz="2400" dirty="0">
                <a:solidFill>
                  <a:srgbClr val="002060"/>
                </a:solidFill>
              </a:rPr>
              <a:t>.-Bursitis subacromial</a:t>
            </a:r>
            <a:endParaRPr sz="2400" dirty="0">
              <a:solidFill>
                <a:srgbClr val="002060"/>
              </a:solidFill>
            </a:endParaRPr>
          </a:p>
          <a:p>
            <a:pPr marL="257175" indent="-142875" algn="l"/>
            <a:endParaRPr dirty="0">
              <a:solidFill>
                <a:schemeClr val="lt1"/>
              </a:solidFill>
            </a:endParaRPr>
          </a:p>
        </p:txBody>
      </p:sp>
      <p:pic>
        <p:nvPicPr>
          <p:cNvPr id="141" name="Google Shape;141;p4" descr="DEPORTE Y PLANES DE ENTRENAMIENTO: CONOCE EL HOMBRO Y EVITA SUS LESIONES"/>
          <p:cNvPicPr preferRelativeResize="0"/>
          <p:nvPr/>
        </p:nvPicPr>
        <p:blipFill rotWithShape="1">
          <a:blip r:embed="rId3">
            <a:alphaModFix/>
          </a:blip>
          <a:srcRect/>
          <a:stretch/>
        </p:blipFill>
        <p:spPr>
          <a:xfrm>
            <a:off x="4060916" y="833232"/>
            <a:ext cx="3933553" cy="3238603"/>
          </a:xfrm>
          <a:prstGeom prst="rect">
            <a:avLst/>
          </a:prstGeom>
          <a:noFill/>
          <a:ln>
            <a:noFill/>
          </a:ln>
        </p:spPr>
      </p:pic>
      <p:sp>
        <p:nvSpPr>
          <p:cNvPr id="142" name="Google Shape;142;p4"/>
          <p:cNvSpPr txBox="1"/>
          <p:nvPr/>
        </p:nvSpPr>
        <p:spPr>
          <a:xfrm>
            <a:off x="4060916" y="4343400"/>
            <a:ext cx="138548" cy="276969"/>
          </a:xfrm>
          <a:prstGeom prst="rect">
            <a:avLst/>
          </a:prstGeom>
          <a:noFill/>
          <a:ln>
            <a:noFill/>
          </a:ln>
        </p:spPr>
        <p:txBody>
          <a:bodyPr spcFirstLastPara="1" wrap="square" lIns="68569" tIns="34275" rIns="68569" bIns="34275" anchor="t" anchorCtr="0">
            <a:spAutoFit/>
          </a:bodyPr>
          <a:lstStyle/>
          <a:p>
            <a:endParaRPr sz="1350">
              <a:solidFill>
                <a:schemeClr val="lt1"/>
              </a:solidFill>
              <a:latin typeface="Libre Franklin"/>
              <a:ea typeface="Libre Franklin"/>
              <a:cs typeface="Libre Franklin"/>
              <a:sym typeface="Libre Frankli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5"/>
          <p:cNvSpPr txBox="1">
            <a:spLocks noGrp="1"/>
          </p:cNvSpPr>
          <p:nvPr>
            <p:ph type="title"/>
          </p:nvPr>
        </p:nvSpPr>
        <p:spPr>
          <a:xfrm>
            <a:off x="1028700" y="514350"/>
            <a:ext cx="7200900" cy="1114425"/>
          </a:xfrm>
          <a:prstGeom prst="rect">
            <a:avLst/>
          </a:prstGeom>
          <a:noFill/>
          <a:ln>
            <a:noFill/>
          </a:ln>
        </p:spPr>
        <p:txBody>
          <a:bodyPr spcFirstLastPara="1" wrap="square" lIns="68569" tIns="34275" rIns="68569" bIns="34275" anchor="t" anchorCtr="0">
            <a:normAutofit/>
          </a:bodyPr>
          <a:lstStyle/>
          <a:p>
            <a:pPr>
              <a:lnSpc>
                <a:spcPct val="89000"/>
              </a:lnSpc>
              <a:buClr>
                <a:schemeClr val="dk2"/>
              </a:buClr>
              <a:buSzPts val="4400"/>
            </a:pPr>
            <a:r>
              <a:rPr lang="es-ES" dirty="0">
                <a:solidFill>
                  <a:srgbClr val="002060"/>
                </a:solidFill>
              </a:rPr>
              <a:t>Tendinitis bicipital</a:t>
            </a:r>
            <a:endParaRPr dirty="0">
              <a:solidFill>
                <a:srgbClr val="002060"/>
              </a:solidFill>
            </a:endParaRPr>
          </a:p>
        </p:txBody>
      </p:sp>
      <p:sp>
        <p:nvSpPr>
          <p:cNvPr id="148" name="Google Shape;148;p5"/>
          <p:cNvSpPr txBox="1">
            <a:spLocks noGrp="1"/>
          </p:cNvSpPr>
          <p:nvPr>
            <p:ph idx="1"/>
          </p:nvPr>
        </p:nvSpPr>
        <p:spPr>
          <a:xfrm>
            <a:off x="-146754" y="1071562"/>
            <a:ext cx="6626578" cy="2686050"/>
          </a:xfrm>
          <a:prstGeom prst="rect">
            <a:avLst/>
          </a:prstGeom>
          <a:noFill/>
          <a:ln>
            <a:noFill/>
          </a:ln>
        </p:spPr>
        <p:txBody>
          <a:bodyPr spcFirstLastPara="1" wrap="square" lIns="68569" tIns="34275" rIns="68569" bIns="34275" anchor="t" anchorCtr="0">
            <a:normAutofit/>
          </a:bodyPr>
          <a:lstStyle/>
          <a:p>
            <a:pPr marL="288036" indent="-288036">
              <a:lnSpc>
                <a:spcPct val="94000"/>
              </a:lnSpc>
              <a:buClr>
                <a:schemeClr val="dk2"/>
              </a:buClr>
              <a:buSzPts val="2000"/>
              <a:buChar char="■"/>
            </a:pPr>
            <a:r>
              <a:rPr lang="es-ES" dirty="0">
                <a:solidFill>
                  <a:srgbClr val="002060"/>
                </a:solidFill>
              </a:rPr>
              <a:t>Dolor en región anterior del hombro. Puede irradiar a la cara lateral del brazo.</a:t>
            </a:r>
            <a:endParaRPr dirty="0">
              <a:solidFill>
                <a:srgbClr val="002060"/>
              </a:solidFill>
            </a:endParaRPr>
          </a:p>
          <a:p>
            <a:pPr marL="288036" indent="-288036">
              <a:lnSpc>
                <a:spcPct val="94000"/>
              </a:lnSpc>
              <a:spcBef>
                <a:spcPts val="900"/>
              </a:spcBef>
              <a:buClr>
                <a:schemeClr val="dk2"/>
              </a:buClr>
              <a:buSzPts val="2000"/>
              <a:buChar char="■"/>
            </a:pPr>
            <a:r>
              <a:rPr lang="es-ES" b="1" dirty="0">
                <a:solidFill>
                  <a:srgbClr val="002060"/>
                </a:solidFill>
              </a:rPr>
              <a:t>Maniobras:</a:t>
            </a:r>
            <a:endParaRPr lang="es-MX" b="1" dirty="0">
              <a:solidFill>
                <a:srgbClr val="002060"/>
              </a:solidFill>
            </a:endParaRPr>
          </a:p>
          <a:p>
            <a:pPr marL="685800" lvl="1" indent="-288036">
              <a:lnSpc>
                <a:spcPct val="94000"/>
              </a:lnSpc>
              <a:spcBef>
                <a:spcPts val="525"/>
              </a:spcBef>
              <a:buClr>
                <a:schemeClr val="dk2"/>
              </a:buClr>
              <a:buSzPts val="2000"/>
              <a:buChar char="–"/>
            </a:pPr>
            <a:r>
              <a:rPr lang="es-MX" dirty="0">
                <a:solidFill>
                  <a:srgbClr val="002060"/>
                </a:solidFill>
              </a:rPr>
              <a:t>Presión cara anterior del hombro.</a:t>
            </a:r>
          </a:p>
          <a:p>
            <a:pPr marL="685800" lvl="1" indent="-288036">
              <a:lnSpc>
                <a:spcPct val="94000"/>
              </a:lnSpc>
              <a:spcBef>
                <a:spcPts val="525"/>
              </a:spcBef>
              <a:buClr>
                <a:schemeClr val="dk2"/>
              </a:buClr>
              <a:buSzPts val="2000"/>
              <a:buChar char="–"/>
            </a:pPr>
            <a:r>
              <a:rPr lang="es-ES" b="1" dirty="0">
                <a:solidFill>
                  <a:srgbClr val="002060"/>
                </a:solidFill>
              </a:rPr>
              <a:t>Test de </a:t>
            </a:r>
            <a:r>
              <a:rPr lang="es-ES" b="1" dirty="0" err="1">
                <a:solidFill>
                  <a:srgbClr val="002060"/>
                </a:solidFill>
              </a:rPr>
              <a:t>Yergason</a:t>
            </a:r>
            <a:r>
              <a:rPr lang="es-ES" b="1" dirty="0">
                <a:solidFill>
                  <a:srgbClr val="002060"/>
                </a:solidFill>
              </a:rPr>
              <a:t>: </a:t>
            </a:r>
            <a:r>
              <a:rPr lang="es-ES" i="0" dirty="0">
                <a:solidFill>
                  <a:srgbClr val="002060"/>
                </a:solidFill>
              </a:rPr>
              <a:t>codo flexionado a 90°. Dolor a la resistencia de la supinación.</a:t>
            </a:r>
            <a:endParaRPr dirty="0">
              <a:solidFill>
                <a:srgbClr val="002060"/>
              </a:solidFill>
            </a:endParaRPr>
          </a:p>
          <a:p>
            <a:pPr marL="685800" lvl="1" indent="-288036">
              <a:lnSpc>
                <a:spcPct val="94000"/>
              </a:lnSpc>
              <a:spcBef>
                <a:spcPts val="525"/>
              </a:spcBef>
              <a:buClr>
                <a:schemeClr val="dk2"/>
              </a:buClr>
              <a:buSzPts val="2000"/>
              <a:buChar char="–"/>
            </a:pPr>
            <a:r>
              <a:rPr lang="es-ES" b="1" dirty="0">
                <a:solidFill>
                  <a:srgbClr val="002060"/>
                </a:solidFill>
              </a:rPr>
              <a:t>Signo de </a:t>
            </a:r>
            <a:r>
              <a:rPr lang="es-ES" b="1" dirty="0" err="1">
                <a:solidFill>
                  <a:srgbClr val="002060"/>
                </a:solidFill>
              </a:rPr>
              <a:t>Speed</a:t>
            </a:r>
            <a:r>
              <a:rPr lang="es-ES" b="1" dirty="0">
                <a:solidFill>
                  <a:srgbClr val="002060"/>
                </a:solidFill>
              </a:rPr>
              <a:t>: </a:t>
            </a:r>
            <a:r>
              <a:rPr lang="es-ES" i="0" dirty="0">
                <a:solidFill>
                  <a:srgbClr val="002060"/>
                </a:solidFill>
              </a:rPr>
              <a:t>dolor al resistir la flexión del hombro</a:t>
            </a:r>
            <a:endParaRPr dirty="0">
              <a:solidFill>
                <a:srgbClr val="002060"/>
              </a:solidFill>
            </a:endParaRPr>
          </a:p>
          <a:p>
            <a:pPr marL="288036" indent="-288036">
              <a:lnSpc>
                <a:spcPct val="94000"/>
              </a:lnSpc>
              <a:spcBef>
                <a:spcPts val="900"/>
              </a:spcBef>
              <a:buClr>
                <a:schemeClr val="dk2"/>
              </a:buClr>
              <a:buSzPts val="2000"/>
              <a:buChar char="■"/>
            </a:pPr>
            <a:r>
              <a:rPr lang="es-ES" b="1" dirty="0" err="1">
                <a:solidFill>
                  <a:srgbClr val="002060"/>
                </a:solidFill>
              </a:rPr>
              <a:t>Dx</a:t>
            </a:r>
            <a:r>
              <a:rPr lang="es-ES" b="1" dirty="0">
                <a:solidFill>
                  <a:srgbClr val="002060"/>
                </a:solidFill>
              </a:rPr>
              <a:t>: </a:t>
            </a:r>
            <a:r>
              <a:rPr lang="es-ES" dirty="0">
                <a:solidFill>
                  <a:srgbClr val="002060"/>
                </a:solidFill>
              </a:rPr>
              <a:t>clínico.</a:t>
            </a:r>
            <a:endParaRPr dirty="0">
              <a:solidFill>
                <a:srgbClr val="002060"/>
              </a:solidFill>
            </a:endParaRPr>
          </a:p>
          <a:p>
            <a:pPr marL="288036" indent="-288036">
              <a:lnSpc>
                <a:spcPct val="94000"/>
              </a:lnSpc>
              <a:spcBef>
                <a:spcPts val="900"/>
              </a:spcBef>
              <a:buClr>
                <a:schemeClr val="dk2"/>
              </a:buClr>
              <a:buSzPts val="2000"/>
              <a:buChar char="■"/>
            </a:pPr>
            <a:r>
              <a:rPr lang="es-ES" b="1" i="0" dirty="0" err="1">
                <a:solidFill>
                  <a:srgbClr val="002060"/>
                </a:solidFill>
              </a:rPr>
              <a:t>Tto</a:t>
            </a:r>
            <a:r>
              <a:rPr lang="es-ES" b="1" i="0" dirty="0">
                <a:solidFill>
                  <a:srgbClr val="002060"/>
                </a:solidFill>
              </a:rPr>
              <a:t>: </a:t>
            </a:r>
            <a:r>
              <a:rPr lang="es-ES" i="0" dirty="0">
                <a:solidFill>
                  <a:srgbClr val="002060"/>
                </a:solidFill>
              </a:rPr>
              <a:t>Reposo, AINES, fisioterapia, infiltración. Ruptura: expectante o quirúrgico.</a:t>
            </a:r>
            <a:endParaRPr dirty="0">
              <a:solidFill>
                <a:srgbClr val="002060"/>
              </a:solidFill>
            </a:endParaRPr>
          </a:p>
        </p:txBody>
      </p:sp>
      <p:pic>
        <p:nvPicPr>
          <p:cNvPr id="31746" name="Picture 2" descr="Tendinopatía bicipital: causas y tratamiento">
            <a:extLst>
              <a:ext uri="{FF2B5EF4-FFF2-40B4-BE49-F238E27FC236}">
                <a16:creationId xmlns:a16="http://schemas.microsoft.com/office/drawing/2014/main" id="{0559AA67-4E8F-A510-BA3E-4461E1932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9823" y="2233863"/>
            <a:ext cx="3152107" cy="29096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6"/>
          <p:cNvSpPr txBox="1">
            <a:spLocks noGrp="1"/>
          </p:cNvSpPr>
          <p:nvPr>
            <p:ph type="title"/>
          </p:nvPr>
        </p:nvSpPr>
        <p:spPr>
          <a:xfrm>
            <a:off x="1447630" y="229671"/>
            <a:ext cx="2184762" cy="316366"/>
          </a:xfrm>
          <a:prstGeom prst="rect">
            <a:avLst/>
          </a:prstGeom>
          <a:noFill/>
          <a:ln>
            <a:noFill/>
          </a:ln>
        </p:spPr>
        <p:txBody>
          <a:bodyPr spcFirstLastPara="1" wrap="square" lIns="68569" tIns="34275" rIns="68569" bIns="34275" anchor="t" anchorCtr="0">
            <a:noAutofit/>
          </a:bodyPr>
          <a:lstStyle/>
          <a:p>
            <a:pPr algn="ctr">
              <a:lnSpc>
                <a:spcPct val="89000"/>
              </a:lnSpc>
              <a:buClr>
                <a:schemeClr val="dk2"/>
              </a:buClr>
              <a:buSzPts val="2000"/>
            </a:pPr>
            <a:r>
              <a:rPr lang="es-ES" sz="1500"/>
              <a:t>TEST DE YERGASON</a:t>
            </a:r>
            <a:endParaRPr sz="1500"/>
          </a:p>
        </p:txBody>
      </p:sp>
      <p:pic>
        <p:nvPicPr>
          <p:cNvPr id="154" name="Google Shape;154;p6"/>
          <p:cNvPicPr preferRelativeResize="0"/>
          <p:nvPr/>
        </p:nvPicPr>
        <p:blipFill rotWithShape="1">
          <a:blip r:embed="rId3">
            <a:alphaModFix/>
          </a:blip>
          <a:srcRect/>
          <a:stretch/>
        </p:blipFill>
        <p:spPr>
          <a:xfrm>
            <a:off x="878682" y="542925"/>
            <a:ext cx="3750469" cy="2343150"/>
          </a:xfrm>
          <a:prstGeom prst="rect">
            <a:avLst/>
          </a:prstGeom>
          <a:noFill/>
          <a:ln>
            <a:noFill/>
          </a:ln>
        </p:spPr>
      </p:pic>
      <p:pic>
        <p:nvPicPr>
          <p:cNvPr id="155" name="Google Shape;155;p6"/>
          <p:cNvPicPr preferRelativeResize="0"/>
          <p:nvPr/>
        </p:nvPicPr>
        <p:blipFill rotWithShape="1">
          <a:blip r:embed="rId4">
            <a:alphaModFix/>
          </a:blip>
          <a:srcRect/>
          <a:stretch/>
        </p:blipFill>
        <p:spPr>
          <a:xfrm>
            <a:off x="4847749" y="1927382"/>
            <a:ext cx="3814355" cy="2471384"/>
          </a:xfrm>
          <a:prstGeom prst="rect">
            <a:avLst/>
          </a:prstGeom>
          <a:noFill/>
          <a:ln>
            <a:noFill/>
          </a:ln>
        </p:spPr>
      </p:pic>
      <p:sp>
        <p:nvSpPr>
          <p:cNvPr id="156" name="Google Shape;156;p6"/>
          <p:cNvSpPr txBox="1"/>
          <p:nvPr/>
        </p:nvSpPr>
        <p:spPr>
          <a:xfrm>
            <a:off x="5593965" y="1556317"/>
            <a:ext cx="2184762" cy="316366"/>
          </a:xfrm>
          <a:prstGeom prst="rect">
            <a:avLst/>
          </a:prstGeom>
          <a:noFill/>
          <a:ln>
            <a:noFill/>
          </a:ln>
        </p:spPr>
        <p:txBody>
          <a:bodyPr spcFirstLastPara="1" wrap="square" lIns="68569" tIns="34275" rIns="68569" bIns="34275" anchor="t" anchorCtr="0">
            <a:noAutofit/>
          </a:bodyPr>
          <a:lstStyle/>
          <a:p>
            <a:pPr algn="ctr">
              <a:lnSpc>
                <a:spcPct val="89000"/>
              </a:lnSpc>
              <a:buClr>
                <a:schemeClr val="dk2"/>
              </a:buClr>
              <a:buSzPts val="2000"/>
            </a:pPr>
            <a:r>
              <a:rPr lang="es-ES" sz="1500" b="1">
                <a:solidFill>
                  <a:schemeClr val="tx1"/>
                </a:solidFill>
                <a:latin typeface="Libre Franklin"/>
                <a:ea typeface="Libre Franklin"/>
                <a:cs typeface="Libre Franklin"/>
                <a:sym typeface="Libre Franklin"/>
              </a:rPr>
              <a:t>SIGNO DE SPEED</a:t>
            </a:r>
            <a:endParaRPr sz="1500" b="1">
              <a:solidFill>
                <a:schemeClr val="tx1"/>
              </a:solidFill>
              <a:latin typeface="Libre Franklin"/>
              <a:ea typeface="Libre Franklin"/>
              <a:cs typeface="Libre Franklin"/>
              <a:sym typeface="Libre Franklin"/>
            </a:endParaRPr>
          </a:p>
        </p:txBody>
      </p:sp>
      <p:sp>
        <p:nvSpPr>
          <p:cNvPr id="157" name="Google Shape;157;p6"/>
          <p:cNvSpPr txBox="1"/>
          <p:nvPr/>
        </p:nvSpPr>
        <p:spPr>
          <a:xfrm>
            <a:off x="1097280" y="2886075"/>
            <a:ext cx="3293835" cy="484718"/>
          </a:xfrm>
          <a:prstGeom prst="rect">
            <a:avLst/>
          </a:prstGeom>
          <a:noFill/>
          <a:ln>
            <a:noFill/>
          </a:ln>
        </p:spPr>
        <p:txBody>
          <a:bodyPr spcFirstLastPara="1" wrap="square" lIns="68569" tIns="34275" rIns="68569" bIns="34275" anchor="t" anchorCtr="0">
            <a:spAutoFit/>
          </a:bodyPr>
          <a:lstStyle/>
          <a:p>
            <a:r>
              <a:rPr lang="es-ES" sz="1350">
                <a:solidFill>
                  <a:schemeClr val="dk1"/>
                </a:solidFill>
                <a:latin typeface="Libre Franklin"/>
                <a:ea typeface="Libre Franklin"/>
                <a:cs typeface="Libre Franklin"/>
                <a:sym typeface="Libre Franklin"/>
              </a:rPr>
              <a:t>Dolor al resistir la supinación del antebrazo</a:t>
            </a:r>
            <a:endParaRPr sz="1350">
              <a:solidFill>
                <a:schemeClr val="dk1"/>
              </a:solidFill>
              <a:latin typeface="Libre Franklin"/>
              <a:ea typeface="Libre Franklin"/>
              <a:cs typeface="Libre Franklin"/>
              <a:sym typeface="Libre Franklin"/>
            </a:endParaRPr>
          </a:p>
        </p:txBody>
      </p:sp>
      <p:sp>
        <p:nvSpPr>
          <p:cNvPr id="158" name="Google Shape;158;p6"/>
          <p:cNvSpPr txBox="1"/>
          <p:nvPr/>
        </p:nvSpPr>
        <p:spPr>
          <a:xfrm>
            <a:off x="5352427" y="4453465"/>
            <a:ext cx="2804999" cy="484718"/>
          </a:xfrm>
          <a:prstGeom prst="rect">
            <a:avLst/>
          </a:prstGeom>
          <a:noFill/>
          <a:ln>
            <a:noFill/>
          </a:ln>
        </p:spPr>
        <p:txBody>
          <a:bodyPr spcFirstLastPara="1" wrap="square" lIns="68569" tIns="34275" rIns="68569" bIns="34275" anchor="t" anchorCtr="0">
            <a:spAutoFit/>
          </a:bodyPr>
          <a:lstStyle/>
          <a:p>
            <a:r>
              <a:rPr lang="es-ES" sz="1350">
                <a:solidFill>
                  <a:schemeClr val="dk1"/>
                </a:solidFill>
                <a:latin typeface="Libre Franklin"/>
                <a:ea typeface="Libre Franklin"/>
                <a:cs typeface="Libre Franklin"/>
                <a:sym typeface="Libre Franklin"/>
              </a:rPr>
              <a:t>Dolor al resistir la flexión del hombro</a:t>
            </a:r>
            <a:endParaRPr sz="1350">
              <a:solidFill>
                <a:schemeClr val="dk1"/>
              </a:solidFill>
              <a:latin typeface="Libre Franklin"/>
              <a:ea typeface="Libre Franklin"/>
              <a:cs typeface="Libre Franklin"/>
              <a:sym typeface="Libre Frankli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7"/>
          <p:cNvSpPr txBox="1">
            <a:spLocks noGrp="1"/>
          </p:cNvSpPr>
          <p:nvPr>
            <p:ph type="title"/>
          </p:nvPr>
        </p:nvSpPr>
        <p:spPr>
          <a:xfrm>
            <a:off x="930728" y="139609"/>
            <a:ext cx="7200900" cy="614771"/>
          </a:xfrm>
          <a:prstGeom prst="rect">
            <a:avLst/>
          </a:prstGeom>
          <a:noFill/>
          <a:ln>
            <a:noFill/>
          </a:ln>
        </p:spPr>
        <p:txBody>
          <a:bodyPr spcFirstLastPara="1" wrap="square" lIns="68569" tIns="34275" rIns="68569" bIns="34275" anchor="t" anchorCtr="0">
            <a:normAutofit/>
          </a:bodyPr>
          <a:lstStyle/>
          <a:p>
            <a:pPr>
              <a:lnSpc>
                <a:spcPct val="89000"/>
              </a:lnSpc>
              <a:buClr>
                <a:schemeClr val="dk2"/>
              </a:buClr>
              <a:buSzPts val="4400"/>
            </a:pPr>
            <a:r>
              <a:rPr lang="es-ES"/>
              <a:t>Tendinopatía del manguito rotador</a:t>
            </a:r>
            <a:endParaRPr/>
          </a:p>
        </p:txBody>
      </p:sp>
      <p:sp>
        <p:nvSpPr>
          <p:cNvPr id="164" name="Google Shape;164;p7"/>
          <p:cNvSpPr txBox="1">
            <a:spLocks noGrp="1"/>
          </p:cNvSpPr>
          <p:nvPr>
            <p:ph type="body" idx="1"/>
          </p:nvPr>
        </p:nvSpPr>
        <p:spPr>
          <a:xfrm>
            <a:off x="930728" y="754380"/>
            <a:ext cx="4614455" cy="4210203"/>
          </a:xfrm>
          <a:prstGeom prst="rect">
            <a:avLst/>
          </a:prstGeom>
          <a:noFill/>
          <a:ln>
            <a:noFill/>
          </a:ln>
        </p:spPr>
        <p:txBody>
          <a:bodyPr spcFirstLastPara="1" wrap="square" lIns="68569" tIns="34275" rIns="68569" bIns="34275" anchor="t" anchorCtr="0">
            <a:normAutofit/>
          </a:bodyPr>
          <a:lstStyle/>
          <a:p>
            <a:pPr marL="288036" indent="-288036" algn="just">
              <a:lnSpc>
                <a:spcPct val="94000"/>
              </a:lnSpc>
              <a:buClr>
                <a:schemeClr val="dk2"/>
              </a:buClr>
              <a:buSzPts val="2000"/>
              <a:buChar char="■"/>
            </a:pPr>
            <a:r>
              <a:rPr lang="es-ES" dirty="0"/>
              <a:t>Dolor profundo en el hombro, exacerbación nocturna, dolor en el deltoides, dolor a la movilidad resistida durante la abducción y rotación externa o interna.</a:t>
            </a:r>
            <a:endParaRPr dirty="0"/>
          </a:p>
          <a:p>
            <a:pPr marL="288036" indent="-288036" algn="just">
              <a:lnSpc>
                <a:spcPct val="94000"/>
              </a:lnSpc>
              <a:spcBef>
                <a:spcPts val="900"/>
              </a:spcBef>
              <a:buClr>
                <a:schemeClr val="dk2"/>
              </a:buClr>
              <a:buSzPts val="2000"/>
              <a:buChar char="■"/>
            </a:pPr>
            <a:r>
              <a:rPr lang="es-ES" dirty="0"/>
              <a:t>Examen: Debilidad, dolor y pérdida de la movilidad y crepitación. </a:t>
            </a:r>
            <a:endParaRPr dirty="0"/>
          </a:p>
          <a:p>
            <a:pPr marL="288036" indent="-288036" algn="just">
              <a:lnSpc>
                <a:spcPct val="94000"/>
              </a:lnSpc>
              <a:spcBef>
                <a:spcPts val="900"/>
              </a:spcBef>
              <a:buClr>
                <a:schemeClr val="dk2"/>
              </a:buClr>
              <a:buSzPts val="2000"/>
              <a:buChar char="■"/>
            </a:pPr>
            <a:r>
              <a:rPr lang="es-ES" b="1" dirty="0" err="1"/>
              <a:t>Dx</a:t>
            </a:r>
            <a:r>
              <a:rPr lang="es-ES" dirty="0"/>
              <a:t>: clínica, ecografía, RMN, </a:t>
            </a:r>
            <a:r>
              <a:rPr lang="es-ES" dirty="0" err="1"/>
              <a:t>rx</a:t>
            </a:r>
            <a:endParaRPr dirty="0"/>
          </a:p>
          <a:p>
            <a:pPr marL="288036" indent="-288036" algn="just">
              <a:lnSpc>
                <a:spcPct val="94000"/>
              </a:lnSpc>
              <a:spcBef>
                <a:spcPts val="900"/>
              </a:spcBef>
              <a:buClr>
                <a:schemeClr val="dk2"/>
              </a:buClr>
              <a:buSzPts val="2000"/>
              <a:buChar char="■"/>
            </a:pPr>
            <a:r>
              <a:rPr lang="es-ES" b="1" dirty="0" err="1"/>
              <a:t>Tto</a:t>
            </a:r>
            <a:r>
              <a:rPr lang="es-ES" b="1" dirty="0"/>
              <a:t>:</a:t>
            </a:r>
            <a:r>
              <a:rPr lang="es-ES" dirty="0"/>
              <a:t> AINES, infiltración, </a:t>
            </a:r>
            <a:r>
              <a:rPr lang="es-ES" dirty="0" err="1"/>
              <a:t>fisioKNT</a:t>
            </a:r>
            <a:r>
              <a:rPr lang="es-ES" dirty="0"/>
              <a:t>. Ruptura o desgarro: </a:t>
            </a:r>
            <a:r>
              <a:rPr lang="es-ES" dirty="0" err="1"/>
              <a:t>Qx</a:t>
            </a:r>
            <a:r>
              <a:rPr lang="es-ES" dirty="0"/>
              <a:t>.</a:t>
            </a:r>
            <a:endParaRPr dirty="0"/>
          </a:p>
          <a:p>
            <a:pPr marL="288036" indent="-288036" algn="just">
              <a:lnSpc>
                <a:spcPct val="94000"/>
              </a:lnSpc>
              <a:spcBef>
                <a:spcPts val="900"/>
              </a:spcBef>
              <a:buClr>
                <a:schemeClr val="dk2"/>
              </a:buClr>
              <a:buSzPts val="2000"/>
              <a:buChar char="■"/>
            </a:pPr>
            <a:r>
              <a:rPr lang="es-ES" dirty="0"/>
              <a:t>Maniobras:</a:t>
            </a:r>
            <a:endParaRPr dirty="0"/>
          </a:p>
          <a:p>
            <a:pPr marL="685800" lvl="1" indent="-288036" algn="just">
              <a:lnSpc>
                <a:spcPct val="94000"/>
              </a:lnSpc>
              <a:spcBef>
                <a:spcPts val="525"/>
              </a:spcBef>
              <a:buClr>
                <a:schemeClr val="dk2"/>
              </a:buClr>
              <a:buSzPts val="2000"/>
              <a:buChar char="–"/>
            </a:pPr>
            <a:r>
              <a:rPr lang="es-ES" b="1" dirty="0"/>
              <a:t>Test del arco doloroso</a:t>
            </a:r>
            <a:r>
              <a:rPr lang="es-ES" dirty="0"/>
              <a:t>: </a:t>
            </a:r>
            <a:r>
              <a:rPr lang="es-ES" i="0" dirty="0"/>
              <a:t>dolor a la movilidad activa entre los 60 y 120° de abducción </a:t>
            </a:r>
            <a:r>
              <a:rPr lang="es-ES" b="1" i="0" dirty="0">
                <a:solidFill>
                  <a:srgbClr val="FF0000"/>
                </a:solidFill>
              </a:rPr>
              <a:t>(art. glenohumeral)</a:t>
            </a:r>
            <a:r>
              <a:rPr lang="es-ES" i="0" dirty="0"/>
              <a:t>. No se observa en la movilidad pasiva. Dolor por arriba de 170°: </a:t>
            </a:r>
            <a:r>
              <a:rPr lang="es-ES" b="1" i="0" dirty="0">
                <a:solidFill>
                  <a:srgbClr val="FF0000"/>
                </a:solidFill>
              </a:rPr>
              <a:t>compromiso acromioclavicular.</a:t>
            </a:r>
            <a:endParaRPr dirty="0"/>
          </a:p>
        </p:txBody>
      </p:sp>
      <p:pic>
        <p:nvPicPr>
          <p:cNvPr id="165" name="Google Shape;165;p7" descr="Músculo Subescapular Imágenes recortadas de stock - Alamy"/>
          <p:cNvPicPr preferRelativeResize="0"/>
          <p:nvPr/>
        </p:nvPicPr>
        <p:blipFill rotWithShape="1">
          <a:blip r:embed="rId3">
            <a:alphaModFix/>
          </a:blip>
          <a:srcRect r="21681" b="7068"/>
          <a:stretch/>
        </p:blipFill>
        <p:spPr>
          <a:xfrm>
            <a:off x="6034157" y="671343"/>
            <a:ext cx="2548141" cy="414885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8"/>
          <p:cNvSpPr txBox="1">
            <a:spLocks noGrp="1"/>
          </p:cNvSpPr>
          <p:nvPr>
            <p:ph type="body" idx="1"/>
          </p:nvPr>
        </p:nvSpPr>
        <p:spPr>
          <a:xfrm>
            <a:off x="715191" y="333103"/>
            <a:ext cx="4565469" cy="4683035"/>
          </a:xfrm>
          <a:prstGeom prst="rect">
            <a:avLst/>
          </a:prstGeom>
          <a:noFill/>
          <a:ln>
            <a:noFill/>
          </a:ln>
        </p:spPr>
        <p:txBody>
          <a:bodyPr spcFirstLastPara="1" wrap="square" lIns="68569" tIns="34275" rIns="68569" bIns="34275" anchor="t" anchorCtr="0">
            <a:normAutofit/>
          </a:bodyPr>
          <a:lstStyle/>
          <a:p>
            <a:pPr marL="288036" lvl="1" indent="-288036" algn="just">
              <a:lnSpc>
                <a:spcPct val="94000"/>
              </a:lnSpc>
              <a:spcBef>
                <a:spcPts val="0"/>
              </a:spcBef>
              <a:buClr>
                <a:schemeClr val="dk2"/>
              </a:buClr>
              <a:buSzPts val="2000"/>
              <a:buFont typeface="Libre Franklin"/>
              <a:buChar char="■"/>
            </a:pPr>
            <a:r>
              <a:rPr lang="es-ES" b="1" dirty="0"/>
              <a:t>Signo de Neer: </a:t>
            </a:r>
            <a:r>
              <a:rPr lang="es-ES" i="0" dirty="0"/>
              <a:t>evalúa pinzamiento. Examinador atrás con una mano bloquea la escápula. El brazo del paciente en rotación interna es llevado a máxima flexión. Dolor al producir el choque del troquiter contra el acromion. </a:t>
            </a:r>
            <a:r>
              <a:rPr lang="es-ES" i="0" dirty="0">
                <a:solidFill>
                  <a:schemeClr val="tx1"/>
                </a:solidFill>
              </a:rPr>
              <a:t>GRAVEDAD ATRAPAMIENTO SUPRAESPINOSO</a:t>
            </a:r>
            <a:endParaRPr dirty="0">
              <a:solidFill>
                <a:schemeClr val="tx1"/>
              </a:solidFill>
            </a:endParaRPr>
          </a:p>
          <a:p>
            <a:pPr marL="288036" lvl="1" indent="-192786" algn="just">
              <a:lnSpc>
                <a:spcPct val="94000"/>
              </a:lnSpc>
              <a:spcBef>
                <a:spcPts val="900"/>
              </a:spcBef>
              <a:buClr>
                <a:schemeClr val="dk2"/>
              </a:buClr>
              <a:buSzPts val="2000"/>
              <a:buNone/>
            </a:pPr>
            <a:endParaRPr i="0" dirty="0"/>
          </a:p>
          <a:p>
            <a:pPr marL="288036" lvl="1" indent="-192786" algn="just">
              <a:lnSpc>
                <a:spcPct val="94000"/>
              </a:lnSpc>
              <a:spcBef>
                <a:spcPts val="900"/>
              </a:spcBef>
              <a:buClr>
                <a:schemeClr val="dk2"/>
              </a:buClr>
              <a:buSzPts val="2000"/>
              <a:buNone/>
            </a:pPr>
            <a:endParaRPr i="0" dirty="0"/>
          </a:p>
          <a:p>
            <a:pPr marL="288036" lvl="1" indent="-192786" algn="just">
              <a:lnSpc>
                <a:spcPct val="94000"/>
              </a:lnSpc>
              <a:spcBef>
                <a:spcPts val="900"/>
              </a:spcBef>
              <a:buClr>
                <a:schemeClr val="dk2"/>
              </a:buClr>
              <a:buSzPts val="2000"/>
              <a:buNone/>
            </a:pPr>
            <a:endParaRPr i="0" dirty="0"/>
          </a:p>
          <a:p>
            <a:pPr marL="288036" lvl="1" indent="-192786" algn="just">
              <a:lnSpc>
                <a:spcPct val="94000"/>
              </a:lnSpc>
              <a:spcBef>
                <a:spcPts val="900"/>
              </a:spcBef>
              <a:buClr>
                <a:schemeClr val="dk2"/>
              </a:buClr>
              <a:buSzPts val="2000"/>
              <a:buNone/>
            </a:pPr>
            <a:endParaRPr i="0" dirty="0"/>
          </a:p>
          <a:p>
            <a:pPr marL="288036" lvl="1" indent="-192786" algn="just">
              <a:lnSpc>
                <a:spcPct val="94000"/>
              </a:lnSpc>
              <a:spcBef>
                <a:spcPts val="900"/>
              </a:spcBef>
              <a:buClr>
                <a:schemeClr val="dk2"/>
              </a:buClr>
              <a:buSzPts val="2000"/>
              <a:buNone/>
            </a:pPr>
            <a:endParaRPr i="0" dirty="0"/>
          </a:p>
          <a:p>
            <a:pPr marL="288036" lvl="1" indent="-288036" algn="just">
              <a:lnSpc>
                <a:spcPct val="94000"/>
              </a:lnSpc>
              <a:spcBef>
                <a:spcPts val="900"/>
              </a:spcBef>
              <a:buClr>
                <a:schemeClr val="dk2"/>
              </a:buClr>
              <a:buSzPts val="2000"/>
              <a:buFont typeface="Libre Franklin"/>
              <a:buChar char="■"/>
            </a:pPr>
            <a:r>
              <a:rPr lang="es-ES" b="1" dirty="0"/>
              <a:t>Test de </a:t>
            </a:r>
            <a:r>
              <a:rPr lang="es-ES" b="1" dirty="0" err="1"/>
              <a:t>Jobe</a:t>
            </a:r>
            <a:r>
              <a:rPr lang="es-ES" b="1" dirty="0"/>
              <a:t>: </a:t>
            </a:r>
            <a:r>
              <a:rPr lang="es-ES" i="0" dirty="0"/>
              <a:t>Brazo en abducción a 90°, y 30° hacia adelante con los pulgares hacia abajo. Resiste activamente la fuerza descendente del examinador. Positivo: debilidad respecto al </a:t>
            </a:r>
            <a:r>
              <a:rPr lang="es-ES" i="0" dirty="0" err="1"/>
              <a:t>controlateral</a:t>
            </a:r>
            <a:r>
              <a:rPr lang="es-ES" i="0" dirty="0"/>
              <a:t>. </a:t>
            </a:r>
            <a:r>
              <a:rPr lang="es-ES" b="1" i="0" dirty="0">
                <a:solidFill>
                  <a:schemeClr val="tx1"/>
                </a:solidFill>
              </a:rPr>
              <a:t>Tendinopatía del supraespinoso</a:t>
            </a:r>
            <a:r>
              <a:rPr lang="es-ES" i="0" dirty="0">
                <a:solidFill>
                  <a:schemeClr val="tx1"/>
                </a:solidFill>
              </a:rPr>
              <a:t>.</a:t>
            </a:r>
            <a:endParaRPr dirty="0">
              <a:solidFill>
                <a:schemeClr val="tx1"/>
              </a:solidFill>
            </a:endParaRPr>
          </a:p>
          <a:p>
            <a:pPr marL="288036" lvl="1" indent="-192786" algn="just">
              <a:lnSpc>
                <a:spcPct val="94000"/>
              </a:lnSpc>
              <a:spcBef>
                <a:spcPts val="900"/>
              </a:spcBef>
              <a:buClr>
                <a:schemeClr val="dk2"/>
              </a:buClr>
              <a:buSzPts val="2000"/>
              <a:buNone/>
            </a:pPr>
            <a:endParaRPr i="0" dirty="0"/>
          </a:p>
          <a:p>
            <a:pPr marL="288036" lvl="1" indent="-192786" algn="just">
              <a:lnSpc>
                <a:spcPct val="94000"/>
              </a:lnSpc>
              <a:spcBef>
                <a:spcPts val="900"/>
              </a:spcBef>
              <a:buClr>
                <a:schemeClr val="dk2"/>
              </a:buClr>
              <a:buSzPts val="2000"/>
              <a:buNone/>
            </a:pPr>
            <a:endParaRPr i="0" dirty="0"/>
          </a:p>
          <a:p>
            <a:pPr marL="288036" lvl="1" indent="-192786" algn="just">
              <a:lnSpc>
                <a:spcPct val="94000"/>
              </a:lnSpc>
              <a:spcBef>
                <a:spcPts val="900"/>
              </a:spcBef>
              <a:buClr>
                <a:schemeClr val="dk2"/>
              </a:buClr>
              <a:buSzPts val="2000"/>
              <a:buNone/>
            </a:pPr>
            <a:endParaRPr dirty="0"/>
          </a:p>
          <a:p>
            <a:pPr marL="288036" indent="-192786" algn="just">
              <a:lnSpc>
                <a:spcPct val="94000"/>
              </a:lnSpc>
              <a:spcBef>
                <a:spcPts val="900"/>
              </a:spcBef>
              <a:buClr>
                <a:schemeClr val="dk2"/>
              </a:buClr>
              <a:buSzPts val="2000"/>
              <a:buNone/>
            </a:pPr>
            <a:endParaRPr dirty="0"/>
          </a:p>
        </p:txBody>
      </p:sp>
      <p:pic>
        <p:nvPicPr>
          <p:cNvPr id="171" name="Google Shape;171;p8" descr="Pinzamiento subacromial - Wikipedia, la enciclopedia libre"/>
          <p:cNvPicPr preferRelativeResize="0"/>
          <p:nvPr/>
        </p:nvPicPr>
        <p:blipFill rotWithShape="1">
          <a:blip r:embed="rId3">
            <a:alphaModFix/>
          </a:blip>
          <a:srcRect/>
          <a:stretch/>
        </p:blipFill>
        <p:spPr>
          <a:xfrm>
            <a:off x="5793266" y="136241"/>
            <a:ext cx="2864253" cy="2655945"/>
          </a:xfrm>
          <a:prstGeom prst="rect">
            <a:avLst/>
          </a:prstGeom>
          <a:noFill/>
          <a:ln>
            <a:noFill/>
          </a:ln>
        </p:spPr>
      </p:pic>
      <p:pic>
        <p:nvPicPr>
          <p:cNvPr id="172" name="Google Shape;172;p8" descr="Rehabilitación del hombro no operado - ScienceDirect"/>
          <p:cNvPicPr preferRelativeResize="0"/>
          <p:nvPr/>
        </p:nvPicPr>
        <p:blipFill rotWithShape="1">
          <a:blip r:embed="rId4">
            <a:alphaModFix/>
          </a:blip>
          <a:srcRect/>
          <a:stretch/>
        </p:blipFill>
        <p:spPr>
          <a:xfrm>
            <a:off x="5554980" y="2972617"/>
            <a:ext cx="3340825" cy="204352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9"/>
          <p:cNvSpPr txBox="1">
            <a:spLocks noGrp="1"/>
          </p:cNvSpPr>
          <p:nvPr>
            <p:ph type="body" idx="1"/>
          </p:nvPr>
        </p:nvSpPr>
        <p:spPr>
          <a:xfrm>
            <a:off x="558438" y="107769"/>
            <a:ext cx="5084717" cy="5035731"/>
          </a:xfrm>
          <a:prstGeom prst="rect">
            <a:avLst/>
          </a:prstGeom>
          <a:noFill/>
          <a:ln>
            <a:noFill/>
          </a:ln>
        </p:spPr>
        <p:txBody>
          <a:bodyPr spcFirstLastPara="1" wrap="square" lIns="68569" tIns="34275" rIns="68569" bIns="34275" anchor="t" anchorCtr="0">
            <a:normAutofit/>
          </a:bodyPr>
          <a:lstStyle/>
          <a:p>
            <a:pPr marL="288036" indent="-288036" algn="just">
              <a:lnSpc>
                <a:spcPct val="94000"/>
              </a:lnSpc>
              <a:buClr>
                <a:schemeClr val="dk2"/>
              </a:buClr>
              <a:buSzPts val="2000"/>
              <a:buChar char="■"/>
            </a:pPr>
            <a:r>
              <a:rPr lang="es-ES" b="1" dirty="0"/>
              <a:t>Test de Hawkins: </a:t>
            </a:r>
            <a:r>
              <a:rPr lang="es-ES" dirty="0"/>
              <a:t>hombro en flexión a 90° en rotación interna llevada de forma pasiva por el examinador. </a:t>
            </a:r>
            <a:r>
              <a:rPr lang="es-ES" dirty="0" err="1"/>
              <a:t>Fiq</a:t>
            </a:r>
            <a:r>
              <a:rPr lang="es-ES" dirty="0"/>
              <a:t> 1. Dolor por el choque del tendón del supraespinoso contra la superficie anterior del </a:t>
            </a:r>
            <a:r>
              <a:rPr lang="es-ES" dirty="0" err="1"/>
              <a:t>lig</a:t>
            </a:r>
            <a:r>
              <a:rPr lang="es-ES" dirty="0"/>
              <a:t>. </a:t>
            </a:r>
            <a:r>
              <a:rPr lang="es-ES" dirty="0" err="1"/>
              <a:t>Coracoacromial</a:t>
            </a:r>
            <a:r>
              <a:rPr lang="es-ES" dirty="0"/>
              <a:t>.</a:t>
            </a:r>
            <a:endParaRPr dirty="0"/>
          </a:p>
          <a:p>
            <a:pPr marL="0" indent="0" algn="just">
              <a:lnSpc>
                <a:spcPct val="94000"/>
              </a:lnSpc>
              <a:spcBef>
                <a:spcPts val="900"/>
              </a:spcBef>
              <a:buClr>
                <a:schemeClr val="dk2"/>
              </a:buClr>
              <a:buSzPts val="2000"/>
              <a:buNone/>
            </a:pPr>
            <a:endParaRPr dirty="0"/>
          </a:p>
          <a:p>
            <a:pPr marL="288036" indent="-288036" algn="just">
              <a:lnSpc>
                <a:spcPct val="94000"/>
              </a:lnSpc>
              <a:spcBef>
                <a:spcPts val="900"/>
              </a:spcBef>
              <a:buClr>
                <a:schemeClr val="dk2"/>
              </a:buClr>
              <a:buSzPts val="2000"/>
              <a:buChar char="■"/>
            </a:pPr>
            <a:r>
              <a:rPr lang="es-ES" dirty="0"/>
              <a:t>Debilidad en rotación externa: brazos a los lados con codos a 90°. </a:t>
            </a:r>
            <a:r>
              <a:rPr lang="es-ES" b="1" dirty="0"/>
              <a:t>Rotación externa </a:t>
            </a:r>
            <a:r>
              <a:rPr lang="es-ES" dirty="0"/>
              <a:t>contra resistencia. </a:t>
            </a:r>
            <a:r>
              <a:rPr lang="es-ES" b="1" dirty="0">
                <a:solidFill>
                  <a:schemeClr val="tx1">
                    <a:lumMod val="90000"/>
                    <a:lumOff val="10000"/>
                  </a:schemeClr>
                </a:solidFill>
              </a:rPr>
              <a:t>Tendinopatía del infraespinoso y redondo menor.</a:t>
            </a:r>
            <a:endParaRPr dirty="0">
              <a:solidFill>
                <a:schemeClr val="tx1">
                  <a:lumMod val="90000"/>
                  <a:lumOff val="10000"/>
                </a:schemeClr>
              </a:solidFill>
            </a:endParaRPr>
          </a:p>
          <a:p>
            <a:pPr marL="0" indent="0" algn="just">
              <a:lnSpc>
                <a:spcPct val="94000"/>
              </a:lnSpc>
              <a:spcBef>
                <a:spcPts val="900"/>
              </a:spcBef>
              <a:buClr>
                <a:schemeClr val="dk2"/>
              </a:buClr>
              <a:buSzPts val="2000"/>
              <a:buNone/>
            </a:pPr>
            <a:endParaRPr dirty="0">
              <a:solidFill>
                <a:schemeClr val="tx1">
                  <a:lumMod val="90000"/>
                  <a:lumOff val="10000"/>
                </a:schemeClr>
              </a:solidFill>
            </a:endParaRPr>
          </a:p>
          <a:p>
            <a:pPr marL="0" indent="0" algn="just">
              <a:lnSpc>
                <a:spcPct val="94000"/>
              </a:lnSpc>
              <a:spcBef>
                <a:spcPts val="900"/>
              </a:spcBef>
              <a:buClr>
                <a:schemeClr val="dk2"/>
              </a:buClr>
              <a:buSzPts val="2000"/>
              <a:buNone/>
            </a:pPr>
            <a:endParaRPr dirty="0"/>
          </a:p>
          <a:p>
            <a:pPr marL="288036" indent="-288036" algn="just">
              <a:lnSpc>
                <a:spcPct val="94000"/>
              </a:lnSpc>
              <a:spcBef>
                <a:spcPts val="900"/>
              </a:spcBef>
              <a:buClr>
                <a:schemeClr val="dk2"/>
              </a:buClr>
              <a:buSzPts val="2000"/>
              <a:buChar char="■"/>
            </a:pPr>
            <a:r>
              <a:rPr lang="es-ES" b="1" dirty="0"/>
              <a:t>Test de Gerber</a:t>
            </a:r>
            <a:r>
              <a:rPr lang="es-ES" dirty="0"/>
              <a:t>: brazo en </a:t>
            </a:r>
            <a:r>
              <a:rPr lang="es-ES" b="1" dirty="0"/>
              <a:t>rotación interna </a:t>
            </a:r>
            <a:r>
              <a:rPr lang="es-ES" dirty="0"/>
              <a:t>con la mano por detrás del paciente a nivel lumbar. El paciente rota internamente contra resistencia. </a:t>
            </a:r>
            <a:r>
              <a:rPr lang="es-ES" b="1" dirty="0">
                <a:solidFill>
                  <a:schemeClr val="tx1">
                    <a:lumMod val="90000"/>
                    <a:lumOff val="10000"/>
                  </a:schemeClr>
                </a:solidFill>
              </a:rPr>
              <a:t>Tendinopatía subescapular.</a:t>
            </a:r>
            <a:endParaRPr b="1" dirty="0">
              <a:solidFill>
                <a:schemeClr val="tx1">
                  <a:lumMod val="90000"/>
                  <a:lumOff val="10000"/>
                </a:schemeClr>
              </a:solidFill>
            </a:endParaRPr>
          </a:p>
          <a:p>
            <a:pPr marL="288036" indent="-192786" algn="just">
              <a:lnSpc>
                <a:spcPct val="94000"/>
              </a:lnSpc>
              <a:spcBef>
                <a:spcPts val="900"/>
              </a:spcBef>
              <a:buClr>
                <a:schemeClr val="dk2"/>
              </a:buClr>
              <a:buSzPts val="2000"/>
              <a:buNone/>
            </a:pPr>
            <a:endParaRPr dirty="0"/>
          </a:p>
        </p:txBody>
      </p:sp>
      <p:pic>
        <p:nvPicPr>
          <p:cNvPr id="179" name="Google Shape;179;p9"/>
          <p:cNvPicPr preferRelativeResize="0"/>
          <p:nvPr/>
        </p:nvPicPr>
        <p:blipFill rotWithShape="1">
          <a:blip r:embed="rId3">
            <a:alphaModFix/>
          </a:blip>
          <a:srcRect l="8608" r="15963"/>
          <a:stretch/>
        </p:blipFill>
        <p:spPr>
          <a:xfrm>
            <a:off x="5724798" y="186147"/>
            <a:ext cx="3213463" cy="2099242"/>
          </a:xfrm>
          <a:prstGeom prst="rect">
            <a:avLst/>
          </a:prstGeom>
          <a:noFill/>
          <a:ln>
            <a:noFill/>
          </a:ln>
        </p:spPr>
      </p:pic>
      <p:pic>
        <p:nvPicPr>
          <p:cNvPr id="180" name="Google Shape;180;p9"/>
          <p:cNvPicPr preferRelativeResize="0"/>
          <p:nvPr/>
        </p:nvPicPr>
        <p:blipFill rotWithShape="1">
          <a:blip r:embed="rId4">
            <a:alphaModFix/>
          </a:blip>
          <a:srcRect/>
          <a:stretch/>
        </p:blipFill>
        <p:spPr>
          <a:xfrm>
            <a:off x="6448989" y="2547257"/>
            <a:ext cx="2570914" cy="2596243"/>
          </a:xfrm>
          <a:prstGeom prst="rect">
            <a:avLst/>
          </a:prstGeom>
          <a:noFill/>
          <a:ln>
            <a:noFill/>
          </a:ln>
        </p:spPr>
      </p:pic>
      <p:sp>
        <p:nvSpPr>
          <p:cNvPr id="181" name="Google Shape;181;p9"/>
          <p:cNvSpPr txBox="1"/>
          <p:nvPr/>
        </p:nvSpPr>
        <p:spPr>
          <a:xfrm>
            <a:off x="5829301" y="2008414"/>
            <a:ext cx="619688" cy="276969"/>
          </a:xfrm>
          <a:prstGeom prst="rect">
            <a:avLst/>
          </a:prstGeom>
          <a:noFill/>
          <a:ln>
            <a:noFill/>
          </a:ln>
        </p:spPr>
        <p:txBody>
          <a:bodyPr spcFirstLastPara="1" wrap="square" lIns="68569" tIns="34275" rIns="68569" bIns="34275" anchor="t" anchorCtr="0">
            <a:spAutoFit/>
          </a:bodyPr>
          <a:lstStyle/>
          <a:p>
            <a:r>
              <a:rPr lang="es-ES" sz="1350">
                <a:solidFill>
                  <a:schemeClr val="dk1"/>
                </a:solidFill>
                <a:latin typeface="Libre Franklin"/>
                <a:ea typeface="Libre Franklin"/>
                <a:cs typeface="Libre Franklin"/>
                <a:sym typeface="Libre Franklin"/>
              </a:rPr>
              <a:t>Fig 1</a:t>
            </a:r>
            <a:endParaRPr sz="1350">
              <a:solidFill>
                <a:schemeClr val="dk1"/>
              </a:solidFill>
              <a:latin typeface="Libre Franklin"/>
              <a:ea typeface="Libre Franklin"/>
              <a:cs typeface="Libre Franklin"/>
              <a:sym typeface="Libre Franklin"/>
            </a:endParaRPr>
          </a:p>
        </p:txBody>
      </p:sp>
      <p:sp>
        <p:nvSpPr>
          <p:cNvPr id="182" name="Google Shape;182;p9"/>
          <p:cNvSpPr txBox="1"/>
          <p:nvPr/>
        </p:nvSpPr>
        <p:spPr>
          <a:xfrm>
            <a:off x="6622868" y="4888774"/>
            <a:ext cx="495569" cy="484718"/>
          </a:xfrm>
          <a:prstGeom prst="rect">
            <a:avLst/>
          </a:prstGeom>
          <a:noFill/>
          <a:ln>
            <a:noFill/>
          </a:ln>
        </p:spPr>
        <p:txBody>
          <a:bodyPr spcFirstLastPara="1" wrap="square" lIns="68569" tIns="34275" rIns="68569" bIns="34275" anchor="t" anchorCtr="0">
            <a:spAutoFit/>
          </a:bodyPr>
          <a:lstStyle/>
          <a:p>
            <a:r>
              <a:rPr lang="es-ES" sz="1350">
                <a:solidFill>
                  <a:schemeClr val="dk1"/>
                </a:solidFill>
                <a:latin typeface="Libre Franklin"/>
                <a:ea typeface="Libre Franklin"/>
                <a:cs typeface="Libre Franklin"/>
                <a:sym typeface="Libre Franklin"/>
              </a:rPr>
              <a:t>Fig 2</a:t>
            </a:r>
            <a:endParaRPr sz="1350">
              <a:solidFill>
                <a:schemeClr val="dk1"/>
              </a:solidFill>
              <a:latin typeface="Libre Franklin"/>
              <a:ea typeface="Libre Franklin"/>
              <a:cs typeface="Libre Franklin"/>
              <a:sym typeface="Libre Frankli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0"/>
          <p:cNvSpPr txBox="1">
            <a:spLocks noGrp="1"/>
          </p:cNvSpPr>
          <p:nvPr>
            <p:ph type="title" idx="4294967295"/>
          </p:nvPr>
        </p:nvSpPr>
        <p:spPr>
          <a:xfrm>
            <a:off x="989929" y="959827"/>
            <a:ext cx="7466012" cy="1114425"/>
          </a:xfrm>
          <a:prstGeom prst="rect">
            <a:avLst/>
          </a:prstGeom>
          <a:noFill/>
          <a:ln>
            <a:noFill/>
          </a:ln>
        </p:spPr>
        <p:txBody>
          <a:bodyPr spcFirstLastPara="1" wrap="square" lIns="68569" tIns="34275" rIns="68569" bIns="34275" anchor="t" anchorCtr="0">
            <a:normAutofit/>
          </a:bodyPr>
          <a:lstStyle/>
          <a:p>
            <a:pPr>
              <a:lnSpc>
                <a:spcPct val="89000"/>
              </a:lnSpc>
              <a:buClr>
                <a:schemeClr val="dk2"/>
              </a:buClr>
              <a:buSzPts val="4400"/>
            </a:pPr>
            <a:r>
              <a:rPr lang="es-ES" dirty="0" err="1"/>
              <a:t>Capsulitis</a:t>
            </a:r>
            <a:r>
              <a:rPr lang="es-ES" dirty="0"/>
              <a:t> adhesiva – Hombro congelado</a:t>
            </a:r>
            <a:endParaRPr dirty="0"/>
          </a:p>
        </p:txBody>
      </p:sp>
      <p:sp>
        <p:nvSpPr>
          <p:cNvPr id="188" name="Google Shape;188;p10"/>
          <p:cNvSpPr txBox="1">
            <a:spLocks noGrp="1"/>
          </p:cNvSpPr>
          <p:nvPr>
            <p:ph type="body" idx="4294967295"/>
          </p:nvPr>
        </p:nvSpPr>
        <p:spPr>
          <a:xfrm>
            <a:off x="1122485" y="1943100"/>
            <a:ext cx="7200900" cy="2686050"/>
          </a:xfrm>
          <a:prstGeom prst="rect">
            <a:avLst/>
          </a:prstGeom>
          <a:noFill/>
          <a:ln>
            <a:noFill/>
          </a:ln>
        </p:spPr>
        <p:txBody>
          <a:bodyPr spcFirstLastPara="1" wrap="square" lIns="68569" tIns="34275" rIns="68569" bIns="34275" anchor="t" anchorCtr="0">
            <a:normAutofit/>
          </a:bodyPr>
          <a:lstStyle/>
          <a:p>
            <a:pPr marL="288036" indent="-288036">
              <a:lnSpc>
                <a:spcPct val="94000"/>
              </a:lnSpc>
              <a:buClr>
                <a:schemeClr val="dk2"/>
              </a:buClr>
              <a:buSzPts val="2000"/>
              <a:buChar char="■"/>
            </a:pPr>
            <a:r>
              <a:rPr lang="es-ES" dirty="0"/>
              <a:t>Dolor y restricción de los movimientos de la articulación en todos los planos.</a:t>
            </a:r>
            <a:endParaRPr dirty="0"/>
          </a:p>
          <a:p>
            <a:pPr marL="288036" indent="-288036">
              <a:lnSpc>
                <a:spcPct val="94000"/>
              </a:lnSpc>
              <a:spcBef>
                <a:spcPts val="900"/>
              </a:spcBef>
              <a:buClr>
                <a:schemeClr val="dk2"/>
              </a:buClr>
              <a:buSzPts val="2000"/>
              <a:buChar char="■"/>
            </a:pPr>
            <a:r>
              <a:rPr lang="es-ES" dirty="0"/>
              <a:t>Causas:</a:t>
            </a:r>
            <a:endParaRPr dirty="0"/>
          </a:p>
          <a:p>
            <a:pPr marL="685800" lvl="1" indent="-288036">
              <a:lnSpc>
                <a:spcPct val="94000"/>
              </a:lnSpc>
              <a:spcBef>
                <a:spcPts val="525"/>
              </a:spcBef>
              <a:buClr>
                <a:schemeClr val="dk2"/>
              </a:buClr>
              <a:buSzPts val="2000"/>
              <a:buChar char="–"/>
            </a:pPr>
            <a:r>
              <a:rPr lang="es-ES" dirty="0"/>
              <a:t>Idiopática</a:t>
            </a:r>
            <a:endParaRPr dirty="0"/>
          </a:p>
          <a:p>
            <a:pPr marL="685800" lvl="1" indent="-288036">
              <a:lnSpc>
                <a:spcPct val="94000"/>
              </a:lnSpc>
              <a:spcBef>
                <a:spcPts val="525"/>
              </a:spcBef>
              <a:buClr>
                <a:schemeClr val="dk2"/>
              </a:buClr>
              <a:buSzPts val="2000"/>
              <a:buChar char="–"/>
            </a:pPr>
            <a:r>
              <a:rPr lang="es-ES" dirty="0"/>
              <a:t>Enfermedades sistémicas: </a:t>
            </a:r>
            <a:r>
              <a:rPr lang="es-ES" i="0" dirty="0"/>
              <a:t>DBT, </a:t>
            </a:r>
            <a:r>
              <a:rPr lang="es-ES" i="0" dirty="0" err="1"/>
              <a:t>enf</a:t>
            </a:r>
            <a:r>
              <a:rPr lang="es-ES" i="0" dirty="0"/>
              <a:t>. Tiroidea, neoplasias, </a:t>
            </a:r>
            <a:r>
              <a:rPr lang="es-ES" i="0" dirty="0" err="1"/>
              <a:t>radiculopx</a:t>
            </a:r>
            <a:r>
              <a:rPr lang="es-ES" i="0" dirty="0"/>
              <a:t> cervical.</a:t>
            </a:r>
            <a:endParaRPr dirty="0"/>
          </a:p>
          <a:p>
            <a:pPr marL="685800" lvl="1" indent="-288036">
              <a:lnSpc>
                <a:spcPct val="94000"/>
              </a:lnSpc>
              <a:spcBef>
                <a:spcPts val="525"/>
              </a:spcBef>
              <a:buClr>
                <a:schemeClr val="dk2"/>
              </a:buClr>
              <a:buSzPts val="2000"/>
              <a:buChar char="–"/>
            </a:pPr>
            <a:r>
              <a:rPr lang="es-ES" dirty="0" err="1"/>
              <a:t>Via</a:t>
            </a:r>
            <a:r>
              <a:rPr lang="es-ES" dirty="0"/>
              <a:t> final de diferentes desórdenes del hombro.</a:t>
            </a:r>
            <a:endParaRPr dirty="0"/>
          </a:p>
          <a:p>
            <a:pPr marL="288036" indent="-288036">
              <a:lnSpc>
                <a:spcPct val="94000"/>
              </a:lnSpc>
              <a:spcBef>
                <a:spcPts val="900"/>
              </a:spcBef>
              <a:buClr>
                <a:schemeClr val="dk2"/>
              </a:buClr>
              <a:buSzPts val="2000"/>
              <a:buChar char="■"/>
            </a:pPr>
            <a:r>
              <a:rPr lang="es-ES" dirty="0"/>
              <a:t>Prevalencia de 2-3% en población general.</a:t>
            </a:r>
            <a:endParaRPr dirty="0"/>
          </a:p>
          <a:p>
            <a:pPr marL="288036" indent="-288036">
              <a:lnSpc>
                <a:spcPct val="94000"/>
              </a:lnSpc>
              <a:spcBef>
                <a:spcPts val="900"/>
              </a:spcBef>
              <a:buClr>
                <a:schemeClr val="dk2"/>
              </a:buClr>
              <a:buSzPts val="2000"/>
              <a:buChar char="■"/>
            </a:pPr>
            <a:r>
              <a:rPr lang="es-ES" b="1" dirty="0" err="1"/>
              <a:t>Dx</a:t>
            </a:r>
            <a:r>
              <a:rPr lang="es-ES" b="1" dirty="0"/>
              <a:t>: </a:t>
            </a:r>
            <a:r>
              <a:rPr lang="es-ES" dirty="0"/>
              <a:t>Clínica, </a:t>
            </a:r>
            <a:r>
              <a:rPr lang="es-ES" dirty="0" err="1"/>
              <a:t>rx</a:t>
            </a:r>
            <a:r>
              <a:rPr lang="es-ES" dirty="0"/>
              <a:t> y artroscopia (confirma).</a:t>
            </a:r>
            <a:endParaRPr dirty="0"/>
          </a:p>
          <a:p>
            <a:pPr marL="288036" indent="-288036">
              <a:lnSpc>
                <a:spcPct val="94000"/>
              </a:lnSpc>
              <a:spcBef>
                <a:spcPts val="900"/>
              </a:spcBef>
              <a:buClr>
                <a:schemeClr val="dk2"/>
              </a:buClr>
              <a:buSzPts val="2000"/>
              <a:buChar char="■"/>
            </a:pPr>
            <a:r>
              <a:rPr lang="es-ES" b="1" dirty="0" err="1"/>
              <a:t>Tto</a:t>
            </a:r>
            <a:r>
              <a:rPr lang="es-ES" b="1" dirty="0"/>
              <a:t>:</a:t>
            </a:r>
            <a:r>
              <a:rPr lang="es-ES" dirty="0"/>
              <a:t> infiltración – </a:t>
            </a:r>
            <a:r>
              <a:rPr lang="es-ES" dirty="0" err="1"/>
              <a:t>Qx</a:t>
            </a:r>
            <a:r>
              <a:rPr lang="es-ES" dirty="0"/>
              <a:t>.</a:t>
            </a:r>
            <a:endParaRP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1"/>
          <p:cNvSpPr txBox="1">
            <a:spLocks noGrp="1"/>
          </p:cNvSpPr>
          <p:nvPr>
            <p:ph type="title" idx="4294967295"/>
          </p:nvPr>
        </p:nvSpPr>
        <p:spPr>
          <a:xfrm>
            <a:off x="1673470" y="923926"/>
            <a:ext cx="7200900" cy="1114425"/>
          </a:xfrm>
          <a:prstGeom prst="rect">
            <a:avLst/>
          </a:prstGeom>
          <a:noFill/>
          <a:ln>
            <a:noFill/>
          </a:ln>
        </p:spPr>
        <p:txBody>
          <a:bodyPr spcFirstLastPara="1" wrap="square" lIns="68569" tIns="34275" rIns="68569" bIns="34275" anchor="t" anchorCtr="0">
            <a:normAutofit/>
          </a:bodyPr>
          <a:lstStyle/>
          <a:p>
            <a:pPr>
              <a:lnSpc>
                <a:spcPct val="89000"/>
              </a:lnSpc>
              <a:buClr>
                <a:schemeClr val="dk2"/>
              </a:buClr>
              <a:buSzPts val="4400"/>
            </a:pPr>
            <a:r>
              <a:rPr lang="es-ES" dirty="0"/>
              <a:t>Bursitis subacromial</a:t>
            </a:r>
            <a:endParaRPr dirty="0"/>
          </a:p>
        </p:txBody>
      </p:sp>
      <p:sp>
        <p:nvSpPr>
          <p:cNvPr id="194" name="Google Shape;194;p11"/>
          <p:cNvSpPr txBox="1">
            <a:spLocks noGrp="1"/>
          </p:cNvSpPr>
          <p:nvPr>
            <p:ph type="body" idx="4294967295"/>
          </p:nvPr>
        </p:nvSpPr>
        <p:spPr>
          <a:xfrm>
            <a:off x="-39936" y="2038351"/>
            <a:ext cx="5538059" cy="1476375"/>
          </a:xfrm>
          <a:prstGeom prst="rect">
            <a:avLst/>
          </a:prstGeom>
          <a:noFill/>
          <a:ln>
            <a:noFill/>
          </a:ln>
        </p:spPr>
        <p:txBody>
          <a:bodyPr spcFirstLastPara="1" wrap="square" lIns="68569" tIns="34275" rIns="68569" bIns="34275" anchor="t" anchorCtr="0">
            <a:normAutofit fontScale="85000" lnSpcReduction="20000"/>
          </a:bodyPr>
          <a:lstStyle/>
          <a:p>
            <a:pPr marL="288036" indent="-288036">
              <a:lnSpc>
                <a:spcPct val="94000"/>
              </a:lnSpc>
              <a:buClr>
                <a:schemeClr val="dk2"/>
              </a:buClr>
              <a:buSzPts val="2000"/>
              <a:buChar char="■"/>
            </a:pPr>
            <a:r>
              <a:rPr lang="es-ES" sz="1700" dirty="0"/>
              <a:t>Causas: traumatismos, procesos degenerativos y calcificación manguito rotador.</a:t>
            </a:r>
            <a:endParaRPr sz="1700" dirty="0"/>
          </a:p>
          <a:p>
            <a:pPr marL="288036" indent="-288036">
              <a:lnSpc>
                <a:spcPct val="94000"/>
              </a:lnSpc>
              <a:spcBef>
                <a:spcPts val="900"/>
              </a:spcBef>
              <a:buClr>
                <a:schemeClr val="dk2"/>
              </a:buClr>
              <a:buSzPts val="2000"/>
              <a:buChar char="■"/>
            </a:pPr>
            <a:r>
              <a:rPr lang="es-ES" sz="1700" dirty="0"/>
              <a:t>Dolor en el hombro con la abducción. Movilidad activa y pasiva disminuidas. </a:t>
            </a:r>
            <a:endParaRPr sz="1700" dirty="0"/>
          </a:p>
          <a:p>
            <a:pPr marL="288036" indent="-288036">
              <a:lnSpc>
                <a:spcPct val="94000"/>
              </a:lnSpc>
              <a:spcBef>
                <a:spcPts val="900"/>
              </a:spcBef>
              <a:buClr>
                <a:schemeClr val="dk2"/>
              </a:buClr>
              <a:buSzPts val="2000"/>
              <a:buChar char="■"/>
            </a:pPr>
            <a:r>
              <a:rPr lang="es-ES" sz="1700" dirty="0" err="1"/>
              <a:t>Dx</a:t>
            </a:r>
            <a:r>
              <a:rPr lang="es-ES" sz="1700" dirty="0"/>
              <a:t>: ecografía.</a:t>
            </a:r>
            <a:endParaRPr sz="1700" dirty="0"/>
          </a:p>
          <a:p>
            <a:pPr marL="288036" indent="-288036">
              <a:lnSpc>
                <a:spcPct val="94000"/>
              </a:lnSpc>
              <a:spcBef>
                <a:spcPts val="900"/>
              </a:spcBef>
              <a:buClr>
                <a:schemeClr val="dk2"/>
              </a:buClr>
              <a:buSzPts val="2000"/>
              <a:buChar char="■"/>
            </a:pPr>
            <a:r>
              <a:rPr lang="es-ES" sz="1700" dirty="0" err="1"/>
              <a:t>Tto</a:t>
            </a:r>
            <a:r>
              <a:rPr lang="es-ES" sz="1700" dirty="0"/>
              <a:t>: reposo, infiltración, fisioterapia y ejercicios.</a:t>
            </a:r>
            <a:endParaRPr sz="1700" dirty="0"/>
          </a:p>
          <a:p>
            <a:pPr marL="288036" indent="-192786">
              <a:lnSpc>
                <a:spcPct val="94000"/>
              </a:lnSpc>
              <a:spcBef>
                <a:spcPts val="900"/>
              </a:spcBef>
              <a:buClr>
                <a:schemeClr val="dk2"/>
              </a:buClr>
              <a:buSzPts val="2000"/>
              <a:buNone/>
            </a:pPr>
            <a:endParaRPr dirty="0"/>
          </a:p>
        </p:txBody>
      </p:sp>
      <p:pic>
        <p:nvPicPr>
          <p:cNvPr id="195" name="Google Shape;195;p11" descr="Patología del Hombro: Pinzamiento Subacromial - El blog de Téxum  Fisioterapia"/>
          <p:cNvPicPr preferRelativeResize="0"/>
          <p:nvPr/>
        </p:nvPicPr>
        <p:blipFill rotWithShape="1">
          <a:blip r:embed="rId3">
            <a:alphaModFix/>
          </a:blip>
          <a:srcRect/>
          <a:stretch/>
        </p:blipFill>
        <p:spPr>
          <a:xfrm>
            <a:off x="5637814" y="601774"/>
            <a:ext cx="3478870" cy="3353345"/>
          </a:xfrm>
          <a:prstGeom prst="rect">
            <a:avLst/>
          </a:prstGeom>
          <a:noFill/>
          <a:ln>
            <a:noFill/>
          </a:ln>
        </p:spPr>
      </p:pic>
      <p:sp>
        <p:nvSpPr>
          <p:cNvPr id="196" name="Google Shape;196;p11"/>
          <p:cNvSpPr/>
          <p:nvPr/>
        </p:nvSpPr>
        <p:spPr>
          <a:xfrm>
            <a:off x="7377249" y="2278447"/>
            <a:ext cx="558437" cy="268810"/>
          </a:xfrm>
          <a:prstGeom prst="ellipse">
            <a:avLst/>
          </a:prstGeom>
          <a:noFill/>
          <a:ln w="57150" cap="flat" cmpd="sng">
            <a:solidFill>
              <a:srgbClr val="FF0000"/>
            </a:solidFill>
            <a:prstDash val="solid"/>
            <a:round/>
            <a:headEnd type="none" w="sm" len="sm"/>
            <a:tailEnd type="none" w="sm" len="sm"/>
          </a:ln>
        </p:spPr>
        <p:txBody>
          <a:bodyPr spcFirstLastPara="1" wrap="square" lIns="68569" tIns="34275" rIns="68569" bIns="34275" anchor="ctr" anchorCtr="0">
            <a:noAutofit/>
          </a:bodyPr>
          <a:lstStyle/>
          <a:p>
            <a:pPr algn="ctr"/>
            <a:endParaRPr sz="1350">
              <a:solidFill>
                <a:schemeClr val="accent6"/>
              </a:solidFill>
              <a:latin typeface="Libre Franklin"/>
              <a:ea typeface="Libre Franklin"/>
              <a:cs typeface="Libre Franklin"/>
              <a:sym typeface="Libre Frankli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2"/>
          <p:cNvSpPr txBox="1">
            <a:spLocks noGrp="1"/>
          </p:cNvSpPr>
          <p:nvPr>
            <p:ph type="body" idx="4294967295"/>
          </p:nvPr>
        </p:nvSpPr>
        <p:spPr>
          <a:xfrm>
            <a:off x="408985" y="2031931"/>
            <a:ext cx="3482975" cy="2168525"/>
          </a:xfrm>
          <a:prstGeom prst="rect">
            <a:avLst/>
          </a:prstGeom>
          <a:noFill/>
          <a:ln>
            <a:noFill/>
          </a:ln>
        </p:spPr>
        <p:txBody>
          <a:bodyPr spcFirstLastPara="1" wrap="square" lIns="68569" tIns="34275" rIns="68569" bIns="34275" anchor="t" anchorCtr="0">
            <a:noAutofit/>
          </a:bodyPr>
          <a:lstStyle/>
          <a:p>
            <a:pPr marL="257175" indent="-257175" algn="l">
              <a:buClr>
                <a:schemeClr val="lt1"/>
              </a:buClr>
              <a:buFont typeface="Arial"/>
              <a:buChar char="•"/>
            </a:pPr>
            <a:r>
              <a:rPr lang="es-ES" sz="1800" dirty="0">
                <a:solidFill>
                  <a:schemeClr val="tx1">
                    <a:lumMod val="90000"/>
                    <a:lumOff val="10000"/>
                  </a:schemeClr>
                </a:solidFill>
              </a:rPr>
              <a:t>.-Bursitis </a:t>
            </a:r>
            <a:r>
              <a:rPr lang="es-ES" sz="1800" dirty="0" err="1">
                <a:solidFill>
                  <a:schemeClr val="tx1">
                    <a:lumMod val="90000"/>
                    <a:lumOff val="10000"/>
                  </a:schemeClr>
                </a:solidFill>
              </a:rPr>
              <a:t>olecraneana</a:t>
            </a:r>
            <a:endParaRPr sz="1800" dirty="0">
              <a:solidFill>
                <a:schemeClr val="tx1">
                  <a:lumMod val="90000"/>
                  <a:lumOff val="10000"/>
                </a:schemeClr>
              </a:solidFill>
            </a:endParaRPr>
          </a:p>
          <a:p>
            <a:pPr marL="257175" indent="-257175" algn="l">
              <a:buClr>
                <a:schemeClr val="lt1"/>
              </a:buClr>
              <a:buFont typeface="Arial"/>
              <a:buChar char="•"/>
            </a:pPr>
            <a:r>
              <a:rPr lang="es-ES" sz="1800" dirty="0">
                <a:solidFill>
                  <a:schemeClr val="tx1">
                    <a:lumMod val="90000"/>
                    <a:lumOff val="10000"/>
                  </a:schemeClr>
                </a:solidFill>
              </a:rPr>
              <a:t>.-</a:t>
            </a:r>
            <a:r>
              <a:rPr lang="es-ES" sz="1800" dirty="0" err="1">
                <a:solidFill>
                  <a:schemeClr val="tx1">
                    <a:lumMod val="90000"/>
                    <a:lumOff val="10000"/>
                  </a:schemeClr>
                </a:solidFill>
              </a:rPr>
              <a:t>Sd</a:t>
            </a:r>
            <a:r>
              <a:rPr lang="es-ES" sz="1800" dirty="0">
                <a:solidFill>
                  <a:schemeClr val="tx1">
                    <a:lumMod val="90000"/>
                    <a:lumOff val="10000"/>
                  </a:schemeClr>
                </a:solidFill>
              </a:rPr>
              <a:t> de atrapamiento del N. Cubital.</a:t>
            </a:r>
            <a:endParaRPr sz="1800" dirty="0">
              <a:solidFill>
                <a:schemeClr val="tx1">
                  <a:lumMod val="90000"/>
                  <a:lumOff val="10000"/>
                </a:schemeClr>
              </a:solidFill>
            </a:endParaRPr>
          </a:p>
          <a:p>
            <a:pPr marL="257175" indent="-257175" algn="l">
              <a:buClr>
                <a:schemeClr val="lt1"/>
              </a:buClr>
              <a:buFont typeface="Arial"/>
              <a:buChar char="•"/>
            </a:pPr>
            <a:r>
              <a:rPr lang="es-ES" sz="1800" dirty="0">
                <a:solidFill>
                  <a:schemeClr val="tx1">
                    <a:lumMod val="90000"/>
                    <a:lumOff val="10000"/>
                  </a:schemeClr>
                </a:solidFill>
              </a:rPr>
              <a:t>.-Epicondilitis</a:t>
            </a:r>
            <a:endParaRPr sz="1800" dirty="0">
              <a:solidFill>
                <a:schemeClr val="tx1">
                  <a:lumMod val="90000"/>
                  <a:lumOff val="10000"/>
                </a:schemeClr>
              </a:solidFill>
            </a:endParaRPr>
          </a:p>
          <a:p>
            <a:pPr marL="600075" lvl="1" indent="-257175">
              <a:buFont typeface="Arial"/>
              <a:buChar char="•"/>
            </a:pPr>
            <a:r>
              <a:rPr lang="es-ES" sz="1800" dirty="0">
                <a:solidFill>
                  <a:schemeClr val="tx1">
                    <a:lumMod val="90000"/>
                    <a:lumOff val="10000"/>
                  </a:schemeClr>
                </a:solidFill>
              </a:rPr>
              <a:t>Lateral</a:t>
            </a:r>
            <a:endParaRPr sz="1800" dirty="0">
              <a:solidFill>
                <a:schemeClr val="tx1">
                  <a:lumMod val="90000"/>
                  <a:lumOff val="10000"/>
                </a:schemeClr>
              </a:solidFill>
            </a:endParaRPr>
          </a:p>
          <a:p>
            <a:pPr marL="600075" lvl="1" indent="-257175">
              <a:spcBef>
                <a:spcPts val="525"/>
              </a:spcBef>
              <a:buFont typeface="Arial"/>
              <a:buChar char="•"/>
            </a:pPr>
            <a:r>
              <a:rPr lang="es-ES" sz="1800" dirty="0">
                <a:solidFill>
                  <a:schemeClr val="tx1">
                    <a:lumMod val="90000"/>
                    <a:lumOff val="10000"/>
                  </a:schemeClr>
                </a:solidFill>
              </a:rPr>
              <a:t>Medial</a:t>
            </a:r>
            <a:endParaRPr sz="1800" dirty="0">
              <a:solidFill>
                <a:schemeClr val="tx1">
                  <a:lumMod val="90000"/>
                  <a:lumOff val="10000"/>
                </a:schemeClr>
              </a:solidFill>
            </a:endParaRPr>
          </a:p>
          <a:p>
            <a:pPr marL="257175" indent="-257175" algn="l">
              <a:spcBef>
                <a:spcPts val="150"/>
              </a:spcBef>
              <a:buClr>
                <a:schemeClr val="lt1"/>
              </a:buClr>
              <a:buFont typeface="Arial"/>
              <a:buChar char="•"/>
            </a:pPr>
            <a:r>
              <a:rPr lang="es-ES" sz="1800" dirty="0">
                <a:solidFill>
                  <a:schemeClr val="tx1">
                    <a:lumMod val="90000"/>
                    <a:lumOff val="10000"/>
                  </a:schemeClr>
                </a:solidFill>
              </a:rPr>
              <a:t>-</a:t>
            </a:r>
            <a:r>
              <a:rPr lang="es-ES" sz="1800" dirty="0" err="1">
                <a:solidFill>
                  <a:schemeClr val="tx1">
                    <a:lumMod val="90000"/>
                    <a:lumOff val="10000"/>
                  </a:schemeClr>
                </a:solidFill>
              </a:rPr>
              <a:t>Sd</a:t>
            </a:r>
            <a:r>
              <a:rPr lang="es-ES" sz="1800" dirty="0">
                <a:solidFill>
                  <a:schemeClr val="tx1">
                    <a:lumMod val="90000"/>
                    <a:lumOff val="10000"/>
                  </a:schemeClr>
                </a:solidFill>
              </a:rPr>
              <a:t>. del túnel radial</a:t>
            </a:r>
            <a:endParaRPr sz="1800" dirty="0">
              <a:solidFill>
                <a:schemeClr val="tx1">
                  <a:lumMod val="90000"/>
                  <a:lumOff val="10000"/>
                </a:schemeClr>
              </a:solidFill>
            </a:endParaRPr>
          </a:p>
        </p:txBody>
      </p:sp>
      <p:sp>
        <p:nvSpPr>
          <p:cNvPr id="202" name="Google Shape;202;p12"/>
          <p:cNvSpPr txBox="1">
            <a:spLocks noGrp="1"/>
          </p:cNvSpPr>
          <p:nvPr>
            <p:ph type="title" idx="4294967295"/>
          </p:nvPr>
        </p:nvSpPr>
        <p:spPr>
          <a:xfrm>
            <a:off x="0" y="395288"/>
            <a:ext cx="7077075" cy="876300"/>
          </a:xfrm>
          <a:prstGeom prst="rect">
            <a:avLst/>
          </a:prstGeom>
          <a:noFill/>
          <a:ln>
            <a:noFill/>
          </a:ln>
        </p:spPr>
        <p:txBody>
          <a:bodyPr spcFirstLastPara="1" wrap="square" lIns="68569" tIns="34275" rIns="68569" bIns="34275" anchor="b" anchorCtr="0">
            <a:normAutofit/>
          </a:bodyPr>
          <a:lstStyle/>
          <a:p>
            <a:pPr algn="l">
              <a:buClr>
                <a:schemeClr val="lt1"/>
              </a:buClr>
            </a:pPr>
            <a:r>
              <a:rPr lang="es-ES" dirty="0">
                <a:solidFill>
                  <a:schemeClr val="tx1">
                    <a:lumMod val="90000"/>
                    <a:lumOff val="10000"/>
                  </a:schemeClr>
                </a:solidFill>
              </a:rPr>
              <a:t>CODO</a:t>
            </a:r>
            <a:endParaRPr dirty="0">
              <a:solidFill>
                <a:schemeClr val="tx1">
                  <a:lumMod val="90000"/>
                  <a:lumOff val="10000"/>
                </a:schemeClr>
              </a:solidFill>
            </a:endParaRPr>
          </a:p>
        </p:txBody>
      </p:sp>
      <p:pic>
        <p:nvPicPr>
          <p:cNvPr id="203" name="Google Shape;203;p12" descr="Codo y antebrazo anatomía: Músculos, huesos del antebrazo | Kenhub"/>
          <p:cNvPicPr preferRelativeResize="0"/>
          <p:nvPr/>
        </p:nvPicPr>
        <p:blipFill rotWithShape="1">
          <a:blip r:embed="rId3">
            <a:alphaModFix/>
          </a:blip>
          <a:srcRect/>
          <a:stretch/>
        </p:blipFill>
        <p:spPr>
          <a:xfrm>
            <a:off x="4300945" y="568235"/>
            <a:ext cx="3869728" cy="3632221"/>
          </a:xfrm>
          <a:prstGeom prst="rect">
            <a:avLst/>
          </a:prstGeom>
          <a:noFill/>
          <a:ln>
            <a:noFill/>
          </a:ln>
        </p:spPr>
      </p:pic>
      <p:sp>
        <p:nvSpPr>
          <p:cNvPr id="204" name="Google Shape;204;p12"/>
          <p:cNvSpPr txBox="1"/>
          <p:nvPr/>
        </p:nvSpPr>
        <p:spPr>
          <a:xfrm>
            <a:off x="6897188" y="4790803"/>
            <a:ext cx="1059233" cy="484718"/>
          </a:xfrm>
          <a:prstGeom prst="rect">
            <a:avLst/>
          </a:prstGeom>
          <a:noFill/>
          <a:ln>
            <a:noFill/>
          </a:ln>
        </p:spPr>
        <p:txBody>
          <a:bodyPr spcFirstLastPara="1" wrap="square" lIns="68569" tIns="34275" rIns="68569" bIns="34275" anchor="t" anchorCtr="0">
            <a:spAutoFit/>
          </a:bodyPr>
          <a:lstStyle/>
          <a:p>
            <a:r>
              <a:rPr lang="es-ES" sz="1350">
                <a:solidFill>
                  <a:schemeClr val="lt1"/>
                </a:solidFill>
                <a:latin typeface="Libre Franklin"/>
                <a:ea typeface="Libre Franklin"/>
                <a:cs typeface="Libre Franklin"/>
                <a:sym typeface="Libre Franklin"/>
              </a:rPr>
              <a:t>Ulna= cúbito</a:t>
            </a:r>
            <a:endParaRPr sz="1350">
              <a:solidFill>
                <a:schemeClr val="lt1"/>
              </a:solidFill>
              <a:latin typeface="Libre Franklin"/>
              <a:ea typeface="Libre Franklin"/>
              <a:cs typeface="Libre Franklin"/>
              <a:sym typeface="Libre Frankli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13"/>
          <p:cNvPicPr preferRelativeResize="0"/>
          <p:nvPr/>
        </p:nvPicPr>
        <p:blipFill rotWithShape="1">
          <a:blip r:embed="rId3">
            <a:alphaModFix/>
          </a:blip>
          <a:srcRect l="24934" t="24375" r="23160" b="20625"/>
          <a:stretch/>
        </p:blipFill>
        <p:spPr>
          <a:xfrm>
            <a:off x="1214844" y="254725"/>
            <a:ext cx="6622870" cy="394553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4"/>
          <p:cNvSpPr txBox="1">
            <a:spLocks noGrp="1"/>
          </p:cNvSpPr>
          <p:nvPr>
            <p:ph type="title" idx="4294967295"/>
          </p:nvPr>
        </p:nvSpPr>
        <p:spPr>
          <a:xfrm>
            <a:off x="1638300" y="792773"/>
            <a:ext cx="7200900" cy="1114425"/>
          </a:xfrm>
          <a:prstGeom prst="rect">
            <a:avLst/>
          </a:prstGeom>
          <a:noFill/>
          <a:ln>
            <a:noFill/>
          </a:ln>
        </p:spPr>
        <p:txBody>
          <a:bodyPr spcFirstLastPara="1" wrap="square" lIns="68569" tIns="34275" rIns="68569" bIns="34275" anchor="t" anchorCtr="0">
            <a:normAutofit/>
          </a:bodyPr>
          <a:lstStyle/>
          <a:p>
            <a:pPr marL="257175" indent="-257175">
              <a:lnSpc>
                <a:spcPct val="89000"/>
              </a:lnSpc>
              <a:buSzPts val="4400"/>
            </a:pPr>
            <a:r>
              <a:rPr lang="es-ES" dirty="0">
                <a:solidFill>
                  <a:schemeClr val="dk1"/>
                </a:solidFill>
              </a:rPr>
              <a:t>Bursitis </a:t>
            </a:r>
            <a:r>
              <a:rPr lang="es-ES" dirty="0" err="1">
                <a:solidFill>
                  <a:schemeClr val="dk1"/>
                </a:solidFill>
              </a:rPr>
              <a:t>olecraneana</a:t>
            </a:r>
            <a:endParaRPr dirty="0">
              <a:solidFill>
                <a:schemeClr val="dk1"/>
              </a:solidFill>
            </a:endParaRPr>
          </a:p>
        </p:txBody>
      </p:sp>
      <p:sp>
        <p:nvSpPr>
          <p:cNvPr id="215" name="Google Shape;215;p14"/>
          <p:cNvSpPr txBox="1">
            <a:spLocks noGrp="1"/>
          </p:cNvSpPr>
          <p:nvPr>
            <p:ph type="body" idx="4294967295"/>
          </p:nvPr>
        </p:nvSpPr>
        <p:spPr>
          <a:xfrm>
            <a:off x="971550" y="1628775"/>
            <a:ext cx="7200900" cy="2686050"/>
          </a:xfrm>
          <a:prstGeom prst="rect">
            <a:avLst/>
          </a:prstGeom>
          <a:noFill/>
          <a:ln>
            <a:noFill/>
          </a:ln>
        </p:spPr>
        <p:txBody>
          <a:bodyPr spcFirstLastPara="1" wrap="square" lIns="68569" tIns="34275" rIns="68569" bIns="34275" anchor="t" anchorCtr="0">
            <a:noAutofit/>
          </a:bodyPr>
          <a:lstStyle/>
          <a:p>
            <a:pPr marL="288036" indent="-288036">
              <a:lnSpc>
                <a:spcPct val="94000"/>
              </a:lnSpc>
              <a:buClr>
                <a:schemeClr val="dk2"/>
              </a:buClr>
              <a:buSzPts val="2000"/>
              <a:buChar char="■"/>
            </a:pPr>
            <a:r>
              <a:rPr lang="es-ES" sz="1800" dirty="0"/>
              <a:t>Causa: </a:t>
            </a:r>
            <a:r>
              <a:rPr lang="es-ES" sz="1800" dirty="0" err="1"/>
              <a:t>microtrauma</a:t>
            </a:r>
            <a:r>
              <a:rPr lang="es-ES" sz="1800" dirty="0"/>
              <a:t> repetido, infecciones, depósito de cristales o </a:t>
            </a:r>
            <a:r>
              <a:rPr lang="es-ES" sz="1800" dirty="0" err="1"/>
              <a:t>artroatías</a:t>
            </a:r>
            <a:r>
              <a:rPr lang="es-ES" sz="1800" dirty="0"/>
              <a:t> inflamatorias. </a:t>
            </a:r>
            <a:endParaRPr sz="1800" dirty="0"/>
          </a:p>
          <a:p>
            <a:pPr marL="288036" indent="-288036">
              <a:lnSpc>
                <a:spcPct val="94000"/>
              </a:lnSpc>
              <a:spcBef>
                <a:spcPts val="900"/>
              </a:spcBef>
              <a:buClr>
                <a:schemeClr val="dk2"/>
              </a:buClr>
              <a:buSzPts val="2000"/>
              <a:buChar char="■"/>
            </a:pPr>
            <a:r>
              <a:rPr lang="es-ES" sz="1800" dirty="0"/>
              <a:t>Masa indolora o dolorosa con eritema y calor según la causa. Aguda: dolor con la flexión activa y pasiva. La extensión pasiva es completa e indolora (</a:t>
            </a:r>
            <a:r>
              <a:rPr lang="es-ES" sz="1800" dirty="0" err="1"/>
              <a:t>Dx</a:t>
            </a:r>
            <a:r>
              <a:rPr lang="es-ES" sz="1800" dirty="0"/>
              <a:t> diferencial con artritis: incompleta y dolorosa).</a:t>
            </a:r>
            <a:endParaRPr sz="1800" dirty="0"/>
          </a:p>
          <a:p>
            <a:pPr marL="288036" indent="-288036">
              <a:lnSpc>
                <a:spcPct val="94000"/>
              </a:lnSpc>
              <a:spcBef>
                <a:spcPts val="900"/>
              </a:spcBef>
              <a:buClr>
                <a:schemeClr val="dk2"/>
              </a:buClr>
              <a:buSzPts val="2000"/>
              <a:buChar char="■"/>
            </a:pPr>
            <a:r>
              <a:rPr lang="es-ES" sz="1800" dirty="0" err="1"/>
              <a:t>Dx</a:t>
            </a:r>
            <a:r>
              <a:rPr lang="es-ES" sz="1800" dirty="0"/>
              <a:t>: estudio de LS. </a:t>
            </a:r>
            <a:endParaRPr sz="1800" dirty="0"/>
          </a:p>
          <a:p>
            <a:pPr marL="288036" indent="-288036">
              <a:lnSpc>
                <a:spcPct val="94000"/>
              </a:lnSpc>
              <a:spcBef>
                <a:spcPts val="900"/>
              </a:spcBef>
              <a:buClr>
                <a:schemeClr val="dk2"/>
              </a:buClr>
              <a:buSzPts val="2000"/>
              <a:buChar char="■"/>
            </a:pPr>
            <a:r>
              <a:rPr lang="es-ES" sz="1800" dirty="0" err="1"/>
              <a:t>Tto</a:t>
            </a:r>
            <a:r>
              <a:rPr lang="es-ES" sz="1800" dirty="0"/>
              <a:t>: si es infecciosa: ATB. Si no, infiltración. Puede requerir </a:t>
            </a:r>
            <a:r>
              <a:rPr lang="es-ES" sz="1800" dirty="0" err="1"/>
              <a:t>Qx</a:t>
            </a:r>
            <a:r>
              <a:rPr lang="es-ES" sz="1800" dirty="0"/>
              <a:t>.</a:t>
            </a:r>
            <a:endParaRPr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5"/>
          <p:cNvSpPr txBox="1">
            <a:spLocks noGrp="1"/>
          </p:cNvSpPr>
          <p:nvPr>
            <p:ph type="title" idx="4294967295"/>
          </p:nvPr>
        </p:nvSpPr>
        <p:spPr>
          <a:xfrm>
            <a:off x="259294" y="86797"/>
            <a:ext cx="7200900" cy="582613"/>
          </a:xfrm>
          <a:prstGeom prst="rect">
            <a:avLst/>
          </a:prstGeom>
          <a:noFill/>
          <a:ln>
            <a:noFill/>
          </a:ln>
        </p:spPr>
        <p:txBody>
          <a:bodyPr spcFirstLastPara="1" wrap="square" lIns="68569" tIns="34275" rIns="68569" bIns="34275" anchor="t" anchorCtr="0">
            <a:normAutofit/>
          </a:bodyPr>
          <a:lstStyle/>
          <a:p>
            <a:pPr>
              <a:lnSpc>
                <a:spcPct val="89000"/>
              </a:lnSpc>
              <a:buSzPts val="4400"/>
            </a:pPr>
            <a:r>
              <a:rPr lang="es-ES" dirty="0">
                <a:solidFill>
                  <a:schemeClr val="dk1"/>
                </a:solidFill>
              </a:rPr>
              <a:t>Epicondilitis medial</a:t>
            </a:r>
            <a:endParaRPr dirty="0"/>
          </a:p>
        </p:txBody>
      </p:sp>
      <p:sp>
        <p:nvSpPr>
          <p:cNvPr id="221" name="Google Shape;221;p15"/>
          <p:cNvSpPr txBox="1">
            <a:spLocks noGrp="1"/>
          </p:cNvSpPr>
          <p:nvPr>
            <p:ph type="body" idx="4294967295"/>
          </p:nvPr>
        </p:nvSpPr>
        <p:spPr>
          <a:xfrm>
            <a:off x="822960" y="669410"/>
            <a:ext cx="4840288" cy="1517650"/>
          </a:xfrm>
          <a:prstGeom prst="rect">
            <a:avLst/>
          </a:prstGeom>
          <a:noFill/>
          <a:ln>
            <a:noFill/>
          </a:ln>
        </p:spPr>
        <p:txBody>
          <a:bodyPr spcFirstLastPara="1" wrap="square" lIns="68569" tIns="34275" rIns="68569" bIns="34275" anchor="t" anchorCtr="0">
            <a:normAutofit lnSpcReduction="10000"/>
          </a:bodyPr>
          <a:lstStyle/>
          <a:p>
            <a:pPr marL="288036" indent="-288036">
              <a:lnSpc>
                <a:spcPct val="94000"/>
              </a:lnSpc>
              <a:buClr>
                <a:schemeClr val="dk2"/>
              </a:buClr>
              <a:buSzPts val="2000"/>
              <a:buChar char="■"/>
            </a:pPr>
            <a:r>
              <a:rPr lang="es-ES" dirty="0"/>
              <a:t>Dolor a la palpación que se exacerba al resistir la flexión del carpo y la pronación del antebrazo.</a:t>
            </a:r>
            <a:endParaRPr dirty="0"/>
          </a:p>
          <a:p>
            <a:pPr marL="288036" indent="-288036">
              <a:lnSpc>
                <a:spcPct val="94000"/>
              </a:lnSpc>
              <a:spcBef>
                <a:spcPts val="900"/>
              </a:spcBef>
              <a:buClr>
                <a:schemeClr val="dk2"/>
              </a:buClr>
              <a:buSzPts val="2000"/>
              <a:buChar char="■"/>
            </a:pPr>
            <a:r>
              <a:rPr lang="es-ES" dirty="0"/>
              <a:t>Generalmente no hay inflamación.</a:t>
            </a:r>
            <a:endParaRPr dirty="0"/>
          </a:p>
          <a:p>
            <a:pPr marL="288036" indent="-288036">
              <a:lnSpc>
                <a:spcPct val="94000"/>
              </a:lnSpc>
              <a:spcBef>
                <a:spcPts val="900"/>
              </a:spcBef>
              <a:buClr>
                <a:schemeClr val="dk2"/>
              </a:buClr>
              <a:buSzPts val="2000"/>
              <a:buChar char="■"/>
            </a:pPr>
            <a:r>
              <a:rPr lang="es-ES" dirty="0"/>
              <a:t>Se puede asociar a neuropatía compresiva cubital.</a:t>
            </a:r>
            <a:endParaRPr dirty="0"/>
          </a:p>
          <a:p>
            <a:pPr marL="288036" indent="-288036">
              <a:lnSpc>
                <a:spcPct val="94000"/>
              </a:lnSpc>
              <a:spcBef>
                <a:spcPts val="900"/>
              </a:spcBef>
              <a:buClr>
                <a:schemeClr val="dk2"/>
              </a:buClr>
              <a:buSzPts val="2000"/>
              <a:buChar char="■"/>
            </a:pPr>
            <a:r>
              <a:rPr lang="es-ES" b="1" dirty="0" err="1"/>
              <a:t>Tto</a:t>
            </a:r>
            <a:r>
              <a:rPr lang="es-ES" b="1" dirty="0"/>
              <a:t>: </a:t>
            </a:r>
            <a:r>
              <a:rPr lang="es-ES" dirty="0"/>
              <a:t>conservador.</a:t>
            </a:r>
            <a:endParaRPr dirty="0"/>
          </a:p>
        </p:txBody>
      </p:sp>
      <p:sp>
        <p:nvSpPr>
          <p:cNvPr id="222" name="Google Shape;222;p15"/>
          <p:cNvSpPr txBox="1"/>
          <p:nvPr/>
        </p:nvSpPr>
        <p:spPr>
          <a:xfrm>
            <a:off x="5945719" y="163254"/>
            <a:ext cx="2670743" cy="1315715"/>
          </a:xfrm>
          <a:prstGeom prst="rect">
            <a:avLst/>
          </a:prstGeom>
          <a:solidFill>
            <a:schemeClr val="lt1"/>
          </a:solidFill>
          <a:ln w="34925" cap="flat" cmpd="sng">
            <a:solidFill>
              <a:schemeClr val="accent2"/>
            </a:solidFill>
            <a:prstDash val="solid"/>
            <a:round/>
            <a:headEnd type="none" w="sm" len="sm"/>
            <a:tailEnd type="none" w="sm" len="sm"/>
          </a:ln>
        </p:spPr>
        <p:txBody>
          <a:bodyPr spcFirstLastPara="1" wrap="square" lIns="68569" tIns="34275" rIns="68569" bIns="34275" anchor="t" anchorCtr="0">
            <a:spAutoFit/>
          </a:bodyPr>
          <a:lstStyle/>
          <a:p>
            <a:r>
              <a:rPr lang="es-ES" sz="1350" dirty="0">
                <a:solidFill>
                  <a:schemeClr val="dk1"/>
                </a:solidFill>
                <a:latin typeface="Libre Franklin"/>
                <a:ea typeface="Libre Franklin"/>
                <a:cs typeface="Libre Franklin"/>
                <a:sym typeface="Libre Franklin"/>
              </a:rPr>
              <a:t>Epicóndilo medial= epitróclea:</a:t>
            </a:r>
            <a:endParaRPr sz="1050" dirty="0"/>
          </a:p>
          <a:p>
            <a:r>
              <a:rPr lang="es-ES" sz="1350" dirty="0" err="1">
                <a:solidFill>
                  <a:schemeClr val="dk1"/>
                </a:solidFill>
                <a:latin typeface="Libre Franklin"/>
                <a:ea typeface="Libre Franklin"/>
                <a:cs typeface="Libre Franklin"/>
                <a:sym typeface="Libre Franklin"/>
              </a:rPr>
              <a:t>Músc</a:t>
            </a:r>
            <a:r>
              <a:rPr lang="es-ES" sz="1350" dirty="0">
                <a:solidFill>
                  <a:schemeClr val="dk1"/>
                </a:solidFill>
                <a:latin typeface="Libre Franklin"/>
                <a:ea typeface="Libre Franklin"/>
                <a:cs typeface="Libre Franklin"/>
                <a:sym typeface="Libre Franklin"/>
              </a:rPr>
              <a:t>. epitrocleares: pronador redondo, palmar mayor y menor, cubital anterior y </a:t>
            </a:r>
            <a:endParaRPr sz="1350" dirty="0">
              <a:solidFill>
                <a:schemeClr val="dk1"/>
              </a:solidFill>
              <a:latin typeface="Libre Franklin"/>
              <a:ea typeface="Libre Franklin"/>
              <a:cs typeface="Libre Franklin"/>
              <a:sym typeface="Libre Franklin"/>
            </a:endParaRPr>
          </a:p>
          <a:p>
            <a:r>
              <a:rPr lang="es-ES" sz="1350" dirty="0">
                <a:solidFill>
                  <a:schemeClr val="dk1"/>
                </a:solidFill>
                <a:latin typeface="Libre Franklin"/>
                <a:ea typeface="Libre Franklin"/>
                <a:cs typeface="Libre Franklin"/>
                <a:sym typeface="Libre Franklin"/>
              </a:rPr>
              <a:t>un as del flexor </a:t>
            </a:r>
            <a:r>
              <a:rPr lang="es-ES" sz="1350" dirty="0" err="1">
                <a:solidFill>
                  <a:schemeClr val="dk1"/>
                </a:solidFill>
                <a:latin typeface="Libre Franklin"/>
                <a:ea typeface="Libre Franklin"/>
                <a:cs typeface="Libre Franklin"/>
                <a:sym typeface="Libre Franklin"/>
              </a:rPr>
              <a:t>comun</a:t>
            </a:r>
            <a:r>
              <a:rPr lang="es-ES" sz="1350" dirty="0">
                <a:solidFill>
                  <a:schemeClr val="dk1"/>
                </a:solidFill>
                <a:latin typeface="Libre Franklin"/>
                <a:ea typeface="Libre Franklin"/>
                <a:cs typeface="Libre Franklin"/>
                <a:sym typeface="Libre Franklin"/>
              </a:rPr>
              <a:t> superficial de los dedos</a:t>
            </a:r>
            <a:endParaRPr sz="1350" dirty="0">
              <a:solidFill>
                <a:schemeClr val="dk1"/>
              </a:solidFill>
              <a:latin typeface="Libre Franklin"/>
              <a:ea typeface="Libre Franklin"/>
              <a:cs typeface="Libre Franklin"/>
              <a:sym typeface="Libre Franklin"/>
            </a:endParaRPr>
          </a:p>
        </p:txBody>
      </p:sp>
      <p:sp>
        <p:nvSpPr>
          <p:cNvPr id="223" name="Google Shape;223;p15"/>
          <p:cNvSpPr txBox="1"/>
          <p:nvPr/>
        </p:nvSpPr>
        <p:spPr>
          <a:xfrm>
            <a:off x="1028700" y="2524362"/>
            <a:ext cx="7200900" cy="609837"/>
          </a:xfrm>
          <a:prstGeom prst="rect">
            <a:avLst/>
          </a:prstGeom>
          <a:noFill/>
          <a:ln>
            <a:noFill/>
          </a:ln>
        </p:spPr>
        <p:txBody>
          <a:bodyPr spcFirstLastPara="1" wrap="square" lIns="68569" tIns="34275" rIns="68569" bIns="34275" anchor="t" anchorCtr="0">
            <a:normAutofit/>
          </a:bodyPr>
          <a:lstStyle/>
          <a:p>
            <a:pPr marL="257175" indent="-257175">
              <a:lnSpc>
                <a:spcPct val="89000"/>
              </a:lnSpc>
              <a:buClr>
                <a:schemeClr val="dk1"/>
              </a:buClr>
              <a:buSzPts val="4400"/>
            </a:pPr>
            <a:r>
              <a:rPr lang="es-ES" sz="3300" b="1" dirty="0">
                <a:solidFill>
                  <a:schemeClr val="dk1"/>
                </a:solidFill>
                <a:latin typeface="Oswald" panose="00000500000000000000" pitchFamily="2" charset="0"/>
                <a:ea typeface="Libre Franklin"/>
                <a:cs typeface="Libre Franklin"/>
                <a:sym typeface="Libre Franklin"/>
              </a:rPr>
              <a:t>Epicondilitis lateral</a:t>
            </a:r>
            <a:endParaRPr sz="3300" b="1" dirty="0">
              <a:solidFill>
                <a:schemeClr val="dk1"/>
              </a:solidFill>
              <a:latin typeface="Oswald" panose="00000500000000000000" pitchFamily="2" charset="0"/>
              <a:ea typeface="Libre Franklin"/>
              <a:cs typeface="Libre Franklin"/>
              <a:sym typeface="Libre Franklin"/>
            </a:endParaRPr>
          </a:p>
        </p:txBody>
      </p:sp>
      <p:sp>
        <p:nvSpPr>
          <p:cNvPr id="224" name="Google Shape;224;p15"/>
          <p:cNvSpPr txBox="1"/>
          <p:nvPr/>
        </p:nvSpPr>
        <p:spPr>
          <a:xfrm>
            <a:off x="5406451" y="1858266"/>
            <a:ext cx="3330293" cy="1107965"/>
          </a:xfrm>
          <a:prstGeom prst="rect">
            <a:avLst/>
          </a:prstGeom>
          <a:solidFill>
            <a:schemeClr val="lt1"/>
          </a:solidFill>
          <a:ln w="34925" cap="flat" cmpd="sng">
            <a:solidFill>
              <a:schemeClr val="accent2"/>
            </a:solidFill>
            <a:prstDash val="solid"/>
            <a:round/>
            <a:headEnd type="none" w="sm" len="sm"/>
            <a:tailEnd type="none" w="sm" len="sm"/>
          </a:ln>
        </p:spPr>
        <p:txBody>
          <a:bodyPr spcFirstLastPara="1" wrap="square" lIns="68569" tIns="34275" rIns="68569" bIns="34275" anchor="t" anchorCtr="0">
            <a:spAutoFit/>
          </a:bodyPr>
          <a:lstStyle/>
          <a:p>
            <a:r>
              <a:rPr lang="es-ES" sz="1350" dirty="0">
                <a:solidFill>
                  <a:schemeClr val="dk1"/>
                </a:solidFill>
                <a:latin typeface="Libre Franklin"/>
                <a:ea typeface="Libre Franklin"/>
                <a:cs typeface="Libre Franklin"/>
                <a:sym typeface="Libre Franklin"/>
              </a:rPr>
              <a:t>Epicóndilo lateral o epicóndilo:</a:t>
            </a:r>
            <a:endParaRPr sz="1050" dirty="0"/>
          </a:p>
          <a:p>
            <a:r>
              <a:rPr lang="es-ES" sz="1350" dirty="0" err="1">
                <a:solidFill>
                  <a:schemeClr val="dk1"/>
                </a:solidFill>
                <a:latin typeface="Libre Franklin"/>
                <a:ea typeface="Libre Franklin"/>
                <a:cs typeface="Libre Franklin"/>
                <a:sym typeface="Libre Franklin"/>
              </a:rPr>
              <a:t>Músc</a:t>
            </a:r>
            <a:r>
              <a:rPr lang="es-ES" sz="1350" dirty="0">
                <a:solidFill>
                  <a:schemeClr val="dk1"/>
                </a:solidFill>
                <a:latin typeface="Libre Franklin"/>
                <a:ea typeface="Libre Franklin"/>
                <a:cs typeface="Libre Franklin"/>
                <a:sym typeface="Libre Franklin"/>
              </a:rPr>
              <a:t>. epicondíleos: 2° radial, supinador corto, ancóneo, extensor común de los dedos, extensor propio del meñique y cubital posterior</a:t>
            </a:r>
            <a:endParaRPr sz="1050" dirty="0"/>
          </a:p>
        </p:txBody>
      </p:sp>
      <p:sp>
        <p:nvSpPr>
          <p:cNvPr id="225" name="Google Shape;225;p15"/>
          <p:cNvSpPr txBox="1"/>
          <p:nvPr/>
        </p:nvSpPr>
        <p:spPr>
          <a:xfrm>
            <a:off x="400575" y="3134199"/>
            <a:ext cx="7867125" cy="1845225"/>
          </a:xfrm>
          <a:prstGeom prst="rect">
            <a:avLst/>
          </a:prstGeom>
          <a:noFill/>
          <a:ln>
            <a:noFill/>
          </a:ln>
        </p:spPr>
        <p:txBody>
          <a:bodyPr spcFirstLastPara="1" wrap="square" lIns="68569" tIns="34275" rIns="68569" bIns="34275" anchor="t" anchorCtr="0">
            <a:normAutofit/>
          </a:bodyPr>
          <a:lstStyle/>
          <a:p>
            <a:pPr marL="288036" indent="-288036">
              <a:lnSpc>
                <a:spcPct val="94000"/>
              </a:lnSpc>
              <a:buClr>
                <a:schemeClr val="dk2"/>
              </a:buClr>
              <a:buSzPts val="2000"/>
              <a:buFont typeface="Libre Franklin"/>
              <a:buChar char="■"/>
            </a:pPr>
            <a:r>
              <a:rPr lang="es-ES" sz="1500" dirty="0">
                <a:solidFill>
                  <a:schemeClr val="tx1"/>
                </a:solidFill>
                <a:latin typeface="Libre Franklin"/>
                <a:ea typeface="Libre Franklin"/>
                <a:cs typeface="Libre Franklin"/>
                <a:sym typeface="Libre Franklin"/>
              </a:rPr>
              <a:t>Es una </a:t>
            </a:r>
            <a:r>
              <a:rPr lang="es-ES" sz="1500" dirty="0" err="1">
                <a:solidFill>
                  <a:schemeClr val="tx1"/>
                </a:solidFill>
                <a:latin typeface="Libre Franklin"/>
                <a:ea typeface="Libre Franklin"/>
                <a:cs typeface="Libre Franklin"/>
                <a:sym typeface="Libre Franklin"/>
              </a:rPr>
              <a:t>tendinosis</a:t>
            </a:r>
            <a:r>
              <a:rPr lang="es-ES" sz="1500" dirty="0">
                <a:solidFill>
                  <a:schemeClr val="tx1"/>
                </a:solidFill>
                <a:latin typeface="Libre Franklin"/>
                <a:ea typeface="Libre Franklin"/>
                <a:cs typeface="Libre Franklin"/>
                <a:sym typeface="Libre Franklin"/>
              </a:rPr>
              <a:t> </a:t>
            </a:r>
            <a:r>
              <a:rPr lang="es-ES" sz="1500" dirty="0" err="1">
                <a:solidFill>
                  <a:schemeClr val="tx1"/>
                </a:solidFill>
                <a:latin typeface="Libre Franklin"/>
                <a:ea typeface="Libre Franklin"/>
                <a:cs typeface="Libre Franklin"/>
                <a:sym typeface="Libre Franklin"/>
              </a:rPr>
              <a:t>angiofibroblástica</a:t>
            </a:r>
            <a:r>
              <a:rPr lang="es-ES" sz="1500" dirty="0">
                <a:solidFill>
                  <a:schemeClr val="tx1"/>
                </a:solidFill>
                <a:latin typeface="Libre Franklin"/>
                <a:ea typeface="Libre Franklin"/>
                <a:cs typeface="Libre Franklin"/>
                <a:sym typeface="Libre Franklin"/>
              </a:rPr>
              <a:t> relacionada a actividades de la vida diaria que exigen al codo y al carpo.</a:t>
            </a:r>
            <a:endParaRPr sz="1050" dirty="0">
              <a:solidFill>
                <a:schemeClr val="tx1"/>
              </a:solidFill>
            </a:endParaRPr>
          </a:p>
          <a:p>
            <a:pPr marL="288036" indent="-288036">
              <a:lnSpc>
                <a:spcPct val="94000"/>
              </a:lnSpc>
              <a:spcBef>
                <a:spcPts val="900"/>
              </a:spcBef>
              <a:buClr>
                <a:schemeClr val="dk2"/>
              </a:buClr>
              <a:buSzPts val="2000"/>
              <a:buFont typeface="Libre Franklin"/>
              <a:buChar char="■"/>
            </a:pPr>
            <a:r>
              <a:rPr lang="es-ES" sz="1500" dirty="0">
                <a:solidFill>
                  <a:schemeClr val="tx1"/>
                </a:solidFill>
                <a:latin typeface="Libre Franklin"/>
                <a:ea typeface="Libre Franklin"/>
                <a:cs typeface="Libre Franklin"/>
                <a:sym typeface="Libre Franklin"/>
              </a:rPr>
              <a:t>Dolor en epicóndilo que se irradia al antebrazo y al dorso de la mano. Se puede despertar a la palpación, a la resistencia de la extensión del carpo o al extender el codo con el carpo flexionado. (No hace falta pero se puede realizar ecografía o RMN).</a:t>
            </a:r>
            <a:endParaRPr sz="1050" dirty="0">
              <a:solidFill>
                <a:schemeClr val="tx1"/>
              </a:solidFill>
            </a:endParaRPr>
          </a:p>
          <a:p>
            <a:pPr marL="288036" indent="-288036">
              <a:lnSpc>
                <a:spcPct val="94000"/>
              </a:lnSpc>
              <a:spcBef>
                <a:spcPts val="900"/>
              </a:spcBef>
              <a:buClr>
                <a:schemeClr val="dk2"/>
              </a:buClr>
              <a:buSzPts val="2000"/>
              <a:buFont typeface="Libre Franklin"/>
              <a:buChar char="■"/>
            </a:pPr>
            <a:r>
              <a:rPr lang="es-ES" sz="1500" b="1" dirty="0" err="1">
                <a:solidFill>
                  <a:schemeClr val="tx1"/>
                </a:solidFill>
                <a:latin typeface="Libre Franklin"/>
                <a:ea typeface="Libre Franklin"/>
                <a:cs typeface="Libre Franklin"/>
                <a:sym typeface="Libre Franklin"/>
              </a:rPr>
              <a:t>Tto</a:t>
            </a:r>
            <a:r>
              <a:rPr lang="es-ES" sz="1500" b="1" dirty="0">
                <a:solidFill>
                  <a:schemeClr val="tx1"/>
                </a:solidFill>
                <a:latin typeface="Libre Franklin"/>
                <a:ea typeface="Libre Franklin"/>
                <a:cs typeface="Libre Franklin"/>
                <a:sym typeface="Libre Franklin"/>
              </a:rPr>
              <a:t>: </a:t>
            </a:r>
            <a:r>
              <a:rPr lang="es-ES" sz="1500" dirty="0">
                <a:solidFill>
                  <a:schemeClr val="tx1"/>
                </a:solidFill>
                <a:latin typeface="Libre Franklin"/>
                <a:ea typeface="Libre Franklin"/>
                <a:cs typeface="Libre Franklin"/>
                <a:sym typeface="Libre Franklin"/>
              </a:rPr>
              <a:t>reposo, fisioterapia, KNT, infiltraciones. </a:t>
            </a:r>
            <a:endParaRPr sz="1500" dirty="0">
              <a:solidFill>
                <a:schemeClr val="tx1"/>
              </a:solidFill>
              <a:latin typeface="Libre Franklin"/>
              <a:ea typeface="Libre Franklin"/>
              <a:cs typeface="Libre Franklin"/>
              <a:sym typeface="Libre Frankli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6"/>
          <p:cNvSpPr txBox="1">
            <a:spLocks noGrp="1"/>
          </p:cNvSpPr>
          <p:nvPr>
            <p:ph type="title" idx="4294967295"/>
          </p:nvPr>
        </p:nvSpPr>
        <p:spPr>
          <a:xfrm>
            <a:off x="1051117" y="833953"/>
            <a:ext cx="3732213" cy="1114425"/>
          </a:xfrm>
          <a:prstGeom prst="rect">
            <a:avLst/>
          </a:prstGeom>
          <a:noFill/>
          <a:ln>
            <a:noFill/>
          </a:ln>
        </p:spPr>
        <p:txBody>
          <a:bodyPr spcFirstLastPara="1" wrap="square" lIns="68569" tIns="34275" rIns="68569" bIns="34275" anchor="t" anchorCtr="0">
            <a:normAutofit fontScale="90000"/>
          </a:bodyPr>
          <a:lstStyle/>
          <a:p>
            <a:pPr>
              <a:lnSpc>
                <a:spcPct val="89000"/>
              </a:lnSpc>
              <a:buSzPct val="100000"/>
            </a:pPr>
            <a:r>
              <a:rPr lang="es-ES" dirty="0" err="1">
                <a:solidFill>
                  <a:schemeClr val="dk1"/>
                </a:solidFill>
              </a:rPr>
              <a:t>Sd</a:t>
            </a:r>
            <a:r>
              <a:rPr lang="es-ES" dirty="0">
                <a:solidFill>
                  <a:schemeClr val="dk1"/>
                </a:solidFill>
              </a:rPr>
              <a:t> de atrapamiento del N. Cubital.</a:t>
            </a:r>
            <a:br>
              <a:rPr lang="es-ES" dirty="0">
                <a:solidFill>
                  <a:schemeClr val="dk1"/>
                </a:solidFill>
              </a:rPr>
            </a:br>
            <a:endParaRPr dirty="0"/>
          </a:p>
        </p:txBody>
      </p:sp>
      <p:sp>
        <p:nvSpPr>
          <p:cNvPr id="231" name="Google Shape;231;p16"/>
          <p:cNvSpPr txBox="1">
            <a:spLocks noGrp="1"/>
          </p:cNvSpPr>
          <p:nvPr>
            <p:ph type="body" idx="4294967295"/>
          </p:nvPr>
        </p:nvSpPr>
        <p:spPr>
          <a:xfrm>
            <a:off x="181633" y="2158878"/>
            <a:ext cx="4251325" cy="2150669"/>
          </a:xfrm>
          <a:prstGeom prst="rect">
            <a:avLst/>
          </a:prstGeom>
          <a:noFill/>
          <a:ln>
            <a:noFill/>
          </a:ln>
        </p:spPr>
        <p:txBody>
          <a:bodyPr spcFirstLastPara="1" wrap="square" lIns="68569" tIns="34275" rIns="68569" bIns="34275" anchor="t" anchorCtr="0">
            <a:normAutofit/>
          </a:bodyPr>
          <a:lstStyle/>
          <a:p>
            <a:pPr marL="288036" indent="-288036" algn="just">
              <a:lnSpc>
                <a:spcPct val="94000"/>
              </a:lnSpc>
              <a:buClr>
                <a:schemeClr val="dk2"/>
              </a:buClr>
              <a:buSzPts val="2000"/>
              <a:buChar char="■"/>
            </a:pPr>
            <a:r>
              <a:rPr lang="es-ES" dirty="0"/>
              <a:t>Causas: trauma, masas ocupantes, engrosamiento del ligamento arcuato.</a:t>
            </a:r>
            <a:endParaRPr dirty="0"/>
          </a:p>
          <a:p>
            <a:pPr marL="288036" indent="-288036" algn="just">
              <a:lnSpc>
                <a:spcPct val="94000"/>
              </a:lnSpc>
              <a:spcBef>
                <a:spcPts val="900"/>
              </a:spcBef>
              <a:buClr>
                <a:schemeClr val="dk2"/>
              </a:buClr>
              <a:buSzPts val="2000"/>
              <a:buChar char="■"/>
            </a:pPr>
            <a:r>
              <a:rPr lang="es-ES" dirty="0" err="1"/>
              <a:t>Cx</a:t>
            </a:r>
            <a:r>
              <a:rPr lang="es-ES" dirty="0"/>
              <a:t>: despertar con el codo flexionado, parestesias, dolor, disestesias permanentes hasta pérdida de la sensibilidad y atrofia de los músculos.</a:t>
            </a:r>
            <a:endParaRPr dirty="0"/>
          </a:p>
          <a:p>
            <a:pPr marL="288036" indent="-288036" algn="just">
              <a:lnSpc>
                <a:spcPct val="94000"/>
              </a:lnSpc>
              <a:spcBef>
                <a:spcPts val="900"/>
              </a:spcBef>
              <a:buClr>
                <a:schemeClr val="dk2"/>
              </a:buClr>
              <a:buSzPts val="2000"/>
              <a:buChar char="■"/>
            </a:pPr>
            <a:r>
              <a:rPr lang="es-ES" dirty="0" err="1"/>
              <a:t>Tto</a:t>
            </a:r>
            <a:r>
              <a:rPr lang="es-ES" dirty="0"/>
              <a:t>: Infiltraciones, ante </a:t>
            </a:r>
            <a:r>
              <a:rPr lang="es-ES" dirty="0" err="1"/>
              <a:t>st</a:t>
            </a:r>
            <a:r>
              <a:rPr lang="es-ES" dirty="0"/>
              <a:t> persistentes: </a:t>
            </a:r>
            <a:r>
              <a:rPr lang="es-ES" dirty="0" err="1"/>
              <a:t>Qx</a:t>
            </a:r>
            <a:r>
              <a:rPr lang="es-ES" dirty="0"/>
              <a:t>.</a:t>
            </a:r>
            <a:endParaRPr dirty="0"/>
          </a:p>
        </p:txBody>
      </p:sp>
      <p:pic>
        <p:nvPicPr>
          <p:cNvPr id="232" name="Google Shape;232;p16" descr="Sensibilidad de la piel de las manos - MedicalRecords.com"/>
          <p:cNvPicPr preferRelativeResize="0"/>
          <p:nvPr/>
        </p:nvPicPr>
        <p:blipFill rotWithShape="1">
          <a:blip r:embed="rId3">
            <a:alphaModFix/>
          </a:blip>
          <a:srcRect/>
          <a:stretch/>
        </p:blipFill>
        <p:spPr>
          <a:xfrm>
            <a:off x="5133703" y="2757941"/>
            <a:ext cx="3819637" cy="2491067"/>
          </a:xfrm>
          <a:prstGeom prst="rect">
            <a:avLst/>
          </a:prstGeom>
          <a:noFill/>
          <a:ln>
            <a:noFill/>
          </a:ln>
        </p:spPr>
      </p:pic>
      <p:pic>
        <p:nvPicPr>
          <p:cNvPr id="233" name="Google Shape;233;p16" descr="Compresión del nervio cubital en el codo (síndrome del túnel cubital)  (Ulnar Nerve Entrapment at the Elbow (Cubital Tunnel Syndrome)) - OrthoInfo  - AAOS"/>
          <p:cNvPicPr preferRelativeResize="0"/>
          <p:nvPr/>
        </p:nvPicPr>
        <p:blipFill rotWithShape="1">
          <a:blip r:embed="rId4">
            <a:alphaModFix/>
          </a:blip>
          <a:srcRect/>
          <a:stretch/>
        </p:blipFill>
        <p:spPr>
          <a:xfrm>
            <a:off x="5133703" y="413590"/>
            <a:ext cx="3840481" cy="2150669"/>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7"/>
          <p:cNvSpPr txBox="1">
            <a:spLocks noGrp="1"/>
          </p:cNvSpPr>
          <p:nvPr>
            <p:ph type="body" idx="4294967295"/>
          </p:nvPr>
        </p:nvSpPr>
        <p:spPr>
          <a:xfrm>
            <a:off x="375556" y="661743"/>
            <a:ext cx="5591489" cy="4662487"/>
          </a:xfrm>
          <a:prstGeom prst="rect">
            <a:avLst/>
          </a:prstGeom>
          <a:noFill/>
          <a:ln>
            <a:noFill/>
          </a:ln>
        </p:spPr>
        <p:txBody>
          <a:bodyPr spcFirstLastPara="1" wrap="square" lIns="68569" tIns="34275" rIns="68569" bIns="34275" anchor="t" anchorCtr="0">
            <a:normAutofit/>
          </a:bodyPr>
          <a:lstStyle/>
          <a:p>
            <a:pPr marL="288036" indent="-288036" algn="just">
              <a:lnSpc>
                <a:spcPct val="94000"/>
              </a:lnSpc>
              <a:buClr>
                <a:schemeClr val="dk2"/>
              </a:buClr>
              <a:buSzPts val="2000"/>
              <a:buChar char="■"/>
            </a:pPr>
            <a:r>
              <a:rPr lang="es-ES" sz="1800" dirty="0" err="1">
                <a:latin typeface="Oswald" panose="00000500000000000000" pitchFamily="2" charset="0"/>
              </a:rPr>
              <a:t>Dx</a:t>
            </a:r>
            <a:r>
              <a:rPr lang="es-ES" sz="1800" dirty="0">
                <a:latin typeface="Oswald" panose="00000500000000000000" pitchFamily="2" charset="0"/>
              </a:rPr>
              <a:t>:</a:t>
            </a:r>
            <a:endParaRPr lang="es-MX" sz="1800" dirty="0">
              <a:latin typeface="Oswald" panose="00000500000000000000" pitchFamily="2" charset="0"/>
            </a:endParaRPr>
          </a:p>
          <a:p>
            <a:pPr marL="685800" lvl="1" indent="-288036" algn="just">
              <a:lnSpc>
                <a:spcPct val="94000"/>
              </a:lnSpc>
              <a:spcBef>
                <a:spcPts val="525"/>
              </a:spcBef>
              <a:buClr>
                <a:schemeClr val="dk2"/>
              </a:buClr>
              <a:buSzPts val="2000"/>
              <a:buChar char="–"/>
            </a:pPr>
            <a:r>
              <a:rPr lang="es-MX" sz="1800" dirty="0">
                <a:latin typeface="Oswald" panose="00000500000000000000" pitchFamily="2" charset="0"/>
              </a:rPr>
              <a:t>Sg de </a:t>
            </a:r>
            <a:r>
              <a:rPr lang="es-MX" sz="1800" dirty="0" err="1">
                <a:latin typeface="Oswald" panose="00000500000000000000" pitchFamily="2" charset="0"/>
              </a:rPr>
              <a:t>Tinel</a:t>
            </a:r>
            <a:r>
              <a:rPr lang="es-MX" sz="1800" dirty="0">
                <a:latin typeface="Oswald" panose="00000500000000000000" pitchFamily="2" charset="0"/>
              </a:rPr>
              <a:t>: </a:t>
            </a:r>
            <a:r>
              <a:rPr lang="es-MX" sz="1800" i="0" dirty="0">
                <a:latin typeface="Oswald" panose="00000500000000000000" pitchFamily="2" charset="0"/>
              </a:rPr>
              <a:t>percusión del nervio a nivel del codo puede causar dolor y parestesias.</a:t>
            </a:r>
            <a:endParaRPr lang="es-MX" sz="1800" dirty="0">
              <a:latin typeface="Oswald" panose="00000500000000000000" pitchFamily="2" charset="0"/>
            </a:endParaRPr>
          </a:p>
          <a:p>
            <a:pPr marL="397764" lvl="1" indent="0" algn="just">
              <a:lnSpc>
                <a:spcPct val="94000"/>
              </a:lnSpc>
              <a:spcBef>
                <a:spcPts val="525"/>
              </a:spcBef>
              <a:buClr>
                <a:schemeClr val="dk2"/>
              </a:buClr>
              <a:buSzPts val="2000"/>
              <a:buNone/>
            </a:pPr>
            <a:endParaRPr sz="1800" dirty="0">
              <a:latin typeface="Oswald" panose="00000500000000000000" pitchFamily="2" charset="0"/>
            </a:endParaRPr>
          </a:p>
          <a:p>
            <a:pPr marL="685800" lvl="1" indent="-288036" algn="just">
              <a:lnSpc>
                <a:spcPct val="94000"/>
              </a:lnSpc>
              <a:spcBef>
                <a:spcPts val="525"/>
              </a:spcBef>
              <a:buClr>
                <a:schemeClr val="dk2"/>
              </a:buClr>
              <a:buSzPts val="2000"/>
              <a:buChar char="–"/>
            </a:pPr>
            <a:r>
              <a:rPr lang="es-MX" sz="1800" dirty="0">
                <a:latin typeface="Oswald" panose="00000500000000000000" pitchFamily="2" charset="0"/>
              </a:rPr>
              <a:t>Test de flexión: </a:t>
            </a:r>
            <a:r>
              <a:rPr lang="es-MX" sz="1800" i="0" dirty="0">
                <a:latin typeface="Oswald" panose="00000500000000000000" pitchFamily="2" charset="0"/>
              </a:rPr>
              <a:t>Se reproducen los </a:t>
            </a:r>
            <a:r>
              <a:rPr lang="es-MX" sz="1800" i="0" dirty="0" err="1">
                <a:latin typeface="Oswald" panose="00000500000000000000" pitchFamily="2" charset="0"/>
              </a:rPr>
              <a:t>st</a:t>
            </a:r>
            <a:r>
              <a:rPr lang="es-MX" sz="1800" i="0" dirty="0">
                <a:latin typeface="Oswald" panose="00000500000000000000" pitchFamily="2" charset="0"/>
              </a:rPr>
              <a:t> luego de tener el codo flexionado por 60 </a:t>
            </a:r>
            <a:r>
              <a:rPr lang="es-MX" sz="1800" i="0" dirty="0" err="1">
                <a:latin typeface="Oswald" panose="00000500000000000000" pitchFamily="2" charset="0"/>
              </a:rPr>
              <a:t>seg</a:t>
            </a:r>
            <a:r>
              <a:rPr lang="es-MX" sz="1800" i="0" dirty="0">
                <a:latin typeface="Oswald" panose="00000500000000000000" pitchFamily="2" charset="0"/>
              </a:rPr>
              <a:t>.</a:t>
            </a:r>
            <a:endParaRPr lang="es-MX" sz="1800" dirty="0">
              <a:latin typeface="Oswald" panose="00000500000000000000" pitchFamily="2" charset="0"/>
            </a:endParaRPr>
          </a:p>
          <a:p>
            <a:pPr marL="397764" lvl="1" indent="0" algn="just">
              <a:lnSpc>
                <a:spcPct val="94000"/>
              </a:lnSpc>
              <a:spcBef>
                <a:spcPts val="525"/>
              </a:spcBef>
              <a:buClr>
                <a:schemeClr val="dk2"/>
              </a:buClr>
              <a:buSzPts val="2000"/>
              <a:buNone/>
            </a:pPr>
            <a:endParaRPr lang="es-MX" sz="1800" dirty="0">
              <a:latin typeface="Oswald" panose="00000500000000000000" pitchFamily="2" charset="0"/>
            </a:endParaRPr>
          </a:p>
          <a:p>
            <a:pPr marL="685800" lvl="1" indent="-288036" algn="just">
              <a:lnSpc>
                <a:spcPct val="94000"/>
              </a:lnSpc>
              <a:spcBef>
                <a:spcPts val="525"/>
              </a:spcBef>
              <a:buClr>
                <a:schemeClr val="dk2"/>
              </a:buClr>
              <a:buSzPts val="2000"/>
              <a:buChar char="–"/>
            </a:pPr>
            <a:r>
              <a:rPr lang="es-MX" sz="1800" dirty="0">
                <a:latin typeface="Oswald" panose="00000500000000000000" pitchFamily="2" charset="0"/>
              </a:rPr>
              <a:t>Test de presión: </a:t>
            </a:r>
            <a:r>
              <a:rPr lang="es-MX" sz="1800" i="0" dirty="0">
                <a:latin typeface="Oswald" panose="00000500000000000000" pitchFamily="2" charset="0"/>
              </a:rPr>
              <a:t>dedos índice y medio del examinador comprimen durante 60 </a:t>
            </a:r>
            <a:r>
              <a:rPr lang="es-MX" sz="1800" i="0" dirty="0" err="1">
                <a:latin typeface="Oswald" panose="00000500000000000000" pitchFamily="2" charset="0"/>
              </a:rPr>
              <a:t>seg</a:t>
            </a:r>
            <a:r>
              <a:rPr lang="es-MX" sz="1800" i="0" dirty="0">
                <a:latin typeface="Oswald" panose="00000500000000000000" pitchFamily="2" charset="0"/>
              </a:rPr>
              <a:t> el nervio proximal al túnel cubital con el codo en flexión a 20° y el antebrazo en supinación.</a:t>
            </a:r>
            <a:endParaRPr lang="es-MX" sz="1800" dirty="0">
              <a:latin typeface="Oswald" panose="00000500000000000000" pitchFamily="2" charset="0"/>
            </a:endParaRPr>
          </a:p>
          <a:p>
            <a:pPr marL="685800" lvl="1" indent="-192786" algn="just">
              <a:lnSpc>
                <a:spcPct val="94000"/>
              </a:lnSpc>
              <a:spcBef>
                <a:spcPts val="525"/>
              </a:spcBef>
              <a:buClr>
                <a:schemeClr val="dk2"/>
              </a:buClr>
              <a:buSzPts val="2000"/>
              <a:buNone/>
            </a:pPr>
            <a:endParaRPr lang="es-MX" sz="1800" i="0" dirty="0">
              <a:latin typeface="Oswald" panose="00000500000000000000" pitchFamily="2" charset="0"/>
            </a:endParaRPr>
          </a:p>
          <a:p>
            <a:pPr marL="685800" lvl="1" indent="-288036" algn="just">
              <a:lnSpc>
                <a:spcPct val="94000"/>
              </a:lnSpc>
              <a:spcBef>
                <a:spcPts val="525"/>
              </a:spcBef>
              <a:buClr>
                <a:schemeClr val="dk2"/>
              </a:buClr>
              <a:buSzPts val="2000"/>
              <a:buChar char="–"/>
            </a:pPr>
            <a:r>
              <a:rPr lang="es-ES" sz="1800" i="0" dirty="0">
                <a:latin typeface="Oswald" panose="00000500000000000000" pitchFamily="2" charset="0"/>
              </a:rPr>
              <a:t>EMG: confirma. </a:t>
            </a:r>
            <a:endParaRPr sz="1800" dirty="0">
              <a:latin typeface="Oswald" panose="00000500000000000000" pitchFamily="2" charset="0"/>
            </a:endParaRPr>
          </a:p>
        </p:txBody>
      </p:sp>
      <p:pic>
        <p:nvPicPr>
          <p:cNvPr id="239" name="Google Shape;239;p17" descr="肘部管症候群 | 事故の教科書"/>
          <p:cNvPicPr preferRelativeResize="0"/>
          <p:nvPr/>
        </p:nvPicPr>
        <p:blipFill rotWithShape="1">
          <a:blip r:embed="rId3">
            <a:alphaModFix/>
          </a:blip>
          <a:srcRect/>
          <a:stretch/>
        </p:blipFill>
        <p:spPr>
          <a:xfrm>
            <a:off x="6157582" y="1419563"/>
            <a:ext cx="3302522" cy="2304373"/>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Shape 243"/>
        <p:cNvGrpSpPr/>
        <p:nvPr/>
      </p:nvGrpSpPr>
      <p:grpSpPr>
        <a:xfrm>
          <a:off x="0" y="0"/>
          <a:ext cx="0" cy="0"/>
          <a:chOff x="0" y="0"/>
          <a:chExt cx="0" cy="0"/>
        </a:xfrm>
      </p:grpSpPr>
      <p:sp>
        <p:nvSpPr>
          <p:cNvPr id="244" name="Google Shape;244;p18"/>
          <p:cNvSpPr txBox="1">
            <a:spLocks noGrp="1"/>
          </p:cNvSpPr>
          <p:nvPr>
            <p:ph type="title" idx="4294967295"/>
          </p:nvPr>
        </p:nvSpPr>
        <p:spPr>
          <a:xfrm>
            <a:off x="0" y="242888"/>
            <a:ext cx="7200900" cy="1114425"/>
          </a:xfrm>
          <a:prstGeom prst="rect">
            <a:avLst/>
          </a:prstGeom>
          <a:noFill/>
          <a:ln>
            <a:noFill/>
          </a:ln>
        </p:spPr>
        <p:txBody>
          <a:bodyPr spcFirstLastPara="1" wrap="square" lIns="68569" tIns="34275" rIns="68569" bIns="34275" anchor="t" anchorCtr="0">
            <a:normAutofit/>
          </a:bodyPr>
          <a:lstStyle/>
          <a:p>
            <a:pPr>
              <a:lnSpc>
                <a:spcPct val="89000"/>
              </a:lnSpc>
              <a:buSzPts val="4400"/>
            </a:pPr>
            <a:r>
              <a:rPr lang="es-ES" dirty="0" err="1">
                <a:solidFill>
                  <a:schemeClr val="dk1"/>
                </a:solidFill>
              </a:rPr>
              <a:t>Sd</a:t>
            </a:r>
            <a:r>
              <a:rPr lang="es-ES" dirty="0">
                <a:solidFill>
                  <a:schemeClr val="dk1"/>
                </a:solidFill>
              </a:rPr>
              <a:t>. del túnel radial</a:t>
            </a:r>
            <a:endParaRPr dirty="0"/>
          </a:p>
        </p:txBody>
      </p:sp>
      <p:sp>
        <p:nvSpPr>
          <p:cNvPr id="245" name="Google Shape;245;p18"/>
          <p:cNvSpPr txBox="1">
            <a:spLocks noGrp="1"/>
          </p:cNvSpPr>
          <p:nvPr>
            <p:ph type="body" idx="4294967295"/>
          </p:nvPr>
        </p:nvSpPr>
        <p:spPr>
          <a:xfrm>
            <a:off x="885825" y="955675"/>
            <a:ext cx="8258175" cy="3952875"/>
          </a:xfrm>
          <a:prstGeom prst="rect">
            <a:avLst/>
          </a:prstGeom>
          <a:noFill/>
          <a:ln>
            <a:noFill/>
          </a:ln>
        </p:spPr>
        <p:txBody>
          <a:bodyPr spcFirstLastPara="1" wrap="square" lIns="68569" tIns="34275" rIns="68569" bIns="34275" anchor="t" anchorCtr="0">
            <a:normAutofit/>
          </a:bodyPr>
          <a:lstStyle/>
          <a:p>
            <a:pPr marL="285750" indent="-285750">
              <a:lnSpc>
                <a:spcPct val="94000"/>
              </a:lnSpc>
              <a:buClr>
                <a:schemeClr val="dk2"/>
              </a:buClr>
              <a:buSzPts val="1800"/>
              <a:buFont typeface="Arial" panose="020B0604020202020204" pitchFamily="34" charset="0"/>
              <a:buChar char="•"/>
            </a:pPr>
            <a:r>
              <a:rPr lang="es-ES" sz="1350" dirty="0"/>
              <a:t>N. Radial:</a:t>
            </a:r>
            <a:endParaRPr dirty="0"/>
          </a:p>
          <a:p>
            <a:pPr marL="0" indent="0">
              <a:lnSpc>
                <a:spcPct val="94000"/>
              </a:lnSpc>
              <a:spcBef>
                <a:spcPts val="900"/>
              </a:spcBef>
              <a:buClr>
                <a:schemeClr val="dk2"/>
              </a:buClr>
              <a:buSzPts val="1800"/>
              <a:buNone/>
            </a:pPr>
            <a:r>
              <a:rPr lang="es-ES" sz="1350" dirty="0"/>
              <a:t>Rama superficial sensitiva</a:t>
            </a:r>
            <a:endParaRPr dirty="0"/>
          </a:p>
          <a:p>
            <a:pPr marL="0" indent="0">
              <a:lnSpc>
                <a:spcPct val="94000"/>
              </a:lnSpc>
              <a:spcBef>
                <a:spcPts val="900"/>
              </a:spcBef>
              <a:buClr>
                <a:schemeClr val="dk2"/>
              </a:buClr>
              <a:buSzPts val="1800"/>
              <a:buNone/>
            </a:pPr>
            <a:r>
              <a:rPr lang="es-ES" sz="1350" dirty="0"/>
              <a:t>Rama profunda &gt; nervio interóseo posterior:</a:t>
            </a:r>
            <a:endParaRPr dirty="0"/>
          </a:p>
          <a:p>
            <a:pPr marL="0" indent="0">
              <a:lnSpc>
                <a:spcPct val="94000"/>
              </a:lnSpc>
              <a:spcBef>
                <a:spcPts val="900"/>
              </a:spcBef>
              <a:buClr>
                <a:schemeClr val="dk2"/>
              </a:buClr>
              <a:buSzPts val="1800"/>
              <a:buNone/>
            </a:pPr>
            <a:endParaRPr sz="1350" dirty="0"/>
          </a:p>
          <a:p>
            <a:pPr marL="685800" lvl="1" indent="-288036">
              <a:lnSpc>
                <a:spcPct val="94000"/>
              </a:lnSpc>
              <a:spcBef>
                <a:spcPts val="525"/>
              </a:spcBef>
              <a:buClr>
                <a:schemeClr val="dk2"/>
              </a:buClr>
              <a:buSzPts val="2000"/>
              <a:buChar char="–"/>
            </a:pPr>
            <a:r>
              <a:rPr lang="es-ES" dirty="0"/>
              <a:t>2 formas de neuropatía compresiva:</a:t>
            </a:r>
            <a:endParaRPr dirty="0"/>
          </a:p>
          <a:p>
            <a:pPr marL="1426463" lvl="4" indent="0">
              <a:lnSpc>
                <a:spcPct val="94000"/>
              </a:lnSpc>
              <a:spcBef>
                <a:spcPts val="525"/>
              </a:spcBef>
              <a:buClr>
                <a:schemeClr val="dk2"/>
              </a:buClr>
              <a:buSzPts val="1800"/>
              <a:buNone/>
            </a:pPr>
            <a:r>
              <a:rPr lang="es-ES" sz="1350" dirty="0"/>
              <a:t>1) Tendinopatía por sobreuso del supinador:</a:t>
            </a:r>
            <a:endParaRPr dirty="0"/>
          </a:p>
          <a:p>
            <a:pPr marL="1426463" lvl="4" indent="0">
              <a:lnSpc>
                <a:spcPct val="94000"/>
              </a:lnSpc>
              <a:spcBef>
                <a:spcPts val="525"/>
              </a:spcBef>
              <a:buClr>
                <a:schemeClr val="dk2"/>
              </a:buClr>
              <a:buSzPts val="1800"/>
              <a:buNone/>
            </a:pPr>
            <a:r>
              <a:rPr lang="es-ES" sz="1350" dirty="0"/>
              <a:t> - Dolor profundo en cara dorsal y lateral del antebrazo. Aumenta con la actividad y en reposo. EMG: velocidad de conducción normal.</a:t>
            </a:r>
            <a:endParaRPr sz="1350" dirty="0"/>
          </a:p>
          <a:p>
            <a:pPr marL="1426463" lvl="4" indent="0">
              <a:lnSpc>
                <a:spcPct val="94000"/>
              </a:lnSpc>
              <a:spcBef>
                <a:spcPts val="525"/>
              </a:spcBef>
              <a:buClr>
                <a:schemeClr val="dk2"/>
              </a:buClr>
              <a:buSzPts val="1800"/>
              <a:buNone/>
            </a:pPr>
            <a:r>
              <a:rPr lang="es-ES" sz="1350" dirty="0"/>
              <a:t>- </a:t>
            </a:r>
            <a:r>
              <a:rPr lang="es-ES" sz="1350" dirty="0" err="1"/>
              <a:t>Tto</a:t>
            </a:r>
            <a:r>
              <a:rPr lang="es-ES" sz="1350" dirty="0"/>
              <a:t> conservador.</a:t>
            </a:r>
            <a:endParaRPr dirty="0"/>
          </a:p>
          <a:p>
            <a:pPr marL="1683639" lvl="4" indent="-171450">
              <a:lnSpc>
                <a:spcPct val="94000"/>
              </a:lnSpc>
              <a:spcBef>
                <a:spcPts val="525"/>
              </a:spcBef>
              <a:buClr>
                <a:schemeClr val="dk2"/>
              </a:buClr>
              <a:buSzPts val="1800"/>
              <a:buNone/>
            </a:pPr>
            <a:endParaRPr sz="1350" dirty="0"/>
          </a:p>
          <a:p>
            <a:pPr marL="1426463" lvl="4" indent="0">
              <a:lnSpc>
                <a:spcPct val="94000"/>
              </a:lnSpc>
              <a:spcBef>
                <a:spcPts val="525"/>
              </a:spcBef>
              <a:buClr>
                <a:schemeClr val="dk2"/>
              </a:buClr>
              <a:buSzPts val="1800"/>
              <a:buNone/>
            </a:pPr>
            <a:r>
              <a:rPr lang="es-ES" sz="1350" dirty="0"/>
              <a:t>2) Compresión por </a:t>
            </a:r>
            <a:r>
              <a:rPr lang="es-ES" sz="1350" dirty="0" err="1"/>
              <a:t>ganglión</a:t>
            </a:r>
            <a:r>
              <a:rPr lang="es-ES" sz="1350" dirty="0"/>
              <a:t>, sinovitis, dislocación o fractura de la cabeza del radio:</a:t>
            </a:r>
            <a:endParaRPr dirty="0"/>
          </a:p>
          <a:p>
            <a:pPr marL="1714500" lvl="4" indent="-288036">
              <a:lnSpc>
                <a:spcPct val="94000"/>
              </a:lnSpc>
              <a:spcBef>
                <a:spcPts val="525"/>
              </a:spcBef>
              <a:buClr>
                <a:schemeClr val="dk2"/>
              </a:buClr>
              <a:buSzPts val="1800"/>
              <a:buFont typeface="Libre Franklin"/>
              <a:buChar char="-"/>
            </a:pPr>
            <a:r>
              <a:rPr lang="es-ES" sz="1350" dirty="0"/>
              <a:t>Parestesias. EMG: denervación. </a:t>
            </a:r>
            <a:endParaRPr dirty="0"/>
          </a:p>
          <a:p>
            <a:pPr marL="1714500" lvl="4" indent="-288036">
              <a:lnSpc>
                <a:spcPct val="94000"/>
              </a:lnSpc>
              <a:spcBef>
                <a:spcPts val="525"/>
              </a:spcBef>
              <a:buClr>
                <a:schemeClr val="dk2"/>
              </a:buClr>
              <a:buSzPts val="1800"/>
              <a:buFont typeface="Libre Franklin"/>
              <a:buChar char="-"/>
            </a:pPr>
            <a:r>
              <a:rPr lang="es-ES" sz="1350" dirty="0" err="1"/>
              <a:t>Tto</a:t>
            </a:r>
            <a:r>
              <a:rPr lang="es-ES" sz="1350" dirty="0"/>
              <a:t>: descompresión del nervio.</a:t>
            </a:r>
            <a:endParaRPr dirty="0"/>
          </a:p>
        </p:txBody>
      </p:sp>
      <p:pic>
        <p:nvPicPr>
          <p:cNvPr id="246" name="Google Shape;246;p18" descr="Seram 2004"/>
          <p:cNvPicPr preferRelativeResize="0"/>
          <p:nvPr/>
        </p:nvPicPr>
        <p:blipFill rotWithShape="1">
          <a:blip r:embed="rId3">
            <a:alphaModFix/>
          </a:blip>
          <a:srcRect/>
          <a:stretch/>
        </p:blipFill>
        <p:spPr>
          <a:xfrm>
            <a:off x="5756031" y="20882"/>
            <a:ext cx="3387969" cy="225721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9"/>
          <p:cNvSpPr txBox="1">
            <a:spLocks noGrp="1"/>
          </p:cNvSpPr>
          <p:nvPr>
            <p:ph type="body" idx="4294967295"/>
          </p:nvPr>
        </p:nvSpPr>
        <p:spPr>
          <a:xfrm>
            <a:off x="687387" y="1763957"/>
            <a:ext cx="3884613" cy="2168525"/>
          </a:xfrm>
          <a:prstGeom prst="rect">
            <a:avLst/>
          </a:prstGeom>
          <a:noFill/>
          <a:ln>
            <a:noFill/>
          </a:ln>
        </p:spPr>
        <p:txBody>
          <a:bodyPr spcFirstLastPara="1" wrap="square" lIns="68569" tIns="34275" rIns="68569" bIns="34275" anchor="t" anchorCtr="0">
            <a:normAutofit/>
          </a:bodyPr>
          <a:lstStyle/>
          <a:p>
            <a:pPr marL="257175" indent="-257175" algn="l">
              <a:buClr>
                <a:schemeClr val="lt1"/>
              </a:buClr>
              <a:buFont typeface="Arial"/>
              <a:buChar char="•"/>
            </a:pPr>
            <a:r>
              <a:rPr lang="es-ES" sz="2000" dirty="0">
                <a:solidFill>
                  <a:schemeClr val="tx1"/>
                </a:solidFill>
              </a:rPr>
              <a:t>Tenosinovitis de Quervain</a:t>
            </a:r>
            <a:endParaRPr sz="2000" dirty="0">
              <a:solidFill>
                <a:schemeClr val="tx1"/>
              </a:solidFill>
            </a:endParaRPr>
          </a:p>
          <a:p>
            <a:pPr marL="257175" indent="-257175" algn="l">
              <a:buClr>
                <a:schemeClr val="lt1"/>
              </a:buClr>
              <a:buFont typeface="Arial"/>
              <a:buChar char="•"/>
            </a:pPr>
            <a:r>
              <a:rPr lang="es-ES" sz="2000" dirty="0">
                <a:solidFill>
                  <a:schemeClr val="tx1"/>
                </a:solidFill>
              </a:rPr>
              <a:t>Túnel carpiano</a:t>
            </a:r>
            <a:endParaRPr sz="2000" dirty="0">
              <a:solidFill>
                <a:schemeClr val="tx1"/>
              </a:solidFill>
            </a:endParaRPr>
          </a:p>
          <a:p>
            <a:pPr marL="257175" indent="-257175" algn="l">
              <a:buClr>
                <a:schemeClr val="lt1"/>
              </a:buClr>
              <a:buFont typeface="Arial"/>
              <a:buChar char="•"/>
            </a:pPr>
            <a:r>
              <a:rPr lang="es-ES" sz="2000" dirty="0">
                <a:solidFill>
                  <a:schemeClr val="tx1"/>
                </a:solidFill>
              </a:rPr>
              <a:t>Enfermedad de Dupuytren</a:t>
            </a:r>
            <a:endParaRPr sz="2000" dirty="0">
              <a:solidFill>
                <a:schemeClr val="tx1"/>
              </a:solidFill>
            </a:endParaRPr>
          </a:p>
          <a:p>
            <a:pPr marL="257175" indent="-257175" algn="l">
              <a:buClr>
                <a:schemeClr val="lt1"/>
              </a:buClr>
              <a:buFont typeface="Arial"/>
              <a:buChar char="•"/>
            </a:pPr>
            <a:r>
              <a:rPr lang="es-ES" sz="2000" dirty="0">
                <a:solidFill>
                  <a:schemeClr val="tx1"/>
                </a:solidFill>
              </a:rPr>
              <a:t>Tendinopatía digital estenosante</a:t>
            </a:r>
            <a:endParaRPr sz="2000" dirty="0">
              <a:solidFill>
                <a:schemeClr val="tx1"/>
              </a:solidFill>
            </a:endParaRPr>
          </a:p>
        </p:txBody>
      </p:sp>
      <p:sp>
        <p:nvSpPr>
          <p:cNvPr id="253" name="Google Shape;253;p19"/>
          <p:cNvSpPr txBox="1">
            <a:spLocks noGrp="1"/>
          </p:cNvSpPr>
          <p:nvPr>
            <p:ph type="title" idx="4294967295"/>
          </p:nvPr>
        </p:nvSpPr>
        <p:spPr>
          <a:xfrm>
            <a:off x="1190136" y="887657"/>
            <a:ext cx="7077075" cy="876300"/>
          </a:xfrm>
          <a:prstGeom prst="rect">
            <a:avLst/>
          </a:prstGeom>
          <a:noFill/>
          <a:ln>
            <a:noFill/>
          </a:ln>
        </p:spPr>
        <p:txBody>
          <a:bodyPr spcFirstLastPara="1" wrap="square" lIns="68569" tIns="34275" rIns="68569" bIns="34275" anchor="b" anchorCtr="0">
            <a:normAutofit/>
          </a:bodyPr>
          <a:lstStyle/>
          <a:p>
            <a:pPr algn="l">
              <a:buClr>
                <a:schemeClr val="lt1"/>
              </a:buClr>
            </a:pPr>
            <a:r>
              <a:rPr lang="es-ES" dirty="0">
                <a:solidFill>
                  <a:schemeClr val="tx1"/>
                </a:solidFill>
              </a:rPr>
              <a:t>MANO</a:t>
            </a:r>
            <a:endParaRPr dirty="0">
              <a:solidFill>
                <a:schemeClr val="tx1"/>
              </a:solidFill>
            </a:endParaRPr>
          </a:p>
        </p:txBody>
      </p:sp>
      <p:pic>
        <p:nvPicPr>
          <p:cNvPr id="39940" name="Picture 4" descr="Mano">
            <a:extLst>
              <a:ext uri="{FF2B5EF4-FFF2-40B4-BE49-F238E27FC236}">
                <a16:creationId xmlns:a16="http://schemas.microsoft.com/office/drawing/2014/main" id="{57FD6FD4-A4DA-16C9-9927-62337B35B0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75" y="0"/>
            <a:ext cx="41116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0"/>
          <p:cNvSpPr txBox="1">
            <a:spLocks noGrp="1"/>
          </p:cNvSpPr>
          <p:nvPr>
            <p:ph type="title" idx="4294967295"/>
          </p:nvPr>
        </p:nvSpPr>
        <p:spPr>
          <a:xfrm>
            <a:off x="0" y="161925"/>
            <a:ext cx="7200900" cy="1114425"/>
          </a:xfrm>
          <a:prstGeom prst="rect">
            <a:avLst/>
          </a:prstGeom>
          <a:noFill/>
          <a:ln>
            <a:noFill/>
          </a:ln>
        </p:spPr>
        <p:txBody>
          <a:bodyPr spcFirstLastPara="1" wrap="square" lIns="68569" tIns="34275" rIns="68569" bIns="34275" anchor="t" anchorCtr="0">
            <a:normAutofit/>
          </a:bodyPr>
          <a:lstStyle/>
          <a:p>
            <a:pPr>
              <a:lnSpc>
                <a:spcPct val="89000"/>
              </a:lnSpc>
              <a:buSzPts val="4400"/>
            </a:pPr>
            <a:r>
              <a:rPr lang="es-ES">
                <a:solidFill>
                  <a:schemeClr val="dk1"/>
                </a:solidFill>
              </a:rPr>
              <a:t>Tenosinovitis de Quervain</a:t>
            </a:r>
            <a:endParaRPr/>
          </a:p>
        </p:txBody>
      </p:sp>
      <p:sp>
        <p:nvSpPr>
          <p:cNvPr id="259" name="Google Shape;259;p20"/>
          <p:cNvSpPr txBox="1">
            <a:spLocks noGrp="1"/>
          </p:cNvSpPr>
          <p:nvPr>
            <p:ph type="body" idx="4294967295"/>
          </p:nvPr>
        </p:nvSpPr>
        <p:spPr>
          <a:xfrm>
            <a:off x="808893" y="808876"/>
            <a:ext cx="4613275" cy="4095750"/>
          </a:xfrm>
          <a:prstGeom prst="rect">
            <a:avLst/>
          </a:prstGeom>
          <a:noFill/>
          <a:ln>
            <a:noFill/>
          </a:ln>
        </p:spPr>
        <p:txBody>
          <a:bodyPr spcFirstLastPara="1" wrap="square" lIns="68569" tIns="34275" rIns="68569" bIns="34275" anchor="t" anchorCtr="0">
            <a:normAutofit/>
          </a:bodyPr>
          <a:lstStyle/>
          <a:p>
            <a:pPr marL="288036" indent="-288036">
              <a:lnSpc>
                <a:spcPct val="94000"/>
              </a:lnSpc>
              <a:buClr>
                <a:schemeClr val="dk2"/>
              </a:buClr>
              <a:buSzPts val="2000"/>
              <a:buChar char="■"/>
            </a:pPr>
            <a:r>
              <a:rPr lang="es-ES" dirty="0" err="1"/>
              <a:t>Tendinosis</a:t>
            </a:r>
            <a:r>
              <a:rPr lang="es-ES" dirty="0"/>
              <a:t> estenosante del abductor largo y el extensor corto del pulgar que transcurren por el 1° compartimiento extensor de la muñeca.</a:t>
            </a:r>
            <a:endParaRPr dirty="0"/>
          </a:p>
          <a:p>
            <a:pPr marL="288036" indent="-288036">
              <a:lnSpc>
                <a:spcPct val="94000"/>
              </a:lnSpc>
              <a:spcBef>
                <a:spcPts val="900"/>
              </a:spcBef>
              <a:buClr>
                <a:schemeClr val="dk2"/>
              </a:buClr>
              <a:buSzPts val="2000"/>
              <a:buChar char="■"/>
            </a:pPr>
            <a:r>
              <a:rPr lang="es-ES" dirty="0"/>
              <a:t>Causa: injuria repetida por tareas manuales, AR, </a:t>
            </a:r>
            <a:r>
              <a:rPr lang="es-ES" dirty="0" err="1"/>
              <a:t>Aps</a:t>
            </a:r>
            <a:r>
              <a:rPr lang="es-ES" dirty="0"/>
              <a:t>.</a:t>
            </a:r>
            <a:endParaRPr dirty="0"/>
          </a:p>
          <a:p>
            <a:pPr marL="288036" indent="-288036">
              <a:lnSpc>
                <a:spcPct val="94000"/>
              </a:lnSpc>
              <a:spcBef>
                <a:spcPts val="900"/>
              </a:spcBef>
              <a:buClr>
                <a:schemeClr val="dk2"/>
              </a:buClr>
              <a:buSzPts val="2000"/>
              <a:buChar char="■"/>
            </a:pPr>
            <a:r>
              <a:rPr lang="es-ES" dirty="0"/>
              <a:t>Dolor en cara radial del carpo y base del pulgar.</a:t>
            </a:r>
            <a:endParaRPr dirty="0"/>
          </a:p>
          <a:p>
            <a:pPr marL="685800" lvl="1" indent="-288036">
              <a:lnSpc>
                <a:spcPct val="94000"/>
              </a:lnSpc>
              <a:spcBef>
                <a:spcPts val="525"/>
              </a:spcBef>
              <a:buClr>
                <a:schemeClr val="dk2"/>
              </a:buClr>
              <a:buSzPts val="2000"/>
              <a:buChar char="–"/>
            </a:pPr>
            <a:r>
              <a:rPr lang="es-ES" dirty="0"/>
              <a:t>Test de Finkelstein</a:t>
            </a:r>
            <a:r>
              <a:rPr lang="es-ES" i="0" dirty="0"/>
              <a:t>: oponer el pulgar y cubrirlo por la flexión de los últimos 4 dedos y luego desviar la mano en dirección cubital.</a:t>
            </a:r>
            <a:endParaRPr dirty="0"/>
          </a:p>
          <a:p>
            <a:pPr marL="288036" indent="-288036">
              <a:lnSpc>
                <a:spcPct val="94000"/>
              </a:lnSpc>
              <a:spcBef>
                <a:spcPts val="900"/>
              </a:spcBef>
              <a:buClr>
                <a:schemeClr val="dk2"/>
              </a:buClr>
              <a:buSzPts val="2000"/>
              <a:buChar char="■"/>
            </a:pPr>
            <a:r>
              <a:rPr lang="es-ES" i="0" dirty="0" err="1"/>
              <a:t>Tto</a:t>
            </a:r>
            <a:r>
              <a:rPr lang="es-ES" i="0" dirty="0"/>
              <a:t>: Reposo, T.O., valvas o férula inmovilizadora, infiltración (puede ser guiada por ecografía si se sospecha </a:t>
            </a:r>
            <a:r>
              <a:rPr lang="es-ES" i="0" dirty="0" err="1"/>
              <a:t>tabicación</a:t>
            </a:r>
            <a:r>
              <a:rPr lang="es-ES" i="0" dirty="0"/>
              <a:t> cuando no responde a la 1° infiltración). Inusualmente requiere </a:t>
            </a:r>
            <a:r>
              <a:rPr lang="es-ES" i="0" dirty="0" err="1"/>
              <a:t>Qx</a:t>
            </a:r>
            <a:r>
              <a:rPr lang="es-ES" i="0" dirty="0"/>
              <a:t>.</a:t>
            </a:r>
            <a:endParaRPr dirty="0"/>
          </a:p>
        </p:txBody>
      </p:sp>
      <p:pic>
        <p:nvPicPr>
          <p:cNvPr id="260" name="Google Shape;260;p20"/>
          <p:cNvPicPr preferRelativeResize="0"/>
          <p:nvPr/>
        </p:nvPicPr>
        <p:blipFill rotWithShape="1">
          <a:blip r:embed="rId3">
            <a:alphaModFix/>
          </a:blip>
          <a:srcRect/>
          <a:stretch/>
        </p:blipFill>
        <p:spPr>
          <a:xfrm>
            <a:off x="5928904" y="808876"/>
            <a:ext cx="2770958" cy="381831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1"/>
          <p:cNvSpPr txBox="1">
            <a:spLocks noGrp="1"/>
          </p:cNvSpPr>
          <p:nvPr>
            <p:ph type="title" idx="4294967295"/>
          </p:nvPr>
        </p:nvSpPr>
        <p:spPr>
          <a:xfrm>
            <a:off x="1943100" y="514350"/>
            <a:ext cx="7200900" cy="1114425"/>
          </a:xfrm>
          <a:prstGeom prst="rect">
            <a:avLst/>
          </a:prstGeom>
          <a:noFill/>
          <a:ln>
            <a:noFill/>
          </a:ln>
        </p:spPr>
        <p:txBody>
          <a:bodyPr spcFirstLastPara="1" wrap="square" lIns="68569" tIns="34275" rIns="68569" bIns="34275" anchor="t" anchorCtr="0">
            <a:normAutofit/>
          </a:bodyPr>
          <a:lstStyle/>
          <a:p>
            <a:pPr>
              <a:lnSpc>
                <a:spcPct val="89000"/>
              </a:lnSpc>
              <a:buSzPts val="4400"/>
            </a:pPr>
            <a:r>
              <a:rPr lang="es-ES">
                <a:solidFill>
                  <a:schemeClr val="dk1"/>
                </a:solidFill>
              </a:rPr>
              <a:t>Túnel carpiano</a:t>
            </a:r>
            <a:endParaRPr/>
          </a:p>
        </p:txBody>
      </p:sp>
      <p:sp>
        <p:nvSpPr>
          <p:cNvPr id="267" name="Google Shape;267;p21"/>
          <p:cNvSpPr txBox="1">
            <a:spLocks noGrp="1"/>
          </p:cNvSpPr>
          <p:nvPr>
            <p:ph type="body" idx="4294967295"/>
          </p:nvPr>
        </p:nvSpPr>
        <p:spPr>
          <a:xfrm>
            <a:off x="1313776" y="1157026"/>
            <a:ext cx="7200900" cy="2686050"/>
          </a:xfrm>
          <a:prstGeom prst="rect">
            <a:avLst/>
          </a:prstGeom>
          <a:noFill/>
          <a:ln>
            <a:noFill/>
          </a:ln>
        </p:spPr>
        <p:txBody>
          <a:bodyPr spcFirstLastPara="1" wrap="square" lIns="68569" tIns="34275" rIns="68569" bIns="34275" anchor="t" anchorCtr="0">
            <a:normAutofit/>
          </a:bodyPr>
          <a:lstStyle/>
          <a:p>
            <a:pPr marL="288036" indent="-288036">
              <a:lnSpc>
                <a:spcPct val="94000"/>
              </a:lnSpc>
              <a:buClr>
                <a:schemeClr val="dk2"/>
              </a:buClr>
              <a:buSzPts val="2000"/>
              <a:buChar char="■"/>
            </a:pPr>
            <a:r>
              <a:rPr lang="es-ES" dirty="0"/>
              <a:t>Neuropatía por atrapamiento &gt; dolor quemante, punzante y parestesias en el territorio del N. Mediano. Empeora por la noche.</a:t>
            </a:r>
            <a:endParaRPr dirty="0"/>
          </a:p>
          <a:p>
            <a:pPr marL="288036" indent="-288036">
              <a:lnSpc>
                <a:spcPct val="94000"/>
              </a:lnSpc>
              <a:spcBef>
                <a:spcPts val="900"/>
              </a:spcBef>
              <a:buClr>
                <a:schemeClr val="dk2"/>
              </a:buClr>
              <a:buSzPts val="2000"/>
              <a:buChar char="■"/>
            </a:pPr>
            <a:r>
              <a:rPr lang="es-ES" dirty="0"/>
              <a:t>Debilidad y atrofia gradual de los músculos de la eminencia tenar. </a:t>
            </a:r>
            <a:endParaRPr dirty="0"/>
          </a:p>
        </p:txBody>
      </p:sp>
      <p:pic>
        <p:nvPicPr>
          <p:cNvPr id="268" name="Google Shape;268;p21"/>
          <p:cNvPicPr preferRelativeResize="0"/>
          <p:nvPr/>
        </p:nvPicPr>
        <p:blipFill rotWithShape="1">
          <a:blip r:embed="rId3">
            <a:alphaModFix/>
          </a:blip>
          <a:srcRect l="24933" t="31339" r="50611" b="25446"/>
          <a:stretch/>
        </p:blipFill>
        <p:spPr>
          <a:xfrm>
            <a:off x="1028700" y="2199904"/>
            <a:ext cx="2869507" cy="2850968"/>
          </a:xfrm>
          <a:prstGeom prst="rect">
            <a:avLst/>
          </a:prstGeom>
          <a:noFill/>
          <a:ln>
            <a:noFill/>
          </a:ln>
        </p:spPr>
      </p:pic>
      <p:pic>
        <p:nvPicPr>
          <p:cNvPr id="7" name="Imagen 6" descr="Diagrama&#10;&#10;Descripción generada automáticamente">
            <a:extLst>
              <a:ext uri="{FF2B5EF4-FFF2-40B4-BE49-F238E27FC236}">
                <a16:creationId xmlns:a16="http://schemas.microsoft.com/office/drawing/2014/main" id="{715BDA96-B074-8507-B605-1F133580D824}"/>
              </a:ext>
            </a:extLst>
          </p:cNvPr>
          <p:cNvPicPr>
            <a:picLocks noChangeAspect="1"/>
          </p:cNvPicPr>
          <p:nvPr/>
        </p:nvPicPr>
        <p:blipFill rotWithShape="1">
          <a:blip r:embed="rId4"/>
          <a:srcRect b="14733"/>
          <a:stretch/>
        </p:blipFill>
        <p:spPr>
          <a:xfrm>
            <a:off x="5044646" y="2269507"/>
            <a:ext cx="3470030" cy="221624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22" descr="Twitter 上的 FacultadMedicinaUNAM：&quot;El síndrome de túnel del carpo es una  afectación del nervio mediano, que en la mano inerva los primeros tres  dedos. ¿Recuerdas algunas pruebas que valoran la patología? Aquí te"/>
          <p:cNvPicPr preferRelativeResize="0"/>
          <p:nvPr/>
        </p:nvPicPr>
        <p:blipFill rotWithShape="1">
          <a:blip r:embed="rId3">
            <a:alphaModFix/>
          </a:blip>
          <a:srcRect t="9133" r="343" b="6810"/>
          <a:stretch/>
        </p:blipFill>
        <p:spPr>
          <a:xfrm>
            <a:off x="1468045" y="0"/>
            <a:ext cx="5821030" cy="503992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3"/>
          <p:cNvSpPr txBox="1">
            <a:spLocks noGrp="1"/>
          </p:cNvSpPr>
          <p:nvPr>
            <p:ph type="title" idx="4294967295"/>
          </p:nvPr>
        </p:nvSpPr>
        <p:spPr>
          <a:xfrm>
            <a:off x="1943100" y="514350"/>
            <a:ext cx="7200900" cy="1114425"/>
          </a:xfrm>
          <a:prstGeom prst="rect">
            <a:avLst/>
          </a:prstGeom>
          <a:noFill/>
          <a:ln>
            <a:noFill/>
          </a:ln>
        </p:spPr>
        <p:txBody>
          <a:bodyPr spcFirstLastPara="1" wrap="square" lIns="68569" tIns="34275" rIns="68569" bIns="34275" anchor="t" anchorCtr="0">
            <a:normAutofit/>
          </a:bodyPr>
          <a:lstStyle/>
          <a:p>
            <a:pPr>
              <a:lnSpc>
                <a:spcPct val="89000"/>
              </a:lnSpc>
              <a:buSzPts val="4400"/>
            </a:pPr>
            <a:r>
              <a:rPr lang="es-ES">
                <a:solidFill>
                  <a:schemeClr val="dk1"/>
                </a:solidFill>
              </a:rPr>
              <a:t>Enfermedad de Dupuytren</a:t>
            </a:r>
            <a:endParaRPr/>
          </a:p>
        </p:txBody>
      </p:sp>
      <p:sp>
        <p:nvSpPr>
          <p:cNvPr id="280" name="Google Shape;280;p23"/>
          <p:cNvSpPr txBox="1">
            <a:spLocks noGrp="1"/>
          </p:cNvSpPr>
          <p:nvPr>
            <p:ph type="body" idx="4294967295"/>
          </p:nvPr>
        </p:nvSpPr>
        <p:spPr>
          <a:xfrm>
            <a:off x="971550" y="1247653"/>
            <a:ext cx="7200900" cy="3654425"/>
          </a:xfrm>
          <a:prstGeom prst="rect">
            <a:avLst/>
          </a:prstGeom>
          <a:noFill/>
          <a:ln>
            <a:noFill/>
          </a:ln>
        </p:spPr>
        <p:txBody>
          <a:bodyPr spcFirstLastPara="1" wrap="square" lIns="68569" tIns="34275" rIns="68569" bIns="34275" anchor="t" anchorCtr="0">
            <a:normAutofit/>
          </a:bodyPr>
          <a:lstStyle/>
          <a:p>
            <a:pPr marL="288036" indent="-288036">
              <a:lnSpc>
                <a:spcPct val="94000"/>
              </a:lnSpc>
              <a:buClr>
                <a:schemeClr val="dk2"/>
              </a:buClr>
              <a:buSzPts val="2000"/>
              <a:buChar char="■"/>
            </a:pPr>
            <a:r>
              <a:rPr lang="es-ES" dirty="0"/>
              <a:t>Engrosamiento nodular de la fascia palmar que luego es reemplazada por fibrosis, principalmente en dedos anular y meñique. Puede llevar a la retracción palmar y contractura digital. Deformidad en flexión.</a:t>
            </a:r>
            <a:endParaRPr dirty="0"/>
          </a:p>
          <a:p>
            <a:pPr marL="288036" indent="-288036">
              <a:lnSpc>
                <a:spcPct val="94000"/>
              </a:lnSpc>
              <a:spcBef>
                <a:spcPts val="900"/>
              </a:spcBef>
              <a:buClr>
                <a:schemeClr val="dk2"/>
              </a:buClr>
              <a:buSzPts val="2000"/>
              <a:buChar char="■"/>
            </a:pPr>
            <a:r>
              <a:rPr lang="es-ES" dirty="0"/>
              <a:t>Aumento del colágeno tipo III y miofibroblastos posiblemente estimulados por citoquinas </a:t>
            </a:r>
            <a:r>
              <a:rPr lang="es-ES" dirty="0" err="1"/>
              <a:t>fibrogénicas</a:t>
            </a:r>
            <a:r>
              <a:rPr lang="es-ES" dirty="0"/>
              <a:t>.</a:t>
            </a:r>
            <a:endParaRPr dirty="0"/>
          </a:p>
          <a:p>
            <a:pPr marL="288036" indent="-288036">
              <a:lnSpc>
                <a:spcPct val="94000"/>
              </a:lnSpc>
              <a:spcBef>
                <a:spcPts val="900"/>
              </a:spcBef>
              <a:buClr>
                <a:schemeClr val="dk2"/>
              </a:buClr>
              <a:buSzPts val="2000"/>
              <a:buChar char="■"/>
            </a:pPr>
            <a:r>
              <a:rPr lang="es-ES" dirty="0"/>
              <a:t>En general bilateral, simétrico. Predomina en varones caucásicos. Aumenta la incidencia con la edad. Predisposición familiar. Asociada a OH, DBT, EPOC y otros desórdenes del tejido fibroso, distrofia simpática refleja o </a:t>
            </a:r>
            <a:r>
              <a:rPr lang="es-ES" dirty="0" err="1"/>
              <a:t>paraneoplásica</a:t>
            </a:r>
            <a:r>
              <a:rPr lang="es-ES" dirty="0"/>
              <a:t> (</a:t>
            </a:r>
            <a:r>
              <a:rPr lang="es-ES" dirty="0" err="1"/>
              <a:t>Sd</a:t>
            </a:r>
            <a:r>
              <a:rPr lang="es-ES" dirty="0"/>
              <a:t>. De </a:t>
            </a:r>
            <a:r>
              <a:rPr lang="es-ES" dirty="0" err="1"/>
              <a:t>Medsger</a:t>
            </a:r>
            <a:r>
              <a:rPr lang="es-ES" dirty="0"/>
              <a:t>).</a:t>
            </a:r>
            <a:endParaRPr dirty="0"/>
          </a:p>
          <a:p>
            <a:pPr marL="288036" indent="-288036">
              <a:lnSpc>
                <a:spcPct val="94000"/>
              </a:lnSpc>
              <a:spcBef>
                <a:spcPts val="900"/>
              </a:spcBef>
              <a:buClr>
                <a:schemeClr val="dk2"/>
              </a:buClr>
              <a:buSzPts val="2000"/>
              <a:buChar char="■"/>
            </a:pPr>
            <a:r>
              <a:rPr lang="es-ES" dirty="0"/>
              <a:t>Diátesis de Dupuytren: asociación con otras lesiones fibróticas: nódulos en nudillos y/o en fascia plantar, fibrosis del pene.</a:t>
            </a:r>
            <a:endParaRPr dirty="0"/>
          </a:p>
          <a:p>
            <a:pPr marL="288036" indent="-288036">
              <a:lnSpc>
                <a:spcPct val="94000"/>
              </a:lnSpc>
              <a:spcBef>
                <a:spcPts val="900"/>
              </a:spcBef>
              <a:buClr>
                <a:schemeClr val="dk2"/>
              </a:buClr>
              <a:buSzPts val="2000"/>
              <a:buChar char="■"/>
            </a:pPr>
            <a:r>
              <a:rPr lang="es-ES" dirty="0" err="1"/>
              <a:t>Tto</a:t>
            </a:r>
            <a:r>
              <a:rPr lang="es-ES" dirty="0"/>
              <a:t>: Fisioterapia, ejercicios de elongación, infiltración hasta </a:t>
            </a:r>
            <a:r>
              <a:rPr lang="es-ES" dirty="0" err="1"/>
              <a:t>fasciectomía</a:t>
            </a:r>
            <a:r>
              <a:rPr lang="es-ES" dirty="0"/>
              <a:t>. </a:t>
            </a:r>
            <a:endParaRPr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4"/>
          <p:cNvSpPr txBox="1">
            <a:spLocks noGrp="1"/>
          </p:cNvSpPr>
          <p:nvPr>
            <p:ph type="title" idx="4294967295"/>
          </p:nvPr>
        </p:nvSpPr>
        <p:spPr>
          <a:xfrm>
            <a:off x="2919047" y="172039"/>
            <a:ext cx="7200900" cy="1114425"/>
          </a:xfrm>
          <a:prstGeom prst="rect">
            <a:avLst/>
          </a:prstGeom>
          <a:noFill/>
          <a:ln>
            <a:noFill/>
          </a:ln>
        </p:spPr>
        <p:txBody>
          <a:bodyPr spcFirstLastPara="1" wrap="square" lIns="68569" tIns="34275" rIns="68569" bIns="34275" anchor="t" anchorCtr="0">
            <a:normAutofit/>
          </a:bodyPr>
          <a:lstStyle/>
          <a:p>
            <a:pPr>
              <a:lnSpc>
                <a:spcPct val="89000"/>
              </a:lnSpc>
              <a:buClr>
                <a:schemeClr val="dk2"/>
              </a:buClr>
              <a:buSzPts val="4400"/>
            </a:pPr>
            <a:r>
              <a:rPr lang="es-ES" dirty="0"/>
              <a:t>Evolución</a:t>
            </a:r>
            <a:endParaRPr dirty="0"/>
          </a:p>
        </p:txBody>
      </p:sp>
      <p:pic>
        <p:nvPicPr>
          <p:cNvPr id="287" name="Google Shape;287;p24" descr="Contractura palmar de Dupuytren - Traumatopedia"/>
          <p:cNvPicPr preferRelativeResize="0"/>
          <p:nvPr/>
        </p:nvPicPr>
        <p:blipFill rotWithShape="1">
          <a:blip r:embed="rId3">
            <a:alphaModFix/>
          </a:blip>
          <a:srcRect/>
          <a:stretch/>
        </p:blipFill>
        <p:spPr>
          <a:xfrm>
            <a:off x="226524" y="892175"/>
            <a:ext cx="8690951" cy="3522073"/>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5"/>
          <p:cNvSpPr txBox="1">
            <a:spLocks noGrp="1"/>
          </p:cNvSpPr>
          <p:nvPr>
            <p:ph type="title" idx="4294967295"/>
          </p:nvPr>
        </p:nvSpPr>
        <p:spPr>
          <a:xfrm>
            <a:off x="1943100" y="514350"/>
            <a:ext cx="7200900" cy="1114425"/>
          </a:xfrm>
          <a:prstGeom prst="rect">
            <a:avLst/>
          </a:prstGeom>
          <a:noFill/>
          <a:ln>
            <a:noFill/>
          </a:ln>
        </p:spPr>
        <p:txBody>
          <a:bodyPr spcFirstLastPara="1" wrap="square" lIns="68569" tIns="34275" rIns="68569" bIns="34275" anchor="t" anchorCtr="0">
            <a:normAutofit/>
          </a:bodyPr>
          <a:lstStyle/>
          <a:p>
            <a:pPr>
              <a:lnSpc>
                <a:spcPct val="89000"/>
              </a:lnSpc>
              <a:buSzPts val="4400"/>
            </a:pPr>
            <a:r>
              <a:rPr lang="es-ES" dirty="0">
                <a:solidFill>
                  <a:schemeClr val="dk1"/>
                </a:solidFill>
              </a:rPr>
              <a:t>Tendinopatía digital estenosante</a:t>
            </a:r>
            <a:endParaRPr dirty="0"/>
          </a:p>
        </p:txBody>
      </p:sp>
      <p:sp>
        <p:nvSpPr>
          <p:cNvPr id="293" name="Google Shape;293;p25"/>
          <p:cNvSpPr txBox="1">
            <a:spLocks noGrp="1"/>
          </p:cNvSpPr>
          <p:nvPr>
            <p:ph type="body" idx="4294967295"/>
          </p:nvPr>
        </p:nvSpPr>
        <p:spPr>
          <a:xfrm>
            <a:off x="971550" y="1071562"/>
            <a:ext cx="7200900" cy="2686050"/>
          </a:xfrm>
          <a:prstGeom prst="rect">
            <a:avLst/>
          </a:prstGeom>
          <a:noFill/>
          <a:ln>
            <a:noFill/>
          </a:ln>
        </p:spPr>
        <p:txBody>
          <a:bodyPr spcFirstLastPara="1" wrap="square" lIns="68569" tIns="34275" rIns="68569" bIns="34275" anchor="t" anchorCtr="0">
            <a:normAutofit/>
          </a:bodyPr>
          <a:lstStyle/>
          <a:p>
            <a:pPr marL="288036" indent="-288036">
              <a:lnSpc>
                <a:spcPct val="94000"/>
              </a:lnSpc>
              <a:buClr>
                <a:schemeClr val="dk2"/>
              </a:buClr>
              <a:buSzPts val="2000"/>
              <a:buChar char="■"/>
            </a:pPr>
            <a:r>
              <a:rPr lang="es-ES" dirty="0"/>
              <a:t>Hiperplasia de la polea cartilaginosa A1.</a:t>
            </a:r>
            <a:endParaRPr dirty="0"/>
          </a:p>
          <a:p>
            <a:pPr marL="288036" indent="-288036">
              <a:lnSpc>
                <a:spcPct val="94000"/>
              </a:lnSpc>
              <a:spcBef>
                <a:spcPts val="900"/>
              </a:spcBef>
              <a:buClr>
                <a:schemeClr val="dk2"/>
              </a:buClr>
              <a:buSzPts val="2000"/>
              <a:buChar char="■"/>
            </a:pPr>
            <a:r>
              <a:rPr lang="es-ES" dirty="0"/>
              <a:t>El tendón se traba en flexión y se destraba en extensión con un chasquido palmar. </a:t>
            </a:r>
            <a:endParaRPr dirty="0"/>
          </a:p>
          <a:p>
            <a:pPr marL="288036" indent="-288036">
              <a:lnSpc>
                <a:spcPct val="94000"/>
              </a:lnSpc>
              <a:spcBef>
                <a:spcPts val="900"/>
              </a:spcBef>
              <a:buClr>
                <a:schemeClr val="dk2"/>
              </a:buClr>
              <a:buSzPts val="2000"/>
              <a:buChar char="■"/>
            </a:pPr>
            <a:r>
              <a:rPr lang="es-ES" dirty="0"/>
              <a:t>Causa más común: trauma repetido.</a:t>
            </a:r>
            <a:endParaRPr dirty="0"/>
          </a:p>
          <a:p>
            <a:pPr marL="288036" indent="-288036">
              <a:lnSpc>
                <a:spcPct val="94000"/>
              </a:lnSpc>
              <a:spcBef>
                <a:spcPts val="900"/>
              </a:spcBef>
              <a:buClr>
                <a:schemeClr val="dk2"/>
              </a:buClr>
              <a:buSzPts val="2000"/>
              <a:buChar char="■"/>
            </a:pPr>
            <a:r>
              <a:rPr lang="es-ES" dirty="0" err="1"/>
              <a:t>Tto</a:t>
            </a:r>
            <a:r>
              <a:rPr lang="es-ES" dirty="0"/>
              <a:t>: modificar el tipo de actividad, infiltración.</a:t>
            </a:r>
            <a:endParaRPr dirty="0"/>
          </a:p>
        </p:txBody>
      </p:sp>
      <p:pic>
        <p:nvPicPr>
          <p:cNvPr id="294" name="Google Shape;294;p25" descr="TENOSINOVITIS ESTENOSANTE - Clínica López Corcuera"/>
          <p:cNvPicPr preferRelativeResize="0"/>
          <p:nvPr/>
        </p:nvPicPr>
        <p:blipFill rotWithShape="1">
          <a:blip r:embed="rId3">
            <a:alphaModFix/>
          </a:blip>
          <a:srcRect/>
          <a:stretch/>
        </p:blipFill>
        <p:spPr>
          <a:xfrm>
            <a:off x="4746348" y="2571750"/>
            <a:ext cx="4494367" cy="2593793"/>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3050D217-8FFE-6F83-74E2-080F203A703B}"/>
            </a:ext>
          </a:extLst>
        </p:cNvPr>
        <p:cNvGrpSpPr/>
        <p:nvPr/>
      </p:nvGrpSpPr>
      <p:grpSpPr>
        <a:xfrm>
          <a:off x="0" y="0"/>
          <a:ext cx="0" cy="0"/>
          <a:chOff x="0" y="0"/>
          <a:chExt cx="0" cy="0"/>
        </a:xfrm>
      </p:grpSpPr>
      <p:sp>
        <p:nvSpPr>
          <p:cNvPr id="111" name="Google Shape;111;p1">
            <a:extLst>
              <a:ext uri="{FF2B5EF4-FFF2-40B4-BE49-F238E27FC236}">
                <a16:creationId xmlns:a16="http://schemas.microsoft.com/office/drawing/2014/main" id="{FD614267-9D61-0C06-CAB0-CB3CF8AD6527}"/>
              </a:ext>
            </a:extLst>
          </p:cNvPr>
          <p:cNvSpPr txBox="1">
            <a:spLocks noGrp="1"/>
          </p:cNvSpPr>
          <p:nvPr>
            <p:ph type="ctrTitle"/>
          </p:nvPr>
        </p:nvSpPr>
        <p:spPr>
          <a:xfrm>
            <a:off x="1436343" y="1605864"/>
            <a:ext cx="6270922" cy="1573670"/>
          </a:xfrm>
          <a:prstGeom prst="rect">
            <a:avLst/>
          </a:prstGeom>
          <a:noFill/>
          <a:ln>
            <a:noFill/>
          </a:ln>
        </p:spPr>
        <p:txBody>
          <a:bodyPr spcFirstLastPara="1" wrap="square" lIns="68569" tIns="34275" rIns="68569" bIns="34275" anchor="b" anchorCtr="0">
            <a:noAutofit/>
          </a:bodyPr>
          <a:lstStyle/>
          <a:p>
            <a:pPr>
              <a:lnSpc>
                <a:spcPct val="89000"/>
              </a:lnSpc>
              <a:buClr>
                <a:schemeClr val="dk2"/>
              </a:buClr>
              <a:buSzPts val="5400"/>
            </a:pPr>
            <a:r>
              <a:rPr lang="es-ES" sz="4050" dirty="0"/>
              <a:t>REUMATISMO DE </a:t>
            </a:r>
            <a:br>
              <a:rPr lang="es-ES" sz="4050" dirty="0"/>
            </a:br>
            <a:r>
              <a:rPr lang="es-ES" sz="4050" dirty="0"/>
              <a:t>PARTES BLANDAS</a:t>
            </a:r>
            <a:br>
              <a:rPr lang="es-ES" sz="4950" dirty="0"/>
            </a:br>
            <a:r>
              <a:rPr lang="es-ES" sz="4950" dirty="0"/>
              <a:t>MIEMBRO INFERIOR</a:t>
            </a:r>
            <a:endParaRPr sz="4950" dirty="0"/>
          </a:p>
        </p:txBody>
      </p:sp>
      <p:sp>
        <p:nvSpPr>
          <p:cNvPr id="112" name="Google Shape;112;p1">
            <a:extLst>
              <a:ext uri="{FF2B5EF4-FFF2-40B4-BE49-F238E27FC236}">
                <a16:creationId xmlns:a16="http://schemas.microsoft.com/office/drawing/2014/main" id="{C241FB05-7075-3A62-6519-AB1418D72798}"/>
              </a:ext>
            </a:extLst>
          </p:cNvPr>
          <p:cNvSpPr txBox="1">
            <a:spLocks noGrp="1"/>
          </p:cNvSpPr>
          <p:nvPr>
            <p:ph type="subTitle" idx="1"/>
          </p:nvPr>
        </p:nvSpPr>
        <p:spPr>
          <a:xfrm>
            <a:off x="2009928" y="3414665"/>
            <a:ext cx="5123755" cy="709933"/>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rmAutofit fontScale="92500" lnSpcReduction="10000"/>
          </a:bodyPr>
          <a:lstStyle/>
          <a:p>
            <a:pPr marL="0" indent="0">
              <a:lnSpc>
                <a:spcPct val="112000"/>
              </a:lnSpc>
              <a:buSzPct val="100000"/>
            </a:pPr>
            <a:r>
              <a:rPr lang="es-AR" sz="2100" b="1" dirty="0" err="1">
                <a:solidFill>
                  <a:schemeClr val="dk1"/>
                </a:solidFill>
                <a:latin typeface="Libre Franklin"/>
                <a:sym typeface="Libre Franklin"/>
              </a:rPr>
              <a:t>Dr</a:t>
            </a:r>
            <a:r>
              <a:rPr lang="es-AR" sz="2100" b="1" dirty="0">
                <a:solidFill>
                  <a:schemeClr val="dk1"/>
                </a:solidFill>
                <a:latin typeface="Libre Franklin"/>
                <a:sym typeface="Libre Franklin"/>
              </a:rPr>
              <a:t> Roldan Brian</a:t>
            </a:r>
          </a:p>
          <a:p>
            <a:pPr marL="0" indent="0">
              <a:lnSpc>
                <a:spcPct val="112000"/>
              </a:lnSpc>
              <a:buSzPct val="100000"/>
            </a:pPr>
            <a:r>
              <a:rPr lang="es-AR" sz="2100" b="1" dirty="0" err="1">
                <a:solidFill>
                  <a:schemeClr val="dk1"/>
                </a:solidFill>
                <a:latin typeface="Libre Franklin"/>
                <a:sym typeface="Libre Franklin"/>
              </a:rPr>
              <a:t>Reumatológo</a:t>
            </a:r>
            <a:endParaRPr sz="2100" b="1" dirty="0">
              <a:solidFill>
                <a:schemeClr val="dk1"/>
              </a:solidFill>
            </a:endParaRPr>
          </a:p>
        </p:txBody>
      </p:sp>
    </p:spTree>
    <p:extLst>
      <p:ext uri="{BB962C8B-B14F-4D97-AF65-F5344CB8AC3E}">
        <p14:creationId xmlns:p14="http://schemas.microsoft.com/office/powerpoint/2010/main" val="38643397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71FBE-3F48-1AB2-1269-B7C3C0CAED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6C6C109-427F-2A8A-8FB8-2870F065602E}"/>
              </a:ext>
            </a:extLst>
          </p:cNvPr>
          <p:cNvSpPr>
            <a:spLocks noGrp="1"/>
          </p:cNvSpPr>
          <p:nvPr>
            <p:ph type="title"/>
          </p:nvPr>
        </p:nvSpPr>
        <p:spPr>
          <a:xfrm>
            <a:off x="1314705" y="482273"/>
            <a:ext cx="7704000" cy="572700"/>
          </a:xfrm>
        </p:spPr>
        <p:txBody>
          <a:bodyPr>
            <a:noAutofit/>
          </a:bodyPr>
          <a:lstStyle/>
          <a:p>
            <a:r>
              <a:rPr lang="es-AR" sz="2800" dirty="0"/>
              <a:t>TROCANTERITIS</a:t>
            </a:r>
            <a:r>
              <a:rPr lang="es-PE" sz="2800" dirty="0"/>
              <a:t> (</a:t>
            </a:r>
            <a:r>
              <a:rPr lang="es-AR" sz="2800" dirty="0"/>
              <a:t>Síndrome de Dolor Trocantérico Mayor)</a:t>
            </a:r>
            <a:endParaRPr lang="es-PE" sz="2800" dirty="0"/>
          </a:p>
        </p:txBody>
      </p:sp>
      <p:sp>
        <p:nvSpPr>
          <p:cNvPr id="8" name="Marcador de contenido 2">
            <a:extLst>
              <a:ext uri="{FF2B5EF4-FFF2-40B4-BE49-F238E27FC236}">
                <a16:creationId xmlns:a16="http://schemas.microsoft.com/office/drawing/2014/main" id="{EB163604-268D-DA51-9823-AB82F5183212}"/>
              </a:ext>
            </a:extLst>
          </p:cNvPr>
          <p:cNvSpPr>
            <a:spLocks noGrp="1"/>
          </p:cNvSpPr>
          <p:nvPr>
            <p:ph type="body" idx="1"/>
          </p:nvPr>
        </p:nvSpPr>
        <p:spPr>
          <a:xfrm>
            <a:off x="0" y="1928303"/>
            <a:ext cx="4340515" cy="2264733"/>
          </a:xfrm>
        </p:spPr>
        <p:txBody>
          <a:bodyPr>
            <a:normAutofit fontScale="85000" lnSpcReduction="10000"/>
          </a:bodyPr>
          <a:lstStyle/>
          <a:p>
            <a:pPr marL="0" indent="0">
              <a:buNone/>
            </a:pPr>
            <a:r>
              <a:rPr lang="es-PE" sz="2100" dirty="0"/>
              <a:t>DEFINICION:</a:t>
            </a:r>
          </a:p>
          <a:p>
            <a:r>
              <a:rPr lang="es-AR" sz="2400" dirty="0"/>
              <a:t>Dolor localizado en la cara lateral de la cadera, producido por inflamación de la </a:t>
            </a:r>
            <a:r>
              <a:rPr lang="es-AR" sz="2400" dirty="0" err="1"/>
              <a:t>bursa</a:t>
            </a:r>
            <a:r>
              <a:rPr lang="es-AR" sz="2400" dirty="0"/>
              <a:t> trocantérica y/o tendinopatía de los tendones glúteo medio y menor.</a:t>
            </a:r>
            <a:endParaRPr lang="es-PE" sz="2100" dirty="0"/>
          </a:p>
        </p:txBody>
      </p:sp>
      <p:pic>
        <p:nvPicPr>
          <p:cNvPr id="3" name="Imagen 2" descr="Trocanteritis o bursitis trocantérica: qué es y cómo se trata">
            <a:extLst>
              <a:ext uri="{FF2B5EF4-FFF2-40B4-BE49-F238E27FC236}">
                <a16:creationId xmlns:a16="http://schemas.microsoft.com/office/drawing/2014/main" id="{2AF8908E-E883-0998-0356-096006285074}"/>
              </a:ext>
            </a:extLst>
          </p:cNvPr>
          <p:cNvPicPr>
            <a:picLocks noChangeAspect="1"/>
          </p:cNvPicPr>
          <p:nvPr/>
        </p:nvPicPr>
        <p:blipFill>
          <a:blip r:embed="rId3"/>
          <a:stretch>
            <a:fillRect/>
          </a:stretch>
        </p:blipFill>
        <p:spPr>
          <a:xfrm>
            <a:off x="5981062" y="3060669"/>
            <a:ext cx="3162938" cy="2017343"/>
          </a:xfrm>
          <a:prstGeom prst="rect">
            <a:avLst/>
          </a:prstGeom>
        </p:spPr>
      </p:pic>
    </p:spTree>
    <p:extLst>
      <p:ext uri="{BB962C8B-B14F-4D97-AF65-F5344CB8AC3E}">
        <p14:creationId xmlns:p14="http://schemas.microsoft.com/office/powerpoint/2010/main" val="17560925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16ED8-63BF-D517-B351-BA8B0A66AB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EFB9BC6-7EA2-53E3-CAC0-3E21D14B3238}"/>
              </a:ext>
            </a:extLst>
          </p:cNvPr>
          <p:cNvSpPr>
            <a:spLocks noGrp="1"/>
          </p:cNvSpPr>
          <p:nvPr>
            <p:ph type="title"/>
          </p:nvPr>
        </p:nvSpPr>
        <p:spPr>
          <a:xfrm>
            <a:off x="1314705" y="482273"/>
            <a:ext cx="7704000" cy="572700"/>
          </a:xfrm>
        </p:spPr>
        <p:txBody>
          <a:bodyPr>
            <a:noAutofit/>
          </a:bodyPr>
          <a:lstStyle/>
          <a:p>
            <a:r>
              <a:rPr lang="es-AR" sz="4000" dirty="0"/>
              <a:t>TROCANTERITIS</a:t>
            </a:r>
            <a:r>
              <a:rPr lang="es-PE" sz="4000" dirty="0"/>
              <a:t> </a:t>
            </a:r>
            <a:br>
              <a:rPr lang="es-AR" sz="2800" dirty="0"/>
            </a:br>
            <a:endParaRPr lang="es-PE" sz="2800" dirty="0"/>
          </a:p>
        </p:txBody>
      </p:sp>
      <p:sp>
        <p:nvSpPr>
          <p:cNvPr id="8" name="Marcador de contenido 2">
            <a:extLst>
              <a:ext uri="{FF2B5EF4-FFF2-40B4-BE49-F238E27FC236}">
                <a16:creationId xmlns:a16="http://schemas.microsoft.com/office/drawing/2014/main" id="{50F8E7CD-9153-1F56-FC18-DD27B5DA8824}"/>
              </a:ext>
            </a:extLst>
          </p:cNvPr>
          <p:cNvSpPr>
            <a:spLocks noGrp="1"/>
          </p:cNvSpPr>
          <p:nvPr>
            <p:ph type="body" idx="1"/>
          </p:nvPr>
        </p:nvSpPr>
        <p:spPr>
          <a:xfrm>
            <a:off x="231485" y="1928303"/>
            <a:ext cx="4340515" cy="2264733"/>
          </a:xfrm>
        </p:spPr>
        <p:txBody>
          <a:bodyPr>
            <a:normAutofit fontScale="85000" lnSpcReduction="20000"/>
          </a:bodyPr>
          <a:lstStyle/>
          <a:p>
            <a:pPr marL="0" indent="0">
              <a:buNone/>
            </a:pPr>
            <a:r>
              <a:rPr lang="es-PE" sz="2100" dirty="0"/>
              <a:t>FACTORES DE RIESGO:</a:t>
            </a:r>
          </a:p>
          <a:p>
            <a:pPr lvl="0"/>
            <a:r>
              <a:rPr lang="es-AR" sz="2400" dirty="0"/>
              <a:t>Mujeres de mediana edad. </a:t>
            </a:r>
          </a:p>
          <a:p>
            <a:pPr lvl="0"/>
            <a:r>
              <a:rPr lang="es-AR" sz="2400" dirty="0"/>
              <a:t>Obesidad. </a:t>
            </a:r>
          </a:p>
          <a:p>
            <a:pPr lvl="0"/>
            <a:r>
              <a:rPr lang="es-AR" sz="2400" dirty="0"/>
              <a:t>Sobrecarga o sobreuso. </a:t>
            </a:r>
          </a:p>
          <a:p>
            <a:pPr lvl="0"/>
            <a:r>
              <a:rPr lang="es-AR" sz="2400" dirty="0"/>
              <a:t>Disimetría de miembros inferiores. </a:t>
            </a:r>
          </a:p>
          <a:p>
            <a:pPr lvl="0"/>
            <a:r>
              <a:rPr lang="es-AR" sz="2400" dirty="0"/>
              <a:t>Artrosis de cadera o rodilla. </a:t>
            </a:r>
          </a:p>
          <a:p>
            <a:pPr lvl="0"/>
            <a:r>
              <a:rPr lang="es-AR" sz="2400" dirty="0"/>
              <a:t>Lumbalgia.</a:t>
            </a:r>
          </a:p>
        </p:txBody>
      </p:sp>
      <p:pic>
        <p:nvPicPr>
          <p:cNvPr id="5" name="Imagen 4">
            <a:extLst>
              <a:ext uri="{FF2B5EF4-FFF2-40B4-BE49-F238E27FC236}">
                <a16:creationId xmlns:a16="http://schemas.microsoft.com/office/drawing/2014/main" id="{8A815505-00AC-99D9-6F75-BADCF933D1B0}"/>
              </a:ext>
            </a:extLst>
          </p:cNvPr>
          <p:cNvPicPr>
            <a:picLocks noChangeAspect="1"/>
          </p:cNvPicPr>
          <p:nvPr/>
        </p:nvPicPr>
        <p:blipFill>
          <a:blip r:embed="rId3"/>
          <a:stretch>
            <a:fillRect/>
          </a:stretch>
        </p:blipFill>
        <p:spPr>
          <a:xfrm>
            <a:off x="4340515" y="1249400"/>
            <a:ext cx="4896533" cy="2943636"/>
          </a:xfrm>
          <a:prstGeom prst="rect">
            <a:avLst/>
          </a:prstGeom>
        </p:spPr>
      </p:pic>
    </p:spTree>
    <p:extLst>
      <p:ext uri="{BB962C8B-B14F-4D97-AF65-F5344CB8AC3E}">
        <p14:creationId xmlns:p14="http://schemas.microsoft.com/office/powerpoint/2010/main" val="39805615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E5B4C-2721-3095-7D79-65CBE5C9F9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CBF320-5CE9-25DF-DAE0-833CE02C0653}"/>
              </a:ext>
            </a:extLst>
          </p:cNvPr>
          <p:cNvSpPr>
            <a:spLocks noGrp="1"/>
          </p:cNvSpPr>
          <p:nvPr>
            <p:ph type="title"/>
          </p:nvPr>
        </p:nvSpPr>
        <p:spPr>
          <a:xfrm>
            <a:off x="1314705" y="482273"/>
            <a:ext cx="7704000" cy="572700"/>
          </a:xfrm>
        </p:spPr>
        <p:txBody>
          <a:bodyPr>
            <a:noAutofit/>
          </a:bodyPr>
          <a:lstStyle/>
          <a:p>
            <a:r>
              <a:rPr lang="es-AR" sz="4000" dirty="0"/>
              <a:t>TROCANTERITIS</a:t>
            </a:r>
            <a:r>
              <a:rPr lang="es-PE" sz="4000" dirty="0"/>
              <a:t> </a:t>
            </a:r>
            <a:br>
              <a:rPr lang="es-AR" sz="2800" dirty="0"/>
            </a:br>
            <a:endParaRPr lang="es-PE" sz="2800" dirty="0"/>
          </a:p>
        </p:txBody>
      </p:sp>
      <p:sp>
        <p:nvSpPr>
          <p:cNvPr id="8" name="Marcador de contenido 2">
            <a:extLst>
              <a:ext uri="{FF2B5EF4-FFF2-40B4-BE49-F238E27FC236}">
                <a16:creationId xmlns:a16="http://schemas.microsoft.com/office/drawing/2014/main" id="{48B1D9AF-78BD-B396-BF0F-98B670F786CE}"/>
              </a:ext>
            </a:extLst>
          </p:cNvPr>
          <p:cNvSpPr>
            <a:spLocks noGrp="1"/>
          </p:cNvSpPr>
          <p:nvPr>
            <p:ph type="body" idx="1"/>
          </p:nvPr>
        </p:nvSpPr>
        <p:spPr>
          <a:xfrm>
            <a:off x="231485" y="1928303"/>
            <a:ext cx="4340515" cy="2264733"/>
          </a:xfrm>
        </p:spPr>
        <p:txBody>
          <a:bodyPr>
            <a:normAutofit fontScale="70000" lnSpcReduction="20000"/>
          </a:bodyPr>
          <a:lstStyle/>
          <a:p>
            <a:r>
              <a:rPr lang="es-AR" sz="2400" b="1" dirty="0"/>
              <a:t>Tratamiento</a:t>
            </a:r>
          </a:p>
          <a:p>
            <a:pPr lvl="0"/>
            <a:r>
              <a:rPr lang="es-AR" sz="2400" dirty="0"/>
              <a:t>Reposo relativo y modificación de actividades. </a:t>
            </a:r>
          </a:p>
          <a:p>
            <a:pPr lvl="0"/>
            <a:r>
              <a:rPr lang="es-AR" sz="2400" dirty="0" err="1"/>
              <a:t>AINEs</a:t>
            </a:r>
            <a:r>
              <a:rPr lang="es-AR" sz="2400" dirty="0"/>
              <a:t> o analgésicos. </a:t>
            </a:r>
          </a:p>
          <a:p>
            <a:pPr lvl="0"/>
            <a:r>
              <a:rPr lang="es-AR" sz="2400" dirty="0"/>
              <a:t>Fisioterapia con fortalecimiento de abductores de cadera. </a:t>
            </a:r>
          </a:p>
          <a:p>
            <a:pPr lvl="0"/>
            <a:r>
              <a:rPr lang="es-AR" sz="2400" dirty="0"/>
              <a:t>Infiltración con corticoides en casos seleccionados. </a:t>
            </a:r>
          </a:p>
          <a:p>
            <a:pPr lvl="0"/>
            <a:r>
              <a:rPr lang="es-AR" sz="2400" dirty="0"/>
              <a:t>Cirugía excepcional en casos refractarios.</a:t>
            </a:r>
          </a:p>
        </p:txBody>
      </p:sp>
    </p:spTree>
    <p:extLst>
      <p:ext uri="{BB962C8B-B14F-4D97-AF65-F5344CB8AC3E}">
        <p14:creationId xmlns:p14="http://schemas.microsoft.com/office/powerpoint/2010/main" val="4221774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8192E-120B-A907-0367-A9887D0580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6BE03D-BB9E-C91C-F3F6-25F323F2C8EB}"/>
              </a:ext>
            </a:extLst>
          </p:cNvPr>
          <p:cNvSpPr>
            <a:spLocks noGrp="1"/>
          </p:cNvSpPr>
          <p:nvPr>
            <p:ph type="title"/>
          </p:nvPr>
        </p:nvSpPr>
        <p:spPr>
          <a:xfrm>
            <a:off x="588212" y="569955"/>
            <a:ext cx="7704000" cy="572700"/>
          </a:xfrm>
        </p:spPr>
        <p:txBody>
          <a:bodyPr>
            <a:noAutofit/>
          </a:bodyPr>
          <a:lstStyle/>
          <a:p>
            <a:r>
              <a:rPr lang="es-AR" sz="4000" dirty="0"/>
              <a:t>TROCANTERITIS</a:t>
            </a:r>
            <a:r>
              <a:rPr lang="es-PE" sz="4000" dirty="0"/>
              <a:t> </a:t>
            </a:r>
            <a:br>
              <a:rPr lang="es-AR" sz="2800" dirty="0"/>
            </a:br>
            <a:endParaRPr lang="es-PE" sz="2800" dirty="0"/>
          </a:p>
        </p:txBody>
      </p:sp>
      <p:sp>
        <p:nvSpPr>
          <p:cNvPr id="8" name="Marcador de contenido 2">
            <a:extLst>
              <a:ext uri="{FF2B5EF4-FFF2-40B4-BE49-F238E27FC236}">
                <a16:creationId xmlns:a16="http://schemas.microsoft.com/office/drawing/2014/main" id="{6E85CD70-2D82-7466-60E7-484E458696F5}"/>
              </a:ext>
            </a:extLst>
          </p:cNvPr>
          <p:cNvSpPr>
            <a:spLocks noGrp="1"/>
          </p:cNvSpPr>
          <p:nvPr>
            <p:ph type="body" idx="1"/>
          </p:nvPr>
        </p:nvSpPr>
        <p:spPr>
          <a:xfrm>
            <a:off x="588212" y="1439383"/>
            <a:ext cx="7816752" cy="2264733"/>
          </a:xfrm>
        </p:spPr>
        <p:txBody>
          <a:bodyPr>
            <a:noAutofit/>
          </a:bodyPr>
          <a:lstStyle/>
          <a:p>
            <a:pPr marL="152400" indent="0">
              <a:buNone/>
            </a:pPr>
            <a:r>
              <a:rPr lang="es-AR" sz="1800" b="1" dirty="0"/>
              <a:t>Manifestaciones clínicas</a:t>
            </a:r>
          </a:p>
          <a:p>
            <a:pPr lvl="0"/>
            <a:r>
              <a:rPr lang="es-AR" sz="1800" dirty="0"/>
              <a:t>Dolor sobre el trocánter mayor. </a:t>
            </a:r>
          </a:p>
          <a:p>
            <a:pPr lvl="0"/>
            <a:r>
              <a:rPr lang="es-AR" sz="1800" dirty="0"/>
              <a:t>Dolor al acostarse sobre el lado afectado. </a:t>
            </a:r>
          </a:p>
          <a:p>
            <a:pPr lvl="0"/>
            <a:r>
              <a:rPr lang="es-AR" sz="1800" dirty="0"/>
              <a:t>Aumenta al caminar, subir escaleras o permanecer de pie. </a:t>
            </a:r>
          </a:p>
          <a:p>
            <a:pPr lvl="0"/>
            <a:r>
              <a:rPr lang="es-AR" sz="1800" dirty="0"/>
              <a:t>Dolor a la palpación del trocánter mayor. </a:t>
            </a:r>
          </a:p>
          <a:p>
            <a:pPr lvl="0"/>
            <a:r>
              <a:rPr lang="es-AR" sz="1800" dirty="0"/>
              <a:t>Dolor con la abducción resistida de la cadera.</a:t>
            </a:r>
          </a:p>
          <a:p>
            <a:pPr marL="152400" lvl="0" indent="0">
              <a:buNone/>
            </a:pPr>
            <a:endParaRPr lang="es-AR" sz="1800" dirty="0"/>
          </a:p>
        </p:txBody>
      </p:sp>
      <p:sp>
        <p:nvSpPr>
          <p:cNvPr id="3" name="Marcador de contenido 2">
            <a:extLst>
              <a:ext uri="{FF2B5EF4-FFF2-40B4-BE49-F238E27FC236}">
                <a16:creationId xmlns:a16="http://schemas.microsoft.com/office/drawing/2014/main" id="{E7217942-7DAB-6280-7424-0DF975FD0E2A}"/>
              </a:ext>
            </a:extLst>
          </p:cNvPr>
          <p:cNvSpPr txBox="1">
            <a:spLocks/>
          </p:cNvSpPr>
          <p:nvPr/>
        </p:nvSpPr>
        <p:spPr>
          <a:xfrm>
            <a:off x="588212" y="2878767"/>
            <a:ext cx="6251015" cy="226473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434343"/>
              </a:buClr>
              <a:buSzPts val="1200"/>
              <a:buFont typeface="Work Sans"/>
              <a:buAutoNum type="arabicPeriod"/>
              <a:defRPr sz="1150" b="0" i="0" u="none" strike="noStrike" cap="none">
                <a:solidFill>
                  <a:srgbClr val="434343"/>
                </a:solidFill>
                <a:latin typeface="Work Sans"/>
                <a:ea typeface="Work Sans"/>
                <a:cs typeface="Work Sans"/>
                <a:sym typeface="Work Sans"/>
              </a:defRPr>
            </a:lvl1pPr>
            <a:lvl2pPr marL="914400" marR="0" lvl="1"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2pPr>
            <a:lvl3pPr marL="1371600" marR="0" lvl="2"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3pPr>
            <a:lvl4pPr marL="1828800" marR="0" lvl="3"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4pPr>
            <a:lvl5pPr marL="2286000" marR="0" lvl="4"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5pPr>
            <a:lvl6pPr marL="2743200" marR="0" lvl="5"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6pPr>
            <a:lvl7pPr marL="3200400" marR="0" lvl="6"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7pPr>
            <a:lvl8pPr marL="3657600" marR="0" lvl="7" indent="-304800" algn="l" rtl="0">
              <a:lnSpc>
                <a:spcPct val="115000"/>
              </a:lnSpc>
              <a:spcBef>
                <a:spcPts val="1600"/>
              </a:spcBef>
              <a:spcAft>
                <a:spcPts val="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8pPr>
            <a:lvl9pPr marL="4114800" marR="0" lvl="8" indent="-304800" algn="l" rtl="0">
              <a:lnSpc>
                <a:spcPct val="115000"/>
              </a:lnSpc>
              <a:spcBef>
                <a:spcPts val="1600"/>
              </a:spcBef>
              <a:spcAft>
                <a:spcPts val="1600"/>
              </a:spcAft>
              <a:buClr>
                <a:srgbClr val="434343"/>
              </a:buClr>
              <a:buSzPts val="1200"/>
              <a:buFont typeface="Roboto Condensed Light"/>
              <a:buChar char="■"/>
              <a:defRPr sz="1400" b="0" i="0" u="none" strike="noStrike" cap="none">
                <a:solidFill>
                  <a:srgbClr val="434343"/>
                </a:solidFill>
                <a:latin typeface="Work Sans"/>
                <a:ea typeface="Work Sans"/>
                <a:cs typeface="Work Sans"/>
                <a:sym typeface="Work Sans"/>
              </a:defRPr>
            </a:lvl9pPr>
          </a:lstStyle>
          <a:p>
            <a:pPr marL="152400" indent="0">
              <a:buNone/>
            </a:pPr>
            <a:r>
              <a:rPr lang="es-AR" sz="1800" b="1" dirty="0"/>
              <a:t>Diagnóstico</a:t>
            </a:r>
          </a:p>
          <a:p>
            <a:pPr lvl="0"/>
            <a:r>
              <a:rPr lang="es-AR" sz="1800" dirty="0"/>
              <a:t>Principalmente clínico. </a:t>
            </a:r>
          </a:p>
          <a:p>
            <a:pPr lvl="0"/>
            <a:r>
              <a:rPr lang="es-AR" sz="1800" dirty="0"/>
              <a:t>Ecografía musculoesquelética o resonancia magnética si existen dudas diagnósticas o sospecha de rotura tendinosa</a:t>
            </a:r>
          </a:p>
          <a:p>
            <a:pPr marL="152400" indent="0">
              <a:buFont typeface="Work Sans"/>
              <a:buNone/>
            </a:pPr>
            <a:endParaRPr lang="es-AR" sz="1800" dirty="0"/>
          </a:p>
        </p:txBody>
      </p:sp>
    </p:spTree>
    <p:extLst>
      <p:ext uri="{BB962C8B-B14F-4D97-AF65-F5344CB8AC3E}">
        <p14:creationId xmlns:p14="http://schemas.microsoft.com/office/powerpoint/2010/main" val="10853632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37883" y="18810"/>
            <a:ext cx="7704000" cy="572700"/>
          </a:xfrm>
        </p:spPr>
        <p:txBody>
          <a:bodyPr>
            <a:normAutofit fontScale="90000"/>
          </a:bodyPr>
          <a:lstStyle/>
          <a:p>
            <a:r>
              <a:rPr lang="es-PE" sz="6750" dirty="0"/>
              <a:t>BURSITIS TROCANTEREA</a:t>
            </a:r>
          </a:p>
        </p:txBody>
      </p:sp>
      <p:pic>
        <p:nvPicPr>
          <p:cNvPr id="7" name="Imagen 6">
            <a:extLst>
              <a:ext uri="{FF2B5EF4-FFF2-40B4-BE49-F238E27FC236}">
                <a16:creationId xmlns:a16="http://schemas.microsoft.com/office/drawing/2014/main" id="{463D4BD5-8017-A445-E1B9-ACF5D5DA2C11}"/>
              </a:ext>
            </a:extLst>
          </p:cNvPr>
          <p:cNvPicPr>
            <a:picLocks noChangeAspect="1"/>
          </p:cNvPicPr>
          <p:nvPr/>
        </p:nvPicPr>
        <p:blipFill>
          <a:blip r:embed="rId2"/>
          <a:srcRect t="12706"/>
          <a:stretch>
            <a:fillRect/>
          </a:stretch>
        </p:blipFill>
        <p:spPr>
          <a:xfrm>
            <a:off x="3723519" y="1928303"/>
            <a:ext cx="5420481" cy="3035298"/>
          </a:xfrm>
          <a:prstGeom prst="rect">
            <a:avLst/>
          </a:prstGeom>
        </p:spPr>
      </p:pic>
      <p:sp>
        <p:nvSpPr>
          <p:cNvPr id="8" name="Marcador de contenido 2">
            <a:extLst>
              <a:ext uri="{FF2B5EF4-FFF2-40B4-BE49-F238E27FC236}">
                <a16:creationId xmlns:a16="http://schemas.microsoft.com/office/drawing/2014/main" id="{A97933E8-4FDD-040B-6D8D-E5C49AA4E24D}"/>
              </a:ext>
            </a:extLst>
          </p:cNvPr>
          <p:cNvSpPr>
            <a:spLocks noGrp="1"/>
          </p:cNvSpPr>
          <p:nvPr>
            <p:ph type="body" idx="1"/>
          </p:nvPr>
        </p:nvSpPr>
        <p:spPr>
          <a:xfrm>
            <a:off x="0" y="1928303"/>
            <a:ext cx="4340515" cy="2264733"/>
          </a:xfrm>
        </p:spPr>
        <p:txBody>
          <a:bodyPr>
            <a:normAutofit/>
          </a:bodyPr>
          <a:lstStyle/>
          <a:p>
            <a:pPr marL="0" indent="0">
              <a:buNone/>
            </a:pPr>
            <a:r>
              <a:rPr lang="es-PE" sz="2100" dirty="0"/>
              <a:t>DEFINICION:</a:t>
            </a:r>
          </a:p>
          <a:p>
            <a:r>
              <a:rPr lang="es-PE" sz="2100" dirty="0"/>
              <a:t>Es la inflamación de las </a:t>
            </a:r>
            <a:r>
              <a:rPr lang="es-PE" sz="2100" dirty="0" err="1"/>
              <a:t>bursas</a:t>
            </a:r>
            <a:r>
              <a:rPr lang="es-PE" sz="2100" dirty="0"/>
              <a:t> serosas en la extremidad proximal del fémur.</a:t>
            </a:r>
          </a:p>
        </p:txBody>
      </p:sp>
    </p:spTree>
    <p:extLst>
      <p:ext uri="{BB962C8B-B14F-4D97-AF65-F5344CB8AC3E}">
        <p14:creationId xmlns:p14="http://schemas.microsoft.com/office/powerpoint/2010/main" val="42387752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BURSITIS TROCANTEREA</a:t>
            </a:r>
          </a:p>
        </p:txBody>
      </p:sp>
      <p:sp>
        <p:nvSpPr>
          <p:cNvPr id="3" name="Marcador de contenido 2"/>
          <p:cNvSpPr>
            <a:spLocks noGrp="1"/>
          </p:cNvSpPr>
          <p:nvPr>
            <p:ph type="body" idx="1"/>
          </p:nvPr>
        </p:nvSpPr>
        <p:spPr>
          <a:xfrm>
            <a:off x="569687" y="412124"/>
            <a:ext cx="7704000" cy="3416400"/>
          </a:xfrm>
        </p:spPr>
        <p:txBody>
          <a:bodyPr>
            <a:normAutofit/>
          </a:bodyPr>
          <a:lstStyle/>
          <a:p>
            <a:pPr marL="0" indent="0">
              <a:buNone/>
            </a:pPr>
            <a:r>
              <a:rPr lang="es-PE" sz="2100" dirty="0"/>
              <a:t>CAUSAS</a:t>
            </a:r>
          </a:p>
          <a:p>
            <a:r>
              <a:rPr lang="es-PE" sz="2100" dirty="0"/>
              <a:t>Enfermedades Sistémicas</a:t>
            </a:r>
          </a:p>
          <a:p>
            <a:r>
              <a:rPr lang="es-PE" sz="2100" dirty="0"/>
              <a:t>Micro traumatismos</a:t>
            </a:r>
          </a:p>
          <a:p>
            <a:r>
              <a:rPr lang="es-PE" sz="2100" dirty="0"/>
              <a:t>Sobreuso</a:t>
            </a:r>
          </a:p>
          <a:p>
            <a:r>
              <a:rPr lang="es-PE" sz="2100" dirty="0"/>
              <a:t>Fricciones crónicas</a:t>
            </a:r>
          </a:p>
          <a:p>
            <a:r>
              <a:rPr lang="es-PE" sz="2100" dirty="0"/>
              <a:t>Infecciones </a:t>
            </a:r>
          </a:p>
        </p:txBody>
      </p:sp>
      <p:pic>
        <p:nvPicPr>
          <p:cNvPr id="12290" name="Picture 2" descr="http://www.eorthopod.com/images/ContentImages/hip/hip_trochanteric_bursitis/hip_trochburs_anatomy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65761" y="1422939"/>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8467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BURSITIS TROCANTEREA</a:t>
            </a:r>
          </a:p>
        </p:txBody>
      </p:sp>
      <p:sp>
        <p:nvSpPr>
          <p:cNvPr id="3" name="Marcador de contenido 2"/>
          <p:cNvSpPr>
            <a:spLocks noGrp="1"/>
          </p:cNvSpPr>
          <p:nvPr>
            <p:ph type="body" idx="1"/>
          </p:nvPr>
        </p:nvSpPr>
        <p:spPr>
          <a:xfrm>
            <a:off x="131277" y="445025"/>
            <a:ext cx="7704000" cy="3416400"/>
          </a:xfrm>
        </p:spPr>
        <p:txBody>
          <a:bodyPr>
            <a:normAutofit/>
          </a:bodyPr>
          <a:lstStyle/>
          <a:p>
            <a:pPr marL="0" indent="0">
              <a:buNone/>
            </a:pPr>
            <a:r>
              <a:rPr lang="es-PE" sz="2100" dirty="0"/>
              <a:t>SIGNOS Y SINTOMAS</a:t>
            </a:r>
          </a:p>
          <a:p>
            <a:r>
              <a:rPr lang="es-PE" sz="2100" dirty="0"/>
              <a:t>Dolor que puede irradiarse a la cara lateral de la pierna</a:t>
            </a:r>
          </a:p>
          <a:p>
            <a:r>
              <a:rPr lang="es-PE" sz="2100" dirty="0"/>
              <a:t>Dolor en la cara lateral de la cadera</a:t>
            </a:r>
          </a:p>
          <a:p>
            <a:r>
              <a:rPr lang="es-PE" sz="2100" dirty="0"/>
              <a:t>Limitación al movimiento e hipersensibilidad en la zona</a:t>
            </a:r>
          </a:p>
        </p:txBody>
      </p:sp>
      <p:pic>
        <p:nvPicPr>
          <p:cNvPr id="13314" name="Picture 2" descr="http://www.cto-am.com/images/bursitis/clinica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3147" y="1017725"/>
            <a:ext cx="2077723" cy="2658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16803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BURSITIS TROCANTEREA</a:t>
            </a:r>
          </a:p>
        </p:txBody>
      </p:sp>
      <p:sp>
        <p:nvSpPr>
          <p:cNvPr id="3" name="Marcador de contenido 2"/>
          <p:cNvSpPr>
            <a:spLocks noGrp="1"/>
          </p:cNvSpPr>
          <p:nvPr>
            <p:ph type="body" idx="1"/>
          </p:nvPr>
        </p:nvSpPr>
        <p:spPr>
          <a:xfrm>
            <a:off x="156329" y="176092"/>
            <a:ext cx="7704000" cy="3416400"/>
          </a:xfrm>
        </p:spPr>
        <p:txBody>
          <a:bodyPr>
            <a:noAutofit/>
          </a:bodyPr>
          <a:lstStyle/>
          <a:p>
            <a:pPr marL="0" indent="0">
              <a:buNone/>
            </a:pPr>
            <a:r>
              <a:rPr lang="es-PE" sz="1800" dirty="0"/>
              <a:t>TRATAMIENTO : OBJETIVOS</a:t>
            </a:r>
          </a:p>
          <a:p>
            <a:r>
              <a:rPr lang="es-PE" sz="1800" dirty="0"/>
              <a:t>AINES</a:t>
            </a:r>
          </a:p>
          <a:p>
            <a:r>
              <a:rPr lang="es-PE" sz="1800" dirty="0"/>
              <a:t>Kinesiología</a:t>
            </a:r>
          </a:p>
          <a:p>
            <a:r>
              <a:rPr lang="es-PE" sz="1800" dirty="0"/>
              <a:t>Infiltración para extracción</a:t>
            </a:r>
          </a:p>
          <a:p>
            <a:r>
              <a:rPr lang="es-PE" sz="1800" dirty="0"/>
              <a:t>Eliminar el factor irritante</a:t>
            </a:r>
          </a:p>
          <a:p>
            <a:r>
              <a:rPr lang="es-PE" sz="1800" dirty="0"/>
              <a:t>Fortalecimiento muscular</a:t>
            </a:r>
          </a:p>
          <a:p>
            <a:r>
              <a:rPr lang="es-PE" sz="1800" dirty="0"/>
              <a:t>Educar al paciente</a:t>
            </a:r>
          </a:p>
        </p:txBody>
      </p:sp>
      <p:pic>
        <p:nvPicPr>
          <p:cNvPr id="14338" name="Picture 2" descr="http://www.cto-am.com/images/bursitis/xtrochan.gif"/>
          <p:cNvPicPr>
            <a:picLocks noChangeAspect="1" noChangeArrowheads="1"/>
          </p:cNvPicPr>
          <p:nvPr/>
        </p:nvPicPr>
        <p:blipFill rotWithShape="1">
          <a:blip r:embed="rId2">
            <a:extLst>
              <a:ext uri="{28A0092B-C50C-407E-A947-70E740481C1C}">
                <a14:useLocalDpi xmlns:a14="http://schemas.microsoft.com/office/drawing/2010/main" val="0"/>
              </a:ext>
            </a:extLst>
          </a:blip>
          <a:srcRect b="6514"/>
          <a:stretch/>
        </p:blipFill>
        <p:spPr bwMode="auto">
          <a:xfrm>
            <a:off x="4435504" y="1024552"/>
            <a:ext cx="2948836" cy="3673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8704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SINDROME DEL PIRAMIDAL</a:t>
            </a:r>
          </a:p>
        </p:txBody>
      </p:sp>
      <p:sp>
        <p:nvSpPr>
          <p:cNvPr id="3" name="Marcador de contenido 2"/>
          <p:cNvSpPr>
            <a:spLocks noGrp="1"/>
          </p:cNvSpPr>
          <p:nvPr>
            <p:ph type="body" idx="1"/>
          </p:nvPr>
        </p:nvSpPr>
        <p:spPr>
          <a:xfrm>
            <a:off x="324464" y="-690475"/>
            <a:ext cx="7704000" cy="3416400"/>
          </a:xfrm>
        </p:spPr>
        <p:txBody>
          <a:bodyPr>
            <a:normAutofit/>
          </a:bodyPr>
          <a:lstStyle/>
          <a:p>
            <a:endParaRPr lang="es-PE" sz="2100" dirty="0"/>
          </a:p>
          <a:p>
            <a:pPr marL="0" indent="0">
              <a:buNone/>
            </a:pPr>
            <a:r>
              <a:rPr lang="es-PE" sz="2100" dirty="0"/>
              <a:t>DEFINICION</a:t>
            </a:r>
          </a:p>
          <a:p>
            <a:r>
              <a:rPr lang="es-AR" sz="2400" dirty="0"/>
              <a:t>Dolor glúteo profundo asociado a irritación o compresión del </a:t>
            </a:r>
            <a:r>
              <a:rPr lang="es-AR" sz="2400" b="1" dirty="0"/>
              <a:t>nervio ciático</a:t>
            </a:r>
            <a:r>
              <a:rPr lang="es-AR" sz="2400" dirty="0"/>
              <a:t> en la región del músculo piriforme.</a:t>
            </a:r>
            <a:endParaRPr lang="es-PE" sz="2100" dirty="0"/>
          </a:p>
        </p:txBody>
      </p:sp>
      <p:pic>
        <p:nvPicPr>
          <p:cNvPr id="5" name="Imagen 4">
            <a:extLst>
              <a:ext uri="{FF2B5EF4-FFF2-40B4-BE49-F238E27FC236}">
                <a16:creationId xmlns:a16="http://schemas.microsoft.com/office/drawing/2014/main" id="{8EF2A37A-61D0-D615-31F3-D905153E5588}"/>
              </a:ext>
            </a:extLst>
          </p:cNvPr>
          <p:cNvPicPr>
            <a:picLocks noChangeAspect="1"/>
          </p:cNvPicPr>
          <p:nvPr/>
        </p:nvPicPr>
        <p:blipFill>
          <a:blip r:embed="rId2"/>
          <a:stretch>
            <a:fillRect/>
          </a:stretch>
        </p:blipFill>
        <p:spPr>
          <a:xfrm>
            <a:off x="4572000" y="2375297"/>
            <a:ext cx="4572000" cy="2768203"/>
          </a:xfrm>
          <a:prstGeom prst="rect">
            <a:avLst/>
          </a:prstGeom>
        </p:spPr>
      </p:pic>
    </p:spTree>
    <p:extLst>
      <p:ext uri="{BB962C8B-B14F-4D97-AF65-F5344CB8AC3E}">
        <p14:creationId xmlns:p14="http://schemas.microsoft.com/office/powerpoint/2010/main" val="33988447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SINDROME DEL PIRAMIDAL</a:t>
            </a:r>
          </a:p>
        </p:txBody>
      </p:sp>
      <p:sp>
        <p:nvSpPr>
          <p:cNvPr id="3" name="Marcador de contenido 2"/>
          <p:cNvSpPr>
            <a:spLocks noGrp="1"/>
          </p:cNvSpPr>
          <p:nvPr>
            <p:ph type="body" idx="1"/>
          </p:nvPr>
        </p:nvSpPr>
        <p:spPr>
          <a:xfrm>
            <a:off x="557161" y="89564"/>
            <a:ext cx="7704000" cy="3416400"/>
          </a:xfrm>
        </p:spPr>
        <p:txBody>
          <a:bodyPr>
            <a:noAutofit/>
          </a:bodyPr>
          <a:lstStyle/>
          <a:p>
            <a:pPr marL="0" indent="0">
              <a:buNone/>
            </a:pPr>
            <a:r>
              <a:rPr lang="es-PE" sz="1800" dirty="0"/>
              <a:t>CAUSAS</a:t>
            </a:r>
          </a:p>
          <a:p>
            <a:r>
              <a:rPr lang="es-PE" sz="1800" dirty="0"/>
              <a:t>Posición mantenida durante largos periodos de tiempo</a:t>
            </a:r>
          </a:p>
          <a:p>
            <a:r>
              <a:rPr lang="es-PE" sz="1800" dirty="0"/>
              <a:t>Mala aplicación de inyecciones intramusculares</a:t>
            </a:r>
          </a:p>
          <a:p>
            <a:r>
              <a:rPr lang="es-PE" sz="1800" dirty="0"/>
              <a:t>Movimientos bruscos</a:t>
            </a:r>
          </a:p>
          <a:p>
            <a:r>
              <a:rPr lang="es-PE" sz="1800" dirty="0"/>
              <a:t>Traumatismos y golpes directos en el piramidal</a:t>
            </a:r>
          </a:p>
          <a:p>
            <a:r>
              <a:rPr lang="es-PE" sz="1800" dirty="0"/>
              <a:t>Enfermedades y malformaciones Oseas en la pierna</a:t>
            </a:r>
          </a:p>
          <a:p>
            <a:r>
              <a:rPr lang="es-PE" sz="1800" dirty="0"/>
              <a:t>Artroplastia total de la cadera.</a:t>
            </a:r>
          </a:p>
        </p:txBody>
      </p:sp>
      <p:pic>
        <p:nvPicPr>
          <p:cNvPr id="16386" name="Picture 2" descr="http://www.lindisima.com/enforma2/images/squa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5443" y="1797764"/>
            <a:ext cx="1960037" cy="3025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21744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SINDROME DEL PIRAMIDAL</a:t>
            </a:r>
          </a:p>
        </p:txBody>
      </p:sp>
      <p:sp>
        <p:nvSpPr>
          <p:cNvPr id="3" name="Marcador de contenido 2"/>
          <p:cNvSpPr>
            <a:spLocks noGrp="1"/>
          </p:cNvSpPr>
          <p:nvPr>
            <p:ph type="body" idx="1"/>
          </p:nvPr>
        </p:nvSpPr>
        <p:spPr>
          <a:xfrm>
            <a:off x="469480" y="281399"/>
            <a:ext cx="7704000" cy="3416400"/>
          </a:xfrm>
        </p:spPr>
        <p:txBody>
          <a:bodyPr>
            <a:normAutofit/>
          </a:bodyPr>
          <a:lstStyle/>
          <a:p>
            <a:pPr marL="0" indent="0">
              <a:buNone/>
            </a:pPr>
            <a:r>
              <a:rPr lang="es-PE" sz="1800" dirty="0"/>
              <a:t>SIGNOS Y SINTOMAS</a:t>
            </a:r>
          </a:p>
          <a:p>
            <a:r>
              <a:rPr lang="es-PE" sz="1800" dirty="0"/>
              <a:t>PARETESIA: Sensación de hormigueo, adormecimiento y acorchamiento</a:t>
            </a:r>
          </a:p>
          <a:p>
            <a:r>
              <a:rPr lang="es-PE" sz="1800" dirty="0"/>
              <a:t>Dolor en la zona glútea, articulación de la cadera, inferior al glúteo con irradiación hacia la parte posterior de la pierna</a:t>
            </a:r>
          </a:p>
          <a:p>
            <a:r>
              <a:rPr lang="es-PE" sz="1800" dirty="0"/>
              <a:t>Limitación  al realizar el movimiento de flexión y rotación de cadera.</a:t>
            </a:r>
          </a:p>
          <a:p>
            <a:r>
              <a:rPr lang="es-PE" sz="1800" dirty="0"/>
              <a:t>Puede simular lumbociatalgia (DIAGNOSTICO</a:t>
            </a:r>
          </a:p>
          <a:p>
            <a:pPr marL="152400" indent="0">
              <a:buNone/>
            </a:pPr>
            <a:r>
              <a:rPr lang="es-PE" sz="1800" dirty="0"/>
              <a:t>DIFERENCIAL)</a:t>
            </a:r>
          </a:p>
        </p:txBody>
      </p:sp>
      <p:pic>
        <p:nvPicPr>
          <p:cNvPr id="17410" name="Picture 2" descr="http://www.fisiolution.com/wp-content/uploads/2012/09/art_07_piramidal.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9717" y="3153901"/>
            <a:ext cx="2891550" cy="1989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163956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5336" y="929402"/>
            <a:ext cx="7704000" cy="572700"/>
          </a:xfrm>
        </p:spPr>
        <p:txBody>
          <a:bodyPr/>
          <a:lstStyle/>
          <a:p>
            <a:r>
              <a:rPr lang="es-PE" dirty="0"/>
              <a:t>SINDROME DEL PIRAMIDAL</a:t>
            </a:r>
          </a:p>
        </p:txBody>
      </p:sp>
      <p:sp>
        <p:nvSpPr>
          <p:cNvPr id="3" name="Marcador de contenido 2"/>
          <p:cNvSpPr>
            <a:spLocks noGrp="1"/>
          </p:cNvSpPr>
          <p:nvPr>
            <p:ph type="body" idx="1"/>
          </p:nvPr>
        </p:nvSpPr>
        <p:spPr/>
        <p:txBody>
          <a:bodyPr>
            <a:noAutofit/>
          </a:bodyPr>
          <a:lstStyle/>
          <a:p>
            <a:r>
              <a:rPr lang="es-AR" sz="2400" b="1" dirty="0"/>
              <a:t>Tratamiento</a:t>
            </a:r>
          </a:p>
          <a:p>
            <a:pPr lvl="0"/>
            <a:r>
              <a:rPr lang="es-AR" sz="2400" dirty="0"/>
              <a:t>Reposo relativo. </a:t>
            </a:r>
          </a:p>
          <a:p>
            <a:pPr lvl="0"/>
            <a:r>
              <a:rPr lang="es-AR" sz="2400" dirty="0"/>
              <a:t>Kinesioterapia y estiramiento. </a:t>
            </a:r>
          </a:p>
          <a:p>
            <a:pPr lvl="0"/>
            <a:r>
              <a:rPr lang="es-AR" sz="2400" dirty="0"/>
              <a:t>Fortalecimiento de glúteos. </a:t>
            </a:r>
          </a:p>
          <a:p>
            <a:pPr lvl="0"/>
            <a:r>
              <a:rPr lang="es-AR" sz="2400" dirty="0" err="1"/>
              <a:t>AINEs</a:t>
            </a:r>
            <a:r>
              <a:rPr lang="es-AR" sz="2400" dirty="0"/>
              <a:t>/analgésicos según necesidad. </a:t>
            </a:r>
          </a:p>
          <a:p>
            <a:pPr lvl="0"/>
            <a:r>
              <a:rPr lang="es-AR" sz="2400" dirty="0"/>
              <a:t>Infiltración guiada en casos seleccionados.</a:t>
            </a:r>
          </a:p>
        </p:txBody>
      </p:sp>
      <p:pic>
        <p:nvPicPr>
          <p:cNvPr id="18434" name="Picture 2" descr="http://cto-am.com/images/neuropatias/piramidal/piriformis_intro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9440" y="0"/>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337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1BC20-8704-957E-AD12-A8CF3C0024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595AB9-8842-168D-B222-9A1E53FE663B}"/>
              </a:ext>
            </a:extLst>
          </p:cNvPr>
          <p:cNvSpPr>
            <a:spLocks noGrp="1"/>
          </p:cNvSpPr>
          <p:nvPr>
            <p:ph type="title"/>
          </p:nvPr>
        </p:nvSpPr>
        <p:spPr>
          <a:xfrm>
            <a:off x="-645336" y="929402"/>
            <a:ext cx="7704000" cy="572700"/>
          </a:xfrm>
        </p:spPr>
        <p:txBody>
          <a:bodyPr/>
          <a:lstStyle/>
          <a:p>
            <a:r>
              <a:rPr lang="es-PE" dirty="0"/>
              <a:t>RODILLA: QUISTE BAKER</a:t>
            </a:r>
          </a:p>
        </p:txBody>
      </p:sp>
      <p:sp>
        <p:nvSpPr>
          <p:cNvPr id="3" name="Marcador de contenido 2">
            <a:extLst>
              <a:ext uri="{FF2B5EF4-FFF2-40B4-BE49-F238E27FC236}">
                <a16:creationId xmlns:a16="http://schemas.microsoft.com/office/drawing/2014/main" id="{53BDC8B5-F768-0BB2-545C-6762D35E4398}"/>
              </a:ext>
            </a:extLst>
          </p:cNvPr>
          <p:cNvSpPr>
            <a:spLocks noGrp="1"/>
          </p:cNvSpPr>
          <p:nvPr>
            <p:ph type="body" idx="1"/>
          </p:nvPr>
        </p:nvSpPr>
        <p:spPr>
          <a:xfrm>
            <a:off x="-156822" y="-354291"/>
            <a:ext cx="7704000" cy="3416400"/>
          </a:xfrm>
        </p:spPr>
        <p:txBody>
          <a:bodyPr>
            <a:noAutofit/>
          </a:bodyPr>
          <a:lstStyle/>
          <a:p>
            <a:r>
              <a:rPr lang="es-AR" sz="2400" dirty="0"/>
              <a:t>Distensión de la </a:t>
            </a:r>
          </a:p>
          <a:p>
            <a:pPr marL="152400" indent="0">
              <a:buNone/>
            </a:pPr>
            <a:r>
              <a:rPr lang="es-AR" sz="2400" dirty="0" err="1"/>
              <a:t>bursa</a:t>
            </a:r>
            <a:r>
              <a:rPr lang="es-AR" sz="2400" dirty="0"/>
              <a:t> gastrocnemio</a:t>
            </a:r>
          </a:p>
          <a:p>
            <a:pPr marL="152400" indent="0">
              <a:buNone/>
            </a:pPr>
            <a:r>
              <a:rPr lang="es-AR" sz="2400" dirty="0"/>
              <a:t>-semimembranosa.</a:t>
            </a:r>
          </a:p>
        </p:txBody>
      </p:sp>
      <p:pic>
        <p:nvPicPr>
          <p:cNvPr id="5" name="Imagen 4">
            <a:extLst>
              <a:ext uri="{FF2B5EF4-FFF2-40B4-BE49-F238E27FC236}">
                <a16:creationId xmlns:a16="http://schemas.microsoft.com/office/drawing/2014/main" id="{1BD80D48-124E-1831-BB18-7173F941F21E}"/>
              </a:ext>
            </a:extLst>
          </p:cNvPr>
          <p:cNvPicPr>
            <a:picLocks noChangeAspect="1"/>
          </p:cNvPicPr>
          <p:nvPr/>
        </p:nvPicPr>
        <p:blipFill>
          <a:blip r:embed="rId2"/>
          <a:stretch>
            <a:fillRect/>
          </a:stretch>
        </p:blipFill>
        <p:spPr>
          <a:xfrm>
            <a:off x="3386574" y="1788452"/>
            <a:ext cx="4717765" cy="2547314"/>
          </a:xfrm>
          <a:prstGeom prst="rect">
            <a:avLst/>
          </a:prstGeom>
        </p:spPr>
      </p:pic>
    </p:spTree>
    <p:extLst>
      <p:ext uri="{BB962C8B-B14F-4D97-AF65-F5344CB8AC3E}">
        <p14:creationId xmlns:p14="http://schemas.microsoft.com/office/powerpoint/2010/main" val="43562121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56F1-ABA4-AAFA-A0E2-278A976683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44720DC-9BB4-DEAF-8E13-C05D2972CFD1}"/>
              </a:ext>
            </a:extLst>
          </p:cNvPr>
          <p:cNvSpPr>
            <a:spLocks noGrp="1"/>
          </p:cNvSpPr>
          <p:nvPr>
            <p:ph type="title"/>
          </p:nvPr>
        </p:nvSpPr>
        <p:spPr>
          <a:xfrm>
            <a:off x="-645336" y="929402"/>
            <a:ext cx="7704000" cy="572700"/>
          </a:xfrm>
        </p:spPr>
        <p:txBody>
          <a:bodyPr/>
          <a:lstStyle/>
          <a:p>
            <a:r>
              <a:rPr lang="es-PE" dirty="0"/>
              <a:t>QUISTE BAKER</a:t>
            </a:r>
          </a:p>
        </p:txBody>
      </p:sp>
      <p:sp>
        <p:nvSpPr>
          <p:cNvPr id="3" name="Marcador de contenido 2">
            <a:extLst>
              <a:ext uri="{FF2B5EF4-FFF2-40B4-BE49-F238E27FC236}">
                <a16:creationId xmlns:a16="http://schemas.microsoft.com/office/drawing/2014/main" id="{21DF6B4C-4F56-3485-BC40-08455C21D47C}"/>
              </a:ext>
            </a:extLst>
          </p:cNvPr>
          <p:cNvSpPr>
            <a:spLocks noGrp="1"/>
          </p:cNvSpPr>
          <p:nvPr>
            <p:ph type="body" idx="1"/>
          </p:nvPr>
        </p:nvSpPr>
        <p:spPr>
          <a:xfrm>
            <a:off x="616784" y="884602"/>
            <a:ext cx="5179759" cy="3416400"/>
          </a:xfrm>
        </p:spPr>
        <p:txBody>
          <a:bodyPr>
            <a:noAutofit/>
          </a:bodyPr>
          <a:lstStyle/>
          <a:p>
            <a:pPr marL="152400" lvl="0" indent="0">
              <a:buNone/>
            </a:pPr>
            <a:r>
              <a:rPr lang="es-AR" sz="2000" dirty="0"/>
              <a:t>Puede producir dolor y limitación de la flexión. </a:t>
            </a:r>
          </a:p>
          <a:p>
            <a:pPr marL="152400" lvl="0" indent="0">
              <a:buNone/>
            </a:pPr>
            <a:r>
              <a:rPr lang="es-AR" sz="2000" dirty="0"/>
              <a:t>Frecuentemente asociado a </a:t>
            </a:r>
            <a:r>
              <a:rPr lang="es-AR" sz="2000" b="1" dirty="0"/>
              <a:t>artrosis, artritis inflamatorias, </a:t>
            </a:r>
            <a:r>
              <a:rPr lang="es-AR" sz="2000" b="1" dirty="0" err="1"/>
              <a:t>meniscopatías</a:t>
            </a:r>
            <a:r>
              <a:rPr lang="es-AR" sz="2000" b="1" dirty="0"/>
              <a:t> o derrame articular</a:t>
            </a:r>
            <a:r>
              <a:rPr lang="es-AR" sz="2000" dirty="0"/>
              <a:t>. </a:t>
            </a:r>
          </a:p>
          <a:p>
            <a:pPr marL="152400" lvl="0" indent="0">
              <a:buNone/>
            </a:pPr>
            <a:r>
              <a:rPr lang="es-AR" sz="2000" dirty="0"/>
              <a:t>El tratamiento debe dirigirse principalmente a la </a:t>
            </a:r>
            <a:r>
              <a:rPr lang="es-AR" sz="2000" b="1" dirty="0"/>
              <a:t>patología intraarticular subyacente</a:t>
            </a:r>
            <a:r>
              <a:rPr lang="es-AR" sz="2000" dirty="0"/>
              <a:t>.</a:t>
            </a:r>
          </a:p>
        </p:txBody>
      </p:sp>
      <p:pic>
        <p:nvPicPr>
          <p:cNvPr id="5" name="Imagen 4">
            <a:extLst>
              <a:ext uri="{FF2B5EF4-FFF2-40B4-BE49-F238E27FC236}">
                <a16:creationId xmlns:a16="http://schemas.microsoft.com/office/drawing/2014/main" id="{B56B7B97-5B5B-A7FF-BE9B-7A647B1CAE83}"/>
              </a:ext>
            </a:extLst>
          </p:cNvPr>
          <p:cNvPicPr>
            <a:picLocks noChangeAspect="1"/>
          </p:cNvPicPr>
          <p:nvPr/>
        </p:nvPicPr>
        <p:blipFill>
          <a:blip r:embed="rId3"/>
          <a:stretch>
            <a:fillRect/>
          </a:stretch>
        </p:blipFill>
        <p:spPr>
          <a:xfrm rot="16200000">
            <a:off x="5533855" y="942105"/>
            <a:ext cx="4552252" cy="2668042"/>
          </a:xfrm>
          <a:prstGeom prst="rect">
            <a:avLst/>
          </a:prstGeom>
        </p:spPr>
      </p:pic>
    </p:spTree>
    <p:extLst>
      <p:ext uri="{BB962C8B-B14F-4D97-AF65-F5344CB8AC3E}">
        <p14:creationId xmlns:p14="http://schemas.microsoft.com/office/powerpoint/2010/main" val="33601716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2BCA0-81F7-30E7-1DE6-07816B9173C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3A1476-928F-DC22-CF01-982B2D47833E}"/>
              </a:ext>
            </a:extLst>
          </p:cNvPr>
          <p:cNvSpPr>
            <a:spLocks noGrp="1"/>
          </p:cNvSpPr>
          <p:nvPr>
            <p:ph type="title"/>
          </p:nvPr>
        </p:nvSpPr>
        <p:spPr>
          <a:xfrm>
            <a:off x="-413359" y="303101"/>
            <a:ext cx="7704000" cy="572700"/>
          </a:xfrm>
        </p:spPr>
        <p:txBody>
          <a:bodyPr/>
          <a:lstStyle/>
          <a:p>
            <a:r>
              <a:rPr lang="es-PE" dirty="0"/>
              <a:t>RODILLA</a:t>
            </a:r>
          </a:p>
        </p:txBody>
      </p:sp>
      <p:sp>
        <p:nvSpPr>
          <p:cNvPr id="3" name="Marcador de contenido 2">
            <a:extLst>
              <a:ext uri="{FF2B5EF4-FFF2-40B4-BE49-F238E27FC236}">
                <a16:creationId xmlns:a16="http://schemas.microsoft.com/office/drawing/2014/main" id="{4452352D-4730-1519-EC0C-C7F9FA348DF0}"/>
              </a:ext>
            </a:extLst>
          </p:cNvPr>
          <p:cNvSpPr>
            <a:spLocks noGrp="1"/>
          </p:cNvSpPr>
          <p:nvPr>
            <p:ph type="body" idx="1"/>
          </p:nvPr>
        </p:nvSpPr>
        <p:spPr>
          <a:xfrm>
            <a:off x="0" y="1695020"/>
            <a:ext cx="5777371" cy="2939390"/>
          </a:xfrm>
        </p:spPr>
        <p:txBody>
          <a:bodyPr>
            <a:noAutofit/>
          </a:bodyPr>
          <a:lstStyle/>
          <a:p>
            <a:pPr marL="152400" indent="0">
              <a:buNone/>
            </a:pPr>
            <a:r>
              <a:rPr lang="es-AR" sz="1600" b="1" dirty="0"/>
              <a:t>BURSITIS ANSERINA</a:t>
            </a:r>
          </a:p>
          <a:p>
            <a:pPr marL="152400" lvl="0" indent="0">
              <a:buNone/>
            </a:pPr>
            <a:r>
              <a:rPr lang="es-AR" sz="1600" dirty="0"/>
              <a:t>Dolor en región </a:t>
            </a:r>
            <a:r>
              <a:rPr lang="es-AR" sz="1600" b="1" dirty="0" err="1"/>
              <a:t>anteromedial</a:t>
            </a:r>
            <a:r>
              <a:rPr lang="es-AR" sz="1600" b="1" dirty="0"/>
              <a:t> de la rodilla</a:t>
            </a:r>
            <a:r>
              <a:rPr lang="es-AR" sz="1600" dirty="0"/>
              <a:t>, por debajo de la interlínea. </a:t>
            </a:r>
          </a:p>
          <a:p>
            <a:pPr marL="152400" indent="0">
              <a:buNone/>
            </a:pPr>
            <a:r>
              <a:rPr lang="es-AR" sz="1600" b="1" dirty="0"/>
              <a:t>TENDINITIS PATA DE GANSO </a:t>
            </a:r>
            <a:r>
              <a:rPr lang="es-AR" sz="1600" dirty="0"/>
              <a:t>(Conformado 3 músculos).</a:t>
            </a:r>
          </a:p>
          <a:p>
            <a:pPr marL="152400" lvl="0" indent="0">
              <a:buNone/>
            </a:pPr>
            <a:r>
              <a:rPr lang="es-AR" sz="1600" dirty="0"/>
              <a:t>Dolor a la palpación. </a:t>
            </a:r>
          </a:p>
          <a:p>
            <a:pPr marL="152400" lvl="0" indent="0">
              <a:buNone/>
            </a:pPr>
            <a:r>
              <a:rPr lang="es-AR" sz="1600" dirty="0"/>
              <a:t>Asociada a artrosis, obesidad y alteraciones biomecánicas.</a:t>
            </a:r>
          </a:p>
          <a:p>
            <a:pPr marL="152400" indent="0">
              <a:buNone/>
            </a:pPr>
            <a:endParaRPr lang="es-AR" sz="1600" dirty="0"/>
          </a:p>
          <a:p>
            <a:pPr marL="152400" lvl="0" indent="0">
              <a:buNone/>
            </a:pPr>
            <a:endParaRPr lang="es-AR" sz="1600" dirty="0"/>
          </a:p>
        </p:txBody>
      </p:sp>
      <p:pic>
        <p:nvPicPr>
          <p:cNvPr id="6" name="Imagen 5">
            <a:extLst>
              <a:ext uri="{FF2B5EF4-FFF2-40B4-BE49-F238E27FC236}">
                <a16:creationId xmlns:a16="http://schemas.microsoft.com/office/drawing/2014/main" id="{423C176A-AA53-6DF9-6F05-354D076E2E9D}"/>
              </a:ext>
            </a:extLst>
          </p:cNvPr>
          <p:cNvPicPr>
            <a:picLocks noChangeAspect="1"/>
          </p:cNvPicPr>
          <p:nvPr/>
        </p:nvPicPr>
        <p:blipFill>
          <a:blip r:embed="rId3"/>
          <a:stretch>
            <a:fillRect/>
          </a:stretch>
        </p:blipFill>
        <p:spPr>
          <a:xfrm>
            <a:off x="5653615" y="1866378"/>
            <a:ext cx="3490385" cy="2596675"/>
          </a:xfrm>
          <a:prstGeom prst="rect">
            <a:avLst/>
          </a:prstGeom>
        </p:spPr>
      </p:pic>
    </p:spTree>
    <p:extLst>
      <p:ext uri="{BB962C8B-B14F-4D97-AF65-F5344CB8AC3E}">
        <p14:creationId xmlns:p14="http://schemas.microsoft.com/office/powerpoint/2010/main" val="182945869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2E6CB-8165-E8BA-3910-FFB9E654F92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73B217-2F28-3880-E697-648A4C4B8215}"/>
              </a:ext>
            </a:extLst>
          </p:cNvPr>
          <p:cNvSpPr>
            <a:spLocks noGrp="1"/>
          </p:cNvSpPr>
          <p:nvPr>
            <p:ph type="title"/>
          </p:nvPr>
        </p:nvSpPr>
        <p:spPr>
          <a:xfrm>
            <a:off x="-413359" y="303101"/>
            <a:ext cx="7704000" cy="572700"/>
          </a:xfrm>
        </p:spPr>
        <p:txBody>
          <a:bodyPr/>
          <a:lstStyle/>
          <a:p>
            <a:r>
              <a:rPr lang="es-PE" dirty="0"/>
              <a:t>RODILLA</a:t>
            </a:r>
          </a:p>
        </p:txBody>
      </p:sp>
      <p:sp>
        <p:nvSpPr>
          <p:cNvPr id="3" name="Marcador de contenido 2">
            <a:extLst>
              <a:ext uri="{FF2B5EF4-FFF2-40B4-BE49-F238E27FC236}">
                <a16:creationId xmlns:a16="http://schemas.microsoft.com/office/drawing/2014/main" id="{FEC339A1-0F63-F4F4-EE41-645959D73018}"/>
              </a:ext>
            </a:extLst>
          </p:cNvPr>
          <p:cNvSpPr>
            <a:spLocks noGrp="1"/>
          </p:cNvSpPr>
          <p:nvPr>
            <p:ph type="body" idx="1"/>
          </p:nvPr>
        </p:nvSpPr>
        <p:spPr>
          <a:xfrm>
            <a:off x="-180304" y="1178903"/>
            <a:ext cx="5777371" cy="2939390"/>
          </a:xfrm>
        </p:spPr>
        <p:txBody>
          <a:bodyPr>
            <a:noAutofit/>
          </a:bodyPr>
          <a:lstStyle/>
          <a:p>
            <a:pPr marL="152400" indent="0">
              <a:buNone/>
            </a:pPr>
            <a:r>
              <a:rPr lang="es-AR" sz="1600" b="1" dirty="0"/>
              <a:t>TENDINOPATÍA ROTULIANA</a:t>
            </a:r>
          </a:p>
          <a:p>
            <a:pPr marL="152400" lvl="0" indent="0">
              <a:buNone/>
            </a:pPr>
            <a:r>
              <a:rPr lang="es-AR" sz="1600" dirty="0"/>
              <a:t>Dolor en el </a:t>
            </a:r>
            <a:r>
              <a:rPr lang="es-AR" sz="1600" b="1" dirty="0"/>
              <a:t>polo inferior de la rótula</a:t>
            </a:r>
            <a:r>
              <a:rPr lang="es-AR" sz="1600" dirty="0"/>
              <a:t>. </a:t>
            </a:r>
          </a:p>
          <a:p>
            <a:pPr marL="152400" lvl="0" indent="0">
              <a:buNone/>
            </a:pPr>
            <a:r>
              <a:rPr lang="es-AR" sz="1600" dirty="0"/>
              <a:t>Asociada a sobrecarga y deportes con saltos. </a:t>
            </a:r>
          </a:p>
          <a:p>
            <a:pPr marL="152400" lvl="0" indent="0">
              <a:buNone/>
            </a:pPr>
            <a:r>
              <a:rPr lang="es-AR" sz="1600" dirty="0"/>
              <a:t>Dolor con extensión resistida. </a:t>
            </a:r>
          </a:p>
          <a:p>
            <a:pPr marL="152400" indent="0">
              <a:buNone/>
            </a:pPr>
            <a:r>
              <a:rPr lang="es-AR" sz="1600" b="1" dirty="0"/>
              <a:t>TENDINOPATÍA CUADRICIPITAL</a:t>
            </a:r>
          </a:p>
          <a:p>
            <a:pPr marL="152400" lvl="0" indent="0">
              <a:buNone/>
            </a:pPr>
            <a:r>
              <a:rPr lang="es-AR" sz="1600" dirty="0"/>
              <a:t>Dolor en el </a:t>
            </a:r>
            <a:r>
              <a:rPr lang="es-AR" sz="1600" b="1" dirty="0"/>
              <a:t>polo superior de la rótula</a:t>
            </a:r>
            <a:r>
              <a:rPr lang="es-AR" sz="1600" dirty="0"/>
              <a:t>. </a:t>
            </a:r>
          </a:p>
          <a:p>
            <a:pPr marL="152400" lvl="0" indent="0">
              <a:buNone/>
            </a:pPr>
            <a:r>
              <a:rPr lang="es-AR" sz="1600" dirty="0"/>
              <a:t>Asociada a sobrecarga del mecanismo extensor.</a:t>
            </a:r>
          </a:p>
          <a:p>
            <a:pPr marL="152400" indent="0">
              <a:buNone/>
            </a:pPr>
            <a:endParaRPr lang="es-AR" sz="1600" dirty="0"/>
          </a:p>
          <a:p>
            <a:pPr marL="152400" lvl="0" indent="0">
              <a:buNone/>
            </a:pPr>
            <a:endParaRPr lang="es-AR" sz="1600" dirty="0"/>
          </a:p>
        </p:txBody>
      </p:sp>
      <p:pic>
        <p:nvPicPr>
          <p:cNvPr id="5" name="Imagen 4">
            <a:extLst>
              <a:ext uri="{FF2B5EF4-FFF2-40B4-BE49-F238E27FC236}">
                <a16:creationId xmlns:a16="http://schemas.microsoft.com/office/drawing/2014/main" id="{DE514813-F89A-1294-41AC-A9D930431DDA}"/>
              </a:ext>
            </a:extLst>
          </p:cNvPr>
          <p:cNvPicPr>
            <a:picLocks noChangeAspect="1"/>
          </p:cNvPicPr>
          <p:nvPr/>
        </p:nvPicPr>
        <p:blipFill>
          <a:blip r:embed="rId3"/>
          <a:stretch>
            <a:fillRect/>
          </a:stretch>
        </p:blipFill>
        <p:spPr>
          <a:xfrm>
            <a:off x="4932608" y="659237"/>
            <a:ext cx="4043966" cy="3825025"/>
          </a:xfrm>
          <a:prstGeom prst="rect">
            <a:avLst/>
          </a:prstGeom>
        </p:spPr>
      </p:pic>
    </p:spTree>
    <p:extLst>
      <p:ext uri="{BB962C8B-B14F-4D97-AF65-F5344CB8AC3E}">
        <p14:creationId xmlns:p14="http://schemas.microsoft.com/office/powerpoint/2010/main" val="34208875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SINDROME DE LA CINTILLA ILIOTIBIAL</a:t>
            </a:r>
          </a:p>
        </p:txBody>
      </p:sp>
      <p:sp>
        <p:nvSpPr>
          <p:cNvPr id="3" name="Marcador de contenido 2"/>
          <p:cNvSpPr>
            <a:spLocks noGrp="1"/>
          </p:cNvSpPr>
          <p:nvPr>
            <p:ph type="body" idx="1"/>
          </p:nvPr>
        </p:nvSpPr>
        <p:spPr/>
        <p:txBody>
          <a:bodyPr>
            <a:normAutofit/>
          </a:bodyPr>
          <a:lstStyle/>
          <a:p>
            <a:pPr marL="0" indent="0">
              <a:buNone/>
            </a:pPr>
            <a:r>
              <a:rPr lang="es-PE" sz="2100" dirty="0"/>
              <a:t>DEFINICION</a:t>
            </a:r>
          </a:p>
          <a:p>
            <a:r>
              <a:rPr lang="es-PE" sz="2100" dirty="0"/>
              <a:t>Es una lesión </a:t>
            </a:r>
            <a:r>
              <a:rPr lang="es-AR" sz="2100" dirty="0"/>
              <a:t>por sobreuso causada por la fricción de la cintilla </a:t>
            </a:r>
            <a:r>
              <a:rPr lang="es-AR" sz="2100" dirty="0" err="1"/>
              <a:t>iliotibial</a:t>
            </a:r>
            <a:r>
              <a:rPr lang="es-AR" sz="2100" dirty="0"/>
              <a:t>,</a:t>
            </a:r>
            <a:r>
              <a:rPr lang="es-PE" sz="2100" dirty="0"/>
              <a:t> es una de las principales causas de dolor lateral de la rodilla en los corredores y ciclistas.</a:t>
            </a:r>
          </a:p>
        </p:txBody>
      </p:sp>
      <p:pic>
        <p:nvPicPr>
          <p:cNvPr id="19458" name="Picture 2" descr="http://cto-am.com/images/tendinitis/sbit/sbit_ana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3452" y="1095152"/>
            <a:ext cx="3014663"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030084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SINDROME DE LA CINTILLA ILIOTIBIAL</a:t>
            </a:r>
          </a:p>
        </p:txBody>
      </p:sp>
      <p:sp>
        <p:nvSpPr>
          <p:cNvPr id="3" name="Marcador de contenido 2"/>
          <p:cNvSpPr>
            <a:spLocks noGrp="1"/>
          </p:cNvSpPr>
          <p:nvPr>
            <p:ph type="body" idx="1"/>
          </p:nvPr>
        </p:nvSpPr>
        <p:spPr>
          <a:xfrm>
            <a:off x="394324" y="-99481"/>
            <a:ext cx="7704000" cy="3416400"/>
          </a:xfrm>
        </p:spPr>
        <p:txBody>
          <a:bodyPr>
            <a:normAutofit/>
          </a:bodyPr>
          <a:lstStyle/>
          <a:p>
            <a:pPr marL="0" indent="0">
              <a:buNone/>
            </a:pPr>
            <a:r>
              <a:rPr lang="es-PE" sz="1800" dirty="0"/>
              <a:t>PREVENCION </a:t>
            </a:r>
          </a:p>
          <a:p>
            <a:r>
              <a:rPr lang="es-PE" sz="1800" dirty="0"/>
              <a:t>Técnicas apropiadas de entrenamiento</a:t>
            </a:r>
          </a:p>
          <a:p>
            <a:r>
              <a:rPr lang="es-PE" sz="1800" dirty="0"/>
              <a:t>Zapatos adecuados</a:t>
            </a:r>
          </a:p>
          <a:p>
            <a:r>
              <a:rPr lang="es-PE" sz="1800" dirty="0"/>
              <a:t>Usar equipamiento correcto</a:t>
            </a:r>
          </a:p>
          <a:p>
            <a:r>
              <a:rPr lang="es-PE" sz="1800" dirty="0"/>
              <a:t>Potenciación del cuádriceps</a:t>
            </a:r>
          </a:p>
          <a:p>
            <a:r>
              <a:rPr lang="es-PE" sz="1800" dirty="0"/>
              <a:t>Estiramiento de la banda iliotibial </a:t>
            </a:r>
          </a:p>
        </p:txBody>
      </p:sp>
      <p:pic>
        <p:nvPicPr>
          <p:cNvPr id="22530" name="Picture 2" descr="http://www.info-oste.com/en/data/a-img-016af052-b504-46be-a568-b5590f5c0f9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8194" y="1879997"/>
            <a:ext cx="2493169" cy="250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7535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TENDINITIS AQUILIANA</a:t>
            </a:r>
          </a:p>
        </p:txBody>
      </p:sp>
      <p:sp>
        <p:nvSpPr>
          <p:cNvPr id="3" name="Marcador de contenido 2"/>
          <p:cNvSpPr>
            <a:spLocks noGrp="1"/>
          </p:cNvSpPr>
          <p:nvPr>
            <p:ph type="body" idx="1"/>
          </p:nvPr>
        </p:nvSpPr>
        <p:spPr>
          <a:xfrm>
            <a:off x="302266" y="-844650"/>
            <a:ext cx="7704000" cy="3416400"/>
          </a:xfrm>
        </p:spPr>
        <p:txBody>
          <a:bodyPr>
            <a:normAutofit/>
          </a:bodyPr>
          <a:lstStyle/>
          <a:p>
            <a:pPr marL="0" indent="0">
              <a:buNone/>
            </a:pPr>
            <a:r>
              <a:rPr lang="es-PE" sz="1800" dirty="0"/>
              <a:t>DEFINICION</a:t>
            </a:r>
          </a:p>
          <a:p>
            <a:r>
              <a:rPr lang="es-PE" sz="1800" dirty="0"/>
              <a:t>Es la inflamación del tendón de Aquiles que suele producirse, por la repetición de una tensión o por un traumatismo que afectan directamente al tendón.</a:t>
            </a:r>
          </a:p>
          <a:p>
            <a:endParaRPr lang="es-PE" sz="1800" dirty="0"/>
          </a:p>
        </p:txBody>
      </p:sp>
      <p:pic>
        <p:nvPicPr>
          <p:cNvPr id="5" name="Imagen 4">
            <a:extLst>
              <a:ext uri="{FF2B5EF4-FFF2-40B4-BE49-F238E27FC236}">
                <a16:creationId xmlns:a16="http://schemas.microsoft.com/office/drawing/2014/main" id="{2445A476-F3D6-6EB9-F7B9-1B0D97C2B728}"/>
              </a:ext>
            </a:extLst>
          </p:cNvPr>
          <p:cNvPicPr>
            <a:picLocks noChangeAspect="1"/>
          </p:cNvPicPr>
          <p:nvPr/>
        </p:nvPicPr>
        <p:blipFill>
          <a:blip r:embed="rId2"/>
          <a:stretch>
            <a:fillRect/>
          </a:stretch>
        </p:blipFill>
        <p:spPr>
          <a:xfrm>
            <a:off x="1897719" y="2307400"/>
            <a:ext cx="4296375" cy="2581635"/>
          </a:xfrm>
          <a:prstGeom prst="rect">
            <a:avLst/>
          </a:prstGeom>
        </p:spPr>
      </p:pic>
    </p:spTree>
    <p:extLst>
      <p:ext uri="{BB962C8B-B14F-4D97-AF65-F5344CB8AC3E}">
        <p14:creationId xmlns:p14="http://schemas.microsoft.com/office/powerpoint/2010/main" val="19509858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TENDINITIS AQUILIANA</a:t>
            </a:r>
          </a:p>
        </p:txBody>
      </p:sp>
      <p:sp>
        <p:nvSpPr>
          <p:cNvPr id="3" name="Marcador de contenido 2"/>
          <p:cNvSpPr>
            <a:spLocks noGrp="1"/>
          </p:cNvSpPr>
          <p:nvPr>
            <p:ph type="body" idx="1"/>
          </p:nvPr>
        </p:nvSpPr>
        <p:spPr>
          <a:xfrm>
            <a:off x="118751" y="67601"/>
            <a:ext cx="7704000" cy="3416400"/>
          </a:xfrm>
        </p:spPr>
        <p:txBody>
          <a:bodyPr>
            <a:normAutofit/>
          </a:bodyPr>
          <a:lstStyle/>
          <a:p>
            <a:pPr marL="0" indent="0">
              <a:buNone/>
            </a:pPr>
            <a:r>
              <a:rPr lang="es-PE" sz="1500" dirty="0"/>
              <a:t>CAUSAS</a:t>
            </a:r>
          </a:p>
          <a:p>
            <a:r>
              <a:rPr lang="es-PE" sz="1500" dirty="0"/>
              <a:t>Mal movimiento</a:t>
            </a:r>
          </a:p>
          <a:p>
            <a:r>
              <a:rPr lang="es-PE" sz="1500" dirty="0"/>
              <a:t>Patología </a:t>
            </a:r>
            <a:r>
              <a:rPr lang="es-PE" sz="1500" dirty="0" err="1"/>
              <a:t>Sistemicas</a:t>
            </a:r>
            <a:r>
              <a:rPr lang="es-PE" sz="1500" dirty="0"/>
              <a:t> (seronegativas)</a:t>
            </a:r>
          </a:p>
          <a:p>
            <a:r>
              <a:rPr lang="es-PE" sz="1500" dirty="0"/>
              <a:t>Traumatismos directos o indirectos</a:t>
            </a:r>
          </a:p>
          <a:p>
            <a:r>
              <a:rPr lang="es-PE" sz="1500" dirty="0"/>
              <a:t>Sobreuso de zapatos inadecuados</a:t>
            </a:r>
          </a:p>
          <a:p>
            <a:r>
              <a:rPr lang="es-PE" sz="1500" dirty="0"/>
              <a:t>Movimientos repetitivos</a:t>
            </a:r>
          </a:p>
          <a:p>
            <a:r>
              <a:rPr lang="es-PE" sz="1500" dirty="0"/>
              <a:t>Peso excesivo</a:t>
            </a:r>
          </a:p>
          <a:p>
            <a:r>
              <a:rPr lang="es-PE" sz="1500" dirty="0"/>
              <a:t>Infecciones</a:t>
            </a:r>
          </a:p>
          <a:p>
            <a:r>
              <a:rPr lang="es-PE" sz="1500" dirty="0"/>
              <a:t>Deformidades anatómicas</a:t>
            </a:r>
          </a:p>
        </p:txBody>
      </p:sp>
      <p:pic>
        <p:nvPicPr>
          <p:cNvPr id="30722" name="Picture 2" descr="http://kinesiologiaholistica.com/blog/wp-content/uploads/2013/07/tendinitis-aquile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3212" y="1999375"/>
            <a:ext cx="4036185" cy="2702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966427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TENDINITIS AQUILIANA</a:t>
            </a:r>
          </a:p>
        </p:txBody>
      </p:sp>
      <p:sp>
        <p:nvSpPr>
          <p:cNvPr id="3" name="Marcador de contenido 2"/>
          <p:cNvSpPr>
            <a:spLocks noGrp="1"/>
          </p:cNvSpPr>
          <p:nvPr>
            <p:ph type="body" idx="1"/>
          </p:nvPr>
        </p:nvSpPr>
        <p:spPr>
          <a:xfrm>
            <a:off x="406848" y="766475"/>
            <a:ext cx="7885381" cy="3492374"/>
          </a:xfrm>
        </p:spPr>
        <p:txBody>
          <a:bodyPr>
            <a:normAutofit/>
          </a:bodyPr>
          <a:lstStyle/>
          <a:p>
            <a:pPr marL="0" indent="0">
              <a:buNone/>
            </a:pPr>
            <a:r>
              <a:rPr lang="es-PE" sz="1800" dirty="0"/>
              <a:t>SIGNOS Y SINTOMAS</a:t>
            </a:r>
          </a:p>
          <a:p>
            <a:r>
              <a:rPr lang="es-PE" sz="1800" dirty="0"/>
              <a:t>Dolor en la zona afectada (presión y palpación)</a:t>
            </a:r>
          </a:p>
          <a:p>
            <a:r>
              <a:rPr lang="es-PE" sz="1800" dirty="0"/>
              <a:t>Inflamación</a:t>
            </a:r>
          </a:p>
          <a:p>
            <a:r>
              <a:rPr lang="es-PE" sz="1800" dirty="0"/>
              <a:t>Impotencia funcional</a:t>
            </a:r>
          </a:p>
          <a:p>
            <a:r>
              <a:rPr lang="es-PE" sz="1800" dirty="0"/>
              <a:t>Postura </a:t>
            </a:r>
            <a:r>
              <a:rPr lang="es-PE" sz="1800" dirty="0" err="1"/>
              <a:t>antálgica</a:t>
            </a:r>
            <a:endParaRPr lang="es-PE" sz="1800" dirty="0"/>
          </a:p>
          <a:p>
            <a:r>
              <a:rPr lang="es-PE" sz="1800" dirty="0"/>
              <a:t>Calor</a:t>
            </a:r>
          </a:p>
          <a:p>
            <a:r>
              <a:rPr lang="es-PE" sz="1800" dirty="0"/>
              <a:t>Sensibilidad</a:t>
            </a:r>
          </a:p>
          <a:p>
            <a:r>
              <a:rPr lang="es-PE" sz="1800" dirty="0"/>
              <a:t>Crepitación </a:t>
            </a:r>
          </a:p>
          <a:p>
            <a:endParaRPr lang="es-PE" sz="1800" dirty="0"/>
          </a:p>
        </p:txBody>
      </p:sp>
      <p:pic>
        <p:nvPicPr>
          <p:cNvPr id="31746" name="Picture 2" descr="http://www.centro3.org/images/med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1583" y="2533354"/>
            <a:ext cx="3616797" cy="2439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4903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TENDINITIS AQUILIANA</a:t>
            </a:r>
          </a:p>
        </p:txBody>
      </p:sp>
      <p:sp>
        <p:nvSpPr>
          <p:cNvPr id="3" name="Marcador de contenido 2"/>
          <p:cNvSpPr>
            <a:spLocks noGrp="1"/>
          </p:cNvSpPr>
          <p:nvPr>
            <p:ph type="body" idx="1"/>
          </p:nvPr>
        </p:nvSpPr>
        <p:spPr>
          <a:xfrm>
            <a:off x="118751" y="438525"/>
            <a:ext cx="7704000" cy="3416400"/>
          </a:xfrm>
        </p:spPr>
        <p:txBody>
          <a:bodyPr>
            <a:normAutofit/>
          </a:bodyPr>
          <a:lstStyle/>
          <a:p>
            <a:pPr marL="0" indent="0">
              <a:buNone/>
            </a:pPr>
            <a:r>
              <a:rPr lang="es-PE" sz="2000" dirty="0"/>
              <a:t>TRATAMIENTO: OBJETIVO</a:t>
            </a:r>
          </a:p>
          <a:p>
            <a:r>
              <a:rPr lang="es-PE" sz="2000" dirty="0"/>
              <a:t>Eliminar el dolor irritante</a:t>
            </a:r>
          </a:p>
          <a:p>
            <a:r>
              <a:rPr lang="es-PE" sz="2000" dirty="0"/>
              <a:t>Tratar causa sistémica (seronegativas)</a:t>
            </a:r>
          </a:p>
          <a:p>
            <a:r>
              <a:rPr lang="es-PE" sz="2000" dirty="0"/>
              <a:t>Mantener y recuperar la amplitud del movimiento</a:t>
            </a:r>
          </a:p>
          <a:p>
            <a:r>
              <a:rPr lang="es-PE" sz="2000" dirty="0"/>
              <a:t>Fortalecimiento</a:t>
            </a:r>
          </a:p>
          <a:p>
            <a:r>
              <a:rPr lang="es-PE" sz="2000" dirty="0"/>
              <a:t>Reintegración del paciente </a:t>
            </a:r>
          </a:p>
          <a:p>
            <a:r>
              <a:rPr lang="es-PE" sz="2000" dirty="0"/>
              <a:t>Infiltraciones (ojo con los corticoides)</a:t>
            </a:r>
          </a:p>
          <a:p>
            <a:r>
              <a:rPr lang="es-PE" sz="2000" dirty="0"/>
              <a:t>Educar al paciente</a:t>
            </a:r>
          </a:p>
        </p:txBody>
      </p:sp>
      <p:pic>
        <p:nvPicPr>
          <p:cNvPr id="32770" name="Picture 2" descr="http://www.biolaster.com/traumatologia/pie/fascitis_plantar/fascitis_plantar_tratamiento_medico/AirHeel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5231" y="-7404"/>
            <a:ext cx="1785938" cy="2050257"/>
          </a:xfrm>
          <a:prstGeom prst="rect">
            <a:avLst/>
          </a:prstGeom>
          <a:noFill/>
          <a:extLst>
            <a:ext uri="{909E8E84-426E-40DD-AFC4-6F175D3DCCD1}">
              <a14:hiddenFill xmlns:a14="http://schemas.microsoft.com/office/drawing/2010/main">
                <a:solidFill>
                  <a:srgbClr val="FFFFFF"/>
                </a:solidFill>
              </a14:hiddenFill>
            </a:ext>
          </a:extLst>
        </p:spPr>
      </p:pic>
      <p:pic>
        <p:nvPicPr>
          <p:cNvPr id="32772" name="Picture 4" descr="https://encrypted-tbn2.gstatic.com/images?q=tbn:ANd9GcTvzCbFTWUHDCKgHZeZlXlFxlAF8I9uCUul6qAdounyBkiPQeD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963" y="2967746"/>
            <a:ext cx="3491037" cy="2175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741113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3771" y="224998"/>
            <a:ext cx="7704000" cy="572700"/>
          </a:xfrm>
        </p:spPr>
        <p:txBody>
          <a:bodyPr/>
          <a:lstStyle/>
          <a:p>
            <a:r>
              <a:rPr lang="es-PE" sz="4000" dirty="0"/>
              <a:t>FASCITIS PLANTAR</a:t>
            </a:r>
          </a:p>
        </p:txBody>
      </p:sp>
      <p:sp>
        <p:nvSpPr>
          <p:cNvPr id="3" name="Marcador de contenido 2"/>
          <p:cNvSpPr>
            <a:spLocks noGrp="1"/>
          </p:cNvSpPr>
          <p:nvPr>
            <p:ph type="body" idx="1"/>
          </p:nvPr>
        </p:nvSpPr>
        <p:spPr>
          <a:xfrm>
            <a:off x="444427" y="664607"/>
            <a:ext cx="7704000" cy="3416400"/>
          </a:xfrm>
        </p:spPr>
        <p:txBody>
          <a:bodyPr>
            <a:normAutofit/>
          </a:bodyPr>
          <a:lstStyle/>
          <a:p>
            <a:r>
              <a:rPr lang="es-PE" sz="2100" dirty="0"/>
              <a:t>Es la inflamación de la membrana o aponeurosis que recubre la musculatura de la planta del pie y de su zona insercional del pie.</a:t>
            </a:r>
          </a:p>
        </p:txBody>
      </p:sp>
      <p:pic>
        <p:nvPicPr>
          <p:cNvPr id="33794" name="Picture 2" descr="http://fisiostar.com/wp-content/uploads/2013/11/Que-es-la-fasciti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5654" y="0"/>
            <a:ext cx="3408346" cy="2801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86437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FASCITIS PLANTAR</a:t>
            </a:r>
          </a:p>
        </p:txBody>
      </p:sp>
      <p:sp>
        <p:nvSpPr>
          <p:cNvPr id="3" name="Marcador de contenido 2"/>
          <p:cNvSpPr>
            <a:spLocks noGrp="1"/>
          </p:cNvSpPr>
          <p:nvPr>
            <p:ph type="body" idx="1"/>
          </p:nvPr>
        </p:nvSpPr>
        <p:spPr/>
        <p:txBody>
          <a:bodyPr/>
          <a:lstStyle/>
          <a:p>
            <a:pPr marL="0" indent="0">
              <a:buNone/>
            </a:pPr>
            <a:r>
              <a:rPr lang="es-PE" sz="2000" dirty="0"/>
              <a:t>CAUSAS</a:t>
            </a:r>
          </a:p>
          <a:p>
            <a:r>
              <a:rPr lang="es-PE" sz="2000" dirty="0"/>
              <a:t>La sobrecarga</a:t>
            </a:r>
          </a:p>
          <a:p>
            <a:r>
              <a:rPr lang="es-PE" sz="2000" dirty="0"/>
              <a:t>Pies planos / cavos</a:t>
            </a:r>
          </a:p>
          <a:p>
            <a:r>
              <a:rPr lang="es-PE" sz="2000" dirty="0"/>
              <a:t>Pronación exagerada</a:t>
            </a:r>
          </a:p>
          <a:p>
            <a:r>
              <a:rPr lang="es-PE" sz="2000" dirty="0"/>
              <a:t>Estrés repetitivo</a:t>
            </a:r>
          </a:p>
          <a:p>
            <a:r>
              <a:rPr lang="es-PE" sz="2000" dirty="0"/>
              <a:t>Personas que no hacen deportes</a:t>
            </a:r>
          </a:p>
          <a:p>
            <a:r>
              <a:rPr lang="es-PE" sz="2000" dirty="0"/>
              <a:t>Variaciones anatómicas</a:t>
            </a:r>
          </a:p>
          <a:p>
            <a:r>
              <a:rPr lang="es-PE" sz="2000" dirty="0"/>
              <a:t>Tendón corto (sobrepeso)</a:t>
            </a:r>
          </a:p>
          <a:p>
            <a:r>
              <a:rPr lang="es-PE" sz="2000" dirty="0"/>
              <a:t>Calzado inadecuado</a:t>
            </a:r>
          </a:p>
          <a:p>
            <a:endParaRPr lang="es-PE" dirty="0"/>
          </a:p>
        </p:txBody>
      </p:sp>
      <p:pic>
        <p:nvPicPr>
          <p:cNvPr id="34818" name="Picture 2" descr="http://fotos.tsncs.com/img/20120308/0/fascitis-plantarcons-fisioterapia-cwnypft0_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424" y="1364456"/>
            <a:ext cx="2614613" cy="2414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58943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9595" y="495129"/>
            <a:ext cx="7704000" cy="572700"/>
          </a:xfrm>
        </p:spPr>
        <p:txBody>
          <a:bodyPr/>
          <a:lstStyle/>
          <a:p>
            <a:r>
              <a:rPr lang="es-PE" dirty="0"/>
              <a:t>FASCITIS PLANTAR</a:t>
            </a:r>
          </a:p>
        </p:txBody>
      </p:sp>
      <p:sp>
        <p:nvSpPr>
          <p:cNvPr id="3" name="Marcador de contenido 2"/>
          <p:cNvSpPr>
            <a:spLocks noGrp="1"/>
          </p:cNvSpPr>
          <p:nvPr>
            <p:ph type="body" idx="1"/>
          </p:nvPr>
        </p:nvSpPr>
        <p:spPr>
          <a:xfrm>
            <a:off x="263046" y="363255"/>
            <a:ext cx="7704000" cy="3416400"/>
          </a:xfrm>
        </p:spPr>
        <p:txBody>
          <a:bodyPr>
            <a:normAutofit/>
          </a:bodyPr>
          <a:lstStyle/>
          <a:p>
            <a:pPr marL="0" indent="0">
              <a:buNone/>
            </a:pPr>
            <a:r>
              <a:rPr lang="es-PE" sz="1800" dirty="0"/>
              <a:t>SIGNOS Y SINTOMAS</a:t>
            </a:r>
          </a:p>
          <a:p>
            <a:r>
              <a:rPr lang="es-PE" sz="1800" dirty="0"/>
              <a:t>Dolor en la parte inferior del talón</a:t>
            </a:r>
          </a:p>
          <a:p>
            <a:r>
              <a:rPr lang="es-PE" sz="1800" dirty="0"/>
              <a:t>Enrojecimiento</a:t>
            </a:r>
          </a:p>
          <a:p>
            <a:r>
              <a:rPr lang="es-PE" sz="1800" dirty="0"/>
              <a:t>Hinchazón leve</a:t>
            </a:r>
          </a:p>
          <a:p>
            <a:r>
              <a:rPr lang="es-PE" sz="1800" dirty="0"/>
              <a:t>Sensibilidad en la parte inferior del talón</a:t>
            </a:r>
          </a:p>
          <a:p>
            <a:r>
              <a:rPr lang="es-PE" sz="1800" dirty="0"/>
              <a:t>Tensión en la planta del pie</a:t>
            </a:r>
          </a:p>
        </p:txBody>
      </p:sp>
      <p:pic>
        <p:nvPicPr>
          <p:cNvPr id="4" name="Imagen 3" descr="Qué es la fascitis plantar? Síntomas y Tratamientos -">
            <a:extLst>
              <a:ext uri="{FF2B5EF4-FFF2-40B4-BE49-F238E27FC236}">
                <a16:creationId xmlns:a16="http://schemas.microsoft.com/office/drawing/2014/main" id="{D562AA6B-3001-E0D6-CC17-35250A3A5B3A}"/>
              </a:ext>
            </a:extLst>
          </p:cNvPr>
          <p:cNvPicPr>
            <a:picLocks noChangeAspect="1"/>
          </p:cNvPicPr>
          <p:nvPr/>
        </p:nvPicPr>
        <p:blipFill>
          <a:blip r:embed="rId2"/>
          <a:srcRect t="11129"/>
          <a:stretch>
            <a:fillRect/>
          </a:stretch>
        </p:blipFill>
        <p:spPr>
          <a:xfrm>
            <a:off x="5827007" y="17223"/>
            <a:ext cx="3414796" cy="5126277"/>
          </a:xfrm>
          <a:prstGeom prst="rect">
            <a:avLst/>
          </a:prstGeom>
        </p:spPr>
      </p:pic>
    </p:spTree>
    <p:extLst>
      <p:ext uri="{BB962C8B-B14F-4D97-AF65-F5344CB8AC3E}">
        <p14:creationId xmlns:p14="http://schemas.microsoft.com/office/powerpoint/2010/main" val="104338248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FASCITIS PLANTAR</a:t>
            </a:r>
          </a:p>
        </p:txBody>
      </p:sp>
      <p:sp>
        <p:nvSpPr>
          <p:cNvPr id="3" name="Marcador de contenido 2"/>
          <p:cNvSpPr>
            <a:spLocks noGrp="1"/>
          </p:cNvSpPr>
          <p:nvPr>
            <p:ph type="body" idx="1"/>
          </p:nvPr>
        </p:nvSpPr>
        <p:spPr>
          <a:xfrm>
            <a:off x="444427" y="167259"/>
            <a:ext cx="7704000" cy="3416400"/>
          </a:xfrm>
        </p:spPr>
        <p:txBody>
          <a:bodyPr>
            <a:normAutofit/>
          </a:bodyPr>
          <a:lstStyle/>
          <a:p>
            <a:pPr marL="0" indent="0">
              <a:buNone/>
            </a:pPr>
            <a:r>
              <a:rPr lang="es-PE" sz="1800" dirty="0"/>
              <a:t>TRATAMIENTO</a:t>
            </a:r>
          </a:p>
          <a:p>
            <a:r>
              <a:rPr lang="es-PE" sz="1800" dirty="0"/>
              <a:t>Hielo , en la fase aguda</a:t>
            </a:r>
          </a:p>
          <a:p>
            <a:r>
              <a:rPr lang="es-PE" sz="1800" dirty="0"/>
              <a:t>Ultrasonidos continuos</a:t>
            </a:r>
          </a:p>
          <a:p>
            <a:r>
              <a:rPr lang="es-PE" sz="1800" dirty="0"/>
              <a:t>Masaje profundo</a:t>
            </a:r>
          </a:p>
          <a:p>
            <a:r>
              <a:rPr lang="es-PE" sz="1800" dirty="0"/>
              <a:t>Combinación de ultrasonidos con estimulación eléctrica</a:t>
            </a:r>
          </a:p>
          <a:p>
            <a:r>
              <a:rPr lang="es-PE" sz="1800" dirty="0"/>
              <a:t>Ondas de choque extracorpóreas </a:t>
            </a:r>
          </a:p>
          <a:p>
            <a:r>
              <a:rPr lang="es-PE" sz="1800" dirty="0"/>
              <a:t>Infiltraciones</a:t>
            </a:r>
          </a:p>
          <a:p>
            <a:r>
              <a:rPr lang="es-PE" sz="1800" dirty="0" err="1"/>
              <a:t>Cirugia</a:t>
            </a:r>
            <a:endParaRPr lang="es-PE" sz="1800" dirty="0"/>
          </a:p>
        </p:txBody>
      </p:sp>
      <p:pic>
        <p:nvPicPr>
          <p:cNvPr id="5" name="Imagen 4">
            <a:extLst>
              <a:ext uri="{FF2B5EF4-FFF2-40B4-BE49-F238E27FC236}">
                <a16:creationId xmlns:a16="http://schemas.microsoft.com/office/drawing/2014/main" id="{22C9DA76-04C7-C715-F47D-9D4F4A569840}"/>
              </a:ext>
            </a:extLst>
          </p:cNvPr>
          <p:cNvPicPr>
            <a:picLocks noChangeAspect="1"/>
          </p:cNvPicPr>
          <p:nvPr/>
        </p:nvPicPr>
        <p:blipFill>
          <a:blip r:embed="rId2"/>
          <a:srcRect l="3363" t="5588" r="5618" b="28109"/>
          <a:stretch>
            <a:fillRect/>
          </a:stretch>
        </p:blipFill>
        <p:spPr>
          <a:xfrm>
            <a:off x="5479891" y="2746608"/>
            <a:ext cx="1760153" cy="2229633"/>
          </a:xfrm>
          <a:prstGeom prst="rect">
            <a:avLst/>
          </a:prstGeom>
        </p:spPr>
      </p:pic>
    </p:spTree>
    <p:extLst>
      <p:ext uri="{BB962C8B-B14F-4D97-AF65-F5344CB8AC3E}">
        <p14:creationId xmlns:p14="http://schemas.microsoft.com/office/powerpoint/2010/main" val="175637032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0000" y="224998"/>
            <a:ext cx="7704000" cy="572700"/>
          </a:xfrm>
        </p:spPr>
        <p:txBody>
          <a:bodyPr/>
          <a:lstStyle/>
          <a:p>
            <a:r>
              <a:rPr lang="es-PE" dirty="0"/>
              <a:t>SINDROME DEL TUNEL TARSIANO</a:t>
            </a:r>
          </a:p>
        </p:txBody>
      </p:sp>
      <p:sp>
        <p:nvSpPr>
          <p:cNvPr id="3" name="Marcador de contenido 2"/>
          <p:cNvSpPr>
            <a:spLocks noGrp="1"/>
          </p:cNvSpPr>
          <p:nvPr>
            <p:ph type="body" idx="1"/>
          </p:nvPr>
        </p:nvSpPr>
        <p:spPr/>
        <p:txBody>
          <a:bodyPr>
            <a:normAutofit/>
          </a:bodyPr>
          <a:lstStyle/>
          <a:p>
            <a:pPr marL="0" indent="0">
              <a:buNone/>
            </a:pPr>
            <a:r>
              <a:rPr lang="es-PE" sz="1800" dirty="0"/>
              <a:t>DEFINICION</a:t>
            </a:r>
          </a:p>
          <a:p>
            <a:r>
              <a:rPr lang="es-AR" sz="1800" dirty="0"/>
              <a:t>Es una neuropatía por atrapamiento causada por la compresión del </a:t>
            </a:r>
            <a:r>
              <a:rPr lang="es-AR" sz="1800" b="1" dirty="0"/>
              <a:t>nervio tibial posterior</a:t>
            </a:r>
            <a:r>
              <a:rPr lang="es-AR" sz="1800" dirty="0"/>
              <a:t> o de sus ramas dentro del túnel tarsiano, localizado por detrás del maléolo medial y cubierto por el retináculo flexor.</a:t>
            </a:r>
            <a:r>
              <a:rPr lang="es-PE" sz="1800" dirty="0"/>
              <a:t>.</a:t>
            </a:r>
          </a:p>
        </p:txBody>
      </p:sp>
      <p:pic>
        <p:nvPicPr>
          <p:cNvPr id="37890" name="Picture 2" descr="http://doctorvid.com/img/cargas/tarsiano.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9849" y="827445"/>
            <a:ext cx="3350419" cy="2478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610482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SINDROME DEL TUNEL TARSIANO</a:t>
            </a:r>
          </a:p>
        </p:txBody>
      </p:sp>
      <p:sp>
        <p:nvSpPr>
          <p:cNvPr id="3" name="Marcador de contenido 2"/>
          <p:cNvSpPr>
            <a:spLocks noGrp="1"/>
          </p:cNvSpPr>
          <p:nvPr>
            <p:ph type="body" idx="1"/>
          </p:nvPr>
        </p:nvSpPr>
        <p:spPr/>
        <p:txBody>
          <a:bodyPr>
            <a:normAutofit fontScale="77500" lnSpcReduction="20000"/>
          </a:bodyPr>
          <a:lstStyle/>
          <a:p>
            <a:pPr marL="0" indent="0">
              <a:buNone/>
            </a:pPr>
            <a:r>
              <a:rPr lang="es-PE" sz="1800" dirty="0"/>
              <a:t>CAUSAS</a:t>
            </a:r>
          </a:p>
          <a:p>
            <a:r>
              <a:rPr lang="es-PE" sz="1800" dirty="0"/>
              <a:t>Compresión desde fuera del túnel</a:t>
            </a:r>
          </a:p>
          <a:p>
            <a:pPr lvl="1"/>
            <a:r>
              <a:rPr lang="es-PE" sz="1500" dirty="0"/>
              <a:t>Fragmentos óseos secundarios a fracturas.</a:t>
            </a:r>
          </a:p>
          <a:p>
            <a:pPr lvl="1"/>
            <a:r>
              <a:rPr lang="es-PE" sz="1500" dirty="0"/>
              <a:t>Alteraciones anatómicas como el valgo del </a:t>
            </a:r>
            <a:r>
              <a:rPr lang="es-PE" sz="1500" dirty="0" err="1"/>
              <a:t>retropie</a:t>
            </a:r>
            <a:endParaRPr lang="es-PE" sz="1500" dirty="0"/>
          </a:p>
          <a:p>
            <a:r>
              <a:rPr lang="es-PE" sz="1800" dirty="0"/>
              <a:t>Compresión del nervio tibial desde dentro del túnel</a:t>
            </a:r>
          </a:p>
          <a:p>
            <a:pPr lvl="1"/>
            <a:r>
              <a:rPr lang="es-PE" sz="1500" dirty="0"/>
              <a:t>Varicosidades</a:t>
            </a:r>
          </a:p>
          <a:p>
            <a:pPr lvl="1"/>
            <a:r>
              <a:rPr lang="es-PE" sz="1500" dirty="0"/>
              <a:t>Tumor nervioso</a:t>
            </a:r>
          </a:p>
          <a:p>
            <a:pPr lvl="1"/>
            <a:r>
              <a:rPr lang="es-PE" sz="1500" dirty="0"/>
              <a:t>Fibrosis peri neural</a:t>
            </a:r>
          </a:p>
          <a:p>
            <a:pPr lvl="1"/>
            <a:r>
              <a:rPr lang="es-PE" sz="1500" dirty="0"/>
              <a:t>Lipoma</a:t>
            </a:r>
          </a:p>
          <a:p>
            <a:pPr lvl="1"/>
            <a:r>
              <a:rPr lang="es-PE" sz="1500" dirty="0"/>
              <a:t>Exostosis </a:t>
            </a:r>
          </a:p>
          <a:p>
            <a:endParaRPr lang="es-PE" sz="1800" dirty="0"/>
          </a:p>
        </p:txBody>
      </p:sp>
      <p:pic>
        <p:nvPicPr>
          <p:cNvPr id="40962" name="Picture 2" descr="http://www.neurodinamica.es/wp-content/uploads/1-2.jpg"/>
          <p:cNvPicPr>
            <a:picLocks noChangeAspect="1" noChangeArrowheads="1"/>
          </p:cNvPicPr>
          <p:nvPr/>
        </p:nvPicPr>
        <p:blipFill rotWithShape="1">
          <a:blip r:embed="rId2">
            <a:extLst>
              <a:ext uri="{28A0092B-C50C-407E-A947-70E740481C1C}">
                <a14:useLocalDpi xmlns:a14="http://schemas.microsoft.com/office/drawing/2010/main" val="0"/>
              </a:ext>
            </a:extLst>
          </a:blip>
          <a:srcRect b="7495"/>
          <a:stretch>
            <a:fillRect/>
          </a:stretch>
        </p:blipFill>
        <p:spPr bwMode="auto">
          <a:xfrm>
            <a:off x="4572000" y="2602438"/>
            <a:ext cx="3643884" cy="1693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16222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SINDROME DEL TUNEL TARSIANO</a:t>
            </a:r>
          </a:p>
        </p:txBody>
      </p:sp>
      <p:sp>
        <p:nvSpPr>
          <p:cNvPr id="3" name="Marcador de contenido 2"/>
          <p:cNvSpPr>
            <a:spLocks noGrp="1"/>
          </p:cNvSpPr>
          <p:nvPr>
            <p:ph type="body" idx="1"/>
          </p:nvPr>
        </p:nvSpPr>
        <p:spPr>
          <a:xfrm>
            <a:off x="319167" y="735389"/>
            <a:ext cx="7704000" cy="3416400"/>
          </a:xfrm>
        </p:spPr>
        <p:txBody>
          <a:bodyPr>
            <a:normAutofit/>
          </a:bodyPr>
          <a:lstStyle/>
          <a:p>
            <a:pPr marL="0" indent="0">
              <a:buNone/>
            </a:pPr>
            <a:r>
              <a:rPr lang="es-PE" sz="1800" dirty="0"/>
              <a:t>SIGNOS Y SINTOMAS</a:t>
            </a:r>
          </a:p>
          <a:p>
            <a:r>
              <a:rPr lang="es-PE" sz="1800" dirty="0"/>
              <a:t>Dolor y parestesias en la cara plantar del pie</a:t>
            </a:r>
          </a:p>
          <a:p>
            <a:r>
              <a:rPr lang="es-PE" sz="1800" dirty="0"/>
              <a:t>Entumecimiento</a:t>
            </a:r>
          </a:p>
          <a:p>
            <a:r>
              <a:rPr lang="es-PE" sz="1800" dirty="0"/>
              <a:t>Pinchazos o sensación de quemazón</a:t>
            </a:r>
          </a:p>
          <a:p>
            <a:r>
              <a:rPr lang="es-PE" sz="1800" dirty="0"/>
              <a:t>Disminución del control de la flexión plantar y dorsal de los dedos</a:t>
            </a:r>
          </a:p>
          <a:p>
            <a:r>
              <a:rPr lang="es-PE" sz="1800" dirty="0"/>
              <a:t>Atrofia de los músculos intrínsecos del pie</a:t>
            </a:r>
          </a:p>
          <a:p>
            <a:endParaRPr lang="es-PE" sz="1800" dirty="0"/>
          </a:p>
        </p:txBody>
      </p:sp>
      <p:pic>
        <p:nvPicPr>
          <p:cNvPr id="39938" name="Picture 2" descr="http://www.fisioterapiaparatodos.com/e/wp-content/uploads/2013/04/INTERVENTO-DI-LIBERAZIONE-NERVO-TIBIA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7507" y="1114124"/>
            <a:ext cx="2482570" cy="1860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09951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0000" y="309375"/>
            <a:ext cx="7704000" cy="572700"/>
          </a:xfrm>
        </p:spPr>
        <p:txBody>
          <a:bodyPr/>
          <a:lstStyle/>
          <a:p>
            <a:r>
              <a:rPr lang="es-PE" dirty="0"/>
              <a:t>SINDROME DEL TUNEL TARSIANO</a:t>
            </a:r>
          </a:p>
        </p:txBody>
      </p:sp>
      <p:sp>
        <p:nvSpPr>
          <p:cNvPr id="3" name="Marcador de contenido 2"/>
          <p:cNvSpPr>
            <a:spLocks noGrp="1"/>
          </p:cNvSpPr>
          <p:nvPr>
            <p:ph type="body" idx="1"/>
          </p:nvPr>
        </p:nvSpPr>
        <p:spPr/>
        <p:txBody>
          <a:bodyPr>
            <a:normAutofit/>
          </a:bodyPr>
          <a:lstStyle/>
          <a:p>
            <a:pPr marL="0" indent="0">
              <a:buNone/>
            </a:pPr>
            <a:r>
              <a:rPr lang="es-PE" sz="1800" dirty="0"/>
              <a:t>TRATAMIENTO</a:t>
            </a:r>
          </a:p>
          <a:p>
            <a:r>
              <a:rPr lang="es-PE" sz="1800" dirty="0"/>
              <a:t>Fortalecimiento en zonas adyacentes tobillo y dedos</a:t>
            </a:r>
          </a:p>
          <a:p>
            <a:r>
              <a:rPr lang="es-PE" sz="1800" dirty="0"/>
              <a:t>Prevenir perdida del movimiento</a:t>
            </a:r>
          </a:p>
          <a:p>
            <a:r>
              <a:rPr lang="es-PE" sz="1800" dirty="0"/>
              <a:t>Ejercicios de estiramiento</a:t>
            </a:r>
          </a:p>
          <a:p>
            <a:r>
              <a:rPr lang="es-PE" sz="1800" dirty="0"/>
              <a:t>Fortalecimiento muscular (intrínseco y extrínseco)</a:t>
            </a:r>
          </a:p>
          <a:p>
            <a:r>
              <a:rPr lang="es-PE" sz="1800" dirty="0"/>
              <a:t>Masajes, crioterapia y calor</a:t>
            </a:r>
          </a:p>
          <a:p>
            <a:r>
              <a:rPr lang="es-PE" sz="1800" dirty="0"/>
              <a:t>Infiltraciones con corticoides</a:t>
            </a:r>
          </a:p>
          <a:p>
            <a:r>
              <a:rPr lang="es-PE" sz="1800" dirty="0" err="1"/>
              <a:t>Cirugias</a:t>
            </a:r>
            <a:endParaRPr lang="es-PE" sz="1800" dirty="0"/>
          </a:p>
        </p:txBody>
      </p:sp>
      <p:pic>
        <p:nvPicPr>
          <p:cNvPr id="38914" name="Picture 2" descr="http://www.traumatologiagarciarenedo.com/html/7695_RAuL_GARCiA_RENEDO/img/prod_282445_.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3910" y="882075"/>
            <a:ext cx="3302095" cy="1768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10071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FE9D4E58-6FA1-6956-7836-0B680F54F152}"/>
            </a:ext>
          </a:extLst>
        </p:cNvPr>
        <p:cNvGrpSpPr/>
        <p:nvPr/>
      </p:nvGrpSpPr>
      <p:grpSpPr>
        <a:xfrm>
          <a:off x="0" y="0"/>
          <a:ext cx="0" cy="0"/>
          <a:chOff x="0" y="0"/>
          <a:chExt cx="0" cy="0"/>
        </a:xfrm>
      </p:grpSpPr>
      <p:sp>
        <p:nvSpPr>
          <p:cNvPr id="111" name="Google Shape;111;p1">
            <a:extLst>
              <a:ext uri="{FF2B5EF4-FFF2-40B4-BE49-F238E27FC236}">
                <a16:creationId xmlns:a16="http://schemas.microsoft.com/office/drawing/2014/main" id="{2F38FAAA-8ECA-EBCA-5D44-CE65FD058114}"/>
              </a:ext>
            </a:extLst>
          </p:cNvPr>
          <p:cNvSpPr txBox="1">
            <a:spLocks noGrp="1"/>
          </p:cNvSpPr>
          <p:nvPr>
            <p:ph type="ctrTitle"/>
          </p:nvPr>
        </p:nvSpPr>
        <p:spPr>
          <a:xfrm>
            <a:off x="1436343" y="1605864"/>
            <a:ext cx="6270922" cy="1573670"/>
          </a:xfrm>
          <a:prstGeom prst="rect">
            <a:avLst/>
          </a:prstGeom>
          <a:noFill/>
          <a:ln>
            <a:noFill/>
          </a:ln>
        </p:spPr>
        <p:txBody>
          <a:bodyPr spcFirstLastPara="1" wrap="square" lIns="68569" tIns="34275" rIns="68569" bIns="34275" anchor="b" anchorCtr="0">
            <a:noAutofit/>
          </a:bodyPr>
          <a:lstStyle/>
          <a:p>
            <a:pPr>
              <a:lnSpc>
                <a:spcPct val="89000"/>
              </a:lnSpc>
              <a:buClr>
                <a:schemeClr val="dk2"/>
              </a:buClr>
              <a:buSzPts val="5400"/>
            </a:pPr>
            <a:r>
              <a:rPr lang="es-ES" sz="4050" dirty="0"/>
              <a:t>REUMATISMO DE </a:t>
            </a:r>
            <a:br>
              <a:rPr lang="es-ES" sz="4050" dirty="0"/>
            </a:br>
            <a:r>
              <a:rPr lang="es-ES" sz="4050" dirty="0"/>
              <a:t>PARTES BLANDAS</a:t>
            </a:r>
            <a:br>
              <a:rPr lang="es-ES" sz="4950" dirty="0"/>
            </a:br>
            <a:r>
              <a:rPr lang="es-ES" sz="4950" dirty="0"/>
              <a:t>COLUMNA</a:t>
            </a:r>
            <a:endParaRPr sz="4950" dirty="0"/>
          </a:p>
        </p:txBody>
      </p:sp>
      <p:sp>
        <p:nvSpPr>
          <p:cNvPr id="112" name="Google Shape;112;p1">
            <a:extLst>
              <a:ext uri="{FF2B5EF4-FFF2-40B4-BE49-F238E27FC236}">
                <a16:creationId xmlns:a16="http://schemas.microsoft.com/office/drawing/2014/main" id="{51699002-72A4-B748-1A14-D492CF306C8E}"/>
              </a:ext>
            </a:extLst>
          </p:cNvPr>
          <p:cNvSpPr txBox="1">
            <a:spLocks noGrp="1"/>
          </p:cNvSpPr>
          <p:nvPr>
            <p:ph type="subTitle" idx="1"/>
          </p:nvPr>
        </p:nvSpPr>
        <p:spPr>
          <a:xfrm>
            <a:off x="2009928" y="3414665"/>
            <a:ext cx="5123755" cy="709933"/>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rmAutofit fontScale="92500" lnSpcReduction="10000"/>
          </a:bodyPr>
          <a:lstStyle/>
          <a:p>
            <a:pPr marL="0" indent="0">
              <a:lnSpc>
                <a:spcPct val="112000"/>
              </a:lnSpc>
              <a:buSzPct val="100000"/>
            </a:pPr>
            <a:r>
              <a:rPr lang="es-AR" sz="2100" b="1" dirty="0" err="1">
                <a:solidFill>
                  <a:schemeClr val="dk1"/>
                </a:solidFill>
                <a:latin typeface="Libre Franklin"/>
                <a:sym typeface="Libre Franklin"/>
              </a:rPr>
              <a:t>Dr</a:t>
            </a:r>
            <a:r>
              <a:rPr lang="es-AR" sz="2100" b="1" dirty="0">
                <a:solidFill>
                  <a:schemeClr val="dk1"/>
                </a:solidFill>
                <a:latin typeface="Libre Franklin"/>
                <a:sym typeface="Libre Franklin"/>
              </a:rPr>
              <a:t> Roldan Brian</a:t>
            </a:r>
          </a:p>
          <a:p>
            <a:pPr marL="0" indent="0">
              <a:lnSpc>
                <a:spcPct val="112000"/>
              </a:lnSpc>
              <a:buSzPct val="100000"/>
            </a:pPr>
            <a:r>
              <a:rPr lang="es-AR" sz="2100" b="1" dirty="0" err="1">
                <a:solidFill>
                  <a:schemeClr val="dk1"/>
                </a:solidFill>
                <a:latin typeface="Libre Franklin"/>
                <a:sym typeface="Libre Franklin"/>
              </a:rPr>
              <a:t>Reumatológo</a:t>
            </a:r>
            <a:endParaRPr sz="2100" b="1" dirty="0">
              <a:solidFill>
                <a:schemeClr val="dk1"/>
              </a:solidFill>
            </a:endParaRPr>
          </a:p>
        </p:txBody>
      </p:sp>
    </p:spTree>
    <p:extLst>
      <p:ext uri="{BB962C8B-B14F-4D97-AF65-F5344CB8AC3E}">
        <p14:creationId xmlns:p14="http://schemas.microsoft.com/office/powerpoint/2010/main" val="263448313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564600" y="1650750"/>
            <a:ext cx="8014800" cy="1842000"/>
          </a:xfrm>
          <a:prstGeom prst="rect">
            <a:avLst/>
          </a:prstGeom>
        </p:spPr>
        <p:txBody>
          <a:bodyPr spcFirstLastPara="1" wrap="square" lIns="91425" tIns="91425" rIns="91425" bIns="91425" anchor="ctr" anchorCtr="0">
            <a:normAutofit/>
          </a:bodyPr>
          <a:lstStyle/>
          <a:p>
            <a:pPr marL="0" lvl="0" indent="0" algn="ctr" rtl="0">
              <a:lnSpc>
                <a:spcPct val="115000"/>
              </a:lnSpc>
              <a:spcBef>
                <a:spcPts val="0"/>
              </a:spcBef>
              <a:spcAft>
                <a:spcPts val="0"/>
              </a:spcAft>
              <a:buNone/>
            </a:pPr>
            <a:r>
              <a:rPr lang="es" sz="4444" dirty="0">
                <a:solidFill>
                  <a:srgbClr val="000000"/>
                </a:solidFill>
              </a:rPr>
              <a:t>REUMATISMO DE COLUMNA </a:t>
            </a:r>
            <a:endParaRPr sz="4444" dirty="0">
              <a:solidFill>
                <a:srgbClr val="000000"/>
              </a:solidFill>
            </a:endParaRPr>
          </a:p>
          <a:p>
            <a:pPr marL="0" lvl="0" indent="0" algn="ctr" rtl="0">
              <a:spcBef>
                <a:spcPts val="300"/>
              </a:spcBef>
              <a:spcAft>
                <a:spcPts val="0"/>
              </a:spcAft>
              <a:buNone/>
            </a:pPr>
            <a:endParaRPr dirty="0"/>
          </a:p>
        </p:txBody>
      </p:sp>
      <p:pic>
        <p:nvPicPr>
          <p:cNvPr id="130" name="Google Shape;130;p13"/>
          <p:cNvPicPr preferRelativeResize="0"/>
          <p:nvPr/>
        </p:nvPicPr>
        <p:blipFill>
          <a:blip r:embed="rId3">
            <a:alphaModFix/>
          </a:blip>
          <a:stretch>
            <a:fillRect/>
          </a:stretch>
        </p:blipFill>
        <p:spPr>
          <a:xfrm>
            <a:off x="6583200" y="3492750"/>
            <a:ext cx="2151051" cy="120997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6" name="Google Shape;136;p14"/>
          <p:cNvSpPr txBox="1">
            <a:spLocks noGrp="1"/>
          </p:cNvSpPr>
          <p:nvPr>
            <p:ph type="body" idx="1"/>
          </p:nvPr>
        </p:nvSpPr>
        <p:spPr>
          <a:xfrm>
            <a:off x="654825" y="1553000"/>
            <a:ext cx="3462300" cy="2885700"/>
          </a:xfrm>
          <a:prstGeom prst="rect">
            <a:avLst/>
          </a:prstGeom>
        </p:spPr>
        <p:txBody>
          <a:bodyPr spcFirstLastPara="1" wrap="square" lIns="91425" tIns="91425" rIns="91425" bIns="91425" anchor="t" anchorCtr="0">
            <a:normAutofit fontScale="92500" lnSpcReduction="10000"/>
          </a:bodyPr>
          <a:lstStyle/>
          <a:p>
            <a:pPr marL="0" lvl="0" indent="0" algn="just" rtl="0">
              <a:spcBef>
                <a:spcPts val="1200"/>
              </a:spcBef>
              <a:spcAft>
                <a:spcPts val="0"/>
              </a:spcAft>
              <a:buNone/>
            </a:pPr>
            <a:r>
              <a:rPr lang="es" dirty="0"/>
              <a:t>El </a:t>
            </a:r>
            <a:r>
              <a:rPr lang="es" b="1" dirty="0"/>
              <a:t>dolor de espalda</a:t>
            </a:r>
            <a:r>
              <a:rPr lang="es" dirty="0"/>
              <a:t> es una de las </a:t>
            </a:r>
            <a:r>
              <a:rPr lang="es" b="1" dirty="0"/>
              <a:t>causas más frecuentes de consulta</a:t>
            </a:r>
            <a:r>
              <a:rPr lang="es" dirty="0"/>
              <a:t> en AP, urgencias y especialidades relacionadas con el aparato locomotor. </a:t>
            </a:r>
            <a:endParaRPr dirty="0"/>
          </a:p>
          <a:p>
            <a:pPr marL="0" lvl="0" indent="0" algn="just" rtl="0">
              <a:spcBef>
                <a:spcPts val="1200"/>
              </a:spcBef>
              <a:spcAft>
                <a:spcPts val="0"/>
              </a:spcAft>
              <a:buNone/>
            </a:pPr>
            <a:r>
              <a:rPr lang="es" dirty="0"/>
              <a:t>La </a:t>
            </a:r>
            <a:r>
              <a:rPr lang="es" b="1" dirty="0"/>
              <a:t>prevalencia de lumbalgia</a:t>
            </a:r>
            <a:r>
              <a:rPr lang="es" dirty="0"/>
              <a:t> a lo largo de la vida es del </a:t>
            </a:r>
            <a:r>
              <a:rPr lang="es" b="1" dirty="0"/>
              <a:t>80%</a:t>
            </a:r>
            <a:r>
              <a:rPr lang="es" dirty="0"/>
              <a:t>. </a:t>
            </a:r>
            <a:endParaRPr dirty="0"/>
          </a:p>
          <a:p>
            <a:pPr marL="0" lvl="0" indent="0" algn="just" rtl="0">
              <a:spcBef>
                <a:spcPts val="1200"/>
              </a:spcBef>
              <a:spcAft>
                <a:spcPts val="0"/>
              </a:spcAft>
              <a:buNone/>
            </a:pPr>
            <a:r>
              <a:rPr lang="es" dirty="0"/>
              <a:t>La mayoría de las raquialgias son</a:t>
            </a:r>
            <a:r>
              <a:rPr lang="es" b="1" dirty="0"/>
              <a:t> inespecíficas</a:t>
            </a:r>
            <a:r>
              <a:rPr lang="es" dirty="0"/>
              <a:t> y de predominio mecánico. Importancia de una </a:t>
            </a:r>
            <a:r>
              <a:rPr lang="es" b="1" dirty="0"/>
              <a:t>correcta anamnesis.</a:t>
            </a:r>
            <a:endParaRPr b="1" dirty="0"/>
          </a:p>
          <a:p>
            <a:pPr marL="0" lvl="0" indent="0" algn="just" rtl="0">
              <a:spcBef>
                <a:spcPts val="1200"/>
              </a:spcBef>
              <a:spcAft>
                <a:spcPts val="1200"/>
              </a:spcAft>
              <a:buNone/>
            </a:pPr>
            <a:r>
              <a:rPr lang="es" dirty="0"/>
              <a:t>En esta sesión nos centraremos en el </a:t>
            </a:r>
            <a:r>
              <a:rPr lang="es" b="1" dirty="0"/>
              <a:t>manejo de la cervicalgia y la lumbalgia de origen musculoesquelético.</a:t>
            </a:r>
            <a:endParaRPr b="1" dirty="0"/>
          </a:p>
        </p:txBody>
      </p:sp>
      <p:pic>
        <p:nvPicPr>
          <p:cNvPr id="137" name="Google Shape;137;p14"/>
          <p:cNvPicPr preferRelativeResize="0"/>
          <p:nvPr/>
        </p:nvPicPr>
        <p:blipFill>
          <a:blip r:embed="rId3">
            <a:alphaModFix/>
          </a:blip>
          <a:stretch>
            <a:fillRect/>
          </a:stretch>
        </p:blipFill>
        <p:spPr>
          <a:xfrm>
            <a:off x="4117025" y="434650"/>
            <a:ext cx="4274200" cy="427420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3" name="Google Shape;163;p18"/>
          <p:cNvSpPr txBox="1">
            <a:spLocks noGrp="1"/>
          </p:cNvSpPr>
          <p:nvPr>
            <p:ph type="body" idx="1"/>
          </p:nvPr>
        </p:nvSpPr>
        <p:spPr>
          <a:xfrm>
            <a:off x="819150" y="1597250"/>
            <a:ext cx="7246800" cy="2909100"/>
          </a:xfrm>
          <a:prstGeom prst="rect">
            <a:avLst/>
          </a:prstGeom>
        </p:spPr>
        <p:txBody>
          <a:bodyPr spcFirstLastPara="1" wrap="square" lIns="91425" tIns="91425" rIns="91425" bIns="91425" anchor="t" anchorCtr="0">
            <a:normAutofit/>
          </a:bodyPr>
          <a:lstStyle/>
          <a:p>
            <a:pPr marL="457200" lvl="0" indent="-336550" algn="l" rtl="0">
              <a:lnSpc>
                <a:spcPct val="150000"/>
              </a:lnSpc>
              <a:spcBef>
                <a:spcPts val="0"/>
              </a:spcBef>
              <a:spcAft>
                <a:spcPts val="0"/>
              </a:spcAft>
              <a:buSzPts val="1700"/>
              <a:buChar char="●"/>
            </a:pPr>
            <a:r>
              <a:rPr lang="es" sz="1700" dirty="0"/>
              <a:t>Cervicalgia: prevalencia del </a:t>
            </a:r>
            <a:r>
              <a:rPr lang="es" sz="1700" b="1" dirty="0"/>
              <a:t>10- 20%</a:t>
            </a:r>
            <a:r>
              <a:rPr lang="es" sz="1700" dirty="0"/>
              <a:t> en la población adulta</a:t>
            </a:r>
            <a:endParaRPr sz="1700" dirty="0"/>
          </a:p>
          <a:p>
            <a:pPr marL="457200" lvl="0" indent="-336550" algn="l" rtl="0">
              <a:lnSpc>
                <a:spcPct val="150000"/>
              </a:lnSpc>
              <a:spcBef>
                <a:spcPts val="0"/>
              </a:spcBef>
              <a:spcAft>
                <a:spcPts val="0"/>
              </a:spcAft>
              <a:buSzPts val="1700"/>
              <a:buChar char="●"/>
            </a:pPr>
            <a:r>
              <a:rPr lang="es" sz="1700" dirty="0"/>
              <a:t>Es </a:t>
            </a:r>
            <a:r>
              <a:rPr lang="es" sz="1700" b="1" dirty="0"/>
              <a:t>poco frecuente la baja laboral</a:t>
            </a:r>
            <a:r>
              <a:rPr lang="es" sz="1700" dirty="0"/>
              <a:t> por este motivo.</a:t>
            </a:r>
            <a:endParaRPr sz="1700" dirty="0"/>
          </a:p>
          <a:p>
            <a:pPr marL="457200" lvl="0" indent="-336550" algn="l" rtl="0">
              <a:lnSpc>
                <a:spcPct val="150000"/>
              </a:lnSpc>
              <a:spcBef>
                <a:spcPts val="0"/>
              </a:spcBef>
              <a:spcAft>
                <a:spcPts val="0"/>
              </a:spcAft>
              <a:buSzPts val="1700"/>
              <a:buChar char="●"/>
            </a:pPr>
            <a:r>
              <a:rPr lang="es" sz="1700" dirty="0"/>
              <a:t>Causa más frecuente de cervicalgia aguda y crónica en adultos: </a:t>
            </a:r>
            <a:r>
              <a:rPr lang="es" sz="1700" b="1" dirty="0"/>
              <a:t>cambios degenerativos tipo artrosis. </a:t>
            </a:r>
            <a:endParaRPr sz="1700" b="1" dirty="0"/>
          </a:p>
          <a:p>
            <a:pPr marL="457200" lvl="0" indent="-336550" algn="l" rtl="0">
              <a:lnSpc>
                <a:spcPct val="150000"/>
              </a:lnSpc>
              <a:spcBef>
                <a:spcPts val="0"/>
              </a:spcBef>
              <a:spcAft>
                <a:spcPts val="0"/>
              </a:spcAft>
              <a:buSzPts val="1700"/>
              <a:buChar char="●"/>
            </a:pPr>
            <a:r>
              <a:rPr lang="es" sz="1700" dirty="0"/>
              <a:t>La mayoría de los pacientes </a:t>
            </a:r>
            <a:r>
              <a:rPr lang="es" sz="1700" b="1" dirty="0"/>
              <a:t>mejoran con tratamiento conservador. </a:t>
            </a:r>
            <a:endParaRPr sz="1700" b="1" dirty="0"/>
          </a:p>
        </p:txBody>
      </p:sp>
      <p:sp>
        <p:nvSpPr>
          <p:cNvPr id="164" name="Google Shape;164;p18"/>
          <p:cNvSpPr/>
          <p:nvPr/>
        </p:nvSpPr>
        <p:spPr>
          <a:xfrm>
            <a:off x="2759300" y="391700"/>
            <a:ext cx="2048700" cy="453900"/>
          </a:xfrm>
          <a:prstGeom prst="chevron">
            <a:avLst>
              <a:gd name="adj" fmla="val 50000"/>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sz="1100" b="1"/>
              <a:t>Aguda </a:t>
            </a:r>
            <a:endParaRPr sz="1100" b="1"/>
          </a:p>
          <a:p>
            <a:pPr marL="0" lvl="0" indent="0" algn="ctr" rtl="0">
              <a:spcBef>
                <a:spcPts val="0"/>
              </a:spcBef>
              <a:spcAft>
                <a:spcPts val="0"/>
              </a:spcAft>
              <a:buNone/>
            </a:pPr>
            <a:r>
              <a:rPr lang="es" sz="1100"/>
              <a:t>&lt; 6 semanas</a:t>
            </a:r>
            <a:endParaRPr sz="1100"/>
          </a:p>
        </p:txBody>
      </p:sp>
      <p:sp>
        <p:nvSpPr>
          <p:cNvPr id="165" name="Google Shape;165;p18"/>
          <p:cNvSpPr/>
          <p:nvPr/>
        </p:nvSpPr>
        <p:spPr>
          <a:xfrm>
            <a:off x="4701525" y="391700"/>
            <a:ext cx="2048700" cy="453900"/>
          </a:xfrm>
          <a:prstGeom prst="chevron">
            <a:avLst>
              <a:gd name="adj" fmla="val 50000"/>
            </a:avLst>
          </a:prstGeom>
          <a:solidFill>
            <a:srgbClr val="6FA8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sz="1100" b="1"/>
              <a:t>Subaguda</a:t>
            </a:r>
            <a:endParaRPr sz="1100" b="1"/>
          </a:p>
          <a:p>
            <a:pPr marL="0" lvl="0" indent="0" algn="ctr" rtl="0">
              <a:spcBef>
                <a:spcPts val="0"/>
              </a:spcBef>
              <a:spcAft>
                <a:spcPts val="0"/>
              </a:spcAft>
              <a:buNone/>
            </a:pPr>
            <a:r>
              <a:rPr lang="es" sz="1100"/>
              <a:t>6-12 semanas</a:t>
            </a:r>
            <a:endParaRPr sz="1100"/>
          </a:p>
        </p:txBody>
      </p:sp>
      <p:sp>
        <p:nvSpPr>
          <p:cNvPr id="166" name="Google Shape;166;p18"/>
          <p:cNvSpPr/>
          <p:nvPr/>
        </p:nvSpPr>
        <p:spPr>
          <a:xfrm>
            <a:off x="6639600" y="391700"/>
            <a:ext cx="2229000" cy="453900"/>
          </a:xfrm>
          <a:prstGeom prst="chevron">
            <a:avLst>
              <a:gd name="adj" fmla="val 50000"/>
            </a:avLst>
          </a:prstGeom>
          <a:solidFill>
            <a:srgbClr val="B4A7D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sz="1100" b="1"/>
              <a:t>Crónica </a:t>
            </a:r>
            <a:endParaRPr sz="1100" b="1"/>
          </a:p>
          <a:p>
            <a:pPr marL="0" lvl="0" indent="0" algn="ctr" rtl="0">
              <a:spcBef>
                <a:spcPts val="0"/>
              </a:spcBef>
              <a:spcAft>
                <a:spcPts val="0"/>
              </a:spcAft>
              <a:buNone/>
            </a:pPr>
            <a:r>
              <a:rPr lang="es" sz="1100"/>
              <a:t>12 o &gt; semanas</a:t>
            </a:r>
            <a:endParaRPr sz="110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9"/>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a:t>RECUERDO ANATÓMICO</a:t>
            </a:r>
            <a:endParaRPr/>
          </a:p>
        </p:txBody>
      </p:sp>
      <p:sp>
        <p:nvSpPr>
          <p:cNvPr id="173" name="Google Shape;173;p19"/>
          <p:cNvSpPr txBox="1">
            <a:spLocks noGrp="1"/>
          </p:cNvSpPr>
          <p:nvPr>
            <p:ph type="body" idx="1"/>
          </p:nvPr>
        </p:nvSpPr>
        <p:spPr>
          <a:xfrm>
            <a:off x="5610275" y="1364975"/>
            <a:ext cx="2886900" cy="322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400"/>
              <a:t>Músculos </a:t>
            </a:r>
            <a:r>
              <a:rPr lang="es" sz="1400" b="1"/>
              <a:t>paracervicales y trapecio:</a:t>
            </a:r>
            <a:r>
              <a:rPr lang="es" sz="1400"/>
              <a:t> función de sostén y estabilidad.</a:t>
            </a:r>
            <a:endParaRPr sz="1400"/>
          </a:p>
          <a:p>
            <a:pPr marL="0" lvl="0" indent="0" algn="l" rtl="0">
              <a:spcBef>
                <a:spcPts val="1200"/>
              </a:spcBef>
              <a:spcAft>
                <a:spcPts val="0"/>
              </a:spcAft>
              <a:buNone/>
            </a:pPr>
            <a:r>
              <a:rPr lang="es" sz="1400" b="1"/>
              <a:t>Cambios degenerativos</a:t>
            </a:r>
            <a:r>
              <a:rPr lang="es" sz="1400"/>
              <a:t> asientan mayoritariamente entre </a:t>
            </a:r>
            <a:r>
              <a:rPr lang="es" sz="1400" b="1"/>
              <a:t>C4 y C7</a:t>
            </a:r>
            <a:r>
              <a:rPr lang="es" sz="1400"/>
              <a:t>. </a:t>
            </a:r>
            <a:endParaRPr sz="1400"/>
          </a:p>
          <a:p>
            <a:pPr marL="0" lvl="0" indent="0" algn="l" rtl="0">
              <a:spcBef>
                <a:spcPts val="1200"/>
              </a:spcBef>
              <a:spcAft>
                <a:spcPts val="0"/>
              </a:spcAft>
              <a:buNone/>
            </a:pPr>
            <a:r>
              <a:rPr lang="es" sz="1400"/>
              <a:t>Cambios degenerativos pueden derivar en </a:t>
            </a:r>
            <a:r>
              <a:rPr lang="es" sz="1400" b="1"/>
              <a:t>inversión de la lordosis. </a:t>
            </a:r>
            <a:endParaRPr sz="1400" b="1"/>
          </a:p>
          <a:p>
            <a:pPr marL="0" lvl="0" indent="0" algn="l" rtl="0">
              <a:spcBef>
                <a:spcPts val="1200"/>
              </a:spcBef>
              <a:spcAft>
                <a:spcPts val="1200"/>
              </a:spcAft>
              <a:buNone/>
            </a:pPr>
            <a:r>
              <a:rPr lang="es" sz="1400" b="1"/>
              <a:t>No hay evidencia</a:t>
            </a:r>
            <a:r>
              <a:rPr lang="es" sz="1400"/>
              <a:t> de </a:t>
            </a:r>
            <a:r>
              <a:rPr lang="es" sz="1400" b="1"/>
              <a:t>asociación entre dolor y alteraciones de la alineación</a:t>
            </a:r>
            <a:r>
              <a:rPr lang="es" sz="1400"/>
              <a:t> cervical. </a:t>
            </a:r>
            <a:endParaRPr sz="1400"/>
          </a:p>
        </p:txBody>
      </p:sp>
      <p:pic>
        <p:nvPicPr>
          <p:cNvPr id="174" name="Google Shape;174;p19"/>
          <p:cNvPicPr preferRelativeResize="0"/>
          <p:nvPr/>
        </p:nvPicPr>
        <p:blipFill>
          <a:blip r:embed="rId3">
            <a:alphaModFix/>
          </a:blip>
          <a:stretch>
            <a:fillRect/>
          </a:stretch>
        </p:blipFill>
        <p:spPr>
          <a:xfrm>
            <a:off x="1188113" y="2571750"/>
            <a:ext cx="3996928" cy="1806750"/>
          </a:xfrm>
          <a:prstGeom prst="rect">
            <a:avLst/>
          </a:prstGeom>
          <a:noFill/>
          <a:ln>
            <a:noFill/>
          </a:ln>
        </p:spPr>
      </p:pic>
      <p:sp>
        <p:nvSpPr>
          <p:cNvPr id="175" name="Google Shape;175;p19"/>
          <p:cNvSpPr txBox="1">
            <a:spLocks noGrp="1"/>
          </p:cNvSpPr>
          <p:nvPr>
            <p:ph type="body" idx="1"/>
          </p:nvPr>
        </p:nvSpPr>
        <p:spPr>
          <a:xfrm>
            <a:off x="917825" y="1550525"/>
            <a:ext cx="4537500" cy="1237500"/>
          </a:xfrm>
          <a:prstGeom prst="rect">
            <a:avLst/>
          </a:prstGeom>
        </p:spPr>
        <p:txBody>
          <a:bodyPr spcFirstLastPara="1" wrap="square" lIns="91425" tIns="91425" rIns="91425" bIns="91425" anchor="t" anchorCtr="0">
            <a:normAutofit/>
          </a:bodyPr>
          <a:lstStyle/>
          <a:p>
            <a:pPr marL="457200" lvl="0" indent="-324879" algn="l" rtl="0">
              <a:spcBef>
                <a:spcPts val="0"/>
              </a:spcBef>
              <a:spcAft>
                <a:spcPts val="0"/>
              </a:spcAft>
              <a:buSzPts val="1516"/>
              <a:buChar char="●"/>
            </a:pPr>
            <a:r>
              <a:rPr lang="es" sz="1516" b="1"/>
              <a:t>Siete vértebras </a:t>
            </a:r>
            <a:r>
              <a:rPr lang="es" sz="1516"/>
              <a:t>(atlas, axis, C3-C7). </a:t>
            </a:r>
            <a:endParaRPr sz="1516"/>
          </a:p>
          <a:p>
            <a:pPr marL="457200" lvl="0" indent="-324879" algn="l" rtl="0">
              <a:spcBef>
                <a:spcPts val="0"/>
              </a:spcBef>
              <a:spcAft>
                <a:spcPts val="0"/>
              </a:spcAft>
              <a:buSzPts val="1516"/>
              <a:buChar char="●"/>
            </a:pPr>
            <a:r>
              <a:rPr lang="es" sz="1516" b="1"/>
              <a:t>Lordosis poco profunda</a:t>
            </a:r>
            <a:r>
              <a:rPr lang="es" sz="1516"/>
              <a:t>, sostenida gracias a los músculos del cuello.</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2"/>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195" name="Google Shape;195;p22"/>
          <p:cNvSpPr txBox="1">
            <a:spLocks noGrp="1"/>
          </p:cNvSpPr>
          <p:nvPr>
            <p:ph type="body" idx="1"/>
          </p:nvPr>
        </p:nvSpPr>
        <p:spPr>
          <a:xfrm>
            <a:off x="5821150" y="2716150"/>
            <a:ext cx="2919600" cy="13920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s" sz="1500" dirty="0"/>
              <a:t>Test de </a:t>
            </a:r>
            <a:r>
              <a:rPr lang="es" sz="1500" b="1" dirty="0"/>
              <a:t>Spurling</a:t>
            </a:r>
            <a:r>
              <a:rPr lang="es" sz="1500" dirty="0"/>
              <a:t> (izq) sobre el lado afeactado siempre.</a:t>
            </a:r>
            <a:endParaRPr sz="1500" dirty="0"/>
          </a:p>
          <a:p>
            <a:pPr marL="0" lvl="0" indent="0">
              <a:spcBef>
                <a:spcPts val="1200"/>
              </a:spcBef>
              <a:buNone/>
            </a:pPr>
            <a:r>
              <a:rPr lang="es" sz="1500" dirty="0"/>
              <a:t>Test de </a:t>
            </a:r>
            <a:r>
              <a:rPr lang="es" sz="1500" b="1" dirty="0"/>
              <a:t>Elvey</a:t>
            </a:r>
            <a:r>
              <a:rPr lang="es" sz="1500" dirty="0"/>
              <a:t> o </a:t>
            </a:r>
            <a:r>
              <a:rPr lang="es-AR" sz="1600" b="1" dirty="0"/>
              <a:t>Upper Limb </a:t>
            </a:r>
            <a:r>
              <a:rPr lang="es-AR" sz="1600" b="1" dirty="0" err="1"/>
              <a:t>Tension</a:t>
            </a:r>
            <a:r>
              <a:rPr lang="es-AR" sz="1600" b="1" dirty="0"/>
              <a:t> Test (ULTT)</a:t>
            </a:r>
            <a:r>
              <a:rPr lang="es-AR" sz="1600" dirty="0"/>
              <a:t> </a:t>
            </a:r>
            <a:r>
              <a:rPr lang="es" sz="1500" dirty="0"/>
              <a:t>(dcha)</a:t>
            </a:r>
            <a:endParaRPr sz="1500" dirty="0"/>
          </a:p>
          <a:p>
            <a:pPr marL="0" lvl="0" indent="0" algn="l" rtl="0">
              <a:spcBef>
                <a:spcPts val="1200"/>
              </a:spcBef>
              <a:spcAft>
                <a:spcPts val="1200"/>
              </a:spcAft>
              <a:buNone/>
            </a:pPr>
            <a:r>
              <a:rPr lang="es" sz="1500" dirty="0"/>
              <a:t>Test de </a:t>
            </a:r>
            <a:r>
              <a:rPr lang="es" sz="1500" b="1" dirty="0"/>
              <a:t>distracción cervical </a:t>
            </a:r>
            <a:r>
              <a:rPr lang="es" sz="1500" dirty="0"/>
              <a:t>(abajo)</a:t>
            </a:r>
            <a:endParaRPr sz="1500" dirty="0"/>
          </a:p>
        </p:txBody>
      </p:sp>
      <p:pic>
        <p:nvPicPr>
          <p:cNvPr id="196" name="Google Shape;196;p22"/>
          <p:cNvPicPr preferRelativeResize="0"/>
          <p:nvPr/>
        </p:nvPicPr>
        <p:blipFill>
          <a:blip r:embed="rId3">
            <a:alphaModFix/>
          </a:blip>
          <a:stretch>
            <a:fillRect/>
          </a:stretch>
        </p:blipFill>
        <p:spPr>
          <a:xfrm>
            <a:off x="382963" y="341250"/>
            <a:ext cx="2267574" cy="2260051"/>
          </a:xfrm>
          <a:prstGeom prst="rect">
            <a:avLst/>
          </a:prstGeom>
          <a:noFill/>
          <a:ln>
            <a:noFill/>
          </a:ln>
        </p:spPr>
      </p:pic>
      <p:pic>
        <p:nvPicPr>
          <p:cNvPr id="197" name="Google Shape;197;p22"/>
          <p:cNvPicPr preferRelativeResize="0"/>
          <p:nvPr/>
        </p:nvPicPr>
        <p:blipFill rotWithShape="1">
          <a:blip r:embed="rId4">
            <a:alphaModFix/>
          </a:blip>
          <a:srcRect l="-5530" r="5529"/>
          <a:stretch/>
        </p:blipFill>
        <p:spPr>
          <a:xfrm>
            <a:off x="5420501" y="341250"/>
            <a:ext cx="3198099" cy="1831175"/>
          </a:xfrm>
          <a:prstGeom prst="rect">
            <a:avLst/>
          </a:prstGeom>
          <a:noFill/>
          <a:ln>
            <a:noFill/>
          </a:ln>
        </p:spPr>
      </p:pic>
      <p:pic>
        <p:nvPicPr>
          <p:cNvPr id="198" name="Google Shape;198;p22"/>
          <p:cNvPicPr preferRelativeResize="0"/>
          <p:nvPr/>
        </p:nvPicPr>
        <p:blipFill rotWithShape="1">
          <a:blip r:embed="rId5">
            <a:alphaModFix/>
          </a:blip>
          <a:srcRect t="3081" r="5953"/>
          <a:stretch/>
        </p:blipFill>
        <p:spPr>
          <a:xfrm>
            <a:off x="2650525" y="2060035"/>
            <a:ext cx="2919501" cy="2696716"/>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283" name="Google Shape;283;p33"/>
          <p:cNvGraphicFramePr/>
          <p:nvPr>
            <p:extLst>
              <p:ext uri="{D42A27DB-BD31-4B8C-83A1-F6EECF244321}">
                <p14:modId xmlns:p14="http://schemas.microsoft.com/office/powerpoint/2010/main" val="4178638694"/>
              </p:ext>
            </p:extLst>
          </p:nvPr>
        </p:nvGraphicFramePr>
        <p:xfrm>
          <a:off x="1" y="0"/>
          <a:ext cx="9143999" cy="5143497"/>
        </p:xfrm>
        <a:graphic>
          <a:graphicData uri="http://schemas.openxmlformats.org/drawingml/2006/table">
            <a:tbl>
              <a:tblPr>
                <a:noFill/>
              </a:tblPr>
              <a:tblGrid>
                <a:gridCol w="1674382">
                  <a:extLst>
                    <a:ext uri="{9D8B030D-6E8A-4147-A177-3AD203B41FA5}">
                      <a16:colId xmlns:a16="http://schemas.microsoft.com/office/drawing/2014/main" val="20000"/>
                    </a:ext>
                  </a:extLst>
                </a:gridCol>
                <a:gridCol w="2124416">
                  <a:extLst>
                    <a:ext uri="{9D8B030D-6E8A-4147-A177-3AD203B41FA5}">
                      <a16:colId xmlns:a16="http://schemas.microsoft.com/office/drawing/2014/main" val="20001"/>
                    </a:ext>
                  </a:extLst>
                </a:gridCol>
                <a:gridCol w="1970981">
                  <a:extLst>
                    <a:ext uri="{9D8B030D-6E8A-4147-A177-3AD203B41FA5}">
                      <a16:colId xmlns:a16="http://schemas.microsoft.com/office/drawing/2014/main" val="20002"/>
                    </a:ext>
                  </a:extLst>
                </a:gridCol>
                <a:gridCol w="1259556">
                  <a:extLst>
                    <a:ext uri="{9D8B030D-6E8A-4147-A177-3AD203B41FA5}">
                      <a16:colId xmlns:a16="http://schemas.microsoft.com/office/drawing/2014/main" val="20003"/>
                    </a:ext>
                  </a:extLst>
                </a:gridCol>
                <a:gridCol w="2114664">
                  <a:extLst>
                    <a:ext uri="{9D8B030D-6E8A-4147-A177-3AD203B41FA5}">
                      <a16:colId xmlns:a16="http://schemas.microsoft.com/office/drawing/2014/main" val="20004"/>
                    </a:ext>
                  </a:extLst>
                </a:gridCol>
              </a:tblGrid>
              <a:tr h="620167">
                <a:tc>
                  <a:txBody>
                    <a:bodyPr/>
                    <a:lstStyle/>
                    <a:p>
                      <a:pPr marL="0" lvl="0" indent="0" algn="l" rtl="0">
                        <a:spcBef>
                          <a:spcPts val="0"/>
                        </a:spcBef>
                        <a:spcAft>
                          <a:spcPts val="0"/>
                        </a:spcAft>
                        <a:buNone/>
                      </a:pPr>
                      <a:r>
                        <a:rPr lang="es" sz="1200" b="1"/>
                        <a:t>Patología</a:t>
                      </a:r>
                      <a:endParaRPr sz="1200" b="1"/>
                    </a:p>
                  </a:txBody>
                  <a:tcPr marL="91425" marR="91425" marT="91425" marB="91425">
                    <a:solidFill>
                      <a:srgbClr val="CFE2F3"/>
                    </a:solidFill>
                  </a:tcPr>
                </a:tc>
                <a:tc>
                  <a:txBody>
                    <a:bodyPr/>
                    <a:lstStyle/>
                    <a:p>
                      <a:pPr marL="0" lvl="0" indent="0" algn="l" rtl="0">
                        <a:spcBef>
                          <a:spcPts val="0"/>
                        </a:spcBef>
                        <a:spcAft>
                          <a:spcPts val="0"/>
                        </a:spcAft>
                        <a:buNone/>
                      </a:pPr>
                      <a:r>
                        <a:rPr lang="es" sz="1200" b="1"/>
                        <a:t>Síntomas</a:t>
                      </a:r>
                      <a:endParaRPr sz="1200" b="1"/>
                    </a:p>
                  </a:txBody>
                  <a:tcPr marL="91425" marR="91425" marT="91425" marB="91425">
                    <a:solidFill>
                      <a:srgbClr val="CFE2F3"/>
                    </a:solidFill>
                  </a:tcPr>
                </a:tc>
                <a:tc>
                  <a:txBody>
                    <a:bodyPr/>
                    <a:lstStyle/>
                    <a:p>
                      <a:pPr marL="0" lvl="0" indent="0" algn="l" rtl="0">
                        <a:spcBef>
                          <a:spcPts val="0"/>
                        </a:spcBef>
                        <a:spcAft>
                          <a:spcPts val="0"/>
                        </a:spcAft>
                        <a:buNone/>
                      </a:pPr>
                      <a:r>
                        <a:rPr lang="es" sz="1200" b="1"/>
                        <a:t>EF</a:t>
                      </a:r>
                      <a:endParaRPr sz="1200" b="1"/>
                    </a:p>
                  </a:txBody>
                  <a:tcPr marL="91425" marR="91425" marT="91425" marB="91425">
                    <a:solidFill>
                      <a:srgbClr val="CFE2F3"/>
                    </a:solidFill>
                  </a:tcPr>
                </a:tc>
                <a:tc>
                  <a:txBody>
                    <a:bodyPr/>
                    <a:lstStyle/>
                    <a:p>
                      <a:pPr marL="0" lvl="0" indent="0" algn="l" rtl="0">
                        <a:spcBef>
                          <a:spcPts val="0"/>
                        </a:spcBef>
                        <a:spcAft>
                          <a:spcPts val="0"/>
                        </a:spcAft>
                        <a:buNone/>
                      </a:pPr>
                      <a:r>
                        <a:rPr lang="es" sz="1200" b="1"/>
                        <a:t>Maniobras provocación</a:t>
                      </a:r>
                      <a:endParaRPr sz="1200" b="1"/>
                    </a:p>
                  </a:txBody>
                  <a:tcPr marL="91425" marR="91425" marT="91425" marB="91425">
                    <a:solidFill>
                      <a:srgbClr val="CFE2F3"/>
                    </a:solidFill>
                  </a:tcPr>
                </a:tc>
                <a:tc>
                  <a:txBody>
                    <a:bodyPr/>
                    <a:lstStyle/>
                    <a:p>
                      <a:pPr marL="0" lvl="0" indent="0" algn="l" rtl="0">
                        <a:spcBef>
                          <a:spcPts val="0"/>
                        </a:spcBef>
                        <a:spcAft>
                          <a:spcPts val="0"/>
                        </a:spcAft>
                        <a:buNone/>
                      </a:pPr>
                      <a:r>
                        <a:rPr lang="es" sz="1200" b="1"/>
                        <a:t>PC</a:t>
                      </a:r>
                      <a:endParaRPr sz="1200" b="1"/>
                    </a:p>
                  </a:txBody>
                  <a:tcPr marL="91425" marR="91425" marT="91425" marB="91425">
                    <a:solidFill>
                      <a:srgbClr val="CFE2F3"/>
                    </a:solidFill>
                  </a:tcPr>
                </a:tc>
                <a:extLst>
                  <a:ext uri="{0D108BD9-81ED-4DB2-BD59-A6C34878D82A}">
                    <a16:rowId xmlns:a16="http://schemas.microsoft.com/office/drawing/2014/main" val="10000"/>
                  </a:ext>
                </a:extLst>
              </a:tr>
              <a:tr h="620167">
                <a:tc>
                  <a:txBody>
                    <a:bodyPr/>
                    <a:lstStyle/>
                    <a:p>
                      <a:pPr marL="0" lvl="0" indent="0" algn="l" rtl="0">
                        <a:spcBef>
                          <a:spcPts val="0"/>
                        </a:spcBef>
                        <a:spcAft>
                          <a:spcPts val="0"/>
                        </a:spcAft>
                        <a:buNone/>
                      </a:pPr>
                      <a:r>
                        <a:rPr lang="es" sz="1300" b="1"/>
                        <a:t>Distens/ contract cervical </a:t>
                      </a:r>
                      <a:r>
                        <a:rPr lang="es" sz="1300" b="1">
                          <a:solidFill>
                            <a:srgbClr val="CC0000"/>
                          </a:solidFill>
                        </a:rPr>
                        <a:t>+F</a:t>
                      </a:r>
                      <a:endParaRPr sz="1300" b="1">
                        <a:solidFill>
                          <a:srgbClr val="CC0000"/>
                        </a:solidFill>
                      </a:endParaRPr>
                    </a:p>
                  </a:txBody>
                  <a:tcPr marL="91425" marR="91425" marT="91425" marB="91425">
                    <a:solidFill>
                      <a:srgbClr val="FFF2CC"/>
                    </a:solidFill>
                  </a:tcPr>
                </a:tc>
                <a:tc>
                  <a:txBody>
                    <a:bodyPr/>
                    <a:lstStyle/>
                    <a:p>
                      <a:pPr marL="0" lvl="0" indent="0" algn="l" rtl="0">
                        <a:spcBef>
                          <a:spcPts val="0"/>
                        </a:spcBef>
                        <a:spcAft>
                          <a:spcPts val="0"/>
                        </a:spcAft>
                        <a:buNone/>
                      </a:pPr>
                      <a:r>
                        <a:rPr lang="es" sz="1200"/>
                        <a:t>Dolor + </a:t>
                      </a:r>
                      <a:r>
                        <a:rPr lang="es" sz="1200" b="1">
                          <a:solidFill>
                            <a:srgbClr val="9900FF"/>
                          </a:solidFill>
                        </a:rPr>
                        <a:t>rigidez</a:t>
                      </a:r>
                      <a:endParaRPr sz="1200" b="1">
                        <a:solidFill>
                          <a:srgbClr val="9900FF"/>
                        </a:solidFill>
                      </a:endParaRPr>
                    </a:p>
                    <a:p>
                      <a:pPr marL="0" lvl="0" indent="0" algn="l" rtl="0">
                        <a:spcBef>
                          <a:spcPts val="0"/>
                        </a:spcBef>
                        <a:spcAft>
                          <a:spcPts val="0"/>
                        </a:spcAft>
                        <a:buNone/>
                      </a:pPr>
                      <a:r>
                        <a:rPr lang="es" sz="1200" i="1"/>
                        <a:t>&lt;6 semanas, cefalea</a:t>
                      </a:r>
                      <a:endParaRPr sz="1200" i="1"/>
                    </a:p>
                  </a:txBody>
                  <a:tcPr marL="91425" marR="91425" marT="91425" marB="91425"/>
                </a:tc>
                <a:tc>
                  <a:txBody>
                    <a:bodyPr/>
                    <a:lstStyle/>
                    <a:p>
                      <a:pPr marL="0" lvl="0" indent="0" algn="l" rtl="0">
                        <a:spcBef>
                          <a:spcPts val="0"/>
                        </a:spcBef>
                        <a:spcAft>
                          <a:spcPts val="0"/>
                        </a:spcAft>
                        <a:buNone/>
                      </a:pPr>
                      <a:r>
                        <a:rPr lang="es" sz="1200"/>
                        <a:t>Contractura paracervical/ trapecio</a:t>
                      </a:r>
                      <a:endParaRPr sz="1200"/>
                    </a:p>
                  </a:txBody>
                  <a:tcPr marL="91425" marR="91425" marT="91425" marB="91425"/>
                </a:tc>
                <a:tc>
                  <a:txBody>
                    <a:bodyPr/>
                    <a:lstStyle/>
                    <a:p>
                      <a:pPr marL="0" lvl="0" indent="0" algn="l" rtl="0">
                        <a:spcBef>
                          <a:spcPts val="0"/>
                        </a:spcBef>
                        <a:spcAft>
                          <a:spcPts val="0"/>
                        </a:spcAft>
                        <a:buNone/>
                      </a:pPr>
                      <a:r>
                        <a:rPr lang="es" sz="1200"/>
                        <a:t>Negativas</a:t>
                      </a:r>
                      <a:endParaRPr sz="1200"/>
                    </a:p>
                  </a:txBody>
                  <a:tcPr marL="91425" marR="91425" marT="91425" marB="91425"/>
                </a:tc>
                <a:tc>
                  <a:txBody>
                    <a:bodyPr/>
                    <a:lstStyle/>
                    <a:p>
                      <a:pPr marL="0" lvl="0" indent="0" algn="l" rtl="0">
                        <a:spcBef>
                          <a:spcPts val="0"/>
                        </a:spcBef>
                        <a:spcAft>
                          <a:spcPts val="0"/>
                        </a:spcAft>
                        <a:buNone/>
                      </a:pPr>
                      <a:r>
                        <a:rPr lang="es" sz="1200" b="1"/>
                        <a:t>No. </a:t>
                      </a:r>
                      <a:r>
                        <a:rPr lang="es" sz="1200" b="1">
                          <a:solidFill>
                            <a:schemeClr val="accent1"/>
                          </a:solidFill>
                        </a:rPr>
                        <a:t>DX clínico</a:t>
                      </a:r>
                      <a:r>
                        <a:rPr lang="es" sz="1200" b="1">
                          <a:solidFill>
                            <a:schemeClr val="accent2"/>
                          </a:solidFill>
                        </a:rPr>
                        <a:t>.</a:t>
                      </a:r>
                      <a:endParaRPr sz="1200" b="1">
                        <a:solidFill>
                          <a:schemeClr val="accent2"/>
                        </a:solidFill>
                      </a:endParaRPr>
                    </a:p>
                  </a:txBody>
                  <a:tcPr marL="91425" marR="91425" marT="91425" marB="91425"/>
                </a:tc>
                <a:extLst>
                  <a:ext uri="{0D108BD9-81ED-4DB2-BD59-A6C34878D82A}">
                    <a16:rowId xmlns:a16="http://schemas.microsoft.com/office/drawing/2014/main" val="10001"/>
                  </a:ext>
                </a:extLst>
              </a:tr>
              <a:tr h="828123">
                <a:tc>
                  <a:txBody>
                    <a:bodyPr/>
                    <a:lstStyle/>
                    <a:p>
                      <a:pPr marL="0" lvl="0" indent="0" algn="l" rtl="0">
                        <a:spcBef>
                          <a:spcPts val="0"/>
                        </a:spcBef>
                        <a:spcAft>
                          <a:spcPts val="0"/>
                        </a:spcAft>
                        <a:buNone/>
                      </a:pPr>
                      <a:r>
                        <a:rPr lang="es" sz="1300" b="1"/>
                        <a:t>Atrosis cervical</a:t>
                      </a:r>
                      <a:endParaRPr sz="1300" b="1"/>
                    </a:p>
                  </a:txBody>
                  <a:tcPr marL="91425" marR="91425" marT="91425" marB="91425">
                    <a:solidFill>
                      <a:srgbClr val="FFF2CC"/>
                    </a:solidFill>
                  </a:tcPr>
                </a:tc>
                <a:tc>
                  <a:txBody>
                    <a:bodyPr/>
                    <a:lstStyle/>
                    <a:p>
                      <a:pPr marL="0" lvl="0" indent="0" algn="l" rtl="0">
                        <a:spcBef>
                          <a:spcPts val="0"/>
                        </a:spcBef>
                        <a:spcAft>
                          <a:spcPts val="0"/>
                        </a:spcAft>
                        <a:buNone/>
                      </a:pPr>
                      <a:r>
                        <a:rPr lang="es" sz="1200"/>
                        <a:t>Dolor + </a:t>
                      </a:r>
                      <a:r>
                        <a:rPr lang="es" sz="1200" b="1">
                          <a:solidFill>
                            <a:srgbClr val="9900FF"/>
                          </a:solidFill>
                        </a:rPr>
                        <a:t>rigidez matutina</a:t>
                      </a:r>
                      <a:endParaRPr sz="1200" b="1">
                        <a:solidFill>
                          <a:srgbClr val="9900FF"/>
                        </a:solidFill>
                      </a:endParaRPr>
                    </a:p>
                    <a:p>
                      <a:pPr marL="0" lvl="0" indent="0" algn="l" rtl="0">
                        <a:spcBef>
                          <a:spcPts val="0"/>
                        </a:spcBef>
                        <a:spcAft>
                          <a:spcPts val="0"/>
                        </a:spcAft>
                        <a:buNone/>
                      </a:pPr>
                      <a:r>
                        <a:rPr lang="es" sz="1200" b="1">
                          <a:solidFill>
                            <a:schemeClr val="dk2"/>
                          </a:solidFill>
                        </a:rPr>
                        <a:t>Ritmo inflamatorio…</a:t>
                      </a:r>
                      <a:endParaRPr sz="1200" b="1">
                        <a:solidFill>
                          <a:schemeClr val="dk2"/>
                        </a:solidFill>
                      </a:endParaRPr>
                    </a:p>
                  </a:txBody>
                  <a:tcPr marL="91425" marR="91425" marT="91425" marB="91425"/>
                </a:tc>
                <a:tc>
                  <a:txBody>
                    <a:bodyPr/>
                    <a:lstStyle/>
                    <a:p>
                      <a:pPr marL="0" lvl="0" indent="0" algn="l" rtl="0">
                        <a:spcBef>
                          <a:spcPts val="0"/>
                        </a:spcBef>
                        <a:spcAft>
                          <a:spcPts val="0"/>
                        </a:spcAft>
                        <a:buNone/>
                      </a:pPr>
                      <a:r>
                        <a:rPr lang="es" sz="1200"/>
                        <a:t>Dolor a la movilización</a:t>
                      </a:r>
                      <a:endParaRPr sz="1200"/>
                    </a:p>
                  </a:txBody>
                  <a:tcPr marL="91425" marR="91425" marT="91425" marB="91425"/>
                </a:tc>
                <a:tc>
                  <a:txBody>
                    <a:bodyPr/>
                    <a:lstStyle/>
                    <a:p>
                      <a:pPr marL="0" lvl="0" indent="0" algn="l" rtl="0">
                        <a:spcBef>
                          <a:spcPts val="0"/>
                        </a:spcBef>
                        <a:spcAft>
                          <a:spcPts val="0"/>
                        </a:spcAft>
                        <a:buNone/>
                      </a:pPr>
                      <a:r>
                        <a:rPr lang="es" sz="1200"/>
                        <a:t>Negativas</a:t>
                      </a:r>
                      <a:endParaRPr sz="1200"/>
                    </a:p>
                  </a:txBody>
                  <a:tcPr marL="91425" marR="91425" marT="91425" marB="91425"/>
                </a:tc>
                <a:tc>
                  <a:txBody>
                    <a:bodyPr/>
                    <a:lstStyle/>
                    <a:p>
                      <a:pPr marL="0" lvl="0" indent="0" algn="l" rtl="0">
                        <a:spcBef>
                          <a:spcPts val="0"/>
                        </a:spcBef>
                        <a:spcAft>
                          <a:spcPts val="0"/>
                        </a:spcAft>
                        <a:buNone/>
                      </a:pPr>
                      <a:r>
                        <a:rPr lang="es" sz="1200" b="1"/>
                        <a:t>No </a:t>
                      </a:r>
                      <a:r>
                        <a:rPr lang="es" sz="1200"/>
                        <a:t>(sirve tener una RX previa, puede ser anodina…)</a:t>
                      </a:r>
                      <a:endParaRPr sz="1200"/>
                    </a:p>
                  </a:txBody>
                  <a:tcPr marL="91425" marR="91425" marT="91425" marB="91425"/>
                </a:tc>
                <a:extLst>
                  <a:ext uri="{0D108BD9-81ED-4DB2-BD59-A6C34878D82A}">
                    <a16:rowId xmlns:a16="http://schemas.microsoft.com/office/drawing/2014/main" val="10002"/>
                  </a:ext>
                </a:extLst>
              </a:tr>
              <a:tr h="620167">
                <a:tc>
                  <a:txBody>
                    <a:bodyPr/>
                    <a:lstStyle/>
                    <a:p>
                      <a:pPr marL="0" lvl="0" indent="0" algn="l" rtl="0">
                        <a:spcBef>
                          <a:spcPts val="0"/>
                        </a:spcBef>
                        <a:spcAft>
                          <a:spcPts val="0"/>
                        </a:spcAft>
                        <a:buNone/>
                      </a:pPr>
                      <a:r>
                        <a:rPr lang="es" sz="1300" b="1"/>
                        <a:t>Dolor discogénico </a:t>
                      </a:r>
                      <a:endParaRPr sz="1300" b="1"/>
                    </a:p>
                  </a:txBody>
                  <a:tcPr marL="91425" marR="91425" marT="91425" marB="91425">
                    <a:solidFill>
                      <a:srgbClr val="FFF2CC"/>
                    </a:solidFill>
                  </a:tcPr>
                </a:tc>
                <a:tc>
                  <a:txBody>
                    <a:bodyPr/>
                    <a:lstStyle/>
                    <a:p>
                      <a:pPr marL="0" lvl="0" indent="0" algn="l" rtl="0">
                        <a:spcBef>
                          <a:spcPts val="0"/>
                        </a:spcBef>
                        <a:spcAft>
                          <a:spcPts val="0"/>
                        </a:spcAft>
                        <a:buNone/>
                      </a:pPr>
                      <a:r>
                        <a:rPr lang="es" sz="1200"/>
                        <a:t>Dolor + </a:t>
                      </a:r>
                      <a:r>
                        <a:rPr lang="es" sz="1200" b="1">
                          <a:solidFill>
                            <a:srgbClr val="9900FF"/>
                          </a:solidFill>
                        </a:rPr>
                        <a:t>rigidez</a:t>
                      </a:r>
                      <a:endParaRPr sz="1200" b="1">
                        <a:solidFill>
                          <a:srgbClr val="9900FF"/>
                        </a:solidFill>
                      </a:endParaRPr>
                    </a:p>
                    <a:p>
                      <a:pPr marL="0" lvl="0" indent="0" algn="l" rtl="0">
                        <a:spcBef>
                          <a:spcPts val="0"/>
                        </a:spcBef>
                        <a:spcAft>
                          <a:spcPts val="0"/>
                        </a:spcAft>
                        <a:buNone/>
                      </a:pPr>
                      <a:r>
                        <a:rPr lang="es" sz="1200" i="1"/>
                        <a:t>Leer, ordenador, conducir</a:t>
                      </a:r>
                      <a:endParaRPr sz="1200" i="1"/>
                    </a:p>
                  </a:txBody>
                  <a:tcPr marL="91425" marR="91425" marT="91425" marB="91425"/>
                </a:tc>
                <a:tc>
                  <a:txBody>
                    <a:bodyPr/>
                    <a:lstStyle/>
                    <a:p>
                      <a:pPr marL="0" lvl="0" indent="0" algn="l" rtl="0">
                        <a:spcBef>
                          <a:spcPts val="0"/>
                        </a:spcBef>
                        <a:spcAft>
                          <a:spcPts val="0"/>
                        </a:spcAft>
                        <a:buNone/>
                      </a:pPr>
                      <a:r>
                        <a:rPr lang="es" sz="1200"/>
                        <a:t>Rango mov disminuido</a:t>
                      </a:r>
                      <a:endParaRPr sz="1200"/>
                    </a:p>
                  </a:txBody>
                  <a:tcPr marL="91425" marR="91425" marT="91425" marB="91425"/>
                </a:tc>
                <a:tc>
                  <a:txBody>
                    <a:bodyPr/>
                    <a:lstStyle/>
                    <a:p>
                      <a:pPr marL="0" lvl="0" indent="0" algn="l" rtl="0">
                        <a:spcBef>
                          <a:spcPts val="0"/>
                        </a:spcBef>
                        <a:spcAft>
                          <a:spcPts val="0"/>
                        </a:spcAft>
                        <a:buNone/>
                      </a:pPr>
                      <a:r>
                        <a:rPr lang="es" sz="1200" b="1">
                          <a:solidFill>
                            <a:srgbClr val="CC0000"/>
                          </a:solidFill>
                        </a:rPr>
                        <a:t>Variable</a:t>
                      </a:r>
                      <a:endParaRPr sz="1200" b="1">
                        <a:solidFill>
                          <a:srgbClr val="CC0000"/>
                        </a:solidFill>
                      </a:endParaRPr>
                    </a:p>
                  </a:txBody>
                  <a:tcPr marL="91425" marR="91425" marT="91425" marB="91425"/>
                </a:tc>
                <a:tc>
                  <a:txBody>
                    <a:bodyPr/>
                    <a:lstStyle/>
                    <a:p>
                      <a:pPr marL="0" lvl="0" indent="0" algn="l" rtl="0">
                        <a:spcBef>
                          <a:spcPts val="0"/>
                        </a:spcBef>
                        <a:spcAft>
                          <a:spcPts val="0"/>
                        </a:spcAft>
                        <a:buNone/>
                      </a:pPr>
                      <a:r>
                        <a:rPr lang="es" sz="1200" b="1"/>
                        <a:t>No. </a:t>
                      </a:r>
                      <a:r>
                        <a:rPr lang="es" sz="1200"/>
                        <a:t>RX puede mostrar signos degenerativos.</a:t>
                      </a:r>
                      <a:endParaRPr sz="1200"/>
                    </a:p>
                  </a:txBody>
                  <a:tcPr marL="91425" marR="91425" marT="91425" marB="91425"/>
                </a:tc>
                <a:extLst>
                  <a:ext uri="{0D108BD9-81ED-4DB2-BD59-A6C34878D82A}">
                    <a16:rowId xmlns:a16="http://schemas.microsoft.com/office/drawing/2014/main" val="10003"/>
                  </a:ext>
                </a:extLst>
              </a:tr>
              <a:tr h="826898">
                <a:tc>
                  <a:txBody>
                    <a:bodyPr/>
                    <a:lstStyle/>
                    <a:p>
                      <a:pPr marL="0" lvl="0" indent="0" algn="l" rtl="0">
                        <a:spcBef>
                          <a:spcPts val="0"/>
                        </a:spcBef>
                        <a:spcAft>
                          <a:spcPts val="0"/>
                        </a:spcAft>
                        <a:buNone/>
                      </a:pPr>
                      <a:r>
                        <a:rPr lang="es" sz="1200"/>
                        <a:t>Latigazo/ esguince cervical</a:t>
                      </a:r>
                      <a:endParaRPr sz="1200"/>
                    </a:p>
                  </a:txBody>
                  <a:tcPr marL="91425" marR="91425" marT="91425" marB="91425">
                    <a:solidFill>
                      <a:srgbClr val="FFF2CC"/>
                    </a:solidFill>
                  </a:tcPr>
                </a:tc>
                <a:tc>
                  <a:txBody>
                    <a:bodyPr/>
                    <a:lstStyle/>
                    <a:p>
                      <a:pPr marL="0" lvl="0" indent="0" algn="l" rtl="0">
                        <a:spcBef>
                          <a:spcPts val="0"/>
                        </a:spcBef>
                        <a:spcAft>
                          <a:spcPts val="0"/>
                        </a:spcAft>
                        <a:buNone/>
                      </a:pPr>
                      <a:r>
                        <a:rPr lang="es" sz="1200" b="1" dirty="0">
                          <a:solidFill>
                            <a:srgbClr val="741B47"/>
                          </a:solidFill>
                        </a:rPr>
                        <a:t>Atcd de flexo-extensión abrupta</a:t>
                      </a:r>
                      <a:r>
                        <a:rPr lang="es" sz="1200" dirty="0"/>
                        <a:t>. Dolor + cefalea + omalgia + fatiga…</a:t>
                      </a:r>
                      <a:endParaRPr sz="1200" dirty="0"/>
                    </a:p>
                  </a:txBody>
                  <a:tcPr marL="91425" marR="91425" marT="91425" marB="91425"/>
                </a:tc>
                <a:tc>
                  <a:txBody>
                    <a:bodyPr/>
                    <a:lstStyle/>
                    <a:p>
                      <a:pPr marL="0" lvl="0" indent="0" algn="l" rtl="0">
                        <a:spcBef>
                          <a:spcPts val="0"/>
                        </a:spcBef>
                        <a:spcAft>
                          <a:spcPts val="0"/>
                        </a:spcAft>
                        <a:buNone/>
                      </a:pPr>
                      <a:r>
                        <a:rPr lang="es" sz="1200" b="1" dirty="0"/>
                        <a:t>Espasmo</a:t>
                      </a:r>
                      <a:r>
                        <a:rPr lang="es" sz="1200" dirty="0"/>
                        <a:t> cervical + </a:t>
                      </a:r>
                      <a:r>
                        <a:rPr lang="es" sz="1200" b="1" dirty="0"/>
                        <a:t>rango mov disminuido</a:t>
                      </a:r>
                      <a:endParaRPr sz="1200" b="1" dirty="0"/>
                    </a:p>
                  </a:txBody>
                  <a:tcPr marL="91425" marR="91425" marT="91425" marB="91425"/>
                </a:tc>
                <a:tc>
                  <a:txBody>
                    <a:bodyPr/>
                    <a:lstStyle/>
                    <a:p>
                      <a:pPr marL="0" lvl="0" indent="0" algn="l" rtl="0">
                        <a:spcBef>
                          <a:spcPts val="0"/>
                        </a:spcBef>
                        <a:spcAft>
                          <a:spcPts val="0"/>
                        </a:spcAft>
                        <a:buNone/>
                      </a:pPr>
                      <a:r>
                        <a:rPr lang="es" sz="1200"/>
                        <a:t>Negativas</a:t>
                      </a:r>
                      <a:endParaRPr sz="1200"/>
                    </a:p>
                  </a:txBody>
                  <a:tcPr marL="91425" marR="91425" marT="91425" marB="91425"/>
                </a:tc>
                <a:tc>
                  <a:txBody>
                    <a:bodyPr/>
                    <a:lstStyle/>
                    <a:p>
                      <a:pPr marL="0" lvl="0" indent="0" algn="l" rtl="0">
                        <a:spcBef>
                          <a:spcPts val="0"/>
                        </a:spcBef>
                        <a:spcAft>
                          <a:spcPts val="0"/>
                        </a:spcAft>
                        <a:buNone/>
                      </a:pPr>
                      <a:r>
                        <a:rPr lang="es" sz="1200" b="1"/>
                        <a:t>No. </a:t>
                      </a:r>
                      <a:r>
                        <a:rPr lang="es" sz="1200" b="1">
                          <a:solidFill>
                            <a:schemeClr val="accent1"/>
                          </a:solidFill>
                        </a:rPr>
                        <a:t>DX clínico</a:t>
                      </a:r>
                      <a:r>
                        <a:rPr lang="es" sz="1200"/>
                        <a:t>.</a:t>
                      </a:r>
                      <a:endParaRPr sz="1200"/>
                    </a:p>
                  </a:txBody>
                  <a:tcPr marL="91425" marR="91425" marT="91425" marB="91425"/>
                </a:tc>
                <a:extLst>
                  <a:ext uri="{0D108BD9-81ED-4DB2-BD59-A6C34878D82A}">
                    <a16:rowId xmlns:a16="http://schemas.microsoft.com/office/drawing/2014/main" val="10004"/>
                  </a:ext>
                </a:extLst>
              </a:tr>
              <a:tr h="826898">
                <a:tc>
                  <a:txBody>
                    <a:bodyPr/>
                    <a:lstStyle/>
                    <a:p>
                      <a:pPr marL="0" lvl="0" indent="0" algn="l" rtl="0">
                        <a:spcBef>
                          <a:spcPts val="0"/>
                        </a:spcBef>
                        <a:spcAft>
                          <a:spcPts val="0"/>
                        </a:spcAft>
                        <a:buNone/>
                      </a:pPr>
                      <a:r>
                        <a:rPr lang="es" sz="1200" dirty="0"/>
                        <a:t>Dolor miofascial</a:t>
                      </a:r>
                      <a:endParaRPr sz="1200" dirty="0"/>
                    </a:p>
                  </a:txBody>
                  <a:tcPr marL="91425" marR="91425" marT="91425" marB="91425">
                    <a:solidFill>
                      <a:srgbClr val="FFF2CC"/>
                    </a:solidFill>
                  </a:tcPr>
                </a:tc>
                <a:tc>
                  <a:txBody>
                    <a:bodyPr/>
                    <a:lstStyle/>
                    <a:p>
                      <a:pPr marL="0" lvl="0" indent="0" algn="l" rtl="0">
                        <a:spcBef>
                          <a:spcPts val="0"/>
                        </a:spcBef>
                        <a:spcAft>
                          <a:spcPts val="0"/>
                        </a:spcAft>
                        <a:buNone/>
                      </a:pPr>
                      <a:r>
                        <a:rPr lang="es" sz="1200" dirty="0"/>
                        <a:t>Dolor, </a:t>
                      </a:r>
                      <a:r>
                        <a:rPr lang="es" sz="1200" b="1" dirty="0">
                          <a:solidFill>
                            <a:srgbClr val="0000FF"/>
                          </a:solidFill>
                        </a:rPr>
                        <a:t>aumento de sensibilidad</a:t>
                      </a:r>
                      <a:r>
                        <a:rPr lang="es" sz="1200" dirty="0"/>
                        <a:t>, omalgia acompañante… </a:t>
                      </a:r>
                      <a:r>
                        <a:rPr lang="es" sz="1200" i="1" dirty="0"/>
                        <a:t>regional</a:t>
                      </a:r>
                      <a:endParaRPr sz="1200" i="1" dirty="0"/>
                    </a:p>
                  </a:txBody>
                  <a:tcPr marL="91425" marR="91425" marT="91425" marB="91425"/>
                </a:tc>
                <a:tc>
                  <a:txBody>
                    <a:bodyPr/>
                    <a:lstStyle/>
                    <a:p>
                      <a:pPr marL="0" lvl="0" indent="0" algn="l" rtl="0">
                        <a:spcBef>
                          <a:spcPts val="0"/>
                        </a:spcBef>
                        <a:spcAft>
                          <a:spcPts val="0"/>
                        </a:spcAft>
                        <a:buNone/>
                      </a:pPr>
                      <a:r>
                        <a:rPr lang="es" sz="1200"/>
                        <a:t>Aumento de sensibilidad o dolor en </a:t>
                      </a:r>
                      <a:r>
                        <a:rPr lang="es" sz="1200" b="1"/>
                        <a:t>puntos gatillo</a:t>
                      </a:r>
                      <a:endParaRPr sz="1200" b="1"/>
                    </a:p>
                  </a:txBody>
                  <a:tcPr marL="91425" marR="91425" marT="91425" marB="91425"/>
                </a:tc>
                <a:tc>
                  <a:txBody>
                    <a:bodyPr/>
                    <a:lstStyle/>
                    <a:p>
                      <a:pPr marL="0" lvl="0" indent="0" algn="l" rtl="0">
                        <a:spcBef>
                          <a:spcPts val="0"/>
                        </a:spcBef>
                        <a:spcAft>
                          <a:spcPts val="0"/>
                        </a:spcAft>
                        <a:buNone/>
                      </a:pPr>
                      <a:r>
                        <a:rPr lang="es" sz="1200"/>
                        <a:t>Negativas</a:t>
                      </a:r>
                      <a:endParaRPr sz="1200"/>
                    </a:p>
                  </a:txBody>
                  <a:tcPr marL="91425" marR="91425" marT="91425" marB="91425"/>
                </a:tc>
                <a:tc>
                  <a:txBody>
                    <a:bodyPr/>
                    <a:lstStyle/>
                    <a:p>
                      <a:pPr marL="0" lvl="0" indent="0" algn="l" rtl="0">
                        <a:spcBef>
                          <a:spcPts val="0"/>
                        </a:spcBef>
                        <a:spcAft>
                          <a:spcPts val="0"/>
                        </a:spcAft>
                        <a:buNone/>
                      </a:pPr>
                      <a:r>
                        <a:rPr lang="es" sz="1200" b="1"/>
                        <a:t>No.</a:t>
                      </a:r>
                      <a:r>
                        <a:rPr lang="es" sz="1200"/>
                        <a:t> </a:t>
                      </a:r>
                      <a:r>
                        <a:rPr lang="es" sz="1200" b="1">
                          <a:solidFill>
                            <a:schemeClr val="accent1"/>
                          </a:solidFill>
                        </a:rPr>
                        <a:t>DX clínico</a:t>
                      </a:r>
                      <a:r>
                        <a:rPr lang="es" sz="1200"/>
                        <a:t>.</a:t>
                      </a:r>
                      <a:endParaRPr sz="1200"/>
                    </a:p>
                  </a:txBody>
                  <a:tcPr marL="91425" marR="91425" marT="91425" marB="91425"/>
                </a:tc>
                <a:extLst>
                  <a:ext uri="{0D108BD9-81ED-4DB2-BD59-A6C34878D82A}">
                    <a16:rowId xmlns:a16="http://schemas.microsoft.com/office/drawing/2014/main" val="10005"/>
                  </a:ext>
                </a:extLst>
              </a:tr>
              <a:tr h="801077">
                <a:tc>
                  <a:txBody>
                    <a:bodyPr/>
                    <a:lstStyle/>
                    <a:p>
                      <a:pPr marL="0" lvl="0" indent="0" algn="l" rtl="0">
                        <a:spcBef>
                          <a:spcPts val="0"/>
                        </a:spcBef>
                        <a:spcAft>
                          <a:spcPts val="0"/>
                        </a:spcAft>
                        <a:buNone/>
                      </a:pPr>
                      <a:r>
                        <a:rPr lang="es" sz="1200" dirty="0"/>
                        <a:t>Hiperostosis esquelética</a:t>
                      </a:r>
                      <a:endParaRPr sz="1200" dirty="0"/>
                    </a:p>
                  </a:txBody>
                  <a:tcPr marL="91425" marR="91425" marT="91425" marB="91425">
                    <a:solidFill>
                      <a:srgbClr val="FFF2CC"/>
                    </a:solidFill>
                  </a:tcPr>
                </a:tc>
                <a:tc>
                  <a:txBody>
                    <a:bodyPr/>
                    <a:lstStyle/>
                    <a:p>
                      <a:pPr marL="0" lvl="0" indent="0" algn="l" rtl="0">
                        <a:spcBef>
                          <a:spcPts val="0"/>
                        </a:spcBef>
                        <a:spcAft>
                          <a:spcPts val="0"/>
                        </a:spcAft>
                        <a:buNone/>
                      </a:pPr>
                      <a:r>
                        <a:rPr lang="es" sz="1200"/>
                        <a:t>Puede haber </a:t>
                      </a:r>
                      <a:r>
                        <a:rPr lang="es" sz="1200" b="1">
                          <a:solidFill>
                            <a:srgbClr val="FF9900"/>
                          </a:solidFill>
                        </a:rPr>
                        <a:t>dolor en otras localizaciones </a:t>
                      </a:r>
                      <a:r>
                        <a:rPr lang="es" sz="1200"/>
                        <a:t>(tórax, EE) </a:t>
                      </a:r>
                      <a:r>
                        <a:rPr lang="es" sz="1200" i="1"/>
                        <a:t>Disfagia, rigidez</a:t>
                      </a:r>
                      <a:endParaRPr sz="1200" i="1"/>
                    </a:p>
                  </a:txBody>
                  <a:tcPr marL="91425" marR="91425" marT="91425" marB="91425"/>
                </a:tc>
                <a:tc>
                  <a:txBody>
                    <a:bodyPr/>
                    <a:lstStyle/>
                    <a:p>
                      <a:pPr marL="0" lvl="0" indent="0" algn="l" rtl="0">
                        <a:spcBef>
                          <a:spcPts val="0"/>
                        </a:spcBef>
                        <a:spcAft>
                          <a:spcPts val="0"/>
                        </a:spcAft>
                        <a:buNone/>
                      </a:pPr>
                      <a:r>
                        <a:rPr lang="es" sz="1200"/>
                        <a:t>Puede haber disminución rango movimiento</a:t>
                      </a:r>
                      <a:endParaRPr sz="1200"/>
                    </a:p>
                  </a:txBody>
                  <a:tcPr marL="91425" marR="91425" marT="91425" marB="91425"/>
                </a:tc>
                <a:tc>
                  <a:txBody>
                    <a:bodyPr/>
                    <a:lstStyle/>
                    <a:p>
                      <a:pPr marL="0" lvl="0" indent="0" algn="l" rtl="0">
                        <a:spcBef>
                          <a:spcPts val="0"/>
                        </a:spcBef>
                        <a:spcAft>
                          <a:spcPts val="0"/>
                        </a:spcAft>
                        <a:buNone/>
                      </a:pPr>
                      <a:r>
                        <a:rPr lang="es" sz="1200"/>
                        <a:t>Negativas</a:t>
                      </a:r>
                      <a:endParaRPr sz="1200"/>
                    </a:p>
                  </a:txBody>
                  <a:tcPr marL="91425" marR="91425" marT="91425" marB="91425"/>
                </a:tc>
                <a:tc>
                  <a:txBody>
                    <a:bodyPr/>
                    <a:lstStyle/>
                    <a:p>
                      <a:pPr marL="0" lvl="0" indent="0" algn="l" rtl="0">
                        <a:spcBef>
                          <a:spcPts val="0"/>
                        </a:spcBef>
                        <a:spcAft>
                          <a:spcPts val="0"/>
                        </a:spcAft>
                        <a:buNone/>
                      </a:pPr>
                      <a:r>
                        <a:rPr lang="es" sz="1200" b="1" dirty="0"/>
                        <a:t>SÍ.</a:t>
                      </a:r>
                      <a:r>
                        <a:rPr lang="es" sz="1200" dirty="0"/>
                        <a:t> Signos típicos (cera derretida) RMN. </a:t>
                      </a:r>
                      <a:endParaRPr sz="1200" dirty="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4"/>
          <p:cNvSpPr txBox="1">
            <a:spLocks noGrp="1"/>
          </p:cNvSpPr>
          <p:nvPr>
            <p:ph type="title"/>
          </p:nvPr>
        </p:nvSpPr>
        <p:spPr>
          <a:xfrm>
            <a:off x="1050262" y="855648"/>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p>
        </p:txBody>
      </p:sp>
      <p:sp>
        <p:nvSpPr>
          <p:cNvPr id="289" name="Google Shape;289;p34"/>
          <p:cNvSpPr txBox="1">
            <a:spLocks noGrp="1"/>
          </p:cNvSpPr>
          <p:nvPr>
            <p:ph type="body" idx="1"/>
          </p:nvPr>
        </p:nvSpPr>
        <p:spPr>
          <a:xfrm>
            <a:off x="5632400" y="1979650"/>
            <a:ext cx="2389200" cy="24480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s" b="1"/>
              <a:t>Puntos gatillo </a:t>
            </a:r>
            <a:r>
              <a:rPr lang="es"/>
              <a:t>(presentes entre otras identidades, en la fibromialgia)</a:t>
            </a:r>
            <a:endParaRPr/>
          </a:p>
        </p:txBody>
      </p:sp>
      <p:pic>
        <p:nvPicPr>
          <p:cNvPr id="290" name="Google Shape;290;p34"/>
          <p:cNvPicPr preferRelativeResize="0"/>
          <p:nvPr/>
        </p:nvPicPr>
        <p:blipFill>
          <a:blip r:embed="rId3">
            <a:alphaModFix/>
          </a:blip>
          <a:stretch>
            <a:fillRect/>
          </a:stretch>
        </p:blipFill>
        <p:spPr>
          <a:xfrm>
            <a:off x="2164926" y="322987"/>
            <a:ext cx="3141450" cy="4497526"/>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¿CUÁNDO REALIZAR PRUEBAS COMPLEMENTARIAS? (signos alarma)</a:t>
            </a:r>
            <a:endParaRPr dirty="0"/>
          </a:p>
        </p:txBody>
      </p:sp>
      <p:sp>
        <p:nvSpPr>
          <p:cNvPr id="296" name="Google Shape;296;p35"/>
          <p:cNvSpPr txBox="1">
            <a:spLocks noGrp="1"/>
          </p:cNvSpPr>
          <p:nvPr>
            <p:ph type="body" idx="1"/>
          </p:nvPr>
        </p:nvSpPr>
        <p:spPr>
          <a:xfrm>
            <a:off x="819150" y="1946500"/>
            <a:ext cx="7505700" cy="2448000"/>
          </a:xfrm>
          <a:prstGeom prst="rect">
            <a:avLst/>
          </a:prstGeom>
        </p:spPr>
        <p:txBody>
          <a:bodyPr spcFirstLastPara="1" wrap="square" lIns="91425" tIns="91425" rIns="91425" bIns="91425" anchor="t" anchorCtr="0">
            <a:noAutofit/>
          </a:bodyPr>
          <a:lstStyle/>
          <a:p>
            <a:pPr marL="457200" lvl="0" indent="-305435" algn="just" rtl="0">
              <a:lnSpc>
                <a:spcPct val="130000"/>
              </a:lnSpc>
              <a:spcBef>
                <a:spcPts val="1200"/>
              </a:spcBef>
              <a:spcAft>
                <a:spcPts val="0"/>
              </a:spcAft>
              <a:buClr>
                <a:srgbClr val="000000"/>
              </a:buClr>
              <a:buSzPts val="1210"/>
              <a:buFont typeface="Arial"/>
              <a:buChar char="●"/>
            </a:pPr>
            <a:r>
              <a:rPr lang="es" sz="1554" b="1" dirty="0">
                <a:solidFill>
                  <a:srgbClr val="000000"/>
                </a:solidFill>
                <a:latin typeface="Arial"/>
                <a:ea typeface="Arial"/>
                <a:cs typeface="Arial"/>
                <a:sym typeface="Arial"/>
              </a:rPr>
              <a:t>Hallazgos neurológicos</a:t>
            </a:r>
            <a:r>
              <a:rPr lang="es" sz="1554" dirty="0">
                <a:solidFill>
                  <a:srgbClr val="000000"/>
                </a:solidFill>
                <a:latin typeface="Arial"/>
                <a:ea typeface="Arial"/>
                <a:cs typeface="Arial"/>
                <a:sym typeface="Arial"/>
              </a:rPr>
              <a:t> que sugieren compresión de la médula espinal, mielopatía o radiculopatía grave.</a:t>
            </a:r>
            <a:endParaRPr sz="1554" dirty="0">
              <a:solidFill>
                <a:srgbClr val="000000"/>
              </a:solidFill>
              <a:latin typeface="Arial"/>
              <a:ea typeface="Arial"/>
              <a:cs typeface="Arial"/>
              <a:sym typeface="Arial"/>
            </a:endParaRPr>
          </a:p>
          <a:p>
            <a:pPr marL="457200" lvl="0" indent="-305435" algn="just" rtl="0">
              <a:lnSpc>
                <a:spcPct val="130000"/>
              </a:lnSpc>
              <a:spcBef>
                <a:spcPts val="0"/>
              </a:spcBef>
              <a:spcAft>
                <a:spcPts val="0"/>
              </a:spcAft>
              <a:buClr>
                <a:srgbClr val="000000"/>
              </a:buClr>
              <a:buSzPts val="1210"/>
              <a:buFont typeface="Arial"/>
              <a:buChar char="●"/>
            </a:pPr>
            <a:r>
              <a:rPr lang="es" sz="1554" b="1" dirty="0">
                <a:solidFill>
                  <a:srgbClr val="000000"/>
                </a:solidFill>
                <a:latin typeface="Arial"/>
                <a:ea typeface="Arial"/>
                <a:cs typeface="Arial"/>
                <a:sym typeface="Arial"/>
              </a:rPr>
              <a:t>Síntomas constitucionales</a:t>
            </a:r>
            <a:r>
              <a:rPr lang="es" sz="1554" dirty="0">
                <a:solidFill>
                  <a:srgbClr val="000000"/>
                </a:solidFill>
                <a:latin typeface="Arial"/>
                <a:ea typeface="Arial"/>
                <a:cs typeface="Arial"/>
                <a:sym typeface="Arial"/>
              </a:rPr>
              <a:t> </a:t>
            </a:r>
            <a:endParaRPr sz="1554" dirty="0">
              <a:solidFill>
                <a:srgbClr val="000000"/>
              </a:solidFill>
              <a:latin typeface="Arial"/>
              <a:ea typeface="Arial"/>
              <a:cs typeface="Arial"/>
              <a:sym typeface="Arial"/>
            </a:endParaRPr>
          </a:p>
          <a:p>
            <a:pPr marL="457200" lvl="0" indent="-305435" algn="just" rtl="0">
              <a:lnSpc>
                <a:spcPct val="130000"/>
              </a:lnSpc>
              <a:spcBef>
                <a:spcPts val="0"/>
              </a:spcBef>
              <a:spcAft>
                <a:spcPts val="0"/>
              </a:spcAft>
              <a:buClr>
                <a:srgbClr val="000000"/>
              </a:buClr>
              <a:buSzPts val="1210"/>
              <a:buFont typeface="Arial"/>
              <a:buChar char="●"/>
            </a:pPr>
            <a:r>
              <a:rPr lang="es" sz="1554" b="1" dirty="0">
                <a:solidFill>
                  <a:srgbClr val="000000"/>
                </a:solidFill>
                <a:latin typeface="Arial"/>
                <a:ea typeface="Arial"/>
                <a:cs typeface="Arial"/>
                <a:sym typeface="Arial"/>
              </a:rPr>
              <a:t>Riesgo infeccioso </a:t>
            </a:r>
            <a:r>
              <a:rPr lang="es" sz="1554" dirty="0">
                <a:solidFill>
                  <a:srgbClr val="000000"/>
                </a:solidFill>
                <a:latin typeface="Arial"/>
                <a:ea typeface="Arial"/>
                <a:cs typeface="Arial"/>
                <a:sym typeface="Arial"/>
              </a:rPr>
              <a:t>(p. ej., UDVP, inmunosupresión) junto con signos de infección. </a:t>
            </a:r>
            <a:endParaRPr sz="1554" dirty="0">
              <a:solidFill>
                <a:srgbClr val="000000"/>
              </a:solidFill>
              <a:latin typeface="Arial"/>
              <a:ea typeface="Arial"/>
              <a:cs typeface="Arial"/>
              <a:sym typeface="Arial"/>
            </a:endParaRPr>
          </a:p>
          <a:p>
            <a:pPr marL="457200" lvl="0" indent="-305435" algn="just" rtl="0">
              <a:lnSpc>
                <a:spcPct val="130000"/>
              </a:lnSpc>
              <a:spcBef>
                <a:spcPts val="0"/>
              </a:spcBef>
              <a:spcAft>
                <a:spcPts val="0"/>
              </a:spcAft>
              <a:buClr>
                <a:srgbClr val="000000"/>
              </a:buClr>
              <a:buSzPts val="1210"/>
              <a:buFont typeface="Arial"/>
              <a:buChar char="●"/>
            </a:pPr>
            <a:r>
              <a:rPr lang="es" sz="1554" b="1" dirty="0">
                <a:solidFill>
                  <a:srgbClr val="000000"/>
                </a:solidFill>
                <a:latin typeface="Arial"/>
                <a:ea typeface="Arial"/>
                <a:cs typeface="Arial"/>
                <a:sym typeface="Arial"/>
              </a:rPr>
              <a:t>Historia de malignidad</a:t>
            </a:r>
            <a:endParaRPr sz="1554" b="1" dirty="0">
              <a:solidFill>
                <a:srgbClr val="000000"/>
              </a:solidFill>
              <a:latin typeface="Arial"/>
              <a:ea typeface="Arial"/>
              <a:cs typeface="Arial"/>
              <a:sym typeface="Arial"/>
            </a:endParaRPr>
          </a:p>
          <a:p>
            <a:pPr marL="457200" lvl="0" indent="-305435" algn="just" rtl="0">
              <a:lnSpc>
                <a:spcPct val="130000"/>
              </a:lnSpc>
              <a:spcBef>
                <a:spcPts val="0"/>
              </a:spcBef>
              <a:spcAft>
                <a:spcPts val="0"/>
              </a:spcAft>
              <a:buClr>
                <a:srgbClr val="000000"/>
              </a:buClr>
              <a:buSzPts val="1210"/>
              <a:buFont typeface="Arial"/>
              <a:buChar char="●"/>
            </a:pPr>
            <a:r>
              <a:rPr lang="es" sz="1554" b="1" dirty="0">
                <a:solidFill>
                  <a:srgbClr val="000000"/>
                </a:solidFill>
                <a:latin typeface="Arial"/>
                <a:ea typeface="Arial"/>
                <a:cs typeface="Arial"/>
                <a:sym typeface="Arial"/>
              </a:rPr>
              <a:t>Cervicalgia persistente moderada-intensa</a:t>
            </a:r>
            <a:r>
              <a:rPr lang="es" sz="1554" dirty="0">
                <a:solidFill>
                  <a:srgbClr val="000000"/>
                </a:solidFill>
                <a:latin typeface="Arial"/>
                <a:ea typeface="Arial"/>
                <a:cs typeface="Arial"/>
                <a:sym typeface="Arial"/>
              </a:rPr>
              <a:t> (dura </a:t>
            </a:r>
            <a:r>
              <a:rPr lang="es" sz="1554" u="sng" dirty="0">
                <a:solidFill>
                  <a:srgbClr val="000000"/>
                </a:solidFill>
                <a:latin typeface="Arial"/>
                <a:ea typeface="Arial"/>
                <a:cs typeface="Arial"/>
                <a:sym typeface="Arial"/>
              </a:rPr>
              <a:t>más de 6 semanas)</a:t>
            </a:r>
            <a:endParaRPr sz="1210" dirty="0"/>
          </a:p>
        </p:txBody>
      </p:sp>
      <p:pic>
        <p:nvPicPr>
          <p:cNvPr id="297" name="Google Shape;297;p35"/>
          <p:cNvPicPr preferRelativeResize="0"/>
          <p:nvPr/>
        </p:nvPicPr>
        <p:blipFill rotWithShape="1">
          <a:blip r:embed="rId3">
            <a:alphaModFix/>
          </a:blip>
          <a:srcRect b="6103"/>
          <a:stretch/>
        </p:blipFill>
        <p:spPr>
          <a:xfrm>
            <a:off x="6426525" y="258825"/>
            <a:ext cx="1838475" cy="1795299"/>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7"/>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¿CUÁNDO REALIZAR PRUEBAS COMPLEMENTARIAS? II</a:t>
            </a:r>
            <a:endParaRPr/>
          </a:p>
          <a:p>
            <a:pPr marL="0" lvl="0" indent="0" algn="l" rtl="0">
              <a:spcBef>
                <a:spcPts val="0"/>
              </a:spcBef>
              <a:spcAft>
                <a:spcPts val="0"/>
              </a:spcAft>
              <a:buNone/>
            </a:pPr>
            <a:endParaRPr/>
          </a:p>
        </p:txBody>
      </p:sp>
      <p:sp>
        <p:nvSpPr>
          <p:cNvPr id="310" name="Google Shape;310;p37"/>
          <p:cNvSpPr txBox="1">
            <a:spLocks noGrp="1"/>
          </p:cNvSpPr>
          <p:nvPr>
            <p:ph type="body" idx="1"/>
          </p:nvPr>
        </p:nvSpPr>
        <p:spPr>
          <a:xfrm>
            <a:off x="819150" y="1899750"/>
            <a:ext cx="7505700" cy="2604000"/>
          </a:xfrm>
          <a:prstGeom prst="rect">
            <a:avLst/>
          </a:prstGeom>
        </p:spPr>
        <p:txBody>
          <a:bodyPr spcFirstLastPara="1" wrap="square" lIns="91425" tIns="91425" rIns="91425" bIns="91425" anchor="t" anchorCtr="0">
            <a:noAutofit/>
          </a:bodyPr>
          <a:lstStyle/>
          <a:p>
            <a:pPr marL="457200" lvl="0" indent="-324568" algn="just" rtl="0">
              <a:lnSpc>
                <a:spcPct val="140000"/>
              </a:lnSpc>
              <a:spcBef>
                <a:spcPts val="1200"/>
              </a:spcBef>
              <a:spcAft>
                <a:spcPts val="0"/>
              </a:spcAft>
              <a:buClr>
                <a:srgbClr val="000000"/>
              </a:buClr>
              <a:buSzPts val="1511"/>
              <a:buChar char="●"/>
            </a:pPr>
            <a:r>
              <a:rPr lang="es" sz="1511" b="1">
                <a:solidFill>
                  <a:srgbClr val="000000"/>
                </a:solidFill>
                <a:latin typeface="Arial"/>
                <a:ea typeface="Arial"/>
                <a:cs typeface="Arial"/>
                <a:sym typeface="Arial"/>
              </a:rPr>
              <a:t>RX de cuello y RMN</a:t>
            </a:r>
            <a:r>
              <a:rPr lang="es" sz="1511">
                <a:solidFill>
                  <a:srgbClr val="000000"/>
                </a:solidFill>
                <a:latin typeface="Arial"/>
                <a:ea typeface="Arial"/>
                <a:cs typeface="Arial"/>
                <a:sym typeface="Arial"/>
              </a:rPr>
              <a:t> (más sensible).</a:t>
            </a:r>
            <a:endParaRPr sz="1511">
              <a:solidFill>
                <a:srgbClr val="000000"/>
              </a:solidFill>
              <a:latin typeface="Arial"/>
              <a:ea typeface="Arial"/>
              <a:cs typeface="Arial"/>
              <a:sym typeface="Arial"/>
            </a:endParaRPr>
          </a:p>
          <a:p>
            <a:pPr marL="457200" lvl="0" indent="-324568" algn="just" rtl="0">
              <a:lnSpc>
                <a:spcPct val="140000"/>
              </a:lnSpc>
              <a:spcBef>
                <a:spcPts val="0"/>
              </a:spcBef>
              <a:spcAft>
                <a:spcPts val="0"/>
              </a:spcAft>
              <a:buClr>
                <a:srgbClr val="000000"/>
              </a:buClr>
              <a:buSzPts val="1511"/>
              <a:buChar char="●"/>
            </a:pPr>
            <a:r>
              <a:rPr lang="es" sz="1511">
                <a:solidFill>
                  <a:srgbClr val="000000"/>
                </a:solidFill>
                <a:latin typeface="Arial"/>
                <a:ea typeface="Arial"/>
                <a:cs typeface="Arial"/>
                <a:sym typeface="Arial"/>
              </a:rPr>
              <a:t>Las </a:t>
            </a:r>
            <a:r>
              <a:rPr lang="es" sz="1511" b="1">
                <a:solidFill>
                  <a:srgbClr val="000000"/>
                </a:solidFill>
                <a:latin typeface="Arial"/>
                <a:ea typeface="Arial"/>
                <a:cs typeface="Arial"/>
                <a:sym typeface="Arial"/>
              </a:rPr>
              <a:t>vistas que no sean AP y lateral</a:t>
            </a:r>
            <a:r>
              <a:rPr lang="es" sz="1511">
                <a:solidFill>
                  <a:srgbClr val="000000"/>
                </a:solidFill>
                <a:latin typeface="Arial"/>
                <a:ea typeface="Arial"/>
                <a:cs typeface="Arial"/>
                <a:sym typeface="Arial"/>
              </a:rPr>
              <a:t> en RX cervical generalmente </a:t>
            </a:r>
            <a:r>
              <a:rPr lang="es" sz="1511" b="1">
                <a:solidFill>
                  <a:srgbClr val="000000"/>
                </a:solidFill>
                <a:latin typeface="Arial"/>
                <a:ea typeface="Arial"/>
                <a:cs typeface="Arial"/>
                <a:sym typeface="Arial"/>
              </a:rPr>
              <a:t>no son necesarias</a:t>
            </a:r>
            <a:r>
              <a:rPr lang="es" sz="1511">
                <a:solidFill>
                  <a:srgbClr val="000000"/>
                </a:solidFill>
                <a:latin typeface="Arial"/>
                <a:ea typeface="Arial"/>
                <a:cs typeface="Arial"/>
                <a:sym typeface="Arial"/>
              </a:rPr>
              <a:t> en pacientes con sospecha de enfermedad degenerativa.</a:t>
            </a:r>
            <a:endParaRPr sz="1511">
              <a:solidFill>
                <a:srgbClr val="000000"/>
              </a:solidFill>
              <a:latin typeface="Arial"/>
              <a:ea typeface="Arial"/>
              <a:cs typeface="Arial"/>
              <a:sym typeface="Arial"/>
            </a:endParaRPr>
          </a:p>
          <a:p>
            <a:pPr marL="457200" lvl="0" indent="-324568" algn="just" rtl="0">
              <a:lnSpc>
                <a:spcPct val="140000"/>
              </a:lnSpc>
              <a:spcBef>
                <a:spcPts val="0"/>
              </a:spcBef>
              <a:spcAft>
                <a:spcPts val="0"/>
              </a:spcAft>
              <a:buClr>
                <a:srgbClr val="000000"/>
              </a:buClr>
              <a:buSzPts val="1511"/>
              <a:buChar char="●"/>
            </a:pPr>
            <a:r>
              <a:rPr lang="es" sz="1511">
                <a:solidFill>
                  <a:srgbClr val="000000"/>
                </a:solidFill>
                <a:latin typeface="Arial"/>
                <a:ea typeface="Arial"/>
                <a:cs typeface="Arial"/>
                <a:sym typeface="Arial"/>
              </a:rPr>
              <a:t>La RMN cervical generalmente se realiza </a:t>
            </a:r>
            <a:r>
              <a:rPr lang="es" sz="1511" b="1">
                <a:solidFill>
                  <a:srgbClr val="000000"/>
                </a:solidFill>
                <a:latin typeface="Arial"/>
                <a:ea typeface="Arial"/>
                <a:cs typeface="Arial"/>
                <a:sym typeface="Arial"/>
              </a:rPr>
              <a:t>sin contraste.</a:t>
            </a:r>
            <a:r>
              <a:rPr lang="es" sz="1511">
                <a:solidFill>
                  <a:srgbClr val="000000"/>
                </a:solidFill>
                <a:latin typeface="Arial"/>
                <a:ea typeface="Arial"/>
                <a:cs typeface="Arial"/>
                <a:sym typeface="Arial"/>
              </a:rPr>
              <a:t> Se administra por vía iv contraste a base de gadolinio cuando se sospecha </a:t>
            </a:r>
            <a:r>
              <a:rPr lang="es" sz="1511" u="sng">
                <a:solidFill>
                  <a:srgbClr val="000000"/>
                </a:solidFill>
                <a:latin typeface="Arial"/>
                <a:ea typeface="Arial"/>
                <a:cs typeface="Arial"/>
                <a:sym typeface="Arial"/>
              </a:rPr>
              <a:t>malignidad o infección</a:t>
            </a:r>
            <a:r>
              <a:rPr lang="es" sz="1511">
                <a:solidFill>
                  <a:srgbClr val="000000"/>
                </a:solidFill>
                <a:latin typeface="Arial"/>
                <a:ea typeface="Arial"/>
                <a:cs typeface="Arial"/>
                <a:sym typeface="Arial"/>
              </a:rPr>
              <a:t> subyacente.</a:t>
            </a:r>
            <a:endParaRPr sz="1511">
              <a:solidFill>
                <a:srgbClr val="000000"/>
              </a:solidFill>
              <a:latin typeface="Arial"/>
              <a:ea typeface="Arial"/>
              <a:cs typeface="Arial"/>
              <a:sym typeface="Arial"/>
            </a:endParaRPr>
          </a:p>
          <a:p>
            <a:pPr marL="457200" lvl="0" indent="-324568" algn="just" rtl="0">
              <a:lnSpc>
                <a:spcPct val="140000"/>
              </a:lnSpc>
              <a:spcBef>
                <a:spcPts val="0"/>
              </a:spcBef>
              <a:spcAft>
                <a:spcPts val="0"/>
              </a:spcAft>
              <a:buClr>
                <a:srgbClr val="000000"/>
              </a:buClr>
              <a:buSzPts val="1511"/>
              <a:buFont typeface="Arial"/>
              <a:buChar char="●"/>
            </a:pPr>
            <a:r>
              <a:rPr lang="es" sz="1511" b="1">
                <a:solidFill>
                  <a:srgbClr val="000000"/>
                </a:solidFill>
                <a:latin typeface="Arial"/>
                <a:ea typeface="Arial"/>
                <a:cs typeface="Arial"/>
                <a:sym typeface="Arial"/>
              </a:rPr>
              <a:t>Analítica de sangre… </a:t>
            </a:r>
            <a:endParaRPr sz="1511" b="1">
              <a:solidFill>
                <a:srgbClr val="000000"/>
              </a:solidFill>
              <a:latin typeface="Arial"/>
              <a:ea typeface="Arial"/>
              <a:cs typeface="Arial"/>
              <a:sym typeface="Arial"/>
            </a:endParaRPr>
          </a:p>
        </p:txBody>
      </p:sp>
      <p:pic>
        <p:nvPicPr>
          <p:cNvPr id="311" name="Google Shape;311;p37"/>
          <p:cNvPicPr preferRelativeResize="0"/>
          <p:nvPr/>
        </p:nvPicPr>
        <p:blipFill>
          <a:blip r:embed="rId3">
            <a:alphaModFix/>
          </a:blip>
          <a:stretch>
            <a:fillRect/>
          </a:stretch>
        </p:blipFill>
        <p:spPr>
          <a:xfrm>
            <a:off x="6653276" y="325225"/>
            <a:ext cx="1724425" cy="1718674"/>
          </a:xfrm>
          <a:prstGeom prst="rect">
            <a:avLst/>
          </a:prstGeom>
          <a:noFill/>
          <a:ln>
            <a:noFill/>
          </a:ln>
        </p:spPr>
      </p:pic>
      <p:pic>
        <p:nvPicPr>
          <p:cNvPr id="312" name="Google Shape;312;p37"/>
          <p:cNvPicPr preferRelativeResize="0"/>
          <p:nvPr/>
        </p:nvPicPr>
        <p:blipFill>
          <a:blip r:embed="rId4">
            <a:alphaModFix/>
          </a:blip>
          <a:stretch>
            <a:fillRect/>
          </a:stretch>
        </p:blipFill>
        <p:spPr>
          <a:xfrm>
            <a:off x="3706886" y="3808200"/>
            <a:ext cx="1611140" cy="954600"/>
          </a:xfrm>
          <a:prstGeom prst="rect">
            <a:avLst/>
          </a:prstGeom>
          <a:noFill/>
          <a:ln>
            <a:noFill/>
          </a:ln>
        </p:spPr>
      </p:pic>
      <p:pic>
        <p:nvPicPr>
          <p:cNvPr id="313" name="Google Shape;313;p37"/>
          <p:cNvPicPr preferRelativeResize="0"/>
          <p:nvPr/>
        </p:nvPicPr>
        <p:blipFill>
          <a:blip r:embed="rId5">
            <a:alphaModFix/>
          </a:blip>
          <a:stretch>
            <a:fillRect/>
          </a:stretch>
        </p:blipFill>
        <p:spPr>
          <a:xfrm>
            <a:off x="6565575" y="3983851"/>
            <a:ext cx="1384832" cy="778950"/>
          </a:xfrm>
          <a:prstGeom prst="rect">
            <a:avLst/>
          </a:prstGeom>
          <a:noFill/>
          <a:ln>
            <a:noFill/>
          </a:ln>
        </p:spPr>
      </p:pic>
      <p:pic>
        <p:nvPicPr>
          <p:cNvPr id="314" name="Google Shape;314;p37"/>
          <p:cNvPicPr preferRelativeResize="0"/>
          <p:nvPr/>
        </p:nvPicPr>
        <p:blipFill>
          <a:blip r:embed="rId6">
            <a:alphaModFix/>
          </a:blip>
          <a:stretch>
            <a:fillRect/>
          </a:stretch>
        </p:blipFill>
        <p:spPr>
          <a:xfrm>
            <a:off x="5611752" y="3808200"/>
            <a:ext cx="577652" cy="954601"/>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8"/>
          <p:cNvSpPr txBox="1"/>
          <p:nvPr/>
        </p:nvSpPr>
        <p:spPr>
          <a:xfrm>
            <a:off x="819150" y="645950"/>
            <a:ext cx="7505700" cy="3879000"/>
          </a:xfrm>
          <a:prstGeom prst="rect">
            <a:avLst/>
          </a:prstGeom>
          <a:noFill/>
          <a:ln w="9525" cap="flat" cmpd="sng">
            <a:solidFill>
              <a:srgbClr val="741B47"/>
            </a:solidFill>
            <a:prstDash val="solid"/>
            <a:round/>
            <a:headEnd type="none" w="sm" len="sm"/>
            <a:tailEnd type="none" w="sm" len="sm"/>
          </a:ln>
        </p:spPr>
        <p:txBody>
          <a:bodyPr spcFirstLastPara="1" wrap="square" lIns="91425" tIns="91425" rIns="91425" bIns="91425" anchor="t" anchorCtr="0">
            <a:spAutoFit/>
          </a:bodyPr>
          <a:lstStyle/>
          <a:p>
            <a:pPr marL="0" lvl="0" indent="0" algn="just" rtl="0">
              <a:spcBef>
                <a:spcPts val="0"/>
              </a:spcBef>
              <a:spcAft>
                <a:spcPts val="0"/>
              </a:spcAft>
              <a:buNone/>
            </a:pPr>
            <a:r>
              <a:rPr lang="es" sz="3000"/>
              <a:t>En </a:t>
            </a:r>
            <a:r>
              <a:rPr lang="es" sz="3000">
                <a:solidFill>
                  <a:srgbClr val="FF0000"/>
                </a:solidFill>
              </a:rPr>
              <a:t>ausencia de señales de alarma, </a:t>
            </a:r>
            <a:r>
              <a:rPr lang="es" sz="3000"/>
              <a:t>las </a:t>
            </a:r>
            <a:r>
              <a:rPr lang="es" sz="3000" b="1"/>
              <a:t>pruebas de imagen</a:t>
            </a:r>
            <a:r>
              <a:rPr lang="es" sz="3000"/>
              <a:t> </a:t>
            </a:r>
            <a:r>
              <a:rPr lang="es" sz="3000" b="1"/>
              <a:t>no son necesarias</a:t>
            </a:r>
            <a:r>
              <a:rPr lang="es" sz="3000"/>
              <a:t> en pacientes con c</a:t>
            </a:r>
            <a:r>
              <a:rPr lang="es" sz="3000" i="1"/>
              <a:t>ervicalgia aguda o crónica</a:t>
            </a:r>
            <a:r>
              <a:rPr lang="es" sz="3000"/>
              <a:t> </a:t>
            </a:r>
            <a:r>
              <a:rPr lang="es" sz="3000" i="1"/>
              <a:t>leve</a:t>
            </a:r>
            <a:r>
              <a:rPr lang="es" sz="3000"/>
              <a:t> que:</a:t>
            </a:r>
            <a:endParaRPr sz="3000"/>
          </a:p>
          <a:p>
            <a:pPr marL="0" lvl="0" indent="0" algn="just" rtl="0">
              <a:spcBef>
                <a:spcPts val="0"/>
              </a:spcBef>
              <a:spcAft>
                <a:spcPts val="0"/>
              </a:spcAft>
              <a:buNone/>
            </a:pPr>
            <a:endParaRPr sz="3000"/>
          </a:p>
          <a:p>
            <a:pPr marL="457200" lvl="0" indent="-419100" algn="just" rtl="0">
              <a:spcBef>
                <a:spcPts val="0"/>
              </a:spcBef>
              <a:spcAft>
                <a:spcPts val="0"/>
              </a:spcAft>
              <a:buSzPts val="3000"/>
              <a:buChar char="-"/>
            </a:pPr>
            <a:r>
              <a:rPr lang="es" sz="3000"/>
              <a:t>No limita las actividades diarias </a:t>
            </a:r>
            <a:endParaRPr sz="3000"/>
          </a:p>
          <a:p>
            <a:pPr marL="457200" lvl="0" indent="-419100" algn="just" rtl="0">
              <a:spcBef>
                <a:spcPts val="0"/>
              </a:spcBef>
              <a:spcAft>
                <a:spcPts val="0"/>
              </a:spcAft>
              <a:buSzPts val="3000"/>
              <a:buChar char="-"/>
            </a:pPr>
            <a:r>
              <a:rPr lang="es" sz="3000"/>
              <a:t>Se ignora fácilmente cuando el paciente se distrae.</a:t>
            </a:r>
            <a:endParaRPr sz="300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41"/>
          <p:cNvPicPr preferRelativeResize="0"/>
          <p:nvPr/>
        </p:nvPicPr>
        <p:blipFill>
          <a:blip r:embed="rId3">
            <a:alphaModFix/>
          </a:blip>
          <a:stretch>
            <a:fillRect/>
          </a:stretch>
        </p:blipFill>
        <p:spPr>
          <a:xfrm>
            <a:off x="751000" y="0"/>
            <a:ext cx="5261149" cy="5002400"/>
          </a:xfrm>
          <a:prstGeom prst="rect">
            <a:avLst/>
          </a:prstGeom>
          <a:noFill/>
          <a:ln>
            <a:noFill/>
          </a:ln>
        </p:spPr>
      </p:pic>
      <p:sp>
        <p:nvSpPr>
          <p:cNvPr id="337" name="Google Shape;337;p41"/>
          <p:cNvSpPr txBox="1"/>
          <p:nvPr/>
        </p:nvSpPr>
        <p:spPr>
          <a:xfrm>
            <a:off x="6240775" y="701275"/>
            <a:ext cx="22122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b="1">
                <a:latin typeface="Calibri"/>
                <a:ea typeface="Calibri"/>
                <a:cs typeface="Calibri"/>
                <a:sym typeface="Calibri"/>
              </a:rPr>
              <a:t>Objetivos </a:t>
            </a:r>
            <a:r>
              <a:rPr lang="es">
                <a:latin typeface="Calibri"/>
                <a:ea typeface="Calibri"/>
                <a:cs typeface="Calibri"/>
                <a:sym typeface="Calibri"/>
              </a:rPr>
              <a:t>del tratamiento:</a:t>
            </a:r>
            <a:endParaRPr>
              <a:latin typeface="Calibri"/>
              <a:ea typeface="Calibri"/>
              <a:cs typeface="Calibri"/>
              <a:sym typeface="Calibri"/>
            </a:endParaRPr>
          </a:p>
          <a:p>
            <a:pPr marL="457200" lvl="0" indent="-317500" algn="l" rtl="0">
              <a:spcBef>
                <a:spcPts val="0"/>
              </a:spcBef>
              <a:spcAft>
                <a:spcPts val="0"/>
              </a:spcAft>
              <a:buSzPts val="1400"/>
              <a:buFont typeface="Calibri"/>
              <a:buChar char="-"/>
            </a:pPr>
            <a:r>
              <a:rPr lang="es">
                <a:latin typeface="Calibri"/>
                <a:ea typeface="Calibri"/>
                <a:cs typeface="Calibri"/>
                <a:sym typeface="Calibri"/>
              </a:rPr>
              <a:t>Minimizar dolor y contractura</a:t>
            </a:r>
            <a:endParaRPr>
              <a:latin typeface="Calibri"/>
              <a:ea typeface="Calibri"/>
              <a:cs typeface="Calibri"/>
              <a:sym typeface="Calibri"/>
            </a:endParaRPr>
          </a:p>
          <a:p>
            <a:pPr marL="457200" lvl="0" indent="-317500" algn="l" rtl="0">
              <a:spcBef>
                <a:spcPts val="0"/>
              </a:spcBef>
              <a:spcAft>
                <a:spcPts val="0"/>
              </a:spcAft>
              <a:buSzPts val="1400"/>
              <a:buFont typeface="Calibri"/>
              <a:buChar char="-"/>
            </a:pPr>
            <a:r>
              <a:rPr lang="es">
                <a:latin typeface="Calibri"/>
                <a:ea typeface="Calibri"/>
                <a:cs typeface="Calibri"/>
                <a:sym typeface="Calibri"/>
              </a:rPr>
              <a:t>Reestablecer lordosis</a:t>
            </a:r>
            <a:endParaRPr>
              <a:latin typeface="Calibri"/>
              <a:ea typeface="Calibri"/>
              <a:cs typeface="Calibri"/>
              <a:sym typeface="Calibri"/>
            </a:endParaRPr>
          </a:p>
          <a:p>
            <a:pPr marL="457200" lvl="0" indent="-317500" algn="l" rtl="0">
              <a:spcBef>
                <a:spcPts val="0"/>
              </a:spcBef>
              <a:spcAft>
                <a:spcPts val="0"/>
              </a:spcAft>
              <a:buSzPts val="1400"/>
              <a:buFont typeface="Calibri"/>
              <a:buChar char="-"/>
            </a:pPr>
            <a:r>
              <a:rPr lang="es">
                <a:latin typeface="Calibri"/>
                <a:ea typeface="Calibri"/>
                <a:cs typeface="Calibri"/>
                <a:sym typeface="Calibri"/>
              </a:rPr>
              <a:t>Restaurar al máximo la función</a:t>
            </a:r>
            <a:endParaRPr>
              <a:latin typeface="Calibri"/>
              <a:ea typeface="Calibri"/>
              <a:cs typeface="Calibri"/>
              <a:sym typeface="Calibri"/>
            </a:endParaRPr>
          </a:p>
        </p:txBody>
      </p:sp>
      <p:sp>
        <p:nvSpPr>
          <p:cNvPr id="338" name="Google Shape;338;p41"/>
          <p:cNvSpPr txBox="1"/>
          <p:nvPr/>
        </p:nvSpPr>
        <p:spPr>
          <a:xfrm>
            <a:off x="3895900" y="623825"/>
            <a:ext cx="1183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b="1">
                <a:latin typeface="Calibri"/>
                <a:ea typeface="Calibri"/>
                <a:cs typeface="Calibri"/>
                <a:sym typeface="Calibri"/>
              </a:rPr>
              <a:t>&lt;6 semanas</a:t>
            </a:r>
            <a:endParaRPr b="1">
              <a:latin typeface="Calibri"/>
              <a:ea typeface="Calibri"/>
              <a:cs typeface="Calibri"/>
              <a:sym typeface="Calibri"/>
            </a:endParaRPr>
          </a:p>
        </p:txBody>
      </p:sp>
      <p:pic>
        <p:nvPicPr>
          <p:cNvPr id="339" name="Google Shape;339;p41"/>
          <p:cNvPicPr preferRelativeResize="0"/>
          <p:nvPr/>
        </p:nvPicPr>
        <p:blipFill rotWithShape="1">
          <a:blip r:embed="rId4">
            <a:alphaModFix/>
          </a:blip>
          <a:srcRect t="54743" b="13234"/>
          <a:stretch/>
        </p:blipFill>
        <p:spPr>
          <a:xfrm>
            <a:off x="6484125" y="3952864"/>
            <a:ext cx="2212200" cy="708360"/>
          </a:xfrm>
          <a:prstGeom prst="rect">
            <a:avLst/>
          </a:prstGeom>
          <a:noFill/>
          <a:ln>
            <a:noFill/>
          </a:ln>
        </p:spPr>
      </p:pic>
      <p:sp>
        <p:nvSpPr>
          <p:cNvPr id="340" name="Google Shape;340;p41"/>
          <p:cNvSpPr txBox="1"/>
          <p:nvPr/>
        </p:nvSpPr>
        <p:spPr>
          <a:xfrm>
            <a:off x="4979775" y="2979900"/>
            <a:ext cx="13383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i="1">
                <a:latin typeface="Calibri"/>
                <a:ea typeface="Calibri"/>
                <a:cs typeface="Calibri"/>
                <a:sym typeface="Calibri"/>
              </a:rPr>
              <a:t>Los fármacos se emplean para permitir…</a:t>
            </a:r>
            <a:endParaRPr i="1">
              <a:latin typeface="Calibri"/>
              <a:ea typeface="Calibri"/>
              <a:cs typeface="Calibri"/>
              <a:sym typeface="Calibri"/>
            </a:endParaRPr>
          </a:p>
        </p:txBody>
      </p:sp>
      <p:cxnSp>
        <p:nvCxnSpPr>
          <p:cNvPr id="341" name="Google Shape;341;p41"/>
          <p:cNvCxnSpPr/>
          <p:nvPr/>
        </p:nvCxnSpPr>
        <p:spPr>
          <a:xfrm rot="10800000" flipH="1">
            <a:off x="4625825" y="3743300"/>
            <a:ext cx="365100" cy="210000"/>
          </a:xfrm>
          <a:prstGeom prst="straightConnector1">
            <a:avLst/>
          </a:prstGeom>
          <a:noFill/>
          <a:ln w="9525" cap="flat" cmpd="sng">
            <a:solidFill>
              <a:schemeClr val="dk2"/>
            </a:solidFill>
            <a:prstDash val="solid"/>
            <a:round/>
            <a:headEnd type="none" w="med" len="med"/>
            <a:tailEnd type="triangle" w="med" len="med"/>
          </a:ln>
        </p:spPr>
      </p:cxnSp>
      <p:cxnSp>
        <p:nvCxnSpPr>
          <p:cNvPr id="342" name="Google Shape;342;p41"/>
          <p:cNvCxnSpPr/>
          <p:nvPr/>
        </p:nvCxnSpPr>
        <p:spPr>
          <a:xfrm rot="10800000">
            <a:off x="4515525" y="2471250"/>
            <a:ext cx="685500" cy="552900"/>
          </a:xfrm>
          <a:prstGeom prst="straightConnector1">
            <a:avLst/>
          </a:prstGeom>
          <a:noFill/>
          <a:ln w="9525" cap="flat" cmpd="sng">
            <a:solidFill>
              <a:schemeClr val="dk2"/>
            </a:solidFill>
            <a:prstDash val="solid"/>
            <a:round/>
            <a:headEnd type="none" w="med" len="med"/>
            <a:tailEnd type="triangle" w="med" len="med"/>
          </a:ln>
        </p:spPr>
      </p:cxnSp>
      <p:sp>
        <p:nvSpPr>
          <p:cNvPr id="343" name="Google Shape;343;p41"/>
          <p:cNvSpPr txBox="1"/>
          <p:nvPr/>
        </p:nvSpPr>
        <p:spPr>
          <a:xfrm>
            <a:off x="1838300" y="3464200"/>
            <a:ext cx="1183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latin typeface="Calibri"/>
                <a:ea typeface="Calibri"/>
                <a:cs typeface="Calibri"/>
                <a:sym typeface="Calibri"/>
              </a:rPr>
              <a:t>++</a:t>
            </a:r>
            <a:r>
              <a:rPr lang="es">
                <a:solidFill>
                  <a:schemeClr val="accent6"/>
                </a:solidFill>
                <a:latin typeface="Calibri"/>
                <a:ea typeface="Calibri"/>
                <a:cs typeface="Calibri"/>
                <a:sym typeface="Calibri"/>
              </a:rPr>
              <a:t>Naproxeno</a:t>
            </a:r>
            <a:endParaRPr>
              <a:solidFill>
                <a:schemeClr val="accent6"/>
              </a:solidFill>
              <a:latin typeface="Calibri"/>
              <a:ea typeface="Calibri"/>
              <a:cs typeface="Calibri"/>
              <a:sym typeface="Calibri"/>
            </a:endParaRPr>
          </a:p>
        </p:txBody>
      </p:sp>
      <p:sp>
        <p:nvSpPr>
          <p:cNvPr id="344" name="Google Shape;344;p41"/>
          <p:cNvSpPr txBox="1"/>
          <p:nvPr/>
        </p:nvSpPr>
        <p:spPr>
          <a:xfrm>
            <a:off x="3210075" y="3471850"/>
            <a:ext cx="1769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00" i="1">
                <a:latin typeface="Calibri"/>
                <a:ea typeface="Calibri"/>
                <a:cs typeface="Calibri"/>
                <a:sym typeface="Calibri"/>
              </a:rPr>
              <a:t>500-1000mg 3/24h</a:t>
            </a:r>
            <a:endParaRPr sz="1300" i="1">
              <a:latin typeface="Calibri"/>
              <a:ea typeface="Calibri"/>
              <a:cs typeface="Calibri"/>
              <a:sym typeface="Calibri"/>
            </a:endParaRPr>
          </a:p>
        </p:txBody>
      </p:sp>
      <p:sp>
        <p:nvSpPr>
          <p:cNvPr id="345" name="Google Shape;345;p41"/>
          <p:cNvSpPr txBox="1"/>
          <p:nvPr/>
        </p:nvSpPr>
        <p:spPr>
          <a:xfrm>
            <a:off x="300875" y="3680900"/>
            <a:ext cx="11835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latin typeface="Calibri"/>
                <a:ea typeface="Calibri"/>
                <a:cs typeface="Calibri"/>
                <a:sym typeface="Calibri"/>
              </a:rPr>
              <a:t>Escasa evidencia. Obj: dormir. </a:t>
            </a:r>
            <a:r>
              <a:rPr lang="es">
                <a:solidFill>
                  <a:schemeClr val="accent6"/>
                </a:solidFill>
                <a:latin typeface="Calibri"/>
                <a:ea typeface="Calibri"/>
                <a:cs typeface="Calibri"/>
                <a:sym typeface="Calibri"/>
              </a:rPr>
              <a:t>Diazepam</a:t>
            </a:r>
            <a:endParaRPr>
              <a:solidFill>
                <a:schemeClr val="accent6"/>
              </a:solidFill>
              <a:latin typeface="Calibri"/>
              <a:ea typeface="Calibri"/>
              <a:cs typeface="Calibri"/>
              <a:sym typeface="Calibri"/>
            </a:endParaRPr>
          </a:p>
        </p:txBody>
      </p:sp>
      <p:sp>
        <p:nvSpPr>
          <p:cNvPr id="346" name="Google Shape;346;p41"/>
          <p:cNvSpPr txBox="1"/>
          <p:nvPr/>
        </p:nvSpPr>
        <p:spPr>
          <a:xfrm>
            <a:off x="300875" y="2394900"/>
            <a:ext cx="9912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00" i="1">
                <a:latin typeface="Calibri"/>
                <a:ea typeface="Calibri"/>
                <a:cs typeface="Calibri"/>
                <a:sym typeface="Calibri"/>
              </a:rPr>
              <a:t>¿Tipo de empleo?</a:t>
            </a:r>
            <a:endParaRPr sz="1300" i="1">
              <a:latin typeface="Calibri"/>
              <a:ea typeface="Calibri"/>
              <a:cs typeface="Calibri"/>
              <a:sym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5"/>
          <p:cNvSpPr txBox="1">
            <a:spLocks noGrp="1"/>
          </p:cNvSpPr>
          <p:nvPr>
            <p:ph type="title"/>
          </p:nvPr>
        </p:nvSpPr>
        <p:spPr>
          <a:xfrm>
            <a:off x="1574675" y="537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dirty="0"/>
              <a:t>LUMBALGIA</a:t>
            </a:r>
            <a:endParaRPr dirty="0"/>
          </a:p>
        </p:txBody>
      </p:sp>
      <p:sp>
        <p:nvSpPr>
          <p:cNvPr id="382" name="Google Shape;382;p45"/>
          <p:cNvSpPr txBox="1">
            <a:spLocks noGrp="1"/>
          </p:cNvSpPr>
          <p:nvPr>
            <p:ph type="body" idx="1"/>
          </p:nvPr>
        </p:nvSpPr>
        <p:spPr>
          <a:xfrm>
            <a:off x="819150" y="1158675"/>
            <a:ext cx="7505700" cy="1672800"/>
          </a:xfrm>
          <a:prstGeom prst="rect">
            <a:avLst/>
          </a:prstGeom>
        </p:spPr>
        <p:txBody>
          <a:bodyPr spcFirstLastPara="1" wrap="square" lIns="91425" tIns="91425" rIns="91425" bIns="91425" anchor="t" anchorCtr="0">
            <a:normAutofit/>
          </a:bodyPr>
          <a:lstStyle/>
          <a:p>
            <a:pPr marL="0" lvl="0" indent="0" algn="just" rtl="0">
              <a:spcBef>
                <a:spcPts val="1200"/>
              </a:spcBef>
              <a:spcAft>
                <a:spcPts val="0"/>
              </a:spcAft>
              <a:buNone/>
            </a:pPr>
            <a:r>
              <a:rPr lang="es" sz="1200" i="1" dirty="0">
                <a:solidFill>
                  <a:srgbClr val="000000"/>
                </a:solidFill>
                <a:latin typeface="Arial"/>
                <a:ea typeface="Arial"/>
                <a:cs typeface="Arial"/>
                <a:sym typeface="Arial"/>
              </a:rPr>
              <a:t>Dolor que se da en la espalda baja y que comprende la columna lumbar, con las cinco vértebras de la región lumbar y las cinco vértebras sacras, así como las estructuras musculares y nerviosas de esta región.</a:t>
            </a:r>
            <a:endParaRPr sz="1200" i="1" dirty="0">
              <a:solidFill>
                <a:srgbClr val="000000"/>
              </a:solidFill>
              <a:latin typeface="Arial"/>
              <a:ea typeface="Arial"/>
              <a:cs typeface="Arial"/>
              <a:sym typeface="Arial"/>
            </a:endParaRPr>
          </a:p>
          <a:p>
            <a:pPr marL="457200" lvl="0" indent="-304800" algn="just" rtl="0">
              <a:spcBef>
                <a:spcPts val="1200"/>
              </a:spcBef>
              <a:spcAft>
                <a:spcPts val="0"/>
              </a:spcAft>
              <a:buClr>
                <a:srgbClr val="000000"/>
              </a:buClr>
              <a:buSzPts val="1200"/>
              <a:buFont typeface="Arial"/>
              <a:buChar char="●"/>
            </a:pPr>
            <a:r>
              <a:rPr lang="es" sz="1200" dirty="0">
                <a:solidFill>
                  <a:srgbClr val="000000"/>
                </a:solidFill>
                <a:latin typeface="Arial"/>
                <a:ea typeface="Arial"/>
                <a:cs typeface="Arial"/>
                <a:sym typeface="Arial"/>
              </a:rPr>
              <a:t>Motivo frecuente en las consultas de medicina de familia y en las urgencias</a:t>
            </a:r>
            <a:endParaRPr sz="1200" dirty="0">
              <a:solidFill>
                <a:srgbClr val="000000"/>
              </a:solidFill>
              <a:latin typeface="Arial"/>
              <a:ea typeface="Arial"/>
              <a:cs typeface="Arial"/>
              <a:sym typeface="Arial"/>
            </a:endParaRPr>
          </a:p>
          <a:p>
            <a:pPr marL="457200" lvl="0" indent="-304800" algn="just" rtl="0">
              <a:spcBef>
                <a:spcPts val="0"/>
              </a:spcBef>
              <a:spcAft>
                <a:spcPts val="0"/>
              </a:spcAft>
              <a:buClr>
                <a:srgbClr val="000000"/>
              </a:buClr>
              <a:buSzPts val="1200"/>
              <a:buFont typeface="Arial"/>
              <a:buChar char="●"/>
            </a:pPr>
            <a:r>
              <a:rPr lang="es" sz="1200" dirty="0">
                <a:solidFill>
                  <a:srgbClr val="000000"/>
                </a:solidFill>
                <a:latin typeface="Arial"/>
                <a:ea typeface="Arial"/>
                <a:cs typeface="Arial"/>
                <a:sym typeface="Arial"/>
              </a:rPr>
              <a:t>Aproximadamente un </a:t>
            </a:r>
            <a:r>
              <a:rPr lang="es" sz="1200" b="1" dirty="0">
                <a:solidFill>
                  <a:srgbClr val="000000"/>
                </a:solidFill>
                <a:latin typeface="Arial"/>
                <a:ea typeface="Arial"/>
                <a:cs typeface="Arial"/>
                <a:sym typeface="Arial"/>
              </a:rPr>
              <a:t>84% de los adultos</a:t>
            </a:r>
            <a:r>
              <a:rPr lang="es" sz="1200" dirty="0">
                <a:solidFill>
                  <a:srgbClr val="000000"/>
                </a:solidFill>
                <a:latin typeface="Arial"/>
                <a:ea typeface="Arial"/>
                <a:cs typeface="Arial"/>
                <a:sym typeface="Arial"/>
              </a:rPr>
              <a:t> va a tener un episodio de lumbalgia alguna vez en la vida. </a:t>
            </a:r>
            <a:endParaRPr sz="1200" dirty="0">
              <a:solidFill>
                <a:srgbClr val="000000"/>
              </a:solidFill>
              <a:latin typeface="Arial"/>
              <a:ea typeface="Arial"/>
              <a:cs typeface="Arial"/>
              <a:sym typeface="Arial"/>
            </a:endParaRPr>
          </a:p>
          <a:p>
            <a:pPr marL="0" lvl="0" indent="0" algn="l" rtl="0">
              <a:spcBef>
                <a:spcPts val="1200"/>
              </a:spcBef>
              <a:spcAft>
                <a:spcPts val="1200"/>
              </a:spcAft>
              <a:buNone/>
            </a:pPr>
            <a:endParaRPr dirty="0"/>
          </a:p>
        </p:txBody>
      </p:sp>
      <p:sp>
        <p:nvSpPr>
          <p:cNvPr id="383" name="Google Shape;383;p45"/>
          <p:cNvSpPr/>
          <p:nvPr/>
        </p:nvSpPr>
        <p:spPr>
          <a:xfrm>
            <a:off x="1574675" y="2591725"/>
            <a:ext cx="2048700" cy="453900"/>
          </a:xfrm>
          <a:prstGeom prst="chevron">
            <a:avLst>
              <a:gd name="adj" fmla="val 50000"/>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sz="1100" b="1"/>
              <a:t>Aguda </a:t>
            </a:r>
            <a:endParaRPr sz="1100" b="1"/>
          </a:p>
          <a:p>
            <a:pPr marL="0" lvl="0" indent="0" algn="ctr" rtl="0">
              <a:spcBef>
                <a:spcPts val="0"/>
              </a:spcBef>
              <a:spcAft>
                <a:spcPts val="0"/>
              </a:spcAft>
              <a:buNone/>
            </a:pPr>
            <a:r>
              <a:rPr lang="es" sz="1100"/>
              <a:t>&lt; 4 semanas</a:t>
            </a:r>
            <a:endParaRPr sz="1100"/>
          </a:p>
        </p:txBody>
      </p:sp>
      <p:sp>
        <p:nvSpPr>
          <p:cNvPr id="384" name="Google Shape;384;p45"/>
          <p:cNvSpPr/>
          <p:nvPr/>
        </p:nvSpPr>
        <p:spPr>
          <a:xfrm>
            <a:off x="3491700" y="2591725"/>
            <a:ext cx="2048700" cy="453900"/>
          </a:xfrm>
          <a:prstGeom prst="chevron">
            <a:avLst>
              <a:gd name="adj" fmla="val 50000"/>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sz="1100" b="1"/>
              <a:t>Subaguda</a:t>
            </a:r>
            <a:endParaRPr sz="1100" b="1"/>
          </a:p>
          <a:p>
            <a:pPr marL="0" lvl="0" indent="0" algn="ctr" rtl="0">
              <a:spcBef>
                <a:spcPts val="0"/>
              </a:spcBef>
              <a:spcAft>
                <a:spcPts val="0"/>
              </a:spcAft>
              <a:buNone/>
            </a:pPr>
            <a:r>
              <a:rPr lang="es" sz="1100"/>
              <a:t>4-12 semanas</a:t>
            </a:r>
            <a:endParaRPr sz="1100"/>
          </a:p>
        </p:txBody>
      </p:sp>
      <p:sp>
        <p:nvSpPr>
          <p:cNvPr id="385" name="Google Shape;385;p45"/>
          <p:cNvSpPr/>
          <p:nvPr/>
        </p:nvSpPr>
        <p:spPr>
          <a:xfrm>
            <a:off x="5411800" y="2591725"/>
            <a:ext cx="2229000" cy="453900"/>
          </a:xfrm>
          <a:prstGeom prst="chevron">
            <a:avLst>
              <a:gd name="adj" fmla="val 50000"/>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sz="1100" b="1"/>
              <a:t>Crónica </a:t>
            </a:r>
            <a:endParaRPr sz="1100" b="1"/>
          </a:p>
          <a:p>
            <a:pPr marL="0" lvl="0" indent="0" algn="ctr" rtl="0">
              <a:spcBef>
                <a:spcPts val="0"/>
              </a:spcBef>
              <a:spcAft>
                <a:spcPts val="0"/>
              </a:spcAft>
              <a:buNone/>
            </a:pPr>
            <a:r>
              <a:rPr lang="es" sz="1100"/>
              <a:t>12 o &gt; semanas</a:t>
            </a:r>
            <a:endParaRPr sz="1100"/>
          </a:p>
        </p:txBody>
      </p:sp>
      <p:sp>
        <p:nvSpPr>
          <p:cNvPr id="386" name="Google Shape;386;p45"/>
          <p:cNvSpPr txBox="1"/>
          <p:nvPr/>
        </p:nvSpPr>
        <p:spPr>
          <a:xfrm>
            <a:off x="961950" y="3119025"/>
            <a:ext cx="74430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200" b="1"/>
              <a:t>Factores de riesgo: </a:t>
            </a:r>
            <a:endParaRPr sz="1200" b="1"/>
          </a:p>
          <a:p>
            <a:pPr marL="0" lvl="0" indent="0" algn="l" rtl="0">
              <a:spcBef>
                <a:spcPts val="0"/>
              </a:spcBef>
              <a:spcAft>
                <a:spcPts val="0"/>
              </a:spcAft>
              <a:buNone/>
            </a:pPr>
            <a:r>
              <a:rPr lang="es" sz="1200"/>
              <a:t>Obesidad, fumadores,mujeres, trabajos que requieren esfuerzo físico</a:t>
            </a:r>
            <a:r>
              <a:rPr lang="es" sz="1200" b="1"/>
              <a:t>, </a:t>
            </a:r>
            <a:r>
              <a:rPr lang="es" sz="1200"/>
              <a:t>trabajos sedentarios</a:t>
            </a:r>
            <a:r>
              <a:rPr lang="es" sz="1200" b="1"/>
              <a:t>,</a:t>
            </a:r>
            <a:r>
              <a:rPr lang="es" sz="1200"/>
              <a:t> trabajos estresantes psicológicamente,bajo nivel educativo</a:t>
            </a:r>
            <a:r>
              <a:rPr lang="es" sz="1200" b="1"/>
              <a:t>, </a:t>
            </a:r>
            <a:r>
              <a:rPr lang="es" sz="1200"/>
              <a:t>insatisfacción con el trabajo</a:t>
            </a:r>
            <a:r>
              <a:rPr lang="es" sz="1200" b="1"/>
              <a:t>, </a:t>
            </a:r>
            <a:r>
              <a:rPr lang="es" sz="1200"/>
              <a:t>somatización, ansiedad, depresión</a:t>
            </a:r>
            <a:endParaRPr sz="120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6"/>
          <p:cNvSpPr txBox="1">
            <a:spLocks noGrp="1"/>
          </p:cNvSpPr>
          <p:nvPr>
            <p:ph type="title"/>
          </p:nvPr>
        </p:nvSpPr>
        <p:spPr>
          <a:xfrm>
            <a:off x="766200" y="543050"/>
            <a:ext cx="7505700" cy="526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ETIOLOGÍA</a:t>
            </a:r>
            <a:endParaRPr/>
          </a:p>
        </p:txBody>
      </p:sp>
      <p:sp>
        <p:nvSpPr>
          <p:cNvPr id="392" name="Google Shape;392;p46"/>
          <p:cNvSpPr txBox="1">
            <a:spLocks noGrp="1"/>
          </p:cNvSpPr>
          <p:nvPr>
            <p:ph type="body" idx="1"/>
          </p:nvPr>
        </p:nvSpPr>
        <p:spPr>
          <a:xfrm>
            <a:off x="894775" y="1196500"/>
            <a:ext cx="7505700" cy="34098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s" sz="1250">
                <a:latin typeface="Arial"/>
                <a:ea typeface="Arial"/>
                <a:cs typeface="Arial"/>
                <a:sym typeface="Arial"/>
              </a:rPr>
              <a:t>-</a:t>
            </a:r>
            <a:r>
              <a:rPr lang="es" sz="1250" b="1" u="sng">
                <a:latin typeface="Arial"/>
                <a:ea typeface="Arial"/>
                <a:cs typeface="Arial"/>
                <a:sym typeface="Arial"/>
              </a:rPr>
              <a:t>1º DOLOR LUMBAR SIMPLE (&gt;85%)</a:t>
            </a:r>
            <a:endParaRPr sz="1250" b="1" u="sng">
              <a:latin typeface="Arial"/>
              <a:ea typeface="Arial"/>
              <a:cs typeface="Arial"/>
              <a:sym typeface="Arial"/>
            </a:endParaRPr>
          </a:p>
          <a:p>
            <a:pPr marL="0" lvl="0" indent="0" algn="l" rtl="0">
              <a:spcBef>
                <a:spcPts val="1200"/>
              </a:spcBef>
              <a:spcAft>
                <a:spcPts val="0"/>
              </a:spcAft>
              <a:buNone/>
            </a:pPr>
            <a:r>
              <a:rPr lang="es" sz="1250">
                <a:latin typeface="Arial"/>
                <a:ea typeface="Arial"/>
                <a:cs typeface="Arial"/>
                <a:sym typeface="Arial"/>
              </a:rPr>
              <a:t>- </a:t>
            </a:r>
            <a:r>
              <a:rPr lang="es" sz="1250" b="1">
                <a:latin typeface="Arial"/>
                <a:ea typeface="Arial"/>
                <a:cs typeface="Arial"/>
                <a:sym typeface="Arial"/>
              </a:rPr>
              <a:t>Dolor lumbar con causa identificable :</a:t>
            </a:r>
            <a:endParaRPr sz="1250" b="1">
              <a:latin typeface="Arial"/>
              <a:ea typeface="Arial"/>
              <a:cs typeface="Arial"/>
              <a:sym typeface="Arial"/>
            </a:endParaRPr>
          </a:p>
          <a:p>
            <a:pPr marL="457200" lvl="0" indent="-307975" algn="l" rtl="0">
              <a:spcBef>
                <a:spcPts val="1200"/>
              </a:spcBef>
              <a:spcAft>
                <a:spcPts val="0"/>
              </a:spcAft>
              <a:buClr>
                <a:srgbClr val="000000"/>
              </a:buClr>
              <a:buSzPts val="1250"/>
              <a:buFont typeface="Arial"/>
              <a:buChar char="●"/>
            </a:pPr>
            <a:r>
              <a:rPr lang="es" sz="1250">
                <a:solidFill>
                  <a:srgbClr val="000000"/>
                </a:solidFill>
                <a:latin typeface="Arial"/>
                <a:ea typeface="Arial"/>
                <a:cs typeface="Arial"/>
                <a:sym typeface="Arial"/>
              </a:rPr>
              <a:t>Etiologías graves (&lt;1% de los pacientes que acuden a AP)</a:t>
            </a:r>
            <a:endParaRPr sz="1250">
              <a:solidFill>
                <a:srgbClr val="000000"/>
              </a:solidFill>
              <a:latin typeface="Arial"/>
              <a:ea typeface="Arial"/>
              <a:cs typeface="Arial"/>
              <a:sym typeface="Arial"/>
            </a:endParaRPr>
          </a:p>
          <a:p>
            <a:pPr marL="914400" lvl="1" indent="-307975" algn="just" rtl="0">
              <a:spcBef>
                <a:spcPts val="0"/>
              </a:spcBef>
              <a:spcAft>
                <a:spcPts val="0"/>
              </a:spcAft>
              <a:buClr>
                <a:srgbClr val="000000"/>
              </a:buClr>
              <a:buSzPts val="1250"/>
              <a:buFont typeface="Arial"/>
              <a:buChar char="○"/>
            </a:pPr>
            <a:r>
              <a:rPr lang="es" sz="1250">
                <a:solidFill>
                  <a:srgbClr val="000000"/>
                </a:solidFill>
                <a:latin typeface="Arial"/>
                <a:ea typeface="Arial"/>
                <a:cs typeface="Arial"/>
                <a:sym typeface="Arial"/>
              </a:rPr>
              <a:t>Síndrome de cauda equina o cola de caballo: </a:t>
            </a:r>
            <a:endParaRPr sz="1250">
              <a:solidFill>
                <a:srgbClr val="000000"/>
              </a:solidFill>
              <a:latin typeface="Arial"/>
              <a:ea typeface="Arial"/>
              <a:cs typeface="Arial"/>
              <a:sym typeface="Arial"/>
            </a:endParaRPr>
          </a:p>
          <a:p>
            <a:pPr marL="914400" lvl="1" indent="-307975" algn="just" rtl="0">
              <a:spcBef>
                <a:spcPts val="0"/>
              </a:spcBef>
              <a:spcAft>
                <a:spcPts val="0"/>
              </a:spcAft>
              <a:buClr>
                <a:srgbClr val="000000"/>
              </a:buClr>
              <a:buSzPts val="1250"/>
              <a:buFont typeface="Arial"/>
              <a:buChar char="○"/>
            </a:pPr>
            <a:r>
              <a:rPr lang="es" sz="1250">
                <a:solidFill>
                  <a:srgbClr val="000000"/>
                </a:solidFill>
                <a:latin typeface="Arial"/>
                <a:ea typeface="Arial"/>
                <a:cs typeface="Arial"/>
                <a:sym typeface="Arial"/>
              </a:rPr>
              <a:t>Metástasis</a:t>
            </a:r>
            <a:endParaRPr sz="1250">
              <a:solidFill>
                <a:srgbClr val="000000"/>
              </a:solidFill>
              <a:latin typeface="Arial"/>
              <a:ea typeface="Arial"/>
              <a:cs typeface="Arial"/>
              <a:sym typeface="Arial"/>
            </a:endParaRPr>
          </a:p>
          <a:p>
            <a:pPr marL="914400" lvl="1" indent="-307975" algn="just" rtl="0">
              <a:spcBef>
                <a:spcPts val="0"/>
              </a:spcBef>
              <a:spcAft>
                <a:spcPts val="0"/>
              </a:spcAft>
              <a:buClr>
                <a:srgbClr val="000000"/>
              </a:buClr>
              <a:buSzPts val="1250"/>
              <a:buFont typeface="Arial"/>
              <a:buChar char="○"/>
            </a:pPr>
            <a:r>
              <a:rPr lang="es" sz="1250">
                <a:solidFill>
                  <a:srgbClr val="000000"/>
                </a:solidFill>
                <a:latin typeface="Arial"/>
                <a:ea typeface="Arial"/>
                <a:cs typeface="Arial"/>
                <a:sym typeface="Arial"/>
              </a:rPr>
              <a:t>Absceso epidural:  ojo ADVP</a:t>
            </a:r>
            <a:endParaRPr sz="1250">
              <a:solidFill>
                <a:srgbClr val="000000"/>
              </a:solidFill>
              <a:latin typeface="Arial"/>
              <a:ea typeface="Arial"/>
              <a:cs typeface="Arial"/>
              <a:sym typeface="Arial"/>
            </a:endParaRPr>
          </a:p>
          <a:p>
            <a:pPr marL="914400" lvl="1" indent="-307975" algn="just" rtl="0">
              <a:spcBef>
                <a:spcPts val="0"/>
              </a:spcBef>
              <a:spcAft>
                <a:spcPts val="0"/>
              </a:spcAft>
              <a:buClr>
                <a:srgbClr val="000000"/>
              </a:buClr>
              <a:buSzPts val="1250"/>
              <a:buFont typeface="Arial"/>
              <a:buChar char="○"/>
            </a:pPr>
            <a:r>
              <a:rPr lang="es" sz="1250">
                <a:solidFill>
                  <a:srgbClr val="000000"/>
                </a:solidFill>
                <a:latin typeface="Arial"/>
                <a:ea typeface="Arial"/>
                <a:cs typeface="Arial"/>
                <a:sym typeface="Arial"/>
              </a:rPr>
              <a:t>Osteomielitis vertebral: ojo edad y bacteriemia</a:t>
            </a:r>
            <a:endParaRPr sz="1250">
              <a:solidFill>
                <a:srgbClr val="000000"/>
              </a:solidFill>
              <a:latin typeface="Arial"/>
              <a:ea typeface="Arial"/>
              <a:cs typeface="Arial"/>
              <a:sym typeface="Arial"/>
            </a:endParaRPr>
          </a:p>
          <a:p>
            <a:pPr marL="457200" lvl="0" indent="-307975" algn="just" rtl="0">
              <a:spcBef>
                <a:spcPts val="0"/>
              </a:spcBef>
              <a:spcAft>
                <a:spcPts val="0"/>
              </a:spcAft>
              <a:buClr>
                <a:srgbClr val="000000"/>
              </a:buClr>
              <a:buSzPts val="1250"/>
              <a:buFont typeface="Arial"/>
              <a:buChar char="●"/>
            </a:pPr>
            <a:r>
              <a:rPr lang="es" sz="1250">
                <a:solidFill>
                  <a:srgbClr val="000000"/>
                </a:solidFill>
                <a:latin typeface="Arial"/>
                <a:ea typeface="Arial"/>
                <a:cs typeface="Arial"/>
                <a:sym typeface="Arial"/>
              </a:rPr>
              <a:t>Etiología menos grave (10%)</a:t>
            </a:r>
            <a:endParaRPr sz="1250">
              <a:solidFill>
                <a:srgbClr val="000000"/>
              </a:solidFill>
              <a:latin typeface="Arial"/>
              <a:ea typeface="Arial"/>
              <a:cs typeface="Arial"/>
              <a:sym typeface="Arial"/>
            </a:endParaRPr>
          </a:p>
          <a:p>
            <a:pPr marL="914400" lvl="1" indent="-307975" algn="just" rtl="0">
              <a:spcBef>
                <a:spcPts val="0"/>
              </a:spcBef>
              <a:spcAft>
                <a:spcPts val="0"/>
              </a:spcAft>
              <a:buClr>
                <a:srgbClr val="000000"/>
              </a:buClr>
              <a:buSzPts val="1250"/>
              <a:buFont typeface="Arial"/>
              <a:buChar char="○"/>
            </a:pPr>
            <a:r>
              <a:rPr lang="es" sz="1200">
                <a:solidFill>
                  <a:srgbClr val="000000"/>
                </a:solidFill>
                <a:latin typeface="Arial"/>
                <a:ea typeface="Arial"/>
                <a:cs typeface="Arial"/>
                <a:sym typeface="Arial"/>
              </a:rPr>
              <a:t>Fractura vertebral:  osteoporosis, edad avanzada, uso de corticoides.</a:t>
            </a:r>
            <a:endParaRPr sz="1200">
              <a:solidFill>
                <a:srgbClr val="000000"/>
              </a:solidFill>
              <a:latin typeface="Arial"/>
              <a:ea typeface="Arial"/>
              <a:cs typeface="Arial"/>
              <a:sym typeface="Arial"/>
            </a:endParaRPr>
          </a:p>
          <a:p>
            <a:pPr marL="914400" lvl="1" indent="-307975" algn="just" rtl="0">
              <a:spcBef>
                <a:spcPts val="0"/>
              </a:spcBef>
              <a:spcAft>
                <a:spcPts val="0"/>
              </a:spcAft>
              <a:buClr>
                <a:srgbClr val="000000"/>
              </a:buClr>
              <a:buSzPts val="1250"/>
              <a:buFont typeface="Arial"/>
              <a:buChar char="○"/>
            </a:pPr>
            <a:r>
              <a:rPr lang="es" sz="1200">
                <a:solidFill>
                  <a:srgbClr val="000000"/>
                </a:solidFill>
                <a:latin typeface="Arial"/>
                <a:ea typeface="Arial"/>
                <a:cs typeface="Arial"/>
                <a:sym typeface="Arial"/>
              </a:rPr>
              <a:t>Radiculopatías:  El 90% se deben a radiculopatías L5-S1.</a:t>
            </a:r>
            <a:endParaRPr sz="1200">
              <a:solidFill>
                <a:srgbClr val="000000"/>
              </a:solidFill>
              <a:latin typeface="Arial"/>
              <a:ea typeface="Arial"/>
              <a:cs typeface="Arial"/>
              <a:sym typeface="Arial"/>
            </a:endParaRPr>
          </a:p>
          <a:p>
            <a:pPr marL="914400" lvl="1" indent="-307975" algn="just" rtl="0">
              <a:spcBef>
                <a:spcPts val="0"/>
              </a:spcBef>
              <a:spcAft>
                <a:spcPts val="0"/>
              </a:spcAft>
              <a:buClr>
                <a:srgbClr val="000000"/>
              </a:buClr>
              <a:buSzPts val="1250"/>
              <a:buFont typeface="Arial"/>
              <a:buChar char="○"/>
            </a:pPr>
            <a:r>
              <a:rPr lang="es" sz="1200">
                <a:solidFill>
                  <a:srgbClr val="000000"/>
                </a:solidFill>
                <a:latin typeface="Arial"/>
                <a:ea typeface="Arial"/>
                <a:cs typeface="Arial"/>
                <a:sym typeface="Arial"/>
              </a:rPr>
              <a:t>Estenosis del canal lumbar</a:t>
            </a:r>
            <a:endParaRPr sz="1200">
              <a:solidFill>
                <a:srgbClr val="000000"/>
              </a:solidFill>
              <a:latin typeface="Arial"/>
              <a:ea typeface="Arial"/>
              <a:cs typeface="Arial"/>
              <a:sym typeface="Arial"/>
            </a:endParaRPr>
          </a:p>
          <a:p>
            <a:pPr marL="457200" lvl="0" indent="-304800" algn="just" rtl="0">
              <a:spcBef>
                <a:spcPts val="0"/>
              </a:spcBef>
              <a:spcAft>
                <a:spcPts val="0"/>
              </a:spcAft>
              <a:buClr>
                <a:srgbClr val="000000"/>
              </a:buClr>
              <a:buSzPts val="1200"/>
              <a:buFont typeface="Arial"/>
              <a:buChar char="●"/>
            </a:pPr>
            <a:r>
              <a:rPr lang="es" sz="1200">
                <a:solidFill>
                  <a:srgbClr val="000000"/>
                </a:solidFill>
                <a:latin typeface="Arial"/>
                <a:ea typeface="Arial"/>
                <a:cs typeface="Arial"/>
                <a:sym typeface="Arial"/>
              </a:rPr>
              <a:t>Otras:</a:t>
            </a:r>
            <a:endParaRPr sz="1200">
              <a:solidFill>
                <a:srgbClr val="000000"/>
              </a:solidFill>
              <a:latin typeface="Arial"/>
              <a:ea typeface="Arial"/>
              <a:cs typeface="Arial"/>
              <a:sym typeface="Arial"/>
            </a:endParaRPr>
          </a:p>
          <a:p>
            <a:pPr marL="914400" lvl="1" indent="-304800" algn="just" rtl="0">
              <a:spcBef>
                <a:spcPts val="0"/>
              </a:spcBef>
              <a:spcAft>
                <a:spcPts val="0"/>
              </a:spcAft>
              <a:buClr>
                <a:srgbClr val="000000"/>
              </a:buClr>
              <a:buSzPts val="1200"/>
              <a:buFont typeface="Arial"/>
              <a:buChar char="○"/>
            </a:pPr>
            <a:r>
              <a:rPr lang="es" sz="1200">
                <a:solidFill>
                  <a:srgbClr val="000000"/>
                </a:solidFill>
                <a:latin typeface="Arial"/>
                <a:ea typeface="Arial"/>
                <a:cs typeface="Arial"/>
                <a:sym typeface="Arial"/>
              </a:rPr>
              <a:t>Espondiloartritis Axial, Espondilitis anquilosante. Osteoartritis. Escoliosis o hipercifosis. </a:t>
            </a:r>
            <a:r>
              <a:rPr lang="es" sz="700">
                <a:solidFill>
                  <a:srgbClr val="000000"/>
                </a:solidFill>
                <a:latin typeface="Times New Roman"/>
                <a:ea typeface="Times New Roman"/>
                <a:cs typeface="Times New Roman"/>
                <a:sym typeface="Times New Roman"/>
              </a:rPr>
              <a:t> </a:t>
            </a:r>
            <a:r>
              <a:rPr lang="es" sz="1200">
                <a:solidFill>
                  <a:srgbClr val="000000"/>
                </a:solidFill>
                <a:latin typeface="Arial"/>
                <a:ea typeface="Arial"/>
                <a:cs typeface="Arial"/>
                <a:sym typeface="Arial"/>
              </a:rPr>
              <a:t>Etiologías fuera de la columna: pancreatitis, nefrolitiasis, pielonefritis, aneurisma de aorta abdominal, herpes zoster. Síndrome del piriforme. Disfunción de la articulación sacroilíaca .</a:t>
            </a:r>
            <a:r>
              <a:rPr lang="es" sz="700">
                <a:solidFill>
                  <a:srgbClr val="000000"/>
                </a:solidFill>
                <a:latin typeface="Times New Roman"/>
                <a:ea typeface="Times New Roman"/>
                <a:cs typeface="Times New Roman"/>
                <a:sym typeface="Times New Roman"/>
              </a:rPr>
              <a:t> </a:t>
            </a:r>
            <a:r>
              <a:rPr lang="es" sz="1200">
                <a:solidFill>
                  <a:srgbClr val="000000"/>
                </a:solidFill>
                <a:latin typeface="Arial"/>
                <a:ea typeface="Arial"/>
                <a:cs typeface="Arial"/>
                <a:sym typeface="Arial"/>
              </a:rPr>
              <a:t>Síndrome de Bertolotti.</a:t>
            </a:r>
            <a:endParaRPr/>
          </a:p>
        </p:txBody>
      </p:sp>
      <p:pic>
        <p:nvPicPr>
          <p:cNvPr id="393" name="Google Shape;393;p46"/>
          <p:cNvPicPr preferRelativeResize="0"/>
          <p:nvPr/>
        </p:nvPicPr>
        <p:blipFill>
          <a:blip r:embed="rId3">
            <a:alphaModFix/>
          </a:blip>
          <a:stretch>
            <a:fillRect/>
          </a:stretch>
        </p:blipFill>
        <p:spPr>
          <a:xfrm>
            <a:off x="6612349" y="585429"/>
            <a:ext cx="2066825" cy="2928821"/>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47"/>
          <p:cNvSpPr txBox="1">
            <a:spLocks noGrp="1"/>
          </p:cNvSpPr>
          <p:nvPr>
            <p:ph type="title"/>
          </p:nvPr>
        </p:nvSpPr>
        <p:spPr>
          <a:xfrm>
            <a:off x="856975" y="535475"/>
            <a:ext cx="7505700" cy="616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sz="2900"/>
              <a:t>EVALUACIÓN INICIAL</a:t>
            </a:r>
            <a:endParaRPr sz="2900"/>
          </a:p>
        </p:txBody>
      </p:sp>
      <p:sp>
        <p:nvSpPr>
          <p:cNvPr id="399" name="Google Shape;399;p47"/>
          <p:cNvSpPr txBox="1">
            <a:spLocks noGrp="1"/>
          </p:cNvSpPr>
          <p:nvPr>
            <p:ph type="body" idx="1"/>
          </p:nvPr>
        </p:nvSpPr>
        <p:spPr>
          <a:xfrm>
            <a:off x="819150" y="1427775"/>
            <a:ext cx="7505700" cy="2999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AutoNum type="arabicPeriod"/>
            </a:pPr>
            <a:r>
              <a:rPr lang="es" b="1" dirty="0">
                <a:latin typeface="Arial"/>
                <a:ea typeface="Arial"/>
                <a:cs typeface="Arial"/>
                <a:sym typeface="Arial"/>
              </a:rPr>
              <a:t>ANAMNESIS </a:t>
            </a:r>
            <a:r>
              <a:rPr lang="es" dirty="0">
                <a:latin typeface="Arial"/>
                <a:ea typeface="Arial"/>
                <a:cs typeface="Arial"/>
                <a:sym typeface="Arial"/>
              </a:rPr>
              <a:t>: </a:t>
            </a:r>
            <a:r>
              <a:rPr lang="es" dirty="0">
                <a:solidFill>
                  <a:srgbClr val="000000"/>
                </a:solidFill>
                <a:latin typeface="Arial"/>
                <a:ea typeface="Arial"/>
                <a:cs typeface="Arial"/>
                <a:sym typeface="Arial"/>
              </a:rPr>
              <a:t>lugar, duración y gravedad del dolor, historia de dolores de espalda en el pasado…</a:t>
            </a:r>
            <a:endParaRPr dirty="0">
              <a:solidFill>
                <a:srgbClr val="000000"/>
              </a:solidFill>
              <a:latin typeface="Arial"/>
              <a:ea typeface="Arial"/>
              <a:cs typeface="Arial"/>
              <a:sym typeface="Arial"/>
            </a:endParaRPr>
          </a:p>
          <a:p>
            <a:pPr marL="457200" lvl="0" indent="-311150" algn="l" rtl="0">
              <a:spcBef>
                <a:spcPts val="0"/>
              </a:spcBef>
              <a:spcAft>
                <a:spcPts val="0"/>
              </a:spcAft>
              <a:buSzPts val="1300"/>
              <a:buFont typeface="Arial"/>
              <a:buAutoNum type="arabicPeriod"/>
            </a:pPr>
            <a:r>
              <a:rPr lang="es" b="1" dirty="0">
                <a:latin typeface="Arial"/>
                <a:ea typeface="Arial"/>
                <a:cs typeface="Arial"/>
                <a:sym typeface="Arial"/>
              </a:rPr>
              <a:t>EXPLORACIÓN FÍSICA:</a:t>
            </a:r>
            <a:endParaRPr b="1" dirty="0">
              <a:latin typeface="Arial"/>
              <a:ea typeface="Arial"/>
              <a:cs typeface="Arial"/>
              <a:sym typeface="Arial"/>
            </a:endParaRPr>
          </a:p>
          <a:p>
            <a:pPr marL="914400" lvl="1" indent="-311150" algn="l" rtl="0">
              <a:spcBef>
                <a:spcPts val="0"/>
              </a:spcBef>
              <a:spcAft>
                <a:spcPts val="0"/>
              </a:spcAft>
              <a:buSzPts val="1300"/>
              <a:buFont typeface="Arial"/>
              <a:buAutoNum type="alphaLcPeriod"/>
            </a:pPr>
            <a:r>
              <a:rPr lang="es" sz="1300" dirty="0">
                <a:latin typeface="Arial"/>
                <a:ea typeface="Arial"/>
                <a:cs typeface="Arial"/>
                <a:sym typeface="Arial"/>
              </a:rPr>
              <a:t>Inspección de espalda y postura</a:t>
            </a:r>
            <a:endParaRPr sz="1300" dirty="0">
              <a:latin typeface="Arial"/>
              <a:ea typeface="Arial"/>
              <a:cs typeface="Arial"/>
              <a:sym typeface="Arial"/>
            </a:endParaRPr>
          </a:p>
          <a:p>
            <a:pPr marL="914400" lvl="1" indent="-311150" algn="l" rtl="0">
              <a:spcBef>
                <a:spcPts val="0"/>
              </a:spcBef>
              <a:spcAft>
                <a:spcPts val="0"/>
              </a:spcAft>
              <a:buSzPts val="1300"/>
              <a:buFont typeface="Arial"/>
              <a:buAutoNum type="alphaLcPeriod"/>
            </a:pPr>
            <a:r>
              <a:rPr lang="es" sz="1300" dirty="0">
                <a:latin typeface="Arial"/>
                <a:ea typeface="Arial"/>
                <a:cs typeface="Arial"/>
                <a:sym typeface="Arial"/>
              </a:rPr>
              <a:t>Palpación de la columna</a:t>
            </a:r>
            <a:endParaRPr sz="1300" dirty="0">
              <a:latin typeface="Arial"/>
              <a:ea typeface="Arial"/>
              <a:cs typeface="Arial"/>
              <a:sym typeface="Arial"/>
            </a:endParaRPr>
          </a:p>
          <a:p>
            <a:pPr marL="914400" lvl="1" indent="-311150" algn="l" rtl="0">
              <a:spcBef>
                <a:spcPts val="0"/>
              </a:spcBef>
              <a:spcAft>
                <a:spcPts val="0"/>
              </a:spcAft>
              <a:buSzPts val="1300"/>
              <a:buFont typeface="Arial"/>
              <a:buAutoNum type="alphaLcPeriod"/>
            </a:pPr>
            <a:r>
              <a:rPr lang="es" sz="1300" dirty="0">
                <a:latin typeface="Arial"/>
                <a:ea typeface="Arial"/>
                <a:cs typeface="Arial"/>
                <a:sym typeface="Arial"/>
              </a:rPr>
              <a:t>Examen neurológico </a:t>
            </a:r>
            <a:endParaRPr sz="1300" dirty="0">
              <a:latin typeface="Arial"/>
              <a:ea typeface="Arial"/>
              <a:cs typeface="Arial"/>
              <a:sym typeface="Arial"/>
            </a:endParaRPr>
          </a:p>
          <a:p>
            <a:pPr marL="914400" lvl="1" indent="-311150" algn="l" rtl="0">
              <a:spcBef>
                <a:spcPts val="0"/>
              </a:spcBef>
              <a:spcAft>
                <a:spcPts val="0"/>
              </a:spcAft>
              <a:buSzPts val="1300"/>
              <a:buFont typeface="Arial"/>
              <a:buAutoNum type="alphaLcPeriod"/>
            </a:pPr>
            <a:r>
              <a:rPr lang="es" sz="1300" dirty="0">
                <a:latin typeface="Arial"/>
                <a:ea typeface="Arial"/>
                <a:cs typeface="Arial"/>
                <a:sym typeface="Arial"/>
              </a:rPr>
              <a:t>Lassegue y Bragard</a:t>
            </a:r>
            <a:endParaRPr sz="1300" dirty="0">
              <a:latin typeface="Arial"/>
              <a:ea typeface="Arial"/>
              <a:cs typeface="Arial"/>
              <a:sym typeface="Arial"/>
            </a:endParaRPr>
          </a:p>
          <a:p>
            <a:pPr marL="914400" lvl="1" indent="-311150" algn="l" rtl="0">
              <a:spcBef>
                <a:spcPts val="0"/>
              </a:spcBef>
              <a:spcAft>
                <a:spcPts val="0"/>
              </a:spcAft>
              <a:buSzPts val="1300"/>
              <a:buFont typeface="Arial"/>
              <a:buAutoNum type="alphaLcPeriod"/>
            </a:pPr>
            <a:r>
              <a:rPr lang="es" sz="1300" dirty="0">
                <a:latin typeface="Arial"/>
                <a:ea typeface="Arial"/>
                <a:cs typeface="Arial"/>
                <a:sym typeface="Arial"/>
              </a:rPr>
              <a:t>Incontinencia urinaria de nueva aparición, empeoramiento…</a:t>
            </a:r>
            <a:endParaRPr sz="1300" dirty="0">
              <a:latin typeface="Arial"/>
              <a:ea typeface="Arial"/>
              <a:cs typeface="Arial"/>
              <a:sym typeface="Arial"/>
            </a:endParaRPr>
          </a:p>
        </p:txBody>
      </p:sp>
      <p:pic>
        <p:nvPicPr>
          <p:cNvPr id="400" name="Google Shape;400;p47"/>
          <p:cNvPicPr preferRelativeResize="0"/>
          <p:nvPr/>
        </p:nvPicPr>
        <p:blipFill rotWithShape="1">
          <a:blip r:embed="rId3">
            <a:alphaModFix/>
          </a:blip>
          <a:srcRect l="72040" t="-148390" r="-72040" b="148390"/>
          <a:stretch/>
        </p:blipFill>
        <p:spPr>
          <a:xfrm>
            <a:off x="5642775" y="1514112"/>
            <a:ext cx="616800" cy="616800"/>
          </a:xfrm>
          <a:prstGeom prst="rect">
            <a:avLst/>
          </a:prstGeom>
          <a:noFill/>
          <a:ln w="9525" cap="flat" cmpd="sng">
            <a:solidFill>
              <a:srgbClr val="FFFFFF"/>
            </a:solidFill>
            <a:prstDash val="solid"/>
            <a:round/>
            <a:headEnd type="none" w="sm" len="sm"/>
            <a:tailEnd type="none" w="sm" len="sm"/>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50"/>
          <p:cNvSpPr txBox="1">
            <a:spLocks noGrp="1"/>
          </p:cNvSpPr>
          <p:nvPr>
            <p:ph type="title"/>
          </p:nvPr>
        </p:nvSpPr>
        <p:spPr>
          <a:xfrm>
            <a:off x="739175" y="534575"/>
            <a:ext cx="7505700" cy="588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PRUEBAS DE IMAGEN</a:t>
            </a:r>
            <a:endParaRPr/>
          </a:p>
        </p:txBody>
      </p:sp>
      <p:sp>
        <p:nvSpPr>
          <p:cNvPr id="418" name="Google Shape;418;p50"/>
          <p:cNvSpPr txBox="1">
            <a:spLocks noGrp="1"/>
          </p:cNvSpPr>
          <p:nvPr>
            <p:ph type="body" idx="1"/>
          </p:nvPr>
        </p:nvSpPr>
        <p:spPr>
          <a:xfrm>
            <a:off x="819150" y="1122875"/>
            <a:ext cx="6921300" cy="3465600"/>
          </a:xfrm>
          <a:prstGeom prst="rect">
            <a:avLst/>
          </a:prstGeom>
        </p:spPr>
        <p:txBody>
          <a:bodyPr spcFirstLastPara="1" wrap="square" lIns="91425" tIns="91425" rIns="91425" bIns="91425" anchor="t" anchorCtr="0">
            <a:normAutofit/>
          </a:bodyPr>
          <a:lstStyle/>
          <a:p>
            <a:pPr marL="457200" lvl="0" indent="-304800" algn="just" rtl="0">
              <a:spcBef>
                <a:spcPts val="1200"/>
              </a:spcBef>
              <a:spcAft>
                <a:spcPts val="0"/>
              </a:spcAft>
              <a:buClr>
                <a:srgbClr val="000000"/>
              </a:buClr>
              <a:buSzPts val="1200"/>
              <a:buFont typeface="Arial"/>
              <a:buChar char="●"/>
            </a:pPr>
            <a:r>
              <a:rPr lang="es" sz="1200" dirty="0">
                <a:solidFill>
                  <a:srgbClr val="000000"/>
                </a:solidFill>
                <a:latin typeface="Arial"/>
                <a:ea typeface="Arial"/>
                <a:cs typeface="Arial"/>
                <a:sym typeface="Arial"/>
              </a:rPr>
              <a:t>La mayoría de los pacientes que acuden a los entornos de atención primaria</a:t>
            </a:r>
            <a:r>
              <a:rPr lang="es" sz="1200" b="1" dirty="0">
                <a:solidFill>
                  <a:srgbClr val="000000"/>
                </a:solidFill>
                <a:latin typeface="Arial"/>
                <a:ea typeface="Arial"/>
                <a:cs typeface="Arial"/>
                <a:sym typeface="Arial"/>
              </a:rPr>
              <a:t> tendrán un dolor inespecífico sin síntomas asociados y mejorarán en poco tiempo (2 a 4 semanas)</a:t>
            </a:r>
            <a:endParaRPr sz="1200" b="1" dirty="0">
              <a:solidFill>
                <a:srgbClr val="000000"/>
              </a:solidFill>
              <a:latin typeface="Arial"/>
              <a:ea typeface="Arial"/>
              <a:cs typeface="Arial"/>
              <a:sym typeface="Arial"/>
            </a:endParaRPr>
          </a:p>
          <a:p>
            <a:pPr marL="457200" lvl="0" indent="-304800" algn="just" rtl="0">
              <a:spcBef>
                <a:spcPts val="0"/>
              </a:spcBef>
              <a:spcAft>
                <a:spcPts val="0"/>
              </a:spcAft>
              <a:buClr>
                <a:srgbClr val="000000"/>
              </a:buClr>
              <a:buSzPts val="1200"/>
              <a:buFont typeface="Arial"/>
              <a:buChar char="●"/>
            </a:pPr>
            <a:r>
              <a:rPr lang="es" sz="1200" b="1" dirty="0">
                <a:solidFill>
                  <a:srgbClr val="CC0000"/>
                </a:solidFill>
                <a:latin typeface="Arial"/>
                <a:ea typeface="Arial"/>
                <a:cs typeface="Arial"/>
                <a:sym typeface="Arial"/>
              </a:rPr>
              <a:t>No solicitar imágenes u otras pruebas diagnósticas de forma rutinaria</a:t>
            </a:r>
            <a:r>
              <a:rPr lang="es" sz="1200" b="1" dirty="0">
                <a:solidFill>
                  <a:srgbClr val="000000"/>
                </a:solidFill>
                <a:latin typeface="Arial"/>
                <a:ea typeface="Arial"/>
                <a:cs typeface="Arial"/>
                <a:sym typeface="Arial"/>
              </a:rPr>
              <a:t> </a:t>
            </a:r>
            <a:r>
              <a:rPr lang="es" sz="1200" dirty="0">
                <a:solidFill>
                  <a:srgbClr val="000000"/>
                </a:solidFill>
                <a:latin typeface="Arial"/>
                <a:ea typeface="Arial"/>
                <a:cs typeface="Arial"/>
                <a:sym typeface="Arial"/>
              </a:rPr>
              <a:t>en pacientes con dolor lumbar inespecífico, </a:t>
            </a:r>
            <a:r>
              <a:rPr lang="es" sz="1200" b="1" dirty="0">
                <a:solidFill>
                  <a:srgbClr val="CC0000"/>
                </a:solidFill>
                <a:latin typeface="Arial"/>
                <a:ea typeface="Arial"/>
                <a:cs typeface="Arial"/>
                <a:sym typeface="Arial"/>
              </a:rPr>
              <a:t>sin</a:t>
            </a:r>
            <a:r>
              <a:rPr lang="es" sz="1200" dirty="0">
                <a:solidFill>
                  <a:srgbClr val="CC0000"/>
                </a:solidFill>
                <a:latin typeface="Arial"/>
                <a:ea typeface="Arial"/>
                <a:cs typeface="Arial"/>
                <a:sym typeface="Arial"/>
              </a:rPr>
              <a:t> </a:t>
            </a:r>
            <a:r>
              <a:rPr lang="es" sz="1200" b="1" dirty="0">
                <a:solidFill>
                  <a:srgbClr val="CC0000"/>
                </a:solidFill>
                <a:latin typeface="Arial"/>
                <a:ea typeface="Arial"/>
                <a:cs typeface="Arial"/>
                <a:sym typeface="Arial"/>
              </a:rPr>
              <a:t>síntomas de alarma </a:t>
            </a:r>
            <a:endParaRPr sz="1200" b="1" dirty="0">
              <a:solidFill>
                <a:srgbClr val="CC0000"/>
              </a:solidFill>
              <a:latin typeface="Arial"/>
              <a:ea typeface="Arial"/>
              <a:cs typeface="Arial"/>
              <a:sym typeface="Arial"/>
            </a:endParaRPr>
          </a:p>
          <a:p>
            <a:pPr marL="457200" lvl="0" indent="-304800" algn="just" rtl="0">
              <a:spcBef>
                <a:spcPts val="0"/>
              </a:spcBef>
              <a:spcAft>
                <a:spcPts val="0"/>
              </a:spcAft>
              <a:buClr>
                <a:srgbClr val="000000"/>
              </a:buClr>
              <a:buSzPts val="1200"/>
              <a:buFont typeface="Arial"/>
              <a:buChar char="●"/>
            </a:pPr>
            <a:r>
              <a:rPr lang="es" sz="1200" b="1" dirty="0">
                <a:solidFill>
                  <a:srgbClr val="000000"/>
                </a:solidFill>
                <a:latin typeface="Arial"/>
                <a:ea typeface="Arial"/>
                <a:cs typeface="Arial"/>
                <a:sym typeface="Arial"/>
              </a:rPr>
              <a:t>Pruebas de imagen a solicitar de urgencia</a:t>
            </a:r>
            <a:endParaRPr sz="1200" b="1" dirty="0">
              <a:solidFill>
                <a:srgbClr val="000000"/>
              </a:solidFill>
              <a:latin typeface="Arial"/>
              <a:ea typeface="Arial"/>
              <a:cs typeface="Arial"/>
              <a:sym typeface="Arial"/>
            </a:endParaRPr>
          </a:p>
          <a:p>
            <a:pPr marL="914400" lvl="1" indent="-304800" algn="just" rtl="0">
              <a:spcBef>
                <a:spcPts val="0"/>
              </a:spcBef>
              <a:spcAft>
                <a:spcPts val="0"/>
              </a:spcAft>
              <a:buClr>
                <a:srgbClr val="000000"/>
              </a:buClr>
              <a:buSzPts val="1200"/>
              <a:buFont typeface="Arial"/>
              <a:buChar char="○"/>
            </a:pPr>
            <a:r>
              <a:rPr lang="es" sz="1200" b="1" dirty="0">
                <a:solidFill>
                  <a:srgbClr val="000000"/>
                </a:solidFill>
                <a:latin typeface="Arial"/>
                <a:ea typeface="Arial"/>
                <a:cs typeface="Arial"/>
                <a:sym typeface="Arial"/>
              </a:rPr>
              <a:t>Rx AP y lateral urgente: </a:t>
            </a:r>
            <a:r>
              <a:rPr lang="es" sz="1200" dirty="0">
                <a:solidFill>
                  <a:srgbClr val="000000"/>
                </a:solidFill>
                <a:latin typeface="Arial"/>
                <a:ea typeface="Arial"/>
                <a:cs typeface="Arial"/>
                <a:sym typeface="Arial"/>
              </a:rPr>
              <a:t>sospecha de fractura (osteoporótica o no) o malignidad.</a:t>
            </a:r>
            <a:endParaRPr sz="1200" dirty="0">
              <a:solidFill>
                <a:srgbClr val="000000"/>
              </a:solidFill>
              <a:latin typeface="Arial"/>
              <a:ea typeface="Arial"/>
              <a:cs typeface="Arial"/>
              <a:sym typeface="Arial"/>
            </a:endParaRPr>
          </a:p>
          <a:p>
            <a:pPr marL="914400" lvl="1" indent="-304800" algn="just" rtl="0">
              <a:spcBef>
                <a:spcPts val="0"/>
              </a:spcBef>
              <a:spcAft>
                <a:spcPts val="0"/>
              </a:spcAft>
              <a:buClr>
                <a:srgbClr val="000000"/>
              </a:buClr>
              <a:buSzPts val="1200"/>
              <a:buFont typeface="Arial"/>
              <a:buChar char="○"/>
            </a:pPr>
            <a:r>
              <a:rPr lang="es" sz="1200" b="1" dirty="0">
                <a:solidFill>
                  <a:srgbClr val="000000"/>
                </a:solidFill>
                <a:latin typeface="Arial"/>
                <a:ea typeface="Arial"/>
                <a:cs typeface="Arial"/>
                <a:sym typeface="Arial"/>
              </a:rPr>
              <a:t>RMN URGENTE: </a:t>
            </a:r>
            <a:r>
              <a:rPr lang="es" sz="1200" dirty="0">
                <a:solidFill>
                  <a:srgbClr val="000000"/>
                </a:solidFill>
                <a:latin typeface="Arial"/>
                <a:ea typeface="Arial"/>
                <a:cs typeface="Arial"/>
                <a:sym typeface="Arial"/>
              </a:rPr>
              <a:t>pacientes con déficits neurológicos severos como síndrome de cauda equina, anestesia en silla de montar, incontinencia de esfínteres y déficits motores severos que no se localiza solo en una raíz nerviosa.</a:t>
            </a:r>
            <a:endParaRPr sz="1200" dirty="0">
              <a:solidFill>
                <a:srgbClr val="000000"/>
              </a:solidFill>
              <a:latin typeface="Arial"/>
              <a:ea typeface="Arial"/>
              <a:cs typeface="Arial"/>
              <a:sym typeface="Arial"/>
            </a:endParaRPr>
          </a:p>
          <a:p>
            <a:pPr marL="914400" lvl="1" indent="-304800" algn="just" rtl="0">
              <a:spcBef>
                <a:spcPts val="0"/>
              </a:spcBef>
              <a:spcAft>
                <a:spcPts val="0"/>
              </a:spcAft>
              <a:buClr>
                <a:srgbClr val="000000"/>
              </a:buClr>
              <a:buSzPts val="1200"/>
              <a:buFont typeface="Arial"/>
              <a:buChar char="○"/>
            </a:pPr>
            <a:r>
              <a:rPr lang="es" sz="1200" dirty="0">
                <a:solidFill>
                  <a:srgbClr val="000000"/>
                </a:solidFill>
                <a:latin typeface="Arial"/>
                <a:ea typeface="Arial"/>
                <a:cs typeface="Arial"/>
                <a:sym typeface="Arial"/>
              </a:rPr>
              <a:t>TC columna</a:t>
            </a:r>
            <a:endParaRPr sz="1200" dirty="0">
              <a:solidFill>
                <a:srgbClr val="000000"/>
              </a:solidFill>
              <a:latin typeface="Arial"/>
              <a:ea typeface="Arial"/>
              <a:cs typeface="Arial"/>
              <a:sym typeface="Arial"/>
            </a:endParaRPr>
          </a:p>
        </p:txBody>
      </p:sp>
      <p:pic>
        <p:nvPicPr>
          <p:cNvPr id="419" name="Google Shape;419;p50"/>
          <p:cNvPicPr preferRelativeResize="0"/>
          <p:nvPr/>
        </p:nvPicPr>
        <p:blipFill>
          <a:blip r:embed="rId3">
            <a:alphaModFix/>
          </a:blip>
          <a:stretch>
            <a:fillRect/>
          </a:stretch>
        </p:blipFill>
        <p:spPr>
          <a:xfrm>
            <a:off x="7740451" y="314050"/>
            <a:ext cx="1079326" cy="1783799"/>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3"/>
          <p:cNvSpPr txBox="1">
            <a:spLocks noGrp="1"/>
          </p:cNvSpPr>
          <p:nvPr>
            <p:ph type="title"/>
          </p:nvPr>
        </p:nvSpPr>
        <p:spPr>
          <a:xfrm>
            <a:off x="730300" y="561250"/>
            <a:ext cx="7505700" cy="499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MANEJO LUMBALGIA AGUDA</a:t>
            </a:r>
            <a:endParaRPr/>
          </a:p>
        </p:txBody>
      </p:sp>
      <p:pic>
        <p:nvPicPr>
          <p:cNvPr id="435" name="Google Shape;435;p53"/>
          <p:cNvPicPr preferRelativeResize="0"/>
          <p:nvPr/>
        </p:nvPicPr>
        <p:blipFill>
          <a:blip r:embed="rId3">
            <a:alphaModFix/>
          </a:blip>
          <a:stretch>
            <a:fillRect/>
          </a:stretch>
        </p:blipFill>
        <p:spPr>
          <a:xfrm>
            <a:off x="1190000" y="1060450"/>
            <a:ext cx="4674426" cy="3792674"/>
          </a:xfrm>
          <a:prstGeom prst="rect">
            <a:avLst/>
          </a:prstGeom>
          <a:noFill/>
          <a:ln>
            <a:noFill/>
          </a:ln>
        </p:spPr>
      </p:pic>
      <p:sp>
        <p:nvSpPr>
          <p:cNvPr id="436" name="Google Shape;436;p53"/>
          <p:cNvSpPr/>
          <p:nvPr/>
        </p:nvSpPr>
        <p:spPr>
          <a:xfrm>
            <a:off x="5760825" y="1477650"/>
            <a:ext cx="2396400" cy="2188200"/>
          </a:xfrm>
          <a:prstGeom prst="rect">
            <a:avLst/>
          </a:prstGeom>
          <a:solidFill>
            <a:schemeClr val="dk1"/>
          </a:solid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s" sz="1300" b="1"/>
              <a:t>EDUCACIÓN AL PACIENTE</a:t>
            </a:r>
            <a:endParaRPr sz="1300" b="1"/>
          </a:p>
          <a:p>
            <a:pPr marL="457200" lvl="0" indent="-298450" algn="just" rtl="0">
              <a:lnSpc>
                <a:spcPct val="115000"/>
              </a:lnSpc>
              <a:spcBef>
                <a:spcPts val="1200"/>
              </a:spcBef>
              <a:spcAft>
                <a:spcPts val="0"/>
              </a:spcAft>
              <a:buSzPts val="1100"/>
              <a:buChar char="●"/>
            </a:pPr>
            <a:r>
              <a:rPr lang="es" sz="1100"/>
              <a:t>Causas del dolor, naturaleza benigna del proceso</a:t>
            </a:r>
            <a:endParaRPr sz="1100"/>
          </a:p>
          <a:p>
            <a:pPr marL="457200" lvl="0" indent="-298450" algn="just" rtl="0">
              <a:lnSpc>
                <a:spcPct val="115000"/>
              </a:lnSpc>
              <a:spcBef>
                <a:spcPts val="0"/>
              </a:spcBef>
              <a:spcAft>
                <a:spcPts val="0"/>
              </a:spcAft>
              <a:buSzPts val="1100"/>
              <a:buChar char="●"/>
            </a:pPr>
            <a:r>
              <a:rPr lang="es" sz="1100"/>
              <a:t>Buen pronóstico</a:t>
            </a:r>
            <a:endParaRPr sz="1100"/>
          </a:p>
          <a:p>
            <a:pPr marL="457200" lvl="0" indent="-298450" algn="just" rtl="0">
              <a:lnSpc>
                <a:spcPct val="115000"/>
              </a:lnSpc>
              <a:spcBef>
                <a:spcPts val="0"/>
              </a:spcBef>
              <a:spcAft>
                <a:spcPts val="0"/>
              </a:spcAft>
              <a:buSzPts val="1100"/>
              <a:buChar char="●"/>
            </a:pPr>
            <a:r>
              <a:rPr lang="es" sz="1100"/>
              <a:t>Poca rentabilidad de pruebas diagnósticas </a:t>
            </a:r>
            <a:endParaRPr sz="1100"/>
          </a:p>
          <a:p>
            <a:pPr marL="457200" lvl="0" indent="-298450" algn="just" rtl="0">
              <a:lnSpc>
                <a:spcPct val="115000"/>
              </a:lnSpc>
              <a:spcBef>
                <a:spcPts val="0"/>
              </a:spcBef>
              <a:spcAft>
                <a:spcPts val="0"/>
              </a:spcAft>
              <a:buSzPts val="1100"/>
              <a:buChar char="●"/>
            </a:pPr>
            <a:r>
              <a:rPr lang="es" sz="1100"/>
              <a:t>Consejos de mantenerse activo</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59"/>
          <p:cNvSpPr txBox="1">
            <a:spLocks noGrp="1"/>
          </p:cNvSpPr>
          <p:nvPr>
            <p:ph type="title"/>
          </p:nvPr>
        </p:nvSpPr>
        <p:spPr>
          <a:xfrm>
            <a:off x="730300" y="561250"/>
            <a:ext cx="7505700" cy="499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MANEJO LUMBALGIA SUBAGUDA</a:t>
            </a:r>
            <a:endParaRPr/>
          </a:p>
        </p:txBody>
      </p:sp>
      <p:pic>
        <p:nvPicPr>
          <p:cNvPr id="474" name="Google Shape;474;p59"/>
          <p:cNvPicPr preferRelativeResize="0"/>
          <p:nvPr/>
        </p:nvPicPr>
        <p:blipFill>
          <a:blip r:embed="rId3">
            <a:alphaModFix/>
          </a:blip>
          <a:stretch>
            <a:fillRect/>
          </a:stretch>
        </p:blipFill>
        <p:spPr>
          <a:xfrm>
            <a:off x="1551750" y="997875"/>
            <a:ext cx="6552575" cy="3840825"/>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1"/>
          <p:cNvSpPr txBox="1">
            <a:spLocks noGrp="1"/>
          </p:cNvSpPr>
          <p:nvPr>
            <p:ph type="title"/>
          </p:nvPr>
        </p:nvSpPr>
        <p:spPr>
          <a:xfrm>
            <a:off x="819150" y="446075"/>
            <a:ext cx="7505700" cy="637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MANEJO LUMBALGIA CRÓNICA</a:t>
            </a:r>
            <a:endParaRPr/>
          </a:p>
        </p:txBody>
      </p:sp>
      <p:pic>
        <p:nvPicPr>
          <p:cNvPr id="486" name="Google Shape;486;p61"/>
          <p:cNvPicPr preferRelativeResize="0"/>
          <p:nvPr/>
        </p:nvPicPr>
        <p:blipFill>
          <a:blip r:embed="rId3">
            <a:alphaModFix/>
          </a:blip>
          <a:stretch>
            <a:fillRect/>
          </a:stretch>
        </p:blipFill>
        <p:spPr>
          <a:xfrm>
            <a:off x="1779300" y="885700"/>
            <a:ext cx="5951774" cy="4041001"/>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54"/>
          <p:cNvSpPr txBox="1">
            <a:spLocks noGrp="1"/>
          </p:cNvSpPr>
          <p:nvPr>
            <p:ph type="title"/>
          </p:nvPr>
        </p:nvSpPr>
        <p:spPr>
          <a:xfrm>
            <a:off x="730300" y="466525"/>
            <a:ext cx="7505700" cy="49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s" sz="2300" dirty="0"/>
              <a:t>MANEJO LUMBALGIA - No farmacológicas</a:t>
            </a:r>
            <a:endParaRPr sz="2300" dirty="0"/>
          </a:p>
        </p:txBody>
      </p:sp>
      <p:sp>
        <p:nvSpPr>
          <p:cNvPr id="442" name="Google Shape;442;p54"/>
          <p:cNvSpPr txBox="1"/>
          <p:nvPr/>
        </p:nvSpPr>
        <p:spPr>
          <a:xfrm>
            <a:off x="730300" y="889950"/>
            <a:ext cx="7794900" cy="3253168"/>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0"/>
              </a:spcAft>
              <a:buNone/>
            </a:pPr>
            <a:r>
              <a:rPr lang="es" sz="1200" dirty="0"/>
              <a:t>Evidencia baja-moderada. La recomendación de una u otra terapia </a:t>
            </a:r>
            <a:r>
              <a:rPr lang="es" sz="1200" b="1" dirty="0"/>
              <a:t>se debe individualizar según las preferencias o la accesibilidad</a:t>
            </a:r>
            <a:r>
              <a:rPr lang="es" sz="1200" dirty="0"/>
              <a:t> del paciente a los mismos. </a:t>
            </a:r>
            <a:endParaRPr sz="1200" dirty="0"/>
          </a:p>
          <a:p>
            <a:pPr marL="457200" lvl="0" indent="-323850" algn="just" rtl="0">
              <a:lnSpc>
                <a:spcPct val="115000"/>
              </a:lnSpc>
              <a:spcBef>
                <a:spcPts val="1200"/>
              </a:spcBef>
              <a:spcAft>
                <a:spcPts val="0"/>
              </a:spcAft>
              <a:buSzPts val="1500"/>
              <a:buChar char="●"/>
            </a:pPr>
            <a:r>
              <a:rPr lang="es" sz="1200" b="1" dirty="0"/>
              <a:t>Calor superficial:</a:t>
            </a:r>
            <a:r>
              <a:rPr lang="es" sz="1200" dirty="0"/>
              <a:t> Evidencia moderada de mejorar el dolor y la incapacidad al reducir el espasmo muscular.</a:t>
            </a:r>
            <a:endParaRPr sz="1200" dirty="0"/>
          </a:p>
          <a:p>
            <a:pPr marL="457200" lvl="0" indent="-323850" algn="just" rtl="0">
              <a:lnSpc>
                <a:spcPct val="115000"/>
              </a:lnSpc>
              <a:spcBef>
                <a:spcPts val="0"/>
              </a:spcBef>
              <a:spcAft>
                <a:spcPts val="0"/>
              </a:spcAft>
              <a:buSzPts val="1500"/>
              <a:buChar char="●"/>
            </a:pPr>
            <a:r>
              <a:rPr lang="es" sz="1200" b="1" dirty="0"/>
              <a:t>Masaje</a:t>
            </a:r>
            <a:r>
              <a:rPr lang="es" sz="1200" dirty="0"/>
              <a:t>: no tiene evidencia de que mejore el dolor en la lumbalgia aguda en estudios, aun así, sí que se señala que algunos pacientes que se realizan masaje encuentran mejoría.</a:t>
            </a:r>
            <a:endParaRPr sz="1200" dirty="0"/>
          </a:p>
          <a:p>
            <a:pPr marL="457200" lvl="0" indent="-323850" algn="just" rtl="0">
              <a:lnSpc>
                <a:spcPct val="115000"/>
              </a:lnSpc>
              <a:spcBef>
                <a:spcPts val="0"/>
              </a:spcBef>
              <a:spcAft>
                <a:spcPts val="0"/>
              </a:spcAft>
              <a:buSzPts val="1500"/>
              <a:buChar char="●"/>
            </a:pPr>
            <a:r>
              <a:rPr lang="es" sz="1200" b="1" dirty="0"/>
              <a:t>Ejercicio físico y fisioterapia</a:t>
            </a:r>
            <a:r>
              <a:rPr lang="es" sz="1200" dirty="0"/>
              <a:t>: según tolerancia, recomendación más extendida en lumbalgia subaguda/crónica. Se recomienda que realicen estiramientos a partir de la 2ª semana.</a:t>
            </a:r>
            <a:endParaRPr sz="1200" dirty="0"/>
          </a:p>
          <a:p>
            <a:pPr marL="457200" lvl="0" indent="-323850" algn="just" rtl="0">
              <a:lnSpc>
                <a:spcPct val="115000"/>
              </a:lnSpc>
              <a:spcBef>
                <a:spcPts val="0"/>
              </a:spcBef>
              <a:spcAft>
                <a:spcPts val="0"/>
              </a:spcAft>
              <a:buSzPts val="1500"/>
              <a:buChar char="●"/>
            </a:pPr>
            <a:r>
              <a:rPr lang="es" sz="1200" b="1" dirty="0"/>
              <a:t>Reposo:</a:t>
            </a:r>
            <a:r>
              <a:rPr lang="es" sz="1200" dirty="0"/>
              <a:t> </a:t>
            </a:r>
            <a:r>
              <a:rPr lang="es" sz="1200" b="1" dirty="0">
                <a:solidFill>
                  <a:srgbClr val="CC0000"/>
                </a:solidFill>
              </a:rPr>
              <a:t>no está recomendado</a:t>
            </a:r>
            <a:r>
              <a:rPr lang="es" sz="1200" b="1" dirty="0"/>
              <a:t>,</a:t>
            </a:r>
            <a:r>
              <a:rPr lang="es" sz="1200" dirty="0"/>
              <a:t>enlentece la recuperación y empeora el dolor.  Se recomienda que los pacientes retomen la actividad normal lo más rápido posible.</a:t>
            </a:r>
            <a:endParaRPr sz="1200" dirty="0"/>
          </a:p>
          <a:p>
            <a:pPr marL="457200" lvl="0" indent="-317500" algn="l" rtl="0">
              <a:lnSpc>
                <a:spcPct val="115000"/>
              </a:lnSpc>
              <a:spcBef>
                <a:spcPts val="0"/>
              </a:spcBef>
              <a:spcAft>
                <a:spcPts val="0"/>
              </a:spcAft>
              <a:buSzPts val="1400"/>
              <a:buChar char="●"/>
            </a:pPr>
            <a:r>
              <a:rPr lang="es" sz="1200" b="1" dirty="0"/>
              <a:t>Otras recomendaciones que no han mostrado evidencia</a:t>
            </a:r>
            <a:r>
              <a:rPr lang="es" sz="1200" dirty="0"/>
              <a:t>: </a:t>
            </a:r>
            <a:r>
              <a:rPr lang="es" sz="800" dirty="0"/>
              <a:t>  </a:t>
            </a:r>
            <a:r>
              <a:rPr lang="es" sz="1200" dirty="0"/>
              <a:t>Aplicar frío, Técnicas de energía muscular, alternando periodos de contracciones musculares resistidas con estiramientos asistidos, Tracción , </a:t>
            </a:r>
            <a:r>
              <a:rPr lang="es" sz="800" dirty="0"/>
              <a:t> </a:t>
            </a:r>
            <a:r>
              <a:rPr lang="es" sz="1200" dirty="0"/>
              <a:t>Corsets o aparatos ortopédicos.Recomendaciones del colchón.</a:t>
            </a:r>
            <a:r>
              <a:rPr lang="es" sz="800" dirty="0"/>
              <a:t> </a:t>
            </a:r>
            <a:r>
              <a:rPr lang="es" sz="1200" dirty="0"/>
              <a:t>Yoga.Inyecciones paraespinales.</a:t>
            </a:r>
            <a:endParaRPr sz="15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6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LUMBALGIA CRÓNICA - Educación al paciente</a:t>
            </a:r>
            <a:endParaRPr/>
          </a:p>
        </p:txBody>
      </p:sp>
      <p:sp>
        <p:nvSpPr>
          <p:cNvPr id="505" name="Google Shape;505;p64"/>
          <p:cNvSpPr txBox="1">
            <a:spLocks noGrp="1"/>
          </p:cNvSpPr>
          <p:nvPr>
            <p:ph type="body" idx="1"/>
          </p:nvPr>
        </p:nvSpPr>
        <p:spPr>
          <a:xfrm>
            <a:off x="819150" y="2019150"/>
            <a:ext cx="7505700" cy="2448000"/>
          </a:xfrm>
          <a:prstGeom prst="rect">
            <a:avLst/>
          </a:prstGeom>
        </p:spPr>
        <p:txBody>
          <a:bodyPr spcFirstLastPara="1" wrap="square" lIns="91425" tIns="91425" rIns="91425" bIns="91425" anchor="t" anchorCtr="0">
            <a:normAutofit/>
          </a:bodyPr>
          <a:lstStyle/>
          <a:p>
            <a:pPr marL="457200" lvl="0" indent="-317500" algn="just" rtl="0">
              <a:spcBef>
                <a:spcPts val="1200"/>
              </a:spcBef>
              <a:spcAft>
                <a:spcPts val="0"/>
              </a:spcAft>
              <a:buClr>
                <a:srgbClr val="000000"/>
              </a:buClr>
              <a:buSzPts val="1400"/>
              <a:buFont typeface="Arial"/>
              <a:buChar char="-"/>
            </a:pPr>
            <a:r>
              <a:rPr lang="es" sz="1400">
                <a:solidFill>
                  <a:srgbClr val="000000"/>
                </a:solidFill>
                <a:latin typeface="Arial"/>
                <a:ea typeface="Arial"/>
                <a:cs typeface="Arial"/>
                <a:sym typeface="Arial"/>
              </a:rPr>
              <a:t>Animar a mantener la actividad según lo tolere.</a:t>
            </a:r>
            <a:endParaRPr sz="1400">
              <a:solidFill>
                <a:srgbClr val="000000"/>
              </a:solidFill>
              <a:latin typeface="Arial"/>
              <a:ea typeface="Arial"/>
              <a:cs typeface="Arial"/>
              <a:sym typeface="Arial"/>
            </a:endParaRPr>
          </a:p>
          <a:p>
            <a:pPr marL="457200" lvl="0" indent="-317500" algn="just" rtl="0">
              <a:spcBef>
                <a:spcPts val="0"/>
              </a:spcBef>
              <a:spcAft>
                <a:spcPts val="0"/>
              </a:spcAft>
              <a:buClr>
                <a:srgbClr val="000000"/>
              </a:buClr>
              <a:buSzPts val="1400"/>
              <a:buFont typeface="Arial"/>
              <a:buChar char="-"/>
            </a:pPr>
            <a:r>
              <a:rPr lang="es" sz="1400">
                <a:solidFill>
                  <a:srgbClr val="000000"/>
                </a:solidFill>
                <a:latin typeface="Arial"/>
                <a:ea typeface="Arial"/>
                <a:cs typeface="Arial"/>
                <a:sym typeface="Arial"/>
              </a:rPr>
              <a:t>Animar a mantener actividades habituales</a:t>
            </a:r>
            <a:endParaRPr sz="1400">
              <a:solidFill>
                <a:srgbClr val="000000"/>
              </a:solidFill>
              <a:latin typeface="Arial"/>
              <a:ea typeface="Arial"/>
              <a:cs typeface="Arial"/>
              <a:sym typeface="Arial"/>
            </a:endParaRPr>
          </a:p>
          <a:p>
            <a:pPr marL="457200" lvl="0" indent="-317500" algn="just" rtl="0">
              <a:spcBef>
                <a:spcPts val="0"/>
              </a:spcBef>
              <a:spcAft>
                <a:spcPts val="0"/>
              </a:spcAft>
              <a:buClr>
                <a:srgbClr val="000000"/>
              </a:buClr>
              <a:buSzPts val="1400"/>
              <a:buFont typeface="Arial"/>
              <a:buChar char="-"/>
            </a:pPr>
            <a:r>
              <a:rPr lang="es" sz="1400">
                <a:solidFill>
                  <a:srgbClr val="000000"/>
                </a:solidFill>
                <a:latin typeface="Arial"/>
                <a:ea typeface="Arial"/>
                <a:cs typeface="Arial"/>
                <a:sym typeface="Arial"/>
              </a:rPr>
              <a:t>Proporcionar materiales escritos o remitir a recursos educativos.</a:t>
            </a:r>
            <a:endParaRPr sz="1400">
              <a:solidFill>
                <a:srgbClr val="000000"/>
              </a:solidFill>
              <a:latin typeface="Arial"/>
              <a:ea typeface="Arial"/>
              <a:cs typeface="Arial"/>
              <a:sym typeface="Arial"/>
            </a:endParaRPr>
          </a:p>
          <a:p>
            <a:pPr marL="457200" lvl="0" indent="-317500" algn="just" rtl="0">
              <a:spcBef>
                <a:spcPts val="0"/>
              </a:spcBef>
              <a:spcAft>
                <a:spcPts val="0"/>
              </a:spcAft>
              <a:buClr>
                <a:srgbClr val="000000"/>
              </a:buClr>
              <a:buSzPts val="1400"/>
              <a:buFont typeface="Arial"/>
              <a:buChar char="-"/>
            </a:pPr>
            <a:r>
              <a:rPr lang="es" sz="1400">
                <a:solidFill>
                  <a:srgbClr val="000000"/>
                </a:solidFill>
                <a:latin typeface="Arial"/>
                <a:ea typeface="Arial"/>
                <a:cs typeface="Arial"/>
                <a:sym typeface="Arial"/>
              </a:rPr>
              <a:t>Mantener el énfasis en la terapia activa involucra a los pacientes en su atención, centrándose en mejorar la función y no solo en reducir el dolor.</a:t>
            </a:r>
            <a:r>
              <a:rPr lang="es" sz="1700">
                <a:solidFill>
                  <a:srgbClr val="000000"/>
                </a:solidFill>
                <a:latin typeface="Arial"/>
                <a:ea typeface="Arial"/>
                <a:cs typeface="Arial"/>
                <a:sym typeface="Arial"/>
              </a:rPr>
              <a:t> </a:t>
            </a:r>
            <a:endParaRPr sz="1900">
              <a:latin typeface="Arial"/>
              <a:ea typeface="Arial"/>
              <a:cs typeface="Arial"/>
              <a:sym typeface="Arial"/>
            </a:endParaRPr>
          </a:p>
        </p:txBody>
      </p:sp>
      <p:sp>
        <p:nvSpPr>
          <p:cNvPr id="506" name="Google Shape;506;p64"/>
          <p:cNvSpPr txBox="1"/>
          <p:nvPr/>
        </p:nvSpPr>
        <p:spPr>
          <a:xfrm>
            <a:off x="854200" y="1746200"/>
            <a:ext cx="776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507" name="Google Shape;507;p64"/>
          <p:cNvSpPr/>
          <p:nvPr/>
        </p:nvSpPr>
        <p:spPr>
          <a:xfrm>
            <a:off x="693150" y="1850400"/>
            <a:ext cx="7871700" cy="1686000"/>
          </a:xfrm>
          <a:prstGeom prst="rect">
            <a:avLst/>
          </a:prstGeom>
          <a:noFill/>
          <a:ln w="28575"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8" name="Google Shape;508;p64"/>
          <p:cNvPicPr preferRelativeResize="0"/>
          <p:nvPr/>
        </p:nvPicPr>
        <p:blipFill>
          <a:blip r:embed="rId3">
            <a:alphaModFix/>
          </a:blip>
          <a:stretch>
            <a:fillRect/>
          </a:stretch>
        </p:blipFill>
        <p:spPr>
          <a:xfrm>
            <a:off x="6873825" y="1404575"/>
            <a:ext cx="1747676" cy="1310751"/>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3638"/>
        <p:cNvGrpSpPr/>
        <p:nvPr/>
      </p:nvGrpSpPr>
      <p:grpSpPr>
        <a:xfrm>
          <a:off x="0" y="0"/>
          <a:ext cx="0" cy="0"/>
          <a:chOff x="0" y="0"/>
          <a:chExt cx="0" cy="0"/>
        </a:xfrm>
      </p:grpSpPr>
      <p:sp>
        <p:nvSpPr>
          <p:cNvPr id="13640" name="Google Shape;13640;p41"/>
          <p:cNvSpPr txBox="1">
            <a:spLocks noGrp="1"/>
          </p:cNvSpPr>
          <p:nvPr>
            <p:ph type="title"/>
          </p:nvPr>
        </p:nvSpPr>
        <p:spPr>
          <a:xfrm>
            <a:off x="1028543" y="1212115"/>
            <a:ext cx="3739200" cy="1915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1"/>
                </a:solidFill>
              </a:rPr>
              <a:t>Muchas Gracias!</a:t>
            </a:r>
            <a:endParaRPr dirty="0">
              <a:solidFill>
                <a:schemeClr val="accent1"/>
              </a:solidFill>
            </a:endParaRPr>
          </a:p>
        </p:txBody>
      </p:sp>
      <p:grpSp>
        <p:nvGrpSpPr>
          <p:cNvPr id="13643" name="Google Shape;13643;p41"/>
          <p:cNvGrpSpPr/>
          <p:nvPr/>
        </p:nvGrpSpPr>
        <p:grpSpPr>
          <a:xfrm>
            <a:off x="4571994" y="691619"/>
            <a:ext cx="3329053" cy="6131965"/>
            <a:chOff x="4946850" y="2699200"/>
            <a:chExt cx="937075" cy="1726050"/>
          </a:xfrm>
        </p:grpSpPr>
        <p:sp>
          <p:nvSpPr>
            <p:cNvPr id="13644" name="Google Shape;13644;p41"/>
            <p:cNvSpPr/>
            <p:nvPr/>
          </p:nvSpPr>
          <p:spPr>
            <a:xfrm>
              <a:off x="5471050" y="2920675"/>
              <a:ext cx="114975" cy="187775"/>
            </a:xfrm>
            <a:custGeom>
              <a:avLst/>
              <a:gdLst/>
              <a:ahLst/>
              <a:cxnLst/>
              <a:rect l="l" t="t" r="r" b="b"/>
              <a:pathLst>
                <a:path w="4599" h="7511" extrusionOk="0">
                  <a:moveTo>
                    <a:pt x="4069" y="0"/>
                  </a:moveTo>
                  <a:lnTo>
                    <a:pt x="602" y="1782"/>
                  </a:lnTo>
                  <a:lnTo>
                    <a:pt x="0" y="6548"/>
                  </a:lnTo>
                  <a:lnTo>
                    <a:pt x="241" y="6741"/>
                  </a:lnTo>
                  <a:lnTo>
                    <a:pt x="482" y="6909"/>
                  </a:lnTo>
                  <a:lnTo>
                    <a:pt x="698" y="7054"/>
                  </a:lnTo>
                  <a:lnTo>
                    <a:pt x="939" y="7174"/>
                  </a:lnTo>
                  <a:lnTo>
                    <a:pt x="1156" y="7294"/>
                  </a:lnTo>
                  <a:lnTo>
                    <a:pt x="1372" y="7367"/>
                  </a:lnTo>
                  <a:lnTo>
                    <a:pt x="1589" y="7415"/>
                  </a:lnTo>
                  <a:lnTo>
                    <a:pt x="1806" y="7463"/>
                  </a:lnTo>
                  <a:lnTo>
                    <a:pt x="1998" y="7487"/>
                  </a:lnTo>
                  <a:lnTo>
                    <a:pt x="2191" y="7511"/>
                  </a:lnTo>
                  <a:lnTo>
                    <a:pt x="2576" y="7487"/>
                  </a:lnTo>
                  <a:lnTo>
                    <a:pt x="2937" y="7415"/>
                  </a:lnTo>
                  <a:lnTo>
                    <a:pt x="3250" y="7294"/>
                  </a:lnTo>
                  <a:lnTo>
                    <a:pt x="3539" y="7174"/>
                  </a:lnTo>
                  <a:lnTo>
                    <a:pt x="3804" y="7005"/>
                  </a:lnTo>
                  <a:lnTo>
                    <a:pt x="4045" y="6861"/>
                  </a:lnTo>
                  <a:lnTo>
                    <a:pt x="4237" y="6717"/>
                  </a:lnTo>
                  <a:lnTo>
                    <a:pt x="4502" y="6476"/>
                  </a:lnTo>
                  <a:lnTo>
                    <a:pt x="4598" y="6355"/>
                  </a:lnTo>
                  <a:lnTo>
                    <a:pt x="4069"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5" name="Google Shape;13645;p41"/>
            <p:cNvSpPr/>
            <p:nvPr/>
          </p:nvSpPr>
          <p:spPr>
            <a:xfrm>
              <a:off x="5402425" y="2751550"/>
              <a:ext cx="222725" cy="247975"/>
            </a:xfrm>
            <a:custGeom>
              <a:avLst/>
              <a:gdLst/>
              <a:ahLst/>
              <a:cxnLst/>
              <a:rect l="l" t="t" r="r" b="b"/>
              <a:pathLst>
                <a:path w="8909" h="9919" extrusionOk="0">
                  <a:moveTo>
                    <a:pt x="3973" y="1"/>
                  </a:moveTo>
                  <a:lnTo>
                    <a:pt x="3516" y="25"/>
                  </a:lnTo>
                  <a:lnTo>
                    <a:pt x="3058" y="73"/>
                  </a:lnTo>
                  <a:lnTo>
                    <a:pt x="2601" y="193"/>
                  </a:lnTo>
                  <a:lnTo>
                    <a:pt x="2168" y="338"/>
                  </a:lnTo>
                  <a:lnTo>
                    <a:pt x="1734" y="506"/>
                  </a:lnTo>
                  <a:lnTo>
                    <a:pt x="1349" y="747"/>
                  </a:lnTo>
                  <a:lnTo>
                    <a:pt x="964" y="1012"/>
                  </a:lnTo>
                  <a:lnTo>
                    <a:pt x="844" y="1108"/>
                  </a:lnTo>
                  <a:lnTo>
                    <a:pt x="723" y="1252"/>
                  </a:lnTo>
                  <a:lnTo>
                    <a:pt x="651" y="1421"/>
                  </a:lnTo>
                  <a:lnTo>
                    <a:pt x="579" y="1589"/>
                  </a:lnTo>
                  <a:lnTo>
                    <a:pt x="531" y="1782"/>
                  </a:lnTo>
                  <a:lnTo>
                    <a:pt x="482" y="2191"/>
                  </a:lnTo>
                  <a:lnTo>
                    <a:pt x="458" y="2673"/>
                  </a:lnTo>
                  <a:lnTo>
                    <a:pt x="434" y="3226"/>
                  </a:lnTo>
                  <a:lnTo>
                    <a:pt x="410" y="3828"/>
                  </a:lnTo>
                  <a:lnTo>
                    <a:pt x="338" y="4502"/>
                  </a:lnTo>
                  <a:lnTo>
                    <a:pt x="290" y="4863"/>
                  </a:lnTo>
                  <a:lnTo>
                    <a:pt x="218" y="5249"/>
                  </a:lnTo>
                  <a:lnTo>
                    <a:pt x="97" y="5874"/>
                  </a:lnTo>
                  <a:lnTo>
                    <a:pt x="49" y="6428"/>
                  </a:lnTo>
                  <a:lnTo>
                    <a:pt x="1" y="6958"/>
                  </a:lnTo>
                  <a:lnTo>
                    <a:pt x="25" y="7415"/>
                  </a:lnTo>
                  <a:lnTo>
                    <a:pt x="73" y="7824"/>
                  </a:lnTo>
                  <a:lnTo>
                    <a:pt x="169" y="8210"/>
                  </a:lnTo>
                  <a:lnTo>
                    <a:pt x="290" y="8547"/>
                  </a:lnTo>
                  <a:lnTo>
                    <a:pt x="458" y="8835"/>
                  </a:lnTo>
                  <a:lnTo>
                    <a:pt x="675" y="9100"/>
                  </a:lnTo>
                  <a:lnTo>
                    <a:pt x="916" y="9317"/>
                  </a:lnTo>
                  <a:lnTo>
                    <a:pt x="1181" y="9485"/>
                  </a:lnTo>
                  <a:lnTo>
                    <a:pt x="1518" y="9630"/>
                  </a:lnTo>
                  <a:lnTo>
                    <a:pt x="1855" y="9750"/>
                  </a:lnTo>
                  <a:lnTo>
                    <a:pt x="2264" y="9822"/>
                  </a:lnTo>
                  <a:lnTo>
                    <a:pt x="2697" y="9895"/>
                  </a:lnTo>
                  <a:lnTo>
                    <a:pt x="3155" y="9919"/>
                  </a:lnTo>
                  <a:lnTo>
                    <a:pt x="3443" y="9919"/>
                  </a:lnTo>
                  <a:lnTo>
                    <a:pt x="3805" y="9847"/>
                  </a:lnTo>
                  <a:lnTo>
                    <a:pt x="4190" y="9774"/>
                  </a:lnTo>
                  <a:lnTo>
                    <a:pt x="4599" y="9630"/>
                  </a:lnTo>
                  <a:lnTo>
                    <a:pt x="5008" y="9437"/>
                  </a:lnTo>
                  <a:lnTo>
                    <a:pt x="5442" y="9221"/>
                  </a:lnTo>
                  <a:lnTo>
                    <a:pt x="5634" y="9076"/>
                  </a:lnTo>
                  <a:lnTo>
                    <a:pt x="5827" y="8932"/>
                  </a:lnTo>
                  <a:lnTo>
                    <a:pt x="6019" y="8763"/>
                  </a:lnTo>
                  <a:lnTo>
                    <a:pt x="6212" y="8595"/>
                  </a:lnTo>
                  <a:lnTo>
                    <a:pt x="6862" y="7897"/>
                  </a:lnTo>
                  <a:lnTo>
                    <a:pt x="7127" y="7608"/>
                  </a:lnTo>
                  <a:lnTo>
                    <a:pt x="7343" y="7343"/>
                  </a:lnTo>
                  <a:lnTo>
                    <a:pt x="7560" y="7054"/>
                  </a:lnTo>
                  <a:lnTo>
                    <a:pt x="7753" y="6741"/>
                  </a:lnTo>
                  <a:lnTo>
                    <a:pt x="7921" y="6404"/>
                  </a:lnTo>
                  <a:lnTo>
                    <a:pt x="8114" y="5995"/>
                  </a:lnTo>
                  <a:lnTo>
                    <a:pt x="8403" y="5273"/>
                  </a:lnTo>
                  <a:lnTo>
                    <a:pt x="8547" y="4863"/>
                  </a:lnTo>
                  <a:lnTo>
                    <a:pt x="8691" y="4430"/>
                  </a:lnTo>
                  <a:lnTo>
                    <a:pt x="8812" y="3997"/>
                  </a:lnTo>
                  <a:lnTo>
                    <a:pt x="8884" y="3539"/>
                  </a:lnTo>
                  <a:lnTo>
                    <a:pt x="8908" y="3299"/>
                  </a:lnTo>
                  <a:lnTo>
                    <a:pt x="8908" y="3082"/>
                  </a:lnTo>
                  <a:lnTo>
                    <a:pt x="8884" y="2841"/>
                  </a:lnTo>
                  <a:lnTo>
                    <a:pt x="8860" y="2625"/>
                  </a:lnTo>
                  <a:lnTo>
                    <a:pt x="8812" y="2384"/>
                  </a:lnTo>
                  <a:lnTo>
                    <a:pt x="8740" y="2167"/>
                  </a:lnTo>
                  <a:lnTo>
                    <a:pt x="8619" y="1951"/>
                  </a:lnTo>
                  <a:lnTo>
                    <a:pt x="8499" y="1758"/>
                  </a:lnTo>
                  <a:lnTo>
                    <a:pt x="8354" y="1541"/>
                  </a:lnTo>
                  <a:lnTo>
                    <a:pt x="8186" y="1349"/>
                  </a:lnTo>
                  <a:lnTo>
                    <a:pt x="7969" y="1180"/>
                  </a:lnTo>
                  <a:lnTo>
                    <a:pt x="7728" y="988"/>
                  </a:lnTo>
                  <a:lnTo>
                    <a:pt x="7440" y="819"/>
                  </a:lnTo>
                  <a:lnTo>
                    <a:pt x="7151" y="675"/>
                  </a:lnTo>
                  <a:lnTo>
                    <a:pt x="6790" y="530"/>
                  </a:lnTo>
                  <a:lnTo>
                    <a:pt x="6404" y="410"/>
                  </a:lnTo>
                  <a:lnTo>
                    <a:pt x="5971" y="290"/>
                  </a:lnTo>
                  <a:lnTo>
                    <a:pt x="5514" y="193"/>
                  </a:lnTo>
                  <a:lnTo>
                    <a:pt x="5008" y="97"/>
                  </a:lnTo>
                  <a:lnTo>
                    <a:pt x="4455" y="25"/>
                  </a:lnTo>
                  <a:lnTo>
                    <a:pt x="3973" y="1"/>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6" name="Google Shape;13646;p41"/>
            <p:cNvSpPr/>
            <p:nvPr/>
          </p:nvSpPr>
          <p:spPr>
            <a:xfrm>
              <a:off x="5407850" y="2742525"/>
              <a:ext cx="228725" cy="208250"/>
            </a:xfrm>
            <a:custGeom>
              <a:avLst/>
              <a:gdLst/>
              <a:ahLst/>
              <a:cxnLst/>
              <a:rect l="l" t="t" r="r" b="b"/>
              <a:pathLst>
                <a:path w="9149" h="8330" extrusionOk="0">
                  <a:moveTo>
                    <a:pt x="4430" y="1"/>
                  </a:moveTo>
                  <a:lnTo>
                    <a:pt x="3900" y="25"/>
                  </a:lnTo>
                  <a:lnTo>
                    <a:pt x="3347" y="49"/>
                  </a:lnTo>
                  <a:lnTo>
                    <a:pt x="2745" y="121"/>
                  </a:lnTo>
                  <a:lnTo>
                    <a:pt x="2095" y="217"/>
                  </a:lnTo>
                  <a:lnTo>
                    <a:pt x="1902" y="265"/>
                  </a:lnTo>
                  <a:lnTo>
                    <a:pt x="1710" y="313"/>
                  </a:lnTo>
                  <a:lnTo>
                    <a:pt x="1517" y="386"/>
                  </a:lnTo>
                  <a:lnTo>
                    <a:pt x="1325" y="482"/>
                  </a:lnTo>
                  <a:lnTo>
                    <a:pt x="1156" y="578"/>
                  </a:lnTo>
                  <a:lnTo>
                    <a:pt x="988" y="675"/>
                  </a:lnTo>
                  <a:lnTo>
                    <a:pt x="843" y="795"/>
                  </a:lnTo>
                  <a:lnTo>
                    <a:pt x="699" y="939"/>
                  </a:lnTo>
                  <a:lnTo>
                    <a:pt x="554" y="1060"/>
                  </a:lnTo>
                  <a:lnTo>
                    <a:pt x="434" y="1228"/>
                  </a:lnTo>
                  <a:lnTo>
                    <a:pt x="338" y="1373"/>
                  </a:lnTo>
                  <a:lnTo>
                    <a:pt x="241" y="1565"/>
                  </a:lnTo>
                  <a:lnTo>
                    <a:pt x="169" y="1734"/>
                  </a:lnTo>
                  <a:lnTo>
                    <a:pt x="97" y="1926"/>
                  </a:lnTo>
                  <a:lnTo>
                    <a:pt x="49" y="2119"/>
                  </a:lnTo>
                  <a:lnTo>
                    <a:pt x="25" y="2312"/>
                  </a:lnTo>
                  <a:lnTo>
                    <a:pt x="1" y="2504"/>
                  </a:lnTo>
                  <a:lnTo>
                    <a:pt x="25" y="2673"/>
                  </a:lnTo>
                  <a:lnTo>
                    <a:pt x="49" y="2841"/>
                  </a:lnTo>
                  <a:lnTo>
                    <a:pt x="121" y="2962"/>
                  </a:lnTo>
                  <a:lnTo>
                    <a:pt x="169" y="3010"/>
                  </a:lnTo>
                  <a:lnTo>
                    <a:pt x="241" y="3058"/>
                  </a:lnTo>
                  <a:lnTo>
                    <a:pt x="386" y="3106"/>
                  </a:lnTo>
                  <a:lnTo>
                    <a:pt x="554" y="3106"/>
                  </a:lnTo>
                  <a:lnTo>
                    <a:pt x="771" y="3082"/>
                  </a:lnTo>
                  <a:lnTo>
                    <a:pt x="1012" y="3010"/>
                  </a:lnTo>
                  <a:lnTo>
                    <a:pt x="1252" y="2889"/>
                  </a:lnTo>
                  <a:lnTo>
                    <a:pt x="1517" y="2769"/>
                  </a:lnTo>
                  <a:lnTo>
                    <a:pt x="1782" y="2625"/>
                  </a:lnTo>
                  <a:lnTo>
                    <a:pt x="2312" y="2263"/>
                  </a:lnTo>
                  <a:lnTo>
                    <a:pt x="2793" y="1902"/>
                  </a:lnTo>
                  <a:lnTo>
                    <a:pt x="3010" y="1710"/>
                  </a:lnTo>
                  <a:lnTo>
                    <a:pt x="3202" y="1517"/>
                  </a:lnTo>
                  <a:lnTo>
                    <a:pt x="3347" y="1349"/>
                  </a:lnTo>
                  <a:lnTo>
                    <a:pt x="3467" y="1180"/>
                  </a:lnTo>
                  <a:lnTo>
                    <a:pt x="3467" y="1276"/>
                  </a:lnTo>
                  <a:lnTo>
                    <a:pt x="3443" y="1517"/>
                  </a:lnTo>
                  <a:lnTo>
                    <a:pt x="3467" y="1686"/>
                  </a:lnTo>
                  <a:lnTo>
                    <a:pt x="3491" y="1854"/>
                  </a:lnTo>
                  <a:lnTo>
                    <a:pt x="3539" y="2047"/>
                  </a:lnTo>
                  <a:lnTo>
                    <a:pt x="3612" y="2263"/>
                  </a:lnTo>
                  <a:lnTo>
                    <a:pt x="3732" y="2456"/>
                  </a:lnTo>
                  <a:lnTo>
                    <a:pt x="3876" y="2673"/>
                  </a:lnTo>
                  <a:lnTo>
                    <a:pt x="4045" y="2865"/>
                  </a:lnTo>
                  <a:lnTo>
                    <a:pt x="4286" y="3034"/>
                  </a:lnTo>
                  <a:lnTo>
                    <a:pt x="4550" y="3202"/>
                  </a:lnTo>
                  <a:lnTo>
                    <a:pt x="4887" y="3347"/>
                  </a:lnTo>
                  <a:lnTo>
                    <a:pt x="5273" y="3443"/>
                  </a:lnTo>
                  <a:lnTo>
                    <a:pt x="5730" y="3491"/>
                  </a:lnTo>
                  <a:lnTo>
                    <a:pt x="5730" y="3660"/>
                  </a:lnTo>
                  <a:lnTo>
                    <a:pt x="5706" y="3828"/>
                  </a:lnTo>
                  <a:lnTo>
                    <a:pt x="5706" y="4021"/>
                  </a:lnTo>
                  <a:lnTo>
                    <a:pt x="5706" y="4261"/>
                  </a:lnTo>
                  <a:lnTo>
                    <a:pt x="5754" y="4502"/>
                  </a:lnTo>
                  <a:lnTo>
                    <a:pt x="5826" y="4743"/>
                  </a:lnTo>
                  <a:lnTo>
                    <a:pt x="5899" y="4839"/>
                  </a:lnTo>
                  <a:lnTo>
                    <a:pt x="5971" y="4936"/>
                  </a:lnTo>
                  <a:lnTo>
                    <a:pt x="6043" y="5056"/>
                  </a:lnTo>
                  <a:lnTo>
                    <a:pt x="6115" y="5224"/>
                  </a:lnTo>
                  <a:lnTo>
                    <a:pt x="6236" y="5682"/>
                  </a:lnTo>
                  <a:lnTo>
                    <a:pt x="6356" y="6211"/>
                  </a:lnTo>
                  <a:lnTo>
                    <a:pt x="6452" y="6789"/>
                  </a:lnTo>
                  <a:lnTo>
                    <a:pt x="6573" y="7824"/>
                  </a:lnTo>
                  <a:lnTo>
                    <a:pt x="6621" y="8258"/>
                  </a:lnTo>
                  <a:lnTo>
                    <a:pt x="6813" y="8306"/>
                  </a:lnTo>
                  <a:lnTo>
                    <a:pt x="7006" y="8330"/>
                  </a:lnTo>
                  <a:lnTo>
                    <a:pt x="7174" y="8330"/>
                  </a:lnTo>
                  <a:lnTo>
                    <a:pt x="7343" y="8306"/>
                  </a:lnTo>
                  <a:lnTo>
                    <a:pt x="7511" y="8258"/>
                  </a:lnTo>
                  <a:lnTo>
                    <a:pt x="7680" y="8209"/>
                  </a:lnTo>
                  <a:lnTo>
                    <a:pt x="7848" y="8137"/>
                  </a:lnTo>
                  <a:lnTo>
                    <a:pt x="7993" y="8041"/>
                  </a:lnTo>
                  <a:lnTo>
                    <a:pt x="8137" y="7921"/>
                  </a:lnTo>
                  <a:lnTo>
                    <a:pt x="8258" y="7824"/>
                  </a:lnTo>
                  <a:lnTo>
                    <a:pt x="8378" y="7680"/>
                  </a:lnTo>
                  <a:lnTo>
                    <a:pt x="8474" y="7535"/>
                  </a:lnTo>
                  <a:lnTo>
                    <a:pt x="8547" y="7391"/>
                  </a:lnTo>
                  <a:lnTo>
                    <a:pt x="8619" y="7222"/>
                  </a:lnTo>
                  <a:lnTo>
                    <a:pt x="8667" y="7030"/>
                  </a:lnTo>
                  <a:lnTo>
                    <a:pt x="8715" y="6861"/>
                  </a:lnTo>
                  <a:lnTo>
                    <a:pt x="9148" y="2889"/>
                  </a:lnTo>
                  <a:lnTo>
                    <a:pt x="9124" y="2721"/>
                  </a:lnTo>
                  <a:lnTo>
                    <a:pt x="9100" y="2552"/>
                  </a:lnTo>
                  <a:lnTo>
                    <a:pt x="9028" y="2312"/>
                  </a:lnTo>
                  <a:lnTo>
                    <a:pt x="8932" y="2047"/>
                  </a:lnTo>
                  <a:lnTo>
                    <a:pt x="8787" y="1734"/>
                  </a:lnTo>
                  <a:lnTo>
                    <a:pt x="8571" y="1421"/>
                  </a:lnTo>
                  <a:lnTo>
                    <a:pt x="8426" y="1276"/>
                  </a:lnTo>
                  <a:lnTo>
                    <a:pt x="8258" y="1108"/>
                  </a:lnTo>
                  <a:lnTo>
                    <a:pt x="8089" y="963"/>
                  </a:lnTo>
                  <a:lnTo>
                    <a:pt x="7897" y="819"/>
                  </a:lnTo>
                  <a:lnTo>
                    <a:pt x="7680" y="675"/>
                  </a:lnTo>
                  <a:lnTo>
                    <a:pt x="7439" y="554"/>
                  </a:lnTo>
                  <a:lnTo>
                    <a:pt x="7150" y="434"/>
                  </a:lnTo>
                  <a:lnTo>
                    <a:pt x="6861" y="313"/>
                  </a:lnTo>
                  <a:lnTo>
                    <a:pt x="6524" y="217"/>
                  </a:lnTo>
                  <a:lnTo>
                    <a:pt x="6163" y="145"/>
                  </a:lnTo>
                  <a:lnTo>
                    <a:pt x="5778" y="73"/>
                  </a:lnTo>
                  <a:lnTo>
                    <a:pt x="5369" y="25"/>
                  </a:lnTo>
                  <a:lnTo>
                    <a:pt x="49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7" name="Google Shape;13647;p41"/>
            <p:cNvSpPr/>
            <p:nvPr/>
          </p:nvSpPr>
          <p:spPr>
            <a:xfrm>
              <a:off x="5426500" y="2856275"/>
              <a:ext cx="21700" cy="16875"/>
            </a:xfrm>
            <a:custGeom>
              <a:avLst/>
              <a:gdLst/>
              <a:ahLst/>
              <a:cxnLst/>
              <a:rect l="l" t="t" r="r" b="b"/>
              <a:pathLst>
                <a:path w="868" h="675" extrusionOk="0">
                  <a:moveTo>
                    <a:pt x="97" y="0"/>
                  </a:moveTo>
                  <a:lnTo>
                    <a:pt x="73" y="24"/>
                  </a:lnTo>
                  <a:lnTo>
                    <a:pt x="25" y="49"/>
                  </a:lnTo>
                  <a:lnTo>
                    <a:pt x="25" y="97"/>
                  </a:lnTo>
                  <a:lnTo>
                    <a:pt x="1" y="145"/>
                  </a:lnTo>
                  <a:lnTo>
                    <a:pt x="25" y="169"/>
                  </a:lnTo>
                  <a:lnTo>
                    <a:pt x="49" y="217"/>
                  </a:lnTo>
                  <a:lnTo>
                    <a:pt x="97" y="241"/>
                  </a:lnTo>
                  <a:lnTo>
                    <a:pt x="266" y="289"/>
                  </a:lnTo>
                  <a:lnTo>
                    <a:pt x="410" y="361"/>
                  </a:lnTo>
                  <a:lnTo>
                    <a:pt x="530" y="482"/>
                  </a:lnTo>
                  <a:lnTo>
                    <a:pt x="651" y="626"/>
                  </a:lnTo>
                  <a:lnTo>
                    <a:pt x="675" y="650"/>
                  </a:lnTo>
                  <a:lnTo>
                    <a:pt x="723" y="674"/>
                  </a:lnTo>
                  <a:lnTo>
                    <a:pt x="771" y="674"/>
                  </a:lnTo>
                  <a:lnTo>
                    <a:pt x="795" y="650"/>
                  </a:lnTo>
                  <a:lnTo>
                    <a:pt x="843" y="626"/>
                  </a:lnTo>
                  <a:lnTo>
                    <a:pt x="843" y="602"/>
                  </a:lnTo>
                  <a:lnTo>
                    <a:pt x="868" y="554"/>
                  </a:lnTo>
                  <a:lnTo>
                    <a:pt x="843" y="506"/>
                  </a:lnTo>
                  <a:lnTo>
                    <a:pt x="723" y="337"/>
                  </a:lnTo>
                  <a:lnTo>
                    <a:pt x="555" y="193"/>
                  </a:lnTo>
                  <a:lnTo>
                    <a:pt x="362" y="73"/>
                  </a:lnTo>
                  <a:lnTo>
                    <a:pt x="1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8" name="Google Shape;13648;p41"/>
            <p:cNvSpPr/>
            <p:nvPr/>
          </p:nvSpPr>
          <p:spPr>
            <a:xfrm>
              <a:off x="5477075" y="2862900"/>
              <a:ext cx="23475" cy="11450"/>
            </a:xfrm>
            <a:custGeom>
              <a:avLst/>
              <a:gdLst/>
              <a:ahLst/>
              <a:cxnLst/>
              <a:rect l="l" t="t" r="r" b="b"/>
              <a:pathLst>
                <a:path w="939" h="458" extrusionOk="0">
                  <a:moveTo>
                    <a:pt x="602" y="0"/>
                  </a:moveTo>
                  <a:lnTo>
                    <a:pt x="409" y="48"/>
                  </a:lnTo>
                  <a:lnTo>
                    <a:pt x="217" y="145"/>
                  </a:lnTo>
                  <a:lnTo>
                    <a:pt x="24" y="265"/>
                  </a:lnTo>
                  <a:lnTo>
                    <a:pt x="0" y="313"/>
                  </a:lnTo>
                  <a:lnTo>
                    <a:pt x="0" y="337"/>
                  </a:lnTo>
                  <a:lnTo>
                    <a:pt x="0" y="385"/>
                  </a:lnTo>
                  <a:lnTo>
                    <a:pt x="24" y="433"/>
                  </a:lnTo>
                  <a:lnTo>
                    <a:pt x="72" y="458"/>
                  </a:lnTo>
                  <a:lnTo>
                    <a:pt x="144" y="458"/>
                  </a:lnTo>
                  <a:lnTo>
                    <a:pt x="193" y="433"/>
                  </a:lnTo>
                  <a:lnTo>
                    <a:pt x="337" y="337"/>
                  </a:lnTo>
                  <a:lnTo>
                    <a:pt x="481" y="265"/>
                  </a:lnTo>
                  <a:lnTo>
                    <a:pt x="650" y="217"/>
                  </a:lnTo>
                  <a:lnTo>
                    <a:pt x="867" y="217"/>
                  </a:lnTo>
                  <a:lnTo>
                    <a:pt x="915" y="193"/>
                  </a:lnTo>
                  <a:lnTo>
                    <a:pt x="939" y="169"/>
                  </a:lnTo>
                  <a:lnTo>
                    <a:pt x="939" y="121"/>
                  </a:lnTo>
                  <a:lnTo>
                    <a:pt x="939" y="72"/>
                  </a:lnTo>
                  <a:lnTo>
                    <a:pt x="915" y="24"/>
                  </a:lnTo>
                  <a:lnTo>
                    <a:pt x="86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9" name="Google Shape;13649;p41"/>
            <p:cNvSpPr/>
            <p:nvPr/>
          </p:nvSpPr>
          <p:spPr>
            <a:xfrm>
              <a:off x="5443350" y="2950750"/>
              <a:ext cx="21100" cy="7850"/>
            </a:xfrm>
            <a:custGeom>
              <a:avLst/>
              <a:gdLst/>
              <a:ahLst/>
              <a:cxnLst/>
              <a:rect l="l" t="t" r="r" b="b"/>
              <a:pathLst>
                <a:path w="844" h="314" extrusionOk="0">
                  <a:moveTo>
                    <a:pt x="49" y="1"/>
                  </a:moveTo>
                  <a:lnTo>
                    <a:pt x="25" y="25"/>
                  </a:lnTo>
                  <a:lnTo>
                    <a:pt x="1" y="73"/>
                  </a:lnTo>
                  <a:lnTo>
                    <a:pt x="1" y="97"/>
                  </a:lnTo>
                  <a:lnTo>
                    <a:pt x="1" y="145"/>
                  </a:lnTo>
                  <a:lnTo>
                    <a:pt x="25" y="169"/>
                  </a:lnTo>
                  <a:lnTo>
                    <a:pt x="49" y="217"/>
                  </a:lnTo>
                  <a:lnTo>
                    <a:pt x="242" y="290"/>
                  </a:lnTo>
                  <a:lnTo>
                    <a:pt x="434" y="314"/>
                  </a:lnTo>
                  <a:lnTo>
                    <a:pt x="531" y="314"/>
                  </a:lnTo>
                  <a:lnTo>
                    <a:pt x="627" y="290"/>
                  </a:lnTo>
                  <a:lnTo>
                    <a:pt x="699" y="266"/>
                  </a:lnTo>
                  <a:lnTo>
                    <a:pt x="795" y="193"/>
                  </a:lnTo>
                  <a:lnTo>
                    <a:pt x="819" y="169"/>
                  </a:lnTo>
                  <a:lnTo>
                    <a:pt x="843" y="121"/>
                  </a:lnTo>
                  <a:lnTo>
                    <a:pt x="843" y="97"/>
                  </a:lnTo>
                  <a:lnTo>
                    <a:pt x="819" y="49"/>
                  </a:lnTo>
                  <a:lnTo>
                    <a:pt x="795" y="25"/>
                  </a:lnTo>
                  <a:lnTo>
                    <a:pt x="747" y="1"/>
                  </a:lnTo>
                  <a:lnTo>
                    <a:pt x="699" y="1"/>
                  </a:lnTo>
                  <a:lnTo>
                    <a:pt x="651" y="25"/>
                  </a:lnTo>
                  <a:lnTo>
                    <a:pt x="531" y="97"/>
                  </a:lnTo>
                  <a:lnTo>
                    <a:pt x="410" y="97"/>
                  </a:lnTo>
                  <a:lnTo>
                    <a:pt x="266" y="73"/>
                  </a:lnTo>
                  <a:lnTo>
                    <a:pt x="145" y="1"/>
                  </a:lnTo>
                  <a:close/>
                </a:path>
              </a:pathLst>
            </a:custGeom>
            <a:solidFill>
              <a:srgbClr val="E0B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0" name="Google Shape;13650;p41"/>
            <p:cNvSpPr/>
            <p:nvPr/>
          </p:nvSpPr>
          <p:spPr>
            <a:xfrm>
              <a:off x="5493325" y="2889975"/>
              <a:ext cx="31300" cy="16875"/>
            </a:xfrm>
            <a:custGeom>
              <a:avLst/>
              <a:gdLst/>
              <a:ahLst/>
              <a:cxnLst/>
              <a:rect l="l" t="t" r="r" b="b"/>
              <a:pathLst>
                <a:path w="1252" h="675" extrusionOk="0">
                  <a:moveTo>
                    <a:pt x="409" y="0"/>
                  </a:moveTo>
                  <a:lnTo>
                    <a:pt x="217" y="49"/>
                  </a:lnTo>
                  <a:lnTo>
                    <a:pt x="120" y="73"/>
                  </a:lnTo>
                  <a:lnTo>
                    <a:pt x="48" y="121"/>
                  </a:lnTo>
                  <a:lnTo>
                    <a:pt x="0" y="193"/>
                  </a:lnTo>
                  <a:lnTo>
                    <a:pt x="0" y="241"/>
                  </a:lnTo>
                  <a:lnTo>
                    <a:pt x="0" y="313"/>
                  </a:lnTo>
                  <a:lnTo>
                    <a:pt x="24" y="386"/>
                  </a:lnTo>
                  <a:lnTo>
                    <a:pt x="72" y="458"/>
                  </a:lnTo>
                  <a:lnTo>
                    <a:pt x="144" y="506"/>
                  </a:lnTo>
                  <a:lnTo>
                    <a:pt x="337" y="602"/>
                  </a:lnTo>
                  <a:lnTo>
                    <a:pt x="578" y="675"/>
                  </a:lnTo>
                  <a:lnTo>
                    <a:pt x="843" y="675"/>
                  </a:lnTo>
                  <a:lnTo>
                    <a:pt x="1035" y="626"/>
                  </a:lnTo>
                  <a:lnTo>
                    <a:pt x="1131" y="602"/>
                  </a:lnTo>
                  <a:lnTo>
                    <a:pt x="1204" y="554"/>
                  </a:lnTo>
                  <a:lnTo>
                    <a:pt x="1252" y="482"/>
                  </a:lnTo>
                  <a:lnTo>
                    <a:pt x="1252" y="434"/>
                  </a:lnTo>
                  <a:lnTo>
                    <a:pt x="1252" y="362"/>
                  </a:lnTo>
                  <a:lnTo>
                    <a:pt x="1228" y="289"/>
                  </a:lnTo>
                  <a:lnTo>
                    <a:pt x="1180" y="217"/>
                  </a:lnTo>
                  <a:lnTo>
                    <a:pt x="1107" y="169"/>
                  </a:lnTo>
                  <a:lnTo>
                    <a:pt x="915" y="73"/>
                  </a:lnTo>
                  <a:lnTo>
                    <a:pt x="674" y="0"/>
                  </a:lnTo>
                  <a:close/>
                </a:path>
              </a:pathLst>
            </a:custGeom>
            <a:solidFill>
              <a:srgbClr val="E0B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1" name="Google Shape;13651;p41"/>
            <p:cNvSpPr/>
            <p:nvPr/>
          </p:nvSpPr>
          <p:spPr>
            <a:xfrm>
              <a:off x="5405450" y="2881550"/>
              <a:ext cx="27700" cy="17475"/>
            </a:xfrm>
            <a:custGeom>
              <a:avLst/>
              <a:gdLst/>
              <a:ahLst/>
              <a:cxnLst/>
              <a:rect l="l" t="t" r="r" b="b"/>
              <a:pathLst>
                <a:path w="1108" h="699" extrusionOk="0">
                  <a:moveTo>
                    <a:pt x="289" y="0"/>
                  </a:moveTo>
                  <a:lnTo>
                    <a:pt x="97" y="49"/>
                  </a:lnTo>
                  <a:lnTo>
                    <a:pt x="0" y="530"/>
                  </a:lnTo>
                  <a:lnTo>
                    <a:pt x="193" y="626"/>
                  </a:lnTo>
                  <a:lnTo>
                    <a:pt x="434" y="674"/>
                  </a:lnTo>
                  <a:lnTo>
                    <a:pt x="674" y="699"/>
                  </a:lnTo>
                  <a:lnTo>
                    <a:pt x="891" y="650"/>
                  </a:lnTo>
                  <a:lnTo>
                    <a:pt x="963" y="602"/>
                  </a:lnTo>
                  <a:lnTo>
                    <a:pt x="1035" y="554"/>
                  </a:lnTo>
                  <a:lnTo>
                    <a:pt x="1084" y="506"/>
                  </a:lnTo>
                  <a:lnTo>
                    <a:pt x="1108" y="434"/>
                  </a:lnTo>
                  <a:lnTo>
                    <a:pt x="1108" y="362"/>
                  </a:lnTo>
                  <a:lnTo>
                    <a:pt x="1084" y="313"/>
                  </a:lnTo>
                  <a:lnTo>
                    <a:pt x="1035" y="241"/>
                  </a:lnTo>
                  <a:lnTo>
                    <a:pt x="963" y="169"/>
                  </a:lnTo>
                  <a:lnTo>
                    <a:pt x="771" y="73"/>
                  </a:lnTo>
                  <a:lnTo>
                    <a:pt x="506" y="25"/>
                  </a:lnTo>
                  <a:lnTo>
                    <a:pt x="289" y="0"/>
                  </a:lnTo>
                  <a:close/>
                </a:path>
              </a:pathLst>
            </a:custGeom>
            <a:solidFill>
              <a:srgbClr val="E0B3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2" name="Google Shape;13652;p41"/>
            <p:cNvSpPr/>
            <p:nvPr/>
          </p:nvSpPr>
          <p:spPr>
            <a:xfrm>
              <a:off x="5483675" y="2832200"/>
              <a:ext cx="33125" cy="24100"/>
            </a:xfrm>
            <a:custGeom>
              <a:avLst/>
              <a:gdLst/>
              <a:ahLst/>
              <a:cxnLst/>
              <a:rect l="l" t="t" r="r" b="b"/>
              <a:pathLst>
                <a:path w="1325" h="964" extrusionOk="0">
                  <a:moveTo>
                    <a:pt x="386" y="0"/>
                  </a:moveTo>
                  <a:lnTo>
                    <a:pt x="169" y="25"/>
                  </a:lnTo>
                  <a:lnTo>
                    <a:pt x="97" y="49"/>
                  </a:lnTo>
                  <a:lnTo>
                    <a:pt x="25" y="121"/>
                  </a:lnTo>
                  <a:lnTo>
                    <a:pt x="1" y="193"/>
                  </a:lnTo>
                  <a:lnTo>
                    <a:pt x="1" y="289"/>
                  </a:lnTo>
                  <a:lnTo>
                    <a:pt x="25" y="362"/>
                  </a:lnTo>
                  <a:lnTo>
                    <a:pt x="73" y="434"/>
                  </a:lnTo>
                  <a:lnTo>
                    <a:pt x="145" y="458"/>
                  </a:lnTo>
                  <a:lnTo>
                    <a:pt x="242" y="458"/>
                  </a:lnTo>
                  <a:lnTo>
                    <a:pt x="338" y="434"/>
                  </a:lnTo>
                  <a:lnTo>
                    <a:pt x="434" y="434"/>
                  </a:lnTo>
                  <a:lnTo>
                    <a:pt x="555" y="458"/>
                  </a:lnTo>
                  <a:lnTo>
                    <a:pt x="651" y="482"/>
                  </a:lnTo>
                  <a:lnTo>
                    <a:pt x="723" y="530"/>
                  </a:lnTo>
                  <a:lnTo>
                    <a:pt x="795" y="602"/>
                  </a:lnTo>
                  <a:lnTo>
                    <a:pt x="867" y="674"/>
                  </a:lnTo>
                  <a:lnTo>
                    <a:pt x="892" y="795"/>
                  </a:lnTo>
                  <a:lnTo>
                    <a:pt x="940" y="867"/>
                  </a:lnTo>
                  <a:lnTo>
                    <a:pt x="1012" y="939"/>
                  </a:lnTo>
                  <a:lnTo>
                    <a:pt x="1084" y="963"/>
                  </a:lnTo>
                  <a:lnTo>
                    <a:pt x="1156" y="963"/>
                  </a:lnTo>
                  <a:lnTo>
                    <a:pt x="1253" y="939"/>
                  </a:lnTo>
                  <a:lnTo>
                    <a:pt x="1301" y="891"/>
                  </a:lnTo>
                  <a:lnTo>
                    <a:pt x="1325" y="819"/>
                  </a:lnTo>
                  <a:lnTo>
                    <a:pt x="1325" y="723"/>
                  </a:lnTo>
                  <a:lnTo>
                    <a:pt x="1277" y="530"/>
                  </a:lnTo>
                  <a:lnTo>
                    <a:pt x="1180" y="386"/>
                  </a:lnTo>
                  <a:lnTo>
                    <a:pt x="1060" y="241"/>
                  </a:lnTo>
                  <a:lnTo>
                    <a:pt x="916" y="145"/>
                  </a:lnTo>
                  <a:lnTo>
                    <a:pt x="747" y="49"/>
                  </a:lnTo>
                  <a:lnTo>
                    <a:pt x="55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3" name="Google Shape;13653;p41"/>
            <p:cNvSpPr/>
            <p:nvPr/>
          </p:nvSpPr>
          <p:spPr>
            <a:xfrm>
              <a:off x="5417475" y="2824375"/>
              <a:ext cx="34950" cy="21100"/>
            </a:xfrm>
            <a:custGeom>
              <a:avLst/>
              <a:gdLst/>
              <a:ahLst/>
              <a:cxnLst/>
              <a:rect l="l" t="t" r="r" b="b"/>
              <a:pathLst>
                <a:path w="1398" h="844" extrusionOk="0">
                  <a:moveTo>
                    <a:pt x="916" y="0"/>
                  </a:moveTo>
                  <a:lnTo>
                    <a:pt x="771" y="25"/>
                  </a:lnTo>
                  <a:lnTo>
                    <a:pt x="627" y="73"/>
                  </a:lnTo>
                  <a:lnTo>
                    <a:pt x="482" y="145"/>
                  </a:lnTo>
                  <a:lnTo>
                    <a:pt x="338" y="217"/>
                  </a:lnTo>
                  <a:lnTo>
                    <a:pt x="73" y="434"/>
                  </a:lnTo>
                  <a:lnTo>
                    <a:pt x="25" y="530"/>
                  </a:lnTo>
                  <a:lnTo>
                    <a:pt x="1" y="602"/>
                  </a:lnTo>
                  <a:lnTo>
                    <a:pt x="25" y="699"/>
                  </a:lnTo>
                  <a:lnTo>
                    <a:pt x="49" y="771"/>
                  </a:lnTo>
                  <a:lnTo>
                    <a:pt x="121" y="819"/>
                  </a:lnTo>
                  <a:lnTo>
                    <a:pt x="193" y="843"/>
                  </a:lnTo>
                  <a:lnTo>
                    <a:pt x="266" y="843"/>
                  </a:lnTo>
                  <a:lnTo>
                    <a:pt x="338" y="795"/>
                  </a:lnTo>
                  <a:lnTo>
                    <a:pt x="506" y="650"/>
                  </a:lnTo>
                  <a:lnTo>
                    <a:pt x="675" y="506"/>
                  </a:lnTo>
                  <a:lnTo>
                    <a:pt x="771" y="458"/>
                  </a:lnTo>
                  <a:lnTo>
                    <a:pt x="867" y="434"/>
                  </a:lnTo>
                  <a:lnTo>
                    <a:pt x="988" y="434"/>
                  </a:lnTo>
                  <a:lnTo>
                    <a:pt x="1084" y="458"/>
                  </a:lnTo>
                  <a:lnTo>
                    <a:pt x="1180" y="482"/>
                  </a:lnTo>
                  <a:lnTo>
                    <a:pt x="1277" y="458"/>
                  </a:lnTo>
                  <a:lnTo>
                    <a:pt x="1325" y="410"/>
                  </a:lnTo>
                  <a:lnTo>
                    <a:pt x="1373" y="338"/>
                  </a:lnTo>
                  <a:lnTo>
                    <a:pt x="1397" y="265"/>
                  </a:lnTo>
                  <a:lnTo>
                    <a:pt x="1397" y="169"/>
                  </a:lnTo>
                  <a:lnTo>
                    <a:pt x="1349" y="97"/>
                  </a:lnTo>
                  <a:lnTo>
                    <a:pt x="1277" y="49"/>
                  </a:lnTo>
                  <a:lnTo>
                    <a:pt x="108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4" name="Google Shape;13654;p41"/>
            <p:cNvSpPr/>
            <p:nvPr/>
          </p:nvSpPr>
          <p:spPr>
            <a:xfrm>
              <a:off x="5443975" y="2873725"/>
              <a:ext cx="21075" cy="30725"/>
            </a:xfrm>
            <a:custGeom>
              <a:avLst/>
              <a:gdLst/>
              <a:ahLst/>
              <a:cxnLst/>
              <a:rect l="l" t="t" r="r" b="b"/>
              <a:pathLst>
                <a:path w="843" h="1229" extrusionOk="0">
                  <a:moveTo>
                    <a:pt x="650" y="0"/>
                  </a:moveTo>
                  <a:lnTo>
                    <a:pt x="626" y="25"/>
                  </a:lnTo>
                  <a:lnTo>
                    <a:pt x="602" y="73"/>
                  </a:lnTo>
                  <a:lnTo>
                    <a:pt x="554" y="145"/>
                  </a:lnTo>
                  <a:lnTo>
                    <a:pt x="457" y="338"/>
                  </a:lnTo>
                  <a:lnTo>
                    <a:pt x="289" y="578"/>
                  </a:lnTo>
                  <a:lnTo>
                    <a:pt x="169" y="675"/>
                  </a:lnTo>
                  <a:lnTo>
                    <a:pt x="48" y="771"/>
                  </a:lnTo>
                  <a:lnTo>
                    <a:pt x="0" y="819"/>
                  </a:lnTo>
                  <a:lnTo>
                    <a:pt x="0" y="867"/>
                  </a:lnTo>
                  <a:lnTo>
                    <a:pt x="0" y="915"/>
                  </a:lnTo>
                  <a:lnTo>
                    <a:pt x="24" y="939"/>
                  </a:lnTo>
                  <a:lnTo>
                    <a:pt x="120" y="1036"/>
                  </a:lnTo>
                  <a:lnTo>
                    <a:pt x="217" y="1084"/>
                  </a:lnTo>
                  <a:lnTo>
                    <a:pt x="385" y="1156"/>
                  </a:lnTo>
                  <a:lnTo>
                    <a:pt x="530" y="1204"/>
                  </a:lnTo>
                  <a:lnTo>
                    <a:pt x="722" y="1228"/>
                  </a:lnTo>
                  <a:lnTo>
                    <a:pt x="746" y="1228"/>
                  </a:lnTo>
                  <a:lnTo>
                    <a:pt x="794" y="1204"/>
                  </a:lnTo>
                  <a:lnTo>
                    <a:pt x="818" y="1180"/>
                  </a:lnTo>
                  <a:lnTo>
                    <a:pt x="843" y="1132"/>
                  </a:lnTo>
                  <a:lnTo>
                    <a:pt x="818" y="1084"/>
                  </a:lnTo>
                  <a:lnTo>
                    <a:pt x="794" y="1060"/>
                  </a:lnTo>
                  <a:lnTo>
                    <a:pt x="770" y="1036"/>
                  </a:lnTo>
                  <a:lnTo>
                    <a:pt x="722" y="1012"/>
                  </a:lnTo>
                  <a:lnTo>
                    <a:pt x="578" y="987"/>
                  </a:lnTo>
                  <a:lnTo>
                    <a:pt x="457" y="963"/>
                  </a:lnTo>
                  <a:lnTo>
                    <a:pt x="289" y="867"/>
                  </a:lnTo>
                  <a:lnTo>
                    <a:pt x="409" y="771"/>
                  </a:lnTo>
                  <a:lnTo>
                    <a:pt x="506" y="650"/>
                  </a:lnTo>
                  <a:lnTo>
                    <a:pt x="674" y="410"/>
                  </a:lnTo>
                  <a:lnTo>
                    <a:pt x="770" y="217"/>
                  </a:lnTo>
                  <a:lnTo>
                    <a:pt x="794" y="145"/>
                  </a:lnTo>
                  <a:lnTo>
                    <a:pt x="818" y="97"/>
                  </a:lnTo>
                  <a:lnTo>
                    <a:pt x="794" y="73"/>
                  </a:lnTo>
                  <a:lnTo>
                    <a:pt x="770" y="25"/>
                  </a:lnTo>
                  <a:lnTo>
                    <a:pt x="746"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5" name="Google Shape;13655;p41"/>
            <p:cNvSpPr/>
            <p:nvPr/>
          </p:nvSpPr>
          <p:spPr>
            <a:xfrm>
              <a:off x="5429525" y="2912850"/>
              <a:ext cx="59000" cy="31925"/>
            </a:xfrm>
            <a:custGeom>
              <a:avLst/>
              <a:gdLst/>
              <a:ahLst/>
              <a:cxnLst/>
              <a:rect l="l" t="t" r="r" b="b"/>
              <a:pathLst>
                <a:path w="2360" h="1277" extrusionOk="0">
                  <a:moveTo>
                    <a:pt x="0" y="0"/>
                  </a:moveTo>
                  <a:lnTo>
                    <a:pt x="0" y="169"/>
                  </a:lnTo>
                  <a:lnTo>
                    <a:pt x="24" y="361"/>
                  </a:lnTo>
                  <a:lnTo>
                    <a:pt x="97" y="578"/>
                  </a:lnTo>
                  <a:lnTo>
                    <a:pt x="217" y="795"/>
                  </a:lnTo>
                  <a:lnTo>
                    <a:pt x="289" y="915"/>
                  </a:lnTo>
                  <a:lnTo>
                    <a:pt x="361" y="1011"/>
                  </a:lnTo>
                  <a:lnTo>
                    <a:pt x="482" y="1108"/>
                  </a:lnTo>
                  <a:lnTo>
                    <a:pt x="602" y="1180"/>
                  </a:lnTo>
                  <a:lnTo>
                    <a:pt x="747" y="1228"/>
                  </a:lnTo>
                  <a:lnTo>
                    <a:pt x="915" y="1276"/>
                  </a:lnTo>
                  <a:lnTo>
                    <a:pt x="1300" y="1276"/>
                  </a:lnTo>
                  <a:lnTo>
                    <a:pt x="1469" y="1228"/>
                  </a:lnTo>
                  <a:lnTo>
                    <a:pt x="1613" y="1156"/>
                  </a:lnTo>
                  <a:lnTo>
                    <a:pt x="1734" y="1059"/>
                  </a:lnTo>
                  <a:lnTo>
                    <a:pt x="1854" y="963"/>
                  </a:lnTo>
                  <a:lnTo>
                    <a:pt x="1950" y="843"/>
                  </a:lnTo>
                  <a:lnTo>
                    <a:pt x="2046" y="722"/>
                  </a:lnTo>
                  <a:lnTo>
                    <a:pt x="2191" y="506"/>
                  </a:lnTo>
                  <a:lnTo>
                    <a:pt x="2287" y="289"/>
                  </a:lnTo>
                  <a:lnTo>
                    <a:pt x="2359" y="72"/>
                  </a:lnTo>
                  <a:lnTo>
                    <a:pt x="1806" y="121"/>
                  </a:lnTo>
                  <a:lnTo>
                    <a:pt x="1324" y="145"/>
                  </a:lnTo>
                  <a:lnTo>
                    <a:pt x="915" y="121"/>
                  </a:lnTo>
                  <a:lnTo>
                    <a:pt x="602" y="97"/>
                  </a:lnTo>
                  <a:lnTo>
                    <a:pt x="145" y="24"/>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6" name="Google Shape;13656;p41"/>
            <p:cNvSpPr/>
            <p:nvPr/>
          </p:nvSpPr>
          <p:spPr>
            <a:xfrm>
              <a:off x="5540850" y="2859275"/>
              <a:ext cx="71650" cy="82475"/>
            </a:xfrm>
            <a:custGeom>
              <a:avLst/>
              <a:gdLst/>
              <a:ahLst/>
              <a:cxnLst/>
              <a:rect l="l" t="t" r="r" b="b"/>
              <a:pathLst>
                <a:path w="2866" h="3299" extrusionOk="0">
                  <a:moveTo>
                    <a:pt x="1879" y="1"/>
                  </a:moveTo>
                  <a:lnTo>
                    <a:pt x="1758" y="25"/>
                  </a:lnTo>
                  <a:lnTo>
                    <a:pt x="1638" y="49"/>
                  </a:lnTo>
                  <a:lnTo>
                    <a:pt x="1421" y="145"/>
                  </a:lnTo>
                  <a:lnTo>
                    <a:pt x="1180" y="290"/>
                  </a:lnTo>
                  <a:lnTo>
                    <a:pt x="964" y="458"/>
                  </a:lnTo>
                  <a:lnTo>
                    <a:pt x="747" y="651"/>
                  </a:lnTo>
                  <a:lnTo>
                    <a:pt x="386" y="1012"/>
                  </a:lnTo>
                  <a:lnTo>
                    <a:pt x="290" y="1156"/>
                  </a:lnTo>
                  <a:lnTo>
                    <a:pt x="193" y="1301"/>
                  </a:lnTo>
                  <a:lnTo>
                    <a:pt x="121" y="1469"/>
                  </a:lnTo>
                  <a:lnTo>
                    <a:pt x="49" y="1638"/>
                  </a:lnTo>
                  <a:lnTo>
                    <a:pt x="25" y="1806"/>
                  </a:lnTo>
                  <a:lnTo>
                    <a:pt x="1" y="1975"/>
                  </a:lnTo>
                  <a:lnTo>
                    <a:pt x="1" y="2143"/>
                  </a:lnTo>
                  <a:lnTo>
                    <a:pt x="25" y="2312"/>
                  </a:lnTo>
                  <a:lnTo>
                    <a:pt x="49" y="2456"/>
                  </a:lnTo>
                  <a:lnTo>
                    <a:pt x="97" y="2601"/>
                  </a:lnTo>
                  <a:lnTo>
                    <a:pt x="169" y="2745"/>
                  </a:lnTo>
                  <a:lnTo>
                    <a:pt x="266" y="2865"/>
                  </a:lnTo>
                  <a:lnTo>
                    <a:pt x="362" y="2986"/>
                  </a:lnTo>
                  <a:lnTo>
                    <a:pt x="506" y="3082"/>
                  </a:lnTo>
                  <a:lnTo>
                    <a:pt x="651" y="3178"/>
                  </a:lnTo>
                  <a:lnTo>
                    <a:pt x="843" y="3227"/>
                  </a:lnTo>
                  <a:lnTo>
                    <a:pt x="1036" y="3275"/>
                  </a:lnTo>
                  <a:lnTo>
                    <a:pt x="1229" y="3299"/>
                  </a:lnTo>
                  <a:lnTo>
                    <a:pt x="1397" y="3299"/>
                  </a:lnTo>
                  <a:lnTo>
                    <a:pt x="1566" y="3251"/>
                  </a:lnTo>
                  <a:lnTo>
                    <a:pt x="1710" y="3202"/>
                  </a:lnTo>
                  <a:lnTo>
                    <a:pt x="1854" y="3130"/>
                  </a:lnTo>
                  <a:lnTo>
                    <a:pt x="1999" y="3034"/>
                  </a:lnTo>
                  <a:lnTo>
                    <a:pt x="2119" y="2938"/>
                  </a:lnTo>
                  <a:lnTo>
                    <a:pt x="2240" y="2817"/>
                  </a:lnTo>
                  <a:lnTo>
                    <a:pt x="2336" y="2697"/>
                  </a:lnTo>
                  <a:lnTo>
                    <a:pt x="2528" y="2408"/>
                  </a:lnTo>
                  <a:lnTo>
                    <a:pt x="2649" y="2119"/>
                  </a:lnTo>
                  <a:lnTo>
                    <a:pt x="2745" y="1830"/>
                  </a:lnTo>
                  <a:lnTo>
                    <a:pt x="2817" y="1541"/>
                  </a:lnTo>
                  <a:lnTo>
                    <a:pt x="2866" y="1253"/>
                  </a:lnTo>
                  <a:lnTo>
                    <a:pt x="2866" y="988"/>
                  </a:lnTo>
                  <a:lnTo>
                    <a:pt x="2817" y="723"/>
                  </a:lnTo>
                  <a:lnTo>
                    <a:pt x="2793" y="603"/>
                  </a:lnTo>
                  <a:lnTo>
                    <a:pt x="2721" y="506"/>
                  </a:lnTo>
                  <a:lnTo>
                    <a:pt x="2673" y="386"/>
                  </a:lnTo>
                  <a:lnTo>
                    <a:pt x="2601" y="290"/>
                  </a:lnTo>
                  <a:lnTo>
                    <a:pt x="2504" y="217"/>
                  </a:lnTo>
                  <a:lnTo>
                    <a:pt x="2384" y="145"/>
                  </a:lnTo>
                  <a:lnTo>
                    <a:pt x="2240" y="73"/>
                  </a:lnTo>
                  <a:lnTo>
                    <a:pt x="2095" y="25"/>
                  </a:lnTo>
                  <a:lnTo>
                    <a:pt x="1999" y="1"/>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7" name="Google Shape;13657;p41"/>
            <p:cNvSpPr/>
            <p:nvPr/>
          </p:nvSpPr>
          <p:spPr>
            <a:xfrm>
              <a:off x="5566125" y="2877325"/>
              <a:ext cx="33725" cy="43975"/>
            </a:xfrm>
            <a:custGeom>
              <a:avLst/>
              <a:gdLst/>
              <a:ahLst/>
              <a:cxnLst/>
              <a:rect l="l" t="t" r="r" b="b"/>
              <a:pathLst>
                <a:path w="1349" h="1759" extrusionOk="0">
                  <a:moveTo>
                    <a:pt x="940" y="1"/>
                  </a:moveTo>
                  <a:lnTo>
                    <a:pt x="819" y="25"/>
                  </a:lnTo>
                  <a:lnTo>
                    <a:pt x="699" y="73"/>
                  </a:lnTo>
                  <a:lnTo>
                    <a:pt x="603" y="145"/>
                  </a:lnTo>
                  <a:lnTo>
                    <a:pt x="482" y="218"/>
                  </a:lnTo>
                  <a:lnTo>
                    <a:pt x="410" y="314"/>
                  </a:lnTo>
                  <a:lnTo>
                    <a:pt x="290" y="458"/>
                  </a:lnTo>
                  <a:lnTo>
                    <a:pt x="193" y="603"/>
                  </a:lnTo>
                  <a:lnTo>
                    <a:pt x="121" y="771"/>
                  </a:lnTo>
                  <a:lnTo>
                    <a:pt x="73" y="940"/>
                  </a:lnTo>
                  <a:lnTo>
                    <a:pt x="49" y="1108"/>
                  </a:lnTo>
                  <a:lnTo>
                    <a:pt x="25" y="1301"/>
                  </a:lnTo>
                  <a:lnTo>
                    <a:pt x="1" y="1662"/>
                  </a:lnTo>
                  <a:lnTo>
                    <a:pt x="25" y="1686"/>
                  </a:lnTo>
                  <a:lnTo>
                    <a:pt x="49" y="1734"/>
                  </a:lnTo>
                  <a:lnTo>
                    <a:pt x="121" y="1758"/>
                  </a:lnTo>
                  <a:lnTo>
                    <a:pt x="169" y="1734"/>
                  </a:lnTo>
                  <a:lnTo>
                    <a:pt x="193" y="1686"/>
                  </a:lnTo>
                  <a:lnTo>
                    <a:pt x="218" y="1662"/>
                  </a:lnTo>
                  <a:lnTo>
                    <a:pt x="218" y="1397"/>
                  </a:lnTo>
                  <a:lnTo>
                    <a:pt x="242" y="1156"/>
                  </a:lnTo>
                  <a:lnTo>
                    <a:pt x="290" y="916"/>
                  </a:lnTo>
                  <a:lnTo>
                    <a:pt x="386" y="699"/>
                  </a:lnTo>
                  <a:lnTo>
                    <a:pt x="506" y="482"/>
                  </a:lnTo>
                  <a:lnTo>
                    <a:pt x="603" y="386"/>
                  </a:lnTo>
                  <a:lnTo>
                    <a:pt x="723" y="290"/>
                  </a:lnTo>
                  <a:lnTo>
                    <a:pt x="843" y="242"/>
                  </a:lnTo>
                  <a:lnTo>
                    <a:pt x="964" y="194"/>
                  </a:lnTo>
                  <a:lnTo>
                    <a:pt x="1084" y="194"/>
                  </a:lnTo>
                  <a:lnTo>
                    <a:pt x="1205" y="218"/>
                  </a:lnTo>
                  <a:lnTo>
                    <a:pt x="1301" y="218"/>
                  </a:lnTo>
                  <a:lnTo>
                    <a:pt x="1349" y="169"/>
                  </a:lnTo>
                  <a:lnTo>
                    <a:pt x="1349" y="97"/>
                  </a:lnTo>
                  <a:lnTo>
                    <a:pt x="1349" y="73"/>
                  </a:lnTo>
                  <a:lnTo>
                    <a:pt x="1301" y="49"/>
                  </a:lnTo>
                  <a:lnTo>
                    <a:pt x="1180"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8" name="Google Shape;13658;p41"/>
            <p:cNvSpPr/>
            <p:nvPr/>
          </p:nvSpPr>
          <p:spPr>
            <a:xfrm>
              <a:off x="5632325" y="4053300"/>
              <a:ext cx="165550" cy="185400"/>
            </a:xfrm>
            <a:custGeom>
              <a:avLst/>
              <a:gdLst/>
              <a:ahLst/>
              <a:cxnLst/>
              <a:rect l="l" t="t" r="r" b="b"/>
              <a:pathLst>
                <a:path w="6622" h="7416" extrusionOk="0">
                  <a:moveTo>
                    <a:pt x="3395" y="1"/>
                  </a:moveTo>
                  <a:lnTo>
                    <a:pt x="1" y="2360"/>
                  </a:lnTo>
                  <a:lnTo>
                    <a:pt x="3756" y="7415"/>
                  </a:lnTo>
                  <a:lnTo>
                    <a:pt x="6621" y="4936"/>
                  </a:lnTo>
                  <a:lnTo>
                    <a:pt x="3395" y="1"/>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9" name="Google Shape;13659;p41"/>
            <p:cNvSpPr/>
            <p:nvPr/>
          </p:nvSpPr>
          <p:spPr>
            <a:xfrm>
              <a:off x="5660625" y="4147200"/>
              <a:ext cx="223300" cy="264825"/>
            </a:xfrm>
            <a:custGeom>
              <a:avLst/>
              <a:gdLst/>
              <a:ahLst/>
              <a:cxnLst/>
              <a:rect l="l" t="t" r="r" b="b"/>
              <a:pathLst>
                <a:path w="8932" h="10593" extrusionOk="0">
                  <a:moveTo>
                    <a:pt x="5537" y="0"/>
                  </a:moveTo>
                  <a:lnTo>
                    <a:pt x="1036" y="3346"/>
                  </a:lnTo>
                  <a:lnTo>
                    <a:pt x="1926" y="4694"/>
                  </a:lnTo>
                  <a:lnTo>
                    <a:pt x="24" y="10015"/>
                  </a:lnTo>
                  <a:lnTo>
                    <a:pt x="0" y="10159"/>
                  </a:lnTo>
                  <a:lnTo>
                    <a:pt x="24" y="10279"/>
                  </a:lnTo>
                  <a:lnTo>
                    <a:pt x="73" y="10400"/>
                  </a:lnTo>
                  <a:lnTo>
                    <a:pt x="169" y="10496"/>
                  </a:lnTo>
                  <a:lnTo>
                    <a:pt x="289" y="10568"/>
                  </a:lnTo>
                  <a:lnTo>
                    <a:pt x="434" y="10592"/>
                  </a:lnTo>
                  <a:lnTo>
                    <a:pt x="578" y="10568"/>
                  </a:lnTo>
                  <a:lnTo>
                    <a:pt x="699" y="10496"/>
                  </a:lnTo>
                  <a:lnTo>
                    <a:pt x="8739" y="4526"/>
                  </a:lnTo>
                  <a:lnTo>
                    <a:pt x="8811" y="4454"/>
                  </a:lnTo>
                  <a:lnTo>
                    <a:pt x="8859" y="4382"/>
                  </a:lnTo>
                  <a:lnTo>
                    <a:pt x="8908" y="4309"/>
                  </a:lnTo>
                  <a:lnTo>
                    <a:pt x="8932" y="4213"/>
                  </a:lnTo>
                  <a:lnTo>
                    <a:pt x="8932" y="4141"/>
                  </a:lnTo>
                  <a:lnTo>
                    <a:pt x="8908" y="4045"/>
                  </a:lnTo>
                  <a:lnTo>
                    <a:pt x="8883" y="3948"/>
                  </a:lnTo>
                  <a:lnTo>
                    <a:pt x="8835" y="3876"/>
                  </a:lnTo>
                  <a:lnTo>
                    <a:pt x="553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0" name="Google Shape;13660;p41"/>
            <p:cNvSpPr/>
            <p:nvPr/>
          </p:nvSpPr>
          <p:spPr>
            <a:xfrm>
              <a:off x="5449375" y="3533325"/>
              <a:ext cx="306975" cy="632550"/>
            </a:xfrm>
            <a:custGeom>
              <a:avLst/>
              <a:gdLst/>
              <a:ahLst/>
              <a:cxnLst/>
              <a:rect l="l" t="t" r="r" b="b"/>
              <a:pathLst>
                <a:path w="12279" h="25302" extrusionOk="0">
                  <a:moveTo>
                    <a:pt x="7632" y="1"/>
                  </a:moveTo>
                  <a:lnTo>
                    <a:pt x="1" y="386"/>
                  </a:lnTo>
                  <a:lnTo>
                    <a:pt x="843" y="14806"/>
                  </a:lnTo>
                  <a:lnTo>
                    <a:pt x="5947" y="25301"/>
                  </a:lnTo>
                  <a:lnTo>
                    <a:pt x="12278" y="20824"/>
                  </a:lnTo>
                  <a:lnTo>
                    <a:pt x="8908" y="11917"/>
                  </a:lnTo>
                  <a:lnTo>
                    <a:pt x="76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1" name="Google Shape;13661;p41"/>
            <p:cNvSpPr/>
            <p:nvPr/>
          </p:nvSpPr>
          <p:spPr>
            <a:xfrm>
              <a:off x="5469250" y="3902250"/>
              <a:ext cx="288300" cy="265425"/>
            </a:xfrm>
            <a:custGeom>
              <a:avLst/>
              <a:gdLst/>
              <a:ahLst/>
              <a:cxnLst/>
              <a:rect l="l" t="t" r="r" b="b"/>
              <a:pathLst>
                <a:path w="11532" h="10617" extrusionOk="0">
                  <a:moveTo>
                    <a:pt x="24" y="0"/>
                  </a:moveTo>
                  <a:lnTo>
                    <a:pt x="0" y="25"/>
                  </a:lnTo>
                  <a:lnTo>
                    <a:pt x="0" y="73"/>
                  </a:lnTo>
                  <a:lnTo>
                    <a:pt x="5128" y="10544"/>
                  </a:lnTo>
                  <a:lnTo>
                    <a:pt x="5152" y="10617"/>
                  </a:lnTo>
                  <a:lnTo>
                    <a:pt x="11531" y="6091"/>
                  </a:lnTo>
                  <a:lnTo>
                    <a:pt x="11531" y="6067"/>
                  </a:lnTo>
                  <a:lnTo>
                    <a:pt x="11531" y="6019"/>
                  </a:lnTo>
                  <a:lnTo>
                    <a:pt x="11459" y="6019"/>
                  </a:lnTo>
                  <a:lnTo>
                    <a:pt x="5176" y="10472"/>
                  </a:lnTo>
                  <a:lnTo>
                    <a:pt x="96" y="25"/>
                  </a:lnTo>
                  <a:lnTo>
                    <a:pt x="7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2" name="Google Shape;13662;p41"/>
            <p:cNvSpPr/>
            <p:nvPr/>
          </p:nvSpPr>
          <p:spPr>
            <a:xfrm>
              <a:off x="5390400" y="4156225"/>
              <a:ext cx="111975" cy="173950"/>
            </a:xfrm>
            <a:custGeom>
              <a:avLst/>
              <a:gdLst/>
              <a:ahLst/>
              <a:cxnLst/>
              <a:rect l="l" t="t" r="r" b="b"/>
              <a:pathLst>
                <a:path w="4479" h="6958" extrusionOk="0">
                  <a:moveTo>
                    <a:pt x="506" y="0"/>
                  </a:moveTo>
                  <a:lnTo>
                    <a:pt x="0" y="6259"/>
                  </a:lnTo>
                  <a:lnTo>
                    <a:pt x="3828" y="6957"/>
                  </a:lnTo>
                  <a:lnTo>
                    <a:pt x="4478" y="313"/>
                  </a:lnTo>
                  <a:lnTo>
                    <a:pt x="506"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3" name="Google Shape;13663;p41"/>
            <p:cNvSpPr/>
            <p:nvPr/>
          </p:nvSpPr>
          <p:spPr>
            <a:xfrm>
              <a:off x="5235125" y="4285000"/>
              <a:ext cx="273250" cy="140250"/>
            </a:xfrm>
            <a:custGeom>
              <a:avLst/>
              <a:gdLst/>
              <a:ahLst/>
              <a:cxnLst/>
              <a:rect l="l" t="t" r="r" b="b"/>
              <a:pathLst>
                <a:path w="10930" h="5610" extrusionOk="0">
                  <a:moveTo>
                    <a:pt x="5369" y="1"/>
                  </a:moveTo>
                  <a:lnTo>
                    <a:pt x="5176" y="1181"/>
                  </a:lnTo>
                  <a:lnTo>
                    <a:pt x="217" y="3853"/>
                  </a:lnTo>
                  <a:lnTo>
                    <a:pt x="97" y="3949"/>
                  </a:lnTo>
                  <a:lnTo>
                    <a:pt x="25" y="4069"/>
                  </a:lnTo>
                  <a:lnTo>
                    <a:pt x="1" y="4214"/>
                  </a:lnTo>
                  <a:lnTo>
                    <a:pt x="1" y="4334"/>
                  </a:lnTo>
                  <a:lnTo>
                    <a:pt x="49" y="4454"/>
                  </a:lnTo>
                  <a:lnTo>
                    <a:pt x="121" y="4575"/>
                  </a:lnTo>
                  <a:lnTo>
                    <a:pt x="241" y="4647"/>
                  </a:lnTo>
                  <a:lnTo>
                    <a:pt x="386" y="4695"/>
                  </a:lnTo>
                  <a:lnTo>
                    <a:pt x="10376" y="5610"/>
                  </a:lnTo>
                  <a:lnTo>
                    <a:pt x="10472" y="5610"/>
                  </a:lnTo>
                  <a:lnTo>
                    <a:pt x="10545" y="5586"/>
                  </a:lnTo>
                  <a:lnTo>
                    <a:pt x="10641" y="5538"/>
                  </a:lnTo>
                  <a:lnTo>
                    <a:pt x="10713" y="5490"/>
                  </a:lnTo>
                  <a:lnTo>
                    <a:pt x="10761" y="5441"/>
                  </a:lnTo>
                  <a:lnTo>
                    <a:pt x="10809" y="5345"/>
                  </a:lnTo>
                  <a:lnTo>
                    <a:pt x="10834" y="5273"/>
                  </a:lnTo>
                  <a:lnTo>
                    <a:pt x="10858" y="5177"/>
                  </a:lnTo>
                  <a:lnTo>
                    <a:pt x="10930" y="579"/>
                  </a:lnTo>
                  <a:lnTo>
                    <a:pt x="536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4" name="Google Shape;13664;p41"/>
            <p:cNvSpPr/>
            <p:nvPr/>
          </p:nvSpPr>
          <p:spPr>
            <a:xfrm>
              <a:off x="5351875" y="3516475"/>
              <a:ext cx="294925" cy="683100"/>
            </a:xfrm>
            <a:custGeom>
              <a:avLst/>
              <a:gdLst/>
              <a:ahLst/>
              <a:cxnLst/>
              <a:rect l="l" t="t" r="r" b="b"/>
              <a:pathLst>
                <a:path w="11797" h="27324" extrusionOk="0">
                  <a:moveTo>
                    <a:pt x="675" y="1"/>
                  </a:moveTo>
                  <a:lnTo>
                    <a:pt x="1" y="26698"/>
                  </a:lnTo>
                  <a:lnTo>
                    <a:pt x="7897" y="27324"/>
                  </a:lnTo>
                  <a:lnTo>
                    <a:pt x="11797" y="1276"/>
                  </a:lnTo>
                  <a:lnTo>
                    <a:pt x="6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5" name="Google Shape;13665;p41"/>
            <p:cNvSpPr/>
            <p:nvPr/>
          </p:nvSpPr>
          <p:spPr>
            <a:xfrm>
              <a:off x="5350675" y="3547175"/>
              <a:ext cx="297325" cy="653600"/>
            </a:xfrm>
            <a:custGeom>
              <a:avLst/>
              <a:gdLst/>
              <a:ahLst/>
              <a:cxnLst/>
              <a:rect l="l" t="t" r="r" b="b"/>
              <a:pathLst>
                <a:path w="11893" h="26144" extrusionOk="0">
                  <a:moveTo>
                    <a:pt x="11845" y="0"/>
                  </a:moveTo>
                  <a:lnTo>
                    <a:pt x="11821" y="24"/>
                  </a:lnTo>
                  <a:lnTo>
                    <a:pt x="11797" y="48"/>
                  </a:lnTo>
                  <a:lnTo>
                    <a:pt x="7897" y="26023"/>
                  </a:lnTo>
                  <a:lnTo>
                    <a:pt x="73" y="25422"/>
                  </a:lnTo>
                  <a:lnTo>
                    <a:pt x="25" y="25422"/>
                  </a:lnTo>
                  <a:lnTo>
                    <a:pt x="1" y="25470"/>
                  </a:lnTo>
                  <a:lnTo>
                    <a:pt x="25" y="25494"/>
                  </a:lnTo>
                  <a:lnTo>
                    <a:pt x="49" y="25518"/>
                  </a:lnTo>
                  <a:lnTo>
                    <a:pt x="7945" y="26144"/>
                  </a:lnTo>
                  <a:lnTo>
                    <a:pt x="7993" y="26144"/>
                  </a:lnTo>
                  <a:lnTo>
                    <a:pt x="11893" y="73"/>
                  </a:lnTo>
                  <a:lnTo>
                    <a:pt x="11869" y="24"/>
                  </a:lnTo>
                  <a:lnTo>
                    <a:pt x="1184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6" name="Google Shape;13666;p41"/>
            <p:cNvSpPr/>
            <p:nvPr/>
          </p:nvSpPr>
          <p:spPr>
            <a:xfrm>
              <a:off x="5196600" y="3003725"/>
              <a:ext cx="84300" cy="108350"/>
            </a:xfrm>
            <a:custGeom>
              <a:avLst/>
              <a:gdLst/>
              <a:ahLst/>
              <a:cxnLst/>
              <a:rect l="l" t="t" r="r" b="b"/>
              <a:pathLst>
                <a:path w="3372" h="4334" extrusionOk="0">
                  <a:moveTo>
                    <a:pt x="1325" y="0"/>
                  </a:moveTo>
                  <a:lnTo>
                    <a:pt x="1180" y="24"/>
                  </a:lnTo>
                  <a:lnTo>
                    <a:pt x="1012" y="72"/>
                  </a:lnTo>
                  <a:lnTo>
                    <a:pt x="819" y="217"/>
                  </a:lnTo>
                  <a:lnTo>
                    <a:pt x="627" y="410"/>
                  </a:lnTo>
                  <a:lnTo>
                    <a:pt x="434" y="650"/>
                  </a:lnTo>
                  <a:lnTo>
                    <a:pt x="266" y="939"/>
                  </a:lnTo>
                  <a:lnTo>
                    <a:pt x="121" y="1228"/>
                  </a:lnTo>
                  <a:lnTo>
                    <a:pt x="25" y="1517"/>
                  </a:lnTo>
                  <a:lnTo>
                    <a:pt x="1" y="1637"/>
                  </a:lnTo>
                  <a:lnTo>
                    <a:pt x="1" y="1782"/>
                  </a:lnTo>
                  <a:lnTo>
                    <a:pt x="1" y="1878"/>
                  </a:lnTo>
                  <a:lnTo>
                    <a:pt x="49" y="1974"/>
                  </a:lnTo>
                  <a:lnTo>
                    <a:pt x="723" y="3322"/>
                  </a:lnTo>
                  <a:lnTo>
                    <a:pt x="1229" y="4333"/>
                  </a:lnTo>
                  <a:lnTo>
                    <a:pt x="3371" y="3226"/>
                  </a:lnTo>
                  <a:lnTo>
                    <a:pt x="2769" y="2119"/>
                  </a:lnTo>
                  <a:lnTo>
                    <a:pt x="2047" y="698"/>
                  </a:lnTo>
                  <a:lnTo>
                    <a:pt x="1951" y="530"/>
                  </a:lnTo>
                  <a:lnTo>
                    <a:pt x="1855" y="385"/>
                  </a:lnTo>
                  <a:lnTo>
                    <a:pt x="1734" y="241"/>
                  </a:lnTo>
                  <a:lnTo>
                    <a:pt x="1614" y="121"/>
                  </a:lnTo>
                  <a:lnTo>
                    <a:pt x="1469" y="48"/>
                  </a:lnTo>
                  <a:lnTo>
                    <a:pt x="1325"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7" name="Google Shape;13667;p41"/>
            <p:cNvSpPr/>
            <p:nvPr/>
          </p:nvSpPr>
          <p:spPr>
            <a:xfrm>
              <a:off x="5208050" y="3060900"/>
              <a:ext cx="385200" cy="296725"/>
            </a:xfrm>
            <a:custGeom>
              <a:avLst/>
              <a:gdLst/>
              <a:ahLst/>
              <a:cxnLst/>
              <a:rect l="l" t="t" r="r" b="b"/>
              <a:pathLst>
                <a:path w="15408" h="11869" extrusionOk="0">
                  <a:moveTo>
                    <a:pt x="3058" y="0"/>
                  </a:moveTo>
                  <a:lnTo>
                    <a:pt x="0" y="2408"/>
                  </a:lnTo>
                  <a:lnTo>
                    <a:pt x="482" y="3563"/>
                  </a:lnTo>
                  <a:lnTo>
                    <a:pt x="987" y="4767"/>
                  </a:lnTo>
                  <a:lnTo>
                    <a:pt x="1661" y="6187"/>
                  </a:lnTo>
                  <a:lnTo>
                    <a:pt x="2022" y="6933"/>
                  </a:lnTo>
                  <a:lnTo>
                    <a:pt x="2384" y="7680"/>
                  </a:lnTo>
                  <a:lnTo>
                    <a:pt x="2769" y="8402"/>
                  </a:lnTo>
                  <a:lnTo>
                    <a:pt x="3154" y="9076"/>
                  </a:lnTo>
                  <a:lnTo>
                    <a:pt x="3539" y="9678"/>
                  </a:lnTo>
                  <a:lnTo>
                    <a:pt x="3924" y="10207"/>
                  </a:lnTo>
                  <a:lnTo>
                    <a:pt x="4285" y="10641"/>
                  </a:lnTo>
                  <a:lnTo>
                    <a:pt x="4454" y="10833"/>
                  </a:lnTo>
                  <a:lnTo>
                    <a:pt x="4622" y="10953"/>
                  </a:lnTo>
                  <a:lnTo>
                    <a:pt x="4959" y="11194"/>
                  </a:lnTo>
                  <a:lnTo>
                    <a:pt x="5345" y="11387"/>
                  </a:lnTo>
                  <a:lnTo>
                    <a:pt x="5730" y="11531"/>
                  </a:lnTo>
                  <a:lnTo>
                    <a:pt x="6139" y="11652"/>
                  </a:lnTo>
                  <a:lnTo>
                    <a:pt x="6572" y="11748"/>
                  </a:lnTo>
                  <a:lnTo>
                    <a:pt x="7006" y="11796"/>
                  </a:lnTo>
                  <a:lnTo>
                    <a:pt x="7439" y="11844"/>
                  </a:lnTo>
                  <a:lnTo>
                    <a:pt x="7848" y="11868"/>
                  </a:lnTo>
                  <a:lnTo>
                    <a:pt x="8257" y="11844"/>
                  </a:lnTo>
                  <a:lnTo>
                    <a:pt x="8643" y="11844"/>
                  </a:lnTo>
                  <a:lnTo>
                    <a:pt x="9365" y="11772"/>
                  </a:lnTo>
                  <a:lnTo>
                    <a:pt x="9918" y="11676"/>
                  </a:lnTo>
                  <a:lnTo>
                    <a:pt x="10255" y="11603"/>
                  </a:lnTo>
                  <a:lnTo>
                    <a:pt x="13072" y="10665"/>
                  </a:lnTo>
                  <a:lnTo>
                    <a:pt x="15407" y="9870"/>
                  </a:lnTo>
                  <a:lnTo>
                    <a:pt x="12928" y="1011"/>
                  </a:lnTo>
                  <a:lnTo>
                    <a:pt x="8281" y="3852"/>
                  </a:lnTo>
                  <a:lnTo>
                    <a:pt x="30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8" name="Google Shape;13668;p41"/>
            <p:cNvSpPr/>
            <p:nvPr/>
          </p:nvSpPr>
          <p:spPr>
            <a:xfrm>
              <a:off x="5283275" y="3059700"/>
              <a:ext cx="249175" cy="98725"/>
            </a:xfrm>
            <a:custGeom>
              <a:avLst/>
              <a:gdLst/>
              <a:ahLst/>
              <a:cxnLst/>
              <a:rect l="l" t="t" r="r" b="b"/>
              <a:pathLst>
                <a:path w="9967" h="3949" extrusionOk="0">
                  <a:moveTo>
                    <a:pt x="25" y="0"/>
                  </a:moveTo>
                  <a:lnTo>
                    <a:pt x="0" y="24"/>
                  </a:lnTo>
                  <a:lnTo>
                    <a:pt x="0" y="72"/>
                  </a:lnTo>
                  <a:lnTo>
                    <a:pt x="25" y="96"/>
                  </a:lnTo>
                  <a:lnTo>
                    <a:pt x="5272" y="3948"/>
                  </a:lnTo>
                  <a:lnTo>
                    <a:pt x="9943" y="1107"/>
                  </a:lnTo>
                  <a:lnTo>
                    <a:pt x="9967" y="1083"/>
                  </a:lnTo>
                  <a:lnTo>
                    <a:pt x="9967" y="1035"/>
                  </a:lnTo>
                  <a:lnTo>
                    <a:pt x="9943" y="1011"/>
                  </a:lnTo>
                  <a:lnTo>
                    <a:pt x="9895" y="1011"/>
                  </a:lnTo>
                  <a:lnTo>
                    <a:pt x="5272" y="3852"/>
                  </a:lnTo>
                  <a:lnTo>
                    <a:pt x="73" y="24"/>
                  </a:lnTo>
                  <a:lnTo>
                    <a:pt x="25"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9" name="Google Shape;13669;p41"/>
            <p:cNvSpPr/>
            <p:nvPr/>
          </p:nvSpPr>
          <p:spPr>
            <a:xfrm>
              <a:off x="5293500" y="3008525"/>
              <a:ext cx="464050" cy="894350"/>
            </a:xfrm>
            <a:custGeom>
              <a:avLst/>
              <a:gdLst/>
              <a:ahLst/>
              <a:cxnLst/>
              <a:rect l="l" t="t" r="r" b="b"/>
              <a:pathLst>
                <a:path w="18562" h="35774" extrusionOk="0">
                  <a:moveTo>
                    <a:pt x="9943" y="1"/>
                  </a:moveTo>
                  <a:lnTo>
                    <a:pt x="9726" y="25"/>
                  </a:lnTo>
                  <a:lnTo>
                    <a:pt x="9510" y="73"/>
                  </a:lnTo>
                  <a:lnTo>
                    <a:pt x="9269" y="145"/>
                  </a:lnTo>
                  <a:lnTo>
                    <a:pt x="8980" y="266"/>
                  </a:lnTo>
                  <a:lnTo>
                    <a:pt x="8691" y="410"/>
                  </a:lnTo>
                  <a:lnTo>
                    <a:pt x="8402" y="603"/>
                  </a:lnTo>
                  <a:lnTo>
                    <a:pt x="8089" y="843"/>
                  </a:lnTo>
                  <a:lnTo>
                    <a:pt x="7776" y="1156"/>
                  </a:lnTo>
                  <a:lnTo>
                    <a:pt x="7439" y="1517"/>
                  </a:lnTo>
                  <a:lnTo>
                    <a:pt x="7126" y="1927"/>
                  </a:lnTo>
                  <a:lnTo>
                    <a:pt x="6837" y="2432"/>
                  </a:lnTo>
                  <a:lnTo>
                    <a:pt x="6549" y="3010"/>
                  </a:lnTo>
                  <a:lnTo>
                    <a:pt x="5947" y="4358"/>
                  </a:lnTo>
                  <a:lnTo>
                    <a:pt x="5610" y="5104"/>
                  </a:lnTo>
                  <a:lnTo>
                    <a:pt x="5273" y="5947"/>
                  </a:lnTo>
                  <a:lnTo>
                    <a:pt x="4936" y="6838"/>
                  </a:lnTo>
                  <a:lnTo>
                    <a:pt x="4599" y="7825"/>
                  </a:lnTo>
                  <a:lnTo>
                    <a:pt x="4238" y="8884"/>
                  </a:lnTo>
                  <a:lnTo>
                    <a:pt x="3901" y="10039"/>
                  </a:lnTo>
                  <a:lnTo>
                    <a:pt x="3539" y="11291"/>
                  </a:lnTo>
                  <a:lnTo>
                    <a:pt x="3202" y="12639"/>
                  </a:lnTo>
                  <a:lnTo>
                    <a:pt x="2865" y="14084"/>
                  </a:lnTo>
                  <a:lnTo>
                    <a:pt x="2528" y="15672"/>
                  </a:lnTo>
                  <a:lnTo>
                    <a:pt x="2191" y="17358"/>
                  </a:lnTo>
                  <a:lnTo>
                    <a:pt x="1902" y="19163"/>
                  </a:lnTo>
                  <a:lnTo>
                    <a:pt x="1614" y="21113"/>
                  </a:lnTo>
                  <a:lnTo>
                    <a:pt x="1325" y="23207"/>
                  </a:lnTo>
                  <a:lnTo>
                    <a:pt x="867" y="27035"/>
                  </a:lnTo>
                  <a:lnTo>
                    <a:pt x="530" y="29972"/>
                  </a:lnTo>
                  <a:lnTo>
                    <a:pt x="290" y="32138"/>
                  </a:lnTo>
                  <a:lnTo>
                    <a:pt x="145" y="33631"/>
                  </a:lnTo>
                  <a:lnTo>
                    <a:pt x="49" y="34618"/>
                  </a:lnTo>
                  <a:lnTo>
                    <a:pt x="25" y="35172"/>
                  </a:lnTo>
                  <a:lnTo>
                    <a:pt x="1" y="35461"/>
                  </a:lnTo>
                  <a:lnTo>
                    <a:pt x="18561" y="35774"/>
                  </a:lnTo>
                  <a:lnTo>
                    <a:pt x="18561" y="35774"/>
                  </a:lnTo>
                  <a:lnTo>
                    <a:pt x="15841" y="8210"/>
                  </a:lnTo>
                  <a:lnTo>
                    <a:pt x="11580" y="362"/>
                  </a:lnTo>
                  <a:lnTo>
                    <a:pt x="103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0" name="Google Shape;13670;p41"/>
            <p:cNvSpPr/>
            <p:nvPr/>
          </p:nvSpPr>
          <p:spPr>
            <a:xfrm>
              <a:off x="5388600" y="3009750"/>
              <a:ext cx="157700" cy="258200"/>
            </a:xfrm>
            <a:custGeom>
              <a:avLst/>
              <a:gdLst/>
              <a:ahLst/>
              <a:cxnLst/>
              <a:rect l="l" t="t" r="r" b="b"/>
              <a:pathLst>
                <a:path w="6308" h="10328" extrusionOk="0">
                  <a:moveTo>
                    <a:pt x="5874" y="0"/>
                  </a:moveTo>
                  <a:lnTo>
                    <a:pt x="5561" y="72"/>
                  </a:lnTo>
                  <a:lnTo>
                    <a:pt x="5200" y="217"/>
                  </a:lnTo>
                  <a:lnTo>
                    <a:pt x="4815" y="409"/>
                  </a:lnTo>
                  <a:lnTo>
                    <a:pt x="4622" y="554"/>
                  </a:lnTo>
                  <a:lnTo>
                    <a:pt x="4406" y="698"/>
                  </a:lnTo>
                  <a:lnTo>
                    <a:pt x="4189" y="891"/>
                  </a:lnTo>
                  <a:lnTo>
                    <a:pt x="3972" y="1083"/>
                  </a:lnTo>
                  <a:lnTo>
                    <a:pt x="3756" y="1324"/>
                  </a:lnTo>
                  <a:lnTo>
                    <a:pt x="3539" y="1589"/>
                  </a:lnTo>
                  <a:lnTo>
                    <a:pt x="3346" y="1878"/>
                  </a:lnTo>
                  <a:lnTo>
                    <a:pt x="3130" y="2191"/>
                  </a:lnTo>
                  <a:lnTo>
                    <a:pt x="2937" y="2552"/>
                  </a:lnTo>
                  <a:lnTo>
                    <a:pt x="2745" y="2961"/>
                  </a:lnTo>
                  <a:lnTo>
                    <a:pt x="2119" y="4357"/>
                  </a:lnTo>
                  <a:lnTo>
                    <a:pt x="1782" y="5152"/>
                  </a:lnTo>
                  <a:lnTo>
                    <a:pt x="1421" y="6018"/>
                  </a:lnTo>
                  <a:lnTo>
                    <a:pt x="1084" y="6957"/>
                  </a:lnTo>
                  <a:lnTo>
                    <a:pt x="722" y="7992"/>
                  </a:lnTo>
                  <a:lnTo>
                    <a:pt x="361" y="9124"/>
                  </a:lnTo>
                  <a:lnTo>
                    <a:pt x="0" y="10327"/>
                  </a:lnTo>
                  <a:lnTo>
                    <a:pt x="0" y="10327"/>
                  </a:lnTo>
                  <a:lnTo>
                    <a:pt x="482" y="9196"/>
                  </a:lnTo>
                  <a:lnTo>
                    <a:pt x="1084" y="7968"/>
                  </a:lnTo>
                  <a:lnTo>
                    <a:pt x="1397" y="7342"/>
                  </a:lnTo>
                  <a:lnTo>
                    <a:pt x="1758" y="6692"/>
                  </a:lnTo>
                  <a:lnTo>
                    <a:pt x="2119" y="6018"/>
                  </a:lnTo>
                  <a:lnTo>
                    <a:pt x="2504" y="5368"/>
                  </a:lnTo>
                  <a:lnTo>
                    <a:pt x="2913" y="4718"/>
                  </a:lnTo>
                  <a:lnTo>
                    <a:pt x="3346" y="4092"/>
                  </a:lnTo>
                  <a:lnTo>
                    <a:pt x="3804" y="3467"/>
                  </a:lnTo>
                  <a:lnTo>
                    <a:pt x="4261" y="2865"/>
                  </a:lnTo>
                  <a:lnTo>
                    <a:pt x="4743" y="2287"/>
                  </a:lnTo>
                  <a:lnTo>
                    <a:pt x="5248" y="1757"/>
                  </a:lnTo>
                  <a:lnTo>
                    <a:pt x="5778" y="1252"/>
                  </a:lnTo>
                  <a:lnTo>
                    <a:pt x="6307" y="794"/>
                  </a:lnTo>
                  <a:lnTo>
                    <a:pt x="6211" y="530"/>
                  </a:lnTo>
                  <a:lnTo>
                    <a:pt x="6067" y="265"/>
                  </a:lnTo>
                  <a:lnTo>
                    <a:pt x="5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1" name="Google Shape;13671;p41"/>
            <p:cNvSpPr/>
            <p:nvPr/>
          </p:nvSpPr>
          <p:spPr>
            <a:xfrm>
              <a:off x="5384375" y="2991675"/>
              <a:ext cx="217900" cy="364750"/>
            </a:xfrm>
            <a:custGeom>
              <a:avLst/>
              <a:gdLst/>
              <a:ahLst/>
              <a:cxnLst/>
              <a:rect l="l" t="t" r="r" b="b"/>
              <a:pathLst>
                <a:path w="8716" h="14590" extrusionOk="0">
                  <a:moveTo>
                    <a:pt x="7656" y="1"/>
                  </a:moveTo>
                  <a:lnTo>
                    <a:pt x="7343" y="314"/>
                  </a:lnTo>
                  <a:lnTo>
                    <a:pt x="6525" y="1132"/>
                  </a:lnTo>
                  <a:lnTo>
                    <a:pt x="5995" y="1734"/>
                  </a:lnTo>
                  <a:lnTo>
                    <a:pt x="5393" y="2408"/>
                  </a:lnTo>
                  <a:lnTo>
                    <a:pt x="4743" y="3178"/>
                  </a:lnTo>
                  <a:lnTo>
                    <a:pt x="4093" y="4021"/>
                  </a:lnTo>
                  <a:lnTo>
                    <a:pt x="3756" y="4502"/>
                  </a:lnTo>
                  <a:lnTo>
                    <a:pt x="3419" y="5080"/>
                  </a:lnTo>
                  <a:lnTo>
                    <a:pt x="3058" y="5706"/>
                  </a:lnTo>
                  <a:lnTo>
                    <a:pt x="2721" y="6404"/>
                  </a:lnTo>
                  <a:lnTo>
                    <a:pt x="2360" y="7126"/>
                  </a:lnTo>
                  <a:lnTo>
                    <a:pt x="2023" y="7873"/>
                  </a:lnTo>
                  <a:lnTo>
                    <a:pt x="1397" y="9365"/>
                  </a:lnTo>
                  <a:lnTo>
                    <a:pt x="843" y="10737"/>
                  </a:lnTo>
                  <a:lnTo>
                    <a:pt x="410" y="11893"/>
                  </a:lnTo>
                  <a:lnTo>
                    <a:pt x="1" y="12952"/>
                  </a:lnTo>
                  <a:lnTo>
                    <a:pt x="193" y="14589"/>
                  </a:lnTo>
                  <a:lnTo>
                    <a:pt x="6164" y="5345"/>
                  </a:lnTo>
                  <a:lnTo>
                    <a:pt x="4815" y="4912"/>
                  </a:lnTo>
                  <a:lnTo>
                    <a:pt x="8715" y="916"/>
                  </a:lnTo>
                  <a:lnTo>
                    <a:pt x="765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2" name="Google Shape;13672;p41"/>
            <p:cNvSpPr/>
            <p:nvPr/>
          </p:nvSpPr>
          <p:spPr>
            <a:xfrm>
              <a:off x="5400625" y="3042225"/>
              <a:ext cx="171550" cy="291325"/>
            </a:xfrm>
            <a:custGeom>
              <a:avLst/>
              <a:gdLst/>
              <a:ahLst/>
              <a:cxnLst/>
              <a:rect l="l" t="t" r="r" b="b"/>
              <a:pathLst>
                <a:path w="6862" h="11653" extrusionOk="0">
                  <a:moveTo>
                    <a:pt x="6813" y="1"/>
                  </a:moveTo>
                  <a:lnTo>
                    <a:pt x="6765" y="25"/>
                  </a:lnTo>
                  <a:lnTo>
                    <a:pt x="4069" y="2914"/>
                  </a:lnTo>
                  <a:lnTo>
                    <a:pt x="5441" y="3347"/>
                  </a:lnTo>
                  <a:lnTo>
                    <a:pt x="1" y="11580"/>
                  </a:lnTo>
                  <a:lnTo>
                    <a:pt x="1" y="11628"/>
                  </a:lnTo>
                  <a:lnTo>
                    <a:pt x="25" y="11652"/>
                  </a:lnTo>
                  <a:lnTo>
                    <a:pt x="49" y="11652"/>
                  </a:lnTo>
                  <a:lnTo>
                    <a:pt x="97" y="11628"/>
                  </a:lnTo>
                  <a:lnTo>
                    <a:pt x="5562" y="3347"/>
                  </a:lnTo>
                  <a:lnTo>
                    <a:pt x="5586" y="3299"/>
                  </a:lnTo>
                  <a:lnTo>
                    <a:pt x="4238" y="2866"/>
                  </a:lnTo>
                  <a:lnTo>
                    <a:pt x="6838" y="97"/>
                  </a:lnTo>
                  <a:lnTo>
                    <a:pt x="6862" y="49"/>
                  </a:lnTo>
                  <a:lnTo>
                    <a:pt x="6838" y="25"/>
                  </a:lnTo>
                  <a:lnTo>
                    <a:pt x="681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3" name="Google Shape;13673;p41"/>
            <p:cNvSpPr/>
            <p:nvPr/>
          </p:nvSpPr>
          <p:spPr>
            <a:xfrm>
              <a:off x="4946850" y="3094600"/>
              <a:ext cx="610275" cy="674075"/>
            </a:xfrm>
            <a:custGeom>
              <a:avLst/>
              <a:gdLst/>
              <a:ahLst/>
              <a:cxnLst/>
              <a:rect l="l" t="t" r="r" b="b"/>
              <a:pathLst>
                <a:path w="24411" h="26963" extrusionOk="0">
                  <a:moveTo>
                    <a:pt x="16707" y="0"/>
                  </a:moveTo>
                  <a:lnTo>
                    <a:pt x="16587" y="24"/>
                  </a:lnTo>
                  <a:lnTo>
                    <a:pt x="434" y="5658"/>
                  </a:lnTo>
                  <a:lnTo>
                    <a:pt x="313" y="5706"/>
                  </a:lnTo>
                  <a:lnTo>
                    <a:pt x="217" y="5778"/>
                  </a:lnTo>
                  <a:lnTo>
                    <a:pt x="121" y="5874"/>
                  </a:lnTo>
                  <a:lnTo>
                    <a:pt x="73" y="5970"/>
                  </a:lnTo>
                  <a:lnTo>
                    <a:pt x="25" y="6091"/>
                  </a:lnTo>
                  <a:lnTo>
                    <a:pt x="0" y="6211"/>
                  </a:lnTo>
                  <a:lnTo>
                    <a:pt x="0" y="6356"/>
                  </a:lnTo>
                  <a:lnTo>
                    <a:pt x="25" y="6476"/>
                  </a:lnTo>
                  <a:lnTo>
                    <a:pt x="7006" y="26529"/>
                  </a:lnTo>
                  <a:lnTo>
                    <a:pt x="7054" y="26649"/>
                  </a:lnTo>
                  <a:lnTo>
                    <a:pt x="7126" y="26746"/>
                  </a:lnTo>
                  <a:lnTo>
                    <a:pt x="7222" y="26818"/>
                  </a:lnTo>
                  <a:lnTo>
                    <a:pt x="7343" y="26890"/>
                  </a:lnTo>
                  <a:lnTo>
                    <a:pt x="7439" y="26938"/>
                  </a:lnTo>
                  <a:lnTo>
                    <a:pt x="7584" y="26962"/>
                  </a:lnTo>
                  <a:lnTo>
                    <a:pt x="7704" y="26962"/>
                  </a:lnTo>
                  <a:lnTo>
                    <a:pt x="7824" y="26914"/>
                  </a:lnTo>
                  <a:lnTo>
                    <a:pt x="23977" y="21305"/>
                  </a:lnTo>
                  <a:lnTo>
                    <a:pt x="24098" y="21257"/>
                  </a:lnTo>
                  <a:lnTo>
                    <a:pt x="24194" y="21161"/>
                  </a:lnTo>
                  <a:lnTo>
                    <a:pt x="24290" y="21088"/>
                  </a:lnTo>
                  <a:lnTo>
                    <a:pt x="24363" y="20968"/>
                  </a:lnTo>
                  <a:lnTo>
                    <a:pt x="24387" y="20848"/>
                  </a:lnTo>
                  <a:lnTo>
                    <a:pt x="24411" y="20727"/>
                  </a:lnTo>
                  <a:lnTo>
                    <a:pt x="24411" y="20607"/>
                  </a:lnTo>
                  <a:lnTo>
                    <a:pt x="24387" y="20487"/>
                  </a:lnTo>
                  <a:lnTo>
                    <a:pt x="17405" y="434"/>
                  </a:lnTo>
                  <a:lnTo>
                    <a:pt x="17357" y="313"/>
                  </a:lnTo>
                  <a:lnTo>
                    <a:pt x="17285" y="217"/>
                  </a:lnTo>
                  <a:lnTo>
                    <a:pt x="17189" y="121"/>
                  </a:lnTo>
                  <a:lnTo>
                    <a:pt x="17068" y="73"/>
                  </a:lnTo>
                  <a:lnTo>
                    <a:pt x="16972" y="24"/>
                  </a:lnTo>
                  <a:lnTo>
                    <a:pt x="16852" y="0"/>
                  </a:lnTo>
                  <a:close/>
                </a:path>
              </a:pathLst>
            </a:custGeom>
            <a:solidFill>
              <a:srgbClr val="6B6B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4" name="Google Shape;13674;p41"/>
            <p:cNvSpPr/>
            <p:nvPr/>
          </p:nvSpPr>
          <p:spPr>
            <a:xfrm>
              <a:off x="4957075" y="3106025"/>
              <a:ext cx="589825" cy="651200"/>
            </a:xfrm>
            <a:custGeom>
              <a:avLst/>
              <a:gdLst/>
              <a:ahLst/>
              <a:cxnLst/>
              <a:rect l="l" t="t" r="r" b="b"/>
              <a:pathLst>
                <a:path w="23593" h="26048" extrusionOk="0">
                  <a:moveTo>
                    <a:pt x="16130" y="1"/>
                  </a:moveTo>
                  <a:lnTo>
                    <a:pt x="16009" y="25"/>
                  </a:lnTo>
                  <a:lnTo>
                    <a:pt x="434" y="5441"/>
                  </a:lnTo>
                  <a:lnTo>
                    <a:pt x="314" y="5489"/>
                  </a:lnTo>
                  <a:lnTo>
                    <a:pt x="217" y="5586"/>
                  </a:lnTo>
                  <a:lnTo>
                    <a:pt x="121" y="5658"/>
                  </a:lnTo>
                  <a:lnTo>
                    <a:pt x="73" y="5778"/>
                  </a:lnTo>
                  <a:lnTo>
                    <a:pt x="25" y="5899"/>
                  </a:lnTo>
                  <a:lnTo>
                    <a:pt x="1" y="6019"/>
                  </a:lnTo>
                  <a:lnTo>
                    <a:pt x="1" y="6139"/>
                  </a:lnTo>
                  <a:lnTo>
                    <a:pt x="25" y="6260"/>
                  </a:lnTo>
                  <a:lnTo>
                    <a:pt x="6765" y="25615"/>
                  </a:lnTo>
                  <a:lnTo>
                    <a:pt x="6813" y="25735"/>
                  </a:lnTo>
                  <a:lnTo>
                    <a:pt x="6886" y="25831"/>
                  </a:lnTo>
                  <a:lnTo>
                    <a:pt x="6982" y="25927"/>
                  </a:lnTo>
                  <a:lnTo>
                    <a:pt x="7078" y="25976"/>
                  </a:lnTo>
                  <a:lnTo>
                    <a:pt x="7199" y="26024"/>
                  </a:lnTo>
                  <a:lnTo>
                    <a:pt x="7319" y="26048"/>
                  </a:lnTo>
                  <a:lnTo>
                    <a:pt x="7463" y="26048"/>
                  </a:lnTo>
                  <a:lnTo>
                    <a:pt x="7584" y="26000"/>
                  </a:lnTo>
                  <a:lnTo>
                    <a:pt x="23159" y="20583"/>
                  </a:lnTo>
                  <a:lnTo>
                    <a:pt x="23280" y="20535"/>
                  </a:lnTo>
                  <a:lnTo>
                    <a:pt x="23376" y="20463"/>
                  </a:lnTo>
                  <a:lnTo>
                    <a:pt x="23472" y="20367"/>
                  </a:lnTo>
                  <a:lnTo>
                    <a:pt x="23544" y="20270"/>
                  </a:lnTo>
                  <a:lnTo>
                    <a:pt x="23568" y="20150"/>
                  </a:lnTo>
                  <a:lnTo>
                    <a:pt x="23593" y="20030"/>
                  </a:lnTo>
                  <a:lnTo>
                    <a:pt x="23593" y="19909"/>
                  </a:lnTo>
                  <a:lnTo>
                    <a:pt x="23568" y="19765"/>
                  </a:lnTo>
                  <a:lnTo>
                    <a:pt x="16828" y="434"/>
                  </a:lnTo>
                  <a:lnTo>
                    <a:pt x="16780" y="314"/>
                  </a:lnTo>
                  <a:lnTo>
                    <a:pt x="16708" y="217"/>
                  </a:lnTo>
                  <a:lnTo>
                    <a:pt x="16611" y="121"/>
                  </a:lnTo>
                  <a:lnTo>
                    <a:pt x="16515" y="49"/>
                  </a:lnTo>
                  <a:lnTo>
                    <a:pt x="16395" y="25"/>
                  </a:lnTo>
                  <a:lnTo>
                    <a:pt x="162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5" name="Google Shape;13675;p41"/>
            <p:cNvSpPr/>
            <p:nvPr/>
          </p:nvSpPr>
          <p:spPr>
            <a:xfrm>
              <a:off x="5413275" y="3355175"/>
              <a:ext cx="206450" cy="100550"/>
            </a:xfrm>
            <a:custGeom>
              <a:avLst/>
              <a:gdLst/>
              <a:ahLst/>
              <a:cxnLst/>
              <a:rect l="l" t="t" r="r" b="b"/>
              <a:pathLst>
                <a:path w="8258" h="4022" extrusionOk="0">
                  <a:moveTo>
                    <a:pt x="1493" y="3203"/>
                  </a:moveTo>
                  <a:lnTo>
                    <a:pt x="1324" y="3227"/>
                  </a:lnTo>
                  <a:lnTo>
                    <a:pt x="1207" y="3234"/>
                  </a:lnTo>
                  <a:lnTo>
                    <a:pt x="1207" y="3234"/>
                  </a:lnTo>
                  <a:lnTo>
                    <a:pt x="1276" y="3227"/>
                  </a:lnTo>
                  <a:lnTo>
                    <a:pt x="1493" y="3203"/>
                  </a:lnTo>
                  <a:close/>
                  <a:moveTo>
                    <a:pt x="7704" y="1"/>
                  </a:moveTo>
                  <a:lnTo>
                    <a:pt x="7270" y="73"/>
                  </a:lnTo>
                  <a:lnTo>
                    <a:pt x="6235" y="218"/>
                  </a:lnTo>
                  <a:lnTo>
                    <a:pt x="5008" y="338"/>
                  </a:lnTo>
                  <a:lnTo>
                    <a:pt x="4478" y="386"/>
                  </a:lnTo>
                  <a:lnTo>
                    <a:pt x="4021" y="386"/>
                  </a:lnTo>
                  <a:lnTo>
                    <a:pt x="3611" y="338"/>
                  </a:lnTo>
                  <a:lnTo>
                    <a:pt x="3178" y="290"/>
                  </a:lnTo>
                  <a:lnTo>
                    <a:pt x="2311" y="169"/>
                  </a:lnTo>
                  <a:lnTo>
                    <a:pt x="1926" y="121"/>
                  </a:lnTo>
                  <a:lnTo>
                    <a:pt x="1589" y="121"/>
                  </a:lnTo>
                  <a:lnTo>
                    <a:pt x="1469" y="145"/>
                  </a:lnTo>
                  <a:lnTo>
                    <a:pt x="1348" y="169"/>
                  </a:lnTo>
                  <a:lnTo>
                    <a:pt x="1276" y="218"/>
                  </a:lnTo>
                  <a:lnTo>
                    <a:pt x="1228" y="290"/>
                  </a:lnTo>
                  <a:lnTo>
                    <a:pt x="1204" y="362"/>
                  </a:lnTo>
                  <a:lnTo>
                    <a:pt x="1204" y="434"/>
                  </a:lnTo>
                  <a:lnTo>
                    <a:pt x="1252" y="507"/>
                  </a:lnTo>
                  <a:lnTo>
                    <a:pt x="1300" y="555"/>
                  </a:lnTo>
                  <a:lnTo>
                    <a:pt x="1445" y="675"/>
                  </a:lnTo>
                  <a:lnTo>
                    <a:pt x="1661" y="771"/>
                  </a:lnTo>
                  <a:lnTo>
                    <a:pt x="1854" y="844"/>
                  </a:lnTo>
                  <a:lnTo>
                    <a:pt x="2046" y="892"/>
                  </a:lnTo>
                  <a:lnTo>
                    <a:pt x="2215" y="940"/>
                  </a:lnTo>
                  <a:lnTo>
                    <a:pt x="1950" y="940"/>
                  </a:lnTo>
                  <a:lnTo>
                    <a:pt x="1300" y="964"/>
                  </a:lnTo>
                  <a:lnTo>
                    <a:pt x="963" y="988"/>
                  </a:lnTo>
                  <a:lnTo>
                    <a:pt x="626" y="1036"/>
                  </a:lnTo>
                  <a:lnTo>
                    <a:pt x="361" y="1108"/>
                  </a:lnTo>
                  <a:lnTo>
                    <a:pt x="265" y="1156"/>
                  </a:lnTo>
                  <a:lnTo>
                    <a:pt x="217" y="1229"/>
                  </a:lnTo>
                  <a:lnTo>
                    <a:pt x="145" y="1349"/>
                  </a:lnTo>
                  <a:lnTo>
                    <a:pt x="121" y="1445"/>
                  </a:lnTo>
                  <a:lnTo>
                    <a:pt x="145" y="1542"/>
                  </a:lnTo>
                  <a:lnTo>
                    <a:pt x="217" y="1638"/>
                  </a:lnTo>
                  <a:lnTo>
                    <a:pt x="313" y="1686"/>
                  </a:lnTo>
                  <a:lnTo>
                    <a:pt x="458" y="1758"/>
                  </a:lnTo>
                  <a:lnTo>
                    <a:pt x="674" y="1782"/>
                  </a:lnTo>
                  <a:lnTo>
                    <a:pt x="915" y="1806"/>
                  </a:lnTo>
                  <a:lnTo>
                    <a:pt x="795" y="1806"/>
                  </a:lnTo>
                  <a:lnTo>
                    <a:pt x="650" y="1831"/>
                  </a:lnTo>
                  <a:lnTo>
                    <a:pt x="482" y="1855"/>
                  </a:lnTo>
                  <a:lnTo>
                    <a:pt x="313" y="1903"/>
                  </a:lnTo>
                  <a:lnTo>
                    <a:pt x="169" y="1975"/>
                  </a:lnTo>
                  <a:lnTo>
                    <a:pt x="97" y="2023"/>
                  </a:lnTo>
                  <a:lnTo>
                    <a:pt x="48" y="2095"/>
                  </a:lnTo>
                  <a:lnTo>
                    <a:pt x="24" y="2168"/>
                  </a:lnTo>
                  <a:lnTo>
                    <a:pt x="0" y="2240"/>
                  </a:lnTo>
                  <a:lnTo>
                    <a:pt x="0" y="2312"/>
                  </a:lnTo>
                  <a:lnTo>
                    <a:pt x="24" y="2384"/>
                  </a:lnTo>
                  <a:lnTo>
                    <a:pt x="72" y="2432"/>
                  </a:lnTo>
                  <a:lnTo>
                    <a:pt x="145" y="2456"/>
                  </a:lnTo>
                  <a:lnTo>
                    <a:pt x="289" y="2529"/>
                  </a:lnTo>
                  <a:lnTo>
                    <a:pt x="482" y="2553"/>
                  </a:lnTo>
                  <a:lnTo>
                    <a:pt x="674" y="2553"/>
                  </a:lnTo>
                  <a:lnTo>
                    <a:pt x="867" y="2529"/>
                  </a:lnTo>
                  <a:lnTo>
                    <a:pt x="1035" y="2529"/>
                  </a:lnTo>
                  <a:lnTo>
                    <a:pt x="843" y="2553"/>
                  </a:lnTo>
                  <a:lnTo>
                    <a:pt x="650" y="2577"/>
                  </a:lnTo>
                  <a:lnTo>
                    <a:pt x="434" y="2625"/>
                  </a:lnTo>
                  <a:lnTo>
                    <a:pt x="265" y="2721"/>
                  </a:lnTo>
                  <a:lnTo>
                    <a:pt x="193" y="2769"/>
                  </a:lnTo>
                  <a:lnTo>
                    <a:pt x="145" y="2818"/>
                  </a:lnTo>
                  <a:lnTo>
                    <a:pt x="97" y="2890"/>
                  </a:lnTo>
                  <a:lnTo>
                    <a:pt x="72" y="2962"/>
                  </a:lnTo>
                  <a:lnTo>
                    <a:pt x="97" y="3034"/>
                  </a:lnTo>
                  <a:lnTo>
                    <a:pt x="145" y="3106"/>
                  </a:lnTo>
                  <a:lnTo>
                    <a:pt x="193" y="3155"/>
                  </a:lnTo>
                  <a:lnTo>
                    <a:pt x="289" y="3203"/>
                  </a:lnTo>
                  <a:lnTo>
                    <a:pt x="530" y="3251"/>
                  </a:lnTo>
                  <a:lnTo>
                    <a:pt x="915" y="3251"/>
                  </a:lnTo>
                  <a:lnTo>
                    <a:pt x="698" y="3323"/>
                  </a:lnTo>
                  <a:lnTo>
                    <a:pt x="506" y="3395"/>
                  </a:lnTo>
                  <a:lnTo>
                    <a:pt x="434" y="3443"/>
                  </a:lnTo>
                  <a:lnTo>
                    <a:pt x="361" y="3492"/>
                  </a:lnTo>
                  <a:lnTo>
                    <a:pt x="337" y="3540"/>
                  </a:lnTo>
                  <a:lnTo>
                    <a:pt x="313" y="3612"/>
                  </a:lnTo>
                  <a:lnTo>
                    <a:pt x="337" y="3684"/>
                  </a:lnTo>
                  <a:lnTo>
                    <a:pt x="385" y="3756"/>
                  </a:lnTo>
                  <a:lnTo>
                    <a:pt x="458" y="3829"/>
                  </a:lnTo>
                  <a:lnTo>
                    <a:pt x="578" y="3877"/>
                  </a:lnTo>
                  <a:lnTo>
                    <a:pt x="843" y="3949"/>
                  </a:lnTo>
                  <a:lnTo>
                    <a:pt x="1204" y="3997"/>
                  </a:lnTo>
                  <a:lnTo>
                    <a:pt x="1637" y="4021"/>
                  </a:lnTo>
                  <a:lnTo>
                    <a:pt x="2119" y="4021"/>
                  </a:lnTo>
                  <a:lnTo>
                    <a:pt x="2648" y="3997"/>
                  </a:lnTo>
                  <a:lnTo>
                    <a:pt x="3178" y="3949"/>
                  </a:lnTo>
                  <a:lnTo>
                    <a:pt x="3780" y="3853"/>
                  </a:lnTo>
                  <a:lnTo>
                    <a:pt x="4550" y="3732"/>
                  </a:lnTo>
                  <a:lnTo>
                    <a:pt x="6235" y="3443"/>
                  </a:lnTo>
                  <a:lnTo>
                    <a:pt x="8257" y="3082"/>
                  </a:lnTo>
                  <a:lnTo>
                    <a:pt x="7704" y="1"/>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6" name="Google Shape;13676;p41"/>
            <p:cNvSpPr/>
            <p:nvPr/>
          </p:nvSpPr>
          <p:spPr>
            <a:xfrm>
              <a:off x="5428325" y="3432825"/>
              <a:ext cx="44550" cy="3025"/>
            </a:xfrm>
            <a:custGeom>
              <a:avLst/>
              <a:gdLst/>
              <a:ahLst/>
              <a:cxnLst/>
              <a:rect l="l" t="t" r="r" b="b"/>
              <a:pathLst>
                <a:path w="1782" h="121" extrusionOk="0">
                  <a:moveTo>
                    <a:pt x="1733" y="0"/>
                  </a:moveTo>
                  <a:lnTo>
                    <a:pt x="48" y="24"/>
                  </a:lnTo>
                  <a:lnTo>
                    <a:pt x="24" y="49"/>
                  </a:lnTo>
                  <a:lnTo>
                    <a:pt x="0" y="73"/>
                  </a:lnTo>
                  <a:lnTo>
                    <a:pt x="24" y="121"/>
                  </a:lnTo>
                  <a:lnTo>
                    <a:pt x="48" y="121"/>
                  </a:lnTo>
                  <a:lnTo>
                    <a:pt x="1733" y="97"/>
                  </a:lnTo>
                  <a:lnTo>
                    <a:pt x="1782" y="73"/>
                  </a:lnTo>
                  <a:lnTo>
                    <a:pt x="1782" y="49"/>
                  </a:lnTo>
                  <a:lnTo>
                    <a:pt x="1782"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7" name="Google Shape;13677;p41"/>
            <p:cNvSpPr/>
            <p:nvPr/>
          </p:nvSpPr>
          <p:spPr>
            <a:xfrm>
              <a:off x="5425900" y="3415375"/>
              <a:ext cx="48775" cy="4825"/>
            </a:xfrm>
            <a:custGeom>
              <a:avLst/>
              <a:gdLst/>
              <a:ahLst/>
              <a:cxnLst/>
              <a:rect l="l" t="t" r="r" b="b"/>
              <a:pathLst>
                <a:path w="1951" h="193" extrusionOk="0">
                  <a:moveTo>
                    <a:pt x="1879" y="0"/>
                  </a:moveTo>
                  <a:lnTo>
                    <a:pt x="49" y="97"/>
                  </a:lnTo>
                  <a:lnTo>
                    <a:pt x="25" y="97"/>
                  </a:lnTo>
                  <a:lnTo>
                    <a:pt x="1" y="145"/>
                  </a:lnTo>
                  <a:lnTo>
                    <a:pt x="25" y="169"/>
                  </a:lnTo>
                  <a:lnTo>
                    <a:pt x="49" y="193"/>
                  </a:lnTo>
                  <a:lnTo>
                    <a:pt x="73" y="193"/>
                  </a:lnTo>
                  <a:lnTo>
                    <a:pt x="1903" y="97"/>
                  </a:lnTo>
                  <a:lnTo>
                    <a:pt x="1927" y="73"/>
                  </a:lnTo>
                  <a:lnTo>
                    <a:pt x="1951" y="48"/>
                  </a:lnTo>
                  <a:lnTo>
                    <a:pt x="1927"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8" name="Google Shape;13678;p41"/>
            <p:cNvSpPr/>
            <p:nvPr/>
          </p:nvSpPr>
          <p:spPr>
            <a:xfrm>
              <a:off x="5424700" y="3399125"/>
              <a:ext cx="46975" cy="2425"/>
            </a:xfrm>
            <a:custGeom>
              <a:avLst/>
              <a:gdLst/>
              <a:ahLst/>
              <a:cxnLst/>
              <a:rect l="l" t="t" r="r" b="b"/>
              <a:pathLst>
                <a:path w="1879" h="97" extrusionOk="0">
                  <a:moveTo>
                    <a:pt x="49" y="0"/>
                  </a:moveTo>
                  <a:lnTo>
                    <a:pt x="25" y="24"/>
                  </a:lnTo>
                  <a:lnTo>
                    <a:pt x="1" y="48"/>
                  </a:lnTo>
                  <a:lnTo>
                    <a:pt x="25" y="73"/>
                  </a:lnTo>
                  <a:lnTo>
                    <a:pt x="121" y="97"/>
                  </a:lnTo>
                  <a:lnTo>
                    <a:pt x="1830" y="97"/>
                  </a:lnTo>
                  <a:lnTo>
                    <a:pt x="1854" y="73"/>
                  </a:lnTo>
                  <a:lnTo>
                    <a:pt x="1878" y="48"/>
                  </a:lnTo>
                  <a:lnTo>
                    <a:pt x="1854"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9" name="Google Shape;13679;p41"/>
            <p:cNvSpPr/>
            <p:nvPr/>
          </p:nvSpPr>
          <p:spPr>
            <a:xfrm>
              <a:off x="5551700" y="3004925"/>
              <a:ext cx="303350" cy="463425"/>
            </a:xfrm>
            <a:custGeom>
              <a:avLst/>
              <a:gdLst/>
              <a:ahLst/>
              <a:cxnLst/>
              <a:rect l="l" t="t" r="r" b="b"/>
              <a:pathLst>
                <a:path w="12134" h="18537" extrusionOk="0">
                  <a:moveTo>
                    <a:pt x="795" y="0"/>
                  </a:moveTo>
                  <a:lnTo>
                    <a:pt x="2094" y="2745"/>
                  </a:lnTo>
                  <a:lnTo>
                    <a:pt x="0" y="6067"/>
                  </a:lnTo>
                  <a:lnTo>
                    <a:pt x="120" y="6139"/>
                  </a:lnTo>
                  <a:lnTo>
                    <a:pt x="458" y="6356"/>
                  </a:lnTo>
                  <a:lnTo>
                    <a:pt x="674" y="6548"/>
                  </a:lnTo>
                  <a:lnTo>
                    <a:pt x="939" y="6765"/>
                  </a:lnTo>
                  <a:lnTo>
                    <a:pt x="1252" y="7054"/>
                  </a:lnTo>
                  <a:lnTo>
                    <a:pt x="1565" y="7391"/>
                  </a:lnTo>
                  <a:lnTo>
                    <a:pt x="1926" y="7776"/>
                  </a:lnTo>
                  <a:lnTo>
                    <a:pt x="2287" y="8233"/>
                  </a:lnTo>
                  <a:lnTo>
                    <a:pt x="2648" y="8739"/>
                  </a:lnTo>
                  <a:lnTo>
                    <a:pt x="3033" y="9341"/>
                  </a:lnTo>
                  <a:lnTo>
                    <a:pt x="3419" y="9991"/>
                  </a:lnTo>
                  <a:lnTo>
                    <a:pt x="3804" y="10713"/>
                  </a:lnTo>
                  <a:lnTo>
                    <a:pt x="4165" y="11531"/>
                  </a:lnTo>
                  <a:lnTo>
                    <a:pt x="4526" y="12398"/>
                  </a:lnTo>
                  <a:lnTo>
                    <a:pt x="770" y="14035"/>
                  </a:lnTo>
                  <a:lnTo>
                    <a:pt x="1420" y="18272"/>
                  </a:lnTo>
                  <a:lnTo>
                    <a:pt x="1733" y="18320"/>
                  </a:lnTo>
                  <a:lnTo>
                    <a:pt x="2576" y="18416"/>
                  </a:lnTo>
                  <a:lnTo>
                    <a:pt x="3780" y="18489"/>
                  </a:lnTo>
                  <a:lnTo>
                    <a:pt x="4502" y="18537"/>
                  </a:lnTo>
                  <a:lnTo>
                    <a:pt x="5898" y="18537"/>
                  </a:lnTo>
                  <a:lnTo>
                    <a:pt x="6524" y="18513"/>
                  </a:lnTo>
                  <a:lnTo>
                    <a:pt x="7150" y="18465"/>
                  </a:lnTo>
                  <a:lnTo>
                    <a:pt x="7728" y="18368"/>
                  </a:lnTo>
                  <a:lnTo>
                    <a:pt x="8305" y="18272"/>
                  </a:lnTo>
                  <a:lnTo>
                    <a:pt x="8835" y="18127"/>
                  </a:lnTo>
                  <a:lnTo>
                    <a:pt x="9341" y="17959"/>
                  </a:lnTo>
                  <a:lnTo>
                    <a:pt x="9822" y="17718"/>
                  </a:lnTo>
                  <a:lnTo>
                    <a:pt x="10039" y="17598"/>
                  </a:lnTo>
                  <a:lnTo>
                    <a:pt x="10255" y="17453"/>
                  </a:lnTo>
                  <a:lnTo>
                    <a:pt x="10448" y="17309"/>
                  </a:lnTo>
                  <a:lnTo>
                    <a:pt x="10641" y="17140"/>
                  </a:lnTo>
                  <a:lnTo>
                    <a:pt x="10833" y="16948"/>
                  </a:lnTo>
                  <a:lnTo>
                    <a:pt x="11002" y="16755"/>
                  </a:lnTo>
                  <a:lnTo>
                    <a:pt x="11170" y="16539"/>
                  </a:lnTo>
                  <a:lnTo>
                    <a:pt x="11315" y="16322"/>
                  </a:lnTo>
                  <a:lnTo>
                    <a:pt x="11459" y="16081"/>
                  </a:lnTo>
                  <a:lnTo>
                    <a:pt x="11603" y="15816"/>
                  </a:lnTo>
                  <a:lnTo>
                    <a:pt x="11724" y="15552"/>
                  </a:lnTo>
                  <a:lnTo>
                    <a:pt x="11820" y="15263"/>
                  </a:lnTo>
                  <a:lnTo>
                    <a:pt x="11916" y="14950"/>
                  </a:lnTo>
                  <a:lnTo>
                    <a:pt x="11989" y="14613"/>
                  </a:lnTo>
                  <a:lnTo>
                    <a:pt x="12061" y="14276"/>
                  </a:lnTo>
                  <a:lnTo>
                    <a:pt x="12109" y="13915"/>
                  </a:lnTo>
                  <a:lnTo>
                    <a:pt x="12133" y="13578"/>
                  </a:lnTo>
                  <a:lnTo>
                    <a:pt x="12133" y="13265"/>
                  </a:lnTo>
                  <a:lnTo>
                    <a:pt x="12133" y="12928"/>
                  </a:lnTo>
                  <a:lnTo>
                    <a:pt x="12109" y="12591"/>
                  </a:lnTo>
                  <a:lnTo>
                    <a:pt x="12085" y="12278"/>
                  </a:lnTo>
                  <a:lnTo>
                    <a:pt x="12013" y="11941"/>
                  </a:lnTo>
                  <a:lnTo>
                    <a:pt x="11940" y="11628"/>
                  </a:lnTo>
                  <a:lnTo>
                    <a:pt x="11868" y="11315"/>
                  </a:lnTo>
                  <a:lnTo>
                    <a:pt x="11628" y="10665"/>
                  </a:lnTo>
                  <a:lnTo>
                    <a:pt x="11363" y="10039"/>
                  </a:lnTo>
                  <a:lnTo>
                    <a:pt x="11050" y="9413"/>
                  </a:lnTo>
                  <a:lnTo>
                    <a:pt x="10689" y="8787"/>
                  </a:lnTo>
                  <a:lnTo>
                    <a:pt x="10279" y="8185"/>
                  </a:lnTo>
                  <a:lnTo>
                    <a:pt x="9846" y="7583"/>
                  </a:lnTo>
                  <a:lnTo>
                    <a:pt x="9389" y="7006"/>
                  </a:lnTo>
                  <a:lnTo>
                    <a:pt x="8883" y="6452"/>
                  </a:lnTo>
                  <a:lnTo>
                    <a:pt x="8378" y="5898"/>
                  </a:lnTo>
                  <a:lnTo>
                    <a:pt x="7848" y="5345"/>
                  </a:lnTo>
                  <a:lnTo>
                    <a:pt x="7294" y="4839"/>
                  </a:lnTo>
                  <a:lnTo>
                    <a:pt x="6765" y="4334"/>
                  </a:lnTo>
                  <a:lnTo>
                    <a:pt x="6211" y="3852"/>
                  </a:lnTo>
                  <a:lnTo>
                    <a:pt x="5657" y="3395"/>
                  </a:lnTo>
                  <a:lnTo>
                    <a:pt x="4598" y="2552"/>
                  </a:lnTo>
                  <a:lnTo>
                    <a:pt x="3587" y="1830"/>
                  </a:lnTo>
                  <a:lnTo>
                    <a:pt x="2672" y="1180"/>
                  </a:lnTo>
                  <a:lnTo>
                    <a:pt x="1902" y="674"/>
                  </a:lnTo>
                  <a:lnTo>
                    <a:pt x="1300" y="313"/>
                  </a:lnTo>
                  <a:lnTo>
                    <a:pt x="7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0" name="Google Shape;13680;p41"/>
            <p:cNvSpPr/>
            <p:nvPr/>
          </p:nvSpPr>
          <p:spPr>
            <a:xfrm>
              <a:off x="5569750" y="3295600"/>
              <a:ext cx="186600" cy="172150"/>
            </a:xfrm>
            <a:custGeom>
              <a:avLst/>
              <a:gdLst/>
              <a:ahLst/>
              <a:cxnLst/>
              <a:rect l="l" t="t" r="r" b="b"/>
              <a:pathLst>
                <a:path w="7464" h="6886" extrusionOk="0">
                  <a:moveTo>
                    <a:pt x="5465" y="1"/>
                  </a:moveTo>
                  <a:lnTo>
                    <a:pt x="48" y="2360"/>
                  </a:lnTo>
                  <a:lnTo>
                    <a:pt x="0" y="2384"/>
                  </a:lnTo>
                  <a:lnTo>
                    <a:pt x="650" y="6645"/>
                  </a:lnTo>
                  <a:lnTo>
                    <a:pt x="674" y="6693"/>
                  </a:lnTo>
                  <a:lnTo>
                    <a:pt x="698" y="6693"/>
                  </a:lnTo>
                  <a:lnTo>
                    <a:pt x="939" y="6717"/>
                  </a:lnTo>
                  <a:lnTo>
                    <a:pt x="1613" y="6789"/>
                  </a:lnTo>
                  <a:lnTo>
                    <a:pt x="2697" y="6862"/>
                  </a:lnTo>
                  <a:lnTo>
                    <a:pt x="3419" y="6886"/>
                  </a:lnTo>
                  <a:lnTo>
                    <a:pt x="4237" y="6886"/>
                  </a:lnTo>
                  <a:lnTo>
                    <a:pt x="5706" y="6862"/>
                  </a:lnTo>
                  <a:lnTo>
                    <a:pt x="6524" y="6813"/>
                  </a:lnTo>
                  <a:lnTo>
                    <a:pt x="7415" y="6765"/>
                  </a:lnTo>
                  <a:lnTo>
                    <a:pt x="7463" y="6765"/>
                  </a:lnTo>
                  <a:lnTo>
                    <a:pt x="7463" y="6717"/>
                  </a:lnTo>
                  <a:lnTo>
                    <a:pt x="7463" y="6693"/>
                  </a:lnTo>
                  <a:lnTo>
                    <a:pt x="7415" y="6669"/>
                  </a:lnTo>
                  <a:lnTo>
                    <a:pt x="5970" y="6741"/>
                  </a:lnTo>
                  <a:lnTo>
                    <a:pt x="4695" y="6789"/>
                  </a:lnTo>
                  <a:lnTo>
                    <a:pt x="3587" y="6789"/>
                  </a:lnTo>
                  <a:lnTo>
                    <a:pt x="2672" y="6765"/>
                  </a:lnTo>
                  <a:lnTo>
                    <a:pt x="1926" y="6717"/>
                  </a:lnTo>
                  <a:lnTo>
                    <a:pt x="1348" y="6669"/>
                  </a:lnTo>
                  <a:lnTo>
                    <a:pt x="747" y="6597"/>
                  </a:lnTo>
                  <a:lnTo>
                    <a:pt x="121" y="2432"/>
                  </a:lnTo>
                  <a:lnTo>
                    <a:pt x="5513" y="97"/>
                  </a:lnTo>
                  <a:lnTo>
                    <a:pt x="5537" y="73"/>
                  </a:lnTo>
                  <a:lnTo>
                    <a:pt x="5537" y="25"/>
                  </a:lnTo>
                  <a:lnTo>
                    <a:pt x="5513"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1" name="Google Shape;13681;p41"/>
            <p:cNvSpPr/>
            <p:nvPr/>
          </p:nvSpPr>
          <p:spPr>
            <a:xfrm>
              <a:off x="5581775" y="3174025"/>
              <a:ext cx="84300" cy="142075"/>
            </a:xfrm>
            <a:custGeom>
              <a:avLst/>
              <a:gdLst/>
              <a:ahLst/>
              <a:cxnLst/>
              <a:rect l="l" t="t" r="r" b="b"/>
              <a:pathLst>
                <a:path w="3372" h="5683" extrusionOk="0">
                  <a:moveTo>
                    <a:pt x="49" y="1"/>
                  </a:moveTo>
                  <a:lnTo>
                    <a:pt x="25" y="25"/>
                  </a:lnTo>
                  <a:lnTo>
                    <a:pt x="1" y="49"/>
                  </a:lnTo>
                  <a:lnTo>
                    <a:pt x="25" y="97"/>
                  </a:lnTo>
                  <a:lnTo>
                    <a:pt x="338" y="482"/>
                  </a:lnTo>
                  <a:lnTo>
                    <a:pt x="723" y="1012"/>
                  </a:lnTo>
                  <a:lnTo>
                    <a:pt x="1156" y="1638"/>
                  </a:lnTo>
                  <a:lnTo>
                    <a:pt x="1566" y="2336"/>
                  </a:lnTo>
                  <a:lnTo>
                    <a:pt x="1951" y="3034"/>
                  </a:lnTo>
                  <a:lnTo>
                    <a:pt x="2312" y="3708"/>
                  </a:lnTo>
                  <a:lnTo>
                    <a:pt x="2625" y="4310"/>
                  </a:lnTo>
                  <a:lnTo>
                    <a:pt x="3106" y="5273"/>
                  </a:lnTo>
                  <a:lnTo>
                    <a:pt x="3275" y="5658"/>
                  </a:lnTo>
                  <a:lnTo>
                    <a:pt x="3299" y="5682"/>
                  </a:lnTo>
                  <a:lnTo>
                    <a:pt x="3347" y="5682"/>
                  </a:lnTo>
                  <a:lnTo>
                    <a:pt x="3371" y="5658"/>
                  </a:lnTo>
                  <a:lnTo>
                    <a:pt x="3371" y="5610"/>
                  </a:lnTo>
                  <a:lnTo>
                    <a:pt x="3203" y="5225"/>
                  </a:lnTo>
                  <a:lnTo>
                    <a:pt x="2721" y="4286"/>
                  </a:lnTo>
                  <a:lnTo>
                    <a:pt x="2408" y="3660"/>
                  </a:lnTo>
                  <a:lnTo>
                    <a:pt x="2047" y="2986"/>
                  </a:lnTo>
                  <a:lnTo>
                    <a:pt x="1638" y="2288"/>
                  </a:lnTo>
                  <a:lnTo>
                    <a:pt x="1229" y="1590"/>
                  </a:lnTo>
                  <a:lnTo>
                    <a:pt x="795" y="940"/>
                  </a:lnTo>
                  <a:lnTo>
                    <a:pt x="410" y="434"/>
                  </a:lnTo>
                  <a:lnTo>
                    <a:pt x="97" y="25"/>
                  </a:lnTo>
                  <a:lnTo>
                    <a:pt x="49"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2" name="Google Shape;13682;p41"/>
            <p:cNvSpPr/>
            <p:nvPr/>
          </p:nvSpPr>
          <p:spPr>
            <a:xfrm>
              <a:off x="5156275" y="2947750"/>
              <a:ext cx="84900" cy="149275"/>
            </a:xfrm>
            <a:custGeom>
              <a:avLst/>
              <a:gdLst/>
              <a:ahLst/>
              <a:cxnLst/>
              <a:rect l="l" t="t" r="r" b="b"/>
              <a:pathLst>
                <a:path w="3396" h="5971" extrusionOk="0">
                  <a:moveTo>
                    <a:pt x="1999" y="0"/>
                  </a:moveTo>
                  <a:lnTo>
                    <a:pt x="1710" y="25"/>
                  </a:lnTo>
                  <a:lnTo>
                    <a:pt x="1397" y="145"/>
                  </a:lnTo>
                  <a:lnTo>
                    <a:pt x="1060" y="265"/>
                  </a:lnTo>
                  <a:lnTo>
                    <a:pt x="747" y="434"/>
                  </a:lnTo>
                  <a:lnTo>
                    <a:pt x="458" y="626"/>
                  </a:lnTo>
                  <a:lnTo>
                    <a:pt x="242" y="819"/>
                  </a:lnTo>
                  <a:lnTo>
                    <a:pt x="145" y="915"/>
                  </a:lnTo>
                  <a:lnTo>
                    <a:pt x="97" y="1012"/>
                  </a:lnTo>
                  <a:lnTo>
                    <a:pt x="49" y="1108"/>
                  </a:lnTo>
                  <a:lnTo>
                    <a:pt x="25" y="1204"/>
                  </a:lnTo>
                  <a:lnTo>
                    <a:pt x="1" y="1421"/>
                  </a:lnTo>
                  <a:lnTo>
                    <a:pt x="49" y="1686"/>
                  </a:lnTo>
                  <a:lnTo>
                    <a:pt x="121" y="1950"/>
                  </a:lnTo>
                  <a:lnTo>
                    <a:pt x="290" y="2480"/>
                  </a:lnTo>
                  <a:lnTo>
                    <a:pt x="338" y="2745"/>
                  </a:lnTo>
                  <a:lnTo>
                    <a:pt x="362" y="3010"/>
                  </a:lnTo>
                  <a:lnTo>
                    <a:pt x="386" y="3250"/>
                  </a:lnTo>
                  <a:lnTo>
                    <a:pt x="458" y="3467"/>
                  </a:lnTo>
                  <a:lnTo>
                    <a:pt x="531" y="3660"/>
                  </a:lnTo>
                  <a:lnTo>
                    <a:pt x="627" y="3852"/>
                  </a:lnTo>
                  <a:lnTo>
                    <a:pt x="747" y="3997"/>
                  </a:lnTo>
                  <a:lnTo>
                    <a:pt x="868" y="4165"/>
                  </a:lnTo>
                  <a:lnTo>
                    <a:pt x="1108" y="4406"/>
                  </a:lnTo>
                  <a:lnTo>
                    <a:pt x="1229" y="4502"/>
                  </a:lnTo>
                  <a:lnTo>
                    <a:pt x="1397" y="4623"/>
                  </a:lnTo>
                  <a:lnTo>
                    <a:pt x="1590" y="4743"/>
                  </a:lnTo>
                  <a:lnTo>
                    <a:pt x="1782" y="4887"/>
                  </a:lnTo>
                  <a:lnTo>
                    <a:pt x="1999" y="5080"/>
                  </a:lnTo>
                  <a:lnTo>
                    <a:pt x="2216" y="5297"/>
                  </a:lnTo>
                  <a:lnTo>
                    <a:pt x="2408" y="5610"/>
                  </a:lnTo>
                  <a:lnTo>
                    <a:pt x="2505" y="5778"/>
                  </a:lnTo>
                  <a:lnTo>
                    <a:pt x="2577" y="5971"/>
                  </a:lnTo>
                  <a:lnTo>
                    <a:pt x="2793" y="5658"/>
                  </a:lnTo>
                  <a:lnTo>
                    <a:pt x="1927" y="4285"/>
                  </a:lnTo>
                  <a:lnTo>
                    <a:pt x="2577" y="3347"/>
                  </a:lnTo>
                  <a:lnTo>
                    <a:pt x="3058" y="2600"/>
                  </a:lnTo>
                  <a:lnTo>
                    <a:pt x="3251" y="2311"/>
                  </a:lnTo>
                  <a:lnTo>
                    <a:pt x="3347" y="2095"/>
                  </a:lnTo>
                  <a:lnTo>
                    <a:pt x="3371" y="1974"/>
                  </a:lnTo>
                  <a:lnTo>
                    <a:pt x="3395" y="1830"/>
                  </a:lnTo>
                  <a:lnTo>
                    <a:pt x="3371" y="1734"/>
                  </a:lnTo>
                  <a:lnTo>
                    <a:pt x="3347" y="1637"/>
                  </a:lnTo>
                  <a:lnTo>
                    <a:pt x="3275" y="1565"/>
                  </a:lnTo>
                  <a:lnTo>
                    <a:pt x="3203" y="1541"/>
                  </a:lnTo>
                  <a:lnTo>
                    <a:pt x="3082" y="1565"/>
                  </a:lnTo>
                  <a:lnTo>
                    <a:pt x="2962" y="1637"/>
                  </a:lnTo>
                  <a:lnTo>
                    <a:pt x="2962" y="1637"/>
                  </a:lnTo>
                  <a:lnTo>
                    <a:pt x="3034" y="1565"/>
                  </a:lnTo>
                  <a:lnTo>
                    <a:pt x="3155" y="1421"/>
                  </a:lnTo>
                  <a:lnTo>
                    <a:pt x="3227" y="1324"/>
                  </a:lnTo>
                  <a:lnTo>
                    <a:pt x="3251" y="1252"/>
                  </a:lnTo>
                  <a:lnTo>
                    <a:pt x="3275" y="1156"/>
                  </a:lnTo>
                  <a:lnTo>
                    <a:pt x="3275" y="1084"/>
                  </a:lnTo>
                  <a:lnTo>
                    <a:pt x="3227" y="1036"/>
                  </a:lnTo>
                  <a:lnTo>
                    <a:pt x="3155" y="1012"/>
                  </a:lnTo>
                  <a:lnTo>
                    <a:pt x="3058" y="987"/>
                  </a:lnTo>
                  <a:lnTo>
                    <a:pt x="2962" y="987"/>
                  </a:lnTo>
                  <a:lnTo>
                    <a:pt x="2842" y="1012"/>
                  </a:lnTo>
                  <a:lnTo>
                    <a:pt x="2721" y="1060"/>
                  </a:lnTo>
                  <a:lnTo>
                    <a:pt x="2564" y="1127"/>
                  </a:lnTo>
                  <a:lnTo>
                    <a:pt x="2721" y="987"/>
                  </a:lnTo>
                  <a:lnTo>
                    <a:pt x="2818" y="891"/>
                  </a:lnTo>
                  <a:lnTo>
                    <a:pt x="2914" y="747"/>
                  </a:lnTo>
                  <a:lnTo>
                    <a:pt x="2938" y="626"/>
                  </a:lnTo>
                  <a:lnTo>
                    <a:pt x="2938" y="578"/>
                  </a:lnTo>
                  <a:lnTo>
                    <a:pt x="2938" y="506"/>
                  </a:lnTo>
                  <a:lnTo>
                    <a:pt x="2914" y="458"/>
                  </a:lnTo>
                  <a:lnTo>
                    <a:pt x="2866" y="410"/>
                  </a:lnTo>
                  <a:lnTo>
                    <a:pt x="2769" y="362"/>
                  </a:lnTo>
                  <a:lnTo>
                    <a:pt x="2625" y="362"/>
                  </a:lnTo>
                  <a:lnTo>
                    <a:pt x="2456" y="386"/>
                  </a:lnTo>
                  <a:lnTo>
                    <a:pt x="2288" y="458"/>
                  </a:lnTo>
                  <a:lnTo>
                    <a:pt x="2119" y="530"/>
                  </a:lnTo>
                  <a:lnTo>
                    <a:pt x="1927" y="626"/>
                  </a:lnTo>
                  <a:lnTo>
                    <a:pt x="1758" y="723"/>
                  </a:lnTo>
                  <a:lnTo>
                    <a:pt x="1903" y="626"/>
                  </a:lnTo>
                  <a:lnTo>
                    <a:pt x="2047" y="530"/>
                  </a:lnTo>
                  <a:lnTo>
                    <a:pt x="2192" y="434"/>
                  </a:lnTo>
                  <a:lnTo>
                    <a:pt x="2312" y="313"/>
                  </a:lnTo>
                  <a:lnTo>
                    <a:pt x="2360" y="193"/>
                  </a:lnTo>
                  <a:lnTo>
                    <a:pt x="2360" y="145"/>
                  </a:lnTo>
                  <a:lnTo>
                    <a:pt x="2336" y="97"/>
                  </a:lnTo>
                  <a:lnTo>
                    <a:pt x="2288" y="49"/>
                  </a:lnTo>
                  <a:lnTo>
                    <a:pt x="2216" y="0"/>
                  </a:lnTo>
                  <a:close/>
                </a:path>
              </a:pathLst>
            </a:custGeom>
            <a:solidFill>
              <a:srgbClr val="F6D5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3" name="Google Shape;13683;p41"/>
            <p:cNvSpPr/>
            <p:nvPr/>
          </p:nvSpPr>
          <p:spPr>
            <a:xfrm>
              <a:off x="5189375" y="2983850"/>
              <a:ext cx="46375" cy="42150"/>
            </a:xfrm>
            <a:custGeom>
              <a:avLst/>
              <a:gdLst/>
              <a:ahLst/>
              <a:cxnLst/>
              <a:rect l="l" t="t" r="r" b="b"/>
              <a:pathLst>
                <a:path w="1855" h="1686" extrusionOk="0">
                  <a:moveTo>
                    <a:pt x="1806" y="1"/>
                  </a:moveTo>
                  <a:lnTo>
                    <a:pt x="1758" y="25"/>
                  </a:lnTo>
                  <a:lnTo>
                    <a:pt x="1301" y="386"/>
                  </a:lnTo>
                  <a:lnTo>
                    <a:pt x="868" y="795"/>
                  </a:lnTo>
                  <a:lnTo>
                    <a:pt x="434" y="1205"/>
                  </a:lnTo>
                  <a:lnTo>
                    <a:pt x="1" y="1614"/>
                  </a:lnTo>
                  <a:lnTo>
                    <a:pt x="1" y="1638"/>
                  </a:lnTo>
                  <a:lnTo>
                    <a:pt x="1" y="1686"/>
                  </a:lnTo>
                  <a:lnTo>
                    <a:pt x="73" y="1686"/>
                  </a:lnTo>
                  <a:lnTo>
                    <a:pt x="507" y="1253"/>
                  </a:lnTo>
                  <a:lnTo>
                    <a:pt x="940" y="867"/>
                  </a:lnTo>
                  <a:lnTo>
                    <a:pt x="1373" y="458"/>
                  </a:lnTo>
                  <a:lnTo>
                    <a:pt x="1831" y="73"/>
                  </a:lnTo>
                  <a:lnTo>
                    <a:pt x="1855" y="49"/>
                  </a:lnTo>
                  <a:lnTo>
                    <a:pt x="1831" y="25"/>
                  </a:lnTo>
                  <a:lnTo>
                    <a:pt x="1806"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4" name="Google Shape;13684;p41"/>
            <p:cNvSpPr/>
            <p:nvPr/>
          </p:nvSpPr>
          <p:spPr>
            <a:xfrm>
              <a:off x="5179150" y="2967600"/>
              <a:ext cx="53600" cy="40950"/>
            </a:xfrm>
            <a:custGeom>
              <a:avLst/>
              <a:gdLst/>
              <a:ahLst/>
              <a:cxnLst/>
              <a:rect l="l" t="t" r="r" b="b"/>
              <a:pathLst>
                <a:path w="2144" h="1638" extrusionOk="0">
                  <a:moveTo>
                    <a:pt x="2071" y="1"/>
                  </a:moveTo>
                  <a:lnTo>
                    <a:pt x="1541" y="386"/>
                  </a:lnTo>
                  <a:lnTo>
                    <a:pt x="1012" y="747"/>
                  </a:lnTo>
                  <a:lnTo>
                    <a:pt x="506" y="1156"/>
                  </a:lnTo>
                  <a:lnTo>
                    <a:pt x="1" y="1566"/>
                  </a:lnTo>
                  <a:lnTo>
                    <a:pt x="1" y="1590"/>
                  </a:lnTo>
                  <a:lnTo>
                    <a:pt x="1" y="1638"/>
                  </a:lnTo>
                  <a:lnTo>
                    <a:pt x="73" y="1638"/>
                  </a:lnTo>
                  <a:lnTo>
                    <a:pt x="579" y="1229"/>
                  </a:lnTo>
                  <a:lnTo>
                    <a:pt x="1084" y="843"/>
                  </a:lnTo>
                  <a:lnTo>
                    <a:pt x="1590" y="458"/>
                  </a:lnTo>
                  <a:lnTo>
                    <a:pt x="2119" y="97"/>
                  </a:lnTo>
                  <a:lnTo>
                    <a:pt x="2143" y="49"/>
                  </a:lnTo>
                  <a:lnTo>
                    <a:pt x="2119" y="25"/>
                  </a:lnTo>
                  <a:lnTo>
                    <a:pt x="2095" y="1"/>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5" name="Google Shape;13685;p41"/>
            <p:cNvSpPr/>
            <p:nvPr/>
          </p:nvSpPr>
          <p:spPr>
            <a:xfrm>
              <a:off x="5173150" y="2953175"/>
              <a:ext cx="48750" cy="32525"/>
            </a:xfrm>
            <a:custGeom>
              <a:avLst/>
              <a:gdLst/>
              <a:ahLst/>
              <a:cxnLst/>
              <a:rect l="l" t="t" r="r" b="b"/>
              <a:pathLst>
                <a:path w="1950" h="1301" extrusionOk="0">
                  <a:moveTo>
                    <a:pt x="1926" y="0"/>
                  </a:moveTo>
                  <a:lnTo>
                    <a:pt x="1878" y="24"/>
                  </a:lnTo>
                  <a:lnTo>
                    <a:pt x="939" y="602"/>
                  </a:lnTo>
                  <a:lnTo>
                    <a:pt x="24" y="1204"/>
                  </a:lnTo>
                  <a:lnTo>
                    <a:pt x="0" y="1252"/>
                  </a:lnTo>
                  <a:lnTo>
                    <a:pt x="0" y="1276"/>
                  </a:lnTo>
                  <a:lnTo>
                    <a:pt x="24" y="1300"/>
                  </a:lnTo>
                  <a:lnTo>
                    <a:pt x="72" y="1300"/>
                  </a:lnTo>
                  <a:lnTo>
                    <a:pt x="987" y="674"/>
                  </a:lnTo>
                  <a:lnTo>
                    <a:pt x="1926" y="96"/>
                  </a:lnTo>
                  <a:lnTo>
                    <a:pt x="1950" y="72"/>
                  </a:lnTo>
                  <a:lnTo>
                    <a:pt x="1950" y="24"/>
                  </a:lnTo>
                  <a:lnTo>
                    <a:pt x="1926" y="0"/>
                  </a:lnTo>
                  <a:close/>
                </a:path>
              </a:pathLst>
            </a:custGeom>
            <a:solidFill>
              <a:srgbClr val="100E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6" name="Google Shape;13686;p41"/>
            <p:cNvSpPr/>
            <p:nvPr/>
          </p:nvSpPr>
          <p:spPr>
            <a:xfrm>
              <a:off x="5570350" y="2699200"/>
              <a:ext cx="121600" cy="125200"/>
            </a:xfrm>
            <a:custGeom>
              <a:avLst/>
              <a:gdLst/>
              <a:ahLst/>
              <a:cxnLst/>
              <a:rect l="l" t="t" r="r" b="b"/>
              <a:pathLst>
                <a:path w="4864" h="5008" extrusionOk="0">
                  <a:moveTo>
                    <a:pt x="2576" y="0"/>
                  </a:moveTo>
                  <a:lnTo>
                    <a:pt x="2167" y="48"/>
                  </a:lnTo>
                  <a:lnTo>
                    <a:pt x="1878" y="97"/>
                  </a:lnTo>
                  <a:lnTo>
                    <a:pt x="1589" y="193"/>
                  </a:lnTo>
                  <a:lnTo>
                    <a:pt x="1300" y="313"/>
                  </a:lnTo>
                  <a:lnTo>
                    <a:pt x="1036" y="458"/>
                  </a:lnTo>
                  <a:lnTo>
                    <a:pt x="795" y="626"/>
                  </a:lnTo>
                  <a:lnTo>
                    <a:pt x="578" y="819"/>
                  </a:lnTo>
                  <a:lnTo>
                    <a:pt x="386" y="1035"/>
                  </a:lnTo>
                  <a:lnTo>
                    <a:pt x="217" y="1300"/>
                  </a:lnTo>
                  <a:lnTo>
                    <a:pt x="121" y="1517"/>
                  </a:lnTo>
                  <a:lnTo>
                    <a:pt x="49" y="1734"/>
                  </a:lnTo>
                  <a:lnTo>
                    <a:pt x="0" y="1974"/>
                  </a:lnTo>
                  <a:lnTo>
                    <a:pt x="0" y="2215"/>
                  </a:lnTo>
                  <a:lnTo>
                    <a:pt x="24" y="2456"/>
                  </a:lnTo>
                  <a:lnTo>
                    <a:pt x="73" y="2672"/>
                  </a:lnTo>
                  <a:lnTo>
                    <a:pt x="169" y="2913"/>
                  </a:lnTo>
                  <a:lnTo>
                    <a:pt x="265" y="3130"/>
                  </a:lnTo>
                  <a:lnTo>
                    <a:pt x="386" y="3322"/>
                  </a:lnTo>
                  <a:lnTo>
                    <a:pt x="482" y="3539"/>
                  </a:lnTo>
                  <a:lnTo>
                    <a:pt x="650" y="3948"/>
                  </a:lnTo>
                  <a:lnTo>
                    <a:pt x="771" y="4141"/>
                  </a:lnTo>
                  <a:lnTo>
                    <a:pt x="891" y="4333"/>
                  </a:lnTo>
                  <a:lnTo>
                    <a:pt x="1036" y="4502"/>
                  </a:lnTo>
                  <a:lnTo>
                    <a:pt x="1228" y="4670"/>
                  </a:lnTo>
                  <a:lnTo>
                    <a:pt x="1397" y="4767"/>
                  </a:lnTo>
                  <a:lnTo>
                    <a:pt x="1565" y="4863"/>
                  </a:lnTo>
                  <a:lnTo>
                    <a:pt x="1734" y="4911"/>
                  </a:lnTo>
                  <a:lnTo>
                    <a:pt x="1926" y="4959"/>
                  </a:lnTo>
                  <a:lnTo>
                    <a:pt x="2119" y="5007"/>
                  </a:lnTo>
                  <a:lnTo>
                    <a:pt x="2480" y="5007"/>
                  </a:lnTo>
                  <a:lnTo>
                    <a:pt x="2673" y="4959"/>
                  </a:lnTo>
                  <a:lnTo>
                    <a:pt x="2841" y="4935"/>
                  </a:lnTo>
                  <a:lnTo>
                    <a:pt x="3010" y="4863"/>
                  </a:lnTo>
                  <a:lnTo>
                    <a:pt x="3323" y="4719"/>
                  </a:lnTo>
                  <a:lnTo>
                    <a:pt x="3611" y="4526"/>
                  </a:lnTo>
                  <a:lnTo>
                    <a:pt x="3876" y="4309"/>
                  </a:lnTo>
                  <a:lnTo>
                    <a:pt x="4069" y="4093"/>
                  </a:lnTo>
                  <a:lnTo>
                    <a:pt x="4261" y="3852"/>
                  </a:lnTo>
                  <a:lnTo>
                    <a:pt x="4430" y="3611"/>
                  </a:lnTo>
                  <a:lnTo>
                    <a:pt x="4574" y="3346"/>
                  </a:lnTo>
                  <a:lnTo>
                    <a:pt x="4695" y="3082"/>
                  </a:lnTo>
                  <a:lnTo>
                    <a:pt x="4791" y="2817"/>
                  </a:lnTo>
                  <a:lnTo>
                    <a:pt x="4839" y="2528"/>
                  </a:lnTo>
                  <a:lnTo>
                    <a:pt x="4863" y="2215"/>
                  </a:lnTo>
                  <a:lnTo>
                    <a:pt x="4863" y="1926"/>
                  </a:lnTo>
                  <a:lnTo>
                    <a:pt x="4815" y="1637"/>
                  </a:lnTo>
                  <a:lnTo>
                    <a:pt x="4743" y="1348"/>
                  </a:lnTo>
                  <a:lnTo>
                    <a:pt x="4622" y="1084"/>
                  </a:lnTo>
                  <a:lnTo>
                    <a:pt x="4454" y="843"/>
                  </a:lnTo>
                  <a:lnTo>
                    <a:pt x="4285" y="602"/>
                  </a:lnTo>
                  <a:lnTo>
                    <a:pt x="4069" y="410"/>
                  </a:lnTo>
                  <a:lnTo>
                    <a:pt x="3828" y="241"/>
                  </a:lnTo>
                  <a:lnTo>
                    <a:pt x="3635" y="169"/>
                  </a:lnTo>
                  <a:lnTo>
                    <a:pt x="3419" y="97"/>
                  </a:lnTo>
                  <a:lnTo>
                    <a:pt x="3226" y="48"/>
                  </a:lnTo>
                  <a:lnTo>
                    <a:pt x="30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7" name="Google Shape;13687;p41"/>
            <p:cNvSpPr/>
            <p:nvPr/>
          </p:nvSpPr>
          <p:spPr>
            <a:xfrm>
              <a:off x="5075050" y="3204725"/>
              <a:ext cx="308750" cy="483900"/>
            </a:xfrm>
            <a:custGeom>
              <a:avLst/>
              <a:gdLst/>
              <a:ahLst/>
              <a:cxnLst/>
              <a:rect l="l" t="t" r="r" b="b"/>
              <a:pathLst>
                <a:path w="12350" h="19356" extrusionOk="0">
                  <a:moveTo>
                    <a:pt x="3346" y="1"/>
                  </a:moveTo>
                  <a:lnTo>
                    <a:pt x="3274" y="25"/>
                  </a:lnTo>
                  <a:lnTo>
                    <a:pt x="3250" y="49"/>
                  </a:lnTo>
                  <a:lnTo>
                    <a:pt x="3202" y="73"/>
                  </a:lnTo>
                  <a:lnTo>
                    <a:pt x="3178" y="193"/>
                  </a:lnTo>
                  <a:lnTo>
                    <a:pt x="3178" y="338"/>
                  </a:lnTo>
                  <a:lnTo>
                    <a:pt x="3202" y="506"/>
                  </a:lnTo>
                  <a:lnTo>
                    <a:pt x="3250" y="675"/>
                  </a:lnTo>
                  <a:lnTo>
                    <a:pt x="3418" y="1060"/>
                  </a:lnTo>
                  <a:lnTo>
                    <a:pt x="3611" y="1493"/>
                  </a:lnTo>
                  <a:lnTo>
                    <a:pt x="3804" y="1999"/>
                  </a:lnTo>
                  <a:lnTo>
                    <a:pt x="3876" y="2288"/>
                  </a:lnTo>
                  <a:lnTo>
                    <a:pt x="3948" y="2577"/>
                  </a:lnTo>
                  <a:lnTo>
                    <a:pt x="3972" y="2889"/>
                  </a:lnTo>
                  <a:lnTo>
                    <a:pt x="3996" y="3178"/>
                  </a:lnTo>
                  <a:lnTo>
                    <a:pt x="3996" y="3443"/>
                  </a:lnTo>
                  <a:lnTo>
                    <a:pt x="4044" y="3732"/>
                  </a:lnTo>
                  <a:lnTo>
                    <a:pt x="4093" y="3997"/>
                  </a:lnTo>
                  <a:lnTo>
                    <a:pt x="4189" y="4262"/>
                  </a:lnTo>
                  <a:lnTo>
                    <a:pt x="4285" y="4526"/>
                  </a:lnTo>
                  <a:lnTo>
                    <a:pt x="4381" y="4743"/>
                  </a:lnTo>
                  <a:lnTo>
                    <a:pt x="4622" y="5176"/>
                  </a:lnTo>
                  <a:lnTo>
                    <a:pt x="4791" y="5538"/>
                  </a:lnTo>
                  <a:lnTo>
                    <a:pt x="4863" y="5706"/>
                  </a:lnTo>
                  <a:lnTo>
                    <a:pt x="4911" y="5875"/>
                  </a:lnTo>
                  <a:lnTo>
                    <a:pt x="4935" y="5995"/>
                  </a:lnTo>
                  <a:lnTo>
                    <a:pt x="4911" y="6115"/>
                  </a:lnTo>
                  <a:lnTo>
                    <a:pt x="4863" y="6187"/>
                  </a:lnTo>
                  <a:lnTo>
                    <a:pt x="4767" y="6236"/>
                  </a:lnTo>
                  <a:lnTo>
                    <a:pt x="4718" y="6236"/>
                  </a:lnTo>
                  <a:lnTo>
                    <a:pt x="4670" y="6212"/>
                  </a:lnTo>
                  <a:lnTo>
                    <a:pt x="4550" y="6163"/>
                  </a:lnTo>
                  <a:lnTo>
                    <a:pt x="4454" y="6043"/>
                  </a:lnTo>
                  <a:lnTo>
                    <a:pt x="4381" y="5875"/>
                  </a:lnTo>
                  <a:lnTo>
                    <a:pt x="4285" y="5682"/>
                  </a:lnTo>
                  <a:lnTo>
                    <a:pt x="4189" y="5465"/>
                  </a:lnTo>
                  <a:lnTo>
                    <a:pt x="4044" y="4912"/>
                  </a:lnTo>
                  <a:lnTo>
                    <a:pt x="3948" y="4647"/>
                  </a:lnTo>
                  <a:lnTo>
                    <a:pt x="3852" y="4406"/>
                  </a:lnTo>
                  <a:lnTo>
                    <a:pt x="3731" y="4214"/>
                  </a:lnTo>
                  <a:lnTo>
                    <a:pt x="3587" y="4045"/>
                  </a:lnTo>
                  <a:lnTo>
                    <a:pt x="3250" y="3660"/>
                  </a:lnTo>
                  <a:lnTo>
                    <a:pt x="3081" y="3443"/>
                  </a:lnTo>
                  <a:lnTo>
                    <a:pt x="2865" y="3202"/>
                  </a:lnTo>
                  <a:lnTo>
                    <a:pt x="2504" y="2697"/>
                  </a:lnTo>
                  <a:lnTo>
                    <a:pt x="2191" y="2312"/>
                  </a:lnTo>
                  <a:lnTo>
                    <a:pt x="2046" y="2167"/>
                  </a:lnTo>
                  <a:lnTo>
                    <a:pt x="1926" y="2071"/>
                  </a:lnTo>
                  <a:lnTo>
                    <a:pt x="1830" y="2023"/>
                  </a:lnTo>
                  <a:lnTo>
                    <a:pt x="1757" y="2023"/>
                  </a:lnTo>
                  <a:lnTo>
                    <a:pt x="1589" y="2071"/>
                  </a:lnTo>
                  <a:lnTo>
                    <a:pt x="1517" y="2143"/>
                  </a:lnTo>
                  <a:lnTo>
                    <a:pt x="1444" y="2215"/>
                  </a:lnTo>
                  <a:lnTo>
                    <a:pt x="1396" y="2288"/>
                  </a:lnTo>
                  <a:lnTo>
                    <a:pt x="1372" y="2408"/>
                  </a:lnTo>
                  <a:lnTo>
                    <a:pt x="1396" y="2528"/>
                  </a:lnTo>
                  <a:lnTo>
                    <a:pt x="1444" y="2673"/>
                  </a:lnTo>
                  <a:lnTo>
                    <a:pt x="1613" y="3010"/>
                  </a:lnTo>
                  <a:lnTo>
                    <a:pt x="1733" y="3347"/>
                  </a:lnTo>
                  <a:lnTo>
                    <a:pt x="1878" y="3660"/>
                  </a:lnTo>
                  <a:lnTo>
                    <a:pt x="1950" y="3804"/>
                  </a:lnTo>
                  <a:lnTo>
                    <a:pt x="2070" y="3925"/>
                  </a:lnTo>
                  <a:lnTo>
                    <a:pt x="2191" y="4069"/>
                  </a:lnTo>
                  <a:lnTo>
                    <a:pt x="2335" y="4286"/>
                  </a:lnTo>
                  <a:lnTo>
                    <a:pt x="2504" y="4526"/>
                  </a:lnTo>
                  <a:lnTo>
                    <a:pt x="2648" y="4791"/>
                  </a:lnTo>
                  <a:lnTo>
                    <a:pt x="2769" y="5080"/>
                  </a:lnTo>
                  <a:lnTo>
                    <a:pt x="2865" y="5369"/>
                  </a:lnTo>
                  <a:lnTo>
                    <a:pt x="2937" y="5634"/>
                  </a:lnTo>
                  <a:lnTo>
                    <a:pt x="2985" y="5899"/>
                  </a:lnTo>
                  <a:lnTo>
                    <a:pt x="3009" y="6139"/>
                  </a:lnTo>
                  <a:lnTo>
                    <a:pt x="3057" y="6428"/>
                  </a:lnTo>
                  <a:lnTo>
                    <a:pt x="3154" y="6958"/>
                  </a:lnTo>
                  <a:lnTo>
                    <a:pt x="3202" y="7343"/>
                  </a:lnTo>
                  <a:lnTo>
                    <a:pt x="3202" y="7415"/>
                  </a:lnTo>
                  <a:lnTo>
                    <a:pt x="3178" y="7439"/>
                  </a:lnTo>
                  <a:lnTo>
                    <a:pt x="3154" y="7415"/>
                  </a:lnTo>
                  <a:lnTo>
                    <a:pt x="2913" y="7174"/>
                  </a:lnTo>
                  <a:lnTo>
                    <a:pt x="2552" y="6717"/>
                  </a:lnTo>
                  <a:lnTo>
                    <a:pt x="2119" y="6163"/>
                  </a:lnTo>
                  <a:lnTo>
                    <a:pt x="1757" y="5682"/>
                  </a:lnTo>
                  <a:lnTo>
                    <a:pt x="1613" y="5441"/>
                  </a:lnTo>
                  <a:lnTo>
                    <a:pt x="1420" y="5225"/>
                  </a:lnTo>
                  <a:lnTo>
                    <a:pt x="1011" y="4719"/>
                  </a:lnTo>
                  <a:lnTo>
                    <a:pt x="794" y="4478"/>
                  </a:lnTo>
                  <a:lnTo>
                    <a:pt x="650" y="4238"/>
                  </a:lnTo>
                  <a:lnTo>
                    <a:pt x="506" y="4045"/>
                  </a:lnTo>
                  <a:lnTo>
                    <a:pt x="457" y="3852"/>
                  </a:lnTo>
                  <a:lnTo>
                    <a:pt x="409" y="3708"/>
                  </a:lnTo>
                  <a:lnTo>
                    <a:pt x="361" y="3684"/>
                  </a:lnTo>
                  <a:lnTo>
                    <a:pt x="337" y="3660"/>
                  </a:lnTo>
                  <a:lnTo>
                    <a:pt x="241" y="3660"/>
                  </a:lnTo>
                  <a:lnTo>
                    <a:pt x="169" y="3732"/>
                  </a:lnTo>
                  <a:lnTo>
                    <a:pt x="96" y="3828"/>
                  </a:lnTo>
                  <a:lnTo>
                    <a:pt x="24" y="3973"/>
                  </a:lnTo>
                  <a:lnTo>
                    <a:pt x="0" y="4141"/>
                  </a:lnTo>
                  <a:lnTo>
                    <a:pt x="0" y="4334"/>
                  </a:lnTo>
                  <a:lnTo>
                    <a:pt x="72" y="4551"/>
                  </a:lnTo>
                  <a:lnTo>
                    <a:pt x="169" y="4815"/>
                  </a:lnTo>
                  <a:lnTo>
                    <a:pt x="409" y="5393"/>
                  </a:lnTo>
                  <a:lnTo>
                    <a:pt x="698" y="5995"/>
                  </a:lnTo>
                  <a:lnTo>
                    <a:pt x="963" y="6500"/>
                  </a:lnTo>
                  <a:lnTo>
                    <a:pt x="1396" y="7415"/>
                  </a:lnTo>
                  <a:lnTo>
                    <a:pt x="2191" y="8980"/>
                  </a:lnTo>
                  <a:lnTo>
                    <a:pt x="2672" y="9847"/>
                  </a:lnTo>
                  <a:lnTo>
                    <a:pt x="3130" y="10689"/>
                  </a:lnTo>
                  <a:lnTo>
                    <a:pt x="3611" y="11460"/>
                  </a:lnTo>
                  <a:lnTo>
                    <a:pt x="3828" y="11797"/>
                  </a:lnTo>
                  <a:lnTo>
                    <a:pt x="4044" y="12085"/>
                  </a:lnTo>
                  <a:lnTo>
                    <a:pt x="5224" y="13650"/>
                  </a:lnTo>
                  <a:lnTo>
                    <a:pt x="5585" y="14204"/>
                  </a:lnTo>
                  <a:lnTo>
                    <a:pt x="5922" y="14758"/>
                  </a:lnTo>
                  <a:lnTo>
                    <a:pt x="6018" y="14950"/>
                  </a:lnTo>
                  <a:lnTo>
                    <a:pt x="6139" y="15191"/>
                  </a:lnTo>
                  <a:lnTo>
                    <a:pt x="6355" y="15841"/>
                  </a:lnTo>
                  <a:lnTo>
                    <a:pt x="6620" y="16587"/>
                  </a:lnTo>
                  <a:lnTo>
                    <a:pt x="6861" y="17382"/>
                  </a:lnTo>
                  <a:lnTo>
                    <a:pt x="7270" y="18754"/>
                  </a:lnTo>
                  <a:lnTo>
                    <a:pt x="7439" y="19355"/>
                  </a:lnTo>
                  <a:lnTo>
                    <a:pt x="12277" y="17526"/>
                  </a:lnTo>
                  <a:lnTo>
                    <a:pt x="12277" y="17478"/>
                  </a:lnTo>
                  <a:lnTo>
                    <a:pt x="12229" y="17333"/>
                  </a:lnTo>
                  <a:lnTo>
                    <a:pt x="12061" y="16852"/>
                  </a:lnTo>
                  <a:lnTo>
                    <a:pt x="11483" y="15383"/>
                  </a:lnTo>
                  <a:lnTo>
                    <a:pt x="11146" y="14517"/>
                  </a:lnTo>
                  <a:lnTo>
                    <a:pt x="10881" y="13698"/>
                  </a:lnTo>
                  <a:lnTo>
                    <a:pt x="10761" y="13313"/>
                  </a:lnTo>
                  <a:lnTo>
                    <a:pt x="10689" y="12976"/>
                  </a:lnTo>
                  <a:lnTo>
                    <a:pt x="10640" y="12687"/>
                  </a:lnTo>
                  <a:lnTo>
                    <a:pt x="10616" y="12447"/>
                  </a:lnTo>
                  <a:lnTo>
                    <a:pt x="10640" y="12230"/>
                  </a:lnTo>
                  <a:lnTo>
                    <a:pt x="10689" y="11965"/>
                  </a:lnTo>
                  <a:lnTo>
                    <a:pt x="10809" y="11411"/>
                  </a:lnTo>
                  <a:lnTo>
                    <a:pt x="10953" y="10785"/>
                  </a:lnTo>
                  <a:lnTo>
                    <a:pt x="11146" y="10160"/>
                  </a:lnTo>
                  <a:lnTo>
                    <a:pt x="11507" y="8956"/>
                  </a:lnTo>
                  <a:lnTo>
                    <a:pt x="11652" y="8426"/>
                  </a:lnTo>
                  <a:lnTo>
                    <a:pt x="11724" y="7993"/>
                  </a:lnTo>
                  <a:lnTo>
                    <a:pt x="11820" y="7199"/>
                  </a:lnTo>
                  <a:lnTo>
                    <a:pt x="11916" y="6380"/>
                  </a:lnTo>
                  <a:lnTo>
                    <a:pt x="11989" y="5995"/>
                  </a:lnTo>
                  <a:lnTo>
                    <a:pt x="12061" y="5658"/>
                  </a:lnTo>
                  <a:lnTo>
                    <a:pt x="12133" y="5369"/>
                  </a:lnTo>
                  <a:lnTo>
                    <a:pt x="12229" y="5128"/>
                  </a:lnTo>
                  <a:lnTo>
                    <a:pt x="12302" y="4936"/>
                  </a:lnTo>
                  <a:lnTo>
                    <a:pt x="12350" y="4719"/>
                  </a:lnTo>
                  <a:lnTo>
                    <a:pt x="12326" y="4526"/>
                  </a:lnTo>
                  <a:lnTo>
                    <a:pt x="12277" y="4334"/>
                  </a:lnTo>
                  <a:lnTo>
                    <a:pt x="12229" y="4262"/>
                  </a:lnTo>
                  <a:lnTo>
                    <a:pt x="12181" y="4189"/>
                  </a:lnTo>
                  <a:lnTo>
                    <a:pt x="12109" y="4141"/>
                  </a:lnTo>
                  <a:lnTo>
                    <a:pt x="12037" y="4093"/>
                  </a:lnTo>
                  <a:lnTo>
                    <a:pt x="11940" y="4069"/>
                  </a:lnTo>
                  <a:lnTo>
                    <a:pt x="11748" y="4069"/>
                  </a:lnTo>
                  <a:lnTo>
                    <a:pt x="11627" y="4117"/>
                  </a:lnTo>
                  <a:lnTo>
                    <a:pt x="11507" y="4165"/>
                  </a:lnTo>
                  <a:lnTo>
                    <a:pt x="11387" y="4238"/>
                  </a:lnTo>
                  <a:lnTo>
                    <a:pt x="11194" y="4406"/>
                  </a:lnTo>
                  <a:lnTo>
                    <a:pt x="11050" y="4599"/>
                  </a:lnTo>
                  <a:lnTo>
                    <a:pt x="10929" y="4815"/>
                  </a:lnTo>
                  <a:lnTo>
                    <a:pt x="10833" y="5056"/>
                  </a:lnTo>
                  <a:lnTo>
                    <a:pt x="10761" y="5321"/>
                  </a:lnTo>
                  <a:lnTo>
                    <a:pt x="10713" y="5562"/>
                  </a:lnTo>
                  <a:lnTo>
                    <a:pt x="10665" y="5802"/>
                  </a:lnTo>
                  <a:lnTo>
                    <a:pt x="10616" y="6043"/>
                  </a:lnTo>
                  <a:lnTo>
                    <a:pt x="10520" y="6308"/>
                  </a:lnTo>
                  <a:lnTo>
                    <a:pt x="10400" y="6573"/>
                  </a:lnTo>
                  <a:lnTo>
                    <a:pt x="10255" y="6837"/>
                  </a:lnTo>
                  <a:lnTo>
                    <a:pt x="10087" y="7054"/>
                  </a:lnTo>
                  <a:lnTo>
                    <a:pt x="9894" y="7247"/>
                  </a:lnTo>
                  <a:lnTo>
                    <a:pt x="9726" y="7367"/>
                  </a:lnTo>
                  <a:lnTo>
                    <a:pt x="9653" y="7415"/>
                  </a:lnTo>
                  <a:lnTo>
                    <a:pt x="9485" y="7415"/>
                  </a:lnTo>
                  <a:lnTo>
                    <a:pt x="9437" y="7391"/>
                  </a:lnTo>
                  <a:lnTo>
                    <a:pt x="9316" y="7319"/>
                  </a:lnTo>
                  <a:lnTo>
                    <a:pt x="9220" y="7223"/>
                  </a:lnTo>
                  <a:lnTo>
                    <a:pt x="9172" y="7102"/>
                  </a:lnTo>
                  <a:lnTo>
                    <a:pt x="9076" y="6886"/>
                  </a:lnTo>
                  <a:lnTo>
                    <a:pt x="9052" y="6789"/>
                  </a:lnTo>
                  <a:lnTo>
                    <a:pt x="8931" y="6573"/>
                  </a:lnTo>
                  <a:lnTo>
                    <a:pt x="8642" y="6019"/>
                  </a:lnTo>
                  <a:lnTo>
                    <a:pt x="8474" y="5658"/>
                  </a:lnTo>
                  <a:lnTo>
                    <a:pt x="8329" y="5249"/>
                  </a:lnTo>
                  <a:lnTo>
                    <a:pt x="8209" y="4863"/>
                  </a:lnTo>
                  <a:lnTo>
                    <a:pt x="8161" y="4454"/>
                  </a:lnTo>
                  <a:lnTo>
                    <a:pt x="8089" y="3780"/>
                  </a:lnTo>
                  <a:lnTo>
                    <a:pt x="8041" y="3515"/>
                  </a:lnTo>
                  <a:lnTo>
                    <a:pt x="7992" y="3251"/>
                  </a:lnTo>
                  <a:lnTo>
                    <a:pt x="7920" y="3034"/>
                  </a:lnTo>
                  <a:lnTo>
                    <a:pt x="7824" y="2793"/>
                  </a:lnTo>
                  <a:lnTo>
                    <a:pt x="7704" y="2552"/>
                  </a:lnTo>
                  <a:lnTo>
                    <a:pt x="7535" y="2288"/>
                  </a:lnTo>
                  <a:lnTo>
                    <a:pt x="7366" y="1999"/>
                  </a:lnTo>
                  <a:lnTo>
                    <a:pt x="7198" y="1710"/>
                  </a:lnTo>
                  <a:lnTo>
                    <a:pt x="6933" y="1180"/>
                  </a:lnTo>
                  <a:lnTo>
                    <a:pt x="6717" y="747"/>
                  </a:lnTo>
                  <a:lnTo>
                    <a:pt x="6620" y="603"/>
                  </a:lnTo>
                  <a:lnTo>
                    <a:pt x="6548" y="506"/>
                  </a:lnTo>
                  <a:lnTo>
                    <a:pt x="6452" y="458"/>
                  </a:lnTo>
                  <a:lnTo>
                    <a:pt x="6379" y="458"/>
                  </a:lnTo>
                  <a:lnTo>
                    <a:pt x="6283" y="482"/>
                  </a:lnTo>
                  <a:lnTo>
                    <a:pt x="6187" y="554"/>
                  </a:lnTo>
                  <a:lnTo>
                    <a:pt x="6091" y="675"/>
                  </a:lnTo>
                  <a:lnTo>
                    <a:pt x="6042" y="843"/>
                  </a:lnTo>
                  <a:lnTo>
                    <a:pt x="5994" y="1084"/>
                  </a:lnTo>
                  <a:lnTo>
                    <a:pt x="5994" y="1373"/>
                  </a:lnTo>
                  <a:lnTo>
                    <a:pt x="5994" y="1686"/>
                  </a:lnTo>
                  <a:lnTo>
                    <a:pt x="6042" y="1927"/>
                  </a:lnTo>
                  <a:lnTo>
                    <a:pt x="6067" y="2119"/>
                  </a:lnTo>
                  <a:lnTo>
                    <a:pt x="6115" y="2288"/>
                  </a:lnTo>
                  <a:lnTo>
                    <a:pt x="6259" y="2625"/>
                  </a:lnTo>
                  <a:lnTo>
                    <a:pt x="6452" y="3082"/>
                  </a:lnTo>
                  <a:lnTo>
                    <a:pt x="6524" y="3395"/>
                  </a:lnTo>
                  <a:lnTo>
                    <a:pt x="6596" y="3780"/>
                  </a:lnTo>
                  <a:lnTo>
                    <a:pt x="6644" y="4214"/>
                  </a:lnTo>
                  <a:lnTo>
                    <a:pt x="6668" y="4671"/>
                  </a:lnTo>
                  <a:lnTo>
                    <a:pt x="6668" y="5080"/>
                  </a:lnTo>
                  <a:lnTo>
                    <a:pt x="6668" y="5441"/>
                  </a:lnTo>
                  <a:lnTo>
                    <a:pt x="6620" y="5706"/>
                  </a:lnTo>
                  <a:lnTo>
                    <a:pt x="6572" y="5802"/>
                  </a:lnTo>
                  <a:lnTo>
                    <a:pt x="6524" y="5850"/>
                  </a:lnTo>
                  <a:lnTo>
                    <a:pt x="6476" y="5875"/>
                  </a:lnTo>
                  <a:lnTo>
                    <a:pt x="6428" y="5826"/>
                  </a:lnTo>
                  <a:lnTo>
                    <a:pt x="6355" y="5754"/>
                  </a:lnTo>
                  <a:lnTo>
                    <a:pt x="6283" y="5634"/>
                  </a:lnTo>
                  <a:lnTo>
                    <a:pt x="6139" y="5321"/>
                  </a:lnTo>
                  <a:lnTo>
                    <a:pt x="5970" y="4936"/>
                  </a:lnTo>
                  <a:lnTo>
                    <a:pt x="5705" y="4189"/>
                  </a:lnTo>
                  <a:lnTo>
                    <a:pt x="5561" y="3804"/>
                  </a:lnTo>
                  <a:lnTo>
                    <a:pt x="5417" y="3515"/>
                  </a:lnTo>
                  <a:lnTo>
                    <a:pt x="5176" y="2914"/>
                  </a:lnTo>
                  <a:lnTo>
                    <a:pt x="5055" y="2528"/>
                  </a:lnTo>
                  <a:lnTo>
                    <a:pt x="4959" y="2143"/>
                  </a:lnTo>
                  <a:lnTo>
                    <a:pt x="4887" y="1758"/>
                  </a:lnTo>
                  <a:lnTo>
                    <a:pt x="4839" y="1445"/>
                  </a:lnTo>
                  <a:lnTo>
                    <a:pt x="4815" y="1277"/>
                  </a:lnTo>
                  <a:lnTo>
                    <a:pt x="4791" y="1132"/>
                  </a:lnTo>
                  <a:lnTo>
                    <a:pt x="4743" y="1012"/>
                  </a:lnTo>
                  <a:lnTo>
                    <a:pt x="4670" y="867"/>
                  </a:lnTo>
                  <a:lnTo>
                    <a:pt x="4574" y="747"/>
                  </a:lnTo>
                  <a:lnTo>
                    <a:pt x="4478" y="627"/>
                  </a:lnTo>
                  <a:lnTo>
                    <a:pt x="4261" y="434"/>
                  </a:lnTo>
                  <a:lnTo>
                    <a:pt x="4020" y="266"/>
                  </a:lnTo>
                  <a:lnTo>
                    <a:pt x="3780" y="121"/>
                  </a:lnTo>
                  <a:lnTo>
                    <a:pt x="3587" y="49"/>
                  </a:lnTo>
                  <a:lnTo>
                    <a:pt x="339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8" name="Google Shape;13688;p41"/>
            <p:cNvSpPr/>
            <p:nvPr/>
          </p:nvSpPr>
          <p:spPr>
            <a:xfrm>
              <a:off x="5078650" y="3308850"/>
              <a:ext cx="9650" cy="12650"/>
            </a:xfrm>
            <a:custGeom>
              <a:avLst/>
              <a:gdLst/>
              <a:ahLst/>
              <a:cxnLst/>
              <a:rect l="l" t="t" r="r" b="b"/>
              <a:pathLst>
                <a:path w="386" h="506" extrusionOk="0">
                  <a:moveTo>
                    <a:pt x="49" y="0"/>
                  </a:moveTo>
                  <a:lnTo>
                    <a:pt x="25" y="24"/>
                  </a:lnTo>
                  <a:lnTo>
                    <a:pt x="1" y="49"/>
                  </a:lnTo>
                  <a:lnTo>
                    <a:pt x="1" y="121"/>
                  </a:lnTo>
                  <a:lnTo>
                    <a:pt x="1" y="193"/>
                  </a:lnTo>
                  <a:lnTo>
                    <a:pt x="49" y="361"/>
                  </a:lnTo>
                  <a:lnTo>
                    <a:pt x="121" y="482"/>
                  </a:lnTo>
                  <a:lnTo>
                    <a:pt x="193" y="506"/>
                  </a:lnTo>
                  <a:lnTo>
                    <a:pt x="241" y="506"/>
                  </a:lnTo>
                  <a:lnTo>
                    <a:pt x="313" y="458"/>
                  </a:lnTo>
                  <a:lnTo>
                    <a:pt x="362" y="410"/>
                  </a:lnTo>
                  <a:lnTo>
                    <a:pt x="386" y="337"/>
                  </a:lnTo>
                  <a:lnTo>
                    <a:pt x="362" y="169"/>
                  </a:lnTo>
                  <a:lnTo>
                    <a:pt x="338" y="73"/>
                  </a:lnTo>
                  <a:lnTo>
                    <a:pt x="313" y="49"/>
                  </a:lnTo>
                  <a:lnTo>
                    <a:pt x="265" y="24"/>
                  </a:lnTo>
                  <a:lnTo>
                    <a:pt x="1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9" name="Google Shape;13689;p41"/>
            <p:cNvSpPr/>
            <p:nvPr/>
          </p:nvSpPr>
          <p:spPr>
            <a:xfrm>
              <a:off x="5209850" y="3363000"/>
              <a:ext cx="78275" cy="142675"/>
            </a:xfrm>
            <a:custGeom>
              <a:avLst/>
              <a:gdLst/>
              <a:ahLst/>
              <a:cxnLst/>
              <a:rect l="l" t="t" r="r" b="b"/>
              <a:pathLst>
                <a:path w="3131" h="5707" extrusionOk="0">
                  <a:moveTo>
                    <a:pt x="915" y="1"/>
                  </a:moveTo>
                  <a:lnTo>
                    <a:pt x="819" y="49"/>
                  </a:lnTo>
                  <a:lnTo>
                    <a:pt x="626" y="145"/>
                  </a:lnTo>
                  <a:lnTo>
                    <a:pt x="506" y="218"/>
                  </a:lnTo>
                  <a:lnTo>
                    <a:pt x="386" y="266"/>
                  </a:lnTo>
                  <a:lnTo>
                    <a:pt x="97" y="266"/>
                  </a:lnTo>
                  <a:lnTo>
                    <a:pt x="25" y="314"/>
                  </a:lnTo>
                  <a:lnTo>
                    <a:pt x="0" y="362"/>
                  </a:lnTo>
                  <a:lnTo>
                    <a:pt x="0" y="434"/>
                  </a:lnTo>
                  <a:lnTo>
                    <a:pt x="25" y="531"/>
                  </a:lnTo>
                  <a:lnTo>
                    <a:pt x="97" y="603"/>
                  </a:lnTo>
                  <a:lnTo>
                    <a:pt x="169" y="699"/>
                  </a:lnTo>
                  <a:lnTo>
                    <a:pt x="241" y="771"/>
                  </a:lnTo>
                  <a:lnTo>
                    <a:pt x="1758" y="4912"/>
                  </a:lnTo>
                  <a:lnTo>
                    <a:pt x="1758" y="5056"/>
                  </a:lnTo>
                  <a:lnTo>
                    <a:pt x="1710" y="5225"/>
                  </a:lnTo>
                  <a:lnTo>
                    <a:pt x="1637" y="5393"/>
                  </a:lnTo>
                  <a:lnTo>
                    <a:pt x="1613" y="5490"/>
                  </a:lnTo>
                  <a:lnTo>
                    <a:pt x="1613" y="5586"/>
                  </a:lnTo>
                  <a:lnTo>
                    <a:pt x="1662" y="5634"/>
                  </a:lnTo>
                  <a:lnTo>
                    <a:pt x="1710" y="5682"/>
                  </a:lnTo>
                  <a:lnTo>
                    <a:pt x="1782" y="5706"/>
                  </a:lnTo>
                  <a:lnTo>
                    <a:pt x="1878" y="5706"/>
                  </a:lnTo>
                  <a:lnTo>
                    <a:pt x="1950" y="5682"/>
                  </a:lnTo>
                  <a:lnTo>
                    <a:pt x="2023" y="5634"/>
                  </a:lnTo>
                  <a:lnTo>
                    <a:pt x="2071" y="5562"/>
                  </a:lnTo>
                  <a:lnTo>
                    <a:pt x="2095" y="5514"/>
                  </a:lnTo>
                  <a:lnTo>
                    <a:pt x="2119" y="5417"/>
                  </a:lnTo>
                  <a:lnTo>
                    <a:pt x="2143" y="5369"/>
                  </a:lnTo>
                  <a:lnTo>
                    <a:pt x="2191" y="5345"/>
                  </a:lnTo>
                  <a:lnTo>
                    <a:pt x="2287" y="5321"/>
                  </a:lnTo>
                  <a:lnTo>
                    <a:pt x="2408" y="5297"/>
                  </a:lnTo>
                  <a:lnTo>
                    <a:pt x="2576" y="5297"/>
                  </a:lnTo>
                  <a:lnTo>
                    <a:pt x="2721" y="5321"/>
                  </a:lnTo>
                  <a:lnTo>
                    <a:pt x="2937" y="5369"/>
                  </a:lnTo>
                  <a:lnTo>
                    <a:pt x="3082" y="5369"/>
                  </a:lnTo>
                  <a:lnTo>
                    <a:pt x="3130" y="5321"/>
                  </a:lnTo>
                  <a:lnTo>
                    <a:pt x="3130" y="5249"/>
                  </a:lnTo>
                  <a:lnTo>
                    <a:pt x="3106" y="5080"/>
                  </a:lnTo>
                  <a:lnTo>
                    <a:pt x="3034" y="4936"/>
                  </a:lnTo>
                  <a:lnTo>
                    <a:pt x="2889" y="4791"/>
                  </a:lnTo>
                  <a:lnTo>
                    <a:pt x="2673" y="4647"/>
                  </a:lnTo>
                  <a:lnTo>
                    <a:pt x="2576" y="4575"/>
                  </a:lnTo>
                  <a:lnTo>
                    <a:pt x="2480" y="4479"/>
                  </a:lnTo>
                  <a:lnTo>
                    <a:pt x="2408" y="4358"/>
                  </a:lnTo>
                  <a:lnTo>
                    <a:pt x="2360" y="4190"/>
                  </a:lnTo>
                  <a:lnTo>
                    <a:pt x="2215" y="3804"/>
                  </a:lnTo>
                  <a:lnTo>
                    <a:pt x="2119" y="3540"/>
                  </a:lnTo>
                  <a:lnTo>
                    <a:pt x="1974" y="3251"/>
                  </a:lnTo>
                  <a:lnTo>
                    <a:pt x="1637" y="2553"/>
                  </a:lnTo>
                  <a:lnTo>
                    <a:pt x="1349" y="1879"/>
                  </a:lnTo>
                  <a:lnTo>
                    <a:pt x="1252" y="1566"/>
                  </a:lnTo>
                  <a:lnTo>
                    <a:pt x="1156" y="1277"/>
                  </a:lnTo>
                  <a:lnTo>
                    <a:pt x="1108" y="1012"/>
                  </a:lnTo>
                  <a:lnTo>
                    <a:pt x="1108" y="819"/>
                  </a:lnTo>
                  <a:lnTo>
                    <a:pt x="1108" y="482"/>
                  </a:lnTo>
                  <a:lnTo>
                    <a:pt x="1108" y="338"/>
                  </a:lnTo>
                  <a:lnTo>
                    <a:pt x="1084" y="194"/>
                  </a:lnTo>
                  <a:lnTo>
                    <a:pt x="1060" y="97"/>
                  </a:lnTo>
                  <a:lnTo>
                    <a:pt x="1012" y="25"/>
                  </a:lnTo>
                  <a:lnTo>
                    <a:pt x="9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0" name="Google Shape;13690;p41"/>
            <p:cNvSpPr/>
            <p:nvPr/>
          </p:nvSpPr>
          <p:spPr>
            <a:xfrm>
              <a:off x="5250775" y="3353375"/>
              <a:ext cx="64425" cy="144475"/>
            </a:xfrm>
            <a:custGeom>
              <a:avLst/>
              <a:gdLst/>
              <a:ahLst/>
              <a:cxnLst/>
              <a:rect l="l" t="t" r="r" b="b"/>
              <a:pathLst>
                <a:path w="2577" h="5779" extrusionOk="0">
                  <a:moveTo>
                    <a:pt x="1132" y="1"/>
                  </a:moveTo>
                  <a:lnTo>
                    <a:pt x="1036" y="49"/>
                  </a:lnTo>
                  <a:lnTo>
                    <a:pt x="819" y="145"/>
                  </a:lnTo>
                  <a:lnTo>
                    <a:pt x="699" y="169"/>
                  </a:lnTo>
                  <a:lnTo>
                    <a:pt x="578" y="217"/>
                  </a:lnTo>
                  <a:lnTo>
                    <a:pt x="482" y="217"/>
                  </a:lnTo>
                  <a:lnTo>
                    <a:pt x="386" y="193"/>
                  </a:lnTo>
                  <a:lnTo>
                    <a:pt x="241" y="145"/>
                  </a:lnTo>
                  <a:lnTo>
                    <a:pt x="145" y="73"/>
                  </a:lnTo>
                  <a:lnTo>
                    <a:pt x="121" y="49"/>
                  </a:lnTo>
                  <a:lnTo>
                    <a:pt x="73" y="73"/>
                  </a:lnTo>
                  <a:lnTo>
                    <a:pt x="25" y="121"/>
                  </a:lnTo>
                  <a:lnTo>
                    <a:pt x="0" y="169"/>
                  </a:lnTo>
                  <a:lnTo>
                    <a:pt x="0" y="241"/>
                  </a:lnTo>
                  <a:lnTo>
                    <a:pt x="49" y="362"/>
                  </a:lnTo>
                  <a:lnTo>
                    <a:pt x="121" y="506"/>
                  </a:lnTo>
                  <a:lnTo>
                    <a:pt x="337" y="795"/>
                  </a:lnTo>
                  <a:lnTo>
                    <a:pt x="554" y="1036"/>
                  </a:lnTo>
                  <a:lnTo>
                    <a:pt x="650" y="1180"/>
                  </a:lnTo>
                  <a:lnTo>
                    <a:pt x="747" y="1421"/>
                  </a:lnTo>
                  <a:lnTo>
                    <a:pt x="963" y="2119"/>
                  </a:lnTo>
                  <a:lnTo>
                    <a:pt x="1180" y="2865"/>
                  </a:lnTo>
                  <a:lnTo>
                    <a:pt x="1349" y="3491"/>
                  </a:lnTo>
                  <a:lnTo>
                    <a:pt x="1565" y="4454"/>
                  </a:lnTo>
                  <a:lnTo>
                    <a:pt x="1613" y="4864"/>
                  </a:lnTo>
                  <a:lnTo>
                    <a:pt x="1637" y="5056"/>
                  </a:lnTo>
                  <a:lnTo>
                    <a:pt x="1613" y="5201"/>
                  </a:lnTo>
                  <a:lnTo>
                    <a:pt x="1589" y="5321"/>
                  </a:lnTo>
                  <a:lnTo>
                    <a:pt x="1589" y="5441"/>
                  </a:lnTo>
                  <a:lnTo>
                    <a:pt x="1613" y="5562"/>
                  </a:lnTo>
                  <a:lnTo>
                    <a:pt x="1637" y="5634"/>
                  </a:lnTo>
                  <a:lnTo>
                    <a:pt x="1686" y="5706"/>
                  </a:lnTo>
                  <a:lnTo>
                    <a:pt x="1710" y="5754"/>
                  </a:lnTo>
                  <a:lnTo>
                    <a:pt x="1758" y="5778"/>
                  </a:lnTo>
                  <a:lnTo>
                    <a:pt x="1806" y="5754"/>
                  </a:lnTo>
                  <a:lnTo>
                    <a:pt x="1926" y="5706"/>
                  </a:lnTo>
                  <a:lnTo>
                    <a:pt x="2095" y="5682"/>
                  </a:lnTo>
                  <a:lnTo>
                    <a:pt x="2263" y="5682"/>
                  </a:lnTo>
                  <a:lnTo>
                    <a:pt x="2432" y="5706"/>
                  </a:lnTo>
                  <a:lnTo>
                    <a:pt x="2504" y="5730"/>
                  </a:lnTo>
                  <a:lnTo>
                    <a:pt x="2552" y="5682"/>
                  </a:lnTo>
                  <a:lnTo>
                    <a:pt x="2576" y="5610"/>
                  </a:lnTo>
                  <a:lnTo>
                    <a:pt x="2576" y="5514"/>
                  </a:lnTo>
                  <a:lnTo>
                    <a:pt x="2528" y="5176"/>
                  </a:lnTo>
                  <a:lnTo>
                    <a:pt x="2408" y="4671"/>
                  </a:lnTo>
                  <a:lnTo>
                    <a:pt x="2143" y="3804"/>
                  </a:lnTo>
                  <a:lnTo>
                    <a:pt x="1782" y="2601"/>
                  </a:lnTo>
                  <a:lnTo>
                    <a:pt x="1469" y="1469"/>
                  </a:lnTo>
                  <a:lnTo>
                    <a:pt x="1373" y="1084"/>
                  </a:lnTo>
                  <a:lnTo>
                    <a:pt x="1325" y="867"/>
                  </a:lnTo>
                  <a:lnTo>
                    <a:pt x="1373" y="458"/>
                  </a:lnTo>
                  <a:lnTo>
                    <a:pt x="1373" y="290"/>
                  </a:lnTo>
                  <a:lnTo>
                    <a:pt x="1325" y="97"/>
                  </a:lnTo>
                  <a:lnTo>
                    <a:pt x="1276" y="25"/>
                  </a:lnTo>
                  <a:lnTo>
                    <a:pt x="12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1" name="Google Shape;13691;p41"/>
            <p:cNvSpPr/>
            <p:nvPr/>
          </p:nvSpPr>
          <p:spPr>
            <a:xfrm>
              <a:off x="5171325" y="3379250"/>
              <a:ext cx="70450" cy="135450"/>
            </a:xfrm>
            <a:custGeom>
              <a:avLst/>
              <a:gdLst/>
              <a:ahLst/>
              <a:cxnLst/>
              <a:rect l="l" t="t" r="r" b="b"/>
              <a:pathLst>
                <a:path w="2818" h="5418" extrusionOk="0">
                  <a:moveTo>
                    <a:pt x="651" y="1"/>
                  </a:moveTo>
                  <a:lnTo>
                    <a:pt x="530" y="25"/>
                  </a:lnTo>
                  <a:lnTo>
                    <a:pt x="386" y="73"/>
                  </a:lnTo>
                  <a:lnTo>
                    <a:pt x="338" y="121"/>
                  </a:lnTo>
                  <a:lnTo>
                    <a:pt x="193" y="218"/>
                  </a:lnTo>
                  <a:lnTo>
                    <a:pt x="73" y="338"/>
                  </a:lnTo>
                  <a:lnTo>
                    <a:pt x="25" y="434"/>
                  </a:lnTo>
                  <a:lnTo>
                    <a:pt x="1" y="506"/>
                  </a:lnTo>
                  <a:lnTo>
                    <a:pt x="25" y="627"/>
                  </a:lnTo>
                  <a:lnTo>
                    <a:pt x="49" y="723"/>
                  </a:lnTo>
                  <a:lnTo>
                    <a:pt x="290" y="964"/>
                  </a:lnTo>
                  <a:lnTo>
                    <a:pt x="410" y="1180"/>
                  </a:lnTo>
                  <a:lnTo>
                    <a:pt x="603" y="1518"/>
                  </a:lnTo>
                  <a:lnTo>
                    <a:pt x="1084" y="2529"/>
                  </a:lnTo>
                  <a:lnTo>
                    <a:pt x="1566" y="3516"/>
                  </a:lnTo>
                  <a:lnTo>
                    <a:pt x="1734" y="3901"/>
                  </a:lnTo>
                  <a:lnTo>
                    <a:pt x="1879" y="4117"/>
                  </a:lnTo>
                  <a:lnTo>
                    <a:pt x="1951" y="4262"/>
                  </a:lnTo>
                  <a:lnTo>
                    <a:pt x="1999" y="4454"/>
                  </a:lnTo>
                  <a:lnTo>
                    <a:pt x="2095" y="4840"/>
                  </a:lnTo>
                  <a:lnTo>
                    <a:pt x="2119" y="5008"/>
                  </a:lnTo>
                  <a:lnTo>
                    <a:pt x="2167" y="5177"/>
                  </a:lnTo>
                  <a:lnTo>
                    <a:pt x="2240" y="5297"/>
                  </a:lnTo>
                  <a:lnTo>
                    <a:pt x="2288" y="5321"/>
                  </a:lnTo>
                  <a:lnTo>
                    <a:pt x="2336" y="5369"/>
                  </a:lnTo>
                  <a:lnTo>
                    <a:pt x="2504" y="5417"/>
                  </a:lnTo>
                  <a:lnTo>
                    <a:pt x="2601" y="5417"/>
                  </a:lnTo>
                  <a:lnTo>
                    <a:pt x="2649" y="5393"/>
                  </a:lnTo>
                  <a:lnTo>
                    <a:pt x="2673" y="5345"/>
                  </a:lnTo>
                  <a:lnTo>
                    <a:pt x="2697" y="5225"/>
                  </a:lnTo>
                  <a:lnTo>
                    <a:pt x="2697" y="5104"/>
                  </a:lnTo>
                  <a:lnTo>
                    <a:pt x="2721" y="5008"/>
                  </a:lnTo>
                  <a:lnTo>
                    <a:pt x="2793" y="4791"/>
                  </a:lnTo>
                  <a:lnTo>
                    <a:pt x="2817" y="4695"/>
                  </a:lnTo>
                  <a:lnTo>
                    <a:pt x="2817" y="4623"/>
                  </a:lnTo>
                  <a:lnTo>
                    <a:pt x="2769" y="4503"/>
                  </a:lnTo>
                  <a:lnTo>
                    <a:pt x="2625" y="4334"/>
                  </a:lnTo>
                  <a:lnTo>
                    <a:pt x="2504" y="4141"/>
                  </a:lnTo>
                  <a:lnTo>
                    <a:pt x="2360" y="3829"/>
                  </a:lnTo>
                  <a:lnTo>
                    <a:pt x="1999" y="2962"/>
                  </a:lnTo>
                  <a:lnTo>
                    <a:pt x="1614" y="2095"/>
                  </a:lnTo>
                  <a:lnTo>
                    <a:pt x="1445" y="1758"/>
                  </a:lnTo>
                  <a:lnTo>
                    <a:pt x="1325" y="1518"/>
                  </a:lnTo>
                  <a:lnTo>
                    <a:pt x="1204" y="1325"/>
                  </a:lnTo>
                  <a:lnTo>
                    <a:pt x="1132" y="1132"/>
                  </a:lnTo>
                  <a:lnTo>
                    <a:pt x="988" y="723"/>
                  </a:lnTo>
                  <a:lnTo>
                    <a:pt x="819" y="145"/>
                  </a:lnTo>
                  <a:lnTo>
                    <a:pt x="795" y="97"/>
                  </a:lnTo>
                  <a:lnTo>
                    <a:pt x="747" y="49"/>
                  </a:lnTo>
                  <a:lnTo>
                    <a:pt x="699" y="25"/>
                  </a:lnTo>
                  <a:lnTo>
                    <a:pt x="6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2" name="Google Shape;13692;p41"/>
            <p:cNvSpPr/>
            <p:nvPr/>
          </p:nvSpPr>
          <p:spPr>
            <a:xfrm>
              <a:off x="5138825" y="3403325"/>
              <a:ext cx="84300" cy="133650"/>
            </a:xfrm>
            <a:custGeom>
              <a:avLst/>
              <a:gdLst/>
              <a:ahLst/>
              <a:cxnLst/>
              <a:rect l="l" t="t" r="r" b="b"/>
              <a:pathLst>
                <a:path w="3372" h="5346" extrusionOk="0">
                  <a:moveTo>
                    <a:pt x="603" y="1"/>
                  </a:moveTo>
                  <a:lnTo>
                    <a:pt x="458" y="49"/>
                  </a:lnTo>
                  <a:lnTo>
                    <a:pt x="314" y="145"/>
                  </a:lnTo>
                  <a:lnTo>
                    <a:pt x="169" y="217"/>
                  </a:lnTo>
                  <a:lnTo>
                    <a:pt x="97" y="266"/>
                  </a:lnTo>
                  <a:lnTo>
                    <a:pt x="73" y="338"/>
                  </a:lnTo>
                  <a:lnTo>
                    <a:pt x="25" y="434"/>
                  </a:lnTo>
                  <a:lnTo>
                    <a:pt x="25" y="530"/>
                  </a:lnTo>
                  <a:lnTo>
                    <a:pt x="1" y="723"/>
                  </a:lnTo>
                  <a:lnTo>
                    <a:pt x="25" y="795"/>
                  </a:lnTo>
                  <a:lnTo>
                    <a:pt x="97" y="795"/>
                  </a:lnTo>
                  <a:lnTo>
                    <a:pt x="169" y="843"/>
                  </a:lnTo>
                  <a:lnTo>
                    <a:pt x="266" y="940"/>
                  </a:lnTo>
                  <a:lnTo>
                    <a:pt x="362" y="1060"/>
                  </a:lnTo>
                  <a:lnTo>
                    <a:pt x="603" y="1445"/>
                  </a:lnTo>
                  <a:lnTo>
                    <a:pt x="916" y="1951"/>
                  </a:lnTo>
                  <a:lnTo>
                    <a:pt x="1349" y="2649"/>
                  </a:lnTo>
                  <a:lnTo>
                    <a:pt x="1879" y="3419"/>
                  </a:lnTo>
                  <a:lnTo>
                    <a:pt x="2336" y="4093"/>
                  </a:lnTo>
                  <a:lnTo>
                    <a:pt x="2601" y="4430"/>
                  </a:lnTo>
                  <a:lnTo>
                    <a:pt x="2673" y="4527"/>
                  </a:lnTo>
                  <a:lnTo>
                    <a:pt x="2697" y="4599"/>
                  </a:lnTo>
                  <a:lnTo>
                    <a:pt x="2721" y="4815"/>
                  </a:lnTo>
                  <a:lnTo>
                    <a:pt x="2745" y="5032"/>
                  </a:lnTo>
                  <a:lnTo>
                    <a:pt x="2769" y="5152"/>
                  </a:lnTo>
                  <a:lnTo>
                    <a:pt x="2793" y="5249"/>
                  </a:lnTo>
                  <a:lnTo>
                    <a:pt x="2841" y="5321"/>
                  </a:lnTo>
                  <a:lnTo>
                    <a:pt x="2866" y="5345"/>
                  </a:lnTo>
                  <a:lnTo>
                    <a:pt x="2890" y="5321"/>
                  </a:lnTo>
                  <a:lnTo>
                    <a:pt x="2962" y="5273"/>
                  </a:lnTo>
                  <a:lnTo>
                    <a:pt x="3034" y="5201"/>
                  </a:lnTo>
                  <a:lnTo>
                    <a:pt x="3179" y="4960"/>
                  </a:lnTo>
                  <a:lnTo>
                    <a:pt x="3323" y="4719"/>
                  </a:lnTo>
                  <a:lnTo>
                    <a:pt x="3371" y="4623"/>
                  </a:lnTo>
                  <a:lnTo>
                    <a:pt x="3371" y="4527"/>
                  </a:lnTo>
                  <a:lnTo>
                    <a:pt x="3371" y="4478"/>
                  </a:lnTo>
                  <a:lnTo>
                    <a:pt x="3347" y="4406"/>
                  </a:lnTo>
                  <a:lnTo>
                    <a:pt x="3251" y="4310"/>
                  </a:lnTo>
                  <a:lnTo>
                    <a:pt x="3106" y="4190"/>
                  </a:lnTo>
                  <a:lnTo>
                    <a:pt x="2721" y="3564"/>
                  </a:lnTo>
                  <a:lnTo>
                    <a:pt x="1999" y="2384"/>
                  </a:lnTo>
                  <a:lnTo>
                    <a:pt x="1277" y="1180"/>
                  </a:lnTo>
                  <a:lnTo>
                    <a:pt x="892" y="482"/>
                  </a:lnTo>
                  <a:lnTo>
                    <a:pt x="819" y="266"/>
                  </a:lnTo>
                  <a:lnTo>
                    <a:pt x="795" y="145"/>
                  </a:lnTo>
                  <a:lnTo>
                    <a:pt x="795" y="73"/>
                  </a:lnTo>
                  <a:lnTo>
                    <a:pt x="723" y="25"/>
                  </a:lnTo>
                  <a:lnTo>
                    <a:pt x="6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3" name="Google Shape;13693;p41"/>
            <p:cNvSpPr/>
            <p:nvPr/>
          </p:nvSpPr>
          <p:spPr>
            <a:xfrm>
              <a:off x="5320575" y="3351575"/>
              <a:ext cx="38550" cy="99325"/>
            </a:xfrm>
            <a:custGeom>
              <a:avLst/>
              <a:gdLst/>
              <a:ahLst/>
              <a:cxnLst/>
              <a:rect l="l" t="t" r="r" b="b"/>
              <a:pathLst>
                <a:path w="1542" h="3973" extrusionOk="0">
                  <a:moveTo>
                    <a:pt x="940" y="1"/>
                  </a:moveTo>
                  <a:lnTo>
                    <a:pt x="892" y="97"/>
                  </a:lnTo>
                  <a:lnTo>
                    <a:pt x="771" y="265"/>
                  </a:lnTo>
                  <a:lnTo>
                    <a:pt x="699" y="338"/>
                  </a:lnTo>
                  <a:lnTo>
                    <a:pt x="675" y="434"/>
                  </a:lnTo>
                  <a:lnTo>
                    <a:pt x="699" y="482"/>
                  </a:lnTo>
                  <a:lnTo>
                    <a:pt x="699" y="578"/>
                  </a:lnTo>
                  <a:lnTo>
                    <a:pt x="723" y="651"/>
                  </a:lnTo>
                  <a:lnTo>
                    <a:pt x="747" y="771"/>
                  </a:lnTo>
                  <a:lnTo>
                    <a:pt x="747" y="915"/>
                  </a:lnTo>
                  <a:lnTo>
                    <a:pt x="723" y="1132"/>
                  </a:lnTo>
                  <a:lnTo>
                    <a:pt x="603" y="1686"/>
                  </a:lnTo>
                  <a:lnTo>
                    <a:pt x="434" y="2336"/>
                  </a:lnTo>
                  <a:lnTo>
                    <a:pt x="218" y="3082"/>
                  </a:lnTo>
                  <a:lnTo>
                    <a:pt x="49" y="3587"/>
                  </a:lnTo>
                  <a:lnTo>
                    <a:pt x="1" y="3756"/>
                  </a:lnTo>
                  <a:lnTo>
                    <a:pt x="1" y="3852"/>
                  </a:lnTo>
                  <a:lnTo>
                    <a:pt x="25" y="3900"/>
                  </a:lnTo>
                  <a:lnTo>
                    <a:pt x="410" y="3900"/>
                  </a:lnTo>
                  <a:lnTo>
                    <a:pt x="531" y="3924"/>
                  </a:lnTo>
                  <a:lnTo>
                    <a:pt x="627" y="3973"/>
                  </a:lnTo>
                  <a:lnTo>
                    <a:pt x="699" y="3949"/>
                  </a:lnTo>
                  <a:lnTo>
                    <a:pt x="723" y="3900"/>
                  </a:lnTo>
                  <a:lnTo>
                    <a:pt x="723" y="3804"/>
                  </a:lnTo>
                  <a:lnTo>
                    <a:pt x="675" y="3587"/>
                  </a:lnTo>
                  <a:lnTo>
                    <a:pt x="627" y="3347"/>
                  </a:lnTo>
                  <a:lnTo>
                    <a:pt x="627" y="3202"/>
                  </a:lnTo>
                  <a:lnTo>
                    <a:pt x="675" y="2986"/>
                  </a:lnTo>
                  <a:lnTo>
                    <a:pt x="844" y="2432"/>
                  </a:lnTo>
                  <a:lnTo>
                    <a:pt x="1060" y="1854"/>
                  </a:lnTo>
                  <a:lnTo>
                    <a:pt x="1132" y="1565"/>
                  </a:lnTo>
                  <a:lnTo>
                    <a:pt x="1156" y="1349"/>
                  </a:lnTo>
                  <a:lnTo>
                    <a:pt x="1181" y="1156"/>
                  </a:lnTo>
                  <a:lnTo>
                    <a:pt x="1229" y="988"/>
                  </a:lnTo>
                  <a:lnTo>
                    <a:pt x="1277" y="867"/>
                  </a:lnTo>
                  <a:lnTo>
                    <a:pt x="1325" y="795"/>
                  </a:lnTo>
                  <a:lnTo>
                    <a:pt x="1421" y="626"/>
                  </a:lnTo>
                  <a:lnTo>
                    <a:pt x="1494" y="554"/>
                  </a:lnTo>
                  <a:lnTo>
                    <a:pt x="1518" y="458"/>
                  </a:lnTo>
                  <a:lnTo>
                    <a:pt x="1542" y="386"/>
                  </a:lnTo>
                  <a:lnTo>
                    <a:pt x="1542" y="338"/>
                  </a:lnTo>
                  <a:lnTo>
                    <a:pt x="1494" y="289"/>
                  </a:lnTo>
                  <a:lnTo>
                    <a:pt x="1445" y="265"/>
                  </a:lnTo>
                  <a:lnTo>
                    <a:pt x="1301" y="241"/>
                  </a:lnTo>
                  <a:lnTo>
                    <a:pt x="1229" y="193"/>
                  </a:lnTo>
                  <a:lnTo>
                    <a:pt x="1132" y="121"/>
                  </a:lnTo>
                  <a:lnTo>
                    <a:pt x="1012" y="25"/>
                  </a:lnTo>
                  <a:lnTo>
                    <a:pt x="98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4" name="Google Shape;13694;p41"/>
            <p:cNvSpPr/>
            <p:nvPr/>
          </p:nvSpPr>
          <p:spPr>
            <a:xfrm>
              <a:off x="5348275" y="3317275"/>
              <a:ext cx="27100" cy="28900"/>
            </a:xfrm>
            <a:custGeom>
              <a:avLst/>
              <a:gdLst/>
              <a:ahLst/>
              <a:cxnLst/>
              <a:rect l="l" t="t" r="r" b="b"/>
              <a:pathLst>
                <a:path w="1084" h="1156" extrusionOk="0">
                  <a:moveTo>
                    <a:pt x="650" y="0"/>
                  </a:moveTo>
                  <a:lnTo>
                    <a:pt x="554" y="24"/>
                  </a:lnTo>
                  <a:lnTo>
                    <a:pt x="458" y="73"/>
                  </a:lnTo>
                  <a:lnTo>
                    <a:pt x="386" y="169"/>
                  </a:lnTo>
                  <a:lnTo>
                    <a:pt x="289" y="289"/>
                  </a:lnTo>
                  <a:lnTo>
                    <a:pt x="217" y="434"/>
                  </a:lnTo>
                  <a:lnTo>
                    <a:pt x="121" y="530"/>
                  </a:lnTo>
                  <a:lnTo>
                    <a:pt x="24" y="674"/>
                  </a:lnTo>
                  <a:lnTo>
                    <a:pt x="0" y="747"/>
                  </a:lnTo>
                  <a:lnTo>
                    <a:pt x="0" y="795"/>
                  </a:lnTo>
                  <a:lnTo>
                    <a:pt x="48" y="867"/>
                  </a:lnTo>
                  <a:lnTo>
                    <a:pt x="145" y="939"/>
                  </a:lnTo>
                  <a:lnTo>
                    <a:pt x="169" y="987"/>
                  </a:lnTo>
                  <a:lnTo>
                    <a:pt x="241" y="1084"/>
                  </a:lnTo>
                  <a:lnTo>
                    <a:pt x="265" y="1108"/>
                  </a:lnTo>
                  <a:lnTo>
                    <a:pt x="337" y="1156"/>
                  </a:lnTo>
                  <a:lnTo>
                    <a:pt x="458" y="1156"/>
                  </a:lnTo>
                  <a:lnTo>
                    <a:pt x="578" y="1108"/>
                  </a:lnTo>
                  <a:lnTo>
                    <a:pt x="674" y="1036"/>
                  </a:lnTo>
                  <a:lnTo>
                    <a:pt x="723" y="987"/>
                  </a:lnTo>
                  <a:lnTo>
                    <a:pt x="747" y="915"/>
                  </a:lnTo>
                  <a:lnTo>
                    <a:pt x="819" y="698"/>
                  </a:lnTo>
                  <a:lnTo>
                    <a:pt x="843" y="554"/>
                  </a:lnTo>
                  <a:lnTo>
                    <a:pt x="915" y="410"/>
                  </a:lnTo>
                  <a:lnTo>
                    <a:pt x="1011" y="217"/>
                  </a:lnTo>
                  <a:lnTo>
                    <a:pt x="1060" y="121"/>
                  </a:lnTo>
                  <a:lnTo>
                    <a:pt x="1084" y="73"/>
                  </a:lnTo>
                  <a:lnTo>
                    <a:pt x="1060" y="24"/>
                  </a:lnTo>
                  <a:lnTo>
                    <a:pt x="1011" y="24"/>
                  </a:lnTo>
                  <a:lnTo>
                    <a:pt x="8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5" name="Google Shape;13695;p41"/>
            <p:cNvSpPr/>
            <p:nvPr/>
          </p:nvSpPr>
          <p:spPr>
            <a:xfrm>
              <a:off x="5319375" y="3455100"/>
              <a:ext cx="15075" cy="30700"/>
            </a:xfrm>
            <a:custGeom>
              <a:avLst/>
              <a:gdLst/>
              <a:ahLst/>
              <a:cxnLst/>
              <a:rect l="l" t="t" r="r" b="b"/>
              <a:pathLst>
                <a:path w="603" h="1228" extrusionOk="0">
                  <a:moveTo>
                    <a:pt x="314" y="0"/>
                  </a:moveTo>
                  <a:lnTo>
                    <a:pt x="242" y="24"/>
                  </a:lnTo>
                  <a:lnTo>
                    <a:pt x="97" y="48"/>
                  </a:lnTo>
                  <a:lnTo>
                    <a:pt x="49" y="72"/>
                  </a:lnTo>
                  <a:lnTo>
                    <a:pt x="25" y="72"/>
                  </a:lnTo>
                  <a:lnTo>
                    <a:pt x="25" y="120"/>
                  </a:lnTo>
                  <a:lnTo>
                    <a:pt x="1" y="217"/>
                  </a:lnTo>
                  <a:lnTo>
                    <a:pt x="49" y="506"/>
                  </a:lnTo>
                  <a:lnTo>
                    <a:pt x="193" y="1132"/>
                  </a:lnTo>
                  <a:lnTo>
                    <a:pt x="217" y="1204"/>
                  </a:lnTo>
                  <a:lnTo>
                    <a:pt x="242" y="1228"/>
                  </a:lnTo>
                  <a:lnTo>
                    <a:pt x="290" y="1204"/>
                  </a:lnTo>
                  <a:lnTo>
                    <a:pt x="314" y="1132"/>
                  </a:lnTo>
                  <a:lnTo>
                    <a:pt x="386" y="915"/>
                  </a:lnTo>
                  <a:lnTo>
                    <a:pt x="482" y="626"/>
                  </a:lnTo>
                  <a:lnTo>
                    <a:pt x="530" y="385"/>
                  </a:lnTo>
                  <a:lnTo>
                    <a:pt x="579" y="289"/>
                  </a:lnTo>
                  <a:lnTo>
                    <a:pt x="603" y="265"/>
                  </a:lnTo>
                  <a:lnTo>
                    <a:pt x="579" y="217"/>
                  </a:lnTo>
                  <a:lnTo>
                    <a:pt x="530" y="120"/>
                  </a:lnTo>
                  <a:lnTo>
                    <a:pt x="458" y="48"/>
                  </a:lnTo>
                  <a:lnTo>
                    <a:pt x="386" y="24"/>
                  </a:lnTo>
                  <a:lnTo>
                    <a:pt x="3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6" name="Google Shape;13696;p41"/>
            <p:cNvSpPr/>
            <p:nvPr/>
          </p:nvSpPr>
          <p:spPr>
            <a:xfrm>
              <a:off x="5219475" y="3518875"/>
              <a:ext cx="49975" cy="47575"/>
            </a:xfrm>
            <a:custGeom>
              <a:avLst/>
              <a:gdLst/>
              <a:ahLst/>
              <a:cxnLst/>
              <a:rect l="l" t="t" r="r" b="b"/>
              <a:pathLst>
                <a:path w="1999" h="1903" extrusionOk="0">
                  <a:moveTo>
                    <a:pt x="1662" y="1"/>
                  </a:moveTo>
                  <a:lnTo>
                    <a:pt x="1493" y="49"/>
                  </a:lnTo>
                  <a:lnTo>
                    <a:pt x="1301" y="97"/>
                  </a:lnTo>
                  <a:lnTo>
                    <a:pt x="1132" y="145"/>
                  </a:lnTo>
                  <a:lnTo>
                    <a:pt x="819" y="169"/>
                  </a:lnTo>
                  <a:lnTo>
                    <a:pt x="675" y="218"/>
                  </a:lnTo>
                  <a:lnTo>
                    <a:pt x="578" y="242"/>
                  </a:lnTo>
                  <a:lnTo>
                    <a:pt x="482" y="314"/>
                  </a:lnTo>
                  <a:lnTo>
                    <a:pt x="434" y="434"/>
                  </a:lnTo>
                  <a:lnTo>
                    <a:pt x="314" y="675"/>
                  </a:lnTo>
                  <a:lnTo>
                    <a:pt x="169" y="868"/>
                  </a:lnTo>
                  <a:lnTo>
                    <a:pt x="1" y="1036"/>
                  </a:lnTo>
                  <a:lnTo>
                    <a:pt x="217" y="1373"/>
                  </a:lnTo>
                  <a:lnTo>
                    <a:pt x="386" y="1662"/>
                  </a:lnTo>
                  <a:lnTo>
                    <a:pt x="482" y="1782"/>
                  </a:lnTo>
                  <a:lnTo>
                    <a:pt x="578" y="1855"/>
                  </a:lnTo>
                  <a:lnTo>
                    <a:pt x="675" y="1903"/>
                  </a:lnTo>
                  <a:lnTo>
                    <a:pt x="747" y="1879"/>
                  </a:lnTo>
                  <a:lnTo>
                    <a:pt x="819" y="1830"/>
                  </a:lnTo>
                  <a:lnTo>
                    <a:pt x="915" y="1734"/>
                  </a:lnTo>
                  <a:lnTo>
                    <a:pt x="1108" y="1542"/>
                  </a:lnTo>
                  <a:lnTo>
                    <a:pt x="1252" y="1445"/>
                  </a:lnTo>
                  <a:lnTo>
                    <a:pt x="1397" y="1373"/>
                  </a:lnTo>
                  <a:lnTo>
                    <a:pt x="1565" y="1325"/>
                  </a:lnTo>
                  <a:lnTo>
                    <a:pt x="1710" y="1301"/>
                  </a:lnTo>
                  <a:lnTo>
                    <a:pt x="1902" y="1253"/>
                  </a:lnTo>
                  <a:lnTo>
                    <a:pt x="1975" y="1205"/>
                  </a:lnTo>
                  <a:lnTo>
                    <a:pt x="1999" y="1156"/>
                  </a:lnTo>
                  <a:lnTo>
                    <a:pt x="1999" y="1036"/>
                  </a:lnTo>
                  <a:lnTo>
                    <a:pt x="1951" y="868"/>
                  </a:lnTo>
                  <a:lnTo>
                    <a:pt x="1927" y="699"/>
                  </a:lnTo>
                  <a:lnTo>
                    <a:pt x="1902" y="506"/>
                  </a:lnTo>
                  <a:lnTo>
                    <a:pt x="1854" y="193"/>
                  </a:lnTo>
                  <a:lnTo>
                    <a:pt x="1830" y="97"/>
                  </a:lnTo>
                  <a:lnTo>
                    <a:pt x="1806" y="49"/>
                  </a:lnTo>
                  <a:lnTo>
                    <a:pt x="1758" y="25"/>
                  </a:lnTo>
                  <a:lnTo>
                    <a:pt x="171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7" name="Google Shape;13697;p41"/>
            <p:cNvSpPr/>
            <p:nvPr/>
          </p:nvSpPr>
          <p:spPr>
            <a:xfrm>
              <a:off x="5275450" y="3505050"/>
              <a:ext cx="50575" cy="39125"/>
            </a:xfrm>
            <a:custGeom>
              <a:avLst/>
              <a:gdLst/>
              <a:ahLst/>
              <a:cxnLst/>
              <a:rect l="l" t="t" r="r" b="b"/>
              <a:pathLst>
                <a:path w="2023" h="1565" extrusionOk="0">
                  <a:moveTo>
                    <a:pt x="1036" y="0"/>
                  </a:moveTo>
                  <a:lnTo>
                    <a:pt x="723" y="24"/>
                  </a:lnTo>
                  <a:lnTo>
                    <a:pt x="434" y="48"/>
                  </a:lnTo>
                  <a:lnTo>
                    <a:pt x="193" y="96"/>
                  </a:lnTo>
                  <a:lnTo>
                    <a:pt x="145" y="145"/>
                  </a:lnTo>
                  <a:lnTo>
                    <a:pt x="97" y="169"/>
                  </a:lnTo>
                  <a:lnTo>
                    <a:pt x="25" y="337"/>
                  </a:lnTo>
                  <a:lnTo>
                    <a:pt x="0" y="385"/>
                  </a:lnTo>
                  <a:lnTo>
                    <a:pt x="49" y="1348"/>
                  </a:lnTo>
                  <a:lnTo>
                    <a:pt x="73" y="1421"/>
                  </a:lnTo>
                  <a:lnTo>
                    <a:pt x="97" y="1493"/>
                  </a:lnTo>
                  <a:lnTo>
                    <a:pt x="145" y="1541"/>
                  </a:lnTo>
                  <a:lnTo>
                    <a:pt x="217" y="1565"/>
                  </a:lnTo>
                  <a:lnTo>
                    <a:pt x="289" y="1565"/>
                  </a:lnTo>
                  <a:lnTo>
                    <a:pt x="386" y="1541"/>
                  </a:lnTo>
                  <a:lnTo>
                    <a:pt x="626" y="1469"/>
                  </a:lnTo>
                  <a:lnTo>
                    <a:pt x="819" y="1348"/>
                  </a:lnTo>
                  <a:lnTo>
                    <a:pt x="987" y="1276"/>
                  </a:lnTo>
                  <a:lnTo>
                    <a:pt x="1156" y="1204"/>
                  </a:lnTo>
                  <a:lnTo>
                    <a:pt x="1373" y="1204"/>
                  </a:lnTo>
                  <a:lnTo>
                    <a:pt x="1662" y="1180"/>
                  </a:lnTo>
                  <a:lnTo>
                    <a:pt x="1878" y="1156"/>
                  </a:lnTo>
                  <a:lnTo>
                    <a:pt x="1950" y="1132"/>
                  </a:lnTo>
                  <a:lnTo>
                    <a:pt x="1999" y="1108"/>
                  </a:lnTo>
                  <a:lnTo>
                    <a:pt x="2023" y="1035"/>
                  </a:lnTo>
                  <a:lnTo>
                    <a:pt x="2023" y="963"/>
                  </a:lnTo>
                  <a:lnTo>
                    <a:pt x="1974" y="867"/>
                  </a:lnTo>
                  <a:lnTo>
                    <a:pt x="1902" y="771"/>
                  </a:lnTo>
                  <a:lnTo>
                    <a:pt x="1758" y="530"/>
                  </a:lnTo>
                  <a:lnTo>
                    <a:pt x="1686" y="434"/>
                  </a:lnTo>
                  <a:lnTo>
                    <a:pt x="1662" y="313"/>
                  </a:lnTo>
                  <a:lnTo>
                    <a:pt x="1662" y="217"/>
                  </a:lnTo>
                  <a:lnTo>
                    <a:pt x="1686" y="169"/>
                  </a:lnTo>
                  <a:lnTo>
                    <a:pt x="1710" y="145"/>
                  </a:lnTo>
                  <a:lnTo>
                    <a:pt x="1734" y="96"/>
                  </a:lnTo>
                  <a:lnTo>
                    <a:pt x="1710" y="72"/>
                  </a:lnTo>
                  <a:lnTo>
                    <a:pt x="1565" y="24"/>
                  </a:lnTo>
                  <a:lnTo>
                    <a:pt x="1325" y="24"/>
                  </a:lnTo>
                  <a:lnTo>
                    <a:pt x="10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8" name="Google Shape;13698;p41"/>
            <p:cNvSpPr/>
            <p:nvPr/>
          </p:nvSpPr>
          <p:spPr>
            <a:xfrm>
              <a:off x="5242350" y="3567025"/>
              <a:ext cx="28300" cy="23500"/>
            </a:xfrm>
            <a:custGeom>
              <a:avLst/>
              <a:gdLst/>
              <a:ahLst/>
              <a:cxnLst/>
              <a:rect l="l" t="t" r="r" b="b"/>
              <a:pathLst>
                <a:path w="1132" h="940" extrusionOk="0">
                  <a:moveTo>
                    <a:pt x="987" y="1"/>
                  </a:moveTo>
                  <a:lnTo>
                    <a:pt x="915" y="25"/>
                  </a:lnTo>
                  <a:lnTo>
                    <a:pt x="771" y="97"/>
                  </a:lnTo>
                  <a:lnTo>
                    <a:pt x="626" y="193"/>
                  </a:lnTo>
                  <a:lnTo>
                    <a:pt x="554" y="217"/>
                  </a:lnTo>
                  <a:lnTo>
                    <a:pt x="458" y="241"/>
                  </a:lnTo>
                  <a:lnTo>
                    <a:pt x="265" y="266"/>
                  </a:lnTo>
                  <a:lnTo>
                    <a:pt x="121" y="338"/>
                  </a:lnTo>
                  <a:lnTo>
                    <a:pt x="0" y="410"/>
                  </a:lnTo>
                  <a:lnTo>
                    <a:pt x="0" y="482"/>
                  </a:lnTo>
                  <a:lnTo>
                    <a:pt x="73" y="651"/>
                  </a:lnTo>
                  <a:lnTo>
                    <a:pt x="121" y="747"/>
                  </a:lnTo>
                  <a:lnTo>
                    <a:pt x="193" y="819"/>
                  </a:lnTo>
                  <a:lnTo>
                    <a:pt x="289" y="891"/>
                  </a:lnTo>
                  <a:lnTo>
                    <a:pt x="410" y="916"/>
                  </a:lnTo>
                  <a:lnTo>
                    <a:pt x="602" y="940"/>
                  </a:lnTo>
                  <a:lnTo>
                    <a:pt x="747" y="940"/>
                  </a:lnTo>
                  <a:lnTo>
                    <a:pt x="819" y="916"/>
                  </a:lnTo>
                  <a:lnTo>
                    <a:pt x="867" y="867"/>
                  </a:lnTo>
                  <a:lnTo>
                    <a:pt x="939" y="723"/>
                  </a:lnTo>
                  <a:lnTo>
                    <a:pt x="1060" y="530"/>
                  </a:lnTo>
                  <a:lnTo>
                    <a:pt x="1132" y="314"/>
                  </a:lnTo>
                  <a:lnTo>
                    <a:pt x="1132" y="217"/>
                  </a:lnTo>
                  <a:lnTo>
                    <a:pt x="1132" y="121"/>
                  </a:lnTo>
                  <a:lnTo>
                    <a:pt x="1108" y="73"/>
                  </a:lnTo>
                  <a:lnTo>
                    <a:pt x="1060" y="25"/>
                  </a:lnTo>
                  <a:lnTo>
                    <a:pt x="9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9" name="Google Shape;13699;p41"/>
            <p:cNvSpPr/>
            <p:nvPr/>
          </p:nvSpPr>
          <p:spPr>
            <a:xfrm>
              <a:off x="5273050" y="3556200"/>
              <a:ext cx="34325" cy="27700"/>
            </a:xfrm>
            <a:custGeom>
              <a:avLst/>
              <a:gdLst/>
              <a:ahLst/>
              <a:cxnLst/>
              <a:rect l="l" t="t" r="r" b="b"/>
              <a:pathLst>
                <a:path w="1373" h="1108" extrusionOk="0">
                  <a:moveTo>
                    <a:pt x="915" y="0"/>
                  </a:moveTo>
                  <a:lnTo>
                    <a:pt x="650" y="24"/>
                  </a:lnTo>
                  <a:lnTo>
                    <a:pt x="337" y="121"/>
                  </a:lnTo>
                  <a:lnTo>
                    <a:pt x="193" y="169"/>
                  </a:lnTo>
                  <a:lnTo>
                    <a:pt x="72" y="217"/>
                  </a:lnTo>
                  <a:lnTo>
                    <a:pt x="0" y="289"/>
                  </a:lnTo>
                  <a:lnTo>
                    <a:pt x="0" y="313"/>
                  </a:lnTo>
                  <a:lnTo>
                    <a:pt x="0" y="337"/>
                  </a:lnTo>
                  <a:lnTo>
                    <a:pt x="24" y="337"/>
                  </a:lnTo>
                  <a:lnTo>
                    <a:pt x="72" y="362"/>
                  </a:lnTo>
                  <a:lnTo>
                    <a:pt x="121" y="458"/>
                  </a:lnTo>
                  <a:lnTo>
                    <a:pt x="145" y="699"/>
                  </a:lnTo>
                  <a:lnTo>
                    <a:pt x="169" y="963"/>
                  </a:lnTo>
                  <a:lnTo>
                    <a:pt x="193" y="1036"/>
                  </a:lnTo>
                  <a:lnTo>
                    <a:pt x="217" y="1084"/>
                  </a:lnTo>
                  <a:lnTo>
                    <a:pt x="265" y="1108"/>
                  </a:lnTo>
                  <a:lnTo>
                    <a:pt x="337" y="1084"/>
                  </a:lnTo>
                  <a:lnTo>
                    <a:pt x="554" y="987"/>
                  </a:lnTo>
                  <a:lnTo>
                    <a:pt x="722" y="915"/>
                  </a:lnTo>
                  <a:lnTo>
                    <a:pt x="867" y="891"/>
                  </a:lnTo>
                  <a:lnTo>
                    <a:pt x="1156" y="891"/>
                  </a:lnTo>
                  <a:lnTo>
                    <a:pt x="1252" y="867"/>
                  </a:lnTo>
                  <a:lnTo>
                    <a:pt x="1324" y="843"/>
                  </a:lnTo>
                  <a:lnTo>
                    <a:pt x="1348" y="819"/>
                  </a:lnTo>
                  <a:lnTo>
                    <a:pt x="1372" y="795"/>
                  </a:lnTo>
                  <a:lnTo>
                    <a:pt x="1348" y="699"/>
                  </a:lnTo>
                  <a:lnTo>
                    <a:pt x="1180" y="217"/>
                  </a:lnTo>
                  <a:lnTo>
                    <a:pt x="1132" y="145"/>
                  </a:lnTo>
                  <a:lnTo>
                    <a:pt x="1083" y="49"/>
                  </a:lnTo>
                  <a:lnTo>
                    <a:pt x="10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0" name="Google Shape;13700;p41"/>
            <p:cNvSpPr/>
            <p:nvPr/>
          </p:nvSpPr>
          <p:spPr>
            <a:xfrm>
              <a:off x="5307350" y="3545975"/>
              <a:ext cx="30725" cy="24100"/>
            </a:xfrm>
            <a:custGeom>
              <a:avLst/>
              <a:gdLst/>
              <a:ahLst/>
              <a:cxnLst/>
              <a:rect l="l" t="t" r="r" b="b"/>
              <a:pathLst>
                <a:path w="1229" h="964" extrusionOk="0">
                  <a:moveTo>
                    <a:pt x="386" y="0"/>
                  </a:moveTo>
                  <a:lnTo>
                    <a:pt x="217" y="24"/>
                  </a:lnTo>
                  <a:lnTo>
                    <a:pt x="97" y="48"/>
                  </a:lnTo>
                  <a:lnTo>
                    <a:pt x="24" y="96"/>
                  </a:lnTo>
                  <a:lnTo>
                    <a:pt x="0" y="121"/>
                  </a:lnTo>
                  <a:lnTo>
                    <a:pt x="0" y="145"/>
                  </a:lnTo>
                  <a:lnTo>
                    <a:pt x="24" y="337"/>
                  </a:lnTo>
                  <a:lnTo>
                    <a:pt x="97" y="650"/>
                  </a:lnTo>
                  <a:lnTo>
                    <a:pt x="169" y="795"/>
                  </a:lnTo>
                  <a:lnTo>
                    <a:pt x="217" y="915"/>
                  </a:lnTo>
                  <a:lnTo>
                    <a:pt x="265" y="939"/>
                  </a:lnTo>
                  <a:lnTo>
                    <a:pt x="289" y="963"/>
                  </a:lnTo>
                  <a:lnTo>
                    <a:pt x="386" y="963"/>
                  </a:lnTo>
                  <a:lnTo>
                    <a:pt x="458" y="915"/>
                  </a:lnTo>
                  <a:lnTo>
                    <a:pt x="554" y="891"/>
                  </a:lnTo>
                  <a:lnTo>
                    <a:pt x="674" y="867"/>
                  </a:lnTo>
                  <a:lnTo>
                    <a:pt x="819" y="819"/>
                  </a:lnTo>
                  <a:lnTo>
                    <a:pt x="891" y="795"/>
                  </a:lnTo>
                  <a:lnTo>
                    <a:pt x="963" y="746"/>
                  </a:lnTo>
                  <a:lnTo>
                    <a:pt x="1060" y="674"/>
                  </a:lnTo>
                  <a:lnTo>
                    <a:pt x="1132" y="578"/>
                  </a:lnTo>
                  <a:lnTo>
                    <a:pt x="1180" y="482"/>
                  </a:lnTo>
                  <a:lnTo>
                    <a:pt x="1204" y="409"/>
                  </a:lnTo>
                  <a:lnTo>
                    <a:pt x="1228" y="313"/>
                  </a:lnTo>
                  <a:lnTo>
                    <a:pt x="1180" y="241"/>
                  </a:lnTo>
                  <a:lnTo>
                    <a:pt x="1132" y="169"/>
                  </a:lnTo>
                  <a:lnTo>
                    <a:pt x="1036" y="96"/>
                  </a:lnTo>
                  <a:lnTo>
                    <a:pt x="891" y="48"/>
                  </a:lnTo>
                  <a:lnTo>
                    <a:pt x="723" y="24"/>
                  </a:lnTo>
                  <a:lnTo>
                    <a:pt x="3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1" name="Google Shape;13701;p41"/>
            <p:cNvSpPr/>
            <p:nvPr/>
          </p:nvSpPr>
          <p:spPr>
            <a:xfrm>
              <a:off x="5254375" y="3590500"/>
              <a:ext cx="69850" cy="86700"/>
            </a:xfrm>
            <a:custGeom>
              <a:avLst/>
              <a:gdLst/>
              <a:ahLst/>
              <a:cxnLst/>
              <a:rect l="l" t="t" r="r" b="b"/>
              <a:pathLst>
                <a:path w="2794" h="3468" extrusionOk="0">
                  <a:moveTo>
                    <a:pt x="1903" y="1"/>
                  </a:moveTo>
                  <a:lnTo>
                    <a:pt x="1782" y="25"/>
                  </a:lnTo>
                  <a:lnTo>
                    <a:pt x="1662" y="73"/>
                  </a:lnTo>
                  <a:lnTo>
                    <a:pt x="1566" y="145"/>
                  </a:lnTo>
                  <a:lnTo>
                    <a:pt x="1349" y="338"/>
                  </a:lnTo>
                  <a:lnTo>
                    <a:pt x="1156" y="554"/>
                  </a:lnTo>
                  <a:lnTo>
                    <a:pt x="1084" y="651"/>
                  </a:lnTo>
                  <a:lnTo>
                    <a:pt x="988" y="723"/>
                  </a:lnTo>
                  <a:lnTo>
                    <a:pt x="916" y="747"/>
                  </a:lnTo>
                  <a:lnTo>
                    <a:pt x="843" y="747"/>
                  </a:lnTo>
                  <a:lnTo>
                    <a:pt x="627" y="723"/>
                  </a:lnTo>
                  <a:lnTo>
                    <a:pt x="482" y="699"/>
                  </a:lnTo>
                  <a:lnTo>
                    <a:pt x="290" y="699"/>
                  </a:lnTo>
                  <a:lnTo>
                    <a:pt x="121" y="723"/>
                  </a:lnTo>
                  <a:lnTo>
                    <a:pt x="25" y="747"/>
                  </a:lnTo>
                  <a:lnTo>
                    <a:pt x="1" y="795"/>
                  </a:lnTo>
                  <a:lnTo>
                    <a:pt x="1" y="867"/>
                  </a:lnTo>
                  <a:lnTo>
                    <a:pt x="73" y="964"/>
                  </a:lnTo>
                  <a:lnTo>
                    <a:pt x="145" y="1060"/>
                  </a:lnTo>
                  <a:lnTo>
                    <a:pt x="386" y="1252"/>
                  </a:lnTo>
                  <a:lnTo>
                    <a:pt x="579" y="1469"/>
                  </a:lnTo>
                  <a:lnTo>
                    <a:pt x="723" y="1686"/>
                  </a:lnTo>
                  <a:lnTo>
                    <a:pt x="819" y="1926"/>
                  </a:lnTo>
                  <a:lnTo>
                    <a:pt x="964" y="2239"/>
                  </a:lnTo>
                  <a:lnTo>
                    <a:pt x="1108" y="2625"/>
                  </a:lnTo>
                  <a:lnTo>
                    <a:pt x="1253" y="3034"/>
                  </a:lnTo>
                  <a:lnTo>
                    <a:pt x="1421" y="3467"/>
                  </a:lnTo>
                  <a:lnTo>
                    <a:pt x="2793" y="2962"/>
                  </a:lnTo>
                  <a:lnTo>
                    <a:pt x="2288" y="1638"/>
                  </a:lnTo>
                  <a:lnTo>
                    <a:pt x="2240" y="1397"/>
                  </a:lnTo>
                  <a:lnTo>
                    <a:pt x="2240" y="1156"/>
                  </a:lnTo>
                  <a:lnTo>
                    <a:pt x="2288" y="915"/>
                  </a:lnTo>
                  <a:lnTo>
                    <a:pt x="2408" y="626"/>
                  </a:lnTo>
                  <a:lnTo>
                    <a:pt x="2456" y="482"/>
                  </a:lnTo>
                  <a:lnTo>
                    <a:pt x="2480" y="386"/>
                  </a:lnTo>
                  <a:lnTo>
                    <a:pt x="2480" y="289"/>
                  </a:lnTo>
                  <a:lnTo>
                    <a:pt x="2432" y="193"/>
                  </a:lnTo>
                  <a:lnTo>
                    <a:pt x="2360" y="145"/>
                  </a:lnTo>
                  <a:lnTo>
                    <a:pt x="2264" y="97"/>
                  </a:lnTo>
                  <a:lnTo>
                    <a:pt x="2023" y="25"/>
                  </a:lnTo>
                  <a:lnTo>
                    <a:pt x="19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2" name="Google Shape;13702;p41"/>
            <p:cNvSpPr/>
            <p:nvPr/>
          </p:nvSpPr>
          <p:spPr>
            <a:xfrm>
              <a:off x="5321800" y="3575450"/>
              <a:ext cx="48775" cy="78275"/>
            </a:xfrm>
            <a:custGeom>
              <a:avLst/>
              <a:gdLst/>
              <a:ahLst/>
              <a:cxnLst/>
              <a:rect l="l" t="t" r="r" b="b"/>
              <a:pathLst>
                <a:path w="1951" h="3131" extrusionOk="0">
                  <a:moveTo>
                    <a:pt x="746" y="1"/>
                  </a:moveTo>
                  <a:lnTo>
                    <a:pt x="674" y="25"/>
                  </a:lnTo>
                  <a:lnTo>
                    <a:pt x="626" y="73"/>
                  </a:lnTo>
                  <a:lnTo>
                    <a:pt x="530" y="169"/>
                  </a:lnTo>
                  <a:lnTo>
                    <a:pt x="482" y="217"/>
                  </a:lnTo>
                  <a:lnTo>
                    <a:pt x="409" y="266"/>
                  </a:lnTo>
                  <a:lnTo>
                    <a:pt x="313" y="241"/>
                  </a:lnTo>
                  <a:lnTo>
                    <a:pt x="217" y="193"/>
                  </a:lnTo>
                  <a:lnTo>
                    <a:pt x="96" y="169"/>
                  </a:lnTo>
                  <a:lnTo>
                    <a:pt x="72" y="169"/>
                  </a:lnTo>
                  <a:lnTo>
                    <a:pt x="24" y="193"/>
                  </a:lnTo>
                  <a:lnTo>
                    <a:pt x="0" y="241"/>
                  </a:lnTo>
                  <a:lnTo>
                    <a:pt x="0" y="338"/>
                  </a:lnTo>
                  <a:lnTo>
                    <a:pt x="48" y="458"/>
                  </a:lnTo>
                  <a:lnTo>
                    <a:pt x="96" y="554"/>
                  </a:lnTo>
                  <a:lnTo>
                    <a:pt x="169" y="675"/>
                  </a:lnTo>
                  <a:lnTo>
                    <a:pt x="265" y="723"/>
                  </a:lnTo>
                  <a:lnTo>
                    <a:pt x="337" y="795"/>
                  </a:lnTo>
                  <a:lnTo>
                    <a:pt x="409" y="891"/>
                  </a:lnTo>
                  <a:lnTo>
                    <a:pt x="530" y="1084"/>
                  </a:lnTo>
                  <a:lnTo>
                    <a:pt x="602" y="1253"/>
                  </a:lnTo>
                  <a:lnTo>
                    <a:pt x="626" y="1349"/>
                  </a:lnTo>
                  <a:lnTo>
                    <a:pt x="1276" y="3130"/>
                  </a:lnTo>
                  <a:lnTo>
                    <a:pt x="1950" y="2865"/>
                  </a:lnTo>
                  <a:lnTo>
                    <a:pt x="1830" y="2673"/>
                  </a:lnTo>
                  <a:lnTo>
                    <a:pt x="1589" y="2215"/>
                  </a:lnTo>
                  <a:lnTo>
                    <a:pt x="1324" y="1662"/>
                  </a:lnTo>
                  <a:lnTo>
                    <a:pt x="1252" y="1445"/>
                  </a:lnTo>
                  <a:lnTo>
                    <a:pt x="1204" y="1277"/>
                  </a:lnTo>
                  <a:lnTo>
                    <a:pt x="1180" y="1036"/>
                  </a:lnTo>
                  <a:lnTo>
                    <a:pt x="1132" y="867"/>
                  </a:lnTo>
                  <a:lnTo>
                    <a:pt x="1107" y="699"/>
                  </a:lnTo>
                  <a:lnTo>
                    <a:pt x="1132" y="627"/>
                  </a:lnTo>
                  <a:lnTo>
                    <a:pt x="1156" y="506"/>
                  </a:lnTo>
                  <a:lnTo>
                    <a:pt x="1180" y="410"/>
                  </a:lnTo>
                  <a:lnTo>
                    <a:pt x="1156" y="314"/>
                  </a:lnTo>
                  <a:lnTo>
                    <a:pt x="1132" y="217"/>
                  </a:lnTo>
                  <a:lnTo>
                    <a:pt x="1083" y="145"/>
                  </a:lnTo>
                  <a:lnTo>
                    <a:pt x="1011" y="73"/>
                  </a:lnTo>
                  <a:lnTo>
                    <a:pt x="915" y="25"/>
                  </a:lnTo>
                  <a:lnTo>
                    <a:pt x="84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3" name="Google Shape;13703;p41"/>
            <p:cNvSpPr/>
            <p:nvPr/>
          </p:nvSpPr>
          <p:spPr>
            <a:xfrm>
              <a:off x="5290500" y="3590500"/>
              <a:ext cx="33725" cy="77650"/>
            </a:xfrm>
            <a:custGeom>
              <a:avLst/>
              <a:gdLst/>
              <a:ahLst/>
              <a:cxnLst/>
              <a:rect l="l" t="t" r="r" b="b"/>
              <a:pathLst>
                <a:path w="1349" h="3106" extrusionOk="0">
                  <a:moveTo>
                    <a:pt x="410" y="1"/>
                  </a:moveTo>
                  <a:lnTo>
                    <a:pt x="265" y="49"/>
                  </a:lnTo>
                  <a:lnTo>
                    <a:pt x="121" y="121"/>
                  </a:lnTo>
                  <a:lnTo>
                    <a:pt x="0" y="241"/>
                  </a:lnTo>
                  <a:lnTo>
                    <a:pt x="48" y="265"/>
                  </a:lnTo>
                  <a:lnTo>
                    <a:pt x="121" y="338"/>
                  </a:lnTo>
                  <a:lnTo>
                    <a:pt x="169" y="434"/>
                  </a:lnTo>
                  <a:lnTo>
                    <a:pt x="217" y="578"/>
                  </a:lnTo>
                  <a:lnTo>
                    <a:pt x="289" y="819"/>
                  </a:lnTo>
                  <a:lnTo>
                    <a:pt x="313" y="1012"/>
                  </a:lnTo>
                  <a:lnTo>
                    <a:pt x="337" y="1349"/>
                  </a:lnTo>
                  <a:lnTo>
                    <a:pt x="337" y="1517"/>
                  </a:lnTo>
                  <a:lnTo>
                    <a:pt x="337" y="1686"/>
                  </a:lnTo>
                  <a:lnTo>
                    <a:pt x="385" y="1878"/>
                  </a:lnTo>
                  <a:lnTo>
                    <a:pt x="458" y="2119"/>
                  </a:lnTo>
                  <a:lnTo>
                    <a:pt x="698" y="2625"/>
                  </a:lnTo>
                  <a:lnTo>
                    <a:pt x="939" y="3106"/>
                  </a:lnTo>
                  <a:lnTo>
                    <a:pt x="1348" y="2962"/>
                  </a:lnTo>
                  <a:lnTo>
                    <a:pt x="843" y="1638"/>
                  </a:lnTo>
                  <a:lnTo>
                    <a:pt x="795" y="1397"/>
                  </a:lnTo>
                  <a:lnTo>
                    <a:pt x="795" y="1156"/>
                  </a:lnTo>
                  <a:lnTo>
                    <a:pt x="843" y="915"/>
                  </a:lnTo>
                  <a:lnTo>
                    <a:pt x="963" y="626"/>
                  </a:lnTo>
                  <a:lnTo>
                    <a:pt x="1011" y="482"/>
                  </a:lnTo>
                  <a:lnTo>
                    <a:pt x="1035" y="386"/>
                  </a:lnTo>
                  <a:lnTo>
                    <a:pt x="1035" y="289"/>
                  </a:lnTo>
                  <a:lnTo>
                    <a:pt x="987" y="193"/>
                  </a:lnTo>
                  <a:lnTo>
                    <a:pt x="915" y="145"/>
                  </a:lnTo>
                  <a:lnTo>
                    <a:pt x="819" y="97"/>
                  </a:lnTo>
                  <a:lnTo>
                    <a:pt x="578" y="25"/>
                  </a:lnTo>
                  <a:lnTo>
                    <a:pt x="506"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4" name="Google Shape;13704;p41"/>
            <p:cNvSpPr/>
            <p:nvPr/>
          </p:nvSpPr>
          <p:spPr>
            <a:xfrm>
              <a:off x="5335025" y="3575450"/>
              <a:ext cx="35550" cy="73450"/>
            </a:xfrm>
            <a:custGeom>
              <a:avLst/>
              <a:gdLst/>
              <a:ahLst/>
              <a:cxnLst/>
              <a:rect l="l" t="t" r="r" b="b"/>
              <a:pathLst>
                <a:path w="1422" h="2938" extrusionOk="0">
                  <a:moveTo>
                    <a:pt x="217" y="1"/>
                  </a:moveTo>
                  <a:lnTo>
                    <a:pt x="145" y="25"/>
                  </a:lnTo>
                  <a:lnTo>
                    <a:pt x="97" y="49"/>
                  </a:lnTo>
                  <a:lnTo>
                    <a:pt x="1" y="169"/>
                  </a:lnTo>
                  <a:lnTo>
                    <a:pt x="73" y="217"/>
                  </a:lnTo>
                  <a:lnTo>
                    <a:pt x="145" y="290"/>
                  </a:lnTo>
                  <a:lnTo>
                    <a:pt x="217" y="410"/>
                  </a:lnTo>
                  <a:lnTo>
                    <a:pt x="290" y="554"/>
                  </a:lnTo>
                  <a:lnTo>
                    <a:pt x="434" y="1253"/>
                  </a:lnTo>
                  <a:lnTo>
                    <a:pt x="530" y="1590"/>
                  </a:lnTo>
                  <a:lnTo>
                    <a:pt x="627" y="1854"/>
                  </a:lnTo>
                  <a:lnTo>
                    <a:pt x="723" y="2071"/>
                  </a:lnTo>
                  <a:lnTo>
                    <a:pt x="891" y="2336"/>
                  </a:lnTo>
                  <a:lnTo>
                    <a:pt x="1277" y="2938"/>
                  </a:lnTo>
                  <a:lnTo>
                    <a:pt x="1421" y="2865"/>
                  </a:lnTo>
                  <a:lnTo>
                    <a:pt x="1301" y="2673"/>
                  </a:lnTo>
                  <a:lnTo>
                    <a:pt x="1060" y="2215"/>
                  </a:lnTo>
                  <a:lnTo>
                    <a:pt x="795" y="1662"/>
                  </a:lnTo>
                  <a:lnTo>
                    <a:pt x="723" y="1445"/>
                  </a:lnTo>
                  <a:lnTo>
                    <a:pt x="675" y="1277"/>
                  </a:lnTo>
                  <a:lnTo>
                    <a:pt x="651" y="1036"/>
                  </a:lnTo>
                  <a:lnTo>
                    <a:pt x="603" y="867"/>
                  </a:lnTo>
                  <a:lnTo>
                    <a:pt x="578" y="699"/>
                  </a:lnTo>
                  <a:lnTo>
                    <a:pt x="603" y="627"/>
                  </a:lnTo>
                  <a:lnTo>
                    <a:pt x="627" y="506"/>
                  </a:lnTo>
                  <a:lnTo>
                    <a:pt x="651" y="410"/>
                  </a:lnTo>
                  <a:lnTo>
                    <a:pt x="627" y="314"/>
                  </a:lnTo>
                  <a:lnTo>
                    <a:pt x="603" y="217"/>
                  </a:lnTo>
                  <a:lnTo>
                    <a:pt x="554" y="145"/>
                  </a:lnTo>
                  <a:lnTo>
                    <a:pt x="482" y="73"/>
                  </a:lnTo>
                  <a:lnTo>
                    <a:pt x="386" y="25"/>
                  </a:lnTo>
                  <a:lnTo>
                    <a:pt x="314"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5" name="Google Shape;13705;p41"/>
            <p:cNvSpPr/>
            <p:nvPr/>
          </p:nvSpPr>
          <p:spPr>
            <a:xfrm>
              <a:off x="5310350" y="3545975"/>
              <a:ext cx="27725" cy="16875"/>
            </a:xfrm>
            <a:custGeom>
              <a:avLst/>
              <a:gdLst/>
              <a:ahLst/>
              <a:cxnLst/>
              <a:rect l="l" t="t" r="r" b="b"/>
              <a:pathLst>
                <a:path w="1109" h="675" extrusionOk="0">
                  <a:moveTo>
                    <a:pt x="193" y="0"/>
                  </a:moveTo>
                  <a:lnTo>
                    <a:pt x="1" y="48"/>
                  </a:lnTo>
                  <a:lnTo>
                    <a:pt x="266" y="145"/>
                  </a:lnTo>
                  <a:lnTo>
                    <a:pt x="554" y="289"/>
                  </a:lnTo>
                  <a:lnTo>
                    <a:pt x="675" y="361"/>
                  </a:lnTo>
                  <a:lnTo>
                    <a:pt x="795" y="458"/>
                  </a:lnTo>
                  <a:lnTo>
                    <a:pt x="867" y="554"/>
                  </a:lnTo>
                  <a:lnTo>
                    <a:pt x="940" y="674"/>
                  </a:lnTo>
                  <a:lnTo>
                    <a:pt x="1036" y="506"/>
                  </a:lnTo>
                  <a:lnTo>
                    <a:pt x="1084" y="433"/>
                  </a:lnTo>
                  <a:lnTo>
                    <a:pt x="1108" y="361"/>
                  </a:lnTo>
                  <a:lnTo>
                    <a:pt x="1084" y="289"/>
                  </a:lnTo>
                  <a:lnTo>
                    <a:pt x="1060" y="217"/>
                  </a:lnTo>
                  <a:lnTo>
                    <a:pt x="988" y="145"/>
                  </a:lnTo>
                  <a:lnTo>
                    <a:pt x="916" y="96"/>
                  </a:lnTo>
                  <a:lnTo>
                    <a:pt x="699" y="48"/>
                  </a:lnTo>
                  <a:lnTo>
                    <a:pt x="434"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6" name="Google Shape;13706;p41"/>
            <p:cNvSpPr/>
            <p:nvPr/>
          </p:nvSpPr>
          <p:spPr>
            <a:xfrm>
              <a:off x="5277850" y="3556200"/>
              <a:ext cx="29525" cy="22300"/>
            </a:xfrm>
            <a:custGeom>
              <a:avLst/>
              <a:gdLst/>
              <a:ahLst/>
              <a:cxnLst/>
              <a:rect l="l" t="t" r="r" b="b"/>
              <a:pathLst>
                <a:path w="1181" h="892" extrusionOk="0">
                  <a:moveTo>
                    <a:pt x="579" y="0"/>
                  </a:moveTo>
                  <a:lnTo>
                    <a:pt x="386" y="49"/>
                  </a:lnTo>
                  <a:lnTo>
                    <a:pt x="169" y="97"/>
                  </a:lnTo>
                  <a:lnTo>
                    <a:pt x="1" y="169"/>
                  </a:lnTo>
                  <a:lnTo>
                    <a:pt x="314" y="169"/>
                  </a:lnTo>
                  <a:lnTo>
                    <a:pt x="482" y="193"/>
                  </a:lnTo>
                  <a:lnTo>
                    <a:pt x="627" y="241"/>
                  </a:lnTo>
                  <a:lnTo>
                    <a:pt x="699" y="313"/>
                  </a:lnTo>
                  <a:lnTo>
                    <a:pt x="747" y="362"/>
                  </a:lnTo>
                  <a:lnTo>
                    <a:pt x="795" y="434"/>
                  </a:lnTo>
                  <a:lnTo>
                    <a:pt x="795" y="506"/>
                  </a:lnTo>
                  <a:lnTo>
                    <a:pt x="795" y="674"/>
                  </a:lnTo>
                  <a:lnTo>
                    <a:pt x="771" y="891"/>
                  </a:lnTo>
                  <a:lnTo>
                    <a:pt x="964" y="891"/>
                  </a:lnTo>
                  <a:lnTo>
                    <a:pt x="1084" y="867"/>
                  </a:lnTo>
                  <a:lnTo>
                    <a:pt x="1132" y="843"/>
                  </a:lnTo>
                  <a:lnTo>
                    <a:pt x="1156" y="819"/>
                  </a:lnTo>
                  <a:lnTo>
                    <a:pt x="1180" y="771"/>
                  </a:lnTo>
                  <a:lnTo>
                    <a:pt x="1156" y="699"/>
                  </a:lnTo>
                  <a:lnTo>
                    <a:pt x="988" y="217"/>
                  </a:lnTo>
                  <a:lnTo>
                    <a:pt x="940" y="145"/>
                  </a:lnTo>
                  <a:lnTo>
                    <a:pt x="891" y="49"/>
                  </a:lnTo>
                  <a:lnTo>
                    <a:pt x="819"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7" name="Google Shape;13707;p41"/>
            <p:cNvSpPr/>
            <p:nvPr/>
          </p:nvSpPr>
          <p:spPr>
            <a:xfrm>
              <a:off x="5245350" y="3567025"/>
              <a:ext cx="25300" cy="23500"/>
            </a:xfrm>
            <a:custGeom>
              <a:avLst/>
              <a:gdLst/>
              <a:ahLst/>
              <a:cxnLst/>
              <a:rect l="l" t="t" r="r" b="b"/>
              <a:pathLst>
                <a:path w="1012" h="940" extrusionOk="0">
                  <a:moveTo>
                    <a:pt x="867" y="1"/>
                  </a:moveTo>
                  <a:lnTo>
                    <a:pt x="795" y="25"/>
                  </a:lnTo>
                  <a:lnTo>
                    <a:pt x="651" y="97"/>
                  </a:lnTo>
                  <a:lnTo>
                    <a:pt x="506" y="193"/>
                  </a:lnTo>
                  <a:lnTo>
                    <a:pt x="434" y="217"/>
                  </a:lnTo>
                  <a:lnTo>
                    <a:pt x="338" y="241"/>
                  </a:lnTo>
                  <a:lnTo>
                    <a:pt x="145" y="266"/>
                  </a:lnTo>
                  <a:lnTo>
                    <a:pt x="1" y="338"/>
                  </a:lnTo>
                  <a:lnTo>
                    <a:pt x="266" y="362"/>
                  </a:lnTo>
                  <a:lnTo>
                    <a:pt x="410" y="386"/>
                  </a:lnTo>
                  <a:lnTo>
                    <a:pt x="554" y="434"/>
                  </a:lnTo>
                  <a:lnTo>
                    <a:pt x="579" y="482"/>
                  </a:lnTo>
                  <a:lnTo>
                    <a:pt x="603" y="530"/>
                  </a:lnTo>
                  <a:lnTo>
                    <a:pt x="627" y="651"/>
                  </a:lnTo>
                  <a:lnTo>
                    <a:pt x="603" y="795"/>
                  </a:lnTo>
                  <a:lnTo>
                    <a:pt x="554" y="940"/>
                  </a:lnTo>
                  <a:lnTo>
                    <a:pt x="651" y="940"/>
                  </a:lnTo>
                  <a:lnTo>
                    <a:pt x="699" y="891"/>
                  </a:lnTo>
                  <a:lnTo>
                    <a:pt x="771" y="819"/>
                  </a:lnTo>
                  <a:lnTo>
                    <a:pt x="819" y="723"/>
                  </a:lnTo>
                  <a:lnTo>
                    <a:pt x="940" y="530"/>
                  </a:lnTo>
                  <a:lnTo>
                    <a:pt x="1012" y="314"/>
                  </a:lnTo>
                  <a:lnTo>
                    <a:pt x="1012" y="217"/>
                  </a:lnTo>
                  <a:lnTo>
                    <a:pt x="1012" y="121"/>
                  </a:lnTo>
                  <a:lnTo>
                    <a:pt x="988" y="73"/>
                  </a:lnTo>
                  <a:lnTo>
                    <a:pt x="940" y="25"/>
                  </a:lnTo>
                  <a:lnTo>
                    <a:pt x="867"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8" name="Google Shape;13708;p41"/>
            <p:cNvSpPr/>
            <p:nvPr/>
          </p:nvSpPr>
          <p:spPr>
            <a:xfrm>
              <a:off x="5277250" y="3505050"/>
              <a:ext cx="48775" cy="30100"/>
            </a:xfrm>
            <a:custGeom>
              <a:avLst/>
              <a:gdLst/>
              <a:ahLst/>
              <a:cxnLst/>
              <a:rect l="l" t="t" r="r" b="b"/>
              <a:pathLst>
                <a:path w="1951" h="1204" extrusionOk="0">
                  <a:moveTo>
                    <a:pt x="964" y="0"/>
                  </a:moveTo>
                  <a:lnTo>
                    <a:pt x="651" y="24"/>
                  </a:lnTo>
                  <a:lnTo>
                    <a:pt x="362" y="48"/>
                  </a:lnTo>
                  <a:lnTo>
                    <a:pt x="121" y="96"/>
                  </a:lnTo>
                  <a:lnTo>
                    <a:pt x="73" y="145"/>
                  </a:lnTo>
                  <a:lnTo>
                    <a:pt x="25" y="169"/>
                  </a:lnTo>
                  <a:lnTo>
                    <a:pt x="1" y="217"/>
                  </a:lnTo>
                  <a:lnTo>
                    <a:pt x="578" y="217"/>
                  </a:lnTo>
                  <a:lnTo>
                    <a:pt x="867" y="265"/>
                  </a:lnTo>
                  <a:lnTo>
                    <a:pt x="988" y="313"/>
                  </a:lnTo>
                  <a:lnTo>
                    <a:pt x="1084" y="361"/>
                  </a:lnTo>
                  <a:lnTo>
                    <a:pt x="1204" y="506"/>
                  </a:lnTo>
                  <a:lnTo>
                    <a:pt x="1253" y="602"/>
                  </a:lnTo>
                  <a:lnTo>
                    <a:pt x="1253" y="698"/>
                  </a:lnTo>
                  <a:lnTo>
                    <a:pt x="1253" y="843"/>
                  </a:lnTo>
                  <a:lnTo>
                    <a:pt x="1277" y="1035"/>
                  </a:lnTo>
                  <a:lnTo>
                    <a:pt x="1325" y="1204"/>
                  </a:lnTo>
                  <a:lnTo>
                    <a:pt x="1590" y="1180"/>
                  </a:lnTo>
                  <a:lnTo>
                    <a:pt x="1806" y="1156"/>
                  </a:lnTo>
                  <a:lnTo>
                    <a:pt x="1878" y="1132"/>
                  </a:lnTo>
                  <a:lnTo>
                    <a:pt x="1927" y="1108"/>
                  </a:lnTo>
                  <a:lnTo>
                    <a:pt x="1951" y="1035"/>
                  </a:lnTo>
                  <a:lnTo>
                    <a:pt x="1951" y="963"/>
                  </a:lnTo>
                  <a:lnTo>
                    <a:pt x="1902" y="867"/>
                  </a:lnTo>
                  <a:lnTo>
                    <a:pt x="1830" y="771"/>
                  </a:lnTo>
                  <a:lnTo>
                    <a:pt x="1686" y="530"/>
                  </a:lnTo>
                  <a:lnTo>
                    <a:pt x="1614" y="434"/>
                  </a:lnTo>
                  <a:lnTo>
                    <a:pt x="1590" y="313"/>
                  </a:lnTo>
                  <a:lnTo>
                    <a:pt x="1590" y="217"/>
                  </a:lnTo>
                  <a:lnTo>
                    <a:pt x="1614" y="169"/>
                  </a:lnTo>
                  <a:lnTo>
                    <a:pt x="1638" y="145"/>
                  </a:lnTo>
                  <a:lnTo>
                    <a:pt x="1662" y="96"/>
                  </a:lnTo>
                  <a:lnTo>
                    <a:pt x="1638" y="72"/>
                  </a:lnTo>
                  <a:lnTo>
                    <a:pt x="1493" y="24"/>
                  </a:lnTo>
                  <a:lnTo>
                    <a:pt x="1253" y="24"/>
                  </a:lnTo>
                  <a:lnTo>
                    <a:pt x="964"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9" name="Google Shape;13709;p41"/>
            <p:cNvSpPr/>
            <p:nvPr/>
          </p:nvSpPr>
          <p:spPr>
            <a:xfrm>
              <a:off x="5227300" y="3518875"/>
              <a:ext cx="42150" cy="44575"/>
            </a:xfrm>
            <a:custGeom>
              <a:avLst/>
              <a:gdLst/>
              <a:ahLst/>
              <a:cxnLst/>
              <a:rect l="l" t="t" r="r" b="b"/>
              <a:pathLst>
                <a:path w="1686" h="1783" extrusionOk="0">
                  <a:moveTo>
                    <a:pt x="1349" y="1"/>
                  </a:moveTo>
                  <a:lnTo>
                    <a:pt x="1180" y="49"/>
                  </a:lnTo>
                  <a:lnTo>
                    <a:pt x="988" y="97"/>
                  </a:lnTo>
                  <a:lnTo>
                    <a:pt x="819" y="145"/>
                  </a:lnTo>
                  <a:lnTo>
                    <a:pt x="506" y="169"/>
                  </a:lnTo>
                  <a:lnTo>
                    <a:pt x="362" y="218"/>
                  </a:lnTo>
                  <a:lnTo>
                    <a:pt x="265" y="242"/>
                  </a:lnTo>
                  <a:lnTo>
                    <a:pt x="169" y="314"/>
                  </a:lnTo>
                  <a:lnTo>
                    <a:pt x="121" y="434"/>
                  </a:lnTo>
                  <a:lnTo>
                    <a:pt x="49" y="555"/>
                  </a:lnTo>
                  <a:lnTo>
                    <a:pt x="1" y="675"/>
                  </a:lnTo>
                  <a:lnTo>
                    <a:pt x="97" y="627"/>
                  </a:lnTo>
                  <a:lnTo>
                    <a:pt x="314" y="506"/>
                  </a:lnTo>
                  <a:lnTo>
                    <a:pt x="458" y="458"/>
                  </a:lnTo>
                  <a:lnTo>
                    <a:pt x="602" y="434"/>
                  </a:lnTo>
                  <a:lnTo>
                    <a:pt x="747" y="458"/>
                  </a:lnTo>
                  <a:lnTo>
                    <a:pt x="819" y="482"/>
                  </a:lnTo>
                  <a:lnTo>
                    <a:pt x="867" y="530"/>
                  </a:lnTo>
                  <a:lnTo>
                    <a:pt x="1060" y="699"/>
                  </a:lnTo>
                  <a:lnTo>
                    <a:pt x="1108" y="771"/>
                  </a:lnTo>
                  <a:lnTo>
                    <a:pt x="1132" y="843"/>
                  </a:lnTo>
                  <a:lnTo>
                    <a:pt x="1132" y="892"/>
                  </a:lnTo>
                  <a:lnTo>
                    <a:pt x="1108" y="964"/>
                  </a:lnTo>
                  <a:lnTo>
                    <a:pt x="1060" y="1036"/>
                  </a:lnTo>
                  <a:lnTo>
                    <a:pt x="988" y="1132"/>
                  </a:lnTo>
                  <a:lnTo>
                    <a:pt x="867" y="1277"/>
                  </a:lnTo>
                  <a:lnTo>
                    <a:pt x="723" y="1445"/>
                  </a:lnTo>
                  <a:lnTo>
                    <a:pt x="627" y="1638"/>
                  </a:lnTo>
                  <a:lnTo>
                    <a:pt x="554" y="1782"/>
                  </a:lnTo>
                  <a:lnTo>
                    <a:pt x="771" y="1566"/>
                  </a:lnTo>
                  <a:lnTo>
                    <a:pt x="915" y="1469"/>
                  </a:lnTo>
                  <a:lnTo>
                    <a:pt x="1084" y="1373"/>
                  </a:lnTo>
                  <a:lnTo>
                    <a:pt x="1252" y="1325"/>
                  </a:lnTo>
                  <a:lnTo>
                    <a:pt x="1397" y="1301"/>
                  </a:lnTo>
                  <a:lnTo>
                    <a:pt x="1589" y="1253"/>
                  </a:lnTo>
                  <a:lnTo>
                    <a:pt x="1662" y="1205"/>
                  </a:lnTo>
                  <a:lnTo>
                    <a:pt x="1686" y="1156"/>
                  </a:lnTo>
                  <a:lnTo>
                    <a:pt x="1686" y="1036"/>
                  </a:lnTo>
                  <a:lnTo>
                    <a:pt x="1638" y="868"/>
                  </a:lnTo>
                  <a:lnTo>
                    <a:pt x="1614" y="699"/>
                  </a:lnTo>
                  <a:lnTo>
                    <a:pt x="1589" y="506"/>
                  </a:lnTo>
                  <a:lnTo>
                    <a:pt x="1541" y="193"/>
                  </a:lnTo>
                  <a:lnTo>
                    <a:pt x="1517" y="97"/>
                  </a:lnTo>
                  <a:lnTo>
                    <a:pt x="1493" y="49"/>
                  </a:lnTo>
                  <a:lnTo>
                    <a:pt x="1445" y="25"/>
                  </a:lnTo>
                  <a:lnTo>
                    <a:pt x="1397"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0" name="Google Shape;13710;p41"/>
            <p:cNvSpPr/>
            <p:nvPr/>
          </p:nvSpPr>
          <p:spPr>
            <a:xfrm>
              <a:off x="5271850" y="3353375"/>
              <a:ext cx="43350" cy="143275"/>
            </a:xfrm>
            <a:custGeom>
              <a:avLst/>
              <a:gdLst/>
              <a:ahLst/>
              <a:cxnLst/>
              <a:rect l="l" t="t" r="r" b="b"/>
              <a:pathLst>
                <a:path w="1734" h="5731" extrusionOk="0">
                  <a:moveTo>
                    <a:pt x="289" y="1"/>
                  </a:moveTo>
                  <a:lnTo>
                    <a:pt x="169" y="49"/>
                  </a:lnTo>
                  <a:lnTo>
                    <a:pt x="0" y="121"/>
                  </a:lnTo>
                  <a:lnTo>
                    <a:pt x="96" y="266"/>
                  </a:lnTo>
                  <a:lnTo>
                    <a:pt x="144" y="434"/>
                  </a:lnTo>
                  <a:lnTo>
                    <a:pt x="193" y="603"/>
                  </a:lnTo>
                  <a:lnTo>
                    <a:pt x="193" y="699"/>
                  </a:lnTo>
                  <a:lnTo>
                    <a:pt x="169" y="795"/>
                  </a:lnTo>
                  <a:lnTo>
                    <a:pt x="144" y="940"/>
                  </a:lnTo>
                  <a:lnTo>
                    <a:pt x="144" y="1084"/>
                  </a:lnTo>
                  <a:lnTo>
                    <a:pt x="144" y="1204"/>
                  </a:lnTo>
                  <a:lnTo>
                    <a:pt x="193" y="1349"/>
                  </a:lnTo>
                  <a:lnTo>
                    <a:pt x="265" y="1614"/>
                  </a:lnTo>
                  <a:lnTo>
                    <a:pt x="385" y="1903"/>
                  </a:lnTo>
                  <a:lnTo>
                    <a:pt x="626" y="2504"/>
                  </a:lnTo>
                  <a:lnTo>
                    <a:pt x="987" y="3564"/>
                  </a:lnTo>
                  <a:lnTo>
                    <a:pt x="1276" y="4599"/>
                  </a:lnTo>
                  <a:lnTo>
                    <a:pt x="1372" y="5008"/>
                  </a:lnTo>
                  <a:lnTo>
                    <a:pt x="1420" y="5249"/>
                  </a:lnTo>
                  <a:lnTo>
                    <a:pt x="1372" y="5682"/>
                  </a:lnTo>
                  <a:lnTo>
                    <a:pt x="1589" y="5706"/>
                  </a:lnTo>
                  <a:lnTo>
                    <a:pt x="1661" y="5730"/>
                  </a:lnTo>
                  <a:lnTo>
                    <a:pt x="1709" y="5682"/>
                  </a:lnTo>
                  <a:lnTo>
                    <a:pt x="1733" y="5610"/>
                  </a:lnTo>
                  <a:lnTo>
                    <a:pt x="1733" y="5514"/>
                  </a:lnTo>
                  <a:lnTo>
                    <a:pt x="1685" y="5176"/>
                  </a:lnTo>
                  <a:lnTo>
                    <a:pt x="1565" y="4671"/>
                  </a:lnTo>
                  <a:lnTo>
                    <a:pt x="1300" y="3804"/>
                  </a:lnTo>
                  <a:lnTo>
                    <a:pt x="939" y="2601"/>
                  </a:lnTo>
                  <a:lnTo>
                    <a:pt x="626" y="1469"/>
                  </a:lnTo>
                  <a:lnTo>
                    <a:pt x="530" y="1084"/>
                  </a:lnTo>
                  <a:lnTo>
                    <a:pt x="482" y="867"/>
                  </a:lnTo>
                  <a:lnTo>
                    <a:pt x="530" y="458"/>
                  </a:lnTo>
                  <a:lnTo>
                    <a:pt x="530" y="290"/>
                  </a:lnTo>
                  <a:lnTo>
                    <a:pt x="482" y="97"/>
                  </a:lnTo>
                  <a:lnTo>
                    <a:pt x="433" y="49"/>
                  </a:lnTo>
                  <a:lnTo>
                    <a:pt x="409" y="25"/>
                  </a:lnTo>
                  <a:lnTo>
                    <a:pt x="361"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1" name="Google Shape;13711;p41"/>
            <p:cNvSpPr/>
            <p:nvPr/>
          </p:nvSpPr>
          <p:spPr>
            <a:xfrm>
              <a:off x="5229100" y="3363000"/>
              <a:ext cx="59025" cy="134250"/>
            </a:xfrm>
            <a:custGeom>
              <a:avLst/>
              <a:gdLst/>
              <a:ahLst/>
              <a:cxnLst/>
              <a:rect l="l" t="t" r="r" b="b"/>
              <a:pathLst>
                <a:path w="2361" h="5370" extrusionOk="0">
                  <a:moveTo>
                    <a:pt x="145" y="1"/>
                  </a:moveTo>
                  <a:lnTo>
                    <a:pt x="49" y="49"/>
                  </a:lnTo>
                  <a:lnTo>
                    <a:pt x="1" y="73"/>
                  </a:lnTo>
                  <a:lnTo>
                    <a:pt x="73" y="482"/>
                  </a:lnTo>
                  <a:lnTo>
                    <a:pt x="145" y="1060"/>
                  </a:lnTo>
                  <a:lnTo>
                    <a:pt x="169" y="1277"/>
                  </a:lnTo>
                  <a:lnTo>
                    <a:pt x="193" y="1493"/>
                  </a:lnTo>
                  <a:lnTo>
                    <a:pt x="314" y="1975"/>
                  </a:lnTo>
                  <a:lnTo>
                    <a:pt x="506" y="2480"/>
                  </a:lnTo>
                  <a:lnTo>
                    <a:pt x="747" y="3034"/>
                  </a:lnTo>
                  <a:lnTo>
                    <a:pt x="1060" y="3636"/>
                  </a:lnTo>
                  <a:lnTo>
                    <a:pt x="1349" y="4262"/>
                  </a:lnTo>
                  <a:lnTo>
                    <a:pt x="1469" y="4551"/>
                  </a:lnTo>
                  <a:lnTo>
                    <a:pt x="1542" y="4816"/>
                  </a:lnTo>
                  <a:lnTo>
                    <a:pt x="1590" y="5032"/>
                  </a:lnTo>
                  <a:lnTo>
                    <a:pt x="1590" y="5129"/>
                  </a:lnTo>
                  <a:lnTo>
                    <a:pt x="1590" y="5201"/>
                  </a:lnTo>
                  <a:lnTo>
                    <a:pt x="1566" y="5321"/>
                  </a:lnTo>
                  <a:lnTo>
                    <a:pt x="1638" y="5297"/>
                  </a:lnTo>
                  <a:lnTo>
                    <a:pt x="1806" y="5297"/>
                  </a:lnTo>
                  <a:lnTo>
                    <a:pt x="1951" y="5321"/>
                  </a:lnTo>
                  <a:lnTo>
                    <a:pt x="2167" y="5369"/>
                  </a:lnTo>
                  <a:lnTo>
                    <a:pt x="2312" y="5369"/>
                  </a:lnTo>
                  <a:lnTo>
                    <a:pt x="2360" y="5321"/>
                  </a:lnTo>
                  <a:lnTo>
                    <a:pt x="2360" y="5249"/>
                  </a:lnTo>
                  <a:lnTo>
                    <a:pt x="2336" y="5080"/>
                  </a:lnTo>
                  <a:lnTo>
                    <a:pt x="2264" y="4936"/>
                  </a:lnTo>
                  <a:lnTo>
                    <a:pt x="2119" y="4791"/>
                  </a:lnTo>
                  <a:lnTo>
                    <a:pt x="1903" y="4647"/>
                  </a:lnTo>
                  <a:lnTo>
                    <a:pt x="1806" y="4575"/>
                  </a:lnTo>
                  <a:lnTo>
                    <a:pt x="1710" y="4479"/>
                  </a:lnTo>
                  <a:lnTo>
                    <a:pt x="1638" y="4358"/>
                  </a:lnTo>
                  <a:lnTo>
                    <a:pt x="1590" y="4190"/>
                  </a:lnTo>
                  <a:lnTo>
                    <a:pt x="1445" y="3804"/>
                  </a:lnTo>
                  <a:lnTo>
                    <a:pt x="1349" y="3540"/>
                  </a:lnTo>
                  <a:lnTo>
                    <a:pt x="1204" y="3251"/>
                  </a:lnTo>
                  <a:lnTo>
                    <a:pt x="867" y="2553"/>
                  </a:lnTo>
                  <a:lnTo>
                    <a:pt x="579" y="1879"/>
                  </a:lnTo>
                  <a:lnTo>
                    <a:pt x="482" y="1566"/>
                  </a:lnTo>
                  <a:lnTo>
                    <a:pt x="386" y="1277"/>
                  </a:lnTo>
                  <a:lnTo>
                    <a:pt x="338" y="1012"/>
                  </a:lnTo>
                  <a:lnTo>
                    <a:pt x="338" y="819"/>
                  </a:lnTo>
                  <a:lnTo>
                    <a:pt x="338" y="482"/>
                  </a:lnTo>
                  <a:lnTo>
                    <a:pt x="338" y="338"/>
                  </a:lnTo>
                  <a:lnTo>
                    <a:pt x="314" y="194"/>
                  </a:lnTo>
                  <a:lnTo>
                    <a:pt x="290" y="97"/>
                  </a:lnTo>
                  <a:lnTo>
                    <a:pt x="242" y="25"/>
                  </a:lnTo>
                  <a:lnTo>
                    <a:pt x="145"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2" name="Google Shape;13712;p41"/>
            <p:cNvSpPr/>
            <p:nvPr/>
          </p:nvSpPr>
          <p:spPr>
            <a:xfrm>
              <a:off x="5183375" y="3379250"/>
              <a:ext cx="58400" cy="135450"/>
            </a:xfrm>
            <a:custGeom>
              <a:avLst/>
              <a:gdLst/>
              <a:ahLst/>
              <a:cxnLst/>
              <a:rect l="l" t="t" r="r" b="b"/>
              <a:pathLst>
                <a:path w="2336" h="5418" extrusionOk="0">
                  <a:moveTo>
                    <a:pt x="121" y="1"/>
                  </a:moveTo>
                  <a:lnTo>
                    <a:pt x="0" y="25"/>
                  </a:lnTo>
                  <a:lnTo>
                    <a:pt x="97" y="169"/>
                  </a:lnTo>
                  <a:lnTo>
                    <a:pt x="193" y="386"/>
                  </a:lnTo>
                  <a:lnTo>
                    <a:pt x="265" y="627"/>
                  </a:lnTo>
                  <a:lnTo>
                    <a:pt x="289" y="892"/>
                  </a:lnTo>
                  <a:lnTo>
                    <a:pt x="313" y="1084"/>
                  </a:lnTo>
                  <a:lnTo>
                    <a:pt x="385" y="1253"/>
                  </a:lnTo>
                  <a:lnTo>
                    <a:pt x="458" y="1421"/>
                  </a:lnTo>
                  <a:lnTo>
                    <a:pt x="554" y="1590"/>
                  </a:lnTo>
                  <a:lnTo>
                    <a:pt x="771" y="1975"/>
                  </a:lnTo>
                  <a:lnTo>
                    <a:pt x="891" y="2192"/>
                  </a:lnTo>
                  <a:lnTo>
                    <a:pt x="1011" y="2456"/>
                  </a:lnTo>
                  <a:lnTo>
                    <a:pt x="1324" y="3154"/>
                  </a:lnTo>
                  <a:lnTo>
                    <a:pt x="1493" y="3588"/>
                  </a:lnTo>
                  <a:lnTo>
                    <a:pt x="1685" y="4021"/>
                  </a:lnTo>
                  <a:lnTo>
                    <a:pt x="1830" y="4454"/>
                  </a:lnTo>
                  <a:lnTo>
                    <a:pt x="1926" y="4840"/>
                  </a:lnTo>
                  <a:lnTo>
                    <a:pt x="1926" y="5008"/>
                  </a:lnTo>
                  <a:lnTo>
                    <a:pt x="1926" y="5153"/>
                  </a:lnTo>
                  <a:lnTo>
                    <a:pt x="1902" y="5273"/>
                  </a:lnTo>
                  <a:lnTo>
                    <a:pt x="1854" y="5369"/>
                  </a:lnTo>
                  <a:lnTo>
                    <a:pt x="2022" y="5417"/>
                  </a:lnTo>
                  <a:lnTo>
                    <a:pt x="2119" y="5417"/>
                  </a:lnTo>
                  <a:lnTo>
                    <a:pt x="2167" y="5393"/>
                  </a:lnTo>
                  <a:lnTo>
                    <a:pt x="2191" y="5345"/>
                  </a:lnTo>
                  <a:lnTo>
                    <a:pt x="2215" y="5225"/>
                  </a:lnTo>
                  <a:lnTo>
                    <a:pt x="2215" y="5104"/>
                  </a:lnTo>
                  <a:lnTo>
                    <a:pt x="2239" y="5008"/>
                  </a:lnTo>
                  <a:lnTo>
                    <a:pt x="2311" y="4791"/>
                  </a:lnTo>
                  <a:lnTo>
                    <a:pt x="2335" y="4695"/>
                  </a:lnTo>
                  <a:lnTo>
                    <a:pt x="2335" y="4623"/>
                  </a:lnTo>
                  <a:lnTo>
                    <a:pt x="2287" y="4503"/>
                  </a:lnTo>
                  <a:lnTo>
                    <a:pt x="2143" y="4334"/>
                  </a:lnTo>
                  <a:lnTo>
                    <a:pt x="2022" y="4141"/>
                  </a:lnTo>
                  <a:lnTo>
                    <a:pt x="1878" y="3829"/>
                  </a:lnTo>
                  <a:lnTo>
                    <a:pt x="1517" y="2962"/>
                  </a:lnTo>
                  <a:lnTo>
                    <a:pt x="1132" y="2095"/>
                  </a:lnTo>
                  <a:lnTo>
                    <a:pt x="963" y="1758"/>
                  </a:lnTo>
                  <a:lnTo>
                    <a:pt x="843" y="1518"/>
                  </a:lnTo>
                  <a:lnTo>
                    <a:pt x="722" y="1325"/>
                  </a:lnTo>
                  <a:lnTo>
                    <a:pt x="650" y="1132"/>
                  </a:lnTo>
                  <a:lnTo>
                    <a:pt x="506" y="723"/>
                  </a:lnTo>
                  <a:lnTo>
                    <a:pt x="337" y="145"/>
                  </a:lnTo>
                  <a:lnTo>
                    <a:pt x="289" y="49"/>
                  </a:lnTo>
                  <a:lnTo>
                    <a:pt x="217"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3" name="Google Shape;13713;p41"/>
            <p:cNvSpPr/>
            <p:nvPr/>
          </p:nvSpPr>
          <p:spPr>
            <a:xfrm>
              <a:off x="5151475" y="3403325"/>
              <a:ext cx="71650" cy="125225"/>
            </a:xfrm>
            <a:custGeom>
              <a:avLst/>
              <a:gdLst/>
              <a:ahLst/>
              <a:cxnLst/>
              <a:rect l="l" t="t" r="r" b="b"/>
              <a:pathLst>
                <a:path w="2866" h="5009" extrusionOk="0">
                  <a:moveTo>
                    <a:pt x="121" y="1"/>
                  </a:moveTo>
                  <a:lnTo>
                    <a:pt x="0" y="25"/>
                  </a:lnTo>
                  <a:lnTo>
                    <a:pt x="97" y="266"/>
                  </a:lnTo>
                  <a:lnTo>
                    <a:pt x="145" y="458"/>
                  </a:lnTo>
                  <a:lnTo>
                    <a:pt x="169" y="699"/>
                  </a:lnTo>
                  <a:lnTo>
                    <a:pt x="193" y="843"/>
                  </a:lnTo>
                  <a:lnTo>
                    <a:pt x="265" y="1012"/>
                  </a:lnTo>
                  <a:lnTo>
                    <a:pt x="337" y="1204"/>
                  </a:lnTo>
                  <a:lnTo>
                    <a:pt x="458" y="1397"/>
                  </a:lnTo>
                  <a:lnTo>
                    <a:pt x="1060" y="2264"/>
                  </a:lnTo>
                  <a:lnTo>
                    <a:pt x="1228" y="2529"/>
                  </a:lnTo>
                  <a:lnTo>
                    <a:pt x="1469" y="2817"/>
                  </a:lnTo>
                  <a:lnTo>
                    <a:pt x="1734" y="3154"/>
                  </a:lnTo>
                  <a:lnTo>
                    <a:pt x="1998" y="3516"/>
                  </a:lnTo>
                  <a:lnTo>
                    <a:pt x="2239" y="3901"/>
                  </a:lnTo>
                  <a:lnTo>
                    <a:pt x="2456" y="4286"/>
                  </a:lnTo>
                  <a:lnTo>
                    <a:pt x="2528" y="4478"/>
                  </a:lnTo>
                  <a:lnTo>
                    <a:pt x="2576" y="4671"/>
                  </a:lnTo>
                  <a:lnTo>
                    <a:pt x="2624" y="4840"/>
                  </a:lnTo>
                  <a:lnTo>
                    <a:pt x="2624" y="5008"/>
                  </a:lnTo>
                  <a:lnTo>
                    <a:pt x="2817" y="4719"/>
                  </a:lnTo>
                  <a:lnTo>
                    <a:pt x="2865" y="4623"/>
                  </a:lnTo>
                  <a:lnTo>
                    <a:pt x="2865" y="4527"/>
                  </a:lnTo>
                  <a:lnTo>
                    <a:pt x="2865" y="4478"/>
                  </a:lnTo>
                  <a:lnTo>
                    <a:pt x="2841" y="4406"/>
                  </a:lnTo>
                  <a:lnTo>
                    <a:pt x="2745" y="4310"/>
                  </a:lnTo>
                  <a:lnTo>
                    <a:pt x="2600" y="4190"/>
                  </a:lnTo>
                  <a:lnTo>
                    <a:pt x="2215" y="3564"/>
                  </a:lnTo>
                  <a:lnTo>
                    <a:pt x="1493" y="2384"/>
                  </a:lnTo>
                  <a:lnTo>
                    <a:pt x="771" y="1180"/>
                  </a:lnTo>
                  <a:lnTo>
                    <a:pt x="386" y="482"/>
                  </a:lnTo>
                  <a:lnTo>
                    <a:pt x="313" y="266"/>
                  </a:lnTo>
                  <a:lnTo>
                    <a:pt x="289" y="145"/>
                  </a:lnTo>
                  <a:lnTo>
                    <a:pt x="289" y="73"/>
                  </a:lnTo>
                  <a:lnTo>
                    <a:pt x="217" y="25"/>
                  </a:lnTo>
                  <a:lnTo>
                    <a:pt x="16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4" name="Google Shape;13714;p41"/>
            <p:cNvSpPr/>
            <p:nvPr/>
          </p:nvSpPr>
          <p:spPr>
            <a:xfrm>
              <a:off x="5329025" y="3358200"/>
              <a:ext cx="30100" cy="92700"/>
            </a:xfrm>
            <a:custGeom>
              <a:avLst/>
              <a:gdLst/>
              <a:ahLst/>
              <a:cxnLst/>
              <a:rect l="l" t="t" r="r" b="b"/>
              <a:pathLst>
                <a:path w="1204" h="3708" extrusionOk="0">
                  <a:moveTo>
                    <a:pt x="1059" y="0"/>
                  </a:moveTo>
                  <a:lnTo>
                    <a:pt x="963" y="193"/>
                  </a:lnTo>
                  <a:lnTo>
                    <a:pt x="818" y="410"/>
                  </a:lnTo>
                  <a:lnTo>
                    <a:pt x="746" y="554"/>
                  </a:lnTo>
                  <a:lnTo>
                    <a:pt x="674" y="771"/>
                  </a:lnTo>
                  <a:lnTo>
                    <a:pt x="530" y="1348"/>
                  </a:lnTo>
                  <a:lnTo>
                    <a:pt x="361" y="1974"/>
                  </a:lnTo>
                  <a:lnTo>
                    <a:pt x="265" y="2287"/>
                  </a:lnTo>
                  <a:lnTo>
                    <a:pt x="169" y="2552"/>
                  </a:lnTo>
                  <a:lnTo>
                    <a:pt x="72" y="2865"/>
                  </a:lnTo>
                  <a:lnTo>
                    <a:pt x="0" y="3154"/>
                  </a:lnTo>
                  <a:lnTo>
                    <a:pt x="0" y="3419"/>
                  </a:lnTo>
                  <a:lnTo>
                    <a:pt x="0" y="3635"/>
                  </a:lnTo>
                  <a:lnTo>
                    <a:pt x="96" y="3635"/>
                  </a:lnTo>
                  <a:lnTo>
                    <a:pt x="193" y="3659"/>
                  </a:lnTo>
                  <a:lnTo>
                    <a:pt x="289" y="3708"/>
                  </a:lnTo>
                  <a:lnTo>
                    <a:pt x="361" y="3684"/>
                  </a:lnTo>
                  <a:lnTo>
                    <a:pt x="385" y="3635"/>
                  </a:lnTo>
                  <a:lnTo>
                    <a:pt x="385" y="3539"/>
                  </a:lnTo>
                  <a:lnTo>
                    <a:pt x="337" y="3322"/>
                  </a:lnTo>
                  <a:lnTo>
                    <a:pt x="289" y="3082"/>
                  </a:lnTo>
                  <a:lnTo>
                    <a:pt x="289" y="2937"/>
                  </a:lnTo>
                  <a:lnTo>
                    <a:pt x="337" y="2721"/>
                  </a:lnTo>
                  <a:lnTo>
                    <a:pt x="506" y="2167"/>
                  </a:lnTo>
                  <a:lnTo>
                    <a:pt x="722" y="1589"/>
                  </a:lnTo>
                  <a:lnTo>
                    <a:pt x="794" y="1300"/>
                  </a:lnTo>
                  <a:lnTo>
                    <a:pt x="818" y="1084"/>
                  </a:lnTo>
                  <a:lnTo>
                    <a:pt x="843" y="891"/>
                  </a:lnTo>
                  <a:lnTo>
                    <a:pt x="891" y="723"/>
                  </a:lnTo>
                  <a:lnTo>
                    <a:pt x="939" y="602"/>
                  </a:lnTo>
                  <a:lnTo>
                    <a:pt x="987" y="530"/>
                  </a:lnTo>
                  <a:lnTo>
                    <a:pt x="1083" y="361"/>
                  </a:lnTo>
                  <a:lnTo>
                    <a:pt x="1156" y="289"/>
                  </a:lnTo>
                  <a:lnTo>
                    <a:pt x="1180" y="193"/>
                  </a:lnTo>
                  <a:lnTo>
                    <a:pt x="1204" y="97"/>
                  </a:lnTo>
                  <a:lnTo>
                    <a:pt x="1180" y="48"/>
                  </a:lnTo>
                  <a:lnTo>
                    <a:pt x="1131" y="24"/>
                  </a:lnTo>
                  <a:lnTo>
                    <a:pt x="1059"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5" name="Google Shape;13715;p41"/>
            <p:cNvSpPr/>
            <p:nvPr/>
          </p:nvSpPr>
          <p:spPr>
            <a:xfrm>
              <a:off x="5323600" y="3455100"/>
              <a:ext cx="10850" cy="30700"/>
            </a:xfrm>
            <a:custGeom>
              <a:avLst/>
              <a:gdLst/>
              <a:ahLst/>
              <a:cxnLst/>
              <a:rect l="l" t="t" r="r" b="b"/>
              <a:pathLst>
                <a:path w="434" h="1228" extrusionOk="0">
                  <a:moveTo>
                    <a:pt x="121" y="0"/>
                  </a:moveTo>
                  <a:lnTo>
                    <a:pt x="24" y="458"/>
                  </a:lnTo>
                  <a:lnTo>
                    <a:pt x="0" y="770"/>
                  </a:lnTo>
                  <a:lnTo>
                    <a:pt x="0" y="1059"/>
                  </a:lnTo>
                  <a:lnTo>
                    <a:pt x="24" y="1132"/>
                  </a:lnTo>
                  <a:lnTo>
                    <a:pt x="48" y="1204"/>
                  </a:lnTo>
                  <a:lnTo>
                    <a:pt x="73" y="1228"/>
                  </a:lnTo>
                  <a:lnTo>
                    <a:pt x="121" y="1204"/>
                  </a:lnTo>
                  <a:lnTo>
                    <a:pt x="145" y="1132"/>
                  </a:lnTo>
                  <a:lnTo>
                    <a:pt x="217" y="915"/>
                  </a:lnTo>
                  <a:lnTo>
                    <a:pt x="313" y="626"/>
                  </a:lnTo>
                  <a:lnTo>
                    <a:pt x="361" y="385"/>
                  </a:lnTo>
                  <a:lnTo>
                    <a:pt x="410" y="289"/>
                  </a:lnTo>
                  <a:lnTo>
                    <a:pt x="434" y="265"/>
                  </a:lnTo>
                  <a:lnTo>
                    <a:pt x="410" y="217"/>
                  </a:lnTo>
                  <a:lnTo>
                    <a:pt x="361" y="120"/>
                  </a:lnTo>
                  <a:lnTo>
                    <a:pt x="289" y="72"/>
                  </a:lnTo>
                  <a:lnTo>
                    <a:pt x="241" y="24"/>
                  </a:lnTo>
                  <a:lnTo>
                    <a:pt x="121"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6" name="Google Shape;13716;p41"/>
            <p:cNvSpPr/>
            <p:nvPr/>
          </p:nvSpPr>
          <p:spPr>
            <a:xfrm>
              <a:off x="5354300" y="3322700"/>
              <a:ext cx="19275" cy="23475"/>
            </a:xfrm>
            <a:custGeom>
              <a:avLst/>
              <a:gdLst/>
              <a:ahLst/>
              <a:cxnLst/>
              <a:rect l="l" t="t" r="r" b="b"/>
              <a:pathLst>
                <a:path w="771" h="939" extrusionOk="0">
                  <a:moveTo>
                    <a:pt x="770" y="0"/>
                  </a:moveTo>
                  <a:lnTo>
                    <a:pt x="554" y="96"/>
                  </a:lnTo>
                  <a:lnTo>
                    <a:pt x="433" y="169"/>
                  </a:lnTo>
                  <a:lnTo>
                    <a:pt x="313" y="265"/>
                  </a:lnTo>
                  <a:lnTo>
                    <a:pt x="193" y="385"/>
                  </a:lnTo>
                  <a:lnTo>
                    <a:pt x="120" y="506"/>
                  </a:lnTo>
                  <a:lnTo>
                    <a:pt x="48" y="674"/>
                  </a:lnTo>
                  <a:lnTo>
                    <a:pt x="0" y="867"/>
                  </a:lnTo>
                  <a:lnTo>
                    <a:pt x="96" y="939"/>
                  </a:lnTo>
                  <a:lnTo>
                    <a:pt x="217" y="939"/>
                  </a:lnTo>
                  <a:lnTo>
                    <a:pt x="337" y="891"/>
                  </a:lnTo>
                  <a:lnTo>
                    <a:pt x="433" y="819"/>
                  </a:lnTo>
                  <a:lnTo>
                    <a:pt x="482" y="770"/>
                  </a:lnTo>
                  <a:lnTo>
                    <a:pt x="506" y="698"/>
                  </a:lnTo>
                  <a:lnTo>
                    <a:pt x="578" y="481"/>
                  </a:lnTo>
                  <a:lnTo>
                    <a:pt x="602" y="337"/>
                  </a:lnTo>
                  <a:lnTo>
                    <a:pt x="650" y="217"/>
                  </a:lnTo>
                  <a:lnTo>
                    <a:pt x="770"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7" name="Google Shape;13717;p41"/>
            <p:cNvSpPr/>
            <p:nvPr/>
          </p:nvSpPr>
          <p:spPr>
            <a:xfrm>
              <a:off x="5249575" y="3284775"/>
              <a:ext cx="23500" cy="63825"/>
            </a:xfrm>
            <a:custGeom>
              <a:avLst/>
              <a:gdLst/>
              <a:ahLst/>
              <a:cxnLst/>
              <a:rect l="l" t="t" r="r" b="b"/>
              <a:pathLst>
                <a:path w="940" h="2553" extrusionOk="0">
                  <a:moveTo>
                    <a:pt x="193" y="0"/>
                  </a:moveTo>
                  <a:lnTo>
                    <a:pt x="97" y="25"/>
                  </a:lnTo>
                  <a:lnTo>
                    <a:pt x="24" y="49"/>
                  </a:lnTo>
                  <a:lnTo>
                    <a:pt x="0" y="73"/>
                  </a:lnTo>
                  <a:lnTo>
                    <a:pt x="0" y="121"/>
                  </a:lnTo>
                  <a:lnTo>
                    <a:pt x="24" y="241"/>
                  </a:lnTo>
                  <a:lnTo>
                    <a:pt x="73" y="1036"/>
                  </a:lnTo>
                  <a:lnTo>
                    <a:pt x="73" y="1661"/>
                  </a:lnTo>
                  <a:lnTo>
                    <a:pt x="48" y="1926"/>
                  </a:lnTo>
                  <a:lnTo>
                    <a:pt x="24" y="2119"/>
                  </a:lnTo>
                  <a:lnTo>
                    <a:pt x="0" y="2263"/>
                  </a:lnTo>
                  <a:lnTo>
                    <a:pt x="24" y="2360"/>
                  </a:lnTo>
                  <a:lnTo>
                    <a:pt x="48" y="2456"/>
                  </a:lnTo>
                  <a:lnTo>
                    <a:pt x="97" y="2504"/>
                  </a:lnTo>
                  <a:lnTo>
                    <a:pt x="145" y="2528"/>
                  </a:lnTo>
                  <a:lnTo>
                    <a:pt x="217" y="2552"/>
                  </a:lnTo>
                  <a:lnTo>
                    <a:pt x="289" y="2552"/>
                  </a:lnTo>
                  <a:lnTo>
                    <a:pt x="337" y="2528"/>
                  </a:lnTo>
                  <a:lnTo>
                    <a:pt x="458" y="2456"/>
                  </a:lnTo>
                  <a:lnTo>
                    <a:pt x="578" y="2408"/>
                  </a:lnTo>
                  <a:lnTo>
                    <a:pt x="674" y="2408"/>
                  </a:lnTo>
                  <a:lnTo>
                    <a:pt x="723" y="2432"/>
                  </a:lnTo>
                  <a:lnTo>
                    <a:pt x="771" y="2480"/>
                  </a:lnTo>
                  <a:lnTo>
                    <a:pt x="819" y="2504"/>
                  </a:lnTo>
                  <a:lnTo>
                    <a:pt x="867" y="2504"/>
                  </a:lnTo>
                  <a:lnTo>
                    <a:pt x="891" y="2456"/>
                  </a:lnTo>
                  <a:lnTo>
                    <a:pt x="915" y="2384"/>
                  </a:lnTo>
                  <a:lnTo>
                    <a:pt x="939" y="2311"/>
                  </a:lnTo>
                  <a:lnTo>
                    <a:pt x="915" y="2215"/>
                  </a:lnTo>
                  <a:lnTo>
                    <a:pt x="891" y="2119"/>
                  </a:lnTo>
                  <a:lnTo>
                    <a:pt x="867" y="2023"/>
                  </a:lnTo>
                  <a:lnTo>
                    <a:pt x="819" y="1902"/>
                  </a:lnTo>
                  <a:lnTo>
                    <a:pt x="771" y="1758"/>
                  </a:lnTo>
                  <a:lnTo>
                    <a:pt x="674" y="1373"/>
                  </a:lnTo>
                  <a:lnTo>
                    <a:pt x="602" y="939"/>
                  </a:lnTo>
                  <a:lnTo>
                    <a:pt x="602" y="602"/>
                  </a:lnTo>
                  <a:lnTo>
                    <a:pt x="602" y="458"/>
                  </a:lnTo>
                  <a:lnTo>
                    <a:pt x="650" y="337"/>
                  </a:lnTo>
                  <a:lnTo>
                    <a:pt x="698" y="145"/>
                  </a:lnTo>
                  <a:lnTo>
                    <a:pt x="723" y="97"/>
                  </a:lnTo>
                  <a:lnTo>
                    <a:pt x="723" y="49"/>
                  </a:lnTo>
                  <a:lnTo>
                    <a:pt x="698" y="25"/>
                  </a:lnTo>
                  <a:lnTo>
                    <a:pt x="410" y="25"/>
                  </a:lnTo>
                  <a:lnTo>
                    <a:pt x="1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8" name="Google Shape;13718;p41"/>
            <p:cNvSpPr/>
            <p:nvPr/>
          </p:nvSpPr>
          <p:spPr>
            <a:xfrm>
              <a:off x="5259800" y="3285375"/>
              <a:ext cx="13275" cy="62025"/>
            </a:xfrm>
            <a:custGeom>
              <a:avLst/>
              <a:gdLst/>
              <a:ahLst/>
              <a:cxnLst/>
              <a:rect l="l" t="t" r="r" b="b"/>
              <a:pathLst>
                <a:path w="531" h="2481" extrusionOk="0">
                  <a:moveTo>
                    <a:pt x="145" y="1"/>
                  </a:moveTo>
                  <a:lnTo>
                    <a:pt x="73" y="338"/>
                  </a:lnTo>
                  <a:lnTo>
                    <a:pt x="73" y="578"/>
                  </a:lnTo>
                  <a:lnTo>
                    <a:pt x="49" y="867"/>
                  </a:lnTo>
                  <a:lnTo>
                    <a:pt x="49" y="1276"/>
                  </a:lnTo>
                  <a:lnTo>
                    <a:pt x="25" y="1734"/>
                  </a:lnTo>
                  <a:lnTo>
                    <a:pt x="1" y="2119"/>
                  </a:lnTo>
                  <a:lnTo>
                    <a:pt x="1" y="2312"/>
                  </a:lnTo>
                  <a:lnTo>
                    <a:pt x="25" y="2456"/>
                  </a:lnTo>
                  <a:lnTo>
                    <a:pt x="121" y="2408"/>
                  </a:lnTo>
                  <a:lnTo>
                    <a:pt x="193" y="2384"/>
                  </a:lnTo>
                  <a:lnTo>
                    <a:pt x="289" y="2384"/>
                  </a:lnTo>
                  <a:lnTo>
                    <a:pt x="362" y="2456"/>
                  </a:lnTo>
                  <a:lnTo>
                    <a:pt x="410" y="2480"/>
                  </a:lnTo>
                  <a:lnTo>
                    <a:pt x="458" y="2480"/>
                  </a:lnTo>
                  <a:lnTo>
                    <a:pt x="482" y="2432"/>
                  </a:lnTo>
                  <a:lnTo>
                    <a:pt x="506" y="2360"/>
                  </a:lnTo>
                  <a:lnTo>
                    <a:pt x="530" y="2287"/>
                  </a:lnTo>
                  <a:lnTo>
                    <a:pt x="506" y="2191"/>
                  </a:lnTo>
                  <a:lnTo>
                    <a:pt x="482" y="2095"/>
                  </a:lnTo>
                  <a:lnTo>
                    <a:pt x="458" y="1999"/>
                  </a:lnTo>
                  <a:lnTo>
                    <a:pt x="410" y="1878"/>
                  </a:lnTo>
                  <a:lnTo>
                    <a:pt x="362" y="1734"/>
                  </a:lnTo>
                  <a:lnTo>
                    <a:pt x="265" y="1349"/>
                  </a:lnTo>
                  <a:lnTo>
                    <a:pt x="193" y="915"/>
                  </a:lnTo>
                  <a:lnTo>
                    <a:pt x="193" y="578"/>
                  </a:lnTo>
                  <a:lnTo>
                    <a:pt x="193" y="434"/>
                  </a:lnTo>
                  <a:lnTo>
                    <a:pt x="241" y="313"/>
                  </a:lnTo>
                  <a:lnTo>
                    <a:pt x="289" y="121"/>
                  </a:lnTo>
                  <a:lnTo>
                    <a:pt x="314" y="73"/>
                  </a:lnTo>
                  <a:lnTo>
                    <a:pt x="314" y="25"/>
                  </a:lnTo>
                  <a:lnTo>
                    <a:pt x="28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9" name="Google Shape;13719;p41"/>
            <p:cNvSpPr/>
            <p:nvPr/>
          </p:nvSpPr>
          <p:spPr>
            <a:xfrm>
              <a:off x="5186975" y="3299825"/>
              <a:ext cx="45775" cy="63800"/>
            </a:xfrm>
            <a:custGeom>
              <a:avLst/>
              <a:gdLst/>
              <a:ahLst/>
              <a:cxnLst/>
              <a:rect l="l" t="t" r="r" b="b"/>
              <a:pathLst>
                <a:path w="1831" h="2552" extrusionOk="0">
                  <a:moveTo>
                    <a:pt x="603" y="0"/>
                  </a:moveTo>
                  <a:lnTo>
                    <a:pt x="554" y="24"/>
                  </a:lnTo>
                  <a:lnTo>
                    <a:pt x="458" y="72"/>
                  </a:lnTo>
                  <a:lnTo>
                    <a:pt x="362" y="97"/>
                  </a:lnTo>
                  <a:lnTo>
                    <a:pt x="145" y="145"/>
                  </a:lnTo>
                  <a:lnTo>
                    <a:pt x="49" y="169"/>
                  </a:lnTo>
                  <a:lnTo>
                    <a:pt x="1" y="217"/>
                  </a:lnTo>
                  <a:lnTo>
                    <a:pt x="1" y="289"/>
                  </a:lnTo>
                  <a:lnTo>
                    <a:pt x="49" y="410"/>
                  </a:lnTo>
                  <a:lnTo>
                    <a:pt x="434" y="1132"/>
                  </a:lnTo>
                  <a:lnTo>
                    <a:pt x="723" y="1734"/>
                  </a:lnTo>
                  <a:lnTo>
                    <a:pt x="843" y="1998"/>
                  </a:lnTo>
                  <a:lnTo>
                    <a:pt x="891" y="2167"/>
                  </a:lnTo>
                  <a:lnTo>
                    <a:pt x="940" y="2311"/>
                  </a:lnTo>
                  <a:lnTo>
                    <a:pt x="988" y="2408"/>
                  </a:lnTo>
                  <a:lnTo>
                    <a:pt x="1036" y="2480"/>
                  </a:lnTo>
                  <a:lnTo>
                    <a:pt x="1108" y="2528"/>
                  </a:lnTo>
                  <a:lnTo>
                    <a:pt x="1156" y="2552"/>
                  </a:lnTo>
                  <a:lnTo>
                    <a:pt x="1204" y="2552"/>
                  </a:lnTo>
                  <a:lnTo>
                    <a:pt x="1253" y="2528"/>
                  </a:lnTo>
                  <a:lnTo>
                    <a:pt x="1277" y="2456"/>
                  </a:lnTo>
                  <a:lnTo>
                    <a:pt x="1277" y="2408"/>
                  </a:lnTo>
                  <a:lnTo>
                    <a:pt x="1325" y="2335"/>
                  </a:lnTo>
                  <a:lnTo>
                    <a:pt x="1397" y="2287"/>
                  </a:lnTo>
                  <a:lnTo>
                    <a:pt x="1469" y="2239"/>
                  </a:lnTo>
                  <a:lnTo>
                    <a:pt x="1565" y="2215"/>
                  </a:lnTo>
                  <a:lnTo>
                    <a:pt x="1734" y="2167"/>
                  </a:lnTo>
                  <a:lnTo>
                    <a:pt x="1782" y="2143"/>
                  </a:lnTo>
                  <a:lnTo>
                    <a:pt x="1830" y="2095"/>
                  </a:lnTo>
                  <a:lnTo>
                    <a:pt x="1830" y="2046"/>
                  </a:lnTo>
                  <a:lnTo>
                    <a:pt x="1830" y="1998"/>
                  </a:lnTo>
                  <a:lnTo>
                    <a:pt x="1734" y="1854"/>
                  </a:lnTo>
                  <a:lnTo>
                    <a:pt x="1614" y="1709"/>
                  </a:lnTo>
                  <a:lnTo>
                    <a:pt x="1517" y="1637"/>
                  </a:lnTo>
                  <a:lnTo>
                    <a:pt x="1397" y="1517"/>
                  </a:lnTo>
                  <a:lnTo>
                    <a:pt x="1156" y="1204"/>
                  </a:lnTo>
                  <a:lnTo>
                    <a:pt x="915" y="867"/>
                  </a:lnTo>
                  <a:lnTo>
                    <a:pt x="771" y="554"/>
                  </a:lnTo>
                  <a:lnTo>
                    <a:pt x="723" y="410"/>
                  </a:lnTo>
                  <a:lnTo>
                    <a:pt x="699" y="289"/>
                  </a:lnTo>
                  <a:lnTo>
                    <a:pt x="675" y="97"/>
                  </a:lnTo>
                  <a:lnTo>
                    <a:pt x="651" y="48"/>
                  </a:lnTo>
                  <a:lnTo>
                    <a:pt x="65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0" name="Google Shape;13720;p41"/>
            <p:cNvSpPr/>
            <p:nvPr/>
          </p:nvSpPr>
          <p:spPr>
            <a:xfrm>
              <a:off x="5198425" y="3299825"/>
              <a:ext cx="34325" cy="57200"/>
            </a:xfrm>
            <a:custGeom>
              <a:avLst/>
              <a:gdLst/>
              <a:ahLst/>
              <a:cxnLst/>
              <a:rect l="l" t="t" r="r" b="b"/>
              <a:pathLst>
                <a:path w="1373" h="2288" extrusionOk="0">
                  <a:moveTo>
                    <a:pt x="145" y="0"/>
                  </a:moveTo>
                  <a:lnTo>
                    <a:pt x="96" y="24"/>
                  </a:lnTo>
                  <a:lnTo>
                    <a:pt x="0" y="72"/>
                  </a:lnTo>
                  <a:lnTo>
                    <a:pt x="24" y="265"/>
                  </a:lnTo>
                  <a:lnTo>
                    <a:pt x="120" y="554"/>
                  </a:lnTo>
                  <a:lnTo>
                    <a:pt x="241" y="867"/>
                  </a:lnTo>
                  <a:lnTo>
                    <a:pt x="337" y="1059"/>
                  </a:lnTo>
                  <a:lnTo>
                    <a:pt x="433" y="1228"/>
                  </a:lnTo>
                  <a:lnTo>
                    <a:pt x="602" y="1493"/>
                  </a:lnTo>
                  <a:lnTo>
                    <a:pt x="746" y="1782"/>
                  </a:lnTo>
                  <a:lnTo>
                    <a:pt x="867" y="2046"/>
                  </a:lnTo>
                  <a:lnTo>
                    <a:pt x="939" y="2287"/>
                  </a:lnTo>
                  <a:lnTo>
                    <a:pt x="1083" y="2215"/>
                  </a:lnTo>
                  <a:lnTo>
                    <a:pt x="1276" y="2167"/>
                  </a:lnTo>
                  <a:lnTo>
                    <a:pt x="1324" y="2143"/>
                  </a:lnTo>
                  <a:lnTo>
                    <a:pt x="1372" y="2095"/>
                  </a:lnTo>
                  <a:lnTo>
                    <a:pt x="1372" y="2046"/>
                  </a:lnTo>
                  <a:lnTo>
                    <a:pt x="1372" y="1998"/>
                  </a:lnTo>
                  <a:lnTo>
                    <a:pt x="1276" y="1854"/>
                  </a:lnTo>
                  <a:lnTo>
                    <a:pt x="1156" y="1709"/>
                  </a:lnTo>
                  <a:lnTo>
                    <a:pt x="1059" y="1637"/>
                  </a:lnTo>
                  <a:lnTo>
                    <a:pt x="939" y="1517"/>
                  </a:lnTo>
                  <a:lnTo>
                    <a:pt x="698" y="1204"/>
                  </a:lnTo>
                  <a:lnTo>
                    <a:pt x="457" y="867"/>
                  </a:lnTo>
                  <a:lnTo>
                    <a:pt x="313" y="554"/>
                  </a:lnTo>
                  <a:lnTo>
                    <a:pt x="265" y="410"/>
                  </a:lnTo>
                  <a:lnTo>
                    <a:pt x="241" y="289"/>
                  </a:lnTo>
                  <a:lnTo>
                    <a:pt x="217" y="97"/>
                  </a:lnTo>
                  <a:lnTo>
                    <a:pt x="193" y="48"/>
                  </a:lnTo>
                  <a:lnTo>
                    <a:pt x="193"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1" name="Google Shape;13721;p41"/>
            <p:cNvSpPr/>
            <p:nvPr/>
          </p:nvSpPr>
          <p:spPr>
            <a:xfrm>
              <a:off x="5233325" y="3250475"/>
              <a:ext cx="25900" cy="31925"/>
            </a:xfrm>
            <a:custGeom>
              <a:avLst/>
              <a:gdLst/>
              <a:ahLst/>
              <a:cxnLst/>
              <a:rect l="l" t="t" r="r" b="b"/>
              <a:pathLst>
                <a:path w="1036" h="1277" extrusionOk="0">
                  <a:moveTo>
                    <a:pt x="289" y="0"/>
                  </a:moveTo>
                  <a:lnTo>
                    <a:pt x="241" y="24"/>
                  </a:lnTo>
                  <a:lnTo>
                    <a:pt x="193" y="72"/>
                  </a:lnTo>
                  <a:lnTo>
                    <a:pt x="145" y="121"/>
                  </a:lnTo>
                  <a:lnTo>
                    <a:pt x="73" y="145"/>
                  </a:lnTo>
                  <a:lnTo>
                    <a:pt x="24" y="169"/>
                  </a:lnTo>
                  <a:lnTo>
                    <a:pt x="0" y="217"/>
                  </a:lnTo>
                  <a:lnTo>
                    <a:pt x="24" y="289"/>
                  </a:lnTo>
                  <a:lnTo>
                    <a:pt x="97" y="410"/>
                  </a:lnTo>
                  <a:lnTo>
                    <a:pt x="289" y="722"/>
                  </a:lnTo>
                  <a:lnTo>
                    <a:pt x="386" y="891"/>
                  </a:lnTo>
                  <a:lnTo>
                    <a:pt x="386" y="963"/>
                  </a:lnTo>
                  <a:lnTo>
                    <a:pt x="386" y="1035"/>
                  </a:lnTo>
                  <a:lnTo>
                    <a:pt x="361" y="1204"/>
                  </a:lnTo>
                  <a:lnTo>
                    <a:pt x="361" y="1228"/>
                  </a:lnTo>
                  <a:lnTo>
                    <a:pt x="410" y="1252"/>
                  </a:lnTo>
                  <a:lnTo>
                    <a:pt x="530" y="1276"/>
                  </a:lnTo>
                  <a:lnTo>
                    <a:pt x="650" y="1276"/>
                  </a:lnTo>
                  <a:lnTo>
                    <a:pt x="698" y="1228"/>
                  </a:lnTo>
                  <a:lnTo>
                    <a:pt x="867" y="1084"/>
                  </a:lnTo>
                  <a:lnTo>
                    <a:pt x="939" y="1035"/>
                  </a:lnTo>
                  <a:lnTo>
                    <a:pt x="1035" y="1035"/>
                  </a:lnTo>
                  <a:lnTo>
                    <a:pt x="1035" y="963"/>
                  </a:lnTo>
                  <a:lnTo>
                    <a:pt x="1011" y="891"/>
                  </a:lnTo>
                  <a:lnTo>
                    <a:pt x="939" y="819"/>
                  </a:lnTo>
                  <a:lnTo>
                    <a:pt x="819" y="747"/>
                  </a:lnTo>
                  <a:lnTo>
                    <a:pt x="747" y="674"/>
                  </a:lnTo>
                  <a:lnTo>
                    <a:pt x="650" y="554"/>
                  </a:lnTo>
                  <a:lnTo>
                    <a:pt x="554" y="385"/>
                  </a:lnTo>
                  <a:lnTo>
                    <a:pt x="410" y="72"/>
                  </a:lnTo>
                  <a:lnTo>
                    <a:pt x="3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2" name="Google Shape;13722;p41"/>
            <p:cNvSpPr/>
            <p:nvPr/>
          </p:nvSpPr>
          <p:spPr>
            <a:xfrm>
              <a:off x="5238125" y="3250475"/>
              <a:ext cx="21100" cy="28300"/>
            </a:xfrm>
            <a:custGeom>
              <a:avLst/>
              <a:gdLst/>
              <a:ahLst/>
              <a:cxnLst/>
              <a:rect l="l" t="t" r="r" b="b"/>
              <a:pathLst>
                <a:path w="844" h="1132" extrusionOk="0">
                  <a:moveTo>
                    <a:pt x="97" y="0"/>
                  </a:moveTo>
                  <a:lnTo>
                    <a:pt x="49" y="24"/>
                  </a:lnTo>
                  <a:lnTo>
                    <a:pt x="1" y="72"/>
                  </a:lnTo>
                  <a:lnTo>
                    <a:pt x="97" y="241"/>
                  </a:lnTo>
                  <a:lnTo>
                    <a:pt x="145" y="361"/>
                  </a:lnTo>
                  <a:lnTo>
                    <a:pt x="169" y="482"/>
                  </a:lnTo>
                  <a:lnTo>
                    <a:pt x="242" y="650"/>
                  </a:lnTo>
                  <a:lnTo>
                    <a:pt x="338" y="843"/>
                  </a:lnTo>
                  <a:lnTo>
                    <a:pt x="482" y="1011"/>
                  </a:lnTo>
                  <a:lnTo>
                    <a:pt x="603" y="1132"/>
                  </a:lnTo>
                  <a:lnTo>
                    <a:pt x="723" y="1035"/>
                  </a:lnTo>
                  <a:lnTo>
                    <a:pt x="771" y="1011"/>
                  </a:lnTo>
                  <a:lnTo>
                    <a:pt x="819" y="1035"/>
                  </a:lnTo>
                  <a:lnTo>
                    <a:pt x="843" y="1035"/>
                  </a:lnTo>
                  <a:lnTo>
                    <a:pt x="843" y="963"/>
                  </a:lnTo>
                  <a:lnTo>
                    <a:pt x="819" y="891"/>
                  </a:lnTo>
                  <a:lnTo>
                    <a:pt x="747" y="819"/>
                  </a:lnTo>
                  <a:lnTo>
                    <a:pt x="627" y="747"/>
                  </a:lnTo>
                  <a:lnTo>
                    <a:pt x="555" y="674"/>
                  </a:lnTo>
                  <a:lnTo>
                    <a:pt x="458" y="554"/>
                  </a:lnTo>
                  <a:lnTo>
                    <a:pt x="362" y="385"/>
                  </a:lnTo>
                  <a:lnTo>
                    <a:pt x="218" y="72"/>
                  </a:lnTo>
                  <a:lnTo>
                    <a:pt x="169"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3" name="Google Shape;13723;p41"/>
            <p:cNvSpPr/>
            <p:nvPr/>
          </p:nvSpPr>
          <p:spPr>
            <a:xfrm>
              <a:off x="5229700" y="3225800"/>
              <a:ext cx="11475" cy="19275"/>
            </a:xfrm>
            <a:custGeom>
              <a:avLst/>
              <a:gdLst/>
              <a:ahLst/>
              <a:cxnLst/>
              <a:rect l="l" t="t" r="r" b="b"/>
              <a:pathLst>
                <a:path w="459" h="771" extrusionOk="0">
                  <a:moveTo>
                    <a:pt x="73" y="0"/>
                  </a:moveTo>
                  <a:lnTo>
                    <a:pt x="25" y="48"/>
                  </a:lnTo>
                  <a:lnTo>
                    <a:pt x="25" y="121"/>
                  </a:lnTo>
                  <a:lnTo>
                    <a:pt x="25" y="217"/>
                  </a:lnTo>
                  <a:lnTo>
                    <a:pt x="25" y="313"/>
                  </a:lnTo>
                  <a:lnTo>
                    <a:pt x="1" y="530"/>
                  </a:lnTo>
                  <a:lnTo>
                    <a:pt x="25" y="650"/>
                  </a:lnTo>
                  <a:lnTo>
                    <a:pt x="73" y="722"/>
                  </a:lnTo>
                  <a:lnTo>
                    <a:pt x="121" y="747"/>
                  </a:lnTo>
                  <a:lnTo>
                    <a:pt x="193" y="771"/>
                  </a:lnTo>
                  <a:lnTo>
                    <a:pt x="290" y="771"/>
                  </a:lnTo>
                  <a:lnTo>
                    <a:pt x="362" y="747"/>
                  </a:lnTo>
                  <a:lnTo>
                    <a:pt x="434" y="698"/>
                  </a:lnTo>
                  <a:lnTo>
                    <a:pt x="458" y="674"/>
                  </a:lnTo>
                  <a:lnTo>
                    <a:pt x="458" y="626"/>
                  </a:lnTo>
                  <a:lnTo>
                    <a:pt x="458" y="530"/>
                  </a:lnTo>
                  <a:lnTo>
                    <a:pt x="410" y="410"/>
                  </a:lnTo>
                  <a:lnTo>
                    <a:pt x="410" y="265"/>
                  </a:lnTo>
                  <a:lnTo>
                    <a:pt x="410" y="121"/>
                  </a:lnTo>
                  <a:lnTo>
                    <a:pt x="410" y="48"/>
                  </a:lnTo>
                  <a:lnTo>
                    <a:pt x="3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4" name="Google Shape;13724;p41"/>
            <p:cNvSpPr/>
            <p:nvPr/>
          </p:nvSpPr>
          <p:spPr>
            <a:xfrm>
              <a:off x="5235725" y="3225800"/>
              <a:ext cx="5450" cy="18675"/>
            </a:xfrm>
            <a:custGeom>
              <a:avLst/>
              <a:gdLst/>
              <a:ahLst/>
              <a:cxnLst/>
              <a:rect l="l" t="t" r="r" b="b"/>
              <a:pathLst>
                <a:path w="218" h="747" extrusionOk="0">
                  <a:moveTo>
                    <a:pt x="1" y="0"/>
                  </a:moveTo>
                  <a:lnTo>
                    <a:pt x="25" y="361"/>
                  </a:lnTo>
                  <a:lnTo>
                    <a:pt x="73" y="554"/>
                  </a:lnTo>
                  <a:lnTo>
                    <a:pt x="145" y="747"/>
                  </a:lnTo>
                  <a:lnTo>
                    <a:pt x="193" y="698"/>
                  </a:lnTo>
                  <a:lnTo>
                    <a:pt x="217" y="674"/>
                  </a:lnTo>
                  <a:lnTo>
                    <a:pt x="217" y="626"/>
                  </a:lnTo>
                  <a:lnTo>
                    <a:pt x="217" y="530"/>
                  </a:lnTo>
                  <a:lnTo>
                    <a:pt x="169" y="410"/>
                  </a:lnTo>
                  <a:lnTo>
                    <a:pt x="169" y="265"/>
                  </a:lnTo>
                  <a:lnTo>
                    <a:pt x="169" y="121"/>
                  </a:lnTo>
                  <a:lnTo>
                    <a:pt x="169" y="48"/>
                  </a:lnTo>
                  <a:lnTo>
                    <a:pt x="121"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5" name="Google Shape;13725;p41"/>
            <p:cNvSpPr/>
            <p:nvPr/>
          </p:nvSpPr>
          <p:spPr>
            <a:xfrm>
              <a:off x="5174950" y="3243850"/>
              <a:ext cx="24100" cy="52375"/>
            </a:xfrm>
            <a:custGeom>
              <a:avLst/>
              <a:gdLst/>
              <a:ahLst/>
              <a:cxnLst/>
              <a:rect l="l" t="t" r="r" b="b"/>
              <a:pathLst>
                <a:path w="964" h="2095" extrusionOk="0">
                  <a:moveTo>
                    <a:pt x="193" y="0"/>
                  </a:moveTo>
                  <a:lnTo>
                    <a:pt x="72" y="49"/>
                  </a:lnTo>
                  <a:lnTo>
                    <a:pt x="24" y="73"/>
                  </a:lnTo>
                  <a:lnTo>
                    <a:pt x="0" y="97"/>
                  </a:lnTo>
                  <a:lnTo>
                    <a:pt x="0" y="145"/>
                  </a:lnTo>
                  <a:lnTo>
                    <a:pt x="0" y="193"/>
                  </a:lnTo>
                  <a:lnTo>
                    <a:pt x="72" y="289"/>
                  </a:lnTo>
                  <a:lnTo>
                    <a:pt x="121" y="337"/>
                  </a:lnTo>
                  <a:lnTo>
                    <a:pt x="169" y="410"/>
                  </a:lnTo>
                  <a:lnTo>
                    <a:pt x="193" y="506"/>
                  </a:lnTo>
                  <a:lnTo>
                    <a:pt x="289" y="1180"/>
                  </a:lnTo>
                  <a:lnTo>
                    <a:pt x="337" y="1589"/>
                  </a:lnTo>
                  <a:lnTo>
                    <a:pt x="337" y="1734"/>
                  </a:lnTo>
                  <a:lnTo>
                    <a:pt x="313" y="1854"/>
                  </a:lnTo>
                  <a:lnTo>
                    <a:pt x="313" y="1902"/>
                  </a:lnTo>
                  <a:lnTo>
                    <a:pt x="313" y="1974"/>
                  </a:lnTo>
                  <a:lnTo>
                    <a:pt x="337" y="2023"/>
                  </a:lnTo>
                  <a:lnTo>
                    <a:pt x="385" y="2047"/>
                  </a:lnTo>
                  <a:lnTo>
                    <a:pt x="434" y="2071"/>
                  </a:lnTo>
                  <a:lnTo>
                    <a:pt x="506" y="2071"/>
                  </a:lnTo>
                  <a:lnTo>
                    <a:pt x="650" y="2047"/>
                  </a:lnTo>
                  <a:lnTo>
                    <a:pt x="722" y="2047"/>
                  </a:lnTo>
                  <a:lnTo>
                    <a:pt x="891" y="2095"/>
                  </a:lnTo>
                  <a:lnTo>
                    <a:pt x="939" y="2095"/>
                  </a:lnTo>
                  <a:lnTo>
                    <a:pt x="963" y="2071"/>
                  </a:lnTo>
                  <a:lnTo>
                    <a:pt x="963" y="2047"/>
                  </a:lnTo>
                  <a:lnTo>
                    <a:pt x="963" y="1999"/>
                  </a:lnTo>
                  <a:lnTo>
                    <a:pt x="915" y="1902"/>
                  </a:lnTo>
                  <a:lnTo>
                    <a:pt x="843" y="1806"/>
                  </a:lnTo>
                  <a:lnTo>
                    <a:pt x="795" y="1758"/>
                  </a:lnTo>
                  <a:lnTo>
                    <a:pt x="771" y="1662"/>
                  </a:lnTo>
                  <a:lnTo>
                    <a:pt x="722" y="1445"/>
                  </a:lnTo>
                  <a:lnTo>
                    <a:pt x="698" y="963"/>
                  </a:lnTo>
                  <a:lnTo>
                    <a:pt x="650" y="434"/>
                  </a:lnTo>
                  <a:lnTo>
                    <a:pt x="602" y="217"/>
                  </a:lnTo>
                  <a:lnTo>
                    <a:pt x="554" y="121"/>
                  </a:lnTo>
                  <a:lnTo>
                    <a:pt x="530" y="73"/>
                  </a:lnTo>
                  <a:lnTo>
                    <a:pt x="458" y="0"/>
                  </a:lnTo>
                  <a:lnTo>
                    <a:pt x="409" y="0"/>
                  </a:lnTo>
                  <a:lnTo>
                    <a:pt x="385" y="25"/>
                  </a:lnTo>
                  <a:lnTo>
                    <a:pt x="289" y="25"/>
                  </a:lnTo>
                  <a:lnTo>
                    <a:pt x="1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6" name="Google Shape;13726;p41"/>
            <p:cNvSpPr/>
            <p:nvPr/>
          </p:nvSpPr>
          <p:spPr>
            <a:xfrm>
              <a:off x="5180350" y="3243850"/>
              <a:ext cx="18700" cy="52375"/>
            </a:xfrm>
            <a:custGeom>
              <a:avLst/>
              <a:gdLst/>
              <a:ahLst/>
              <a:cxnLst/>
              <a:rect l="l" t="t" r="r" b="b"/>
              <a:pathLst>
                <a:path w="748" h="2095" extrusionOk="0">
                  <a:moveTo>
                    <a:pt x="1" y="0"/>
                  </a:moveTo>
                  <a:lnTo>
                    <a:pt x="97" y="169"/>
                  </a:lnTo>
                  <a:lnTo>
                    <a:pt x="169" y="362"/>
                  </a:lnTo>
                  <a:lnTo>
                    <a:pt x="218" y="578"/>
                  </a:lnTo>
                  <a:lnTo>
                    <a:pt x="242" y="843"/>
                  </a:lnTo>
                  <a:lnTo>
                    <a:pt x="266" y="1132"/>
                  </a:lnTo>
                  <a:lnTo>
                    <a:pt x="290" y="1397"/>
                  </a:lnTo>
                  <a:lnTo>
                    <a:pt x="314" y="1517"/>
                  </a:lnTo>
                  <a:lnTo>
                    <a:pt x="362" y="1613"/>
                  </a:lnTo>
                  <a:lnTo>
                    <a:pt x="410" y="1686"/>
                  </a:lnTo>
                  <a:lnTo>
                    <a:pt x="458" y="1758"/>
                  </a:lnTo>
                  <a:lnTo>
                    <a:pt x="531" y="1830"/>
                  </a:lnTo>
                  <a:lnTo>
                    <a:pt x="579" y="1902"/>
                  </a:lnTo>
                  <a:lnTo>
                    <a:pt x="579" y="1999"/>
                  </a:lnTo>
                  <a:lnTo>
                    <a:pt x="555" y="2071"/>
                  </a:lnTo>
                  <a:lnTo>
                    <a:pt x="675" y="2095"/>
                  </a:lnTo>
                  <a:lnTo>
                    <a:pt x="723" y="2095"/>
                  </a:lnTo>
                  <a:lnTo>
                    <a:pt x="747" y="2071"/>
                  </a:lnTo>
                  <a:lnTo>
                    <a:pt x="747" y="2047"/>
                  </a:lnTo>
                  <a:lnTo>
                    <a:pt x="747" y="1999"/>
                  </a:lnTo>
                  <a:lnTo>
                    <a:pt x="699" y="1902"/>
                  </a:lnTo>
                  <a:lnTo>
                    <a:pt x="627" y="1806"/>
                  </a:lnTo>
                  <a:lnTo>
                    <a:pt x="579" y="1758"/>
                  </a:lnTo>
                  <a:lnTo>
                    <a:pt x="555" y="1662"/>
                  </a:lnTo>
                  <a:lnTo>
                    <a:pt x="506" y="1445"/>
                  </a:lnTo>
                  <a:lnTo>
                    <a:pt x="482" y="963"/>
                  </a:lnTo>
                  <a:lnTo>
                    <a:pt x="434" y="434"/>
                  </a:lnTo>
                  <a:lnTo>
                    <a:pt x="386" y="217"/>
                  </a:lnTo>
                  <a:lnTo>
                    <a:pt x="338" y="121"/>
                  </a:lnTo>
                  <a:lnTo>
                    <a:pt x="314" y="73"/>
                  </a:lnTo>
                  <a:lnTo>
                    <a:pt x="242" y="0"/>
                  </a:lnTo>
                  <a:lnTo>
                    <a:pt x="193" y="0"/>
                  </a:lnTo>
                  <a:lnTo>
                    <a:pt x="169" y="25"/>
                  </a:lnTo>
                  <a:lnTo>
                    <a:pt x="73" y="25"/>
                  </a:lnTo>
                  <a:lnTo>
                    <a:pt x="1"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7" name="Google Shape;13727;p41"/>
            <p:cNvSpPr/>
            <p:nvPr/>
          </p:nvSpPr>
          <p:spPr>
            <a:xfrm>
              <a:off x="5162900" y="3216175"/>
              <a:ext cx="21100" cy="23475"/>
            </a:xfrm>
            <a:custGeom>
              <a:avLst/>
              <a:gdLst/>
              <a:ahLst/>
              <a:cxnLst/>
              <a:rect l="l" t="t" r="r" b="b"/>
              <a:pathLst>
                <a:path w="844" h="939" extrusionOk="0">
                  <a:moveTo>
                    <a:pt x="97" y="0"/>
                  </a:moveTo>
                  <a:lnTo>
                    <a:pt x="49" y="24"/>
                  </a:lnTo>
                  <a:lnTo>
                    <a:pt x="25" y="48"/>
                  </a:lnTo>
                  <a:lnTo>
                    <a:pt x="1" y="120"/>
                  </a:lnTo>
                  <a:lnTo>
                    <a:pt x="1" y="193"/>
                  </a:lnTo>
                  <a:lnTo>
                    <a:pt x="49" y="289"/>
                  </a:lnTo>
                  <a:lnTo>
                    <a:pt x="97" y="482"/>
                  </a:lnTo>
                  <a:lnTo>
                    <a:pt x="169" y="698"/>
                  </a:lnTo>
                  <a:lnTo>
                    <a:pt x="217" y="770"/>
                  </a:lnTo>
                  <a:lnTo>
                    <a:pt x="266" y="867"/>
                  </a:lnTo>
                  <a:lnTo>
                    <a:pt x="338" y="915"/>
                  </a:lnTo>
                  <a:lnTo>
                    <a:pt x="434" y="939"/>
                  </a:lnTo>
                  <a:lnTo>
                    <a:pt x="651" y="795"/>
                  </a:lnTo>
                  <a:lnTo>
                    <a:pt x="795" y="722"/>
                  </a:lnTo>
                  <a:lnTo>
                    <a:pt x="819" y="674"/>
                  </a:lnTo>
                  <a:lnTo>
                    <a:pt x="819" y="602"/>
                  </a:lnTo>
                  <a:lnTo>
                    <a:pt x="843" y="530"/>
                  </a:lnTo>
                  <a:lnTo>
                    <a:pt x="843" y="506"/>
                  </a:lnTo>
                  <a:lnTo>
                    <a:pt x="699" y="457"/>
                  </a:lnTo>
                  <a:lnTo>
                    <a:pt x="554" y="409"/>
                  </a:lnTo>
                  <a:lnTo>
                    <a:pt x="434" y="337"/>
                  </a:lnTo>
                  <a:lnTo>
                    <a:pt x="338" y="217"/>
                  </a:lnTo>
                  <a:lnTo>
                    <a:pt x="242" y="96"/>
                  </a:lnTo>
                  <a:lnTo>
                    <a:pt x="193" y="24"/>
                  </a:lnTo>
                  <a:lnTo>
                    <a:pt x="1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8" name="Google Shape;13728;p41"/>
            <p:cNvSpPr/>
            <p:nvPr/>
          </p:nvSpPr>
          <p:spPr>
            <a:xfrm>
              <a:off x="5165925" y="3216175"/>
              <a:ext cx="18075" cy="17475"/>
            </a:xfrm>
            <a:custGeom>
              <a:avLst/>
              <a:gdLst/>
              <a:ahLst/>
              <a:cxnLst/>
              <a:rect l="l" t="t" r="r" b="b"/>
              <a:pathLst>
                <a:path w="723" h="699" extrusionOk="0">
                  <a:moveTo>
                    <a:pt x="0" y="0"/>
                  </a:moveTo>
                  <a:lnTo>
                    <a:pt x="72" y="193"/>
                  </a:lnTo>
                  <a:lnTo>
                    <a:pt x="145" y="313"/>
                  </a:lnTo>
                  <a:lnTo>
                    <a:pt x="217" y="433"/>
                  </a:lnTo>
                  <a:lnTo>
                    <a:pt x="313" y="530"/>
                  </a:lnTo>
                  <a:lnTo>
                    <a:pt x="409" y="602"/>
                  </a:lnTo>
                  <a:lnTo>
                    <a:pt x="554" y="674"/>
                  </a:lnTo>
                  <a:lnTo>
                    <a:pt x="698" y="698"/>
                  </a:lnTo>
                  <a:lnTo>
                    <a:pt x="698" y="650"/>
                  </a:lnTo>
                  <a:lnTo>
                    <a:pt x="698" y="602"/>
                  </a:lnTo>
                  <a:lnTo>
                    <a:pt x="722" y="530"/>
                  </a:lnTo>
                  <a:lnTo>
                    <a:pt x="722" y="506"/>
                  </a:lnTo>
                  <a:lnTo>
                    <a:pt x="578" y="457"/>
                  </a:lnTo>
                  <a:lnTo>
                    <a:pt x="433" y="409"/>
                  </a:lnTo>
                  <a:lnTo>
                    <a:pt x="313" y="337"/>
                  </a:lnTo>
                  <a:lnTo>
                    <a:pt x="217" y="217"/>
                  </a:lnTo>
                  <a:lnTo>
                    <a:pt x="121" y="96"/>
                  </a:lnTo>
                  <a:lnTo>
                    <a:pt x="48" y="24"/>
                  </a:lnTo>
                  <a:lnTo>
                    <a:pt x="0"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9" name="Google Shape;13729;p41"/>
            <p:cNvSpPr/>
            <p:nvPr/>
          </p:nvSpPr>
          <p:spPr>
            <a:xfrm>
              <a:off x="5147250" y="3317875"/>
              <a:ext cx="33725" cy="64425"/>
            </a:xfrm>
            <a:custGeom>
              <a:avLst/>
              <a:gdLst/>
              <a:ahLst/>
              <a:cxnLst/>
              <a:rect l="l" t="t" r="r" b="b"/>
              <a:pathLst>
                <a:path w="1349" h="2577" extrusionOk="0">
                  <a:moveTo>
                    <a:pt x="747" y="0"/>
                  </a:moveTo>
                  <a:lnTo>
                    <a:pt x="699" y="25"/>
                  </a:lnTo>
                  <a:lnTo>
                    <a:pt x="675" y="49"/>
                  </a:lnTo>
                  <a:lnTo>
                    <a:pt x="627" y="97"/>
                  </a:lnTo>
                  <a:lnTo>
                    <a:pt x="530" y="145"/>
                  </a:lnTo>
                  <a:lnTo>
                    <a:pt x="314" y="169"/>
                  </a:lnTo>
                  <a:lnTo>
                    <a:pt x="193" y="169"/>
                  </a:lnTo>
                  <a:lnTo>
                    <a:pt x="97" y="193"/>
                  </a:lnTo>
                  <a:lnTo>
                    <a:pt x="25" y="241"/>
                  </a:lnTo>
                  <a:lnTo>
                    <a:pt x="1" y="289"/>
                  </a:lnTo>
                  <a:lnTo>
                    <a:pt x="25" y="313"/>
                  </a:lnTo>
                  <a:lnTo>
                    <a:pt x="73" y="362"/>
                  </a:lnTo>
                  <a:lnTo>
                    <a:pt x="145" y="410"/>
                  </a:lnTo>
                  <a:lnTo>
                    <a:pt x="218" y="530"/>
                  </a:lnTo>
                  <a:lnTo>
                    <a:pt x="290" y="699"/>
                  </a:lnTo>
                  <a:lnTo>
                    <a:pt x="482" y="1300"/>
                  </a:lnTo>
                  <a:lnTo>
                    <a:pt x="627" y="1854"/>
                  </a:lnTo>
                  <a:lnTo>
                    <a:pt x="651" y="1999"/>
                  </a:lnTo>
                  <a:lnTo>
                    <a:pt x="651" y="2119"/>
                  </a:lnTo>
                  <a:lnTo>
                    <a:pt x="627" y="2215"/>
                  </a:lnTo>
                  <a:lnTo>
                    <a:pt x="579" y="2311"/>
                  </a:lnTo>
                  <a:lnTo>
                    <a:pt x="530" y="2384"/>
                  </a:lnTo>
                  <a:lnTo>
                    <a:pt x="506" y="2480"/>
                  </a:lnTo>
                  <a:lnTo>
                    <a:pt x="530" y="2528"/>
                  </a:lnTo>
                  <a:lnTo>
                    <a:pt x="555" y="2552"/>
                  </a:lnTo>
                  <a:lnTo>
                    <a:pt x="579" y="2576"/>
                  </a:lnTo>
                  <a:lnTo>
                    <a:pt x="747" y="2576"/>
                  </a:lnTo>
                  <a:lnTo>
                    <a:pt x="795" y="2504"/>
                  </a:lnTo>
                  <a:lnTo>
                    <a:pt x="868" y="2408"/>
                  </a:lnTo>
                  <a:lnTo>
                    <a:pt x="964" y="2336"/>
                  </a:lnTo>
                  <a:lnTo>
                    <a:pt x="1012" y="2311"/>
                  </a:lnTo>
                  <a:lnTo>
                    <a:pt x="1060" y="2336"/>
                  </a:lnTo>
                  <a:lnTo>
                    <a:pt x="1180" y="2384"/>
                  </a:lnTo>
                  <a:lnTo>
                    <a:pt x="1229" y="2408"/>
                  </a:lnTo>
                  <a:lnTo>
                    <a:pt x="1277" y="2408"/>
                  </a:lnTo>
                  <a:lnTo>
                    <a:pt x="1301" y="2360"/>
                  </a:lnTo>
                  <a:lnTo>
                    <a:pt x="1349" y="2287"/>
                  </a:lnTo>
                  <a:lnTo>
                    <a:pt x="1349" y="2167"/>
                  </a:lnTo>
                  <a:lnTo>
                    <a:pt x="1325" y="2023"/>
                  </a:lnTo>
                  <a:lnTo>
                    <a:pt x="1229" y="1661"/>
                  </a:lnTo>
                  <a:lnTo>
                    <a:pt x="1108" y="1276"/>
                  </a:lnTo>
                  <a:lnTo>
                    <a:pt x="1012" y="963"/>
                  </a:lnTo>
                  <a:lnTo>
                    <a:pt x="964" y="699"/>
                  </a:lnTo>
                  <a:lnTo>
                    <a:pt x="940" y="434"/>
                  </a:lnTo>
                  <a:lnTo>
                    <a:pt x="892" y="193"/>
                  </a:lnTo>
                  <a:lnTo>
                    <a:pt x="868" y="121"/>
                  </a:lnTo>
                  <a:lnTo>
                    <a:pt x="819" y="49"/>
                  </a:lnTo>
                  <a:lnTo>
                    <a:pt x="771" y="25"/>
                  </a:lnTo>
                  <a:lnTo>
                    <a:pt x="74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0" name="Google Shape;13730;p41"/>
            <p:cNvSpPr/>
            <p:nvPr/>
          </p:nvSpPr>
          <p:spPr>
            <a:xfrm>
              <a:off x="5161700" y="3318475"/>
              <a:ext cx="19275" cy="59600"/>
            </a:xfrm>
            <a:custGeom>
              <a:avLst/>
              <a:gdLst/>
              <a:ahLst/>
              <a:cxnLst/>
              <a:rect l="l" t="t" r="r" b="b"/>
              <a:pathLst>
                <a:path w="771" h="2384" extrusionOk="0">
                  <a:moveTo>
                    <a:pt x="121" y="1"/>
                  </a:moveTo>
                  <a:lnTo>
                    <a:pt x="73" y="49"/>
                  </a:lnTo>
                  <a:lnTo>
                    <a:pt x="1" y="97"/>
                  </a:lnTo>
                  <a:lnTo>
                    <a:pt x="97" y="217"/>
                  </a:lnTo>
                  <a:lnTo>
                    <a:pt x="169" y="386"/>
                  </a:lnTo>
                  <a:lnTo>
                    <a:pt x="241" y="602"/>
                  </a:lnTo>
                  <a:lnTo>
                    <a:pt x="265" y="867"/>
                  </a:lnTo>
                  <a:lnTo>
                    <a:pt x="314" y="1204"/>
                  </a:lnTo>
                  <a:lnTo>
                    <a:pt x="362" y="1589"/>
                  </a:lnTo>
                  <a:lnTo>
                    <a:pt x="410" y="1975"/>
                  </a:lnTo>
                  <a:lnTo>
                    <a:pt x="458" y="2287"/>
                  </a:lnTo>
                  <a:lnTo>
                    <a:pt x="554" y="2336"/>
                  </a:lnTo>
                  <a:lnTo>
                    <a:pt x="627" y="2360"/>
                  </a:lnTo>
                  <a:lnTo>
                    <a:pt x="675" y="2384"/>
                  </a:lnTo>
                  <a:lnTo>
                    <a:pt x="699" y="2360"/>
                  </a:lnTo>
                  <a:lnTo>
                    <a:pt x="747" y="2336"/>
                  </a:lnTo>
                  <a:lnTo>
                    <a:pt x="771" y="2263"/>
                  </a:lnTo>
                  <a:lnTo>
                    <a:pt x="771" y="2143"/>
                  </a:lnTo>
                  <a:lnTo>
                    <a:pt x="747" y="1999"/>
                  </a:lnTo>
                  <a:lnTo>
                    <a:pt x="651" y="1637"/>
                  </a:lnTo>
                  <a:lnTo>
                    <a:pt x="530" y="1252"/>
                  </a:lnTo>
                  <a:lnTo>
                    <a:pt x="434" y="939"/>
                  </a:lnTo>
                  <a:lnTo>
                    <a:pt x="386" y="675"/>
                  </a:lnTo>
                  <a:lnTo>
                    <a:pt x="362" y="410"/>
                  </a:lnTo>
                  <a:lnTo>
                    <a:pt x="314" y="169"/>
                  </a:lnTo>
                  <a:lnTo>
                    <a:pt x="290" y="97"/>
                  </a:lnTo>
                  <a:lnTo>
                    <a:pt x="241" y="25"/>
                  </a:lnTo>
                  <a:lnTo>
                    <a:pt x="16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1" name="Google Shape;13731;p41"/>
            <p:cNvSpPr/>
            <p:nvPr/>
          </p:nvSpPr>
          <p:spPr>
            <a:xfrm>
              <a:off x="5121375" y="3278150"/>
              <a:ext cx="37950" cy="40950"/>
            </a:xfrm>
            <a:custGeom>
              <a:avLst/>
              <a:gdLst/>
              <a:ahLst/>
              <a:cxnLst/>
              <a:rect l="l" t="t" r="r" b="b"/>
              <a:pathLst>
                <a:path w="1518" h="1638" extrusionOk="0">
                  <a:moveTo>
                    <a:pt x="266" y="1"/>
                  </a:moveTo>
                  <a:lnTo>
                    <a:pt x="241" y="25"/>
                  </a:lnTo>
                  <a:lnTo>
                    <a:pt x="217" y="49"/>
                  </a:lnTo>
                  <a:lnTo>
                    <a:pt x="193" y="97"/>
                  </a:lnTo>
                  <a:lnTo>
                    <a:pt x="193" y="145"/>
                  </a:lnTo>
                  <a:lnTo>
                    <a:pt x="145" y="193"/>
                  </a:lnTo>
                  <a:lnTo>
                    <a:pt x="73" y="241"/>
                  </a:lnTo>
                  <a:lnTo>
                    <a:pt x="25" y="265"/>
                  </a:lnTo>
                  <a:lnTo>
                    <a:pt x="1" y="290"/>
                  </a:lnTo>
                  <a:lnTo>
                    <a:pt x="1" y="314"/>
                  </a:lnTo>
                  <a:lnTo>
                    <a:pt x="73" y="386"/>
                  </a:lnTo>
                  <a:lnTo>
                    <a:pt x="169" y="434"/>
                  </a:lnTo>
                  <a:lnTo>
                    <a:pt x="266" y="458"/>
                  </a:lnTo>
                  <a:lnTo>
                    <a:pt x="386" y="554"/>
                  </a:lnTo>
                  <a:lnTo>
                    <a:pt x="530" y="747"/>
                  </a:lnTo>
                  <a:lnTo>
                    <a:pt x="651" y="1012"/>
                  </a:lnTo>
                  <a:lnTo>
                    <a:pt x="771" y="1252"/>
                  </a:lnTo>
                  <a:lnTo>
                    <a:pt x="867" y="1469"/>
                  </a:lnTo>
                  <a:lnTo>
                    <a:pt x="940" y="1565"/>
                  </a:lnTo>
                  <a:lnTo>
                    <a:pt x="1036" y="1638"/>
                  </a:lnTo>
                  <a:lnTo>
                    <a:pt x="1156" y="1589"/>
                  </a:lnTo>
                  <a:lnTo>
                    <a:pt x="1277" y="1517"/>
                  </a:lnTo>
                  <a:lnTo>
                    <a:pt x="1373" y="1421"/>
                  </a:lnTo>
                  <a:lnTo>
                    <a:pt x="1517" y="1252"/>
                  </a:lnTo>
                  <a:lnTo>
                    <a:pt x="1517" y="1204"/>
                  </a:lnTo>
                  <a:lnTo>
                    <a:pt x="1493" y="1132"/>
                  </a:lnTo>
                  <a:lnTo>
                    <a:pt x="1469" y="1108"/>
                  </a:lnTo>
                  <a:lnTo>
                    <a:pt x="1421" y="1108"/>
                  </a:lnTo>
                  <a:lnTo>
                    <a:pt x="1325" y="1084"/>
                  </a:lnTo>
                  <a:lnTo>
                    <a:pt x="1228" y="1060"/>
                  </a:lnTo>
                  <a:lnTo>
                    <a:pt x="1204" y="1036"/>
                  </a:lnTo>
                  <a:lnTo>
                    <a:pt x="1180" y="988"/>
                  </a:lnTo>
                  <a:lnTo>
                    <a:pt x="1084" y="819"/>
                  </a:lnTo>
                  <a:lnTo>
                    <a:pt x="916" y="554"/>
                  </a:lnTo>
                  <a:lnTo>
                    <a:pt x="747" y="290"/>
                  </a:lnTo>
                  <a:lnTo>
                    <a:pt x="675" y="193"/>
                  </a:lnTo>
                  <a:lnTo>
                    <a:pt x="603" y="145"/>
                  </a:lnTo>
                  <a:lnTo>
                    <a:pt x="386" y="25"/>
                  </a:lnTo>
                  <a:lnTo>
                    <a:pt x="3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2" name="Google Shape;13732;p41"/>
            <p:cNvSpPr/>
            <p:nvPr/>
          </p:nvSpPr>
          <p:spPr>
            <a:xfrm>
              <a:off x="5126200" y="3278150"/>
              <a:ext cx="33125" cy="36750"/>
            </a:xfrm>
            <a:custGeom>
              <a:avLst/>
              <a:gdLst/>
              <a:ahLst/>
              <a:cxnLst/>
              <a:rect l="l" t="t" r="r" b="b"/>
              <a:pathLst>
                <a:path w="1325" h="1470" extrusionOk="0">
                  <a:moveTo>
                    <a:pt x="73" y="1"/>
                  </a:moveTo>
                  <a:lnTo>
                    <a:pt x="48" y="25"/>
                  </a:lnTo>
                  <a:lnTo>
                    <a:pt x="24" y="49"/>
                  </a:lnTo>
                  <a:lnTo>
                    <a:pt x="0" y="97"/>
                  </a:lnTo>
                  <a:lnTo>
                    <a:pt x="0" y="121"/>
                  </a:lnTo>
                  <a:lnTo>
                    <a:pt x="0" y="169"/>
                  </a:lnTo>
                  <a:lnTo>
                    <a:pt x="97" y="217"/>
                  </a:lnTo>
                  <a:lnTo>
                    <a:pt x="241" y="314"/>
                  </a:lnTo>
                  <a:lnTo>
                    <a:pt x="385" y="458"/>
                  </a:lnTo>
                  <a:lnTo>
                    <a:pt x="530" y="675"/>
                  </a:lnTo>
                  <a:lnTo>
                    <a:pt x="698" y="964"/>
                  </a:lnTo>
                  <a:lnTo>
                    <a:pt x="843" y="1204"/>
                  </a:lnTo>
                  <a:lnTo>
                    <a:pt x="987" y="1373"/>
                  </a:lnTo>
                  <a:lnTo>
                    <a:pt x="1060" y="1445"/>
                  </a:lnTo>
                  <a:lnTo>
                    <a:pt x="1132" y="1469"/>
                  </a:lnTo>
                  <a:lnTo>
                    <a:pt x="1180" y="1421"/>
                  </a:lnTo>
                  <a:lnTo>
                    <a:pt x="1324" y="1252"/>
                  </a:lnTo>
                  <a:lnTo>
                    <a:pt x="1324" y="1204"/>
                  </a:lnTo>
                  <a:lnTo>
                    <a:pt x="1300" y="1132"/>
                  </a:lnTo>
                  <a:lnTo>
                    <a:pt x="1276" y="1108"/>
                  </a:lnTo>
                  <a:lnTo>
                    <a:pt x="1228" y="1108"/>
                  </a:lnTo>
                  <a:lnTo>
                    <a:pt x="1132" y="1084"/>
                  </a:lnTo>
                  <a:lnTo>
                    <a:pt x="1035" y="1060"/>
                  </a:lnTo>
                  <a:lnTo>
                    <a:pt x="1011" y="1036"/>
                  </a:lnTo>
                  <a:lnTo>
                    <a:pt x="987" y="988"/>
                  </a:lnTo>
                  <a:lnTo>
                    <a:pt x="891" y="819"/>
                  </a:lnTo>
                  <a:lnTo>
                    <a:pt x="723" y="554"/>
                  </a:lnTo>
                  <a:lnTo>
                    <a:pt x="554" y="290"/>
                  </a:lnTo>
                  <a:lnTo>
                    <a:pt x="482" y="193"/>
                  </a:lnTo>
                  <a:lnTo>
                    <a:pt x="410" y="145"/>
                  </a:lnTo>
                  <a:lnTo>
                    <a:pt x="193" y="25"/>
                  </a:lnTo>
                  <a:lnTo>
                    <a:pt x="121"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3" name="Google Shape;13733;p41"/>
            <p:cNvSpPr/>
            <p:nvPr/>
          </p:nvSpPr>
          <p:spPr>
            <a:xfrm>
              <a:off x="5116575" y="3261300"/>
              <a:ext cx="12050" cy="15675"/>
            </a:xfrm>
            <a:custGeom>
              <a:avLst/>
              <a:gdLst/>
              <a:ahLst/>
              <a:cxnLst/>
              <a:rect l="l" t="t" r="r" b="b"/>
              <a:pathLst>
                <a:path w="482" h="627" extrusionOk="0">
                  <a:moveTo>
                    <a:pt x="96" y="1"/>
                  </a:moveTo>
                  <a:lnTo>
                    <a:pt x="48" y="25"/>
                  </a:lnTo>
                  <a:lnTo>
                    <a:pt x="0" y="97"/>
                  </a:lnTo>
                  <a:lnTo>
                    <a:pt x="0" y="145"/>
                  </a:lnTo>
                  <a:lnTo>
                    <a:pt x="0" y="289"/>
                  </a:lnTo>
                  <a:lnTo>
                    <a:pt x="24" y="434"/>
                  </a:lnTo>
                  <a:lnTo>
                    <a:pt x="72" y="506"/>
                  </a:lnTo>
                  <a:lnTo>
                    <a:pt x="72" y="578"/>
                  </a:lnTo>
                  <a:lnTo>
                    <a:pt x="96" y="626"/>
                  </a:lnTo>
                  <a:lnTo>
                    <a:pt x="145" y="626"/>
                  </a:lnTo>
                  <a:lnTo>
                    <a:pt x="241" y="578"/>
                  </a:lnTo>
                  <a:lnTo>
                    <a:pt x="313" y="530"/>
                  </a:lnTo>
                  <a:lnTo>
                    <a:pt x="385" y="482"/>
                  </a:lnTo>
                  <a:lnTo>
                    <a:pt x="458" y="410"/>
                  </a:lnTo>
                  <a:lnTo>
                    <a:pt x="482" y="338"/>
                  </a:lnTo>
                  <a:lnTo>
                    <a:pt x="458" y="265"/>
                  </a:lnTo>
                  <a:lnTo>
                    <a:pt x="433" y="217"/>
                  </a:lnTo>
                  <a:lnTo>
                    <a:pt x="385" y="193"/>
                  </a:lnTo>
                  <a:lnTo>
                    <a:pt x="313" y="145"/>
                  </a:lnTo>
                  <a:lnTo>
                    <a:pt x="289" y="73"/>
                  </a:lnTo>
                  <a:lnTo>
                    <a:pt x="241" y="25"/>
                  </a:lnTo>
                  <a:lnTo>
                    <a:pt x="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4" name="Google Shape;13734;p41"/>
            <p:cNvSpPr/>
            <p:nvPr/>
          </p:nvSpPr>
          <p:spPr>
            <a:xfrm>
              <a:off x="5120775" y="3261300"/>
              <a:ext cx="7850" cy="11450"/>
            </a:xfrm>
            <a:custGeom>
              <a:avLst/>
              <a:gdLst/>
              <a:ahLst/>
              <a:cxnLst/>
              <a:rect l="l" t="t" r="r" b="b"/>
              <a:pathLst>
                <a:path w="314" h="458" extrusionOk="0">
                  <a:moveTo>
                    <a:pt x="1" y="1"/>
                  </a:moveTo>
                  <a:lnTo>
                    <a:pt x="1" y="121"/>
                  </a:lnTo>
                  <a:lnTo>
                    <a:pt x="25" y="265"/>
                  </a:lnTo>
                  <a:lnTo>
                    <a:pt x="73" y="338"/>
                  </a:lnTo>
                  <a:lnTo>
                    <a:pt x="97" y="386"/>
                  </a:lnTo>
                  <a:lnTo>
                    <a:pt x="169" y="434"/>
                  </a:lnTo>
                  <a:lnTo>
                    <a:pt x="241" y="458"/>
                  </a:lnTo>
                  <a:lnTo>
                    <a:pt x="290" y="386"/>
                  </a:lnTo>
                  <a:lnTo>
                    <a:pt x="314" y="314"/>
                  </a:lnTo>
                  <a:lnTo>
                    <a:pt x="290" y="241"/>
                  </a:lnTo>
                  <a:lnTo>
                    <a:pt x="217" y="193"/>
                  </a:lnTo>
                  <a:lnTo>
                    <a:pt x="145" y="145"/>
                  </a:lnTo>
                  <a:lnTo>
                    <a:pt x="121" y="73"/>
                  </a:lnTo>
                  <a:lnTo>
                    <a:pt x="73" y="25"/>
                  </a:lnTo>
                  <a:lnTo>
                    <a:pt x="1"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5" name="Google Shape;13735;p41"/>
            <p:cNvSpPr/>
            <p:nvPr/>
          </p:nvSpPr>
          <p:spPr>
            <a:xfrm>
              <a:off x="5100925" y="3352175"/>
              <a:ext cx="48175" cy="57800"/>
            </a:xfrm>
            <a:custGeom>
              <a:avLst/>
              <a:gdLst/>
              <a:ahLst/>
              <a:cxnLst/>
              <a:rect l="l" t="t" r="r" b="b"/>
              <a:pathLst>
                <a:path w="1927" h="2312" extrusionOk="0">
                  <a:moveTo>
                    <a:pt x="385" y="1"/>
                  </a:moveTo>
                  <a:lnTo>
                    <a:pt x="361" y="25"/>
                  </a:lnTo>
                  <a:lnTo>
                    <a:pt x="337" y="73"/>
                  </a:lnTo>
                  <a:lnTo>
                    <a:pt x="313" y="145"/>
                  </a:lnTo>
                  <a:lnTo>
                    <a:pt x="289" y="217"/>
                  </a:lnTo>
                  <a:lnTo>
                    <a:pt x="217" y="265"/>
                  </a:lnTo>
                  <a:lnTo>
                    <a:pt x="169" y="289"/>
                  </a:lnTo>
                  <a:lnTo>
                    <a:pt x="97" y="314"/>
                  </a:lnTo>
                  <a:lnTo>
                    <a:pt x="48" y="338"/>
                  </a:lnTo>
                  <a:lnTo>
                    <a:pt x="24" y="362"/>
                  </a:lnTo>
                  <a:lnTo>
                    <a:pt x="0" y="410"/>
                  </a:lnTo>
                  <a:lnTo>
                    <a:pt x="24" y="506"/>
                  </a:lnTo>
                  <a:lnTo>
                    <a:pt x="72" y="627"/>
                  </a:lnTo>
                  <a:lnTo>
                    <a:pt x="121" y="723"/>
                  </a:lnTo>
                  <a:lnTo>
                    <a:pt x="169" y="771"/>
                  </a:lnTo>
                  <a:lnTo>
                    <a:pt x="265" y="795"/>
                  </a:lnTo>
                  <a:lnTo>
                    <a:pt x="361" y="891"/>
                  </a:lnTo>
                  <a:lnTo>
                    <a:pt x="795" y="1349"/>
                  </a:lnTo>
                  <a:lnTo>
                    <a:pt x="1204" y="1830"/>
                  </a:lnTo>
                  <a:lnTo>
                    <a:pt x="1228" y="1878"/>
                  </a:lnTo>
                  <a:lnTo>
                    <a:pt x="1276" y="1951"/>
                  </a:lnTo>
                  <a:lnTo>
                    <a:pt x="1300" y="2071"/>
                  </a:lnTo>
                  <a:lnTo>
                    <a:pt x="1300" y="2191"/>
                  </a:lnTo>
                  <a:lnTo>
                    <a:pt x="1324" y="2263"/>
                  </a:lnTo>
                  <a:lnTo>
                    <a:pt x="1348" y="2288"/>
                  </a:lnTo>
                  <a:lnTo>
                    <a:pt x="1396" y="2312"/>
                  </a:lnTo>
                  <a:lnTo>
                    <a:pt x="1421" y="2312"/>
                  </a:lnTo>
                  <a:lnTo>
                    <a:pt x="1445" y="2239"/>
                  </a:lnTo>
                  <a:lnTo>
                    <a:pt x="1469" y="2095"/>
                  </a:lnTo>
                  <a:lnTo>
                    <a:pt x="1493" y="1975"/>
                  </a:lnTo>
                  <a:lnTo>
                    <a:pt x="1517" y="1926"/>
                  </a:lnTo>
                  <a:lnTo>
                    <a:pt x="1565" y="1902"/>
                  </a:lnTo>
                  <a:lnTo>
                    <a:pt x="1661" y="1854"/>
                  </a:lnTo>
                  <a:lnTo>
                    <a:pt x="1806" y="1782"/>
                  </a:lnTo>
                  <a:lnTo>
                    <a:pt x="1854" y="1734"/>
                  </a:lnTo>
                  <a:lnTo>
                    <a:pt x="1902" y="1662"/>
                  </a:lnTo>
                  <a:lnTo>
                    <a:pt x="1926" y="1589"/>
                  </a:lnTo>
                  <a:lnTo>
                    <a:pt x="1902" y="1565"/>
                  </a:lnTo>
                  <a:lnTo>
                    <a:pt x="1878" y="1517"/>
                  </a:lnTo>
                  <a:lnTo>
                    <a:pt x="1806" y="1517"/>
                  </a:lnTo>
                  <a:lnTo>
                    <a:pt x="1661" y="1493"/>
                  </a:lnTo>
                  <a:lnTo>
                    <a:pt x="1589" y="1469"/>
                  </a:lnTo>
                  <a:lnTo>
                    <a:pt x="1541" y="1445"/>
                  </a:lnTo>
                  <a:lnTo>
                    <a:pt x="1372" y="1276"/>
                  </a:lnTo>
                  <a:lnTo>
                    <a:pt x="1084" y="988"/>
                  </a:lnTo>
                  <a:lnTo>
                    <a:pt x="819" y="699"/>
                  </a:lnTo>
                  <a:lnTo>
                    <a:pt x="746" y="578"/>
                  </a:lnTo>
                  <a:lnTo>
                    <a:pt x="698" y="482"/>
                  </a:lnTo>
                  <a:lnTo>
                    <a:pt x="650" y="338"/>
                  </a:lnTo>
                  <a:lnTo>
                    <a:pt x="602" y="193"/>
                  </a:lnTo>
                  <a:lnTo>
                    <a:pt x="506" y="73"/>
                  </a:lnTo>
                  <a:lnTo>
                    <a:pt x="458" y="25"/>
                  </a:lnTo>
                  <a:lnTo>
                    <a:pt x="4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6" name="Google Shape;13736;p41"/>
            <p:cNvSpPr/>
            <p:nvPr/>
          </p:nvSpPr>
          <p:spPr>
            <a:xfrm>
              <a:off x="5108750" y="3352175"/>
              <a:ext cx="40350" cy="40350"/>
            </a:xfrm>
            <a:custGeom>
              <a:avLst/>
              <a:gdLst/>
              <a:ahLst/>
              <a:cxnLst/>
              <a:rect l="l" t="t" r="r" b="b"/>
              <a:pathLst>
                <a:path w="1614" h="1614" extrusionOk="0">
                  <a:moveTo>
                    <a:pt x="48" y="1"/>
                  </a:moveTo>
                  <a:lnTo>
                    <a:pt x="24" y="49"/>
                  </a:lnTo>
                  <a:lnTo>
                    <a:pt x="0" y="169"/>
                  </a:lnTo>
                  <a:lnTo>
                    <a:pt x="72" y="241"/>
                  </a:lnTo>
                  <a:lnTo>
                    <a:pt x="145" y="338"/>
                  </a:lnTo>
                  <a:lnTo>
                    <a:pt x="217" y="458"/>
                  </a:lnTo>
                  <a:lnTo>
                    <a:pt x="265" y="602"/>
                  </a:lnTo>
                  <a:lnTo>
                    <a:pt x="313" y="747"/>
                  </a:lnTo>
                  <a:lnTo>
                    <a:pt x="385" y="891"/>
                  </a:lnTo>
                  <a:lnTo>
                    <a:pt x="602" y="1156"/>
                  </a:lnTo>
                  <a:lnTo>
                    <a:pt x="843" y="1397"/>
                  </a:lnTo>
                  <a:lnTo>
                    <a:pt x="1011" y="1541"/>
                  </a:lnTo>
                  <a:lnTo>
                    <a:pt x="1132" y="1589"/>
                  </a:lnTo>
                  <a:lnTo>
                    <a:pt x="1300" y="1614"/>
                  </a:lnTo>
                  <a:lnTo>
                    <a:pt x="1613" y="1614"/>
                  </a:lnTo>
                  <a:lnTo>
                    <a:pt x="1613" y="1565"/>
                  </a:lnTo>
                  <a:lnTo>
                    <a:pt x="1565" y="1541"/>
                  </a:lnTo>
                  <a:lnTo>
                    <a:pt x="1469" y="1493"/>
                  </a:lnTo>
                  <a:lnTo>
                    <a:pt x="1324" y="1493"/>
                  </a:lnTo>
                  <a:lnTo>
                    <a:pt x="1228" y="1445"/>
                  </a:lnTo>
                  <a:lnTo>
                    <a:pt x="1059" y="1276"/>
                  </a:lnTo>
                  <a:lnTo>
                    <a:pt x="771" y="988"/>
                  </a:lnTo>
                  <a:lnTo>
                    <a:pt x="506" y="699"/>
                  </a:lnTo>
                  <a:lnTo>
                    <a:pt x="433" y="578"/>
                  </a:lnTo>
                  <a:lnTo>
                    <a:pt x="385" y="482"/>
                  </a:lnTo>
                  <a:lnTo>
                    <a:pt x="337" y="338"/>
                  </a:lnTo>
                  <a:lnTo>
                    <a:pt x="289" y="193"/>
                  </a:lnTo>
                  <a:lnTo>
                    <a:pt x="193" y="73"/>
                  </a:lnTo>
                  <a:lnTo>
                    <a:pt x="145" y="25"/>
                  </a:lnTo>
                  <a:lnTo>
                    <a:pt x="96"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7" name="Google Shape;13737;p41"/>
            <p:cNvSpPr/>
            <p:nvPr/>
          </p:nvSpPr>
          <p:spPr>
            <a:xfrm>
              <a:off x="5083475" y="3321475"/>
              <a:ext cx="25300" cy="34350"/>
            </a:xfrm>
            <a:custGeom>
              <a:avLst/>
              <a:gdLst/>
              <a:ahLst/>
              <a:cxnLst/>
              <a:rect l="l" t="t" r="r" b="b"/>
              <a:pathLst>
                <a:path w="1012" h="1374" extrusionOk="0">
                  <a:moveTo>
                    <a:pt x="289" y="1"/>
                  </a:moveTo>
                  <a:lnTo>
                    <a:pt x="241" y="25"/>
                  </a:lnTo>
                  <a:lnTo>
                    <a:pt x="217" y="49"/>
                  </a:lnTo>
                  <a:lnTo>
                    <a:pt x="145" y="145"/>
                  </a:lnTo>
                  <a:lnTo>
                    <a:pt x="96" y="193"/>
                  </a:lnTo>
                  <a:lnTo>
                    <a:pt x="48" y="193"/>
                  </a:lnTo>
                  <a:lnTo>
                    <a:pt x="0" y="218"/>
                  </a:lnTo>
                  <a:lnTo>
                    <a:pt x="24" y="290"/>
                  </a:lnTo>
                  <a:lnTo>
                    <a:pt x="217" y="530"/>
                  </a:lnTo>
                  <a:lnTo>
                    <a:pt x="337" y="675"/>
                  </a:lnTo>
                  <a:lnTo>
                    <a:pt x="409" y="868"/>
                  </a:lnTo>
                  <a:lnTo>
                    <a:pt x="482" y="1229"/>
                  </a:lnTo>
                  <a:lnTo>
                    <a:pt x="530" y="1349"/>
                  </a:lnTo>
                  <a:lnTo>
                    <a:pt x="554" y="1373"/>
                  </a:lnTo>
                  <a:lnTo>
                    <a:pt x="722" y="1373"/>
                  </a:lnTo>
                  <a:lnTo>
                    <a:pt x="795" y="1349"/>
                  </a:lnTo>
                  <a:lnTo>
                    <a:pt x="867" y="1301"/>
                  </a:lnTo>
                  <a:lnTo>
                    <a:pt x="939" y="1205"/>
                  </a:lnTo>
                  <a:lnTo>
                    <a:pt x="987" y="1156"/>
                  </a:lnTo>
                  <a:lnTo>
                    <a:pt x="1011" y="1060"/>
                  </a:lnTo>
                  <a:lnTo>
                    <a:pt x="1011" y="1012"/>
                  </a:lnTo>
                  <a:lnTo>
                    <a:pt x="987" y="964"/>
                  </a:lnTo>
                  <a:lnTo>
                    <a:pt x="867" y="892"/>
                  </a:lnTo>
                  <a:lnTo>
                    <a:pt x="770" y="771"/>
                  </a:lnTo>
                  <a:lnTo>
                    <a:pt x="650" y="627"/>
                  </a:lnTo>
                  <a:lnTo>
                    <a:pt x="530" y="458"/>
                  </a:lnTo>
                  <a:lnTo>
                    <a:pt x="433" y="290"/>
                  </a:lnTo>
                  <a:lnTo>
                    <a:pt x="385" y="169"/>
                  </a:lnTo>
                  <a:lnTo>
                    <a:pt x="385" y="73"/>
                  </a:lnTo>
                  <a:lnTo>
                    <a:pt x="361" y="25"/>
                  </a:lnTo>
                  <a:lnTo>
                    <a:pt x="3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8" name="Google Shape;13738;p41"/>
            <p:cNvSpPr/>
            <p:nvPr/>
          </p:nvSpPr>
          <p:spPr>
            <a:xfrm>
              <a:off x="5090675" y="3321475"/>
              <a:ext cx="18100" cy="29525"/>
            </a:xfrm>
            <a:custGeom>
              <a:avLst/>
              <a:gdLst/>
              <a:ahLst/>
              <a:cxnLst/>
              <a:rect l="l" t="t" r="r" b="b"/>
              <a:pathLst>
                <a:path w="724" h="1181" extrusionOk="0">
                  <a:moveTo>
                    <a:pt x="1" y="1"/>
                  </a:moveTo>
                  <a:lnTo>
                    <a:pt x="49" y="242"/>
                  </a:lnTo>
                  <a:lnTo>
                    <a:pt x="73" y="386"/>
                  </a:lnTo>
                  <a:lnTo>
                    <a:pt x="145" y="555"/>
                  </a:lnTo>
                  <a:lnTo>
                    <a:pt x="218" y="723"/>
                  </a:lnTo>
                  <a:lnTo>
                    <a:pt x="338" y="892"/>
                  </a:lnTo>
                  <a:lnTo>
                    <a:pt x="482" y="1036"/>
                  </a:lnTo>
                  <a:lnTo>
                    <a:pt x="675" y="1180"/>
                  </a:lnTo>
                  <a:lnTo>
                    <a:pt x="699" y="1132"/>
                  </a:lnTo>
                  <a:lnTo>
                    <a:pt x="723" y="1060"/>
                  </a:lnTo>
                  <a:lnTo>
                    <a:pt x="723" y="1012"/>
                  </a:lnTo>
                  <a:lnTo>
                    <a:pt x="699" y="964"/>
                  </a:lnTo>
                  <a:lnTo>
                    <a:pt x="579" y="892"/>
                  </a:lnTo>
                  <a:lnTo>
                    <a:pt x="482" y="771"/>
                  </a:lnTo>
                  <a:lnTo>
                    <a:pt x="362" y="627"/>
                  </a:lnTo>
                  <a:lnTo>
                    <a:pt x="242" y="458"/>
                  </a:lnTo>
                  <a:lnTo>
                    <a:pt x="145" y="290"/>
                  </a:lnTo>
                  <a:lnTo>
                    <a:pt x="97" y="169"/>
                  </a:lnTo>
                  <a:lnTo>
                    <a:pt x="97" y="73"/>
                  </a:lnTo>
                  <a:lnTo>
                    <a:pt x="73" y="25"/>
                  </a:lnTo>
                  <a:lnTo>
                    <a:pt x="49" y="1"/>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9" name="Google Shape;13739;p41"/>
            <p:cNvSpPr/>
            <p:nvPr/>
          </p:nvSpPr>
          <p:spPr>
            <a:xfrm>
              <a:off x="5082250" y="3308850"/>
              <a:ext cx="6050" cy="12050"/>
            </a:xfrm>
            <a:custGeom>
              <a:avLst/>
              <a:gdLst/>
              <a:ahLst/>
              <a:cxnLst/>
              <a:rect l="l" t="t" r="r" b="b"/>
              <a:pathLst>
                <a:path w="242" h="482" extrusionOk="0">
                  <a:moveTo>
                    <a:pt x="1" y="0"/>
                  </a:moveTo>
                  <a:lnTo>
                    <a:pt x="1" y="145"/>
                  </a:lnTo>
                  <a:lnTo>
                    <a:pt x="1" y="265"/>
                  </a:lnTo>
                  <a:lnTo>
                    <a:pt x="49" y="386"/>
                  </a:lnTo>
                  <a:lnTo>
                    <a:pt x="97" y="434"/>
                  </a:lnTo>
                  <a:lnTo>
                    <a:pt x="145" y="482"/>
                  </a:lnTo>
                  <a:lnTo>
                    <a:pt x="218" y="410"/>
                  </a:lnTo>
                  <a:lnTo>
                    <a:pt x="218" y="386"/>
                  </a:lnTo>
                  <a:lnTo>
                    <a:pt x="242" y="337"/>
                  </a:lnTo>
                  <a:lnTo>
                    <a:pt x="218" y="169"/>
                  </a:lnTo>
                  <a:lnTo>
                    <a:pt x="194" y="73"/>
                  </a:lnTo>
                  <a:lnTo>
                    <a:pt x="169" y="49"/>
                  </a:lnTo>
                  <a:lnTo>
                    <a:pt x="121" y="24"/>
                  </a:lnTo>
                  <a:lnTo>
                    <a:pt x="1"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0" name="Google Shape;13740;p41"/>
            <p:cNvSpPr/>
            <p:nvPr/>
          </p:nvSpPr>
          <p:spPr>
            <a:xfrm>
              <a:off x="5238750" y="3527300"/>
              <a:ext cx="4825" cy="4850"/>
            </a:xfrm>
            <a:custGeom>
              <a:avLst/>
              <a:gdLst/>
              <a:ahLst/>
              <a:cxnLst/>
              <a:rect l="l" t="t" r="r" b="b"/>
              <a:pathLst>
                <a:path w="193" h="194" extrusionOk="0">
                  <a:moveTo>
                    <a:pt x="48" y="1"/>
                  </a:moveTo>
                  <a:lnTo>
                    <a:pt x="24" y="25"/>
                  </a:lnTo>
                  <a:lnTo>
                    <a:pt x="0" y="49"/>
                  </a:lnTo>
                  <a:lnTo>
                    <a:pt x="0" y="97"/>
                  </a:lnTo>
                  <a:lnTo>
                    <a:pt x="0" y="145"/>
                  </a:lnTo>
                  <a:lnTo>
                    <a:pt x="24" y="169"/>
                  </a:lnTo>
                  <a:lnTo>
                    <a:pt x="48" y="193"/>
                  </a:lnTo>
                  <a:lnTo>
                    <a:pt x="144" y="193"/>
                  </a:lnTo>
                  <a:lnTo>
                    <a:pt x="169" y="169"/>
                  </a:lnTo>
                  <a:lnTo>
                    <a:pt x="193" y="145"/>
                  </a:lnTo>
                  <a:lnTo>
                    <a:pt x="193" y="97"/>
                  </a:lnTo>
                  <a:lnTo>
                    <a:pt x="193" y="49"/>
                  </a:lnTo>
                  <a:lnTo>
                    <a:pt x="169" y="25"/>
                  </a:lnTo>
                  <a:lnTo>
                    <a:pt x="14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1" name="Google Shape;13741;p41"/>
            <p:cNvSpPr/>
            <p:nvPr/>
          </p:nvSpPr>
          <p:spPr>
            <a:xfrm>
              <a:off x="5231525" y="3534525"/>
              <a:ext cx="4825" cy="4850"/>
            </a:xfrm>
            <a:custGeom>
              <a:avLst/>
              <a:gdLst/>
              <a:ahLst/>
              <a:cxnLst/>
              <a:rect l="l" t="t" r="r" b="b"/>
              <a:pathLst>
                <a:path w="193" h="194" extrusionOk="0">
                  <a:moveTo>
                    <a:pt x="48" y="1"/>
                  </a:moveTo>
                  <a:lnTo>
                    <a:pt x="24" y="25"/>
                  </a:lnTo>
                  <a:lnTo>
                    <a:pt x="0" y="49"/>
                  </a:lnTo>
                  <a:lnTo>
                    <a:pt x="0" y="97"/>
                  </a:lnTo>
                  <a:lnTo>
                    <a:pt x="0" y="145"/>
                  </a:lnTo>
                  <a:lnTo>
                    <a:pt x="24" y="169"/>
                  </a:lnTo>
                  <a:lnTo>
                    <a:pt x="48" y="193"/>
                  </a:lnTo>
                  <a:lnTo>
                    <a:pt x="145" y="193"/>
                  </a:lnTo>
                  <a:lnTo>
                    <a:pt x="169" y="169"/>
                  </a:lnTo>
                  <a:lnTo>
                    <a:pt x="193" y="145"/>
                  </a:lnTo>
                  <a:lnTo>
                    <a:pt x="193" y="97"/>
                  </a:lnTo>
                  <a:lnTo>
                    <a:pt x="193" y="49"/>
                  </a:lnTo>
                  <a:lnTo>
                    <a:pt x="169" y="25"/>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2" name="Google Shape;13742;p41"/>
            <p:cNvSpPr/>
            <p:nvPr/>
          </p:nvSpPr>
          <p:spPr>
            <a:xfrm>
              <a:off x="5226700" y="3541750"/>
              <a:ext cx="4850" cy="4850"/>
            </a:xfrm>
            <a:custGeom>
              <a:avLst/>
              <a:gdLst/>
              <a:ahLst/>
              <a:cxnLst/>
              <a:rect l="l" t="t" r="r" b="b"/>
              <a:pathLst>
                <a:path w="194" h="194" extrusionOk="0">
                  <a:moveTo>
                    <a:pt x="49" y="1"/>
                  </a:moveTo>
                  <a:lnTo>
                    <a:pt x="25" y="25"/>
                  </a:lnTo>
                  <a:lnTo>
                    <a:pt x="1" y="49"/>
                  </a:lnTo>
                  <a:lnTo>
                    <a:pt x="1" y="97"/>
                  </a:lnTo>
                  <a:lnTo>
                    <a:pt x="1" y="145"/>
                  </a:lnTo>
                  <a:lnTo>
                    <a:pt x="25" y="169"/>
                  </a:lnTo>
                  <a:lnTo>
                    <a:pt x="49" y="193"/>
                  </a:lnTo>
                  <a:lnTo>
                    <a:pt x="145" y="193"/>
                  </a:lnTo>
                  <a:lnTo>
                    <a:pt x="169" y="169"/>
                  </a:lnTo>
                  <a:lnTo>
                    <a:pt x="193" y="145"/>
                  </a:lnTo>
                  <a:lnTo>
                    <a:pt x="193" y="97"/>
                  </a:lnTo>
                  <a:lnTo>
                    <a:pt x="193" y="49"/>
                  </a:lnTo>
                  <a:lnTo>
                    <a:pt x="169" y="25"/>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3" name="Google Shape;13743;p41"/>
            <p:cNvSpPr/>
            <p:nvPr/>
          </p:nvSpPr>
          <p:spPr>
            <a:xfrm>
              <a:off x="5250775" y="3529725"/>
              <a:ext cx="4850" cy="4825"/>
            </a:xfrm>
            <a:custGeom>
              <a:avLst/>
              <a:gdLst/>
              <a:ahLst/>
              <a:cxnLst/>
              <a:rect l="l" t="t" r="r" b="b"/>
              <a:pathLst>
                <a:path w="194" h="193" extrusionOk="0">
                  <a:moveTo>
                    <a:pt x="49" y="0"/>
                  </a:moveTo>
                  <a:lnTo>
                    <a:pt x="25" y="24"/>
                  </a:lnTo>
                  <a:lnTo>
                    <a:pt x="0" y="48"/>
                  </a:lnTo>
                  <a:lnTo>
                    <a:pt x="0" y="96"/>
                  </a:lnTo>
                  <a:lnTo>
                    <a:pt x="0" y="145"/>
                  </a:lnTo>
                  <a:lnTo>
                    <a:pt x="25" y="169"/>
                  </a:lnTo>
                  <a:lnTo>
                    <a:pt x="49" y="193"/>
                  </a:lnTo>
                  <a:lnTo>
                    <a:pt x="145" y="193"/>
                  </a:lnTo>
                  <a:lnTo>
                    <a:pt x="169" y="169"/>
                  </a:lnTo>
                  <a:lnTo>
                    <a:pt x="193" y="145"/>
                  </a:lnTo>
                  <a:lnTo>
                    <a:pt x="193" y="96"/>
                  </a:lnTo>
                  <a:lnTo>
                    <a:pt x="193" y="48"/>
                  </a:lnTo>
                  <a:lnTo>
                    <a:pt x="169" y="24"/>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4" name="Google Shape;13744;p41"/>
            <p:cNvSpPr/>
            <p:nvPr/>
          </p:nvSpPr>
          <p:spPr>
            <a:xfrm>
              <a:off x="5258000" y="3532125"/>
              <a:ext cx="4825" cy="4850"/>
            </a:xfrm>
            <a:custGeom>
              <a:avLst/>
              <a:gdLst/>
              <a:ahLst/>
              <a:cxnLst/>
              <a:rect l="l" t="t" r="r" b="b"/>
              <a:pathLst>
                <a:path w="193" h="194" extrusionOk="0">
                  <a:moveTo>
                    <a:pt x="48" y="0"/>
                  </a:moveTo>
                  <a:lnTo>
                    <a:pt x="24" y="25"/>
                  </a:lnTo>
                  <a:lnTo>
                    <a:pt x="0" y="49"/>
                  </a:lnTo>
                  <a:lnTo>
                    <a:pt x="0" y="97"/>
                  </a:lnTo>
                  <a:lnTo>
                    <a:pt x="0" y="145"/>
                  </a:lnTo>
                  <a:lnTo>
                    <a:pt x="24" y="169"/>
                  </a:lnTo>
                  <a:lnTo>
                    <a:pt x="48" y="193"/>
                  </a:lnTo>
                  <a:lnTo>
                    <a:pt x="145" y="193"/>
                  </a:lnTo>
                  <a:lnTo>
                    <a:pt x="169" y="169"/>
                  </a:lnTo>
                  <a:lnTo>
                    <a:pt x="193" y="145"/>
                  </a:lnTo>
                  <a:lnTo>
                    <a:pt x="193" y="97"/>
                  </a:lnTo>
                  <a:lnTo>
                    <a:pt x="193" y="49"/>
                  </a:lnTo>
                  <a:lnTo>
                    <a:pt x="169" y="25"/>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5" name="Google Shape;13745;p41"/>
            <p:cNvSpPr/>
            <p:nvPr/>
          </p:nvSpPr>
          <p:spPr>
            <a:xfrm>
              <a:off x="5258000" y="3539350"/>
              <a:ext cx="4825" cy="4825"/>
            </a:xfrm>
            <a:custGeom>
              <a:avLst/>
              <a:gdLst/>
              <a:ahLst/>
              <a:cxnLst/>
              <a:rect l="l" t="t" r="r" b="b"/>
              <a:pathLst>
                <a:path w="193" h="193" extrusionOk="0">
                  <a:moveTo>
                    <a:pt x="48" y="0"/>
                  </a:moveTo>
                  <a:lnTo>
                    <a:pt x="24" y="24"/>
                  </a:lnTo>
                  <a:lnTo>
                    <a:pt x="0" y="49"/>
                  </a:lnTo>
                  <a:lnTo>
                    <a:pt x="0" y="97"/>
                  </a:lnTo>
                  <a:lnTo>
                    <a:pt x="0" y="145"/>
                  </a:lnTo>
                  <a:lnTo>
                    <a:pt x="24" y="169"/>
                  </a:lnTo>
                  <a:lnTo>
                    <a:pt x="48" y="193"/>
                  </a:lnTo>
                  <a:lnTo>
                    <a:pt x="145" y="193"/>
                  </a:lnTo>
                  <a:lnTo>
                    <a:pt x="169" y="169"/>
                  </a:lnTo>
                  <a:lnTo>
                    <a:pt x="193" y="145"/>
                  </a:lnTo>
                  <a:lnTo>
                    <a:pt x="193" y="97"/>
                  </a:lnTo>
                  <a:lnTo>
                    <a:pt x="193" y="49"/>
                  </a:lnTo>
                  <a:lnTo>
                    <a:pt x="169" y="24"/>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6" name="Google Shape;13746;p41"/>
            <p:cNvSpPr/>
            <p:nvPr/>
          </p:nvSpPr>
          <p:spPr>
            <a:xfrm>
              <a:off x="5238750" y="3553800"/>
              <a:ext cx="4825" cy="4825"/>
            </a:xfrm>
            <a:custGeom>
              <a:avLst/>
              <a:gdLst/>
              <a:ahLst/>
              <a:cxnLst/>
              <a:rect l="l" t="t" r="r" b="b"/>
              <a:pathLst>
                <a:path w="193" h="193" extrusionOk="0">
                  <a:moveTo>
                    <a:pt x="48" y="0"/>
                  </a:moveTo>
                  <a:lnTo>
                    <a:pt x="24" y="24"/>
                  </a:lnTo>
                  <a:lnTo>
                    <a:pt x="0" y="48"/>
                  </a:lnTo>
                  <a:lnTo>
                    <a:pt x="0" y="96"/>
                  </a:lnTo>
                  <a:lnTo>
                    <a:pt x="0" y="145"/>
                  </a:lnTo>
                  <a:lnTo>
                    <a:pt x="24" y="169"/>
                  </a:lnTo>
                  <a:lnTo>
                    <a:pt x="48" y="193"/>
                  </a:lnTo>
                  <a:lnTo>
                    <a:pt x="144" y="193"/>
                  </a:lnTo>
                  <a:lnTo>
                    <a:pt x="169" y="169"/>
                  </a:lnTo>
                  <a:lnTo>
                    <a:pt x="193" y="145"/>
                  </a:lnTo>
                  <a:lnTo>
                    <a:pt x="193" y="96"/>
                  </a:lnTo>
                  <a:lnTo>
                    <a:pt x="193" y="48"/>
                  </a:lnTo>
                  <a:lnTo>
                    <a:pt x="169" y="24"/>
                  </a:lnTo>
                  <a:lnTo>
                    <a:pt x="14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7" name="Google Shape;13747;p41"/>
            <p:cNvSpPr/>
            <p:nvPr/>
          </p:nvSpPr>
          <p:spPr>
            <a:xfrm>
              <a:off x="5250775" y="3522500"/>
              <a:ext cx="4850" cy="4825"/>
            </a:xfrm>
            <a:custGeom>
              <a:avLst/>
              <a:gdLst/>
              <a:ahLst/>
              <a:cxnLst/>
              <a:rect l="l" t="t" r="r" b="b"/>
              <a:pathLst>
                <a:path w="194" h="193" extrusionOk="0">
                  <a:moveTo>
                    <a:pt x="49" y="0"/>
                  </a:moveTo>
                  <a:lnTo>
                    <a:pt x="25" y="24"/>
                  </a:lnTo>
                  <a:lnTo>
                    <a:pt x="0" y="48"/>
                  </a:lnTo>
                  <a:lnTo>
                    <a:pt x="0" y="97"/>
                  </a:lnTo>
                  <a:lnTo>
                    <a:pt x="0" y="145"/>
                  </a:lnTo>
                  <a:lnTo>
                    <a:pt x="25" y="169"/>
                  </a:lnTo>
                  <a:lnTo>
                    <a:pt x="49" y="193"/>
                  </a:lnTo>
                  <a:lnTo>
                    <a:pt x="145" y="193"/>
                  </a:lnTo>
                  <a:lnTo>
                    <a:pt x="169" y="169"/>
                  </a:lnTo>
                  <a:lnTo>
                    <a:pt x="193" y="145"/>
                  </a:lnTo>
                  <a:lnTo>
                    <a:pt x="193" y="97"/>
                  </a:lnTo>
                  <a:lnTo>
                    <a:pt x="193" y="48"/>
                  </a:lnTo>
                  <a:lnTo>
                    <a:pt x="169" y="24"/>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8" name="Google Shape;13748;p41"/>
            <p:cNvSpPr/>
            <p:nvPr/>
          </p:nvSpPr>
          <p:spPr>
            <a:xfrm>
              <a:off x="5243550" y="3536950"/>
              <a:ext cx="4850" cy="4825"/>
            </a:xfrm>
            <a:custGeom>
              <a:avLst/>
              <a:gdLst/>
              <a:ahLst/>
              <a:cxnLst/>
              <a:rect l="l" t="t" r="r" b="b"/>
              <a:pathLst>
                <a:path w="194" h="193" extrusionOk="0">
                  <a:moveTo>
                    <a:pt x="49" y="0"/>
                  </a:moveTo>
                  <a:lnTo>
                    <a:pt x="25" y="24"/>
                  </a:lnTo>
                  <a:lnTo>
                    <a:pt x="1" y="48"/>
                  </a:lnTo>
                  <a:lnTo>
                    <a:pt x="1" y="96"/>
                  </a:lnTo>
                  <a:lnTo>
                    <a:pt x="1" y="145"/>
                  </a:lnTo>
                  <a:lnTo>
                    <a:pt x="25" y="169"/>
                  </a:lnTo>
                  <a:lnTo>
                    <a:pt x="49" y="193"/>
                  </a:lnTo>
                  <a:lnTo>
                    <a:pt x="145" y="193"/>
                  </a:lnTo>
                  <a:lnTo>
                    <a:pt x="169" y="169"/>
                  </a:lnTo>
                  <a:lnTo>
                    <a:pt x="193" y="145"/>
                  </a:lnTo>
                  <a:lnTo>
                    <a:pt x="193" y="96"/>
                  </a:lnTo>
                  <a:lnTo>
                    <a:pt x="193" y="48"/>
                  </a:lnTo>
                  <a:lnTo>
                    <a:pt x="169" y="24"/>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9" name="Google Shape;13749;p41"/>
            <p:cNvSpPr/>
            <p:nvPr/>
          </p:nvSpPr>
          <p:spPr>
            <a:xfrm>
              <a:off x="5250775" y="3544150"/>
              <a:ext cx="4850" cy="4850"/>
            </a:xfrm>
            <a:custGeom>
              <a:avLst/>
              <a:gdLst/>
              <a:ahLst/>
              <a:cxnLst/>
              <a:rect l="l" t="t" r="r" b="b"/>
              <a:pathLst>
                <a:path w="194" h="194" extrusionOk="0">
                  <a:moveTo>
                    <a:pt x="49" y="1"/>
                  </a:moveTo>
                  <a:lnTo>
                    <a:pt x="25" y="25"/>
                  </a:lnTo>
                  <a:lnTo>
                    <a:pt x="0" y="49"/>
                  </a:lnTo>
                  <a:lnTo>
                    <a:pt x="0" y="97"/>
                  </a:lnTo>
                  <a:lnTo>
                    <a:pt x="0" y="145"/>
                  </a:lnTo>
                  <a:lnTo>
                    <a:pt x="25" y="169"/>
                  </a:lnTo>
                  <a:lnTo>
                    <a:pt x="49" y="194"/>
                  </a:lnTo>
                  <a:lnTo>
                    <a:pt x="145" y="194"/>
                  </a:lnTo>
                  <a:lnTo>
                    <a:pt x="169" y="169"/>
                  </a:lnTo>
                  <a:lnTo>
                    <a:pt x="193" y="145"/>
                  </a:lnTo>
                  <a:lnTo>
                    <a:pt x="193" y="97"/>
                  </a:lnTo>
                  <a:lnTo>
                    <a:pt x="193" y="49"/>
                  </a:lnTo>
                  <a:lnTo>
                    <a:pt x="169" y="25"/>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0" name="Google Shape;13750;p41"/>
            <p:cNvSpPr/>
            <p:nvPr/>
          </p:nvSpPr>
          <p:spPr>
            <a:xfrm>
              <a:off x="5238750" y="3544150"/>
              <a:ext cx="4825" cy="4850"/>
            </a:xfrm>
            <a:custGeom>
              <a:avLst/>
              <a:gdLst/>
              <a:ahLst/>
              <a:cxnLst/>
              <a:rect l="l" t="t" r="r" b="b"/>
              <a:pathLst>
                <a:path w="193" h="194" extrusionOk="0">
                  <a:moveTo>
                    <a:pt x="48" y="1"/>
                  </a:moveTo>
                  <a:lnTo>
                    <a:pt x="24" y="25"/>
                  </a:lnTo>
                  <a:lnTo>
                    <a:pt x="0" y="49"/>
                  </a:lnTo>
                  <a:lnTo>
                    <a:pt x="0" y="97"/>
                  </a:lnTo>
                  <a:lnTo>
                    <a:pt x="0" y="145"/>
                  </a:lnTo>
                  <a:lnTo>
                    <a:pt x="24" y="169"/>
                  </a:lnTo>
                  <a:lnTo>
                    <a:pt x="48" y="194"/>
                  </a:lnTo>
                  <a:lnTo>
                    <a:pt x="144" y="194"/>
                  </a:lnTo>
                  <a:lnTo>
                    <a:pt x="169" y="169"/>
                  </a:lnTo>
                  <a:lnTo>
                    <a:pt x="193" y="145"/>
                  </a:lnTo>
                  <a:lnTo>
                    <a:pt x="193" y="97"/>
                  </a:lnTo>
                  <a:lnTo>
                    <a:pt x="193" y="49"/>
                  </a:lnTo>
                  <a:lnTo>
                    <a:pt x="169" y="25"/>
                  </a:lnTo>
                  <a:lnTo>
                    <a:pt x="144"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1" name="Google Shape;13751;p41"/>
            <p:cNvSpPr/>
            <p:nvPr/>
          </p:nvSpPr>
          <p:spPr>
            <a:xfrm>
              <a:off x="5229100" y="3551375"/>
              <a:ext cx="4850" cy="4850"/>
            </a:xfrm>
            <a:custGeom>
              <a:avLst/>
              <a:gdLst/>
              <a:ahLst/>
              <a:cxnLst/>
              <a:rect l="l" t="t" r="r" b="b"/>
              <a:pathLst>
                <a:path w="194" h="194" extrusionOk="0">
                  <a:moveTo>
                    <a:pt x="49" y="1"/>
                  </a:moveTo>
                  <a:lnTo>
                    <a:pt x="25" y="25"/>
                  </a:lnTo>
                  <a:lnTo>
                    <a:pt x="1" y="49"/>
                  </a:lnTo>
                  <a:lnTo>
                    <a:pt x="1" y="97"/>
                  </a:lnTo>
                  <a:lnTo>
                    <a:pt x="1" y="145"/>
                  </a:lnTo>
                  <a:lnTo>
                    <a:pt x="25" y="169"/>
                  </a:lnTo>
                  <a:lnTo>
                    <a:pt x="49" y="193"/>
                  </a:lnTo>
                  <a:lnTo>
                    <a:pt x="145" y="193"/>
                  </a:lnTo>
                  <a:lnTo>
                    <a:pt x="169" y="169"/>
                  </a:lnTo>
                  <a:lnTo>
                    <a:pt x="193" y="145"/>
                  </a:lnTo>
                  <a:lnTo>
                    <a:pt x="193" y="97"/>
                  </a:lnTo>
                  <a:lnTo>
                    <a:pt x="193" y="49"/>
                  </a:lnTo>
                  <a:lnTo>
                    <a:pt x="169" y="25"/>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2" name="Google Shape;13752;p41"/>
            <p:cNvSpPr/>
            <p:nvPr/>
          </p:nvSpPr>
          <p:spPr>
            <a:xfrm>
              <a:off x="5286875" y="3609150"/>
              <a:ext cx="4850" cy="4850"/>
            </a:xfrm>
            <a:custGeom>
              <a:avLst/>
              <a:gdLst/>
              <a:ahLst/>
              <a:cxnLst/>
              <a:rect l="l" t="t" r="r" b="b"/>
              <a:pathLst>
                <a:path w="194" h="194" extrusionOk="0">
                  <a:moveTo>
                    <a:pt x="49" y="1"/>
                  </a:moveTo>
                  <a:lnTo>
                    <a:pt x="25" y="25"/>
                  </a:lnTo>
                  <a:lnTo>
                    <a:pt x="1" y="49"/>
                  </a:lnTo>
                  <a:lnTo>
                    <a:pt x="1" y="97"/>
                  </a:lnTo>
                  <a:lnTo>
                    <a:pt x="1" y="121"/>
                  </a:lnTo>
                  <a:lnTo>
                    <a:pt x="25" y="145"/>
                  </a:lnTo>
                  <a:lnTo>
                    <a:pt x="49" y="169"/>
                  </a:lnTo>
                  <a:lnTo>
                    <a:pt x="97" y="193"/>
                  </a:lnTo>
                  <a:lnTo>
                    <a:pt x="121" y="169"/>
                  </a:lnTo>
                  <a:lnTo>
                    <a:pt x="169" y="145"/>
                  </a:lnTo>
                  <a:lnTo>
                    <a:pt x="193" y="121"/>
                  </a:lnTo>
                  <a:lnTo>
                    <a:pt x="193" y="97"/>
                  </a:lnTo>
                  <a:lnTo>
                    <a:pt x="193" y="49"/>
                  </a:lnTo>
                  <a:lnTo>
                    <a:pt x="169"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3" name="Google Shape;13753;p41"/>
            <p:cNvSpPr/>
            <p:nvPr/>
          </p:nvSpPr>
          <p:spPr>
            <a:xfrm>
              <a:off x="5279650" y="3616375"/>
              <a:ext cx="4850" cy="4850"/>
            </a:xfrm>
            <a:custGeom>
              <a:avLst/>
              <a:gdLst/>
              <a:ahLst/>
              <a:cxnLst/>
              <a:rect l="l" t="t" r="r" b="b"/>
              <a:pathLst>
                <a:path w="194" h="194" extrusionOk="0">
                  <a:moveTo>
                    <a:pt x="49" y="1"/>
                  </a:moveTo>
                  <a:lnTo>
                    <a:pt x="25" y="25"/>
                  </a:lnTo>
                  <a:lnTo>
                    <a:pt x="1" y="49"/>
                  </a:lnTo>
                  <a:lnTo>
                    <a:pt x="1" y="97"/>
                  </a:lnTo>
                  <a:lnTo>
                    <a:pt x="1" y="121"/>
                  </a:lnTo>
                  <a:lnTo>
                    <a:pt x="25" y="145"/>
                  </a:lnTo>
                  <a:lnTo>
                    <a:pt x="49" y="169"/>
                  </a:lnTo>
                  <a:lnTo>
                    <a:pt x="97" y="193"/>
                  </a:lnTo>
                  <a:lnTo>
                    <a:pt x="121" y="169"/>
                  </a:lnTo>
                  <a:lnTo>
                    <a:pt x="170" y="145"/>
                  </a:lnTo>
                  <a:lnTo>
                    <a:pt x="194" y="121"/>
                  </a:lnTo>
                  <a:lnTo>
                    <a:pt x="194" y="97"/>
                  </a:lnTo>
                  <a:lnTo>
                    <a:pt x="194" y="49"/>
                  </a:lnTo>
                  <a:lnTo>
                    <a:pt x="170"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4" name="Google Shape;13754;p41"/>
            <p:cNvSpPr/>
            <p:nvPr/>
          </p:nvSpPr>
          <p:spPr>
            <a:xfrm>
              <a:off x="5269425" y="3618800"/>
              <a:ext cx="4850" cy="4825"/>
            </a:xfrm>
            <a:custGeom>
              <a:avLst/>
              <a:gdLst/>
              <a:ahLst/>
              <a:cxnLst/>
              <a:rect l="l" t="t" r="r" b="b"/>
              <a:pathLst>
                <a:path w="194" h="193" extrusionOk="0">
                  <a:moveTo>
                    <a:pt x="49" y="0"/>
                  </a:moveTo>
                  <a:lnTo>
                    <a:pt x="25" y="24"/>
                  </a:lnTo>
                  <a:lnTo>
                    <a:pt x="1" y="48"/>
                  </a:lnTo>
                  <a:lnTo>
                    <a:pt x="1" y="96"/>
                  </a:lnTo>
                  <a:lnTo>
                    <a:pt x="1" y="120"/>
                  </a:lnTo>
                  <a:lnTo>
                    <a:pt x="25" y="144"/>
                  </a:lnTo>
                  <a:lnTo>
                    <a:pt x="49" y="169"/>
                  </a:lnTo>
                  <a:lnTo>
                    <a:pt x="97" y="193"/>
                  </a:lnTo>
                  <a:lnTo>
                    <a:pt x="145" y="169"/>
                  </a:lnTo>
                  <a:lnTo>
                    <a:pt x="169" y="144"/>
                  </a:lnTo>
                  <a:lnTo>
                    <a:pt x="193" y="120"/>
                  </a:lnTo>
                  <a:lnTo>
                    <a:pt x="193" y="96"/>
                  </a:lnTo>
                  <a:lnTo>
                    <a:pt x="193" y="48"/>
                  </a:lnTo>
                  <a:lnTo>
                    <a:pt x="169" y="24"/>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5" name="Google Shape;13755;p41"/>
            <p:cNvSpPr/>
            <p:nvPr/>
          </p:nvSpPr>
          <p:spPr>
            <a:xfrm>
              <a:off x="5267025" y="3611575"/>
              <a:ext cx="4850" cy="4825"/>
            </a:xfrm>
            <a:custGeom>
              <a:avLst/>
              <a:gdLst/>
              <a:ahLst/>
              <a:cxnLst/>
              <a:rect l="l" t="t" r="r" b="b"/>
              <a:pathLst>
                <a:path w="194" h="193" extrusionOk="0">
                  <a:moveTo>
                    <a:pt x="49" y="0"/>
                  </a:moveTo>
                  <a:lnTo>
                    <a:pt x="25" y="24"/>
                  </a:lnTo>
                  <a:lnTo>
                    <a:pt x="0" y="48"/>
                  </a:lnTo>
                  <a:lnTo>
                    <a:pt x="0" y="96"/>
                  </a:lnTo>
                  <a:lnTo>
                    <a:pt x="0" y="121"/>
                  </a:lnTo>
                  <a:lnTo>
                    <a:pt x="25" y="145"/>
                  </a:lnTo>
                  <a:lnTo>
                    <a:pt x="49" y="169"/>
                  </a:lnTo>
                  <a:lnTo>
                    <a:pt x="97" y="193"/>
                  </a:lnTo>
                  <a:lnTo>
                    <a:pt x="145" y="169"/>
                  </a:lnTo>
                  <a:lnTo>
                    <a:pt x="169" y="145"/>
                  </a:lnTo>
                  <a:lnTo>
                    <a:pt x="193" y="121"/>
                  </a:lnTo>
                  <a:lnTo>
                    <a:pt x="193" y="96"/>
                  </a:lnTo>
                  <a:lnTo>
                    <a:pt x="193" y="48"/>
                  </a:lnTo>
                  <a:lnTo>
                    <a:pt x="169" y="24"/>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6" name="Google Shape;13756;p41"/>
            <p:cNvSpPr/>
            <p:nvPr/>
          </p:nvSpPr>
          <p:spPr>
            <a:xfrm>
              <a:off x="5274850" y="3623600"/>
              <a:ext cx="4825" cy="4850"/>
            </a:xfrm>
            <a:custGeom>
              <a:avLst/>
              <a:gdLst/>
              <a:ahLst/>
              <a:cxnLst/>
              <a:rect l="l" t="t" r="r" b="b"/>
              <a:pathLst>
                <a:path w="193" h="194" extrusionOk="0">
                  <a:moveTo>
                    <a:pt x="49" y="1"/>
                  </a:moveTo>
                  <a:lnTo>
                    <a:pt x="24" y="25"/>
                  </a:lnTo>
                  <a:lnTo>
                    <a:pt x="0" y="49"/>
                  </a:lnTo>
                  <a:lnTo>
                    <a:pt x="0" y="97"/>
                  </a:lnTo>
                  <a:lnTo>
                    <a:pt x="0" y="121"/>
                  </a:lnTo>
                  <a:lnTo>
                    <a:pt x="24" y="145"/>
                  </a:lnTo>
                  <a:lnTo>
                    <a:pt x="49" y="169"/>
                  </a:lnTo>
                  <a:lnTo>
                    <a:pt x="97" y="193"/>
                  </a:lnTo>
                  <a:lnTo>
                    <a:pt x="121" y="169"/>
                  </a:lnTo>
                  <a:lnTo>
                    <a:pt x="169" y="145"/>
                  </a:lnTo>
                  <a:lnTo>
                    <a:pt x="193" y="121"/>
                  </a:lnTo>
                  <a:lnTo>
                    <a:pt x="193" y="97"/>
                  </a:lnTo>
                  <a:lnTo>
                    <a:pt x="193" y="49"/>
                  </a:lnTo>
                  <a:lnTo>
                    <a:pt x="169"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7" name="Google Shape;13757;p41"/>
            <p:cNvSpPr/>
            <p:nvPr/>
          </p:nvSpPr>
          <p:spPr>
            <a:xfrm>
              <a:off x="5298925" y="3611575"/>
              <a:ext cx="4825" cy="4825"/>
            </a:xfrm>
            <a:custGeom>
              <a:avLst/>
              <a:gdLst/>
              <a:ahLst/>
              <a:cxnLst/>
              <a:rect l="l" t="t" r="r" b="b"/>
              <a:pathLst>
                <a:path w="193" h="193" extrusionOk="0">
                  <a:moveTo>
                    <a:pt x="48" y="0"/>
                  </a:moveTo>
                  <a:lnTo>
                    <a:pt x="24" y="24"/>
                  </a:lnTo>
                  <a:lnTo>
                    <a:pt x="0" y="48"/>
                  </a:lnTo>
                  <a:lnTo>
                    <a:pt x="0" y="96"/>
                  </a:lnTo>
                  <a:lnTo>
                    <a:pt x="0" y="121"/>
                  </a:lnTo>
                  <a:lnTo>
                    <a:pt x="24" y="145"/>
                  </a:lnTo>
                  <a:lnTo>
                    <a:pt x="48" y="169"/>
                  </a:lnTo>
                  <a:lnTo>
                    <a:pt x="97" y="193"/>
                  </a:lnTo>
                  <a:lnTo>
                    <a:pt x="121" y="169"/>
                  </a:lnTo>
                  <a:lnTo>
                    <a:pt x="169" y="145"/>
                  </a:lnTo>
                  <a:lnTo>
                    <a:pt x="193" y="121"/>
                  </a:lnTo>
                  <a:lnTo>
                    <a:pt x="193" y="96"/>
                  </a:lnTo>
                  <a:lnTo>
                    <a:pt x="193" y="48"/>
                  </a:lnTo>
                  <a:lnTo>
                    <a:pt x="169" y="24"/>
                  </a:lnTo>
                  <a:lnTo>
                    <a:pt x="12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8" name="Google Shape;13758;p41"/>
            <p:cNvSpPr/>
            <p:nvPr/>
          </p:nvSpPr>
          <p:spPr>
            <a:xfrm>
              <a:off x="5307350" y="3595325"/>
              <a:ext cx="4825" cy="4825"/>
            </a:xfrm>
            <a:custGeom>
              <a:avLst/>
              <a:gdLst/>
              <a:ahLst/>
              <a:cxnLst/>
              <a:rect l="l" t="t" r="r" b="b"/>
              <a:pathLst>
                <a:path w="193" h="193" extrusionOk="0">
                  <a:moveTo>
                    <a:pt x="97" y="0"/>
                  </a:moveTo>
                  <a:lnTo>
                    <a:pt x="49" y="24"/>
                  </a:lnTo>
                  <a:lnTo>
                    <a:pt x="24" y="24"/>
                  </a:lnTo>
                  <a:lnTo>
                    <a:pt x="0" y="72"/>
                  </a:lnTo>
                  <a:lnTo>
                    <a:pt x="0" y="96"/>
                  </a:lnTo>
                  <a:lnTo>
                    <a:pt x="0" y="145"/>
                  </a:lnTo>
                  <a:lnTo>
                    <a:pt x="24" y="169"/>
                  </a:lnTo>
                  <a:lnTo>
                    <a:pt x="49" y="193"/>
                  </a:lnTo>
                  <a:lnTo>
                    <a:pt x="121" y="193"/>
                  </a:lnTo>
                  <a:lnTo>
                    <a:pt x="145" y="169"/>
                  </a:lnTo>
                  <a:lnTo>
                    <a:pt x="169" y="145"/>
                  </a:lnTo>
                  <a:lnTo>
                    <a:pt x="193" y="96"/>
                  </a:lnTo>
                  <a:lnTo>
                    <a:pt x="169" y="72"/>
                  </a:lnTo>
                  <a:lnTo>
                    <a:pt x="145" y="24"/>
                  </a:lnTo>
                  <a:lnTo>
                    <a:pt x="121" y="24"/>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9" name="Google Shape;13759;p41"/>
            <p:cNvSpPr/>
            <p:nvPr/>
          </p:nvSpPr>
          <p:spPr>
            <a:xfrm>
              <a:off x="5306150" y="3606750"/>
              <a:ext cx="4825" cy="4850"/>
            </a:xfrm>
            <a:custGeom>
              <a:avLst/>
              <a:gdLst/>
              <a:ahLst/>
              <a:cxnLst/>
              <a:rect l="l" t="t" r="r" b="b"/>
              <a:pathLst>
                <a:path w="193" h="194" extrusionOk="0">
                  <a:moveTo>
                    <a:pt x="48" y="1"/>
                  </a:moveTo>
                  <a:lnTo>
                    <a:pt x="24" y="25"/>
                  </a:lnTo>
                  <a:lnTo>
                    <a:pt x="0" y="49"/>
                  </a:lnTo>
                  <a:lnTo>
                    <a:pt x="0" y="97"/>
                  </a:lnTo>
                  <a:lnTo>
                    <a:pt x="0" y="121"/>
                  </a:lnTo>
                  <a:lnTo>
                    <a:pt x="24" y="145"/>
                  </a:lnTo>
                  <a:lnTo>
                    <a:pt x="48" y="169"/>
                  </a:lnTo>
                  <a:lnTo>
                    <a:pt x="97" y="193"/>
                  </a:lnTo>
                  <a:lnTo>
                    <a:pt x="121" y="169"/>
                  </a:lnTo>
                  <a:lnTo>
                    <a:pt x="169" y="145"/>
                  </a:lnTo>
                  <a:lnTo>
                    <a:pt x="193" y="121"/>
                  </a:lnTo>
                  <a:lnTo>
                    <a:pt x="193" y="97"/>
                  </a:lnTo>
                  <a:lnTo>
                    <a:pt x="193" y="49"/>
                  </a:lnTo>
                  <a:lnTo>
                    <a:pt x="169"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0" name="Google Shape;13760;p41"/>
            <p:cNvSpPr/>
            <p:nvPr/>
          </p:nvSpPr>
          <p:spPr>
            <a:xfrm>
              <a:off x="5286875" y="3635650"/>
              <a:ext cx="4850" cy="4825"/>
            </a:xfrm>
            <a:custGeom>
              <a:avLst/>
              <a:gdLst/>
              <a:ahLst/>
              <a:cxnLst/>
              <a:rect l="l" t="t" r="r" b="b"/>
              <a:pathLst>
                <a:path w="194" h="193" extrusionOk="0">
                  <a:moveTo>
                    <a:pt x="49" y="0"/>
                  </a:moveTo>
                  <a:lnTo>
                    <a:pt x="25" y="24"/>
                  </a:lnTo>
                  <a:lnTo>
                    <a:pt x="1" y="48"/>
                  </a:lnTo>
                  <a:lnTo>
                    <a:pt x="1" y="96"/>
                  </a:lnTo>
                  <a:lnTo>
                    <a:pt x="1" y="120"/>
                  </a:lnTo>
                  <a:lnTo>
                    <a:pt x="25" y="145"/>
                  </a:lnTo>
                  <a:lnTo>
                    <a:pt x="49" y="169"/>
                  </a:lnTo>
                  <a:lnTo>
                    <a:pt x="97" y="193"/>
                  </a:lnTo>
                  <a:lnTo>
                    <a:pt x="121" y="169"/>
                  </a:lnTo>
                  <a:lnTo>
                    <a:pt x="169" y="145"/>
                  </a:lnTo>
                  <a:lnTo>
                    <a:pt x="193" y="120"/>
                  </a:lnTo>
                  <a:lnTo>
                    <a:pt x="193" y="96"/>
                  </a:lnTo>
                  <a:lnTo>
                    <a:pt x="193" y="48"/>
                  </a:lnTo>
                  <a:lnTo>
                    <a:pt x="169" y="24"/>
                  </a:lnTo>
                  <a:lnTo>
                    <a:pt x="12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1" name="Google Shape;13761;p41"/>
            <p:cNvSpPr/>
            <p:nvPr/>
          </p:nvSpPr>
          <p:spPr>
            <a:xfrm>
              <a:off x="5312150" y="3656100"/>
              <a:ext cx="4850" cy="4850"/>
            </a:xfrm>
            <a:custGeom>
              <a:avLst/>
              <a:gdLst/>
              <a:ahLst/>
              <a:cxnLst/>
              <a:rect l="l" t="t" r="r" b="b"/>
              <a:pathLst>
                <a:path w="194" h="194" extrusionOk="0">
                  <a:moveTo>
                    <a:pt x="49" y="1"/>
                  </a:moveTo>
                  <a:lnTo>
                    <a:pt x="25" y="25"/>
                  </a:lnTo>
                  <a:lnTo>
                    <a:pt x="1" y="73"/>
                  </a:lnTo>
                  <a:lnTo>
                    <a:pt x="1" y="97"/>
                  </a:lnTo>
                  <a:lnTo>
                    <a:pt x="1" y="145"/>
                  </a:lnTo>
                  <a:lnTo>
                    <a:pt x="25" y="169"/>
                  </a:lnTo>
                  <a:lnTo>
                    <a:pt x="49" y="193"/>
                  </a:lnTo>
                  <a:lnTo>
                    <a:pt x="145" y="193"/>
                  </a:lnTo>
                  <a:lnTo>
                    <a:pt x="169" y="169"/>
                  </a:lnTo>
                  <a:lnTo>
                    <a:pt x="194" y="145"/>
                  </a:lnTo>
                  <a:lnTo>
                    <a:pt x="194" y="97"/>
                  </a:lnTo>
                  <a:lnTo>
                    <a:pt x="194" y="73"/>
                  </a:lnTo>
                  <a:lnTo>
                    <a:pt x="169" y="25"/>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2" name="Google Shape;13762;p41"/>
            <p:cNvSpPr/>
            <p:nvPr/>
          </p:nvSpPr>
          <p:spPr>
            <a:xfrm>
              <a:off x="5298925" y="3604350"/>
              <a:ext cx="4825" cy="4825"/>
            </a:xfrm>
            <a:custGeom>
              <a:avLst/>
              <a:gdLst/>
              <a:ahLst/>
              <a:cxnLst/>
              <a:rect l="l" t="t" r="r" b="b"/>
              <a:pathLst>
                <a:path w="193" h="193" extrusionOk="0">
                  <a:moveTo>
                    <a:pt x="48" y="0"/>
                  </a:moveTo>
                  <a:lnTo>
                    <a:pt x="24" y="24"/>
                  </a:lnTo>
                  <a:lnTo>
                    <a:pt x="0" y="48"/>
                  </a:lnTo>
                  <a:lnTo>
                    <a:pt x="0" y="97"/>
                  </a:lnTo>
                  <a:lnTo>
                    <a:pt x="0" y="121"/>
                  </a:lnTo>
                  <a:lnTo>
                    <a:pt x="24" y="145"/>
                  </a:lnTo>
                  <a:lnTo>
                    <a:pt x="48" y="169"/>
                  </a:lnTo>
                  <a:lnTo>
                    <a:pt x="97" y="193"/>
                  </a:lnTo>
                  <a:lnTo>
                    <a:pt x="121" y="169"/>
                  </a:lnTo>
                  <a:lnTo>
                    <a:pt x="169" y="145"/>
                  </a:lnTo>
                  <a:lnTo>
                    <a:pt x="193" y="121"/>
                  </a:lnTo>
                  <a:lnTo>
                    <a:pt x="193" y="97"/>
                  </a:lnTo>
                  <a:lnTo>
                    <a:pt x="193" y="48"/>
                  </a:lnTo>
                  <a:lnTo>
                    <a:pt x="169" y="24"/>
                  </a:lnTo>
                  <a:lnTo>
                    <a:pt x="12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3" name="Google Shape;13763;p41"/>
            <p:cNvSpPr/>
            <p:nvPr/>
          </p:nvSpPr>
          <p:spPr>
            <a:xfrm>
              <a:off x="5291700" y="3618800"/>
              <a:ext cx="4850" cy="4825"/>
            </a:xfrm>
            <a:custGeom>
              <a:avLst/>
              <a:gdLst/>
              <a:ahLst/>
              <a:cxnLst/>
              <a:rect l="l" t="t" r="r" b="b"/>
              <a:pathLst>
                <a:path w="194" h="193" extrusionOk="0">
                  <a:moveTo>
                    <a:pt x="49" y="0"/>
                  </a:moveTo>
                  <a:lnTo>
                    <a:pt x="25" y="24"/>
                  </a:lnTo>
                  <a:lnTo>
                    <a:pt x="0" y="48"/>
                  </a:lnTo>
                  <a:lnTo>
                    <a:pt x="0" y="96"/>
                  </a:lnTo>
                  <a:lnTo>
                    <a:pt x="0" y="120"/>
                  </a:lnTo>
                  <a:lnTo>
                    <a:pt x="25" y="144"/>
                  </a:lnTo>
                  <a:lnTo>
                    <a:pt x="49" y="169"/>
                  </a:lnTo>
                  <a:lnTo>
                    <a:pt x="97" y="193"/>
                  </a:lnTo>
                  <a:lnTo>
                    <a:pt x="121" y="169"/>
                  </a:lnTo>
                  <a:lnTo>
                    <a:pt x="169" y="144"/>
                  </a:lnTo>
                  <a:lnTo>
                    <a:pt x="193" y="120"/>
                  </a:lnTo>
                  <a:lnTo>
                    <a:pt x="193" y="96"/>
                  </a:lnTo>
                  <a:lnTo>
                    <a:pt x="193" y="48"/>
                  </a:lnTo>
                  <a:lnTo>
                    <a:pt x="169" y="24"/>
                  </a:lnTo>
                  <a:lnTo>
                    <a:pt x="12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4" name="Google Shape;13764;p41"/>
            <p:cNvSpPr/>
            <p:nvPr/>
          </p:nvSpPr>
          <p:spPr>
            <a:xfrm>
              <a:off x="5298925" y="3626000"/>
              <a:ext cx="4825" cy="4850"/>
            </a:xfrm>
            <a:custGeom>
              <a:avLst/>
              <a:gdLst/>
              <a:ahLst/>
              <a:cxnLst/>
              <a:rect l="l" t="t" r="r" b="b"/>
              <a:pathLst>
                <a:path w="193" h="194" extrusionOk="0">
                  <a:moveTo>
                    <a:pt x="48" y="1"/>
                  </a:moveTo>
                  <a:lnTo>
                    <a:pt x="24" y="25"/>
                  </a:lnTo>
                  <a:lnTo>
                    <a:pt x="0" y="49"/>
                  </a:lnTo>
                  <a:lnTo>
                    <a:pt x="0" y="97"/>
                  </a:lnTo>
                  <a:lnTo>
                    <a:pt x="0" y="121"/>
                  </a:lnTo>
                  <a:lnTo>
                    <a:pt x="24" y="145"/>
                  </a:lnTo>
                  <a:lnTo>
                    <a:pt x="48" y="169"/>
                  </a:lnTo>
                  <a:lnTo>
                    <a:pt x="97" y="193"/>
                  </a:lnTo>
                  <a:lnTo>
                    <a:pt x="121" y="169"/>
                  </a:lnTo>
                  <a:lnTo>
                    <a:pt x="169" y="145"/>
                  </a:lnTo>
                  <a:lnTo>
                    <a:pt x="193" y="121"/>
                  </a:lnTo>
                  <a:lnTo>
                    <a:pt x="193" y="97"/>
                  </a:lnTo>
                  <a:lnTo>
                    <a:pt x="193" y="49"/>
                  </a:lnTo>
                  <a:lnTo>
                    <a:pt x="169"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5" name="Google Shape;13765;p41"/>
            <p:cNvSpPr/>
            <p:nvPr/>
          </p:nvSpPr>
          <p:spPr>
            <a:xfrm>
              <a:off x="5308550" y="3647675"/>
              <a:ext cx="4850" cy="4850"/>
            </a:xfrm>
            <a:custGeom>
              <a:avLst/>
              <a:gdLst/>
              <a:ahLst/>
              <a:cxnLst/>
              <a:rect l="l" t="t" r="r" b="b"/>
              <a:pathLst>
                <a:path w="194" h="194" extrusionOk="0">
                  <a:moveTo>
                    <a:pt x="97" y="1"/>
                  </a:moveTo>
                  <a:lnTo>
                    <a:pt x="49" y="25"/>
                  </a:lnTo>
                  <a:lnTo>
                    <a:pt x="25" y="25"/>
                  </a:lnTo>
                  <a:lnTo>
                    <a:pt x="1" y="73"/>
                  </a:lnTo>
                  <a:lnTo>
                    <a:pt x="1" y="97"/>
                  </a:lnTo>
                  <a:lnTo>
                    <a:pt x="1" y="145"/>
                  </a:lnTo>
                  <a:lnTo>
                    <a:pt x="25" y="169"/>
                  </a:lnTo>
                  <a:lnTo>
                    <a:pt x="49" y="193"/>
                  </a:lnTo>
                  <a:lnTo>
                    <a:pt x="121" y="193"/>
                  </a:lnTo>
                  <a:lnTo>
                    <a:pt x="169" y="169"/>
                  </a:lnTo>
                  <a:lnTo>
                    <a:pt x="193" y="145"/>
                  </a:lnTo>
                  <a:lnTo>
                    <a:pt x="193" y="97"/>
                  </a:lnTo>
                  <a:lnTo>
                    <a:pt x="193" y="73"/>
                  </a:lnTo>
                  <a:lnTo>
                    <a:pt x="169" y="25"/>
                  </a:lnTo>
                  <a:lnTo>
                    <a:pt x="121" y="25"/>
                  </a:lnTo>
                  <a:lnTo>
                    <a:pt x="9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6" name="Google Shape;13766;p41"/>
            <p:cNvSpPr/>
            <p:nvPr/>
          </p:nvSpPr>
          <p:spPr>
            <a:xfrm>
              <a:off x="5295900" y="3633225"/>
              <a:ext cx="4850" cy="4850"/>
            </a:xfrm>
            <a:custGeom>
              <a:avLst/>
              <a:gdLst/>
              <a:ahLst/>
              <a:cxnLst/>
              <a:rect l="l" t="t" r="r" b="b"/>
              <a:pathLst>
                <a:path w="194" h="194" extrusionOk="0">
                  <a:moveTo>
                    <a:pt x="49" y="1"/>
                  </a:moveTo>
                  <a:lnTo>
                    <a:pt x="25" y="25"/>
                  </a:lnTo>
                  <a:lnTo>
                    <a:pt x="1" y="49"/>
                  </a:lnTo>
                  <a:lnTo>
                    <a:pt x="1" y="97"/>
                  </a:lnTo>
                  <a:lnTo>
                    <a:pt x="1" y="121"/>
                  </a:lnTo>
                  <a:lnTo>
                    <a:pt x="25" y="145"/>
                  </a:lnTo>
                  <a:lnTo>
                    <a:pt x="49" y="169"/>
                  </a:lnTo>
                  <a:lnTo>
                    <a:pt x="97" y="193"/>
                  </a:lnTo>
                  <a:lnTo>
                    <a:pt x="121" y="169"/>
                  </a:lnTo>
                  <a:lnTo>
                    <a:pt x="169" y="145"/>
                  </a:lnTo>
                  <a:lnTo>
                    <a:pt x="169" y="121"/>
                  </a:lnTo>
                  <a:lnTo>
                    <a:pt x="194" y="97"/>
                  </a:lnTo>
                  <a:lnTo>
                    <a:pt x="169" y="49"/>
                  </a:lnTo>
                  <a:lnTo>
                    <a:pt x="169"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7" name="Google Shape;13767;p41"/>
            <p:cNvSpPr/>
            <p:nvPr/>
          </p:nvSpPr>
          <p:spPr>
            <a:xfrm>
              <a:off x="5301925" y="3640450"/>
              <a:ext cx="4850" cy="4850"/>
            </a:xfrm>
            <a:custGeom>
              <a:avLst/>
              <a:gdLst/>
              <a:ahLst/>
              <a:cxnLst/>
              <a:rect l="l" t="t" r="r" b="b"/>
              <a:pathLst>
                <a:path w="194" h="194" extrusionOk="0">
                  <a:moveTo>
                    <a:pt x="49" y="1"/>
                  </a:moveTo>
                  <a:lnTo>
                    <a:pt x="25" y="25"/>
                  </a:lnTo>
                  <a:lnTo>
                    <a:pt x="1" y="49"/>
                  </a:lnTo>
                  <a:lnTo>
                    <a:pt x="1" y="97"/>
                  </a:lnTo>
                  <a:lnTo>
                    <a:pt x="1" y="121"/>
                  </a:lnTo>
                  <a:lnTo>
                    <a:pt x="25" y="145"/>
                  </a:lnTo>
                  <a:lnTo>
                    <a:pt x="49" y="169"/>
                  </a:lnTo>
                  <a:lnTo>
                    <a:pt x="97" y="193"/>
                  </a:lnTo>
                  <a:lnTo>
                    <a:pt x="121" y="169"/>
                  </a:lnTo>
                  <a:lnTo>
                    <a:pt x="145" y="145"/>
                  </a:lnTo>
                  <a:lnTo>
                    <a:pt x="169" y="121"/>
                  </a:lnTo>
                  <a:lnTo>
                    <a:pt x="193" y="97"/>
                  </a:lnTo>
                  <a:lnTo>
                    <a:pt x="169" y="49"/>
                  </a:lnTo>
                  <a:lnTo>
                    <a:pt x="145"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8" name="Google Shape;13768;p41"/>
            <p:cNvSpPr/>
            <p:nvPr/>
          </p:nvSpPr>
          <p:spPr>
            <a:xfrm>
              <a:off x="5286875" y="3626000"/>
              <a:ext cx="4850" cy="4850"/>
            </a:xfrm>
            <a:custGeom>
              <a:avLst/>
              <a:gdLst/>
              <a:ahLst/>
              <a:cxnLst/>
              <a:rect l="l" t="t" r="r" b="b"/>
              <a:pathLst>
                <a:path w="194" h="194" extrusionOk="0">
                  <a:moveTo>
                    <a:pt x="49" y="1"/>
                  </a:moveTo>
                  <a:lnTo>
                    <a:pt x="25" y="25"/>
                  </a:lnTo>
                  <a:lnTo>
                    <a:pt x="1" y="49"/>
                  </a:lnTo>
                  <a:lnTo>
                    <a:pt x="1" y="97"/>
                  </a:lnTo>
                  <a:lnTo>
                    <a:pt x="1" y="121"/>
                  </a:lnTo>
                  <a:lnTo>
                    <a:pt x="25" y="145"/>
                  </a:lnTo>
                  <a:lnTo>
                    <a:pt x="49" y="169"/>
                  </a:lnTo>
                  <a:lnTo>
                    <a:pt x="97" y="193"/>
                  </a:lnTo>
                  <a:lnTo>
                    <a:pt x="121" y="169"/>
                  </a:lnTo>
                  <a:lnTo>
                    <a:pt x="169" y="145"/>
                  </a:lnTo>
                  <a:lnTo>
                    <a:pt x="193" y="121"/>
                  </a:lnTo>
                  <a:lnTo>
                    <a:pt x="193" y="97"/>
                  </a:lnTo>
                  <a:lnTo>
                    <a:pt x="193" y="49"/>
                  </a:lnTo>
                  <a:lnTo>
                    <a:pt x="169"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9" name="Google Shape;13769;p41"/>
            <p:cNvSpPr/>
            <p:nvPr/>
          </p:nvSpPr>
          <p:spPr>
            <a:xfrm>
              <a:off x="5282675" y="3645275"/>
              <a:ext cx="4825" cy="4825"/>
            </a:xfrm>
            <a:custGeom>
              <a:avLst/>
              <a:gdLst/>
              <a:ahLst/>
              <a:cxnLst/>
              <a:rect l="l" t="t" r="r" b="b"/>
              <a:pathLst>
                <a:path w="193" h="193" extrusionOk="0">
                  <a:moveTo>
                    <a:pt x="97" y="0"/>
                  </a:moveTo>
                  <a:lnTo>
                    <a:pt x="49" y="24"/>
                  </a:lnTo>
                  <a:lnTo>
                    <a:pt x="24" y="24"/>
                  </a:lnTo>
                  <a:lnTo>
                    <a:pt x="0" y="72"/>
                  </a:lnTo>
                  <a:lnTo>
                    <a:pt x="0" y="97"/>
                  </a:lnTo>
                  <a:lnTo>
                    <a:pt x="0" y="145"/>
                  </a:lnTo>
                  <a:lnTo>
                    <a:pt x="24" y="169"/>
                  </a:lnTo>
                  <a:lnTo>
                    <a:pt x="49" y="193"/>
                  </a:lnTo>
                  <a:lnTo>
                    <a:pt x="121" y="193"/>
                  </a:lnTo>
                  <a:lnTo>
                    <a:pt x="145" y="169"/>
                  </a:lnTo>
                  <a:lnTo>
                    <a:pt x="169" y="145"/>
                  </a:lnTo>
                  <a:lnTo>
                    <a:pt x="193" y="97"/>
                  </a:lnTo>
                  <a:lnTo>
                    <a:pt x="169" y="72"/>
                  </a:lnTo>
                  <a:lnTo>
                    <a:pt x="145" y="24"/>
                  </a:lnTo>
                  <a:lnTo>
                    <a:pt x="121" y="24"/>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0" name="Google Shape;13770;p41"/>
            <p:cNvSpPr/>
            <p:nvPr/>
          </p:nvSpPr>
          <p:spPr>
            <a:xfrm>
              <a:off x="5289900" y="3664525"/>
              <a:ext cx="4825" cy="4850"/>
            </a:xfrm>
            <a:custGeom>
              <a:avLst/>
              <a:gdLst/>
              <a:ahLst/>
              <a:cxnLst/>
              <a:rect l="l" t="t" r="r" b="b"/>
              <a:pathLst>
                <a:path w="193" h="194" extrusionOk="0">
                  <a:moveTo>
                    <a:pt x="97" y="1"/>
                  </a:moveTo>
                  <a:lnTo>
                    <a:pt x="48" y="25"/>
                  </a:lnTo>
                  <a:lnTo>
                    <a:pt x="24" y="25"/>
                  </a:lnTo>
                  <a:lnTo>
                    <a:pt x="0" y="73"/>
                  </a:lnTo>
                  <a:lnTo>
                    <a:pt x="0" y="97"/>
                  </a:lnTo>
                  <a:lnTo>
                    <a:pt x="0" y="145"/>
                  </a:lnTo>
                  <a:lnTo>
                    <a:pt x="24" y="169"/>
                  </a:lnTo>
                  <a:lnTo>
                    <a:pt x="48" y="193"/>
                  </a:lnTo>
                  <a:lnTo>
                    <a:pt x="121" y="193"/>
                  </a:lnTo>
                  <a:lnTo>
                    <a:pt x="145" y="169"/>
                  </a:lnTo>
                  <a:lnTo>
                    <a:pt x="169" y="145"/>
                  </a:lnTo>
                  <a:lnTo>
                    <a:pt x="193" y="97"/>
                  </a:lnTo>
                  <a:lnTo>
                    <a:pt x="169" y="73"/>
                  </a:lnTo>
                  <a:lnTo>
                    <a:pt x="145" y="25"/>
                  </a:lnTo>
                  <a:lnTo>
                    <a:pt x="121" y="25"/>
                  </a:lnTo>
                  <a:lnTo>
                    <a:pt x="9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1" name="Google Shape;13771;p41"/>
            <p:cNvSpPr/>
            <p:nvPr/>
          </p:nvSpPr>
          <p:spPr>
            <a:xfrm>
              <a:off x="5294700" y="3647675"/>
              <a:ext cx="4850" cy="4850"/>
            </a:xfrm>
            <a:custGeom>
              <a:avLst/>
              <a:gdLst/>
              <a:ahLst/>
              <a:cxnLst/>
              <a:rect l="l" t="t" r="r" b="b"/>
              <a:pathLst>
                <a:path w="194" h="194" extrusionOk="0">
                  <a:moveTo>
                    <a:pt x="97" y="1"/>
                  </a:moveTo>
                  <a:lnTo>
                    <a:pt x="49" y="25"/>
                  </a:lnTo>
                  <a:lnTo>
                    <a:pt x="25" y="25"/>
                  </a:lnTo>
                  <a:lnTo>
                    <a:pt x="1" y="73"/>
                  </a:lnTo>
                  <a:lnTo>
                    <a:pt x="1" y="97"/>
                  </a:lnTo>
                  <a:lnTo>
                    <a:pt x="1" y="145"/>
                  </a:lnTo>
                  <a:lnTo>
                    <a:pt x="25" y="169"/>
                  </a:lnTo>
                  <a:lnTo>
                    <a:pt x="49" y="193"/>
                  </a:lnTo>
                  <a:lnTo>
                    <a:pt x="121" y="193"/>
                  </a:lnTo>
                  <a:lnTo>
                    <a:pt x="145" y="169"/>
                  </a:lnTo>
                  <a:lnTo>
                    <a:pt x="169" y="145"/>
                  </a:lnTo>
                  <a:lnTo>
                    <a:pt x="193" y="97"/>
                  </a:lnTo>
                  <a:lnTo>
                    <a:pt x="169" y="73"/>
                  </a:lnTo>
                  <a:lnTo>
                    <a:pt x="145" y="25"/>
                  </a:lnTo>
                  <a:lnTo>
                    <a:pt x="121" y="25"/>
                  </a:lnTo>
                  <a:lnTo>
                    <a:pt x="9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2" name="Google Shape;13772;p41"/>
            <p:cNvSpPr/>
            <p:nvPr/>
          </p:nvSpPr>
          <p:spPr>
            <a:xfrm>
              <a:off x="5301925" y="3654900"/>
              <a:ext cx="4850" cy="4825"/>
            </a:xfrm>
            <a:custGeom>
              <a:avLst/>
              <a:gdLst/>
              <a:ahLst/>
              <a:cxnLst/>
              <a:rect l="l" t="t" r="r" b="b"/>
              <a:pathLst>
                <a:path w="194" h="193" extrusionOk="0">
                  <a:moveTo>
                    <a:pt x="97" y="0"/>
                  </a:moveTo>
                  <a:lnTo>
                    <a:pt x="49" y="24"/>
                  </a:lnTo>
                  <a:lnTo>
                    <a:pt x="25" y="24"/>
                  </a:lnTo>
                  <a:lnTo>
                    <a:pt x="1" y="73"/>
                  </a:lnTo>
                  <a:lnTo>
                    <a:pt x="1" y="97"/>
                  </a:lnTo>
                  <a:lnTo>
                    <a:pt x="1" y="145"/>
                  </a:lnTo>
                  <a:lnTo>
                    <a:pt x="25" y="169"/>
                  </a:lnTo>
                  <a:lnTo>
                    <a:pt x="49" y="193"/>
                  </a:lnTo>
                  <a:lnTo>
                    <a:pt x="121" y="193"/>
                  </a:lnTo>
                  <a:lnTo>
                    <a:pt x="145" y="169"/>
                  </a:lnTo>
                  <a:lnTo>
                    <a:pt x="169" y="145"/>
                  </a:lnTo>
                  <a:lnTo>
                    <a:pt x="193" y="97"/>
                  </a:lnTo>
                  <a:lnTo>
                    <a:pt x="169" y="73"/>
                  </a:lnTo>
                  <a:lnTo>
                    <a:pt x="145" y="24"/>
                  </a:lnTo>
                  <a:lnTo>
                    <a:pt x="121" y="24"/>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3" name="Google Shape;13773;p41"/>
            <p:cNvSpPr/>
            <p:nvPr/>
          </p:nvSpPr>
          <p:spPr>
            <a:xfrm>
              <a:off x="5298325" y="3662125"/>
              <a:ext cx="4825" cy="4825"/>
            </a:xfrm>
            <a:custGeom>
              <a:avLst/>
              <a:gdLst/>
              <a:ahLst/>
              <a:cxnLst/>
              <a:rect l="l" t="t" r="r" b="b"/>
              <a:pathLst>
                <a:path w="193" h="193" extrusionOk="0">
                  <a:moveTo>
                    <a:pt x="97" y="0"/>
                  </a:moveTo>
                  <a:lnTo>
                    <a:pt x="72" y="24"/>
                  </a:lnTo>
                  <a:lnTo>
                    <a:pt x="48" y="24"/>
                  </a:lnTo>
                  <a:lnTo>
                    <a:pt x="24" y="73"/>
                  </a:lnTo>
                  <a:lnTo>
                    <a:pt x="0" y="97"/>
                  </a:lnTo>
                  <a:lnTo>
                    <a:pt x="24" y="145"/>
                  </a:lnTo>
                  <a:lnTo>
                    <a:pt x="48" y="169"/>
                  </a:lnTo>
                  <a:lnTo>
                    <a:pt x="72" y="193"/>
                  </a:lnTo>
                  <a:lnTo>
                    <a:pt x="145" y="193"/>
                  </a:lnTo>
                  <a:lnTo>
                    <a:pt x="169" y="169"/>
                  </a:lnTo>
                  <a:lnTo>
                    <a:pt x="193" y="145"/>
                  </a:lnTo>
                  <a:lnTo>
                    <a:pt x="193" y="97"/>
                  </a:lnTo>
                  <a:lnTo>
                    <a:pt x="193" y="73"/>
                  </a:lnTo>
                  <a:lnTo>
                    <a:pt x="169" y="24"/>
                  </a:lnTo>
                  <a:lnTo>
                    <a:pt x="145" y="24"/>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4" name="Google Shape;13774;p41"/>
            <p:cNvSpPr/>
            <p:nvPr/>
          </p:nvSpPr>
          <p:spPr>
            <a:xfrm>
              <a:off x="5289900" y="3654900"/>
              <a:ext cx="4825" cy="4825"/>
            </a:xfrm>
            <a:custGeom>
              <a:avLst/>
              <a:gdLst/>
              <a:ahLst/>
              <a:cxnLst/>
              <a:rect l="l" t="t" r="r" b="b"/>
              <a:pathLst>
                <a:path w="193" h="193" extrusionOk="0">
                  <a:moveTo>
                    <a:pt x="97" y="0"/>
                  </a:moveTo>
                  <a:lnTo>
                    <a:pt x="48" y="24"/>
                  </a:lnTo>
                  <a:lnTo>
                    <a:pt x="24" y="24"/>
                  </a:lnTo>
                  <a:lnTo>
                    <a:pt x="0" y="73"/>
                  </a:lnTo>
                  <a:lnTo>
                    <a:pt x="0" y="97"/>
                  </a:lnTo>
                  <a:lnTo>
                    <a:pt x="0" y="145"/>
                  </a:lnTo>
                  <a:lnTo>
                    <a:pt x="24" y="169"/>
                  </a:lnTo>
                  <a:lnTo>
                    <a:pt x="48" y="193"/>
                  </a:lnTo>
                  <a:lnTo>
                    <a:pt x="121" y="193"/>
                  </a:lnTo>
                  <a:lnTo>
                    <a:pt x="145" y="169"/>
                  </a:lnTo>
                  <a:lnTo>
                    <a:pt x="169" y="145"/>
                  </a:lnTo>
                  <a:lnTo>
                    <a:pt x="193" y="97"/>
                  </a:lnTo>
                  <a:lnTo>
                    <a:pt x="169" y="73"/>
                  </a:lnTo>
                  <a:lnTo>
                    <a:pt x="145" y="24"/>
                  </a:lnTo>
                  <a:lnTo>
                    <a:pt x="121" y="24"/>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5" name="Google Shape;13775;p41"/>
            <p:cNvSpPr/>
            <p:nvPr/>
          </p:nvSpPr>
          <p:spPr>
            <a:xfrm>
              <a:off x="5277250" y="3633225"/>
              <a:ext cx="4850" cy="4850"/>
            </a:xfrm>
            <a:custGeom>
              <a:avLst/>
              <a:gdLst/>
              <a:ahLst/>
              <a:cxnLst/>
              <a:rect l="l" t="t" r="r" b="b"/>
              <a:pathLst>
                <a:path w="194" h="194" extrusionOk="0">
                  <a:moveTo>
                    <a:pt x="49" y="1"/>
                  </a:moveTo>
                  <a:lnTo>
                    <a:pt x="25" y="25"/>
                  </a:lnTo>
                  <a:lnTo>
                    <a:pt x="1" y="49"/>
                  </a:lnTo>
                  <a:lnTo>
                    <a:pt x="1" y="97"/>
                  </a:lnTo>
                  <a:lnTo>
                    <a:pt x="1" y="121"/>
                  </a:lnTo>
                  <a:lnTo>
                    <a:pt x="25" y="145"/>
                  </a:lnTo>
                  <a:lnTo>
                    <a:pt x="49" y="169"/>
                  </a:lnTo>
                  <a:lnTo>
                    <a:pt x="97" y="193"/>
                  </a:lnTo>
                  <a:lnTo>
                    <a:pt x="121" y="169"/>
                  </a:lnTo>
                  <a:lnTo>
                    <a:pt x="169" y="145"/>
                  </a:lnTo>
                  <a:lnTo>
                    <a:pt x="193" y="121"/>
                  </a:lnTo>
                  <a:lnTo>
                    <a:pt x="193" y="97"/>
                  </a:lnTo>
                  <a:lnTo>
                    <a:pt x="193" y="49"/>
                  </a:lnTo>
                  <a:lnTo>
                    <a:pt x="169"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6" name="Google Shape;13776;p41"/>
            <p:cNvSpPr/>
            <p:nvPr/>
          </p:nvSpPr>
          <p:spPr>
            <a:xfrm>
              <a:off x="5338650" y="3581475"/>
              <a:ext cx="4825" cy="4850"/>
            </a:xfrm>
            <a:custGeom>
              <a:avLst/>
              <a:gdLst/>
              <a:ahLst/>
              <a:cxnLst/>
              <a:rect l="l" t="t" r="r" b="b"/>
              <a:pathLst>
                <a:path w="193" h="194" extrusionOk="0">
                  <a:moveTo>
                    <a:pt x="72" y="0"/>
                  </a:moveTo>
                  <a:lnTo>
                    <a:pt x="24" y="25"/>
                  </a:lnTo>
                  <a:lnTo>
                    <a:pt x="24" y="49"/>
                  </a:lnTo>
                  <a:lnTo>
                    <a:pt x="0" y="97"/>
                  </a:lnTo>
                  <a:lnTo>
                    <a:pt x="24" y="121"/>
                  </a:lnTo>
                  <a:lnTo>
                    <a:pt x="24" y="169"/>
                  </a:lnTo>
                  <a:lnTo>
                    <a:pt x="72" y="169"/>
                  </a:lnTo>
                  <a:lnTo>
                    <a:pt x="96" y="193"/>
                  </a:lnTo>
                  <a:lnTo>
                    <a:pt x="145" y="169"/>
                  </a:lnTo>
                  <a:lnTo>
                    <a:pt x="169" y="169"/>
                  </a:lnTo>
                  <a:lnTo>
                    <a:pt x="193" y="121"/>
                  </a:lnTo>
                  <a:lnTo>
                    <a:pt x="193" y="97"/>
                  </a:lnTo>
                  <a:lnTo>
                    <a:pt x="193" y="49"/>
                  </a:lnTo>
                  <a:lnTo>
                    <a:pt x="169" y="25"/>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7" name="Google Shape;13777;p41"/>
            <p:cNvSpPr/>
            <p:nvPr/>
          </p:nvSpPr>
          <p:spPr>
            <a:xfrm>
              <a:off x="5343450" y="3591700"/>
              <a:ext cx="4850" cy="4850"/>
            </a:xfrm>
            <a:custGeom>
              <a:avLst/>
              <a:gdLst/>
              <a:ahLst/>
              <a:cxnLst/>
              <a:rect l="l" t="t" r="r" b="b"/>
              <a:pathLst>
                <a:path w="194" h="194" extrusionOk="0">
                  <a:moveTo>
                    <a:pt x="73" y="1"/>
                  </a:moveTo>
                  <a:lnTo>
                    <a:pt x="25" y="25"/>
                  </a:lnTo>
                  <a:lnTo>
                    <a:pt x="25" y="49"/>
                  </a:lnTo>
                  <a:lnTo>
                    <a:pt x="1" y="97"/>
                  </a:lnTo>
                  <a:lnTo>
                    <a:pt x="25" y="121"/>
                  </a:lnTo>
                  <a:lnTo>
                    <a:pt x="25" y="169"/>
                  </a:lnTo>
                  <a:lnTo>
                    <a:pt x="73" y="193"/>
                  </a:lnTo>
                  <a:lnTo>
                    <a:pt x="145" y="193"/>
                  </a:lnTo>
                  <a:lnTo>
                    <a:pt x="169" y="169"/>
                  </a:lnTo>
                  <a:lnTo>
                    <a:pt x="193" y="121"/>
                  </a:lnTo>
                  <a:lnTo>
                    <a:pt x="193" y="97"/>
                  </a:lnTo>
                  <a:lnTo>
                    <a:pt x="193" y="49"/>
                  </a:lnTo>
                  <a:lnTo>
                    <a:pt x="169" y="25"/>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8" name="Google Shape;13778;p41"/>
            <p:cNvSpPr/>
            <p:nvPr/>
          </p:nvSpPr>
          <p:spPr>
            <a:xfrm>
              <a:off x="5333225" y="3594125"/>
              <a:ext cx="4850" cy="4825"/>
            </a:xfrm>
            <a:custGeom>
              <a:avLst/>
              <a:gdLst/>
              <a:ahLst/>
              <a:cxnLst/>
              <a:rect l="l" t="t" r="r" b="b"/>
              <a:pathLst>
                <a:path w="194" h="193" extrusionOk="0">
                  <a:moveTo>
                    <a:pt x="73" y="0"/>
                  </a:moveTo>
                  <a:lnTo>
                    <a:pt x="49" y="24"/>
                  </a:lnTo>
                  <a:lnTo>
                    <a:pt x="25" y="48"/>
                  </a:lnTo>
                  <a:lnTo>
                    <a:pt x="1" y="96"/>
                  </a:lnTo>
                  <a:lnTo>
                    <a:pt x="25" y="120"/>
                  </a:lnTo>
                  <a:lnTo>
                    <a:pt x="49" y="169"/>
                  </a:lnTo>
                  <a:lnTo>
                    <a:pt x="73" y="193"/>
                  </a:lnTo>
                  <a:lnTo>
                    <a:pt x="145" y="193"/>
                  </a:lnTo>
                  <a:lnTo>
                    <a:pt x="169" y="169"/>
                  </a:lnTo>
                  <a:lnTo>
                    <a:pt x="193" y="120"/>
                  </a:lnTo>
                  <a:lnTo>
                    <a:pt x="193" y="96"/>
                  </a:lnTo>
                  <a:lnTo>
                    <a:pt x="193" y="48"/>
                  </a:lnTo>
                  <a:lnTo>
                    <a:pt x="169" y="24"/>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9" name="Google Shape;13779;p41"/>
            <p:cNvSpPr/>
            <p:nvPr/>
          </p:nvSpPr>
          <p:spPr>
            <a:xfrm>
              <a:off x="5330825" y="3586900"/>
              <a:ext cx="4825" cy="4825"/>
            </a:xfrm>
            <a:custGeom>
              <a:avLst/>
              <a:gdLst/>
              <a:ahLst/>
              <a:cxnLst/>
              <a:rect l="l" t="t" r="r" b="b"/>
              <a:pathLst>
                <a:path w="193" h="193" extrusionOk="0">
                  <a:moveTo>
                    <a:pt x="72" y="0"/>
                  </a:moveTo>
                  <a:lnTo>
                    <a:pt x="48" y="24"/>
                  </a:lnTo>
                  <a:lnTo>
                    <a:pt x="24" y="48"/>
                  </a:lnTo>
                  <a:lnTo>
                    <a:pt x="0" y="96"/>
                  </a:lnTo>
                  <a:lnTo>
                    <a:pt x="24" y="121"/>
                  </a:lnTo>
                  <a:lnTo>
                    <a:pt x="48" y="169"/>
                  </a:lnTo>
                  <a:lnTo>
                    <a:pt x="72" y="193"/>
                  </a:lnTo>
                  <a:lnTo>
                    <a:pt x="145" y="193"/>
                  </a:lnTo>
                  <a:lnTo>
                    <a:pt x="169" y="169"/>
                  </a:lnTo>
                  <a:lnTo>
                    <a:pt x="193" y="121"/>
                  </a:lnTo>
                  <a:lnTo>
                    <a:pt x="193" y="96"/>
                  </a:lnTo>
                  <a:lnTo>
                    <a:pt x="193" y="48"/>
                  </a:lnTo>
                  <a:lnTo>
                    <a:pt x="169" y="24"/>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0" name="Google Shape;13780;p41"/>
            <p:cNvSpPr/>
            <p:nvPr/>
          </p:nvSpPr>
          <p:spPr>
            <a:xfrm>
              <a:off x="5338650" y="3598925"/>
              <a:ext cx="4825" cy="4850"/>
            </a:xfrm>
            <a:custGeom>
              <a:avLst/>
              <a:gdLst/>
              <a:ahLst/>
              <a:cxnLst/>
              <a:rect l="l" t="t" r="r" b="b"/>
              <a:pathLst>
                <a:path w="193" h="194" extrusionOk="0">
                  <a:moveTo>
                    <a:pt x="72" y="1"/>
                  </a:moveTo>
                  <a:lnTo>
                    <a:pt x="24" y="25"/>
                  </a:lnTo>
                  <a:lnTo>
                    <a:pt x="24" y="49"/>
                  </a:lnTo>
                  <a:lnTo>
                    <a:pt x="0" y="97"/>
                  </a:lnTo>
                  <a:lnTo>
                    <a:pt x="24" y="121"/>
                  </a:lnTo>
                  <a:lnTo>
                    <a:pt x="24" y="169"/>
                  </a:lnTo>
                  <a:lnTo>
                    <a:pt x="72" y="193"/>
                  </a:lnTo>
                  <a:lnTo>
                    <a:pt x="145" y="193"/>
                  </a:lnTo>
                  <a:lnTo>
                    <a:pt x="169" y="169"/>
                  </a:lnTo>
                  <a:lnTo>
                    <a:pt x="193" y="121"/>
                  </a:lnTo>
                  <a:lnTo>
                    <a:pt x="193" y="97"/>
                  </a:lnTo>
                  <a:lnTo>
                    <a:pt x="193" y="49"/>
                  </a:lnTo>
                  <a:lnTo>
                    <a:pt x="169" y="25"/>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1" name="Google Shape;13781;p41"/>
            <p:cNvSpPr/>
            <p:nvPr/>
          </p:nvSpPr>
          <p:spPr>
            <a:xfrm>
              <a:off x="5349475" y="3613375"/>
              <a:ext cx="4850" cy="4825"/>
            </a:xfrm>
            <a:custGeom>
              <a:avLst/>
              <a:gdLst/>
              <a:ahLst/>
              <a:cxnLst/>
              <a:rect l="l" t="t" r="r" b="b"/>
              <a:pathLst>
                <a:path w="194" h="193" extrusionOk="0">
                  <a:moveTo>
                    <a:pt x="73" y="0"/>
                  </a:moveTo>
                  <a:lnTo>
                    <a:pt x="49" y="24"/>
                  </a:lnTo>
                  <a:lnTo>
                    <a:pt x="25" y="49"/>
                  </a:lnTo>
                  <a:lnTo>
                    <a:pt x="0" y="97"/>
                  </a:lnTo>
                  <a:lnTo>
                    <a:pt x="25" y="121"/>
                  </a:lnTo>
                  <a:lnTo>
                    <a:pt x="49" y="169"/>
                  </a:lnTo>
                  <a:lnTo>
                    <a:pt x="73" y="193"/>
                  </a:lnTo>
                  <a:lnTo>
                    <a:pt x="145" y="193"/>
                  </a:lnTo>
                  <a:lnTo>
                    <a:pt x="169" y="169"/>
                  </a:lnTo>
                  <a:lnTo>
                    <a:pt x="193" y="121"/>
                  </a:lnTo>
                  <a:lnTo>
                    <a:pt x="193" y="97"/>
                  </a:lnTo>
                  <a:lnTo>
                    <a:pt x="193" y="49"/>
                  </a:lnTo>
                  <a:lnTo>
                    <a:pt x="169" y="24"/>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2" name="Google Shape;13782;p41"/>
            <p:cNvSpPr/>
            <p:nvPr/>
          </p:nvSpPr>
          <p:spPr>
            <a:xfrm>
              <a:off x="5345875" y="3603750"/>
              <a:ext cx="4825" cy="4825"/>
            </a:xfrm>
            <a:custGeom>
              <a:avLst/>
              <a:gdLst/>
              <a:ahLst/>
              <a:cxnLst/>
              <a:rect l="l" t="t" r="r" b="b"/>
              <a:pathLst>
                <a:path w="193" h="193" extrusionOk="0">
                  <a:moveTo>
                    <a:pt x="72" y="0"/>
                  </a:moveTo>
                  <a:lnTo>
                    <a:pt x="24" y="24"/>
                  </a:lnTo>
                  <a:lnTo>
                    <a:pt x="24" y="48"/>
                  </a:lnTo>
                  <a:lnTo>
                    <a:pt x="0" y="96"/>
                  </a:lnTo>
                  <a:lnTo>
                    <a:pt x="24" y="121"/>
                  </a:lnTo>
                  <a:lnTo>
                    <a:pt x="24" y="169"/>
                  </a:lnTo>
                  <a:lnTo>
                    <a:pt x="72" y="193"/>
                  </a:lnTo>
                  <a:lnTo>
                    <a:pt x="144" y="193"/>
                  </a:lnTo>
                  <a:lnTo>
                    <a:pt x="169" y="169"/>
                  </a:lnTo>
                  <a:lnTo>
                    <a:pt x="193" y="121"/>
                  </a:lnTo>
                  <a:lnTo>
                    <a:pt x="193" y="96"/>
                  </a:lnTo>
                  <a:lnTo>
                    <a:pt x="193" y="48"/>
                  </a:lnTo>
                  <a:lnTo>
                    <a:pt x="169" y="24"/>
                  </a:lnTo>
                  <a:lnTo>
                    <a:pt x="144"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3" name="Google Shape;13783;p41"/>
            <p:cNvSpPr/>
            <p:nvPr/>
          </p:nvSpPr>
          <p:spPr>
            <a:xfrm>
              <a:off x="5346475" y="3621200"/>
              <a:ext cx="4825" cy="4825"/>
            </a:xfrm>
            <a:custGeom>
              <a:avLst/>
              <a:gdLst/>
              <a:ahLst/>
              <a:cxnLst/>
              <a:rect l="l" t="t" r="r" b="b"/>
              <a:pathLst>
                <a:path w="193" h="193" extrusionOk="0">
                  <a:moveTo>
                    <a:pt x="48" y="0"/>
                  </a:moveTo>
                  <a:lnTo>
                    <a:pt x="24" y="24"/>
                  </a:lnTo>
                  <a:lnTo>
                    <a:pt x="0" y="48"/>
                  </a:lnTo>
                  <a:lnTo>
                    <a:pt x="0" y="97"/>
                  </a:lnTo>
                  <a:lnTo>
                    <a:pt x="0" y="121"/>
                  </a:lnTo>
                  <a:lnTo>
                    <a:pt x="24" y="145"/>
                  </a:lnTo>
                  <a:lnTo>
                    <a:pt x="48" y="169"/>
                  </a:lnTo>
                  <a:lnTo>
                    <a:pt x="96" y="193"/>
                  </a:lnTo>
                  <a:lnTo>
                    <a:pt x="120" y="169"/>
                  </a:lnTo>
                  <a:lnTo>
                    <a:pt x="169" y="145"/>
                  </a:lnTo>
                  <a:lnTo>
                    <a:pt x="193" y="121"/>
                  </a:lnTo>
                  <a:lnTo>
                    <a:pt x="193" y="97"/>
                  </a:lnTo>
                  <a:lnTo>
                    <a:pt x="193" y="48"/>
                  </a:lnTo>
                  <a:lnTo>
                    <a:pt x="169" y="24"/>
                  </a:lnTo>
                  <a:lnTo>
                    <a:pt x="120"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4" name="Google Shape;13784;p41"/>
            <p:cNvSpPr/>
            <p:nvPr/>
          </p:nvSpPr>
          <p:spPr>
            <a:xfrm>
              <a:off x="5353700" y="3640450"/>
              <a:ext cx="4825" cy="4850"/>
            </a:xfrm>
            <a:custGeom>
              <a:avLst/>
              <a:gdLst/>
              <a:ahLst/>
              <a:cxnLst/>
              <a:rect l="l" t="t" r="r" b="b"/>
              <a:pathLst>
                <a:path w="193" h="194" extrusionOk="0">
                  <a:moveTo>
                    <a:pt x="48" y="1"/>
                  </a:moveTo>
                  <a:lnTo>
                    <a:pt x="24" y="25"/>
                  </a:lnTo>
                  <a:lnTo>
                    <a:pt x="0" y="49"/>
                  </a:lnTo>
                  <a:lnTo>
                    <a:pt x="0" y="97"/>
                  </a:lnTo>
                  <a:lnTo>
                    <a:pt x="0" y="121"/>
                  </a:lnTo>
                  <a:lnTo>
                    <a:pt x="24" y="145"/>
                  </a:lnTo>
                  <a:lnTo>
                    <a:pt x="48" y="169"/>
                  </a:lnTo>
                  <a:lnTo>
                    <a:pt x="96" y="193"/>
                  </a:lnTo>
                  <a:lnTo>
                    <a:pt x="120" y="169"/>
                  </a:lnTo>
                  <a:lnTo>
                    <a:pt x="169" y="145"/>
                  </a:lnTo>
                  <a:lnTo>
                    <a:pt x="193" y="121"/>
                  </a:lnTo>
                  <a:lnTo>
                    <a:pt x="193" y="97"/>
                  </a:lnTo>
                  <a:lnTo>
                    <a:pt x="193" y="49"/>
                  </a:lnTo>
                  <a:lnTo>
                    <a:pt x="169" y="25"/>
                  </a:lnTo>
                  <a:lnTo>
                    <a:pt x="12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5" name="Google Shape;13785;p41"/>
            <p:cNvSpPr/>
            <p:nvPr/>
          </p:nvSpPr>
          <p:spPr>
            <a:xfrm>
              <a:off x="5361500" y="3641650"/>
              <a:ext cx="4850" cy="4850"/>
            </a:xfrm>
            <a:custGeom>
              <a:avLst/>
              <a:gdLst/>
              <a:ahLst/>
              <a:cxnLst/>
              <a:rect l="l" t="t" r="r" b="b"/>
              <a:pathLst>
                <a:path w="194" h="194" extrusionOk="0">
                  <a:moveTo>
                    <a:pt x="49" y="1"/>
                  </a:moveTo>
                  <a:lnTo>
                    <a:pt x="25" y="25"/>
                  </a:lnTo>
                  <a:lnTo>
                    <a:pt x="1" y="49"/>
                  </a:lnTo>
                  <a:lnTo>
                    <a:pt x="1" y="97"/>
                  </a:lnTo>
                  <a:lnTo>
                    <a:pt x="1" y="121"/>
                  </a:lnTo>
                  <a:lnTo>
                    <a:pt x="25" y="169"/>
                  </a:lnTo>
                  <a:lnTo>
                    <a:pt x="49" y="169"/>
                  </a:lnTo>
                  <a:lnTo>
                    <a:pt x="97" y="193"/>
                  </a:lnTo>
                  <a:lnTo>
                    <a:pt x="145" y="169"/>
                  </a:lnTo>
                  <a:lnTo>
                    <a:pt x="169" y="169"/>
                  </a:lnTo>
                  <a:lnTo>
                    <a:pt x="194" y="121"/>
                  </a:lnTo>
                  <a:lnTo>
                    <a:pt x="194" y="97"/>
                  </a:lnTo>
                  <a:lnTo>
                    <a:pt x="194" y="49"/>
                  </a:lnTo>
                  <a:lnTo>
                    <a:pt x="169" y="25"/>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6" name="Google Shape;13786;p41"/>
            <p:cNvSpPr/>
            <p:nvPr/>
          </p:nvSpPr>
          <p:spPr>
            <a:xfrm>
              <a:off x="5353700" y="3630825"/>
              <a:ext cx="4825" cy="4850"/>
            </a:xfrm>
            <a:custGeom>
              <a:avLst/>
              <a:gdLst/>
              <a:ahLst/>
              <a:cxnLst/>
              <a:rect l="l" t="t" r="r" b="b"/>
              <a:pathLst>
                <a:path w="193" h="194" extrusionOk="0">
                  <a:moveTo>
                    <a:pt x="48" y="0"/>
                  </a:moveTo>
                  <a:lnTo>
                    <a:pt x="24" y="25"/>
                  </a:lnTo>
                  <a:lnTo>
                    <a:pt x="0" y="49"/>
                  </a:lnTo>
                  <a:lnTo>
                    <a:pt x="0" y="97"/>
                  </a:lnTo>
                  <a:lnTo>
                    <a:pt x="0" y="121"/>
                  </a:lnTo>
                  <a:lnTo>
                    <a:pt x="24" y="145"/>
                  </a:lnTo>
                  <a:lnTo>
                    <a:pt x="48" y="169"/>
                  </a:lnTo>
                  <a:lnTo>
                    <a:pt x="96" y="193"/>
                  </a:lnTo>
                  <a:lnTo>
                    <a:pt x="120" y="169"/>
                  </a:lnTo>
                  <a:lnTo>
                    <a:pt x="169" y="145"/>
                  </a:lnTo>
                  <a:lnTo>
                    <a:pt x="193" y="121"/>
                  </a:lnTo>
                  <a:lnTo>
                    <a:pt x="193" y="97"/>
                  </a:lnTo>
                  <a:lnTo>
                    <a:pt x="193" y="49"/>
                  </a:lnTo>
                  <a:lnTo>
                    <a:pt x="169" y="25"/>
                  </a:lnTo>
                  <a:lnTo>
                    <a:pt x="120"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7" name="Google Shape;13787;p41"/>
            <p:cNvSpPr/>
            <p:nvPr/>
          </p:nvSpPr>
          <p:spPr>
            <a:xfrm>
              <a:off x="5341050" y="3608550"/>
              <a:ext cx="4850" cy="4850"/>
            </a:xfrm>
            <a:custGeom>
              <a:avLst/>
              <a:gdLst/>
              <a:ahLst/>
              <a:cxnLst/>
              <a:rect l="l" t="t" r="r" b="b"/>
              <a:pathLst>
                <a:path w="194" h="194" extrusionOk="0">
                  <a:moveTo>
                    <a:pt x="73" y="1"/>
                  </a:moveTo>
                  <a:lnTo>
                    <a:pt x="25" y="25"/>
                  </a:lnTo>
                  <a:lnTo>
                    <a:pt x="25" y="49"/>
                  </a:lnTo>
                  <a:lnTo>
                    <a:pt x="0" y="97"/>
                  </a:lnTo>
                  <a:lnTo>
                    <a:pt x="25" y="121"/>
                  </a:lnTo>
                  <a:lnTo>
                    <a:pt x="25" y="169"/>
                  </a:lnTo>
                  <a:lnTo>
                    <a:pt x="73" y="193"/>
                  </a:lnTo>
                  <a:lnTo>
                    <a:pt x="145" y="193"/>
                  </a:lnTo>
                  <a:lnTo>
                    <a:pt x="169" y="169"/>
                  </a:lnTo>
                  <a:lnTo>
                    <a:pt x="193" y="121"/>
                  </a:lnTo>
                  <a:lnTo>
                    <a:pt x="193" y="97"/>
                  </a:lnTo>
                  <a:lnTo>
                    <a:pt x="193" y="49"/>
                  </a:lnTo>
                  <a:lnTo>
                    <a:pt x="169" y="25"/>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8" name="Google Shape;13788;p41"/>
            <p:cNvSpPr/>
            <p:nvPr/>
          </p:nvSpPr>
          <p:spPr>
            <a:xfrm>
              <a:off x="5298925" y="3508050"/>
              <a:ext cx="4825" cy="4850"/>
            </a:xfrm>
            <a:custGeom>
              <a:avLst/>
              <a:gdLst/>
              <a:ahLst/>
              <a:cxnLst/>
              <a:rect l="l" t="t" r="r" b="b"/>
              <a:pathLst>
                <a:path w="193" h="194" extrusionOk="0">
                  <a:moveTo>
                    <a:pt x="73" y="1"/>
                  </a:moveTo>
                  <a:lnTo>
                    <a:pt x="48" y="25"/>
                  </a:lnTo>
                  <a:lnTo>
                    <a:pt x="24" y="49"/>
                  </a:lnTo>
                  <a:lnTo>
                    <a:pt x="0" y="73"/>
                  </a:lnTo>
                  <a:lnTo>
                    <a:pt x="0" y="121"/>
                  </a:lnTo>
                  <a:lnTo>
                    <a:pt x="24" y="145"/>
                  </a:lnTo>
                  <a:lnTo>
                    <a:pt x="48" y="169"/>
                  </a:lnTo>
                  <a:lnTo>
                    <a:pt x="73" y="193"/>
                  </a:lnTo>
                  <a:lnTo>
                    <a:pt x="121" y="193"/>
                  </a:lnTo>
                  <a:lnTo>
                    <a:pt x="145" y="169"/>
                  </a:lnTo>
                  <a:lnTo>
                    <a:pt x="169" y="145"/>
                  </a:lnTo>
                  <a:lnTo>
                    <a:pt x="193" y="121"/>
                  </a:lnTo>
                  <a:lnTo>
                    <a:pt x="193" y="73"/>
                  </a:lnTo>
                  <a:lnTo>
                    <a:pt x="169" y="49"/>
                  </a:lnTo>
                  <a:lnTo>
                    <a:pt x="145"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9" name="Google Shape;13789;p41"/>
            <p:cNvSpPr/>
            <p:nvPr/>
          </p:nvSpPr>
          <p:spPr>
            <a:xfrm>
              <a:off x="5288700" y="3509250"/>
              <a:ext cx="4825" cy="4850"/>
            </a:xfrm>
            <a:custGeom>
              <a:avLst/>
              <a:gdLst/>
              <a:ahLst/>
              <a:cxnLst/>
              <a:rect l="l" t="t" r="r" b="b"/>
              <a:pathLst>
                <a:path w="193" h="194" extrusionOk="0">
                  <a:moveTo>
                    <a:pt x="96" y="1"/>
                  </a:moveTo>
                  <a:lnTo>
                    <a:pt x="48" y="25"/>
                  </a:lnTo>
                  <a:lnTo>
                    <a:pt x="24" y="49"/>
                  </a:lnTo>
                  <a:lnTo>
                    <a:pt x="0" y="73"/>
                  </a:lnTo>
                  <a:lnTo>
                    <a:pt x="0" y="121"/>
                  </a:lnTo>
                  <a:lnTo>
                    <a:pt x="24" y="145"/>
                  </a:lnTo>
                  <a:lnTo>
                    <a:pt x="48" y="193"/>
                  </a:lnTo>
                  <a:lnTo>
                    <a:pt x="145" y="193"/>
                  </a:lnTo>
                  <a:lnTo>
                    <a:pt x="169" y="169"/>
                  </a:lnTo>
                  <a:lnTo>
                    <a:pt x="193" y="121"/>
                  </a:lnTo>
                  <a:lnTo>
                    <a:pt x="193" y="97"/>
                  </a:lnTo>
                  <a:lnTo>
                    <a:pt x="193" y="49"/>
                  </a:lnTo>
                  <a:lnTo>
                    <a:pt x="169" y="25"/>
                  </a:lnTo>
                  <a:lnTo>
                    <a:pt x="120" y="25"/>
                  </a:lnTo>
                  <a:lnTo>
                    <a:pt x="96"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0" name="Google Shape;13790;p41"/>
            <p:cNvSpPr/>
            <p:nvPr/>
          </p:nvSpPr>
          <p:spPr>
            <a:xfrm>
              <a:off x="5280875" y="3512275"/>
              <a:ext cx="4825" cy="4825"/>
            </a:xfrm>
            <a:custGeom>
              <a:avLst/>
              <a:gdLst/>
              <a:ahLst/>
              <a:cxnLst/>
              <a:rect l="l" t="t" r="r" b="b"/>
              <a:pathLst>
                <a:path w="193" h="193" extrusionOk="0">
                  <a:moveTo>
                    <a:pt x="72" y="0"/>
                  </a:moveTo>
                  <a:lnTo>
                    <a:pt x="48" y="24"/>
                  </a:lnTo>
                  <a:lnTo>
                    <a:pt x="0" y="48"/>
                  </a:lnTo>
                  <a:lnTo>
                    <a:pt x="0" y="72"/>
                  </a:lnTo>
                  <a:lnTo>
                    <a:pt x="0" y="120"/>
                  </a:lnTo>
                  <a:lnTo>
                    <a:pt x="0" y="145"/>
                  </a:lnTo>
                  <a:lnTo>
                    <a:pt x="24" y="169"/>
                  </a:lnTo>
                  <a:lnTo>
                    <a:pt x="72" y="193"/>
                  </a:lnTo>
                  <a:lnTo>
                    <a:pt x="145" y="193"/>
                  </a:lnTo>
                  <a:lnTo>
                    <a:pt x="169" y="169"/>
                  </a:lnTo>
                  <a:lnTo>
                    <a:pt x="169" y="120"/>
                  </a:lnTo>
                  <a:lnTo>
                    <a:pt x="193" y="96"/>
                  </a:lnTo>
                  <a:lnTo>
                    <a:pt x="169" y="48"/>
                  </a:lnTo>
                  <a:lnTo>
                    <a:pt x="145" y="24"/>
                  </a:lnTo>
                  <a:lnTo>
                    <a:pt x="12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1" name="Google Shape;13791;p41"/>
            <p:cNvSpPr/>
            <p:nvPr/>
          </p:nvSpPr>
          <p:spPr>
            <a:xfrm>
              <a:off x="5307350" y="3517075"/>
              <a:ext cx="4825" cy="4850"/>
            </a:xfrm>
            <a:custGeom>
              <a:avLst/>
              <a:gdLst/>
              <a:ahLst/>
              <a:cxnLst/>
              <a:rect l="l" t="t" r="r" b="b"/>
              <a:pathLst>
                <a:path w="193" h="194" extrusionOk="0">
                  <a:moveTo>
                    <a:pt x="73" y="1"/>
                  </a:moveTo>
                  <a:lnTo>
                    <a:pt x="49" y="25"/>
                  </a:lnTo>
                  <a:lnTo>
                    <a:pt x="0" y="49"/>
                  </a:lnTo>
                  <a:lnTo>
                    <a:pt x="0" y="73"/>
                  </a:lnTo>
                  <a:lnTo>
                    <a:pt x="0" y="121"/>
                  </a:lnTo>
                  <a:lnTo>
                    <a:pt x="0" y="145"/>
                  </a:lnTo>
                  <a:lnTo>
                    <a:pt x="24" y="169"/>
                  </a:lnTo>
                  <a:lnTo>
                    <a:pt x="73" y="193"/>
                  </a:lnTo>
                  <a:lnTo>
                    <a:pt x="145" y="193"/>
                  </a:lnTo>
                  <a:lnTo>
                    <a:pt x="169" y="169"/>
                  </a:lnTo>
                  <a:lnTo>
                    <a:pt x="169" y="121"/>
                  </a:lnTo>
                  <a:lnTo>
                    <a:pt x="193" y="97"/>
                  </a:lnTo>
                  <a:lnTo>
                    <a:pt x="169" y="49"/>
                  </a:lnTo>
                  <a:lnTo>
                    <a:pt x="145"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2" name="Google Shape;13792;p41"/>
            <p:cNvSpPr/>
            <p:nvPr/>
          </p:nvSpPr>
          <p:spPr>
            <a:xfrm>
              <a:off x="5311550" y="3523700"/>
              <a:ext cx="4850" cy="4850"/>
            </a:xfrm>
            <a:custGeom>
              <a:avLst/>
              <a:gdLst/>
              <a:ahLst/>
              <a:cxnLst/>
              <a:rect l="l" t="t" r="r" b="b"/>
              <a:pathLst>
                <a:path w="194" h="194" extrusionOk="0">
                  <a:moveTo>
                    <a:pt x="49" y="0"/>
                  </a:moveTo>
                  <a:lnTo>
                    <a:pt x="25" y="25"/>
                  </a:lnTo>
                  <a:lnTo>
                    <a:pt x="1" y="73"/>
                  </a:lnTo>
                  <a:lnTo>
                    <a:pt x="1" y="97"/>
                  </a:lnTo>
                  <a:lnTo>
                    <a:pt x="1" y="145"/>
                  </a:lnTo>
                  <a:lnTo>
                    <a:pt x="25" y="169"/>
                  </a:lnTo>
                  <a:lnTo>
                    <a:pt x="73" y="169"/>
                  </a:lnTo>
                  <a:lnTo>
                    <a:pt x="97" y="193"/>
                  </a:lnTo>
                  <a:lnTo>
                    <a:pt x="145" y="169"/>
                  </a:lnTo>
                  <a:lnTo>
                    <a:pt x="169" y="145"/>
                  </a:lnTo>
                  <a:lnTo>
                    <a:pt x="193" y="121"/>
                  </a:lnTo>
                  <a:lnTo>
                    <a:pt x="193" y="73"/>
                  </a:lnTo>
                  <a:lnTo>
                    <a:pt x="169" y="49"/>
                  </a:lnTo>
                  <a:lnTo>
                    <a:pt x="145"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3" name="Google Shape;13793;p41"/>
            <p:cNvSpPr/>
            <p:nvPr/>
          </p:nvSpPr>
          <p:spPr>
            <a:xfrm>
              <a:off x="5289300" y="3532125"/>
              <a:ext cx="4825" cy="4850"/>
            </a:xfrm>
            <a:custGeom>
              <a:avLst/>
              <a:gdLst/>
              <a:ahLst/>
              <a:cxnLst/>
              <a:rect l="l" t="t" r="r" b="b"/>
              <a:pathLst>
                <a:path w="193" h="194" extrusionOk="0">
                  <a:moveTo>
                    <a:pt x="72" y="0"/>
                  </a:moveTo>
                  <a:lnTo>
                    <a:pt x="48" y="25"/>
                  </a:lnTo>
                  <a:lnTo>
                    <a:pt x="24" y="49"/>
                  </a:lnTo>
                  <a:lnTo>
                    <a:pt x="0" y="73"/>
                  </a:lnTo>
                  <a:lnTo>
                    <a:pt x="0" y="121"/>
                  </a:lnTo>
                  <a:lnTo>
                    <a:pt x="24" y="145"/>
                  </a:lnTo>
                  <a:lnTo>
                    <a:pt x="48" y="169"/>
                  </a:lnTo>
                  <a:lnTo>
                    <a:pt x="72" y="193"/>
                  </a:lnTo>
                  <a:lnTo>
                    <a:pt x="121" y="193"/>
                  </a:lnTo>
                  <a:lnTo>
                    <a:pt x="145" y="169"/>
                  </a:lnTo>
                  <a:lnTo>
                    <a:pt x="169" y="145"/>
                  </a:lnTo>
                  <a:lnTo>
                    <a:pt x="193" y="121"/>
                  </a:lnTo>
                  <a:lnTo>
                    <a:pt x="193" y="73"/>
                  </a:lnTo>
                  <a:lnTo>
                    <a:pt x="169" y="49"/>
                  </a:lnTo>
                  <a:lnTo>
                    <a:pt x="145" y="25"/>
                  </a:lnTo>
                  <a:lnTo>
                    <a:pt x="12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4" name="Google Shape;13794;p41"/>
            <p:cNvSpPr/>
            <p:nvPr/>
          </p:nvSpPr>
          <p:spPr>
            <a:xfrm>
              <a:off x="5283275" y="3529125"/>
              <a:ext cx="4850" cy="4825"/>
            </a:xfrm>
            <a:custGeom>
              <a:avLst/>
              <a:gdLst/>
              <a:ahLst/>
              <a:cxnLst/>
              <a:rect l="l" t="t" r="r" b="b"/>
              <a:pathLst>
                <a:path w="194" h="193" extrusionOk="0">
                  <a:moveTo>
                    <a:pt x="73" y="0"/>
                  </a:moveTo>
                  <a:lnTo>
                    <a:pt x="49" y="24"/>
                  </a:lnTo>
                  <a:lnTo>
                    <a:pt x="0" y="48"/>
                  </a:lnTo>
                  <a:lnTo>
                    <a:pt x="0" y="72"/>
                  </a:lnTo>
                  <a:lnTo>
                    <a:pt x="0" y="120"/>
                  </a:lnTo>
                  <a:lnTo>
                    <a:pt x="0" y="145"/>
                  </a:lnTo>
                  <a:lnTo>
                    <a:pt x="25" y="169"/>
                  </a:lnTo>
                  <a:lnTo>
                    <a:pt x="73" y="193"/>
                  </a:lnTo>
                  <a:lnTo>
                    <a:pt x="145" y="193"/>
                  </a:lnTo>
                  <a:lnTo>
                    <a:pt x="169" y="169"/>
                  </a:lnTo>
                  <a:lnTo>
                    <a:pt x="169" y="120"/>
                  </a:lnTo>
                  <a:lnTo>
                    <a:pt x="193" y="96"/>
                  </a:lnTo>
                  <a:lnTo>
                    <a:pt x="169" y="48"/>
                  </a:lnTo>
                  <a:lnTo>
                    <a:pt x="145" y="24"/>
                  </a:lnTo>
                  <a:lnTo>
                    <a:pt x="12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5" name="Google Shape;13795;p41"/>
            <p:cNvSpPr/>
            <p:nvPr/>
          </p:nvSpPr>
          <p:spPr>
            <a:xfrm>
              <a:off x="5311550" y="3511650"/>
              <a:ext cx="4850" cy="4850"/>
            </a:xfrm>
            <a:custGeom>
              <a:avLst/>
              <a:gdLst/>
              <a:ahLst/>
              <a:cxnLst/>
              <a:rect l="l" t="t" r="r" b="b"/>
              <a:pathLst>
                <a:path w="194" h="194" extrusionOk="0">
                  <a:moveTo>
                    <a:pt x="49" y="1"/>
                  </a:moveTo>
                  <a:lnTo>
                    <a:pt x="25" y="25"/>
                  </a:lnTo>
                  <a:lnTo>
                    <a:pt x="1" y="73"/>
                  </a:lnTo>
                  <a:lnTo>
                    <a:pt x="1" y="97"/>
                  </a:lnTo>
                  <a:lnTo>
                    <a:pt x="1" y="145"/>
                  </a:lnTo>
                  <a:lnTo>
                    <a:pt x="25" y="170"/>
                  </a:lnTo>
                  <a:lnTo>
                    <a:pt x="73" y="170"/>
                  </a:lnTo>
                  <a:lnTo>
                    <a:pt x="97" y="194"/>
                  </a:lnTo>
                  <a:lnTo>
                    <a:pt x="145" y="170"/>
                  </a:lnTo>
                  <a:lnTo>
                    <a:pt x="169" y="145"/>
                  </a:lnTo>
                  <a:lnTo>
                    <a:pt x="193" y="121"/>
                  </a:lnTo>
                  <a:lnTo>
                    <a:pt x="193" y="73"/>
                  </a:lnTo>
                  <a:lnTo>
                    <a:pt x="169" y="49"/>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6" name="Google Shape;13796;p41"/>
            <p:cNvSpPr/>
            <p:nvPr/>
          </p:nvSpPr>
          <p:spPr>
            <a:xfrm>
              <a:off x="5297125" y="3518875"/>
              <a:ext cx="4825" cy="4850"/>
            </a:xfrm>
            <a:custGeom>
              <a:avLst/>
              <a:gdLst/>
              <a:ahLst/>
              <a:cxnLst/>
              <a:rect l="l" t="t" r="r" b="b"/>
              <a:pathLst>
                <a:path w="193" h="194" extrusionOk="0">
                  <a:moveTo>
                    <a:pt x="48" y="1"/>
                  </a:moveTo>
                  <a:lnTo>
                    <a:pt x="24" y="25"/>
                  </a:lnTo>
                  <a:lnTo>
                    <a:pt x="0" y="73"/>
                  </a:lnTo>
                  <a:lnTo>
                    <a:pt x="0" y="97"/>
                  </a:lnTo>
                  <a:lnTo>
                    <a:pt x="0" y="145"/>
                  </a:lnTo>
                  <a:lnTo>
                    <a:pt x="24" y="169"/>
                  </a:lnTo>
                  <a:lnTo>
                    <a:pt x="72" y="169"/>
                  </a:lnTo>
                  <a:lnTo>
                    <a:pt x="96" y="193"/>
                  </a:lnTo>
                  <a:lnTo>
                    <a:pt x="145" y="169"/>
                  </a:lnTo>
                  <a:lnTo>
                    <a:pt x="169" y="145"/>
                  </a:lnTo>
                  <a:lnTo>
                    <a:pt x="193" y="121"/>
                  </a:lnTo>
                  <a:lnTo>
                    <a:pt x="193" y="73"/>
                  </a:lnTo>
                  <a:lnTo>
                    <a:pt x="169" y="49"/>
                  </a:lnTo>
                  <a:lnTo>
                    <a:pt x="145"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7" name="Google Shape;13797;p41"/>
            <p:cNvSpPr/>
            <p:nvPr/>
          </p:nvSpPr>
          <p:spPr>
            <a:xfrm>
              <a:off x="5301325" y="3527300"/>
              <a:ext cx="4850" cy="4850"/>
            </a:xfrm>
            <a:custGeom>
              <a:avLst/>
              <a:gdLst/>
              <a:ahLst/>
              <a:cxnLst/>
              <a:rect l="l" t="t" r="r" b="b"/>
              <a:pathLst>
                <a:path w="194" h="194" extrusionOk="0">
                  <a:moveTo>
                    <a:pt x="73" y="1"/>
                  </a:moveTo>
                  <a:lnTo>
                    <a:pt x="49" y="25"/>
                  </a:lnTo>
                  <a:lnTo>
                    <a:pt x="25" y="49"/>
                  </a:lnTo>
                  <a:lnTo>
                    <a:pt x="1" y="73"/>
                  </a:lnTo>
                  <a:lnTo>
                    <a:pt x="1" y="121"/>
                  </a:lnTo>
                  <a:lnTo>
                    <a:pt x="25" y="145"/>
                  </a:lnTo>
                  <a:lnTo>
                    <a:pt x="49" y="169"/>
                  </a:lnTo>
                  <a:lnTo>
                    <a:pt x="73" y="193"/>
                  </a:lnTo>
                  <a:lnTo>
                    <a:pt x="121" y="193"/>
                  </a:lnTo>
                  <a:lnTo>
                    <a:pt x="145" y="169"/>
                  </a:lnTo>
                  <a:lnTo>
                    <a:pt x="169" y="145"/>
                  </a:lnTo>
                  <a:lnTo>
                    <a:pt x="193" y="121"/>
                  </a:lnTo>
                  <a:lnTo>
                    <a:pt x="193" y="73"/>
                  </a:lnTo>
                  <a:lnTo>
                    <a:pt x="169" y="49"/>
                  </a:lnTo>
                  <a:lnTo>
                    <a:pt x="145" y="25"/>
                  </a:lnTo>
                  <a:lnTo>
                    <a:pt x="121"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8" name="Google Shape;13798;p41"/>
            <p:cNvSpPr/>
            <p:nvPr/>
          </p:nvSpPr>
          <p:spPr>
            <a:xfrm>
              <a:off x="5288700" y="3521300"/>
              <a:ext cx="4825" cy="4825"/>
            </a:xfrm>
            <a:custGeom>
              <a:avLst/>
              <a:gdLst/>
              <a:ahLst/>
              <a:cxnLst/>
              <a:rect l="l" t="t" r="r" b="b"/>
              <a:pathLst>
                <a:path w="193" h="193" extrusionOk="0">
                  <a:moveTo>
                    <a:pt x="96" y="0"/>
                  </a:moveTo>
                  <a:lnTo>
                    <a:pt x="48" y="24"/>
                  </a:lnTo>
                  <a:lnTo>
                    <a:pt x="24" y="48"/>
                  </a:lnTo>
                  <a:lnTo>
                    <a:pt x="0" y="72"/>
                  </a:lnTo>
                  <a:lnTo>
                    <a:pt x="0" y="121"/>
                  </a:lnTo>
                  <a:lnTo>
                    <a:pt x="24" y="145"/>
                  </a:lnTo>
                  <a:lnTo>
                    <a:pt x="48" y="193"/>
                  </a:lnTo>
                  <a:lnTo>
                    <a:pt x="145" y="193"/>
                  </a:lnTo>
                  <a:lnTo>
                    <a:pt x="169" y="169"/>
                  </a:lnTo>
                  <a:lnTo>
                    <a:pt x="193" y="121"/>
                  </a:lnTo>
                  <a:lnTo>
                    <a:pt x="193" y="96"/>
                  </a:lnTo>
                  <a:lnTo>
                    <a:pt x="193" y="48"/>
                  </a:lnTo>
                  <a:lnTo>
                    <a:pt x="169" y="24"/>
                  </a:lnTo>
                  <a:lnTo>
                    <a:pt x="120" y="24"/>
                  </a:lnTo>
                  <a:lnTo>
                    <a:pt x="96"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9" name="Google Shape;13799;p41"/>
            <p:cNvSpPr/>
            <p:nvPr/>
          </p:nvSpPr>
          <p:spPr>
            <a:xfrm>
              <a:off x="5276650" y="3521300"/>
              <a:ext cx="4850" cy="4825"/>
            </a:xfrm>
            <a:custGeom>
              <a:avLst/>
              <a:gdLst/>
              <a:ahLst/>
              <a:cxnLst/>
              <a:rect l="l" t="t" r="r" b="b"/>
              <a:pathLst>
                <a:path w="194" h="193" extrusionOk="0">
                  <a:moveTo>
                    <a:pt x="97" y="0"/>
                  </a:moveTo>
                  <a:lnTo>
                    <a:pt x="49" y="24"/>
                  </a:lnTo>
                  <a:lnTo>
                    <a:pt x="25" y="48"/>
                  </a:lnTo>
                  <a:lnTo>
                    <a:pt x="1" y="72"/>
                  </a:lnTo>
                  <a:lnTo>
                    <a:pt x="1" y="121"/>
                  </a:lnTo>
                  <a:lnTo>
                    <a:pt x="25" y="145"/>
                  </a:lnTo>
                  <a:lnTo>
                    <a:pt x="49" y="193"/>
                  </a:lnTo>
                  <a:lnTo>
                    <a:pt x="145" y="193"/>
                  </a:lnTo>
                  <a:lnTo>
                    <a:pt x="169" y="169"/>
                  </a:lnTo>
                  <a:lnTo>
                    <a:pt x="193" y="121"/>
                  </a:lnTo>
                  <a:lnTo>
                    <a:pt x="193" y="96"/>
                  </a:lnTo>
                  <a:lnTo>
                    <a:pt x="193" y="48"/>
                  </a:lnTo>
                  <a:lnTo>
                    <a:pt x="169" y="24"/>
                  </a:lnTo>
                  <a:lnTo>
                    <a:pt x="121" y="24"/>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0" name="Google Shape;13800;p41"/>
            <p:cNvSpPr/>
            <p:nvPr/>
          </p:nvSpPr>
          <p:spPr>
            <a:xfrm>
              <a:off x="5291100" y="3558600"/>
              <a:ext cx="3625" cy="3050"/>
            </a:xfrm>
            <a:custGeom>
              <a:avLst/>
              <a:gdLst/>
              <a:ahLst/>
              <a:cxnLst/>
              <a:rect l="l" t="t" r="r" b="b"/>
              <a:pathLst>
                <a:path w="145" h="122" extrusionOk="0">
                  <a:moveTo>
                    <a:pt x="73" y="1"/>
                  </a:moveTo>
                  <a:lnTo>
                    <a:pt x="24" y="25"/>
                  </a:lnTo>
                  <a:lnTo>
                    <a:pt x="0" y="73"/>
                  </a:lnTo>
                  <a:lnTo>
                    <a:pt x="24" y="97"/>
                  </a:lnTo>
                  <a:lnTo>
                    <a:pt x="73" y="121"/>
                  </a:lnTo>
                  <a:lnTo>
                    <a:pt x="121" y="97"/>
                  </a:lnTo>
                  <a:lnTo>
                    <a:pt x="145" y="49"/>
                  </a:lnTo>
                  <a:lnTo>
                    <a:pt x="9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1" name="Google Shape;13801;p41"/>
            <p:cNvSpPr/>
            <p:nvPr/>
          </p:nvSpPr>
          <p:spPr>
            <a:xfrm>
              <a:off x="5284475" y="3559200"/>
              <a:ext cx="3650" cy="3050"/>
            </a:xfrm>
            <a:custGeom>
              <a:avLst/>
              <a:gdLst/>
              <a:ahLst/>
              <a:cxnLst/>
              <a:rect l="l" t="t" r="r" b="b"/>
              <a:pathLst>
                <a:path w="146" h="122" extrusionOk="0">
                  <a:moveTo>
                    <a:pt x="73" y="1"/>
                  </a:moveTo>
                  <a:lnTo>
                    <a:pt x="25" y="25"/>
                  </a:lnTo>
                  <a:lnTo>
                    <a:pt x="1" y="73"/>
                  </a:lnTo>
                  <a:lnTo>
                    <a:pt x="25" y="121"/>
                  </a:lnTo>
                  <a:lnTo>
                    <a:pt x="73" y="121"/>
                  </a:lnTo>
                  <a:lnTo>
                    <a:pt x="121" y="97"/>
                  </a:lnTo>
                  <a:lnTo>
                    <a:pt x="145" y="49"/>
                  </a:lnTo>
                  <a:lnTo>
                    <a:pt x="121" y="25"/>
                  </a:lnTo>
                  <a:lnTo>
                    <a:pt x="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2" name="Google Shape;13802;p41"/>
            <p:cNvSpPr/>
            <p:nvPr/>
          </p:nvSpPr>
          <p:spPr>
            <a:xfrm>
              <a:off x="5279050" y="3561000"/>
              <a:ext cx="3650" cy="3650"/>
            </a:xfrm>
            <a:custGeom>
              <a:avLst/>
              <a:gdLst/>
              <a:ahLst/>
              <a:cxnLst/>
              <a:rect l="l" t="t" r="r" b="b"/>
              <a:pathLst>
                <a:path w="146" h="146" extrusionOk="0">
                  <a:moveTo>
                    <a:pt x="73" y="1"/>
                  </a:moveTo>
                  <a:lnTo>
                    <a:pt x="25" y="25"/>
                  </a:lnTo>
                  <a:lnTo>
                    <a:pt x="1" y="73"/>
                  </a:lnTo>
                  <a:lnTo>
                    <a:pt x="25" y="121"/>
                  </a:lnTo>
                  <a:lnTo>
                    <a:pt x="73" y="145"/>
                  </a:lnTo>
                  <a:lnTo>
                    <a:pt x="121" y="121"/>
                  </a:lnTo>
                  <a:lnTo>
                    <a:pt x="145" y="73"/>
                  </a:lnTo>
                  <a:lnTo>
                    <a:pt x="121" y="25"/>
                  </a:lnTo>
                  <a:lnTo>
                    <a:pt x="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3" name="Google Shape;13803;p41"/>
            <p:cNvSpPr/>
            <p:nvPr/>
          </p:nvSpPr>
          <p:spPr>
            <a:xfrm>
              <a:off x="5296525" y="3564625"/>
              <a:ext cx="3025" cy="3025"/>
            </a:xfrm>
            <a:custGeom>
              <a:avLst/>
              <a:gdLst/>
              <a:ahLst/>
              <a:cxnLst/>
              <a:rect l="l" t="t" r="r" b="b"/>
              <a:pathLst>
                <a:path w="121" h="121" extrusionOk="0">
                  <a:moveTo>
                    <a:pt x="48" y="0"/>
                  </a:moveTo>
                  <a:lnTo>
                    <a:pt x="24" y="25"/>
                  </a:lnTo>
                  <a:lnTo>
                    <a:pt x="0" y="73"/>
                  </a:lnTo>
                  <a:lnTo>
                    <a:pt x="24" y="97"/>
                  </a:lnTo>
                  <a:lnTo>
                    <a:pt x="72" y="121"/>
                  </a:lnTo>
                  <a:lnTo>
                    <a:pt x="120" y="97"/>
                  </a:lnTo>
                  <a:lnTo>
                    <a:pt x="120" y="49"/>
                  </a:lnTo>
                  <a:lnTo>
                    <a:pt x="96"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4" name="Google Shape;13804;p41"/>
            <p:cNvSpPr/>
            <p:nvPr/>
          </p:nvSpPr>
          <p:spPr>
            <a:xfrm>
              <a:off x="5299525" y="3572450"/>
              <a:ext cx="3625" cy="3025"/>
            </a:xfrm>
            <a:custGeom>
              <a:avLst/>
              <a:gdLst/>
              <a:ahLst/>
              <a:cxnLst/>
              <a:rect l="l" t="t" r="r" b="b"/>
              <a:pathLst>
                <a:path w="145" h="121" extrusionOk="0">
                  <a:moveTo>
                    <a:pt x="73" y="0"/>
                  </a:moveTo>
                  <a:lnTo>
                    <a:pt x="24" y="24"/>
                  </a:lnTo>
                  <a:lnTo>
                    <a:pt x="0" y="73"/>
                  </a:lnTo>
                  <a:lnTo>
                    <a:pt x="24" y="121"/>
                  </a:lnTo>
                  <a:lnTo>
                    <a:pt x="73" y="121"/>
                  </a:lnTo>
                  <a:lnTo>
                    <a:pt x="121" y="97"/>
                  </a:lnTo>
                  <a:lnTo>
                    <a:pt x="145" y="49"/>
                  </a:lnTo>
                  <a:lnTo>
                    <a:pt x="121" y="24"/>
                  </a:lnTo>
                  <a:lnTo>
                    <a:pt x="7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5" name="Google Shape;13805;p41"/>
            <p:cNvSpPr/>
            <p:nvPr/>
          </p:nvSpPr>
          <p:spPr>
            <a:xfrm>
              <a:off x="5285075" y="3574250"/>
              <a:ext cx="3050" cy="3025"/>
            </a:xfrm>
            <a:custGeom>
              <a:avLst/>
              <a:gdLst/>
              <a:ahLst/>
              <a:cxnLst/>
              <a:rect l="l" t="t" r="r" b="b"/>
              <a:pathLst>
                <a:path w="122" h="121" extrusionOk="0">
                  <a:moveTo>
                    <a:pt x="49" y="1"/>
                  </a:moveTo>
                  <a:lnTo>
                    <a:pt x="1" y="25"/>
                  </a:lnTo>
                  <a:lnTo>
                    <a:pt x="1" y="73"/>
                  </a:lnTo>
                  <a:lnTo>
                    <a:pt x="25" y="97"/>
                  </a:lnTo>
                  <a:lnTo>
                    <a:pt x="73" y="121"/>
                  </a:lnTo>
                  <a:lnTo>
                    <a:pt x="121" y="97"/>
                  </a:lnTo>
                  <a:lnTo>
                    <a:pt x="121" y="49"/>
                  </a:lnTo>
                  <a:lnTo>
                    <a:pt x="9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6" name="Google Shape;13806;p41"/>
            <p:cNvSpPr/>
            <p:nvPr/>
          </p:nvSpPr>
          <p:spPr>
            <a:xfrm>
              <a:off x="5279050" y="3577250"/>
              <a:ext cx="3650" cy="3050"/>
            </a:xfrm>
            <a:custGeom>
              <a:avLst/>
              <a:gdLst/>
              <a:ahLst/>
              <a:cxnLst/>
              <a:rect l="l" t="t" r="r" b="b"/>
              <a:pathLst>
                <a:path w="146" h="122" extrusionOk="0">
                  <a:moveTo>
                    <a:pt x="73" y="1"/>
                  </a:moveTo>
                  <a:lnTo>
                    <a:pt x="25" y="25"/>
                  </a:lnTo>
                  <a:lnTo>
                    <a:pt x="1" y="73"/>
                  </a:lnTo>
                  <a:lnTo>
                    <a:pt x="25" y="121"/>
                  </a:lnTo>
                  <a:lnTo>
                    <a:pt x="73" y="121"/>
                  </a:lnTo>
                  <a:lnTo>
                    <a:pt x="121" y="97"/>
                  </a:lnTo>
                  <a:lnTo>
                    <a:pt x="145" y="49"/>
                  </a:lnTo>
                  <a:lnTo>
                    <a:pt x="121" y="25"/>
                  </a:lnTo>
                  <a:lnTo>
                    <a:pt x="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7" name="Google Shape;13807;p41"/>
            <p:cNvSpPr/>
            <p:nvPr/>
          </p:nvSpPr>
          <p:spPr>
            <a:xfrm>
              <a:off x="5297125" y="3558000"/>
              <a:ext cx="3025" cy="3025"/>
            </a:xfrm>
            <a:custGeom>
              <a:avLst/>
              <a:gdLst/>
              <a:ahLst/>
              <a:cxnLst/>
              <a:rect l="l" t="t" r="r" b="b"/>
              <a:pathLst>
                <a:path w="121" h="121" extrusionOk="0">
                  <a:moveTo>
                    <a:pt x="48" y="1"/>
                  </a:moveTo>
                  <a:lnTo>
                    <a:pt x="0" y="25"/>
                  </a:lnTo>
                  <a:lnTo>
                    <a:pt x="0" y="73"/>
                  </a:lnTo>
                  <a:lnTo>
                    <a:pt x="24" y="121"/>
                  </a:lnTo>
                  <a:lnTo>
                    <a:pt x="72" y="121"/>
                  </a:lnTo>
                  <a:lnTo>
                    <a:pt x="120" y="97"/>
                  </a:lnTo>
                  <a:lnTo>
                    <a:pt x="120" y="73"/>
                  </a:lnTo>
                  <a:lnTo>
                    <a:pt x="96" y="25"/>
                  </a:lnTo>
                  <a:lnTo>
                    <a:pt x="48"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8" name="Google Shape;13808;p41"/>
            <p:cNvSpPr/>
            <p:nvPr/>
          </p:nvSpPr>
          <p:spPr>
            <a:xfrm>
              <a:off x="5289900" y="3565225"/>
              <a:ext cx="3025" cy="3025"/>
            </a:xfrm>
            <a:custGeom>
              <a:avLst/>
              <a:gdLst/>
              <a:ahLst/>
              <a:cxnLst/>
              <a:rect l="l" t="t" r="r" b="b"/>
              <a:pathLst>
                <a:path w="121" h="121" extrusionOk="0">
                  <a:moveTo>
                    <a:pt x="48" y="1"/>
                  </a:moveTo>
                  <a:lnTo>
                    <a:pt x="24" y="25"/>
                  </a:lnTo>
                  <a:lnTo>
                    <a:pt x="0" y="73"/>
                  </a:lnTo>
                  <a:lnTo>
                    <a:pt x="24" y="121"/>
                  </a:lnTo>
                  <a:lnTo>
                    <a:pt x="72" y="121"/>
                  </a:lnTo>
                  <a:lnTo>
                    <a:pt x="121" y="97"/>
                  </a:lnTo>
                  <a:lnTo>
                    <a:pt x="121" y="49"/>
                  </a:lnTo>
                  <a:lnTo>
                    <a:pt x="97" y="25"/>
                  </a:lnTo>
                  <a:lnTo>
                    <a:pt x="48"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9" name="Google Shape;13809;p41"/>
            <p:cNvSpPr/>
            <p:nvPr/>
          </p:nvSpPr>
          <p:spPr>
            <a:xfrm>
              <a:off x="5292900" y="3571250"/>
              <a:ext cx="3025" cy="3025"/>
            </a:xfrm>
            <a:custGeom>
              <a:avLst/>
              <a:gdLst/>
              <a:ahLst/>
              <a:cxnLst/>
              <a:rect l="l" t="t" r="r" b="b"/>
              <a:pathLst>
                <a:path w="121" h="121" extrusionOk="0">
                  <a:moveTo>
                    <a:pt x="49" y="0"/>
                  </a:moveTo>
                  <a:lnTo>
                    <a:pt x="1" y="24"/>
                  </a:lnTo>
                  <a:lnTo>
                    <a:pt x="1" y="72"/>
                  </a:lnTo>
                  <a:lnTo>
                    <a:pt x="25" y="97"/>
                  </a:lnTo>
                  <a:lnTo>
                    <a:pt x="73" y="121"/>
                  </a:lnTo>
                  <a:lnTo>
                    <a:pt x="121" y="97"/>
                  </a:lnTo>
                  <a:lnTo>
                    <a:pt x="121" y="48"/>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0" name="Google Shape;13810;p41"/>
            <p:cNvSpPr/>
            <p:nvPr/>
          </p:nvSpPr>
          <p:spPr>
            <a:xfrm>
              <a:off x="5284475" y="3567025"/>
              <a:ext cx="3650" cy="3050"/>
            </a:xfrm>
            <a:custGeom>
              <a:avLst/>
              <a:gdLst/>
              <a:ahLst/>
              <a:cxnLst/>
              <a:rect l="l" t="t" r="r" b="b"/>
              <a:pathLst>
                <a:path w="146" h="122" extrusionOk="0">
                  <a:moveTo>
                    <a:pt x="73" y="1"/>
                  </a:moveTo>
                  <a:lnTo>
                    <a:pt x="25" y="25"/>
                  </a:lnTo>
                  <a:lnTo>
                    <a:pt x="1" y="73"/>
                  </a:lnTo>
                  <a:lnTo>
                    <a:pt x="25" y="121"/>
                  </a:lnTo>
                  <a:lnTo>
                    <a:pt x="73" y="121"/>
                  </a:lnTo>
                  <a:lnTo>
                    <a:pt x="121" y="97"/>
                  </a:lnTo>
                  <a:lnTo>
                    <a:pt x="145" y="73"/>
                  </a:lnTo>
                  <a:lnTo>
                    <a:pt x="121" y="25"/>
                  </a:lnTo>
                  <a:lnTo>
                    <a:pt x="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1" name="Google Shape;13811;p41"/>
            <p:cNvSpPr/>
            <p:nvPr/>
          </p:nvSpPr>
          <p:spPr>
            <a:xfrm>
              <a:off x="5276650" y="3567025"/>
              <a:ext cx="3025" cy="3050"/>
            </a:xfrm>
            <a:custGeom>
              <a:avLst/>
              <a:gdLst/>
              <a:ahLst/>
              <a:cxnLst/>
              <a:rect l="l" t="t" r="r" b="b"/>
              <a:pathLst>
                <a:path w="121" h="122" extrusionOk="0">
                  <a:moveTo>
                    <a:pt x="49" y="1"/>
                  </a:moveTo>
                  <a:lnTo>
                    <a:pt x="25" y="25"/>
                  </a:lnTo>
                  <a:lnTo>
                    <a:pt x="1" y="73"/>
                  </a:lnTo>
                  <a:lnTo>
                    <a:pt x="25" y="121"/>
                  </a:lnTo>
                  <a:lnTo>
                    <a:pt x="73" y="121"/>
                  </a:lnTo>
                  <a:lnTo>
                    <a:pt x="121" y="97"/>
                  </a:lnTo>
                  <a:lnTo>
                    <a:pt x="121" y="49"/>
                  </a:lnTo>
                  <a:lnTo>
                    <a:pt x="97" y="25"/>
                  </a:lnTo>
                  <a:lnTo>
                    <a:pt x="4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2" name="Google Shape;13812;p41"/>
            <p:cNvSpPr/>
            <p:nvPr/>
          </p:nvSpPr>
          <p:spPr>
            <a:xfrm>
              <a:off x="5322400" y="3548975"/>
              <a:ext cx="3025" cy="3025"/>
            </a:xfrm>
            <a:custGeom>
              <a:avLst/>
              <a:gdLst/>
              <a:ahLst/>
              <a:cxnLst/>
              <a:rect l="l" t="t" r="r" b="b"/>
              <a:pathLst>
                <a:path w="121" h="121" extrusionOk="0">
                  <a:moveTo>
                    <a:pt x="48" y="1"/>
                  </a:moveTo>
                  <a:lnTo>
                    <a:pt x="24" y="25"/>
                  </a:lnTo>
                  <a:lnTo>
                    <a:pt x="0" y="73"/>
                  </a:lnTo>
                  <a:lnTo>
                    <a:pt x="24" y="121"/>
                  </a:lnTo>
                  <a:lnTo>
                    <a:pt x="72" y="121"/>
                  </a:lnTo>
                  <a:lnTo>
                    <a:pt x="121" y="97"/>
                  </a:lnTo>
                  <a:lnTo>
                    <a:pt x="121" y="49"/>
                  </a:lnTo>
                  <a:lnTo>
                    <a:pt x="96" y="25"/>
                  </a:lnTo>
                  <a:lnTo>
                    <a:pt x="48"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3" name="Google Shape;13813;p41"/>
            <p:cNvSpPr/>
            <p:nvPr/>
          </p:nvSpPr>
          <p:spPr>
            <a:xfrm>
              <a:off x="5315775" y="3550175"/>
              <a:ext cx="3025" cy="3050"/>
            </a:xfrm>
            <a:custGeom>
              <a:avLst/>
              <a:gdLst/>
              <a:ahLst/>
              <a:cxnLst/>
              <a:rect l="l" t="t" r="r" b="b"/>
              <a:pathLst>
                <a:path w="121" h="122" extrusionOk="0">
                  <a:moveTo>
                    <a:pt x="73" y="1"/>
                  </a:moveTo>
                  <a:lnTo>
                    <a:pt x="24" y="25"/>
                  </a:lnTo>
                  <a:lnTo>
                    <a:pt x="0" y="73"/>
                  </a:lnTo>
                  <a:lnTo>
                    <a:pt x="24" y="97"/>
                  </a:lnTo>
                  <a:lnTo>
                    <a:pt x="73" y="121"/>
                  </a:lnTo>
                  <a:lnTo>
                    <a:pt x="121" y="97"/>
                  </a:lnTo>
                  <a:lnTo>
                    <a:pt x="121" y="49"/>
                  </a:lnTo>
                  <a:lnTo>
                    <a:pt x="9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4" name="Google Shape;13814;p41"/>
            <p:cNvSpPr/>
            <p:nvPr/>
          </p:nvSpPr>
          <p:spPr>
            <a:xfrm>
              <a:off x="5311550" y="3548975"/>
              <a:ext cx="3050" cy="3025"/>
            </a:xfrm>
            <a:custGeom>
              <a:avLst/>
              <a:gdLst/>
              <a:ahLst/>
              <a:cxnLst/>
              <a:rect l="l" t="t" r="r" b="b"/>
              <a:pathLst>
                <a:path w="122" h="121" extrusionOk="0">
                  <a:moveTo>
                    <a:pt x="49" y="1"/>
                  </a:moveTo>
                  <a:lnTo>
                    <a:pt x="1" y="25"/>
                  </a:lnTo>
                  <a:lnTo>
                    <a:pt x="1" y="73"/>
                  </a:lnTo>
                  <a:lnTo>
                    <a:pt x="25" y="121"/>
                  </a:lnTo>
                  <a:lnTo>
                    <a:pt x="73" y="121"/>
                  </a:lnTo>
                  <a:lnTo>
                    <a:pt x="121" y="97"/>
                  </a:lnTo>
                  <a:lnTo>
                    <a:pt x="121" y="49"/>
                  </a:lnTo>
                  <a:lnTo>
                    <a:pt x="97" y="25"/>
                  </a:lnTo>
                  <a:lnTo>
                    <a:pt x="4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5" name="Google Shape;13815;p41"/>
            <p:cNvSpPr/>
            <p:nvPr/>
          </p:nvSpPr>
          <p:spPr>
            <a:xfrm>
              <a:off x="5327800" y="3555000"/>
              <a:ext cx="3050" cy="3025"/>
            </a:xfrm>
            <a:custGeom>
              <a:avLst/>
              <a:gdLst/>
              <a:ahLst/>
              <a:cxnLst/>
              <a:rect l="l" t="t" r="r" b="b"/>
              <a:pathLst>
                <a:path w="122" h="121" extrusionOk="0">
                  <a:moveTo>
                    <a:pt x="49" y="0"/>
                  </a:moveTo>
                  <a:lnTo>
                    <a:pt x="25" y="24"/>
                  </a:lnTo>
                  <a:lnTo>
                    <a:pt x="1" y="72"/>
                  </a:lnTo>
                  <a:lnTo>
                    <a:pt x="25" y="121"/>
                  </a:lnTo>
                  <a:lnTo>
                    <a:pt x="73" y="121"/>
                  </a:lnTo>
                  <a:lnTo>
                    <a:pt x="121" y="97"/>
                  </a:lnTo>
                  <a:lnTo>
                    <a:pt x="121" y="48"/>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6" name="Google Shape;13816;p41"/>
            <p:cNvSpPr/>
            <p:nvPr/>
          </p:nvSpPr>
          <p:spPr>
            <a:xfrm>
              <a:off x="5333825" y="3554400"/>
              <a:ext cx="3025" cy="3025"/>
            </a:xfrm>
            <a:custGeom>
              <a:avLst/>
              <a:gdLst/>
              <a:ahLst/>
              <a:cxnLst/>
              <a:rect l="l" t="t" r="r" b="b"/>
              <a:pathLst>
                <a:path w="121" h="121" extrusionOk="0">
                  <a:moveTo>
                    <a:pt x="49" y="0"/>
                  </a:moveTo>
                  <a:lnTo>
                    <a:pt x="1" y="24"/>
                  </a:lnTo>
                  <a:lnTo>
                    <a:pt x="1" y="72"/>
                  </a:lnTo>
                  <a:lnTo>
                    <a:pt x="25" y="121"/>
                  </a:lnTo>
                  <a:lnTo>
                    <a:pt x="73" y="121"/>
                  </a:lnTo>
                  <a:lnTo>
                    <a:pt x="121" y="96"/>
                  </a:lnTo>
                  <a:lnTo>
                    <a:pt x="121" y="48"/>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7" name="Google Shape;13817;p41"/>
            <p:cNvSpPr/>
            <p:nvPr/>
          </p:nvSpPr>
          <p:spPr>
            <a:xfrm>
              <a:off x="5319375" y="3561625"/>
              <a:ext cx="3050" cy="3025"/>
            </a:xfrm>
            <a:custGeom>
              <a:avLst/>
              <a:gdLst/>
              <a:ahLst/>
              <a:cxnLst/>
              <a:rect l="l" t="t" r="r" b="b"/>
              <a:pathLst>
                <a:path w="122" h="121" extrusionOk="0">
                  <a:moveTo>
                    <a:pt x="49" y="0"/>
                  </a:moveTo>
                  <a:lnTo>
                    <a:pt x="1" y="24"/>
                  </a:lnTo>
                  <a:lnTo>
                    <a:pt x="1" y="72"/>
                  </a:lnTo>
                  <a:lnTo>
                    <a:pt x="25" y="120"/>
                  </a:lnTo>
                  <a:lnTo>
                    <a:pt x="49" y="120"/>
                  </a:lnTo>
                  <a:lnTo>
                    <a:pt x="97" y="96"/>
                  </a:lnTo>
                  <a:lnTo>
                    <a:pt x="121" y="48"/>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8" name="Google Shape;13818;p41"/>
            <p:cNvSpPr/>
            <p:nvPr/>
          </p:nvSpPr>
          <p:spPr>
            <a:xfrm>
              <a:off x="5313975" y="3562225"/>
              <a:ext cx="3025" cy="3025"/>
            </a:xfrm>
            <a:custGeom>
              <a:avLst/>
              <a:gdLst/>
              <a:ahLst/>
              <a:cxnLst/>
              <a:rect l="l" t="t" r="r" b="b"/>
              <a:pathLst>
                <a:path w="121" h="121" extrusionOk="0">
                  <a:moveTo>
                    <a:pt x="48" y="0"/>
                  </a:moveTo>
                  <a:lnTo>
                    <a:pt x="0" y="24"/>
                  </a:lnTo>
                  <a:lnTo>
                    <a:pt x="0" y="72"/>
                  </a:lnTo>
                  <a:lnTo>
                    <a:pt x="24" y="121"/>
                  </a:lnTo>
                  <a:lnTo>
                    <a:pt x="72" y="121"/>
                  </a:lnTo>
                  <a:lnTo>
                    <a:pt x="96" y="96"/>
                  </a:lnTo>
                  <a:lnTo>
                    <a:pt x="121" y="48"/>
                  </a:lnTo>
                  <a:lnTo>
                    <a:pt x="96"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9" name="Google Shape;13819;p41"/>
            <p:cNvSpPr/>
            <p:nvPr/>
          </p:nvSpPr>
          <p:spPr>
            <a:xfrm>
              <a:off x="5328400" y="3548975"/>
              <a:ext cx="3050" cy="3025"/>
            </a:xfrm>
            <a:custGeom>
              <a:avLst/>
              <a:gdLst/>
              <a:ahLst/>
              <a:cxnLst/>
              <a:rect l="l" t="t" r="r" b="b"/>
              <a:pathLst>
                <a:path w="122" h="121" extrusionOk="0">
                  <a:moveTo>
                    <a:pt x="49" y="1"/>
                  </a:moveTo>
                  <a:lnTo>
                    <a:pt x="1" y="25"/>
                  </a:lnTo>
                  <a:lnTo>
                    <a:pt x="1" y="73"/>
                  </a:lnTo>
                  <a:lnTo>
                    <a:pt x="25" y="97"/>
                  </a:lnTo>
                  <a:lnTo>
                    <a:pt x="73" y="121"/>
                  </a:lnTo>
                  <a:lnTo>
                    <a:pt x="121" y="97"/>
                  </a:lnTo>
                  <a:lnTo>
                    <a:pt x="121" y="49"/>
                  </a:lnTo>
                  <a:lnTo>
                    <a:pt x="97"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0" name="Google Shape;13820;p41"/>
            <p:cNvSpPr/>
            <p:nvPr/>
          </p:nvSpPr>
          <p:spPr>
            <a:xfrm>
              <a:off x="5321200" y="3556200"/>
              <a:ext cx="3025" cy="3025"/>
            </a:xfrm>
            <a:custGeom>
              <a:avLst/>
              <a:gdLst/>
              <a:ahLst/>
              <a:cxnLst/>
              <a:rect l="l" t="t" r="r" b="b"/>
              <a:pathLst>
                <a:path w="121" h="121" extrusionOk="0">
                  <a:moveTo>
                    <a:pt x="48" y="0"/>
                  </a:moveTo>
                  <a:lnTo>
                    <a:pt x="24" y="24"/>
                  </a:lnTo>
                  <a:lnTo>
                    <a:pt x="0" y="49"/>
                  </a:lnTo>
                  <a:lnTo>
                    <a:pt x="24" y="97"/>
                  </a:lnTo>
                  <a:lnTo>
                    <a:pt x="72" y="121"/>
                  </a:lnTo>
                  <a:lnTo>
                    <a:pt x="120" y="97"/>
                  </a:lnTo>
                  <a:lnTo>
                    <a:pt x="120" y="49"/>
                  </a:lnTo>
                  <a:lnTo>
                    <a:pt x="96"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1" name="Google Shape;13821;p41"/>
            <p:cNvSpPr/>
            <p:nvPr/>
          </p:nvSpPr>
          <p:spPr>
            <a:xfrm>
              <a:off x="5324200" y="3561625"/>
              <a:ext cx="3025" cy="3025"/>
            </a:xfrm>
            <a:custGeom>
              <a:avLst/>
              <a:gdLst/>
              <a:ahLst/>
              <a:cxnLst/>
              <a:rect l="l" t="t" r="r" b="b"/>
              <a:pathLst>
                <a:path w="121" h="121" extrusionOk="0">
                  <a:moveTo>
                    <a:pt x="49" y="0"/>
                  </a:moveTo>
                  <a:lnTo>
                    <a:pt x="0" y="24"/>
                  </a:lnTo>
                  <a:lnTo>
                    <a:pt x="0" y="72"/>
                  </a:lnTo>
                  <a:lnTo>
                    <a:pt x="24" y="120"/>
                  </a:lnTo>
                  <a:lnTo>
                    <a:pt x="73" y="120"/>
                  </a:lnTo>
                  <a:lnTo>
                    <a:pt x="121" y="96"/>
                  </a:lnTo>
                  <a:lnTo>
                    <a:pt x="121" y="48"/>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2" name="Google Shape;13822;p41"/>
            <p:cNvSpPr/>
            <p:nvPr/>
          </p:nvSpPr>
          <p:spPr>
            <a:xfrm>
              <a:off x="5317575" y="3556200"/>
              <a:ext cx="3025" cy="3025"/>
            </a:xfrm>
            <a:custGeom>
              <a:avLst/>
              <a:gdLst/>
              <a:ahLst/>
              <a:cxnLst/>
              <a:rect l="l" t="t" r="r" b="b"/>
              <a:pathLst>
                <a:path w="121" h="121" extrusionOk="0">
                  <a:moveTo>
                    <a:pt x="49" y="0"/>
                  </a:moveTo>
                  <a:lnTo>
                    <a:pt x="1" y="24"/>
                  </a:lnTo>
                  <a:lnTo>
                    <a:pt x="1" y="49"/>
                  </a:lnTo>
                  <a:lnTo>
                    <a:pt x="25" y="97"/>
                  </a:lnTo>
                  <a:lnTo>
                    <a:pt x="73" y="121"/>
                  </a:lnTo>
                  <a:lnTo>
                    <a:pt x="121" y="97"/>
                  </a:lnTo>
                  <a:lnTo>
                    <a:pt x="121" y="49"/>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3" name="Google Shape;13823;p41"/>
            <p:cNvSpPr/>
            <p:nvPr/>
          </p:nvSpPr>
          <p:spPr>
            <a:xfrm>
              <a:off x="5311550" y="3556800"/>
              <a:ext cx="3050" cy="3025"/>
            </a:xfrm>
            <a:custGeom>
              <a:avLst/>
              <a:gdLst/>
              <a:ahLst/>
              <a:cxnLst/>
              <a:rect l="l" t="t" r="r" b="b"/>
              <a:pathLst>
                <a:path w="122" h="121" extrusionOk="0">
                  <a:moveTo>
                    <a:pt x="49" y="0"/>
                  </a:moveTo>
                  <a:lnTo>
                    <a:pt x="1" y="25"/>
                  </a:lnTo>
                  <a:lnTo>
                    <a:pt x="1" y="73"/>
                  </a:lnTo>
                  <a:lnTo>
                    <a:pt x="25" y="97"/>
                  </a:lnTo>
                  <a:lnTo>
                    <a:pt x="73" y="121"/>
                  </a:lnTo>
                  <a:lnTo>
                    <a:pt x="121" y="97"/>
                  </a:lnTo>
                  <a:lnTo>
                    <a:pt x="121" y="49"/>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4" name="Google Shape;13824;p41"/>
            <p:cNvSpPr/>
            <p:nvPr/>
          </p:nvSpPr>
          <p:spPr>
            <a:xfrm>
              <a:off x="5254975" y="3573650"/>
              <a:ext cx="3050" cy="3625"/>
            </a:xfrm>
            <a:custGeom>
              <a:avLst/>
              <a:gdLst/>
              <a:ahLst/>
              <a:cxnLst/>
              <a:rect l="l" t="t" r="r" b="b"/>
              <a:pathLst>
                <a:path w="122" h="145" extrusionOk="0">
                  <a:moveTo>
                    <a:pt x="73" y="1"/>
                  </a:moveTo>
                  <a:lnTo>
                    <a:pt x="25" y="25"/>
                  </a:lnTo>
                  <a:lnTo>
                    <a:pt x="1" y="73"/>
                  </a:lnTo>
                  <a:lnTo>
                    <a:pt x="25" y="121"/>
                  </a:lnTo>
                  <a:lnTo>
                    <a:pt x="73" y="145"/>
                  </a:lnTo>
                  <a:lnTo>
                    <a:pt x="97" y="121"/>
                  </a:lnTo>
                  <a:lnTo>
                    <a:pt x="121" y="73"/>
                  </a:lnTo>
                  <a:lnTo>
                    <a:pt x="97" y="25"/>
                  </a:lnTo>
                  <a:lnTo>
                    <a:pt x="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5" name="Google Shape;13825;p41"/>
            <p:cNvSpPr/>
            <p:nvPr/>
          </p:nvSpPr>
          <p:spPr>
            <a:xfrm>
              <a:off x="5249575" y="3576050"/>
              <a:ext cx="3025" cy="3050"/>
            </a:xfrm>
            <a:custGeom>
              <a:avLst/>
              <a:gdLst/>
              <a:ahLst/>
              <a:cxnLst/>
              <a:rect l="l" t="t" r="r" b="b"/>
              <a:pathLst>
                <a:path w="121" h="122" extrusionOk="0">
                  <a:moveTo>
                    <a:pt x="73" y="1"/>
                  </a:moveTo>
                  <a:lnTo>
                    <a:pt x="24" y="25"/>
                  </a:lnTo>
                  <a:lnTo>
                    <a:pt x="0" y="73"/>
                  </a:lnTo>
                  <a:lnTo>
                    <a:pt x="24" y="121"/>
                  </a:lnTo>
                  <a:lnTo>
                    <a:pt x="73" y="121"/>
                  </a:lnTo>
                  <a:lnTo>
                    <a:pt x="121" y="97"/>
                  </a:lnTo>
                  <a:lnTo>
                    <a:pt x="121" y="73"/>
                  </a:lnTo>
                  <a:lnTo>
                    <a:pt x="121" y="25"/>
                  </a:lnTo>
                  <a:lnTo>
                    <a:pt x="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6" name="Google Shape;13826;p41"/>
            <p:cNvSpPr/>
            <p:nvPr/>
          </p:nvSpPr>
          <p:spPr>
            <a:xfrm>
              <a:off x="5245350" y="3577875"/>
              <a:ext cx="3050" cy="3625"/>
            </a:xfrm>
            <a:custGeom>
              <a:avLst/>
              <a:gdLst/>
              <a:ahLst/>
              <a:cxnLst/>
              <a:rect l="l" t="t" r="r" b="b"/>
              <a:pathLst>
                <a:path w="122" h="145" extrusionOk="0">
                  <a:moveTo>
                    <a:pt x="73" y="0"/>
                  </a:moveTo>
                  <a:lnTo>
                    <a:pt x="25" y="24"/>
                  </a:lnTo>
                  <a:lnTo>
                    <a:pt x="1" y="72"/>
                  </a:lnTo>
                  <a:lnTo>
                    <a:pt x="25" y="120"/>
                  </a:lnTo>
                  <a:lnTo>
                    <a:pt x="73" y="144"/>
                  </a:lnTo>
                  <a:lnTo>
                    <a:pt x="121" y="120"/>
                  </a:lnTo>
                  <a:lnTo>
                    <a:pt x="121" y="72"/>
                  </a:lnTo>
                  <a:lnTo>
                    <a:pt x="121" y="24"/>
                  </a:lnTo>
                  <a:lnTo>
                    <a:pt x="7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7" name="Google Shape;13827;p41"/>
            <p:cNvSpPr/>
            <p:nvPr/>
          </p:nvSpPr>
          <p:spPr>
            <a:xfrm>
              <a:off x="5262200" y="3573050"/>
              <a:ext cx="3050" cy="3025"/>
            </a:xfrm>
            <a:custGeom>
              <a:avLst/>
              <a:gdLst/>
              <a:ahLst/>
              <a:cxnLst/>
              <a:rect l="l" t="t" r="r" b="b"/>
              <a:pathLst>
                <a:path w="122" h="121" extrusionOk="0">
                  <a:moveTo>
                    <a:pt x="25" y="0"/>
                  </a:moveTo>
                  <a:lnTo>
                    <a:pt x="1" y="49"/>
                  </a:lnTo>
                  <a:lnTo>
                    <a:pt x="25" y="97"/>
                  </a:lnTo>
                  <a:lnTo>
                    <a:pt x="73" y="121"/>
                  </a:lnTo>
                  <a:lnTo>
                    <a:pt x="97" y="97"/>
                  </a:lnTo>
                  <a:lnTo>
                    <a:pt x="121" y="49"/>
                  </a:lnTo>
                  <a:lnTo>
                    <a:pt x="9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8" name="Google Shape;13828;p41"/>
            <p:cNvSpPr/>
            <p:nvPr/>
          </p:nvSpPr>
          <p:spPr>
            <a:xfrm>
              <a:off x="5266425" y="3568825"/>
              <a:ext cx="3025" cy="3050"/>
            </a:xfrm>
            <a:custGeom>
              <a:avLst/>
              <a:gdLst/>
              <a:ahLst/>
              <a:cxnLst/>
              <a:rect l="l" t="t" r="r" b="b"/>
              <a:pathLst>
                <a:path w="121" h="122" extrusionOk="0">
                  <a:moveTo>
                    <a:pt x="73" y="1"/>
                  </a:moveTo>
                  <a:lnTo>
                    <a:pt x="24" y="25"/>
                  </a:lnTo>
                  <a:lnTo>
                    <a:pt x="0" y="73"/>
                  </a:lnTo>
                  <a:lnTo>
                    <a:pt x="24" y="97"/>
                  </a:lnTo>
                  <a:lnTo>
                    <a:pt x="73" y="121"/>
                  </a:lnTo>
                  <a:lnTo>
                    <a:pt x="121" y="97"/>
                  </a:lnTo>
                  <a:lnTo>
                    <a:pt x="121" y="49"/>
                  </a:lnTo>
                  <a:lnTo>
                    <a:pt x="97" y="25"/>
                  </a:lnTo>
                  <a:lnTo>
                    <a:pt x="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9" name="Google Shape;13829;p41"/>
            <p:cNvSpPr/>
            <p:nvPr/>
          </p:nvSpPr>
          <p:spPr>
            <a:xfrm>
              <a:off x="5259200" y="3583275"/>
              <a:ext cx="3025" cy="3050"/>
            </a:xfrm>
            <a:custGeom>
              <a:avLst/>
              <a:gdLst/>
              <a:ahLst/>
              <a:cxnLst/>
              <a:rect l="l" t="t" r="r" b="b"/>
              <a:pathLst>
                <a:path w="121" h="122" extrusionOk="0">
                  <a:moveTo>
                    <a:pt x="73" y="1"/>
                  </a:moveTo>
                  <a:lnTo>
                    <a:pt x="25" y="25"/>
                  </a:lnTo>
                  <a:lnTo>
                    <a:pt x="0" y="73"/>
                  </a:lnTo>
                  <a:lnTo>
                    <a:pt x="25" y="121"/>
                  </a:lnTo>
                  <a:lnTo>
                    <a:pt x="97" y="121"/>
                  </a:lnTo>
                  <a:lnTo>
                    <a:pt x="121" y="73"/>
                  </a:lnTo>
                  <a:lnTo>
                    <a:pt x="97" y="25"/>
                  </a:lnTo>
                  <a:lnTo>
                    <a:pt x="73"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0" name="Google Shape;13830;p41"/>
            <p:cNvSpPr/>
            <p:nvPr/>
          </p:nvSpPr>
          <p:spPr>
            <a:xfrm>
              <a:off x="5255600" y="3586900"/>
              <a:ext cx="3025" cy="3625"/>
            </a:xfrm>
            <a:custGeom>
              <a:avLst/>
              <a:gdLst/>
              <a:ahLst/>
              <a:cxnLst/>
              <a:rect l="l" t="t" r="r" b="b"/>
              <a:pathLst>
                <a:path w="121" h="145" extrusionOk="0">
                  <a:moveTo>
                    <a:pt x="48" y="0"/>
                  </a:moveTo>
                  <a:lnTo>
                    <a:pt x="0" y="24"/>
                  </a:lnTo>
                  <a:lnTo>
                    <a:pt x="0" y="72"/>
                  </a:lnTo>
                  <a:lnTo>
                    <a:pt x="0" y="121"/>
                  </a:lnTo>
                  <a:lnTo>
                    <a:pt x="48" y="145"/>
                  </a:lnTo>
                  <a:lnTo>
                    <a:pt x="96" y="121"/>
                  </a:lnTo>
                  <a:lnTo>
                    <a:pt x="120" y="72"/>
                  </a:lnTo>
                  <a:lnTo>
                    <a:pt x="96" y="24"/>
                  </a:lnTo>
                  <a:lnTo>
                    <a:pt x="4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1" name="Google Shape;13831;p41"/>
            <p:cNvSpPr/>
            <p:nvPr/>
          </p:nvSpPr>
          <p:spPr>
            <a:xfrm>
              <a:off x="5257400" y="3577875"/>
              <a:ext cx="3625" cy="3025"/>
            </a:xfrm>
            <a:custGeom>
              <a:avLst/>
              <a:gdLst/>
              <a:ahLst/>
              <a:cxnLst/>
              <a:rect l="l" t="t" r="r" b="b"/>
              <a:pathLst>
                <a:path w="145" h="121" extrusionOk="0">
                  <a:moveTo>
                    <a:pt x="24" y="0"/>
                  </a:moveTo>
                  <a:lnTo>
                    <a:pt x="0" y="48"/>
                  </a:lnTo>
                  <a:lnTo>
                    <a:pt x="24" y="96"/>
                  </a:lnTo>
                  <a:lnTo>
                    <a:pt x="72" y="120"/>
                  </a:lnTo>
                  <a:lnTo>
                    <a:pt x="121" y="96"/>
                  </a:lnTo>
                  <a:lnTo>
                    <a:pt x="145" y="48"/>
                  </a:lnTo>
                  <a:lnTo>
                    <a:pt x="121"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2" name="Google Shape;13832;p41"/>
            <p:cNvSpPr/>
            <p:nvPr/>
          </p:nvSpPr>
          <p:spPr>
            <a:xfrm>
              <a:off x="5263425" y="3580275"/>
              <a:ext cx="3025" cy="3025"/>
            </a:xfrm>
            <a:custGeom>
              <a:avLst/>
              <a:gdLst/>
              <a:ahLst/>
              <a:cxnLst/>
              <a:rect l="l" t="t" r="r" b="b"/>
              <a:pathLst>
                <a:path w="121" h="121" extrusionOk="0">
                  <a:moveTo>
                    <a:pt x="48" y="0"/>
                  </a:moveTo>
                  <a:lnTo>
                    <a:pt x="0" y="24"/>
                  </a:lnTo>
                  <a:lnTo>
                    <a:pt x="0" y="73"/>
                  </a:lnTo>
                  <a:lnTo>
                    <a:pt x="0" y="121"/>
                  </a:lnTo>
                  <a:lnTo>
                    <a:pt x="96" y="121"/>
                  </a:lnTo>
                  <a:lnTo>
                    <a:pt x="120" y="73"/>
                  </a:lnTo>
                  <a:lnTo>
                    <a:pt x="96" y="24"/>
                  </a:lnTo>
                  <a:lnTo>
                    <a:pt x="48"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3" name="Google Shape;13833;p41"/>
            <p:cNvSpPr/>
            <p:nvPr/>
          </p:nvSpPr>
          <p:spPr>
            <a:xfrm>
              <a:off x="5254375" y="3579675"/>
              <a:ext cx="3050" cy="3625"/>
            </a:xfrm>
            <a:custGeom>
              <a:avLst/>
              <a:gdLst/>
              <a:ahLst/>
              <a:cxnLst/>
              <a:rect l="l" t="t" r="r" b="b"/>
              <a:pathLst>
                <a:path w="122" h="145" extrusionOk="0">
                  <a:moveTo>
                    <a:pt x="73" y="0"/>
                  </a:moveTo>
                  <a:lnTo>
                    <a:pt x="25" y="24"/>
                  </a:lnTo>
                  <a:lnTo>
                    <a:pt x="1" y="72"/>
                  </a:lnTo>
                  <a:lnTo>
                    <a:pt x="25" y="121"/>
                  </a:lnTo>
                  <a:lnTo>
                    <a:pt x="73" y="145"/>
                  </a:lnTo>
                  <a:lnTo>
                    <a:pt x="121" y="121"/>
                  </a:lnTo>
                  <a:lnTo>
                    <a:pt x="121" y="72"/>
                  </a:lnTo>
                  <a:lnTo>
                    <a:pt x="121" y="24"/>
                  </a:lnTo>
                  <a:lnTo>
                    <a:pt x="7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4" name="Google Shape;13834;p41"/>
            <p:cNvSpPr/>
            <p:nvPr/>
          </p:nvSpPr>
          <p:spPr>
            <a:xfrm>
              <a:off x="5250175" y="3583875"/>
              <a:ext cx="3025" cy="3650"/>
            </a:xfrm>
            <a:custGeom>
              <a:avLst/>
              <a:gdLst/>
              <a:ahLst/>
              <a:cxnLst/>
              <a:rect l="l" t="t" r="r" b="b"/>
              <a:pathLst>
                <a:path w="121" h="146" extrusionOk="0">
                  <a:moveTo>
                    <a:pt x="49" y="1"/>
                  </a:moveTo>
                  <a:lnTo>
                    <a:pt x="24" y="25"/>
                  </a:lnTo>
                  <a:lnTo>
                    <a:pt x="0" y="73"/>
                  </a:lnTo>
                  <a:lnTo>
                    <a:pt x="24" y="121"/>
                  </a:lnTo>
                  <a:lnTo>
                    <a:pt x="49" y="145"/>
                  </a:lnTo>
                  <a:lnTo>
                    <a:pt x="97" y="121"/>
                  </a:lnTo>
                  <a:lnTo>
                    <a:pt x="121" y="73"/>
                  </a:lnTo>
                  <a:lnTo>
                    <a:pt x="97" y="25"/>
                  </a:lnTo>
                  <a:lnTo>
                    <a:pt x="4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55" name="Google Shape;14638;p65">
            <a:extLst>
              <a:ext uri="{FF2B5EF4-FFF2-40B4-BE49-F238E27FC236}">
                <a16:creationId xmlns:a16="http://schemas.microsoft.com/office/drawing/2014/main" id="{FE54336E-EA57-D4E9-46A5-55FFB7D60307}"/>
              </a:ext>
            </a:extLst>
          </p:cNvPr>
          <p:cNvSpPr/>
          <p:nvPr/>
        </p:nvSpPr>
        <p:spPr>
          <a:xfrm>
            <a:off x="983042" y="3220412"/>
            <a:ext cx="2359093" cy="478800"/>
          </a:xfrm>
          <a:prstGeom prst="roundRect">
            <a:avLst>
              <a:gd name="adj" fmla="val 1666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3956" name="Google Shape;14641;p65">
            <a:extLst>
              <a:ext uri="{FF2B5EF4-FFF2-40B4-BE49-F238E27FC236}">
                <a16:creationId xmlns:a16="http://schemas.microsoft.com/office/drawing/2014/main" id="{346F475F-AF6C-2C83-39EA-C47FD1F13409}"/>
              </a:ext>
            </a:extLst>
          </p:cNvPr>
          <p:cNvGrpSpPr/>
          <p:nvPr/>
        </p:nvGrpSpPr>
        <p:grpSpPr>
          <a:xfrm>
            <a:off x="1178375" y="3311679"/>
            <a:ext cx="280811" cy="291917"/>
            <a:chOff x="812101" y="2571761"/>
            <a:chExt cx="417066" cy="417024"/>
          </a:xfrm>
        </p:grpSpPr>
        <p:sp>
          <p:nvSpPr>
            <p:cNvPr id="13957" name="Google Shape;14642;p65">
              <a:extLst>
                <a:ext uri="{FF2B5EF4-FFF2-40B4-BE49-F238E27FC236}">
                  <a16:creationId xmlns:a16="http://schemas.microsoft.com/office/drawing/2014/main" id="{BF7F53F0-9A47-056E-D650-4B8E4648BD19}"/>
                </a:ext>
              </a:extLst>
            </p:cNvPr>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8" name="Google Shape;14643;p65">
              <a:extLst>
                <a:ext uri="{FF2B5EF4-FFF2-40B4-BE49-F238E27FC236}">
                  <a16:creationId xmlns:a16="http://schemas.microsoft.com/office/drawing/2014/main" id="{9B5DBB91-AAE2-8CFC-AE13-0E0D2CCDBA8D}"/>
                </a:ext>
              </a:extLst>
            </p:cNvPr>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9" name="Google Shape;14644;p65">
              <a:extLst>
                <a:ext uri="{FF2B5EF4-FFF2-40B4-BE49-F238E27FC236}">
                  <a16:creationId xmlns:a16="http://schemas.microsoft.com/office/drawing/2014/main" id="{9155C1F5-1C70-4306-B8A2-0D37788B4BB2}"/>
                </a:ext>
              </a:extLst>
            </p:cNvPr>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0" name="Google Shape;14645;p65">
              <a:extLst>
                <a:ext uri="{FF2B5EF4-FFF2-40B4-BE49-F238E27FC236}">
                  <a16:creationId xmlns:a16="http://schemas.microsoft.com/office/drawing/2014/main" id="{8F29C4B7-46BB-8065-1B28-5318961FD3C9}"/>
                </a:ext>
              </a:extLst>
            </p:cNvPr>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61" name="CuadroTexto 13960">
            <a:extLst>
              <a:ext uri="{FF2B5EF4-FFF2-40B4-BE49-F238E27FC236}">
                <a16:creationId xmlns:a16="http://schemas.microsoft.com/office/drawing/2014/main" id="{95CBA5F4-B720-74EB-126F-3D46954D0B69}"/>
              </a:ext>
            </a:extLst>
          </p:cNvPr>
          <p:cNvSpPr txBox="1"/>
          <p:nvPr/>
        </p:nvSpPr>
        <p:spPr>
          <a:xfrm>
            <a:off x="1477089" y="3295819"/>
            <a:ext cx="2060379" cy="307777"/>
          </a:xfrm>
          <a:prstGeom prst="rect">
            <a:avLst/>
          </a:prstGeom>
          <a:noFill/>
        </p:spPr>
        <p:txBody>
          <a:bodyPr wrap="square" rtlCol="0">
            <a:spAutoFit/>
          </a:bodyPr>
          <a:lstStyle/>
          <a:p>
            <a:r>
              <a:rPr lang="es-AR" b="1" dirty="0">
                <a:solidFill>
                  <a:schemeClr val="bg1"/>
                </a:solidFill>
              </a:rPr>
              <a:t>DOCTOR.ROLDAN</a:t>
            </a:r>
          </a:p>
        </p:txBody>
      </p:sp>
    </p:spTree>
  </p:cSld>
  <p:clrMapOvr>
    <a:masterClrMapping/>
  </p:clrMapOvr>
</p:sld>
</file>

<file path=ppt/theme/theme1.xml><?xml version="1.0" encoding="utf-8"?>
<a:theme xmlns:a="http://schemas.openxmlformats.org/drawingml/2006/main" name="Osteoporosis Clinical Case by Slidesgo">
  <a:themeElements>
    <a:clrScheme name="Simple Light">
      <a:dk1>
        <a:srgbClr val="100E24"/>
      </a:dk1>
      <a:lt1>
        <a:srgbClr val="F4F4F4"/>
      </a:lt1>
      <a:dk2>
        <a:srgbClr val="FFFFFF"/>
      </a:dk2>
      <a:lt2>
        <a:srgbClr val="E8A19A"/>
      </a:lt2>
      <a:accent1>
        <a:srgbClr val="E25050"/>
      </a:accent1>
      <a:accent2>
        <a:srgbClr val="B5B9BA"/>
      </a:accent2>
      <a:accent3>
        <a:srgbClr val="C1C1C1"/>
      </a:accent3>
      <a:accent4>
        <a:srgbClr val="6B6B6B"/>
      </a:accent4>
      <a:accent5>
        <a:srgbClr val="DDDDDD"/>
      </a:accent5>
      <a:accent6>
        <a:srgbClr val="F8F9F8"/>
      </a:accent6>
      <a:hlink>
        <a:srgbClr val="100E2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2111</TotalTime>
  <Words>7000</Words>
  <Application>Microsoft Office PowerPoint</Application>
  <PresentationFormat>Presentación en pantalla (16:9)</PresentationFormat>
  <Paragraphs>999</Paragraphs>
  <Slides>130</Slides>
  <Notes>92</Notes>
  <HiddenSlides>1</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130</vt:i4>
      </vt:variant>
    </vt:vector>
  </HeadingPairs>
  <TitlesOfParts>
    <vt:vector size="141" baseType="lpstr">
      <vt:lpstr>Arial</vt:lpstr>
      <vt:lpstr>Oswald</vt:lpstr>
      <vt:lpstr>Calibri</vt:lpstr>
      <vt:lpstr>Libre Franklin</vt:lpstr>
      <vt:lpstr>Times New Roman</vt:lpstr>
      <vt:lpstr>Roboto Condensed Light</vt:lpstr>
      <vt:lpstr>Bookman Old Style</vt:lpstr>
      <vt:lpstr>Arial</vt:lpstr>
      <vt:lpstr>Open Sans</vt:lpstr>
      <vt:lpstr>Work Sans</vt:lpstr>
      <vt:lpstr>Osteoporosis Clinical Case by Slidesgo</vt:lpstr>
      <vt:lpstr>Enfoque Diagnostico Monoartritis</vt:lpstr>
      <vt:lpstr>Presentación de PowerPoint</vt:lpstr>
      <vt:lpstr>Anamnesis </vt:lpstr>
      <vt:lpstr>Presentación de PowerPoint</vt:lpstr>
      <vt:lpstr>Etiología: (MONOARTRITIS AGUDAS)</vt:lpstr>
      <vt:lpstr>Etiología: (MONOARTRITIS CRÓNICAS)</vt:lpstr>
      <vt:lpstr>Estudios de una monoartritis:</vt:lpstr>
      <vt:lpstr>Examenes de líquido sinovial.</vt:lpstr>
      <vt:lpstr>Laboratorio</vt:lpstr>
      <vt:lpstr>RADIOGRAFÍAS</vt:lpstr>
      <vt:lpstr>RMN</vt:lpstr>
      <vt:lpstr>ECOGRAFÍA</vt:lpstr>
      <vt:lpstr>ARTROSCOPIA</vt:lpstr>
      <vt:lpstr>BIOPSIA SINOVIAL</vt:lpstr>
      <vt:lpstr>Presentación de PowerPoint</vt:lpstr>
      <vt:lpstr>Presentación de PowerPoint</vt:lpstr>
      <vt:lpstr>Presentación de PowerPoint</vt:lpstr>
      <vt:lpstr>Enfoque Diagnostico Poliartritis</vt:lpstr>
      <vt:lpstr>Presentación de PowerPoint</vt:lpstr>
      <vt:lpstr>ETIOLOGÍA </vt:lpstr>
      <vt:lpstr>Características del compromiso articular </vt:lpstr>
      <vt:lpstr>Manifestaciones Extraarticulares </vt:lpstr>
      <vt:lpstr>LABORATORIO</vt:lpstr>
      <vt:lpstr>FR en el LABORATORIO </vt:lpstr>
      <vt:lpstr>Imágenes: </vt:lpstr>
      <vt:lpstr>SEMIOLOGÍA RADIOLÓGICA</vt:lpstr>
      <vt:lpstr>Presentación de PowerPoint</vt:lpstr>
      <vt:lpstr>Presentación de PowerPoint</vt:lpstr>
      <vt:lpstr>Manifestaciones radiológicas</vt:lpstr>
      <vt:lpstr>Presentación de PowerPoint</vt:lpstr>
      <vt:lpstr>ALTERACIONES DE LOS TEJIDOS BLANDOS</vt:lpstr>
      <vt:lpstr>ALTERACIONES DE LA MINERALIZACIÓN ÓSEA</vt:lpstr>
      <vt:lpstr>ALTERACIONES DEL ESPACIO ARTICULAR</vt:lpstr>
      <vt:lpstr>Presentación de PowerPoint</vt:lpstr>
      <vt:lpstr>Presentación de PowerPoint</vt:lpstr>
      <vt:lpstr>ALTERACIONES DE LA SUPERFICIE ÓSEA.</vt:lpstr>
      <vt:lpstr>Presentación de PowerPoint</vt:lpstr>
      <vt:lpstr>Presentación de PowerPoint</vt:lpstr>
      <vt:lpstr>Presentación de PowerPoint</vt:lpstr>
      <vt:lpstr>Presentación de PowerPoint</vt:lpstr>
      <vt:lpstr>QUISTES SUBCONDRALES</vt:lpstr>
      <vt:lpstr>ALTERACIONES SUPERFICIE ÓSEA</vt:lpstr>
      <vt:lpstr>Presentación de PowerPoint</vt:lpstr>
      <vt:lpstr>Presentación de PowerPoint</vt:lpstr>
      <vt:lpstr>ALTERACIONES DEL CRECIMIENTO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REUMATISMO DE  PARTES BLANDAS MIEMBRO SUPERIOR</vt:lpstr>
      <vt:lpstr>Presentación de PowerPoint</vt:lpstr>
      <vt:lpstr>Presentación de PowerPoint</vt:lpstr>
      <vt:lpstr>HOMBRO</vt:lpstr>
      <vt:lpstr>Tendinitis bicipital</vt:lpstr>
      <vt:lpstr>TEST DE YERGASON</vt:lpstr>
      <vt:lpstr>Tendinopatía del manguito rotador</vt:lpstr>
      <vt:lpstr>Presentación de PowerPoint</vt:lpstr>
      <vt:lpstr>Presentación de PowerPoint</vt:lpstr>
      <vt:lpstr>Capsulitis adhesiva – Hombro congelado</vt:lpstr>
      <vt:lpstr>Bursitis subacromial</vt:lpstr>
      <vt:lpstr>CODO</vt:lpstr>
      <vt:lpstr>Presentación de PowerPoint</vt:lpstr>
      <vt:lpstr>Bursitis olecraneana</vt:lpstr>
      <vt:lpstr>Epicondilitis medial</vt:lpstr>
      <vt:lpstr>Sd de atrapamiento del N. Cubital. </vt:lpstr>
      <vt:lpstr>Presentación de PowerPoint</vt:lpstr>
      <vt:lpstr>Sd. del túnel radial</vt:lpstr>
      <vt:lpstr>MANO</vt:lpstr>
      <vt:lpstr>Tenosinovitis de Quervain</vt:lpstr>
      <vt:lpstr>Túnel carpiano</vt:lpstr>
      <vt:lpstr>Presentación de PowerPoint</vt:lpstr>
      <vt:lpstr>Enfermedad de Dupuytren</vt:lpstr>
      <vt:lpstr>Evolución</vt:lpstr>
      <vt:lpstr>Tendinopatía digital estenosante</vt:lpstr>
      <vt:lpstr>REUMATISMO DE  PARTES BLANDAS MIEMBRO INFERIOR</vt:lpstr>
      <vt:lpstr>TROCANTERITIS (Síndrome de Dolor Trocantérico Mayor)</vt:lpstr>
      <vt:lpstr>TROCANTERITIS  </vt:lpstr>
      <vt:lpstr>TROCANTERITIS  </vt:lpstr>
      <vt:lpstr>TROCANTERITIS  </vt:lpstr>
      <vt:lpstr>BURSITIS TROCANTEREA</vt:lpstr>
      <vt:lpstr>BURSITIS TROCANTEREA</vt:lpstr>
      <vt:lpstr>BURSITIS TROCANTEREA</vt:lpstr>
      <vt:lpstr>BURSITIS TROCANTEREA</vt:lpstr>
      <vt:lpstr>SINDROME DEL PIRAMIDAL</vt:lpstr>
      <vt:lpstr>SINDROME DEL PIRAMIDAL</vt:lpstr>
      <vt:lpstr>SINDROME DEL PIRAMIDAL</vt:lpstr>
      <vt:lpstr>SINDROME DEL PIRAMIDAL</vt:lpstr>
      <vt:lpstr>RODILLA: QUISTE BAKER</vt:lpstr>
      <vt:lpstr>QUISTE BAKER</vt:lpstr>
      <vt:lpstr>RODILLA</vt:lpstr>
      <vt:lpstr>RODILLA</vt:lpstr>
      <vt:lpstr>SINDROME DE LA CINTILLA ILIOTIBIAL</vt:lpstr>
      <vt:lpstr>SINDROME DE LA CINTILLA ILIOTIBIAL</vt:lpstr>
      <vt:lpstr>TENDINITIS AQUILIANA</vt:lpstr>
      <vt:lpstr>TENDINITIS AQUILIANA</vt:lpstr>
      <vt:lpstr>TENDINITIS AQUILIANA</vt:lpstr>
      <vt:lpstr>TENDINITIS AQUILIANA</vt:lpstr>
      <vt:lpstr>FASCITIS PLANTAR</vt:lpstr>
      <vt:lpstr>FASCITIS PLANTAR</vt:lpstr>
      <vt:lpstr>FASCITIS PLANTAR</vt:lpstr>
      <vt:lpstr>FASCITIS PLANTAR</vt:lpstr>
      <vt:lpstr>SINDROME DEL TUNEL TARSIANO</vt:lpstr>
      <vt:lpstr>SINDROME DEL TUNEL TARSIANO</vt:lpstr>
      <vt:lpstr>SINDROME DEL TUNEL TARSIANO</vt:lpstr>
      <vt:lpstr>SINDROME DEL TUNEL TARSIANO</vt:lpstr>
      <vt:lpstr>REUMATISMO DE  PARTES BLANDAS COLUMNA</vt:lpstr>
      <vt:lpstr>REUMATISMO DE COLUMNA  </vt:lpstr>
      <vt:lpstr>Presentación de PowerPoint</vt:lpstr>
      <vt:lpstr>Presentación de PowerPoint</vt:lpstr>
      <vt:lpstr>RECUERDO ANATÓMICO</vt:lpstr>
      <vt:lpstr>Presentación de PowerPoint</vt:lpstr>
      <vt:lpstr>Presentación de PowerPoint</vt:lpstr>
      <vt:lpstr>Presentación de PowerPoint</vt:lpstr>
      <vt:lpstr>¿CUÁNDO REALIZAR PRUEBAS COMPLEMENTARIAS? (signos alarma)</vt:lpstr>
      <vt:lpstr>¿CUÁNDO REALIZAR PRUEBAS COMPLEMENTARIAS? II </vt:lpstr>
      <vt:lpstr>Presentación de PowerPoint</vt:lpstr>
      <vt:lpstr>Presentación de PowerPoint</vt:lpstr>
      <vt:lpstr>LUMBALGIA</vt:lpstr>
      <vt:lpstr>ETIOLOGÍA</vt:lpstr>
      <vt:lpstr>EVALUACIÓN INICIAL</vt:lpstr>
      <vt:lpstr>PRUEBAS DE IMAGEN</vt:lpstr>
      <vt:lpstr>MANEJO LUMBALGIA AGUDA</vt:lpstr>
      <vt:lpstr>MANEJO LUMBALGIA SUBAGUDA</vt:lpstr>
      <vt:lpstr>MANEJO LUMBALGIA CRÓNICA</vt:lpstr>
      <vt:lpstr>MANEJO LUMBALGIA - No farmacológicas</vt:lpstr>
      <vt:lpstr>LUMBALGIA CRÓNICA - Educación al paciente</vt:lpstr>
      <vt:lpstr>Muchas 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Musimundo</dc:creator>
  <cp:lastModifiedBy>brian manases roldan</cp:lastModifiedBy>
  <cp:revision>20</cp:revision>
  <dcterms:modified xsi:type="dcterms:W3CDTF">2026-08-21T19:16:38Z</dcterms:modified>
</cp:coreProperties>
</file>